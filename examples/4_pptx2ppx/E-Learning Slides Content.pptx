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4094" r:id="rId2"/>
    <p:sldId id="4095" r:id="rId3"/>
    <p:sldId id="4096" r:id="rId4"/>
    <p:sldId id="4097" r:id="rId5"/>
    <p:sldId id="4098" r:id="rId6"/>
    <p:sldId id="4099" r:id="rId7"/>
    <p:sldId id="4100" r:id="rId8"/>
    <p:sldId id="4101" r:id="rId9"/>
    <p:sldId id="4102" r:id="rId10"/>
    <p:sldId id="4103" r:id="rId11"/>
    <p:sldId id="4104" r:id="rId12"/>
    <p:sldId id="4105" r:id="rId13"/>
    <p:sldId id="4106" r:id="rId14"/>
    <p:sldId id="4107" r:id="rId15"/>
    <p:sldId id="4108" r:id="rId16"/>
    <p:sldId id="4109" r:id="rId17"/>
    <p:sldId id="4110" r:id="rId18"/>
    <p:sldId id="4111" r:id="rId19"/>
    <p:sldId id="4112" r:id="rId20"/>
    <p:sldId id="4113" r:id="rId21"/>
  </p:sldIdLst>
  <p:sldSz cx="24377650" cy="13716000"/>
  <p:notesSz cx="6858000" cy="9144000"/>
  <p:defaultTextStyle>
    <a:defPPr>
      <a:defRPr lang="en-US"/>
    </a:defPPr>
    <a:lvl1pPr marL="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21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434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2651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6868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086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1828434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F6F6F6"/>
    <a:srgbClr val="D3D3D3"/>
    <a:srgbClr val="111340"/>
    <a:srgbClr val="E2ECF1"/>
    <a:srgbClr val="F1F6F8"/>
    <a:srgbClr val="DBE9F0"/>
    <a:srgbClr val="073B4C"/>
    <a:srgbClr val="335FFE"/>
    <a:srgbClr val="ECF3F6"/>
    <a:srgbClr val="B5B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34" autoAdjust="0"/>
    <p:restoredTop sz="91973" autoAdjust="0"/>
  </p:normalViewPr>
  <p:slideViewPr>
    <p:cSldViewPr snapToGrid="0" snapToObjects="1">
      <p:cViewPr>
        <p:scale>
          <a:sx n="44" d="100"/>
          <a:sy n="44" d="100"/>
        </p:scale>
        <p:origin x="1112" y="9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30" d="100"/>
        <a:sy n="30" d="100"/>
      </p:scale>
      <p:origin x="0" y="0"/>
    </p:cViewPr>
  </p:sorterViewPr>
  <p:notesViewPr>
    <p:cSldViewPr snapToGrid="0" snapToObjects="1"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EFC10EE1-B198-C942-8235-326C972CBB30}" type="datetimeFigureOut">
              <a:rPr lang="en-US" smtClean="0"/>
              <a:pPr/>
              <a:t>12/28/21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Poppins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Poppins" pitchFamily="2" charset="77"/>
              </a:defRPr>
            </a:lvl1pPr>
          </a:lstStyle>
          <a:p>
            <a:fld id="{006BE02D-20C0-F840-AFAC-BEA99C74FDC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8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17" rtl="0" eaLnBrk="1" latinLnBrk="0" hangingPunct="1">
      <a:defRPr sz="2400" b="0" i="0" kern="1200">
        <a:solidFill>
          <a:schemeClr val="tx1"/>
        </a:solidFill>
        <a:latin typeface="Poppins" pitchFamily="2" charset="77"/>
        <a:ea typeface="+mn-ea"/>
        <a:cs typeface="+mn-cs"/>
      </a:defRPr>
    </a:lvl1pPr>
    <a:lvl2pPr marL="914217" algn="l" defTabSz="914217" rtl="0" eaLnBrk="1" latinLnBrk="0" hangingPunct="1">
      <a:defRPr sz="2400" b="0" i="0" kern="1200">
        <a:solidFill>
          <a:schemeClr val="tx1"/>
        </a:solidFill>
        <a:latin typeface="Poppins" pitchFamily="2" charset="77"/>
        <a:ea typeface="+mn-ea"/>
        <a:cs typeface="+mn-cs"/>
      </a:defRPr>
    </a:lvl2pPr>
    <a:lvl3pPr marL="1828434" algn="l" defTabSz="914217" rtl="0" eaLnBrk="1" latinLnBrk="0" hangingPunct="1">
      <a:defRPr sz="2400" b="0" i="0" kern="1200">
        <a:solidFill>
          <a:schemeClr val="tx1"/>
        </a:solidFill>
        <a:latin typeface="Poppins" pitchFamily="2" charset="77"/>
        <a:ea typeface="+mn-ea"/>
        <a:cs typeface="+mn-cs"/>
      </a:defRPr>
    </a:lvl3pPr>
    <a:lvl4pPr marL="2742651" algn="l" defTabSz="914217" rtl="0" eaLnBrk="1" latinLnBrk="0" hangingPunct="1">
      <a:defRPr sz="2400" b="0" i="0" kern="1200">
        <a:solidFill>
          <a:schemeClr val="tx1"/>
        </a:solidFill>
        <a:latin typeface="Poppins" pitchFamily="2" charset="77"/>
        <a:ea typeface="+mn-ea"/>
        <a:cs typeface="+mn-cs"/>
      </a:defRPr>
    </a:lvl4pPr>
    <a:lvl5pPr marL="3656868" algn="l" defTabSz="914217" rtl="0" eaLnBrk="1" latinLnBrk="0" hangingPunct="1">
      <a:defRPr sz="2400" b="0" i="0" kern="1200">
        <a:solidFill>
          <a:schemeClr val="tx1"/>
        </a:solidFill>
        <a:latin typeface="Poppins" pitchFamily="2" charset="77"/>
        <a:ea typeface="+mn-ea"/>
        <a:cs typeface="+mn-cs"/>
      </a:defRPr>
    </a:lvl5pPr>
    <a:lvl6pPr marL="4571086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5303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9520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3737" algn="l" defTabSz="91421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256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5964" y="730259"/>
            <a:ext cx="21025723" cy="2651126"/>
          </a:xfrm>
          <a:prstGeom prst="rect">
            <a:avLst/>
          </a:prstGeom>
        </p:spPr>
        <p:txBody>
          <a:bodyPr vert="horz" lIns="182843" tIns="91422" rIns="182843" bIns="91422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5964" y="3651250"/>
            <a:ext cx="21025723" cy="8702676"/>
          </a:xfrm>
          <a:prstGeom prst="rect">
            <a:avLst/>
          </a:prstGeom>
        </p:spPr>
        <p:txBody>
          <a:bodyPr vert="horz" lIns="182843" tIns="91422" rIns="182843" bIns="91422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284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</p:sldLayoutIdLst>
  <p:hf hdr="0" ftr="0" dt="0"/>
  <p:txStyles>
    <p:titleStyle>
      <a:lvl1pPr algn="ctr" defTabSz="1828434" rtl="0" eaLnBrk="1" latinLnBrk="0" hangingPunct="1">
        <a:lnSpc>
          <a:spcPct val="90000"/>
        </a:lnSpc>
        <a:spcBef>
          <a:spcPct val="0"/>
        </a:spcBef>
        <a:buNone/>
        <a:defRPr lang="en-US" sz="7000" b="1" i="0" kern="1200" spc="-290" baseline="0">
          <a:solidFill>
            <a:schemeClr val="tx2"/>
          </a:solidFill>
          <a:latin typeface="Montserrat" pitchFamily="2" charset="77"/>
          <a:ea typeface="Open Sans Light" panose="020B0306030504020204" pitchFamily="34" charset="0"/>
          <a:cs typeface="Poppins" pitchFamily="2" charset="77"/>
        </a:defRPr>
      </a:lvl1pPr>
    </p:titleStyle>
    <p:bodyStyle>
      <a:lvl1pPr marL="457109" indent="-457109" algn="l" defTabSz="1828434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lang="en-US" sz="4000" b="0" i="0" kern="1200" spc="-30" baseline="0" dirty="0" smtClean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1pPr>
      <a:lvl2pPr marL="137132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3200" b="0" i="0" kern="1200" spc="-30" baseline="0" dirty="0" smtClean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2pPr>
      <a:lvl3pPr marL="2285543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b="0" i="0" kern="1200" spc="-30" baseline="0" dirty="0" smtClean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3pPr>
      <a:lvl4pPr marL="3199760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spc="-30" baseline="0" dirty="0" smtClean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4pPr>
      <a:lvl5pPr marL="4113977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400" b="0" i="0" kern="1200" spc="-30" baseline="0" dirty="0">
          <a:solidFill>
            <a:schemeClr val="tx1"/>
          </a:solidFill>
          <a:effectLst/>
          <a:latin typeface="Montserrat" pitchFamily="2" charset="77"/>
          <a:ea typeface="Open Sans Light" panose="020B0306030504020204" pitchFamily="34" charset="0"/>
          <a:cs typeface="Poppins" pitchFamily="2" charset="77"/>
        </a:defRPr>
      </a:lvl5pPr>
      <a:lvl6pPr marL="5028194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2411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6628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0846" indent="-457109" algn="l" defTabSz="1828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21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434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2651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6868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086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5303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399520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3737" algn="l" defTabSz="1828434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1" name="Group 690">
            <a:extLst>
              <a:ext uri="{FF2B5EF4-FFF2-40B4-BE49-F238E27FC236}">
                <a16:creationId xmlns:a16="http://schemas.microsoft.com/office/drawing/2014/main" id="{84737F12-A813-5647-BFBD-258F54E85985}"/>
              </a:ext>
            </a:extLst>
          </p:cNvPr>
          <p:cNvGrpSpPr/>
          <p:nvPr/>
        </p:nvGrpSpPr>
        <p:grpSpPr>
          <a:xfrm>
            <a:off x="1503674" y="4535029"/>
            <a:ext cx="13582867" cy="7194478"/>
            <a:chOff x="1503674" y="4535029"/>
            <a:chExt cx="13582867" cy="7194478"/>
          </a:xfrm>
        </p:grpSpPr>
        <p:grpSp>
          <p:nvGrpSpPr>
            <p:cNvPr id="603" name="Group 602">
              <a:extLst>
                <a:ext uri="{FF2B5EF4-FFF2-40B4-BE49-F238E27FC236}">
                  <a16:creationId xmlns:a16="http://schemas.microsoft.com/office/drawing/2014/main" id="{588E0908-5709-8347-A7A0-5928F11BDEBF}"/>
                </a:ext>
              </a:extLst>
            </p:cNvPr>
            <p:cNvGrpSpPr/>
            <p:nvPr/>
          </p:nvGrpSpPr>
          <p:grpSpPr>
            <a:xfrm>
              <a:off x="1503674" y="11366854"/>
              <a:ext cx="13582867" cy="362653"/>
              <a:chOff x="1503674" y="11366854"/>
              <a:chExt cx="13582867" cy="362653"/>
            </a:xfrm>
          </p:grpSpPr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322342B5-A52F-B24B-8C06-2A02A3C6642F}"/>
                  </a:ext>
                </a:extLst>
              </p:cNvPr>
              <p:cNvSpPr/>
              <p:nvPr/>
            </p:nvSpPr>
            <p:spPr>
              <a:xfrm>
                <a:off x="1512395" y="11375581"/>
                <a:ext cx="13565426" cy="3464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890" h="279">
                    <a:moveTo>
                      <a:pt x="10761" y="279"/>
                    </a:moveTo>
                    <a:lnTo>
                      <a:pt x="5446" y="279"/>
                    </a:lnTo>
                    <a:lnTo>
                      <a:pt x="130" y="279"/>
                    </a:lnTo>
                    <a:cubicBezTo>
                      <a:pt x="93" y="279"/>
                      <a:pt x="61" y="263"/>
                      <a:pt x="38" y="238"/>
                    </a:cubicBezTo>
                    <a:cubicBezTo>
                      <a:pt x="14" y="212"/>
                      <a:pt x="0" y="178"/>
                      <a:pt x="0" y="139"/>
                    </a:cubicBezTo>
                    <a:cubicBezTo>
                      <a:pt x="0" y="101"/>
                      <a:pt x="14" y="66"/>
                      <a:pt x="38" y="41"/>
                    </a:cubicBezTo>
                    <a:cubicBezTo>
                      <a:pt x="61" y="16"/>
                      <a:pt x="93" y="0"/>
                      <a:pt x="130" y="0"/>
                    </a:cubicBezTo>
                    <a:lnTo>
                      <a:pt x="5446" y="0"/>
                    </a:lnTo>
                    <a:lnTo>
                      <a:pt x="10761" y="0"/>
                    </a:lnTo>
                    <a:cubicBezTo>
                      <a:pt x="10797" y="0"/>
                      <a:pt x="10829" y="16"/>
                      <a:pt x="10852" y="41"/>
                    </a:cubicBezTo>
                    <a:cubicBezTo>
                      <a:pt x="10876" y="66"/>
                      <a:pt x="10890" y="101"/>
                      <a:pt x="10890" y="139"/>
                    </a:cubicBezTo>
                    <a:cubicBezTo>
                      <a:pt x="10890" y="178"/>
                      <a:pt x="10876" y="212"/>
                      <a:pt x="10852" y="238"/>
                    </a:cubicBezTo>
                    <a:cubicBezTo>
                      <a:pt x="10829" y="263"/>
                      <a:pt x="10797" y="279"/>
                      <a:pt x="10761" y="27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0FFC1604-C809-724F-8704-6E093CB9A545}"/>
                  </a:ext>
                </a:extLst>
              </p:cNvPr>
              <p:cNvSpPr/>
              <p:nvPr/>
            </p:nvSpPr>
            <p:spPr>
              <a:xfrm>
                <a:off x="1503674" y="11366854"/>
                <a:ext cx="13582867" cy="362653"/>
              </a:xfrm>
              <a:custGeom>
                <a:avLst/>
                <a:gdLst>
                  <a:gd name="connsiteX0" fmla="*/ 170659 w 13582867"/>
                  <a:gd name="connsiteY0" fmla="*/ 17451 h 362653"/>
                  <a:gd name="connsiteX1" fmla="*/ 61040 w 13582867"/>
                  <a:gd name="connsiteY1" fmla="*/ 64629 h 362653"/>
                  <a:gd name="connsiteX2" fmla="*/ 16195 w 13582867"/>
                  <a:gd name="connsiteY2" fmla="*/ 181333 h 362653"/>
                  <a:gd name="connsiteX3" fmla="*/ 61040 w 13582867"/>
                  <a:gd name="connsiteY3" fmla="*/ 298036 h 362653"/>
                  <a:gd name="connsiteX4" fmla="*/ 170659 w 13582867"/>
                  <a:gd name="connsiteY4" fmla="*/ 346456 h 362653"/>
                  <a:gd name="connsiteX5" fmla="*/ 13413454 w 13582867"/>
                  <a:gd name="connsiteY5" fmla="*/ 346456 h 362653"/>
                  <a:gd name="connsiteX6" fmla="*/ 13521828 w 13582867"/>
                  <a:gd name="connsiteY6" fmla="*/ 298036 h 362653"/>
                  <a:gd name="connsiteX7" fmla="*/ 13566672 w 13582867"/>
                  <a:gd name="connsiteY7" fmla="*/ 181333 h 362653"/>
                  <a:gd name="connsiteX8" fmla="*/ 13521828 w 13582867"/>
                  <a:gd name="connsiteY8" fmla="*/ 64629 h 362653"/>
                  <a:gd name="connsiteX9" fmla="*/ 13413454 w 13582867"/>
                  <a:gd name="connsiteY9" fmla="*/ 17451 h 362653"/>
                  <a:gd name="connsiteX10" fmla="*/ 170658 w 13582867"/>
                  <a:gd name="connsiteY10" fmla="*/ 0 h 362653"/>
                  <a:gd name="connsiteX11" fmla="*/ 13413455 w 13582867"/>
                  <a:gd name="connsiteY11" fmla="*/ 0 h 362653"/>
                  <a:gd name="connsiteX12" fmla="*/ 13533040 w 13582867"/>
                  <a:gd name="connsiteY12" fmla="*/ 53404 h 362653"/>
                  <a:gd name="connsiteX13" fmla="*/ 13582867 w 13582867"/>
                  <a:gd name="connsiteY13" fmla="*/ 181326 h 362653"/>
                  <a:gd name="connsiteX14" fmla="*/ 13533040 w 13582867"/>
                  <a:gd name="connsiteY14" fmla="*/ 310491 h 362653"/>
                  <a:gd name="connsiteX15" fmla="*/ 13413455 w 13582867"/>
                  <a:gd name="connsiteY15" fmla="*/ 362653 h 362653"/>
                  <a:gd name="connsiteX16" fmla="*/ 170658 w 13582867"/>
                  <a:gd name="connsiteY16" fmla="*/ 362653 h 362653"/>
                  <a:gd name="connsiteX17" fmla="*/ 51073 w 13582867"/>
                  <a:gd name="connsiteY17" fmla="*/ 310491 h 362653"/>
                  <a:gd name="connsiteX18" fmla="*/ 0 w 13582867"/>
                  <a:gd name="connsiteY18" fmla="*/ 181326 h 362653"/>
                  <a:gd name="connsiteX19" fmla="*/ 51073 w 13582867"/>
                  <a:gd name="connsiteY19" fmla="*/ 53404 h 362653"/>
                  <a:gd name="connsiteX20" fmla="*/ 170658 w 13582867"/>
                  <a:gd name="connsiteY20" fmla="*/ 0 h 362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3582867" h="362653">
                    <a:moveTo>
                      <a:pt x="170659" y="17451"/>
                    </a:moveTo>
                    <a:cubicBezTo>
                      <a:pt x="129552" y="17451"/>
                      <a:pt x="89690" y="34832"/>
                      <a:pt x="61040" y="64629"/>
                    </a:cubicBezTo>
                    <a:cubicBezTo>
                      <a:pt x="32389" y="96909"/>
                      <a:pt x="16195" y="137879"/>
                      <a:pt x="16195" y="181333"/>
                    </a:cubicBezTo>
                    <a:cubicBezTo>
                      <a:pt x="16195" y="226028"/>
                      <a:pt x="32389" y="266998"/>
                      <a:pt x="61040" y="298036"/>
                    </a:cubicBezTo>
                    <a:cubicBezTo>
                      <a:pt x="89690" y="329075"/>
                      <a:pt x="129552" y="346456"/>
                      <a:pt x="170659" y="346456"/>
                    </a:cubicBezTo>
                    <a:lnTo>
                      <a:pt x="13413454" y="346456"/>
                    </a:lnTo>
                    <a:cubicBezTo>
                      <a:pt x="13454561" y="346456"/>
                      <a:pt x="13493177" y="329075"/>
                      <a:pt x="13521828" y="298036"/>
                    </a:cubicBezTo>
                    <a:cubicBezTo>
                      <a:pt x="13551724" y="266998"/>
                      <a:pt x="13566672" y="226028"/>
                      <a:pt x="13566672" y="181333"/>
                    </a:cubicBezTo>
                    <a:cubicBezTo>
                      <a:pt x="13566672" y="137879"/>
                      <a:pt x="13551724" y="96909"/>
                      <a:pt x="13521828" y="64629"/>
                    </a:cubicBezTo>
                    <a:cubicBezTo>
                      <a:pt x="13493177" y="34832"/>
                      <a:pt x="13454561" y="17451"/>
                      <a:pt x="13413454" y="17451"/>
                    </a:cubicBezTo>
                    <a:close/>
                    <a:moveTo>
                      <a:pt x="170658" y="0"/>
                    </a:moveTo>
                    <a:lnTo>
                      <a:pt x="13413455" y="0"/>
                    </a:lnTo>
                    <a:cubicBezTo>
                      <a:pt x="13458299" y="0"/>
                      <a:pt x="13501898" y="18629"/>
                      <a:pt x="13533040" y="53404"/>
                    </a:cubicBezTo>
                    <a:cubicBezTo>
                      <a:pt x="13565428" y="86937"/>
                      <a:pt x="13582867" y="132890"/>
                      <a:pt x="13582867" y="181326"/>
                    </a:cubicBezTo>
                    <a:cubicBezTo>
                      <a:pt x="13582867" y="229763"/>
                      <a:pt x="13565428" y="275716"/>
                      <a:pt x="13533040" y="310491"/>
                    </a:cubicBezTo>
                    <a:cubicBezTo>
                      <a:pt x="13501898" y="344024"/>
                      <a:pt x="13458299" y="362653"/>
                      <a:pt x="13413455" y="362653"/>
                    </a:cubicBezTo>
                    <a:lnTo>
                      <a:pt x="170658" y="362653"/>
                    </a:lnTo>
                    <a:cubicBezTo>
                      <a:pt x="124568" y="362653"/>
                      <a:pt x="82215" y="344024"/>
                      <a:pt x="51073" y="310491"/>
                    </a:cubicBezTo>
                    <a:cubicBezTo>
                      <a:pt x="18685" y="275716"/>
                      <a:pt x="0" y="229763"/>
                      <a:pt x="0" y="181326"/>
                    </a:cubicBezTo>
                    <a:cubicBezTo>
                      <a:pt x="0" y="132890"/>
                      <a:pt x="18685" y="86937"/>
                      <a:pt x="51073" y="53404"/>
                    </a:cubicBezTo>
                    <a:cubicBezTo>
                      <a:pt x="82215" y="18629"/>
                      <a:pt x="124568" y="0"/>
                      <a:pt x="1706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32AF980E-C6FB-BA43-A4E3-F1A898BF6BA5}"/>
                </a:ext>
              </a:extLst>
            </p:cNvPr>
            <p:cNvGrpSpPr/>
            <p:nvPr/>
          </p:nvGrpSpPr>
          <p:grpSpPr>
            <a:xfrm>
              <a:off x="1888624" y="11081471"/>
              <a:ext cx="2590001" cy="301587"/>
              <a:chOff x="1888624" y="11081471"/>
              <a:chExt cx="2590001" cy="301587"/>
            </a:xfrm>
          </p:grpSpPr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19E8DFAE-5884-4743-963A-CFB212C7D6E7}"/>
                  </a:ext>
                </a:extLst>
              </p:cNvPr>
              <p:cNvSpPr/>
              <p:nvPr/>
            </p:nvSpPr>
            <p:spPr>
              <a:xfrm>
                <a:off x="1897344" y="11088945"/>
                <a:ext cx="2572560" cy="2853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66" h="230">
                    <a:moveTo>
                      <a:pt x="115" y="0"/>
                    </a:moveTo>
                    <a:cubicBezTo>
                      <a:pt x="83" y="0"/>
                      <a:pt x="54" y="13"/>
                      <a:pt x="34" y="34"/>
                    </a:cubicBezTo>
                    <a:cubicBezTo>
                      <a:pt x="13" y="55"/>
                      <a:pt x="0" y="84"/>
                      <a:pt x="0" y="115"/>
                    </a:cubicBezTo>
                    <a:cubicBezTo>
                      <a:pt x="0" y="147"/>
                      <a:pt x="13" y="176"/>
                      <a:pt x="34" y="197"/>
                    </a:cubicBezTo>
                    <a:cubicBezTo>
                      <a:pt x="54" y="217"/>
                      <a:pt x="83" y="230"/>
                      <a:pt x="115" y="230"/>
                    </a:cubicBezTo>
                    <a:lnTo>
                      <a:pt x="1090" y="230"/>
                    </a:lnTo>
                    <a:lnTo>
                      <a:pt x="2066" y="230"/>
                    </a:lnTo>
                    <a:lnTo>
                      <a:pt x="2066" y="115"/>
                    </a:lnTo>
                    <a:lnTo>
                      <a:pt x="2066" y="0"/>
                    </a:lnTo>
                    <a:lnTo>
                      <a:pt x="109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368878BE-48BA-474B-A6B3-11CA219D27A5}"/>
                  </a:ext>
                </a:extLst>
              </p:cNvPr>
              <p:cNvSpPr/>
              <p:nvPr/>
            </p:nvSpPr>
            <p:spPr>
              <a:xfrm>
                <a:off x="1888624" y="11081471"/>
                <a:ext cx="2589998" cy="301587"/>
              </a:xfrm>
              <a:custGeom>
                <a:avLst/>
                <a:gdLst>
                  <a:gd name="connsiteX0" fmla="*/ 151917 w 2589998"/>
                  <a:gd name="connsiteY0" fmla="*/ 17447 h 301587"/>
                  <a:gd name="connsiteX1" fmla="*/ 56038 w 2589998"/>
                  <a:gd name="connsiteY1" fmla="*/ 55900 h 301587"/>
                  <a:gd name="connsiteX2" fmla="*/ 17437 w 2589998"/>
                  <a:gd name="connsiteY2" fmla="*/ 150173 h 301587"/>
                  <a:gd name="connsiteX3" fmla="*/ 56038 w 2589998"/>
                  <a:gd name="connsiteY3" fmla="*/ 245687 h 301587"/>
                  <a:gd name="connsiteX4" fmla="*/ 151917 w 2589998"/>
                  <a:gd name="connsiteY4" fmla="*/ 284140 h 301587"/>
                  <a:gd name="connsiteX5" fmla="*/ 2572552 w 2589998"/>
                  <a:gd name="connsiteY5" fmla="*/ 284140 h 301587"/>
                  <a:gd name="connsiteX6" fmla="*/ 2572552 w 2589998"/>
                  <a:gd name="connsiteY6" fmla="*/ 17447 h 301587"/>
                  <a:gd name="connsiteX7" fmla="*/ 151913 w 2589998"/>
                  <a:gd name="connsiteY7" fmla="*/ 0 h 301587"/>
                  <a:gd name="connsiteX8" fmla="*/ 2581282 w 2589998"/>
                  <a:gd name="connsiteY8" fmla="*/ 0 h 301587"/>
                  <a:gd name="connsiteX9" fmla="*/ 2589998 w 2589998"/>
                  <a:gd name="connsiteY9" fmla="*/ 7447 h 301587"/>
                  <a:gd name="connsiteX10" fmla="*/ 2589998 w 2589998"/>
                  <a:gd name="connsiteY10" fmla="*/ 292899 h 301587"/>
                  <a:gd name="connsiteX11" fmla="*/ 2581282 w 2589998"/>
                  <a:gd name="connsiteY11" fmla="*/ 301587 h 301587"/>
                  <a:gd name="connsiteX12" fmla="*/ 151913 w 2589998"/>
                  <a:gd name="connsiteY12" fmla="*/ 301587 h 301587"/>
                  <a:gd name="connsiteX13" fmla="*/ 44827 w 2589998"/>
                  <a:gd name="connsiteY13" fmla="*/ 256907 h 301587"/>
                  <a:gd name="connsiteX14" fmla="*/ 0 w 2589998"/>
                  <a:gd name="connsiteY14" fmla="*/ 150173 h 301587"/>
                  <a:gd name="connsiteX15" fmla="*/ 44827 w 2589998"/>
                  <a:gd name="connsiteY15" fmla="*/ 44680 h 301587"/>
                  <a:gd name="connsiteX16" fmla="*/ 151913 w 2589998"/>
                  <a:gd name="connsiteY16" fmla="*/ 0 h 301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89998" h="301587">
                    <a:moveTo>
                      <a:pt x="151917" y="17447"/>
                    </a:moveTo>
                    <a:cubicBezTo>
                      <a:pt x="115807" y="17447"/>
                      <a:pt x="82187" y="31092"/>
                      <a:pt x="56038" y="55900"/>
                    </a:cubicBezTo>
                    <a:cubicBezTo>
                      <a:pt x="31134" y="81949"/>
                      <a:pt x="17437" y="115441"/>
                      <a:pt x="17437" y="150173"/>
                    </a:cubicBezTo>
                    <a:cubicBezTo>
                      <a:pt x="17437" y="186146"/>
                      <a:pt x="31134" y="219637"/>
                      <a:pt x="56038" y="245687"/>
                    </a:cubicBezTo>
                    <a:cubicBezTo>
                      <a:pt x="82187" y="270495"/>
                      <a:pt x="115807" y="284140"/>
                      <a:pt x="151917" y="284140"/>
                    </a:cubicBezTo>
                    <a:lnTo>
                      <a:pt x="2572552" y="284140"/>
                    </a:lnTo>
                    <a:lnTo>
                      <a:pt x="2572552" y="17447"/>
                    </a:lnTo>
                    <a:close/>
                    <a:moveTo>
                      <a:pt x="151913" y="0"/>
                    </a:moveTo>
                    <a:lnTo>
                      <a:pt x="2581282" y="0"/>
                    </a:lnTo>
                    <a:cubicBezTo>
                      <a:pt x="2585017" y="0"/>
                      <a:pt x="2589998" y="3723"/>
                      <a:pt x="2589998" y="7447"/>
                    </a:cubicBezTo>
                    <a:lnTo>
                      <a:pt x="2589998" y="292899"/>
                    </a:lnTo>
                    <a:cubicBezTo>
                      <a:pt x="2589998" y="297864"/>
                      <a:pt x="2585017" y="301587"/>
                      <a:pt x="2581282" y="301587"/>
                    </a:cubicBezTo>
                    <a:lnTo>
                      <a:pt x="151913" y="301587"/>
                    </a:lnTo>
                    <a:cubicBezTo>
                      <a:pt x="110822" y="301587"/>
                      <a:pt x="73466" y="285453"/>
                      <a:pt x="44827" y="256907"/>
                    </a:cubicBezTo>
                    <a:cubicBezTo>
                      <a:pt x="16188" y="228362"/>
                      <a:pt x="0" y="191129"/>
                      <a:pt x="0" y="150173"/>
                    </a:cubicBezTo>
                    <a:cubicBezTo>
                      <a:pt x="0" y="110458"/>
                      <a:pt x="16188" y="71984"/>
                      <a:pt x="44827" y="44680"/>
                    </a:cubicBezTo>
                    <a:cubicBezTo>
                      <a:pt x="73466" y="16134"/>
                      <a:pt x="110822" y="0"/>
                      <a:pt x="151913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B385D068-FAE7-9E4F-98E2-464F7DEC6111}"/>
                  </a:ext>
                </a:extLst>
              </p:cNvPr>
              <p:cNvSpPr/>
              <p:nvPr/>
            </p:nvSpPr>
            <p:spPr>
              <a:xfrm>
                <a:off x="3133166" y="11088945"/>
                <a:ext cx="1336735" cy="2853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74" h="230">
                    <a:moveTo>
                      <a:pt x="114" y="0"/>
                    </a:moveTo>
                    <a:cubicBezTo>
                      <a:pt x="83" y="0"/>
                      <a:pt x="54" y="13"/>
                      <a:pt x="33" y="34"/>
                    </a:cubicBezTo>
                    <a:cubicBezTo>
                      <a:pt x="13" y="55"/>
                      <a:pt x="0" y="84"/>
                      <a:pt x="0" y="115"/>
                    </a:cubicBezTo>
                    <a:cubicBezTo>
                      <a:pt x="0" y="147"/>
                      <a:pt x="13" y="176"/>
                      <a:pt x="33" y="197"/>
                    </a:cubicBezTo>
                    <a:cubicBezTo>
                      <a:pt x="54" y="217"/>
                      <a:pt x="83" y="230"/>
                      <a:pt x="114" y="230"/>
                    </a:cubicBezTo>
                    <a:lnTo>
                      <a:pt x="594" y="230"/>
                    </a:lnTo>
                    <a:lnTo>
                      <a:pt x="1074" y="230"/>
                    </a:lnTo>
                    <a:lnTo>
                      <a:pt x="1074" y="115"/>
                    </a:lnTo>
                    <a:lnTo>
                      <a:pt x="1074" y="0"/>
                    </a:lnTo>
                    <a:lnTo>
                      <a:pt x="5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837FC220-D262-BB41-8C53-414E99EE03AD}"/>
                  </a:ext>
                </a:extLst>
              </p:cNvPr>
              <p:cNvSpPr/>
              <p:nvPr/>
            </p:nvSpPr>
            <p:spPr>
              <a:xfrm>
                <a:off x="3124449" y="11081471"/>
                <a:ext cx="1354176" cy="301587"/>
              </a:xfrm>
              <a:custGeom>
                <a:avLst/>
                <a:gdLst>
                  <a:gd name="connsiteX0" fmla="*/ 150615 w 1354176"/>
                  <a:gd name="connsiteY0" fmla="*/ 17447 h 301587"/>
                  <a:gd name="connsiteX1" fmla="*/ 56024 w 1354176"/>
                  <a:gd name="connsiteY1" fmla="*/ 55900 h 301587"/>
                  <a:gd name="connsiteX2" fmla="*/ 17441 w 1354176"/>
                  <a:gd name="connsiteY2" fmla="*/ 150173 h 301587"/>
                  <a:gd name="connsiteX3" fmla="*/ 56024 w 1354176"/>
                  <a:gd name="connsiteY3" fmla="*/ 245687 h 301587"/>
                  <a:gd name="connsiteX4" fmla="*/ 150615 w 1354176"/>
                  <a:gd name="connsiteY4" fmla="*/ 284140 h 301587"/>
                  <a:gd name="connsiteX5" fmla="*/ 1336734 w 1354176"/>
                  <a:gd name="connsiteY5" fmla="*/ 284140 h 301587"/>
                  <a:gd name="connsiteX6" fmla="*/ 1336734 w 1354176"/>
                  <a:gd name="connsiteY6" fmla="*/ 17447 h 301587"/>
                  <a:gd name="connsiteX7" fmla="*/ 150602 w 1354176"/>
                  <a:gd name="connsiteY7" fmla="*/ 0 h 301587"/>
                  <a:gd name="connsiteX8" fmla="*/ 1345464 w 1354176"/>
                  <a:gd name="connsiteY8" fmla="*/ 0 h 301587"/>
                  <a:gd name="connsiteX9" fmla="*/ 1354176 w 1354176"/>
                  <a:gd name="connsiteY9" fmla="*/ 7447 h 301587"/>
                  <a:gd name="connsiteX10" fmla="*/ 1354176 w 1354176"/>
                  <a:gd name="connsiteY10" fmla="*/ 292899 h 301587"/>
                  <a:gd name="connsiteX11" fmla="*/ 1345464 w 1354176"/>
                  <a:gd name="connsiteY11" fmla="*/ 301587 h 301587"/>
                  <a:gd name="connsiteX12" fmla="*/ 150602 w 1354176"/>
                  <a:gd name="connsiteY12" fmla="*/ 301587 h 301587"/>
                  <a:gd name="connsiteX13" fmla="*/ 44807 w 1354176"/>
                  <a:gd name="connsiteY13" fmla="*/ 256907 h 301587"/>
                  <a:gd name="connsiteX14" fmla="*/ 0 w 1354176"/>
                  <a:gd name="connsiteY14" fmla="*/ 150173 h 301587"/>
                  <a:gd name="connsiteX15" fmla="*/ 44807 w 1354176"/>
                  <a:gd name="connsiteY15" fmla="*/ 44680 h 301587"/>
                  <a:gd name="connsiteX16" fmla="*/ 150602 w 1354176"/>
                  <a:gd name="connsiteY16" fmla="*/ 0 h 301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54176" h="301587">
                    <a:moveTo>
                      <a:pt x="150615" y="17447"/>
                    </a:moveTo>
                    <a:cubicBezTo>
                      <a:pt x="114521" y="17447"/>
                      <a:pt x="82161" y="31092"/>
                      <a:pt x="56024" y="55900"/>
                    </a:cubicBezTo>
                    <a:cubicBezTo>
                      <a:pt x="31132" y="81949"/>
                      <a:pt x="17441" y="115441"/>
                      <a:pt x="17441" y="150173"/>
                    </a:cubicBezTo>
                    <a:cubicBezTo>
                      <a:pt x="17441" y="186146"/>
                      <a:pt x="31132" y="219637"/>
                      <a:pt x="56024" y="245687"/>
                    </a:cubicBezTo>
                    <a:cubicBezTo>
                      <a:pt x="82161" y="270495"/>
                      <a:pt x="114521" y="284140"/>
                      <a:pt x="150615" y="284140"/>
                    </a:cubicBezTo>
                    <a:lnTo>
                      <a:pt x="1336734" y="284140"/>
                    </a:lnTo>
                    <a:lnTo>
                      <a:pt x="1336734" y="17447"/>
                    </a:lnTo>
                    <a:close/>
                    <a:moveTo>
                      <a:pt x="150602" y="0"/>
                    </a:moveTo>
                    <a:lnTo>
                      <a:pt x="1345464" y="0"/>
                    </a:lnTo>
                    <a:cubicBezTo>
                      <a:pt x="1349198" y="0"/>
                      <a:pt x="1354176" y="3723"/>
                      <a:pt x="1354176" y="7447"/>
                    </a:cubicBezTo>
                    <a:lnTo>
                      <a:pt x="1354176" y="292899"/>
                    </a:lnTo>
                    <a:cubicBezTo>
                      <a:pt x="1354176" y="297864"/>
                      <a:pt x="1349198" y="301587"/>
                      <a:pt x="1345464" y="301587"/>
                    </a:cubicBezTo>
                    <a:lnTo>
                      <a:pt x="150602" y="301587"/>
                    </a:lnTo>
                    <a:cubicBezTo>
                      <a:pt x="110774" y="301587"/>
                      <a:pt x="72190" y="285453"/>
                      <a:pt x="44807" y="256907"/>
                    </a:cubicBezTo>
                    <a:cubicBezTo>
                      <a:pt x="14936" y="228362"/>
                      <a:pt x="0" y="191129"/>
                      <a:pt x="0" y="150173"/>
                    </a:cubicBezTo>
                    <a:cubicBezTo>
                      <a:pt x="0" y="110458"/>
                      <a:pt x="14936" y="71984"/>
                      <a:pt x="44807" y="44680"/>
                    </a:cubicBezTo>
                    <a:cubicBezTo>
                      <a:pt x="72190" y="16134"/>
                      <a:pt x="110774" y="0"/>
                      <a:pt x="1506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3C3B3E7C-AEB2-6642-9965-3A4DCC5967DD}"/>
                  </a:ext>
                </a:extLst>
              </p:cNvPr>
              <p:cNvSpPr/>
              <p:nvPr/>
            </p:nvSpPr>
            <p:spPr>
              <a:xfrm>
                <a:off x="3209163" y="11166215"/>
                <a:ext cx="1260741" cy="132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13" h="107">
                    <a:moveTo>
                      <a:pt x="53" y="107"/>
                    </a:moveTo>
                    <a:cubicBezTo>
                      <a:pt x="39" y="107"/>
                      <a:pt x="25" y="101"/>
                      <a:pt x="15" y="91"/>
                    </a:cubicBezTo>
                    <a:cubicBezTo>
                      <a:pt x="6" y="81"/>
                      <a:pt x="0" y="68"/>
                      <a:pt x="0" y="53"/>
                    </a:cubicBezTo>
                    <a:cubicBezTo>
                      <a:pt x="0" y="39"/>
                      <a:pt x="6" y="25"/>
                      <a:pt x="15" y="16"/>
                    </a:cubicBezTo>
                    <a:cubicBezTo>
                      <a:pt x="25" y="6"/>
                      <a:pt x="39" y="0"/>
                      <a:pt x="53" y="0"/>
                    </a:cubicBezTo>
                    <a:lnTo>
                      <a:pt x="533" y="0"/>
                    </a:lnTo>
                    <a:lnTo>
                      <a:pt x="1013" y="0"/>
                    </a:lnTo>
                    <a:lnTo>
                      <a:pt x="1013" y="53"/>
                    </a:lnTo>
                    <a:lnTo>
                      <a:pt x="1013" y="107"/>
                    </a:lnTo>
                    <a:lnTo>
                      <a:pt x="533" y="107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7AA915E8-BA1F-7144-A023-DC2E331DB44F}"/>
                  </a:ext>
                </a:extLst>
              </p:cNvPr>
              <p:cNvSpPr/>
              <p:nvPr/>
            </p:nvSpPr>
            <p:spPr>
              <a:xfrm>
                <a:off x="3200442" y="11157488"/>
                <a:ext cx="1278182" cy="149548"/>
              </a:xfrm>
              <a:custGeom>
                <a:avLst/>
                <a:gdLst>
                  <a:gd name="connsiteX0" fmla="*/ 74690 w 1278182"/>
                  <a:gd name="connsiteY0" fmla="*/ 16204 h 149548"/>
                  <a:gd name="connsiteX1" fmla="*/ 33620 w 1278182"/>
                  <a:gd name="connsiteY1" fmla="*/ 33466 h 149548"/>
                  <a:gd name="connsiteX2" fmla="*/ 17441 w 1278182"/>
                  <a:gd name="connsiteY2" fmla="*/ 74154 h 149548"/>
                  <a:gd name="connsiteX3" fmla="*/ 33620 w 1278182"/>
                  <a:gd name="connsiteY3" fmla="*/ 114841 h 149548"/>
                  <a:gd name="connsiteX4" fmla="*/ 74690 w 1278182"/>
                  <a:gd name="connsiteY4" fmla="*/ 132103 h 149548"/>
                  <a:gd name="connsiteX5" fmla="*/ 1260741 w 1278182"/>
                  <a:gd name="connsiteY5" fmla="*/ 132103 h 149548"/>
                  <a:gd name="connsiteX6" fmla="*/ 1260741 w 1278182"/>
                  <a:gd name="connsiteY6" fmla="*/ 16204 h 149548"/>
                  <a:gd name="connsiteX7" fmla="*/ 74675 w 1278182"/>
                  <a:gd name="connsiteY7" fmla="*/ 0 h 149548"/>
                  <a:gd name="connsiteX8" fmla="*/ 1269470 w 1278182"/>
                  <a:gd name="connsiteY8" fmla="*/ 0 h 149548"/>
                  <a:gd name="connsiteX9" fmla="*/ 1278182 w 1278182"/>
                  <a:gd name="connsiteY9" fmla="*/ 8652 h 149548"/>
                  <a:gd name="connsiteX10" fmla="*/ 1278182 w 1278182"/>
                  <a:gd name="connsiteY10" fmla="*/ 140896 h 149548"/>
                  <a:gd name="connsiteX11" fmla="*/ 1269470 w 1278182"/>
                  <a:gd name="connsiteY11" fmla="*/ 149548 h 149548"/>
                  <a:gd name="connsiteX12" fmla="*/ 74675 w 1278182"/>
                  <a:gd name="connsiteY12" fmla="*/ 149548 h 149548"/>
                  <a:gd name="connsiteX13" fmla="*/ 22403 w 1278182"/>
                  <a:gd name="connsiteY13" fmla="*/ 127301 h 149548"/>
                  <a:gd name="connsiteX14" fmla="*/ 0 w 1278182"/>
                  <a:gd name="connsiteY14" fmla="*/ 74156 h 149548"/>
                  <a:gd name="connsiteX15" fmla="*/ 22403 w 1278182"/>
                  <a:gd name="connsiteY15" fmla="*/ 22247 h 149548"/>
                  <a:gd name="connsiteX16" fmla="*/ 74675 w 1278182"/>
                  <a:gd name="connsiteY16" fmla="*/ 0 h 1495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78182" h="149548">
                    <a:moveTo>
                      <a:pt x="74690" y="16204"/>
                    </a:moveTo>
                    <a:cubicBezTo>
                      <a:pt x="59756" y="16204"/>
                      <a:pt x="44821" y="22369"/>
                      <a:pt x="33620" y="33466"/>
                    </a:cubicBezTo>
                    <a:cubicBezTo>
                      <a:pt x="22419" y="44562"/>
                      <a:pt x="17441" y="59358"/>
                      <a:pt x="17441" y="74154"/>
                    </a:cubicBezTo>
                    <a:cubicBezTo>
                      <a:pt x="17441" y="90182"/>
                      <a:pt x="22419" y="104978"/>
                      <a:pt x="33620" y="114841"/>
                    </a:cubicBezTo>
                    <a:cubicBezTo>
                      <a:pt x="44821" y="127171"/>
                      <a:pt x="59756" y="132103"/>
                      <a:pt x="74690" y="132103"/>
                    </a:cubicBezTo>
                    <a:lnTo>
                      <a:pt x="1260741" y="132103"/>
                    </a:lnTo>
                    <a:lnTo>
                      <a:pt x="1260741" y="16204"/>
                    </a:lnTo>
                    <a:close/>
                    <a:moveTo>
                      <a:pt x="74675" y="0"/>
                    </a:moveTo>
                    <a:lnTo>
                      <a:pt x="1269470" y="0"/>
                    </a:lnTo>
                    <a:cubicBezTo>
                      <a:pt x="1273204" y="0"/>
                      <a:pt x="1278182" y="3708"/>
                      <a:pt x="1278182" y="8652"/>
                    </a:cubicBezTo>
                    <a:lnTo>
                      <a:pt x="1278182" y="140896"/>
                    </a:lnTo>
                    <a:cubicBezTo>
                      <a:pt x="1278182" y="145840"/>
                      <a:pt x="1273204" y="149548"/>
                      <a:pt x="1269470" y="149548"/>
                    </a:cubicBezTo>
                    <a:lnTo>
                      <a:pt x="74675" y="149548"/>
                    </a:lnTo>
                    <a:cubicBezTo>
                      <a:pt x="54762" y="149548"/>
                      <a:pt x="36093" y="140896"/>
                      <a:pt x="22403" y="127301"/>
                    </a:cubicBezTo>
                    <a:cubicBezTo>
                      <a:pt x="7468" y="113706"/>
                      <a:pt x="0" y="93931"/>
                      <a:pt x="0" y="74156"/>
                    </a:cubicBezTo>
                    <a:cubicBezTo>
                      <a:pt x="0" y="55617"/>
                      <a:pt x="7468" y="35842"/>
                      <a:pt x="22403" y="22247"/>
                    </a:cubicBezTo>
                    <a:cubicBezTo>
                      <a:pt x="36093" y="8652"/>
                      <a:pt x="54762" y="0"/>
                      <a:pt x="746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522B8A6F-6147-D64D-9231-C9310E331020}"/>
                  </a:ext>
                </a:extLst>
              </p:cNvPr>
              <p:cNvSpPr/>
              <p:nvPr/>
            </p:nvSpPr>
            <p:spPr>
              <a:xfrm>
                <a:off x="2048085" y="11181170"/>
                <a:ext cx="100909" cy="1009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2" h="82">
                    <a:moveTo>
                      <a:pt x="82" y="41"/>
                    </a:moveTo>
                    <a:cubicBezTo>
                      <a:pt x="82" y="53"/>
                      <a:pt x="77" y="63"/>
                      <a:pt x="70" y="70"/>
                    </a:cubicBezTo>
                    <a:cubicBezTo>
                      <a:pt x="63" y="78"/>
                      <a:pt x="52" y="82"/>
                      <a:pt x="41" y="82"/>
                    </a:cubicBezTo>
                    <a:cubicBezTo>
                      <a:pt x="30" y="82"/>
                      <a:pt x="19" y="78"/>
                      <a:pt x="12" y="70"/>
                    </a:cubicBezTo>
                    <a:cubicBezTo>
                      <a:pt x="5" y="63"/>
                      <a:pt x="0" y="53"/>
                      <a:pt x="0" y="41"/>
                    </a:cubicBezTo>
                    <a:cubicBezTo>
                      <a:pt x="0" y="30"/>
                      <a:pt x="5" y="20"/>
                      <a:pt x="12" y="13"/>
                    </a:cubicBezTo>
                    <a:cubicBezTo>
                      <a:pt x="19" y="5"/>
                      <a:pt x="30" y="0"/>
                      <a:pt x="41" y="0"/>
                    </a:cubicBezTo>
                    <a:cubicBezTo>
                      <a:pt x="52" y="0"/>
                      <a:pt x="63" y="5"/>
                      <a:pt x="70" y="13"/>
                    </a:cubicBezTo>
                    <a:cubicBezTo>
                      <a:pt x="77" y="20"/>
                      <a:pt x="82" y="30"/>
                      <a:pt x="82" y="4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048E48F9-6A69-2247-AFD2-17E9B4182B89}"/>
                  </a:ext>
                </a:extLst>
              </p:cNvPr>
              <p:cNvSpPr/>
              <p:nvPr/>
            </p:nvSpPr>
            <p:spPr>
              <a:xfrm>
                <a:off x="2039365" y="11173692"/>
                <a:ext cx="117104" cy="117146"/>
              </a:xfrm>
              <a:custGeom>
                <a:avLst/>
                <a:gdLst>
                  <a:gd name="connsiteX0" fmla="*/ 59171 w 117104"/>
                  <a:gd name="connsiteY0" fmla="*/ 16198 h 117146"/>
                  <a:gd name="connsiteX1" fmla="*/ 29712 w 117104"/>
                  <a:gd name="connsiteY1" fmla="*/ 28480 h 117146"/>
                  <a:gd name="connsiteX2" fmla="*/ 17437 w 117104"/>
                  <a:gd name="connsiteY2" fmla="*/ 57956 h 117146"/>
                  <a:gd name="connsiteX3" fmla="*/ 29712 w 117104"/>
                  <a:gd name="connsiteY3" fmla="*/ 88660 h 117146"/>
                  <a:gd name="connsiteX4" fmla="*/ 59171 w 117104"/>
                  <a:gd name="connsiteY4" fmla="*/ 100942 h 117146"/>
                  <a:gd name="connsiteX5" fmla="*/ 88630 w 117104"/>
                  <a:gd name="connsiteY5" fmla="*/ 88660 h 117146"/>
                  <a:gd name="connsiteX6" fmla="*/ 100905 w 117104"/>
                  <a:gd name="connsiteY6" fmla="*/ 57956 h 117146"/>
                  <a:gd name="connsiteX7" fmla="*/ 88630 w 117104"/>
                  <a:gd name="connsiteY7" fmla="*/ 28480 h 117146"/>
                  <a:gd name="connsiteX8" fmla="*/ 59171 w 117104"/>
                  <a:gd name="connsiteY8" fmla="*/ 16198 h 117146"/>
                  <a:gd name="connsiteX9" fmla="*/ 59168 w 117104"/>
                  <a:gd name="connsiteY9" fmla="*/ 0 h 117146"/>
                  <a:gd name="connsiteX10" fmla="*/ 101079 w 117104"/>
                  <a:gd name="connsiteY10" fmla="*/ 17264 h 117146"/>
                  <a:gd name="connsiteX11" fmla="*/ 117104 w 117104"/>
                  <a:gd name="connsiteY11" fmla="*/ 57956 h 117146"/>
                  <a:gd name="connsiteX12" fmla="*/ 101079 w 117104"/>
                  <a:gd name="connsiteY12" fmla="*/ 99882 h 117146"/>
                  <a:gd name="connsiteX13" fmla="*/ 59168 w 117104"/>
                  <a:gd name="connsiteY13" fmla="*/ 117146 h 117146"/>
                  <a:gd name="connsiteX14" fmla="*/ 17257 w 117104"/>
                  <a:gd name="connsiteY14" fmla="*/ 99882 h 117146"/>
                  <a:gd name="connsiteX15" fmla="*/ 0 w 117104"/>
                  <a:gd name="connsiteY15" fmla="*/ 57956 h 117146"/>
                  <a:gd name="connsiteX16" fmla="*/ 17257 w 117104"/>
                  <a:gd name="connsiteY16" fmla="*/ 17264 h 117146"/>
                  <a:gd name="connsiteX17" fmla="*/ 59168 w 117104"/>
                  <a:gd name="connsiteY17" fmla="*/ 0 h 117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7104" h="117146">
                    <a:moveTo>
                      <a:pt x="59171" y="16198"/>
                    </a:moveTo>
                    <a:cubicBezTo>
                      <a:pt x="48124" y="16198"/>
                      <a:pt x="37077" y="21111"/>
                      <a:pt x="29712" y="28480"/>
                    </a:cubicBezTo>
                    <a:cubicBezTo>
                      <a:pt x="21119" y="37077"/>
                      <a:pt x="17437" y="46902"/>
                      <a:pt x="17437" y="57956"/>
                    </a:cubicBezTo>
                    <a:cubicBezTo>
                      <a:pt x="17437" y="70238"/>
                      <a:pt x="21119" y="80063"/>
                      <a:pt x="29712" y="88660"/>
                    </a:cubicBezTo>
                    <a:cubicBezTo>
                      <a:pt x="37077" y="96029"/>
                      <a:pt x="48124" y="100942"/>
                      <a:pt x="59171" y="100942"/>
                    </a:cubicBezTo>
                    <a:cubicBezTo>
                      <a:pt x="70218" y="100942"/>
                      <a:pt x="81266" y="96029"/>
                      <a:pt x="88630" y="88660"/>
                    </a:cubicBezTo>
                    <a:cubicBezTo>
                      <a:pt x="95995" y="80063"/>
                      <a:pt x="100905" y="70238"/>
                      <a:pt x="100905" y="57956"/>
                    </a:cubicBezTo>
                    <a:cubicBezTo>
                      <a:pt x="100905" y="46902"/>
                      <a:pt x="95995" y="37077"/>
                      <a:pt x="88630" y="28480"/>
                    </a:cubicBezTo>
                    <a:cubicBezTo>
                      <a:pt x="81266" y="21111"/>
                      <a:pt x="70218" y="16198"/>
                      <a:pt x="59171" y="16198"/>
                    </a:cubicBezTo>
                    <a:close/>
                    <a:moveTo>
                      <a:pt x="59168" y="0"/>
                    </a:moveTo>
                    <a:cubicBezTo>
                      <a:pt x="75193" y="0"/>
                      <a:pt x="89985" y="6166"/>
                      <a:pt x="101079" y="17264"/>
                    </a:cubicBezTo>
                    <a:cubicBezTo>
                      <a:pt x="112173" y="27129"/>
                      <a:pt x="117104" y="41926"/>
                      <a:pt x="117104" y="57956"/>
                    </a:cubicBezTo>
                    <a:cubicBezTo>
                      <a:pt x="117104" y="73987"/>
                      <a:pt x="112173" y="90017"/>
                      <a:pt x="101079" y="99882"/>
                    </a:cubicBezTo>
                    <a:cubicBezTo>
                      <a:pt x="89985" y="110980"/>
                      <a:pt x="75193" y="117146"/>
                      <a:pt x="59168" y="117146"/>
                    </a:cubicBezTo>
                    <a:cubicBezTo>
                      <a:pt x="43144" y="117146"/>
                      <a:pt x="29584" y="110980"/>
                      <a:pt x="17257" y="99882"/>
                    </a:cubicBezTo>
                    <a:cubicBezTo>
                      <a:pt x="6163" y="90017"/>
                      <a:pt x="0" y="73987"/>
                      <a:pt x="0" y="57956"/>
                    </a:cubicBezTo>
                    <a:cubicBezTo>
                      <a:pt x="0" y="41926"/>
                      <a:pt x="6163" y="27129"/>
                      <a:pt x="17257" y="17264"/>
                    </a:cubicBezTo>
                    <a:cubicBezTo>
                      <a:pt x="29584" y="6166"/>
                      <a:pt x="43144" y="0"/>
                      <a:pt x="591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BBB23529-21DD-C64E-9EFB-F2334EF88CF4}"/>
                  </a:ext>
                </a:extLst>
              </p:cNvPr>
              <p:cNvSpPr/>
              <p:nvPr/>
            </p:nvSpPr>
            <p:spPr>
              <a:xfrm>
                <a:off x="2300981" y="11224788"/>
                <a:ext cx="66027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1" h="13">
                    <a:moveTo>
                      <a:pt x="524" y="13"/>
                    </a:moveTo>
                    <a:lnTo>
                      <a:pt x="7" y="13"/>
                    </a:lnTo>
                    <a:cubicBezTo>
                      <a:pt x="4" y="13"/>
                      <a:pt x="0" y="10"/>
                      <a:pt x="0" y="6"/>
                    </a:cubicBezTo>
                    <a:cubicBezTo>
                      <a:pt x="0" y="3"/>
                      <a:pt x="4" y="0"/>
                      <a:pt x="7" y="0"/>
                    </a:cubicBezTo>
                    <a:lnTo>
                      <a:pt x="524" y="0"/>
                    </a:lnTo>
                    <a:cubicBezTo>
                      <a:pt x="528" y="0"/>
                      <a:pt x="531" y="3"/>
                      <a:pt x="531" y="6"/>
                    </a:cubicBezTo>
                    <a:cubicBezTo>
                      <a:pt x="531" y="10"/>
                      <a:pt x="528" y="13"/>
                      <a:pt x="524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05" name="Group 604">
              <a:extLst>
                <a:ext uri="{FF2B5EF4-FFF2-40B4-BE49-F238E27FC236}">
                  <a16:creationId xmlns:a16="http://schemas.microsoft.com/office/drawing/2014/main" id="{C8EB209F-2DBC-6F4E-8716-59B2FBCC7E6C}"/>
                </a:ext>
              </a:extLst>
            </p:cNvPr>
            <p:cNvGrpSpPr/>
            <p:nvPr/>
          </p:nvGrpSpPr>
          <p:grpSpPr>
            <a:xfrm>
              <a:off x="2202563" y="10835964"/>
              <a:ext cx="2229968" cy="261708"/>
              <a:chOff x="2202563" y="10835964"/>
              <a:chExt cx="2229968" cy="261708"/>
            </a:xfrm>
          </p:grpSpPr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950D41E2-3868-E14B-B033-F557B02977D9}"/>
                  </a:ext>
                </a:extLst>
              </p:cNvPr>
              <p:cNvSpPr/>
              <p:nvPr/>
            </p:nvSpPr>
            <p:spPr>
              <a:xfrm>
                <a:off x="2211280" y="10843441"/>
                <a:ext cx="2212526" cy="2442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77" h="197">
                    <a:moveTo>
                      <a:pt x="93" y="0"/>
                    </a:moveTo>
                    <a:cubicBezTo>
                      <a:pt x="68" y="0"/>
                      <a:pt x="44" y="11"/>
                      <a:pt x="27" y="28"/>
                    </a:cubicBezTo>
                    <a:cubicBezTo>
                      <a:pt x="11" y="45"/>
                      <a:pt x="0" y="68"/>
                      <a:pt x="0" y="94"/>
                    </a:cubicBezTo>
                    <a:lnTo>
                      <a:pt x="0" y="99"/>
                    </a:lnTo>
                    <a:lnTo>
                      <a:pt x="0" y="104"/>
                    </a:lnTo>
                    <a:cubicBezTo>
                      <a:pt x="0" y="130"/>
                      <a:pt x="11" y="154"/>
                      <a:pt x="27" y="171"/>
                    </a:cubicBezTo>
                    <a:cubicBezTo>
                      <a:pt x="44" y="187"/>
                      <a:pt x="68" y="197"/>
                      <a:pt x="93" y="197"/>
                    </a:cubicBezTo>
                    <a:lnTo>
                      <a:pt x="936" y="197"/>
                    </a:lnTo>
                    <a:lnTo>
                      <a:pt x="1777" y="197"/>
                    </a:lnTo>
                    <a:lnTo>
                      <a:pt x="1777" y="99"/>
                    </a:lnTo>
                    <a:lnTo>
                      <a:pt x="1777" y="0"/>
                    </a:lnTo>
                    <a:lnTo>
                      <a:pt x="936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05BBDDE8-6EA6-2D48-BA9F-0A44D49C3AB1}"/>
                  </a:ext>
                </a:extLst>
              </p:cNvPr>
              <p:cNvSpPr/>
              <p:nvPr/>
            </p:nvSpPr>
            <p:spPr>
              <a:xfrm>
                <a:off x="2202563" y="10835964"/>
                <a:ext cx="2229967" cy="261708"/>
              </a:xfrm>
              <a:custGeom>
                <a:avLst/>
                <a:gdLst>
                  <a:gd name="connsiteX0" fmla="*/ 124518 w 2229967"/>
                  <a:gd name="connsiteY0" fmla="*/ 16201 h 261708"/>
                  <a:gd name="connsiteX1" fmla="*/ 48568 w 2229967"/>
                  <a:gd name="connsiteY1" fmla="*/ 47187 h 261708"/>
                  <a:gd name="connsiteX2" fmla="*/ 17441 w 2229967"/>
                  <a:gd name="connsiteY2" fmla="*/ 124034 h 261708"/>
                  <a:gd name="connsiteX3" fmla="*/ 17441 w 2229967"/>
                  <a:gd name="connsiteY3" fmla="*/ 136428 h 261708"/>
                  <a:gd name="connsiteX4" fmla="*/ 48568 w 2229967"/>
                  <a:gd name="connsiteY4" fmla="*/ 213275 h 261708"/>
                  <a:gd name="connsiteX5" fmla="*/ 124518 w 2229967"/>
                  <a:gd name="connsiteY5" fmla="*/ 244261 h 261708"/>
                  <a:gd name="connsiteX6" fmla="*/ 2213772 w 2229967"/>
                  <a:gd name="connsiteY6" fmla="*/ 244261 h 261708"/>
                  <a:gd name="connsiteX7" fmla="*/ 2213772 w 2229967"/>
                  <a:gd name="connsiteY7" fmla="*/ 16201 h 261708"/>
                  <a:gd name="connsiteX8" fmla="*/ 124510 w 2229967"/>
                  <a:gd name="connsiteY8" fmla="*/ 0 h 261708"/>
                  <a:gd name="connsiteX9" fmla="*/ 2221251 w 2229967"/>
                  <a:gd name="connsiteY9" fmla="*/ 0 h 261708"/>
                  <a:gd name="connsiteX10" fmla="*/ 2229967 w 2229967"/>
                  <a:gd name="connsiteY10" fmla="*/ 7442 h 261708"/>
                  <a:gd name="connsiteX11" fmla="*/ 2229967 w 2229967"/>
                  <a:gd name="connsiteY11" fmla="*/ 251785 h 261708"/>
                  <a:gd name="connsiteX12" fmla="*/ 2221251 w 2229967"/>
                  <a:gd name="connsiteY12" fmla="*/ 261708 h 261708"/>
                  <a:gd name="connsiteX13" fmla="*/ 124510 w 2229967"/>
                  <a:gd name="connsiteY13" fmla="*/ 261708 h 261708"/>
                  <a:gd name="connsiteX14" fmla="*/ 36108 w 2229967"/>
                  <a:gd name="connsiteY14" fmla="*/ 224498 h 261708"/>
                  <a:gd name="connsiteX15" fmla="*/ 0 w 2229967"/>
                  <a:gd name="connsiteY15" fmla="*/ 136435 h 261708"/>
                  <a:gd name="connsiteX16" fmla="*/ 0 w 2229967"/>
                  <a:gd name="connsiteY16" fmla="*/ 124032 h 261708"/>
                  <a:gd name="connsiteX17" fmla="*/ 36108 w 2229967"/>
                  <a:gd name="connsiteY17" fmla="*/ 35969 h 261708"/>
                  <a:gd name="connsiteX18" fmla="*/ 124510 w 2229967"/>
                  <a:gd name="connsiteY18" fmla="*/ 0 h 261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29967" h="261708">
                    <a:moveTo>
                      <a:pt x="124518" y="16201"/>
                    </a:moveTo>
                    <a:cubicBezTo>
                      <a:pt x="95882" y="16201"/>
                      <a:pt x="69735" y="27356"/>
                      <a:pt x="48568" y="47187"/>
                    </a:cubicBezTo>
                    <a:cubicBezTo>
                      <a:pt x="28647" y="68258"/>
                      <a:pt x="17441" y="95526"/>
                      <a:pt x="17441" y="124034"/>
                    </a:cubicBezTo>
                    <a:lnTo>
                      <a:pt x="17441" y="136428"/>
                    </a:lnTo>
                    <a:cubicBezTo>
                      <a:pt x="17441" y="164936"/>
                      <a:pt x="28647" y="192204"/>
                      <a:pt x="48568" y="213275"/>
                    </a:cubicBezTo>
                    <a:cubicBezTo>
                      <a:pt x="69735" y="233106"/>
                      <a:pt x="95882" y="244261"/>
                      <a:pt x="124518" y="244261"/>
                    </a:cubicBezTo>
                    <a:lnTo>
                      <a:pt x="2213772" y="244261"/>
                    </a:lnTo>
                    <a:lnTo>
                      <a:pt x="2213772" y="16201"/>
                    </a:lnTo>
                    <a:close/>
                    <a:moveTo>
                      <a:pt x="124510" y="0"/>
                    </a:moveTo>
                    <a:lnTo>
                      <a:pt x="2221251" y="0"/>
                    </a:lnTo>
                    <a:cubicBezTo>
                      <a:pt x="2226232" y="0"/>
                      <a:pt x="2229967" y="3721"/>
                      <a:pt x="2229967" y="7442"/>
                    </a:cubicBezTo>
                    <a:lnTo>
                      <a:pt x="2229967" y="251785"/>
                    </a:lnTo>
                    <a:cubicBezTo>
                      <a:pt x="2229967" y="257987"/>
                      <a:pt x="2226232" y="261708"/>
                      <a:pt x="2221251" y="261708"/>
                    </a:cubicBezTo>
                    <a:lnTo>
                      <a:pt x="124510" y="261708"/>
                    </a:lnTo>
                    <a:cubicBezTo>
                      <a:pt x="92137" y="261708"/>
                      <a:pt x="59765" y="248064"/>
                      <a:pt x="36108" y="224498"/>
                    </a:cubicBezTo>
                    <a:cubicBezTo>
                      <a:pt x="12451" y="200932"/>
                      <a:pt x="0" y="169924"/>
                      <a:pt x="0" y="136435"/>
                    </a:cubicBezTo>
                    <a:lnTo>
                      <a:pt x="0" y="124032"/>
                    </a:lnTo>
                    <a:cubicBezTo>
                      <a:pt x="0" y="90544"/>
                      <a:pt x="12451" y="59535"/>
                      <a:pt x="36108" y="35969"/>
                    </a:cubicBezTo>
                    <a:cubicBezTo>
                      <a:pt x="59765" y="12403"/>
                      <a:pt x="90892" y="0"/>
                      <a:pt x="1245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736BE2DC-A2FB-014B-BE6F-0299AC8547AB}"/>
                  </a:ext>
                </a:extLst>
              </p:cNvPr>
              <p:cNvSpPr/>
              <p:nvPr/>
            </p:nvSpPr>
            <p:spPr>
              <a:xfrm>
                <a:off x="3273944" y="10843441"/>
                <a:ext cx="1149866" cy="2442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24" h="197">
                    <a:moveTo>
                      <a:pt x="94" y="0"/>
                    </a:moveTo>
                    <a:cubicBezTo>
                      <a:pt x="68" y="0"/>
                      <a:pt x="45" y="11"/>
                      <a:pt x="28" y="28"/>
                    </a:cubicBezTo>
                    <a:cubicBezTo>
                      <a:pt x="11" y="45"/>
                      <a:pt x="0" y="68"/>
                      <a:pt x="0" y="94"/>
                    </a:cubicBezTo>
                    <a:lnTo>
                      <a:pt x="0" y="99"/>
                    </a:lnTo>
                    <a:lnTo>
                      <a:pt x="0" y="104"/>
                    </a:lnTo>
                    <a:cubicBezTo>
                      <a:pt x="0" y="130"/>
                      <a:pt x="11" y="154"/>
                      <a:pt x="28" y="171"/>
                    </a:cubicBezTo>
                    <a:cubicBezTo>
                      <a:pt x="45" y="187"/>
                      <a:pt x="68" y="197"/>
                      <a:pt x="94" y="197"/>
                    </a:cubicBezTo>
                    <a:lnTo>
                      <a:pt x="509" y="197"/>
                    </a:lnTo>
                    <a:lnTo>
                      <a:pt x="924" y="197"/>
                    </a:lnTo>
                    <a:lnTo>
                      <a:pt x="924" y="99"/>
                    </a:lnTo>
                    <a:lnTo>
                      <a:pt x="924" y="0"/>
                    </a:lnTo>
                    <a:lnTo>
                      <a:pt x="509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4D4FD9B6-7F0C-4743-AFF5-D8CA42320063}"/>
                  </a:ext>
                </a:extLst>
              </p:cNvPr>
              <p:cNvSpPr/>
              <p:nvPr/>
            </p:nvSpPr>
            <p:spPr>
              <a:xfrm>
                <a:off x="3266469" y="10835964"/>
                <a:ext cx="1166061" cy="261708"/>
              </a:xfrm>
              <a:custGeom>
                <a:avLst/>
                <a:gdLst>
                  <a:gd name="connsiteX0" fmla="*/ 124461 w 1166061"/>
                  <a:gd name="connsiteY0" fmla="*/ 16201 h 261708"/>
                  <a:gd name="connsiteX1" fmla="*/ 48551 w 1166061"/>
                  <a:gd name="connsiteY1" fmla="*/ 47187 h 261708"/>
                  <a:gd name="connsiteX2" fmla="*/ 16196 w 1166061"/>
                  <a:gd name="connsiteY2" fmla="*/ 124034 h 261708"/>
                  <a:gd name="connsiteX3" fmla="*/ 16196 w 1166061"/>
                  <a:gd name="connsiteY3" fmla="*/ 136428 h 261708"/>
                  <a:gd name="connsiteX4" fmla="*/ 48551 w 1166061"/>
                  <a:gd name="connsiteY4" fmla="*/ 213275 h 261708"/>
                  <a:gd name="connsiteX5" fmla="*/ 124461 w 1166061"/>
                  <a:gd name="connsiteY5" fmla="*/ 244261 h 261708"/>
                  <a:gd name="connsiteX6" fmla="*/ 1149866 w 1166061"/>
                  <a:gd name="connsiteY6" fmla="*/ 244261 h 261708"/>
                  <a:gd name="connsiteX7" fmla="*/ 1149866 w 1166061"/>
                  <a:gd name="connsiteY7" fmla="*/ 16201 h 261708"/>
                  <a:gd name="connsiteX8" fmla="*/ 124446 w 1166061"/>
                  <a:gd name="connsiteY8" fmla="*/ 0 h 261708"/>
                  <a:gd name="connsiteX9" fmla="*/ 1157350 w 1166061"/>
                  <a:gd name="connsiteY9" fmla="*/ 0 h 261708"/>
                  <a:gd name="connsiteX10" fmla="*/ 1166061 w 1166061"/>
                  <a:gd name="connsiteY10" fmla="*/ 7442 h 261708"/>
                  <a:gd name="connsiteX11" fmla="*/ 1166061 w 1166061"/>
                  <a:gd name="connsiteY11" fmla="*/ 251785 h 261708"/>
                  <a:gd name="connsiteX12" fmla="*/ 1157350 w 1166061"/>
                  <a:gd name="connsiteY12" fmla="*/ 261708 h 261708"/>
                  <a:gd name="connsiteX13" fmla="*/ 124446 w 1166061"/>
                  <a:gd name="connsiteY13" fmla="*/ 261708 h 261708"/>
                  <a:gd name="connsiteX14" fmla="*/ 36090 w 1166061"/>
                  <a:gd name="connsiteY14" fmla="*/ 224498 h 261708"/>
                  <a:gd name="connsiteX15" fmla="*/ 0 w 1166061"/>
                  <a:gd name="connsiteY15" fmla="*/ 136435 h 261708"/>
                  <a:gd name="connsiteX16" fmla="*/ 0 w 1166061"/>
                  <a:gd name="connsiteY16" fmla="*/ 124032 h 261708"/>
                  <a:gd name="connsiteX17" fmla="*/ 36090 w 1166061"/>
                  <a:gd name="connsiteY17" fmla="*/ 35969 h 261708"/>
                  <a:gd name="connsiteX18" fmla="*/ 124446 w 1166061"/>
                  <a:gd name="connsiteY18" fmla="*/ 0 h 261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66061" h="261708">
                    <a:moveTo>
                      <a:pt x="124461" y="16201"/>
                    </a:moveTo>
                    <a:cubicBezTo>
                      <a:pt x="95839" y="16201"/>
                      <a:pt x="68462" y="27356"/>
                      <a:pt x="48551" y="47187"/>
                    </a:cubicBezTo>
                    <a:cubicBezTo>
                      <a:pt x="27396" y="68258"/>
                      <a:pt x="16196" y="95526"/>
                      <a:pt x="16196" y="124034"/>
                    </a:cubicBezTo>
                    <a:lnTo>
                      <a:pt x="16196" y="136428"/>
                    </a:lnTo>
                    <a:cubicBezTo>
                      <a:pt x="16196" y="164936"/>
                      <a:pt x="27396" y="192204"/>
                      <a:pt x="48551" y="213275"/>
                    </a:cubicBezTo>
                    <a:cubicBezTo>
                      <a:pt x="68462" y="233106"/>
                      <a:pt x="95839" y="244261"/>
                      <a:pt x="124461" y="244261"/>
                    </a:cubicBezTo>
                    <a:lnTo>
                      <a:pt x="1149866" y="244261"/>
                    </a:lnTo>
                    <a:lnTo>
                      <a:pt x="1149866" y="16201"/>
                    </a:lnTo>
                    <a:close/>
                    <a:moveTo>
                      <a:pt x="124446" y="0"/>
                    </a:moveTo>
                    <a:lnTo>
                      <a:pt x="1157350" y="0"/>
                    </a:lnTo>
                    <a:cubicBezTo>
                      <a:pt x="1162328" y="0"/>
                      <a:pt x="1166061" y="3721"/>
                      <a:pt x="1166061" y="7442"/>
                    </a:cubicBezTo>
                    <a:lnTo>
                      <a:pt x="1166061" y="251785"/>
                    </a:lnTo>
                    <a:cubicBezTo>
                      <a:pt x="1166061" y="257987"/>
                      <a:pt x="1162328" y="261708"/>
                      <a:pt x="1157350" y="261708"/>
                    </a:cubicBezTo>
                    <a:lnTo>
                      <a:pt x="124446" y="261708"/>
                    </a:lnTo>
                    <a:cubicBezTo>
                      <a:pt x="90846" y="261708"/>
                      <a:pt x="59734" y="248064"/>
                      <a:pt x="36090" y="224498"/>
                    </a:cubicBezTo>
                    <a:cubicBezTo>
                      <a:pt x="12445" y="200932"/>
                      <a:pt x="0" y="169924"/>
                      <a:pt x="0" y="136435"/>
                    </a:cubicBezTo>
                    <a:lnTo>
                      <a:pt x="0" y="124032"/>
                    </a:lnTo>
                    <a:cubicBezTo>
                      <a:pt x="0" y="90544"/>
                      <a:pt x="12445" y="59535"/>
                      <a:pt x="36090" y="35969"/>
                    </a:cubicBezTo>
                    <a:cubicBezTo>
                      <a:pt x="59734" y="12403"/>
                      <a:pt x="90846" y="0"/>
                      <a:pt x="1244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D86FF372-5A27-124B-A9FD-43C4EFC9AF44}"/>
                  </a:ext>
                </a:extLst>
              </p:cNvPr>
              <p:cNvSpPr/>
              <p:nvPr/>
            </p:nvSpPr>
            <p:spPr>
              <a:xfrm>
                <a:off x="3339971" y="10909492"/>
                <a:ext cx="1083839" cy="1134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71" h="92">
                    <a:moveTo>
                      <a:pt x="46" y="92"/>
                    </a:moveTo>
                    <a:cubicBezTo>
                      <a:pt x="34" y="92"/>
                      <a:pt x="22" y="87"/>
                      <a:pt x="14" y="78"/>
                    </a:cubicBezTo>
                    <a:cubicBezTo>
                      <a:pt x="5" y="70"/>
                      <a:pt x="0" y="59"/>
                      <a:pt x="0" y="46"/>
                    </a:cubicBezTo>
                    <a:cubicBezTo>
                      <a:pt x="0" y="33"/>
                      <a:pt x="5" y="22"/>
                      <a:pt x="14" y="14"/>
                    </a:cubicBezTo>
                    <a:cubicBezTo>
                      <a:pt x="22" y="5"/>
                      <a:pt x="34" y="0"/>
                      <a:pt x="46" y="0"/>
                    </a:cubicBezTo>
                    <a:lnTo>
                      <a:pt x="459" y="0"/>
                    </a:lnTo>
                    <a:lnTo>
                      <a:pt x="871" y="0"/>
                    </a:lnTo>
                    <a:lnTo>
                      <a:pt x="871" y="46"/>
                    </a:lnTo>
                    <a:lnTo>
                      <a:pt x="871" y="92"/>
                    </a:lnTo>
                    <a:lnTo>
                      <a:pt x="459" y="92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48BB355A-7E4D-AE49-8200-94937984C3B1}"/>
                  </a:ext>
                </a:extLst>
              </p:cNvPr>
              <p:cNvSpPr/>
              <p:nvPr/>
            </p:nvSpPr>
            <p:spPr>
              <a:xfrm>
                <a:off x="3331251" y="10900768"/>
                <a:ext cx="1101280" cy="130854"/>
              </a:xfrm>
              <a:custGeom>
                <a:avLst/>
                <a:gdLst>
                  <a:gd name="connsiteX0" fmla="*/ 65970 w 1101280"/>
                  <a:gd name="connsiteY0" fmla="*/ 17444 h 130854"/>
                  <a:gd name="connsiteX1" fmla="*/ 32373 w 1101280"/>
                  <a:gd name="connsiteY1" fmla="*/ 30977 h 130854"/>
                  <a:gd name="connsiteX2" fmla="*/ 17441 w 1101280"/>
                  <a:gd name="connsiteY2" fmla="*/ 65424 h 130854"/>
                  <a:gd name="connsiteX3" fmla="*/ 32373 w 1101280"/>
                  <a:gd name="connsiteY3" fmla="*/ 99871 h 130854"/>
                  <a:gd name="connsiteX4" fmla="*/ 65970 w 1101280"/>
                  <a:gd name="connsiteY4" fmla="*/ 113404 h 130854"/>
                  <a:gd name="connsiteX5" fmla="*/ 1085085 w 1101280"/>
                  <a:gd name="connsiteY5" fmla="*/ 113404 h 130854"/>
                  <a:gd name="connsiteX6" fmla="*/ 1085085 w 1101280"/>
                  <a:gd name="connsiteY6" fmla="*/ 17444 h 130854"/>
                  <a:gd name="connsiteX7" fmla="*/ 65952 w 1101280"/>
                  <a:gd name="connsiteY7" fmla="*/ 0 h 130854"/>
                  <a:gd name="connsiteX8" fmla="*/ 1092569 w 1101280"/>
                  <a:gd name="connsiteY8" fmla="*/ 0 h 130854"/>
                  <a:gd name="connsiteX9" fmla="*/ 1101280 w 1101280"/>
                  <a:gd name="connsiteY9" fmla="*/ 8641 h 130854"/>
                  <a:gd name="connsiteX10" fmla="*/ 1101280 w 1101280"/>
                  <a:gd name="connsiteY10" fmla="*/ 122213 h 130854"/>
                  <a:gd name="connsiteX11" fmla="*/ 1092569 w 1101280"/>
                  <a:gd name="connsiteY11" fmla="*/ 130854 h 130854"/>
                  <a:gd name="connsiteX12" fmla="*/ 65952 w 1101280"/>
                  <a:gd name="connsiteY12" fmla="*/ 130854 h 130854"/>
                  <a:gd name="connsiteX13" fmla="*/ 19910 w 1101280"/>
                  <a:gd name="connsiteY13" fmla="*/ 111102 h 130854"/>
                  <a:gd name="connsiteX14" fmla="*/ 0 w 1101280"/>
                  <a:gd name="connsiteY14" fmla="*/ 65427 h 130854"/>
                  <a:gd name="connsiteX15" fmla="*/ 19910 w 1101280"/>
                  <a:gd name="connsiteY15" fmla="*/ 19752 h 130854"/>
                  <a:gd name="connsiteX16" fmla="*/ 65952 w 1101280"/>
                  <a:gd name="connsiteY16" fmla="*/ 0 h 130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01280" h="130854">
                    <a:moveTo>
                      <a:pt x="65970" y="17444"/>
                    </a:moveTo>
                    <a:cubicBezTo>
                      <a:pt x="53527" y="17444"/>
                      <a:pt x="41084" y="21135"/>
                      <a:pt x="32373" y="30977"/>
                    </a:cubicBezTo>
                    <a:cubicBezTo>
                      <a:pt x="22418" y="40819"/>
                      <a:pt x="17441" y="53121"/>
                      <a:pt x="17441" y="65424"/>
                    </a:cubicBezTo>
                    <a:cubicBezTo>
                      <a:pt x="17441" y="77727"/>
                      <a:pt x="22418" y="90029"/>
                      <a:pt x="32373" y="99871"/>
                    </a:cubicBezTo>
                    <a:cubicBezTo>
                      <a:pt x="41084" y="108483"/>
                      <a:pt x="53527" y="113404"/>
                      <a:pt x="65970" y="113404"/>
                    </a:cubicBezTo>
                    <a:lnTo>
                      <a:pt x="1085085" y="113404"/>
                    </a:lnTo>
                    <a:lnTo>
                      <a:pt x="1085085" y="17444"/>
                    </a:lnTo>
                    <a:close/>
                    <a:moveTo>
                      <a:pt x="65952" y="0"/>
                    </a:moveTo>
                    <a:lnTo>
                      <a:pt x="1092569" y="0"/>
                    </a:lnTo>
                    <a:cubicBezTo>
                      <a:pt x="1097547" y="0"/>
                      <a:pt x="1101280" y="4938"/>
                      <a:pt x="1101280" y="8641"/>
                    </a:cubicBezTo>
                    <a:lnTo>
                      <a:pt x="1101280" y="122213"/>
                    </a:lnTo>
                    <a:cubicBezTo>
                      <a:pt x="1101280" y="127151"/>
                      <a:pt x="1097547" y="130854"/>
                      <a:pt x="1092569" y="130854"/>
                    </a:cubicBezTo>
                    <a:lnTo>
                      <a:pt x="65952" y="130854"/>
                    </a:lnTo>
                    <a:cubicBezTo>
                      <a:pt x="48531" y="130854"/>
                      <a:pt x="32354" y="124682"/>
                      <a:pt x="19910" y="111102"/>
                    </a:cubicBezTo>
                    <a:cubicBezTo>
                      <a:pt x="7466" y="98758"/>
                      <a:pt x="0" y="82710"/>
                      <a:pt x="0" y="65427"/>
                    </a:cubicBezTo>
                    <a:cubicBezTo>
                      <a:pt x="0" y="48144"/>
                      <a:pt x="7466" y="30862"/>
                      <a:pt x="19910" y="19752"/>
                    </a:cubicBezTo>
                    <a:cubicBezTo>
                      <a:pt x="32354" y="7407"/>
                      <a:pt x="48531" y="0"/>
                      <a:pt x="659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BBD9BC84-3368-B041-82EF-ADCBBEB516EF}"/>
                  </a:ext>
                </a:extLst>
              </p:cNvPr>
              <p:cNvSpPr/>
              <p:nvPr/>
            </p:nvSpPr>
            <p:spPr>
              <a:xfrm>
                <a:off x="2340846" y="10921954"/>
                <a:ext cx="87205" cy="872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" h="71">
                    <a:moveTo>
                      <a:pt x="71" y="36"/>
                    </a:moveTo>
                    <a:cubicBezTo>
                      <a:pt x="71" y="46"/>
                      <a:pt x="67" y="54"/>
                      <a:pt x="60" y="61"/>
                    </a:cubicBezTo>
                    <a:cubicBezTo>
                      <a:pt x="54" y="67"/>
                      <a:pt x="45" y="71"/>
                      <a:pt x="35" y="71"/>
                    </a:cubicBezTo>
                    <a:cubicBezTo>
                      <a:pt x="25" y="71"/>
                      <a:pt x="17" y="67"/>
                      <a:pt x="11" y="61"/>
                    </a:cubicBezTo>
                    <a:cubicBezTo>
                      <a:pt x="4" y="54"/>
                      <a:pt x="0" y="46"/>
                      <a:pt x="0" y="36"/>
                    </a:cubicBezTo>
                    <a:cubicBezTo>
                      <a:pt x="0" y="26"/>
                      <a:pt x="4" y="18"/>
                      <a:pt x="11" y="11"/>
                    </a:cubicBezTo>
                    <a:cubicBezTo>
                      <a:pt x="17" y="5"/>
                      <a:pt x="25" y="0"/>
                      <a:pt x="35" y="0"/>
                    </a:cubicBezTo>
                    <a:cubicBezTo>
                      <a:pt x="45" y="0"/>
                      <a:pt x="54" y="5"/>
                      <a:pt x="60" y="11"/>
                    </a:cubicBezTo>
                    <a:cubicBezTo>
                      <a:pt x="67" y="18"/>
                      <a:pt x="71" y="26"/>
                      <a:pt x="71" y="3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AC2FAC97-55C0-3D45-A3DC-CF094DF91714}"/>
                  </a:ext>
                </a:extLst>
              </p:cNvPr>
              <p:cNvSpPr/>
              <p:nvPr/>
            </p:nvSpPr>
            <p:spPr>
              <a:xfrm>
                <a:off x="2333368" y="10914473"/>
                <a:ext cx="102155" cy="103437"/>
              </a:xfrm>
              <a:custGeom>
                <a:avLst/>
                <a:gdLst>
                  <a:gd name="connsiteX0" fmla="*/ 50469 w 102155"/>
                  <a:gd name="connsiteY0" fmla="*/ 16204 h 103437"/>
                  <a:gd name="connsiteX1" fmla="*/ 25991 w 102155"/>
                  <a:gd name="connsiteY1" fmla="*/ 27227 h 103437"/>
                  <a:gd name="connsiteX2" fmla="*/ 16199 w 102155"/>
                  <a:gd name="connsiteY2" fmla="*/ 51721 h 103437"/>
                  <a:gd name="connsiteX3" fmla="*/ 25991 w 102155"/>
                  <a:gd name="connsiteY3" fmla="*/ 76216 h 103437"/>
                  <a:gd name="connsiteX4" fmla="*/ 50469 w 102155"/>
                  <a:gd name="connsiteY4" fmla="*/ 87239 h 103437"/>
                  <a:gd name="connsiteX5" fmla="*/ 74948 w 102155"/>
                  <a:gd name="connsiteY5" fmla="*/ 76216 h 103437"/>
                  <a:gd name="connsiteX6" fmla="*/ 85963 w 102155"/>
                  <a:gd name="connsiteY6" fmla="*/ 51721 h 103437"/>
                  <a:gd name="connsiteX7" fmla="*/ 74948 w 102155"/>
                  <a:gd name="connsiteY7" fmla="*/ 27227 h 103437"/>
                  <a:gd name="connsiteX8" fmla="*/ 50469 w 102155"/>
                  <a:gd name="connsiteY8" fmla="*/ 16204 h 103437"/>
                  <a:gd name="connsiteX9" fmla="*/ 50462 w 102155"/>
                  <a:gd name="connsiteY9" fmla="*/ 0 h 103437"/>
                  <a:gd name="connsiteX10" fmla="*/ 87386 w 102155"/>
                  <a:gd name="connsiteY10" fmla="*/ 14777 h 103437"/>
                  <a:gd name="connsiteX11" fmla="*/ 102155 w 102155"/>
                  <a:gd name="connsiteY11" fmla="*/ 51719 h 103437"/>
                  <a:gd name="connsiteX12" fmla="*/ 87386 w 102155"/>
                  <a:gd name="connsiteY12" fmla="*/ 88660 h 103437"/>
                  <a:gd name="connsiteX13" fmla="*/ 50462 w 102155"/>
                  <a:gd name="connsiteY13" fmla="*/ 103437 h 103437"/>
                  <a:gd name="connsiteX14" fmla="*/ 14770 w 102155"/>
                  <a:gd name="connsiteY14" fmla="*/ 88660 h 103437"/>
                  <a:gd name="connsiteX15" fmla="*/ 0 w 102155"/>
                  <a:gd name="connsiteY15" fmla="*/ 51719 h 103437"/>
                  <a:gd name="connsiteX16" fmla="*/ 14770 w 102155"/>
                  <a:gd name="connsiteY16" fmla="*/ 14777 h 103437"/>
                  <a:gd name="connsiteX17" fmla="*/ 50462 w 102155"/>
                  <a:gd name="connsiteY17" fmla="*/ 0 h 103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2155" h="103437">
                    <a:moveTo>
                      <a:pt x="50469" y="16204"/>
                    </a:moveTo>
                    <a:cubicBezTo>
                      <a:pt x="41902" y="16204"/>
                      <a:pt x="32110" y="19878"/>
                      <a:pt x="25991" y="27227"/>
                    </a:cubicBezTo>
                    <a:cubicBezTo>
                      <a:pt x="19871" y="33350"/>
                      <a:pt x="16199" y="43148"/>
                      <a:pt x="16199" y="51721"/>
                    </a:cubicBezTo>
                    <a:cubicBezTo>
                      <a:pt x="16199" y="61519"/>
                      <a:pt x="19871" y="70093"/>
                      <a:pt x="25991" y="76216"/>
                    </a:cubicBezTo>
                    <a:cubicBezTo>
                      <a:pt x="32110" y="83565"/>
                      <a:pt x="41902" y="87239"/>
                      <a:pt x="50469" y="87239"/>
                    </a:cubicBezTo>
                    <a:cubicBezTo>
                      <a:pt x="60261" y="87239"/>
                      <a:pt x="70052" y="83565"/>
                      <a:pt x="74948" y="76216"/>
                    </a:cubicBezTo>
                    <a:cubicBezTo>
                      <a:pt x="82291" y="70093"/>
                      <a:pt x="85963" y="61519"/>
                      <a:pt x="85963" y="51721"/>
                    </a:cubicBezTo>
                    <a:cubicBezTo>
                      <a:pt x="85963" y="43148"/>
                      <a:pt x="82291" y="33350"/>
                      <a:pt x="74948" y="27227"/>
                    </a:cubicBezTo>
                    <a:cubicBezTo>
                      <a:pt x="70052" y="19878"/>
                      <a:pt x="60261" y="16204"/>
                      <a:pt x="50469" y="16204"/>
                    </a:cubicBezTo>
                    <a:close/>
                    <a:moveTo>
                      <a:pt x="50462" y="0"/>
                    </a:moveTo>
                    <a:cubicBezTo>
                      <a:pt x="65232" y="0"/>
                      <a:pt x="77539" y="4926"/>
                      <a:pt x="87386" y="14777"/>
                    </a:cubicBezTo>
                    <a:cubicBezTo>
                      <a:pt x="97232" y="24628"/>
                      <a:pt x="102155" y="38173"/>
                      <a:pt x="102155" y="51719"/>
                    </a:cubicBezTo>
                    <a:cubicBezTo>
                      <a:pt x="102155" y="65264"/>
                      <a:pt x="97232" y="78809"/>
                      <a:pt x="87386" y="88660"/>
                    </a:cubicBezTo>
                    <a:cubicBezTo>
                      <a:pt x="77539" y="98511"/>
                      <a:pt x="65232" y="103437"/>
                      <a:pt x="50462" y="103437"/>
                    </a:cubicBezTo>
                    <a:cubicBezTo>
                      <a:pt x="36924" y="103437"/>
                      <a:pt x="24616" y="98511"/>
                      <a:pt x="14770" y="88660"/>
                    </a:cubicBezTo>
                    <a:cubicBezTo>
                      <a:pt x="4923" y="78809"/>
                      <a:pt x="0" y="65264"/>
                      <a:pt x="0" y="51719"/>
                    </a:cubicBezTo>
                    <a:cubicBezTo>
                      <a:pt x="0" y="38173"/>
                      <a:pt x="4923" y="24628"/>
                      <a:pt x="14770" y="14777"/>
                    </a:cubicBezTo>
                    <a:cubicBezTo>
                      <a:pt x="24616" y="4926"/>
                      <a:pt x="36924" y="0"/>
                      <a:pt x="504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7B675769-CB86-C440-9176-805F19C5B8E2}"/>
                  </a:ext>
                </a:extLst>
              </p:cNvPr>
              <p:cNvSpPr/>
              <p:nvPr/>
            </p:nvSpPr>
            <p:spPr>
              <a:xfrm>
                <a:off x="2558860" y="10958091"/>
                <a:ext cx="56932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8" h="14">
                    <a:moveTo>
                      <a:pt x="451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451" y="0"/>
                    </a:lnTo>
                    <a:cubicBezTo>
                      <a:pt x="455" y="0"/>
                      <a:pt x="458" y="3"/>
                      <a:pt x="458" y="7"/>
                    </a:cubicBezTo>
                    <a:cubicBezTo>
                      <a:pt x="458" y="11"/>
                      <a:pt x="455" y="14"/>
                      <a:pt x="451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06" name="Group 605">
              <a:extLst>
                <a:ext uri="{FF2B5EF4-FFF2-40B4-BE49-F238E27FC236}">
                  <a16:creationId xmlns:a16="http://schemas.microsoft.com/office/drawing/2014/main" id="{3BF49F0E-32E4-CA45-9F6A-E0CB1972B5EA}"/>
                </a:ext>
              </a:extLst>
            </p:cNvPr>
            <p:cNvGrpSpPr/>
            <p:nvPr/>
          </p:nvGrpSpPr>
          <p:grpSpPr>
            <a:xfrm>
              <a:off x="1978321" y="10590453"/>
              <a:ext cx="2220001" cy="260462"/>
              <a:chOff x="1978321" y="10590453"/>
              <a:chExt cx="2220001" cy="260462"/>
            </a:xfrm>
          </p:grpSpPr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02B940ED-88D8-BB48-B3C6-8D5FE1E80985}"/>
                  </a:ext>
                </a:extLst>
              </p:cNvPr>
              <p:cNvSpPr/>
              <p:nvPr/>
            </p:nvSpPr>
            <p:spPr>
              <a:xfrm>
                <a:off x="1985792" y="10599177"/>
                <a:ext cx="2203806" cy="24301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70" h="196">
                    <a:moveTo>
                      <a:pt x="1765" y="0"/>
                    </a:moveTo>
                    <a:lnTo>
                      <a:pt x="932" y="0"/>
                    </a:lnTo>
                    <a:lnTo>
                      <a:pt x="99" y="0"/>
                    </a:lnTo>
                    <a:cubicBezTo>
                      <a:pt x="72" y="0"/>
                      <a:pt x="47" y="11"/>
                      <a:pt x="29" y="28"/>
                    </a:cubicBezTo>
                    <a:cubicBezTo>
                      <a:pt x="11" y="47"/>
                      <a:pt x="0" y="71"/>
                      <a:pt x="0" y="98"/>
                    </a:cubicBezTo>
                    <a:cubicBezTo>
                      <a:pt x="0" y="125"/>
                      <a:pt x="11" y="150"/>
                      <a:pt x="29" y="168"/>
                    </a:cubicBezTo>
                    <a:cubicBezTo>
                      <a:pt x="47" y="185"/>
                      <a:pt x="72" y="196"/>
                      <a:pt x="99" y="196"/>
                    </a:cubicBezTo>
                    <a:lnTo>
                      <a:pt x="932" y="196"/>
                    </a:lnTo>
                    <a:lnTo>
                      <a:pt x="1765" y="196"/>
                    </a:lnTo>
                    <a:cubicBezTo>
                      <a:pt x="1767" y="196"/>
                      <a:pt x="1768" y="196"/>
                      <a:pt x="1769" y="195"/>
                    </a:cubicBezTo>
                    <a:cubicBezTo>
                      <a:pt x="1770" y="194"/>
                      <a:pt x="1770" y="193"/>
                      <a:pt x="1770" y="191"/>
                    </a:cubicBezTo>
                    <a:lnTo>
                      <a:pt x="1770" y="98"/>
                    </a:lnTo>
                    <a:lnTo>
                      <a:pt x="1770" y="5"/>
                    </a:lnTo>
                    <a:cubicBezTo>
                      <a:pt x="1770" y="4"/>
                      <a:pt x="1770" y="2"/>
                      <a:pt x="1769" y="1"/>
                    </a:cubicBezTo>
                    <a:cubicBezTo>
                      <a:pt x="1768" y="0"/>
                      <a:pt x="1767" y="0"/>
                      <a:pt x="176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7F4677AB-E18D-7B45-A5C4-07DCEC4BAC1A}"/>
                  </a:ext>
                </a:extLst>
              </p:cNvPr>
              <p:cNvSpPr/>
              <p:nvPr/>
            </p:nvSpPr>
            <p:spPr>
              <a:xfrm>
                <a:off x="1978321" y="10590453"/>
                <a:ext cx="2220001" cy="260462"/>
              </a:xfrm>
              <a:custGeom>
                <a:avLst/>
                <a:gdLst>
                  <a:gd name="connsiteX0" fmla="*/ 130743 w 2220001"/>
                  <a:gd name="connsiteY0" fmla="*/ 17451 h 260462"/>
                  <a:gd name="connsiteX1" fmla="*/ 49812 w 2220001"/>
                  <a:gd name="connsiteY1" fmla="*/ 49676 h 260462"/>
                  <a:gd name="connsiteX2" fmla="*/ 16195 w 2220001"/>
                  <a:gd name="connsiteY2" fmla="*/ 130238 h 260462"/>
                  <a:gd name="connsiteX3" fmla="*/ 49812 w 2220001"/>
                  <a:gd name="connsiteY3" fmla="*/ 210801 h 260462"/>
                  <a:gd name="connsiteX4" fmla="*/ 130743 w 2220001"/>
                  <a:gd name="connsiteY4" fmla="*/ 244265 h 260462"/>
                  <a:gd name="connsiteX5" fmla="*/ 2202559 w 2220001"/>
                  <a:gd name="connsiteY5" fmla="*/ 244265 h 260462"/>
                  <a:gd name="connsiteX6" fmla="*/ 2202559 w 2220001"/>
                  <a:gd name="connsiteY6" fmla="*/ 17451 h 260462"/>
                  <a:gd name="connsiteX7" fmla="*/ 130735 w 2220001"/>
                  <a:gd name="connsiteY7" fmla="*/ 0 h 260462"/>
                  <a:gd name="connsiteX8" fmla="*/ 2205060 w 2220001"/>
                  <a:gd name="connsiteY8" fmla="*/ 0 h 260462"/>
                  <a:gd name="connsiteX9" fmla="*/ 2216266 w 2220001"/>
                  <a:gd name="connsiteY9" fmla="*/ 3721 h 260462"/>
                  <a:gd name="connsiteX10" fmla="*/ 2220001 w 2220001"/>
                  <a:gd name="connsiteY10" fmla="*/ 14884 h 260462"/>
                  <a:gd name="connsiteX11" fmla="*/ 2220001 w 2220001"/>
                  <a:gd name="connsiteY11" fmla="*/ 245578 h 260462"/>
                  <a:gd name="connsiteX12" fmla="*/ 2216266 w 2220001"/>
                  <a:gd name="connsiteY12" fmla="*/ 256741 h 260462"/>
                  <a:gd name="connsiteX13" fmla="*/ 2205060 w 2220001"/>
                  <a:gd name="connsiteY13" fmla="*/ 260462 h 260462"/>
                  <a:gd name="connsiteX14" fmla="*/ 130735 w 2220001"/>
                  <a:gd name="connsiteY14" fmla="*/ 260462 h 260462"/>
                  <a:gd name="connsiteX15" fmla="*/ 38598 w 2220001"/>
                  <a:gd name="connsiteY15" fmla="*/ 223253 h 260462"/>
                  <a:gd name="connsiteX16" fmla="*/ 0 w 2220001"/>
                  <a:gd name="connsiteY16" fmla="*/ 130231 h 260462"/>
                  <a:gd name="connsiteX17" fmla="*/ 38598 w 2220001"/>
                  <a:gd name="connsiteY17" fmla="*/ 38449 h 260462"/>
                  <a:gd name="connsiteX18" fmla="*/ 130735 w 2220001"/>
                  <a:gd name="connsiteY18" fmla="*/ 0 h 260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20001" h="260462">
                    <a:moveTo>
                      <a:pt x="130743" y="17451"/>
                    </a:moveTo>
                    <a:cubicBezTo>
                      <a:pt x="99616" y="17451"/>
                      <a:pt x="70979" y="28606"/>
                      <a:pt x="49812" y="49676"/>
                    </a:cubicBezTo>
                    <a:cubicBezTo>
                      <a:pt x="28646" y="71986"/>
                      <a:pt x="16195" y="100492"/>
                      <a:pt x="16195" y="130238"/>
                    </a:cubicBezTo>
                    <a:cubicBezTo>
                      <a:pt x="16195" y="159984"/>
                      <a:pt x="28646" y="189730"/>
                      <a:pt x="49812" y="210801"/>
                    </a:cubicBezTo>
                    <a:cubicBezTo>
                      <a:pt x="70979" y="231871"/>
                      <a:pt x="99616" y="244265"/>
                      <a:pt x="130743" y="244265"/>
                    </a:cubicBezTo>
                    <a:lnTo>
                      <a:pt x="2202559" y="244265"/>
                    </a:lnTo>
                    <a:lnTo>
                      <a:pt x="2202559" y="17451"/>
                    </a:lnTo>
                    <a:close/>
                    <a:moveTo>
                      <a:pt x="130735" y="0"/>
                    </a:moveTo>
                    <a:lnTo>
                      <a:pt x="2205060" y="0"/>
                    </a:lnTo>
                    <a:cubicBezTo>
                      <a:pt x="2208795" y="0"/>
                      <a:pt x="2213776" y="1240"/>
                      <a:pt x="2216266" y="3721"/>
                    </a:cubicBezTo>
                    <a:cubicBezTo>
                      <a:pt x="2218756" y="7442"/>
                      <a:pt x="2220001" y="11163"/>
                      <a:pt x="2220001" y="14884"/>
                    </a:cubicBezTo>
                    <a:lnTo>
                      <a:pt x="2220001" y="245578"/>
                    </a:lnTo>
                    <a:cubicBezTo>
                      <a:pt x="2220001" y="250540"/>
                      <a:pt x="2218756" y="253020"/>
                      <a:pt x="2216266" y="256741"/>
                    </a:cubicBezTo>
                    <a:cubicBezTo>
                      <a:pt x="2213776" y="259222"/>
                      <a:pt x="2208795" y="260462"/>
                      <a:pt x="2205060" y="260462"/>
                    </a:cubicBezTo>
                    <a:lnTo>
                      <a:pt x="130735" y="260462"/>
                    </a:lnTo>
                    <a:cubicBezTo>
                      <a:pt x="95872" y="260462"/>
                      <a:pt x="62255" y="246819"/>
                      <a:pt x="38598" y="223253"/>
                    </a:cubicBezTo>
                    <a:cubicBezTo>
                      <a:pt x="13696" y="197207"/>
                      <a:pt x="0" y="164959"/>
                      <a:pt x="0" y="130231"/>
                    </a:cubicBezTo>
                    <a:cubicBezTo>
                      <a:pt x="0" y="95503"/>
                      <a:pt x="13696" y="63255"/>
                      <a:pt x="38598" y="38449"/>
                    </a:cubicBezTo>
                    <a:cubicBezTo>
                      <a:pt x="62255" y="13643"/>
                      <a:pt x="95872" y="0"/>
                      <a:pt x="1307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2CF3FBBB-3FC4-474D-B65F-AABE3FA6EC2C}"/>
                  </a:ext>
                </a:extLst>
              </p:cNvPr>
              <p:cNvSpPr/>
              <p:nvPr/>
            </p:nvSpPr>
            <p:spPr>
              <a:xfrm>
                <a:off x="3044718" y="10599177"/>
                <a:ext cx="1144883" cy="24301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20" h="196">
                    <a:moveTo>
                      <a:pt x="99" y="0"/>
                    </a:moveTo>
                    <a:cubicBezTo>
                      <a:pt x="71" y="0"/>
                      <a:pt x="47" y="11"/>
                      <a:pt x="29" y="28"/>
                    </a:cubicBezTo>
                    <a:cubicBezTo>
                      <a:pt x="11" y="47"/>
                      <a:pt x="0" y="71"/>
                      <a:pt x="0" y="98"/>
                    </a:cubicBezTo>
                    <a:cubicBezTo>
                      <a:pt x="0" y="125"/>
                      <a:pt x="11" y="150"/>
                      <a:pt x="29" y="168"/>
                    </a:cubicBezTo>
                    <a:cubicBezTo>
                      <a:pt x="47" y="185"/>
                      <a:pt x="71" y="196"/>
                      <a:pt x="99" y="196"/>
                    </a:cubicBezTo>
                    <a:lnTo>
                      <a:pt x="509" y="196"/>
                    </a:lnTo>
                    <a:lnTo>
                      <a:pt x="920" y="196"/>
                    </a:lnTo>
                    <a:lnTo>
                      <a:pt x="920" y="98"/>
                    </a:lnTo>
                    <a:lnTo>
                      <a:pt x="920" y="0"/>
                    </a:lnTo>
                    <a:lnTo>
                      <a:pt x="509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1" name="Freeform 600">
                <a:extLst>
                  <a:ext uri="{FF2B5EF4-FFF2-40B4-BE49-F238E27FC236}">
                    <a16:creationId xmlns:a16="http://schemas.microsoft.com/office/drawing/2014/main" id="{E4580B64-3A76-7B40-B2DD-4011E1E7726A}"/>
                  </a:ext>
                </a:extLst>
              </p:cNvPr>
              <p:cNvSpPr/>
              <p:nvPr/>
            </p:nvSpPr>
            <p:spPr>
              <a:xfrm>
                <a:off x="3037240" y="10590453"/>
                <a:ext cx="1161078" cy="260462"/>
              </a:xfrm>
              <a:custGeom>
                <a:avLst/>
                <a:gdLst>
                  <a:gd name="connsiteX0" fmla="*/ 130683 w 1161078"/>
                  <a:gd name="connsiteY0" fmla="*/ 17451 h 260462"/>
                  <a:gd name="connsiteX1" fmla="*/ 49795 w 1161078"/>
                  <a:gd name="connsiteY1" fmla="*/ 49676 h 260462"/>
                  <a:gd name="connsiteX2" fmla="*/ 16196 w 1161078"/>
                  <a:gd name="connsiteY2" fmla="*/ 130238 h 260462"/>
                  <a:gd name="connsiteX3" fmla="*/ 49795 w 1161078"/>
                  <a:gd name="connsiteY3" fmla="*/ 210801 h 260462"/>
                  <a:gd name="connsiteX4" fmla="*/ 130683 w 1161078"/>
                  <a:gd name="connsiteY4" fmla="*/ 244265 h 260462"/>
                  <a:gd name="connsiteX5" fmla="*/ 1143638 w 1161078"/>
                  <a:gd name="connsiteY5" fmla="*/ 244265 h 260462"/>
                  <a:gd name="connsiteX6" fmla="*/ 1143638 w 1161078"/>
                  <a:gd name="connsiteY6" fmla="*/ 17451 h 260462"/>
                  <a:gd name="connsiteX7" fmla="*/ 130668 w 1161078"/>
                  <a:gd name="connsiteY7" fmla="*/ 0 h 260462"/>
                  <a:gd name="connsiteX8" fmla="*/ 1152367 w 1161078"/>
                  <a:gd name="connsiteY8" fmla="*/ 0 h 260462"/>
                  <a:gd name="connsiteX9" fmla="*/ 1161078 w 1161078"/>
                  <a:gd name="connsiteY9" fmla="*/ 8682 h 260462"/>
                  <a:gd name="connsiteX10" fmla="*/ 1161078 w 1161078"/>
                  <a:gd name="connsiteY10" fmla="*/ 251780 h 260462"/>
                  <a:gd name="connsiteX11" fmla="*/ 1152367 w 1161078"/>
                  <a:gd name="connsiteY11" fmla="*/ 260462 h 260462"/>
                  <a:gd name="connsiteX12" fmla="*/ 130668 w 1161078"/>
                  <a:gd name="connsiteY12" fmla="*/ 260462 h 260462"/>
                  <a:gd name="connsiteX13" fmla="*/ 37334 w 1161078"/>
                  <a:gd name="connsiteY13" fmla="*/ 223253 h 260462"/>
                  <a:gd name="connsiteX14" fmla="*/ 0 w 1161078"/>
                  <a:gd name="connsiteY14" fmla="*/ 130231 h 260462"/>
                  <a:gd name="connsiteX15" fmla="*/ 37334 w 1161078"/>
                  <a:gd name="connsiteY15" fmla="*/ 38449 h 260462"/>
                  <a:gd name="connsiteX16" fmla="*/ 130668 w 1161078"/>
                  <a:gd name="connsiteY16" fmla="*/ 0 h 2604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61078" h="260462">
                    <a:moveTo>
                      <a:pt x="130683" y="17451"/>
                    </a:moveTo>
                    <a:cubicBezTo>
                      <a:pt x="99572" y="17451"/>
                      <a:pt x="70950" y="28606"/>
                      <a:pt x="49795" y="49676"/>
                    </a:cubicBezTo>
                    <a:cubicBezTo>
                      <a:pt x="27396" y="71986"/>
                      <a:pt x="16196" y="100492"/>
                      <a:pt x="16196" y="130238"/>
                    </a:cubicBezTo>
                    <a:cubicBezTo>
                      <a:pt x="16196" y="159984"/>
                      <a:pt x="27396" y="189730"/>
                      <a:pt x="49795" y="210801"/>
                    </a:cubicBezTo>
                    <a:cubicBezTo>
                      <a:pt x="70950" y="231871"/>
                      <a:pt x="99572" y="244265"/>
                      <a:pt x="130683" y="244265"/>
                    </a:cubicBezTo>
                    <a:lnTo>
                      <a:pt x="1143638" y="244265"/>
                    </a:lnTo>
                    <a:lnTo>
                      <a:pt x="1143638" y="17451"/>
                    </a:lnTo>
                    <a:close/>
                    <a:moveTo>
                      <a:pt x="130668" y="0"/>
                    </a:moveTo>
                    <a:lnTo>
                      <a:pt x="1152367" y="0"/>
                    </a:lnTo>
                    <a:cubicBezTo>
                      <a:pt x="1157345" y="0"/>
                      <a:pt x="1161078" y="3721"/>
                      <a:pt x="1161078" y="8682"/>
                    </a:cubicBezTo>
                    <a:lnTo>
                      <a:pt x="1161078" y="251780"/>
                    </a:lnTo>
                    <a:cubicBezTo>
                      <a:pt x="1161078" y="256741"/>
                      <a:pt x="1157345" y="260462"/>
                      <a:pt x="1152367" y="260462"/>
                    </a:cubicBezTo>
                    <a:lnTo>
                      <a:pt x="130668" y="260462"/>
                    </a:lnTo>
                    <a:cubicBezTo>
                      <a:pt x="95823" y="260462"/>
                      <a:pt x="62223" y="246819"/>
                      <a:pt x="37334" y="223253"/>
                    </a:cubicBezTo>
                    <a:cubicBezTo>
                      <a:pt x="13689" y="197207"/>
                      <a:pt x="0" y="164959"/>
                      <a:pt x="0" y="130231"/>
                    </a:cubicBezTo>
                    <a:cubicBezTo>
                      <a:pt x="0" y="95503"/>
                      <a:pt x="13689" y="63255"/>
                      <a:pt x="37334" y="38449"/>
                    </a:cubicBezTo>
                    <a:cubicBezTo>
                      <a:pt x="62223" y="13643"/>
                      <a:pt x="95823" y="0"/>
                      <a:pt x="1306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056E427A-EB4F-6746-AC7C-4BF19F522A32}"/>
                  </a:ext>
                </a:extLst>
              </p:cNvPr>
              <p:cNvSpPr/>
              <p:nvPr/>
            </p:nvSpPr>
            <p:spPr>
              <a:xfrm>
                <a:off x="3109500" y="10663984"/>
                <a:ext cx="1080101" cy="1134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68" h="92">
                    <a:moveTo>
                      <a:pt x="47" y="92"/>
                    </a:moveTo>
                    <a:cubicBezTo>
                      <a:pt x="34" y="92"/>
                      <a:pt x="22" y="87"/>
                      <a:pt x="14" y="79"/>
                    </a:cubicBezTo>
                    <a:cubicBezTo>
                      <a:pt x="6" y="70"/>
                      <a:pt x="0" y="59"/>
                      <a:pt x="0" y="46"/>
                    </a:cubicBezTo>
                    <a:cubicBezTo>
                      <a:pt x="0" y="33"/>
                      <a:pt x="6" y="22"/>
                      <a:pt x="14" y="14"/>
                    </a:cubicBezTo>
                    <a:cubicBezTo>
                      <a:pt x="22" y="5"/>
                      <a:pt x="34" y="0"/>
                      <a:pt x="47" y="0"/>
                    </a:cubicBezTo>
                    <a:lnTo>
                      <a:pt x="457" y="0"/>
                    </a:lnTo>
                    <a:lnTo>
                      <a:pt x="868" y="0"/>
                    </a:lnTo>
                    <a:lnTo>
                      <a:pt x="868" y="46"/>
                    </a:lnTo>
                    <a:lnTo>
                      <a:pt x="868" y="92"/>
                    </a:lnTo>
                    <a:lnTo>
                      <a:pt x="457" y="92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A4B5CD24-580B-D14B-BC42-131238BF40A2}"/>
                  </a:ext>
                </a:extLst>
              </p:cNvPr>
              <p:cNvSpPr/>
              <p:nvPr/>
            </p:nvSpPr>
            <p:spPr>
              <a:xfrm>
                <a:off x="3102021" y="10656507"/>
                <a:ext cx="1096297" cy="129608"/>
              </a:xfrm>
              <a:custGeom>
                <a:avLst/>
                <a:gdLst>
                  <a:gd name="connsiteX0" fmla="*/ 65974 w 1096297"/>
                  <a:gd name="connsiteY0" fmla="*/ 16201 h 129608"/>
                  <a:gd name="connsiteX1" fmla="*/ 31133 w 1096297"/>
                  <a:gd name="connsiteY1" fmla="*/ 29734 h 129608"/>
                  <a:gd name="connsiteX2" fmla="*/ 17445 w 1096297"/>
                  <a:gd name="connsiteY2" fmla="*/ 64181 h 129608"/>
                  <a:gd name="connsiteX3" fmla="*/ 31133 w 1096297"/>
                  <a:gd name="connsiteY3" fmla="*/ 98628 h 129608"/>
                  <a:gd name="connsiteX4" fmla="*/ 65974 w 1096297"/>
                  <a:gd name="connsiteY4" fmla="*/ 112161 h 129608"/>
                  <a:gd name="connsiteX5" fmla="*/ 1078860 w 1096297"/>
                  <a:gd name="connsiteY5" fmla="*/ 112161 h 129608"/>
                  <a:gd name="connsiteX6" fmla="*/ 1078860 w 1096297"/>
                  <a:gd name="connsiteY6" fmla="*/ 16201 h 129608"/>
                  <a:gd name="connsiteX7" fmla="*/ 65952 w 1096297"/>
                  <a:gd name="connsiteY7" fmla="*/ 0 h 129608"/>
                  <a:gd name="connsiteX8" fmla="*/ 1087587 w 1096297"/>
                  <a:gd name="connsiteY8" fmla="*/ 0 h 129608"/>
                  <a:gd name="connsiteX9" fmla="*/ 1096297 w 1096297"/>
                  <a:gd name="connsiteY9" fmla="*/ 7406 h 129608"/>
                  <a:gd name="connsiteX10" fmla="*/ 1096297 w 1096297"/>
                  <a:gd name="connsiteY10" fmla="*/ 120967 h 129608"/>
                  <a:gd name="connsiteX11" fmla="*/ 1087587 w 1096297"/>
                  <a:gd name="connsiteY11" fmla="*/ 129608 h 129608"/>
                  <a:gd name="connsiteX12" fmla="*/ 65952 w 1096297"/>
                  <a:gd name="connsiteY12" fmla="*/ 129608 h 129608"/>
                  <a:gd name="connsiteX13" fmla="*/ 19910 w 1096297"/>
                  <a:gd name="connsiteY13" fmla="*/ 109858 h 129608"/>
                  <a:gd name="connsiteX14" fmla="*/ 0 w 1096297"/>
                  <a:gd name="connsiteY14" fmla="*/ 64187 h 129608"/>
                  <a:gd name="connsiteX15" fmla="*/ 19910 w 1096297"/>
                  <a:gd name="connsiteY15" fmla="*/ 18515 h 129608"/>
                  <a:gd name="connsiteX16" fmla="*/ 65952 w 1096297"/>
                  <a:gd name="connsiteY16" fmla="*/ 0 h 129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96297" h="129608">
                    <a:moveTo>
                      <a:pt x="65974" y="16201"/>
                    </a:moveTo>
                    <a:cubicBezTo>
                      <a:pt x="52286" y="16201"/>
                      <a:pt x="39843" y="21122"/>
                      <a:pt x="31133" y="29734"/>
                    </a:cubicBezTo>
                    <a:cubicBezTo>
                      <a:pt x="21178" y="39576"/>
                      <a:pt x="17445" y="51878"/>
                      <a:pt x="17445" y="64181"/>
                    </a:cubicBezTo>
                    <a:cubicBezTo>
                      <a:pt x="17445" y="77714"/>
                      <a:pt x="21178" y="88786"/>
                      <a:pt x="31133" y="98628"/>
                    </a:cubicBezTo>
                    <a:cubicBezTo>
                      <a:pt x="39843" y="107240"/>
                      <a:pt x="52286" y="112161"/>
                      <a:pt x="65974" y="112161"/>
                    </a:cubicBezTo>
                    <a:lnTo>
                      <a:pt x="1078860" y="112161"/>
                    </a:lnTo>
                    <a:lnTo>
                      <a:pt x="1078860" y="16201"/>
                    </a:lnTo>
                    <a:close/>
                    <a:moveTo>
                      <a:pt x="65952" y="0"/>
                    </a:moveTo>
                    <a:lnTo>
                      <a:pt x="1087587" y="0"/>
                    </a:lnTo>
                    <a:cubicBezTo>
                      <a:pt x="1092564" y="0"/>
                      <a:pt x="1096297" y="2469"/>
                      <a:pt x="1096297" y="7406"/>
                    </a:cubicBezTo>
                    <a:lnTo>
                      <a:pt x="1096297" y="120967"/>
                    </a:lnTo>
                    <a:cubicBezTo>
                      <a:pt x="1096297" y="125905"/>
                      <a:pt x="1092564" y="129608"/>
                      <a:pt x="1087587" y="129608"/>
                    </a:cubicBezTo>
                    <a:lnTo>
                      <a:pt x="65952" y="129608"/>
                    </a:lnTo>
                    <a:cubicBezTo>
                      <a:pt x="48531" y="129608"/>
                      <a:pt x="31110" y="122202"/>
                      <a:pt x="19910" y="109858"/>
                    </a:cubicBezTo>
                    <a:cubicBezTo>
                      <a:pt x="6222" y="98749"/>
                      <a:pt x="0" y="81468"/>
                      <a:pt x="0" y="64187"/>
                    </a:cubicBezTo>
                    <a:cubicBezTo>
                      <a:pt x="0" y="46906"/>
                      <a:pt x="6222" y="29625"/>
                      <a:pt x="19910" y="18515"/>
                    </a:cubicBezTo>
                    <a:cubicBezTo>
                      <a:pt x="31110" y="6172"/>
                      <a:pt x="48531" y="0"/>
                      <a:pt x="659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F388B110-3E6C-DB4E-88B7-337373BAB718}"/>
                  </a:ext>
                </a:extLst>
              </p:cNvPr>
              <p:cNvSpPr/>
              <p:nvPr/>
            </p:nvSpPr>
            <p:spPr>
              <a:xfrm>
                <a:off x="2186364" y="10712587"/>
                <a:ext cx="712593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3" h="14">
                    <a:moveTo>
                      <a:pt x="566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566" y="0"/>
                    </a:lnTo>
                    <a:cubicBezTo>
                      <a:pt x="570" y="0"/>
                      <a:pt x="573" y="3"/>
                      <a:pt x="573" y="7"/>
                    </a:cubicBezTo>
                    <a:cubicBezTo>
                      <a:pt x="573" y="11"/>
                      <a:pt x="570" y="14"/>
                      <a:pt x="56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13" name="Group 612">
              <a:extLst>
                <a:ext uri="{FF2B5EF4-FFF2-40B4-BE49-F238E27FC236}">
                  <a16:creationId xmlns:a16="http://schemas.microsoft.com/office/drawing/2014/main" id="{036572D9-C8BF-2F4C-A3B6-0F9E49FC8B10}"/>
                </a:ext>
              </a:extLst>
            </p:cNvPr>
            <p:cNvGrpSpPr/>
            <p:nvPr/>
          </p:nvGrpSpPr>
          <p:grpSpPr>
            <a:xfrm>
              <a:off x="12229766" y="9458321"/>
              <a:ext cx="2470982" cy="1924738"/>
              <a:chOff x="12229766" y="9458321"/>
              <a:chExt cx="2470982" cy="1924738"/>
            </a:xfrm>
          </p:grpSpPr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AD15245A-2760-344E-8E6B-F98816BAE7DF}"/>
                  </a:ext>
                </a:extLst>
              </p:cNvPr>
              <p:cNvSpPr/>
              <p:nvPr/>
            </p:nvSpPr>
            <p:spPr>
              <a:xfrm>
                <a:off x="13837012" y="10175462"/>
                <a:ext cx="854613" cy="3252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7" h="262">
                    <a:moveTo>
                      <a:pt x="0" y="262"/>
                    </a:moveTo>
                    <a:cubicBezTo>
                      <a:pt x="0" y="262"/>
                      <a:pt x="142" y="93"/>
                      <a:pt x="401" y="20"/>
                    </a:cubicBezTo>
                    <a:cubicBezTo>
                      <a:pt x="660" y="-52"/>
                      <a:pt x="1037" y="82"/>
                      <a:pt x="0" y="26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666C5251-2684-6045-B133-D925CE2FCE7D}"/>
                  </a:ext>
                </a:extLst>
              </p:cNvPr>
              <p:cNvSpPr/>
              <p:nvPr/>
            </p:nvSpPr>
            <p:spPr>
              <a:xfrm>
                <a:off x="13829848" y="10167547"/>
                <a:ext cx="870900" cy="341904"/>
              </a:xfrm>
              <a:custGeom>
                <a:avLst/>
                <a:gdLst>
                  <a:gd name="connsiteX0" fmla="*/ 691348 w 870900"/>
                  <a:gd name="connsiteY0" fmla="*/ 16638 h 341904"/>
                  <a:gd name="connsiteX1" fmla="*/ 508493 w 870900"/>
                  <a:gd name="connsiteY1" fmla="*/ 40220 h 341904"/>
                  <a:gd name="connsiteX2" fmla="*/ 29588 w 870900"/>
                  <a:gd name="connsiteY2" fmla="*/ 320718 h 341904"/>
                  <a:gd name="connsiteX3" fmla="*/ 853056 w 870900"/>
                  <a:gd name="connsiteY3" fmla="*/ 70007 h 341904"/>
                  <a:gd name="connsiteX4" fmla="*/ 846836 w 870900"/>
                  <a:gd name="connsiteY4" fmla="*/ 50149 h 341904"/>
                  <a:gd name="connsiteX5" fmla="*/ 691348 w 870900"/>
                  <a:gd name="connsiteY5" fmla="*/ 16638 h 341904"/>
                  <a:gd name="connsiteX6" fmla="*/ 718572 w 870900"/>
                  <a:gd name="connsiteY6" fmla="*/ 437 h 341904"/>
                  <a:gd name="connsiteX7" fmla="*/ 860545 w 870900"/>
                  <a:gd name="connsiteY7" fmla="*/ 38930 h 341904"/>
                  <a:gd name="connsiteX8" fmla="*/ 869253 w 870900"/>
                  <a:gd name="connsiteY8" fmla="*/ 74939 h 341904"/>
                  <a:gd name="connsiteX9" fmla="*/ 9641 w 870900"/>
                  <a:gd name="connsiteY9" fmla="*/ 340662 h 341904"/>
                  <a:gd name="connsiteX10" fmla="*/ 8397 w 870900"/>
                  <a:gd name="connsiteY10" fmla="*/ 341904 h 341904"/>
                  <a:gd name="connsiteX11" fmla="*/ 933 w 870900"/>
                  <a:gd name="connsiteY11" fmla="*/ 336937 h 341904"/>
                  <a:gd name="connsiteX12" fmla="*/ 933 w 870900"/>
                  <a:gd name="connsiteY12" fmla="*/ 327004 h 341904"/>
                  <a:gd name="connsiteX13" fmla="*/ 504758 w 870900"/>
                  <a:gd name="connsiteY13" fmla="*/ 25271 h 341904"/>
                  <a:gd name="connsiteX14" fmla="*/ 718572 w 870900"/>
                  <a:gd name="connsiteY14" fmla="*/ 437 h 34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0900" h="341904">
                    <a:moveTo>
                      <a:pt x="691348" y="16638"/>
                    </a:moveTo>
                    <a:cubicBezTo>
                      <a:pt x="634128" y="16638"/>
                      <a:pt x="569445" y="24085"/>
                      <a:pt x="508493" y="40220"/>
                    </a:cubicBezTo>
                    <a:cubicBezTo>
                      <a:pt x="247272" y="113447"/>
                      <a:pt x="80588" y="267349"/>
                      <a:pt x="29588" y="320718"/>
                    </a:cubicBezTo>
                    <a:cubicBezTo>
                      <a:pt x="758519" y="191639"/>
                      <a:pt x="843105" y="96071"/>
                      <a:pt x="853056" y="70007"/>
                    </a:cubicBezTo>
                    <a:cubicBezTo>
                      <a:pt x="854300" y="62560"/>
                      <a:pt x="853056" y="56355"/>
                      <a:pt x="846836" y="50149"/>
                    </a:cubicBezTo>
                    <a:cubicBezTo>
                      <a:pt x="826934" y="29049"/>
                      <a:pt x="765982" y="16638"/>
                      <a:pt x="691348" y="16638"/>
                    </a:cubicBezTo>
                    <a:close/>
                    <a:moveTo>
                      <a:pt x="718572" y="437"/>
                    </a:moveTo>
                    <a:cubicBezTo>
                      <a:pt x="784660" y="2921"/>
                      <a:pt x="838774" y="15959"/>
                      <a:pt x="860545" y="38930"/>
                    </a:cubicBezTo>
                    <a:cubicBezTo>
                      <a:pt x="870497" y="48863"/>
                      <a:pt x="872985" y="61280"/>
                      <a:pt x="869253" y="74939"/>
                    </a:cubicBezTo>
                    <a:cubicBezTo>
                      <a:pt x="843129" y="154408"/>
                      <a:pt x="538346" y="250018"/>
                      <a:pt x="9641" y="340662"/>
                    </a:cubicBezTo>
                    <a:cubicBezTo>
                      <a:pt x="9641" y="341904"/>
                      <a:pt x="8397" y="341904"/>
                      <a:pt x="8397" y="341904"/>
                    </a:cubicBezTo>
                    <a:cubicBezTo>
                      <a:pt x="5909" y="341904"/>
                      <a:pt x="2177" y="339421"/>
                      <a:pt x="933" y="336937"/>
                    </a:cubicBezTo>
                    <a:cubicBezTo>
                      <a:pt x="-311" y="333212"/>
                      <a:pt x="-311" y="330729"/>
                      <a:pt x="933" y="327004"/>
                    </a:cubicBezTo>
                    <a:cubicBezTo>
                      <a:pt x="3421" y="325762"/>
                      <a:pt x="183803" y="114673"/>
                      <a:pt x="504758" y="25271"/>
                    </a:cubicBezTo>
                    <a:cubicBezTo>
                      <a:pt x="574423" y="6025"/>
                      <a:pt x="652484" y="-2046"/>
                      <a:pt x="718572" y="4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177E0C9E-CF0E-B34C-99BE-E86E23BC6F2B}"/>
                  </a:ext>
                </a:extLst>
              </p:cNvPr>
              <p:cNvSpPr/>
              <p:nvPr/>
            </p:nvSpPr>
            <p:spPr>
              <a:xfrm>
                <a:off x="13615261" y="10303824"/>
                <a:ext cx="717576" cy="315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7" h="254">
                    <a:moveTo>
                      <a:pt x="7" y="254"/>
                    </a:moveTo>
                    <a:cubicBezTo>
                      <a:pt x="5" y="254"/>
                      <a:pt x="3" y="253"/>
                      <a:pt x="1" y="251"/>
                    </a:cubicBezTo>
                    <a:cubicBezTo>
                      <a:pt x="-1" y="247"/>
                      <a:pt x="0" y="243"/>
                      <a:pt x="4" y="241"/>
                    </a:cubicBezTo>
                    <a:cubicBezTo>
                      <a:pt x="5" y="240"/>
                      <a:pt x="224" y="109"/>
                      <a:pt x="568" y="0"/>
                    </a:cubicBezTo>
                    <a:cubicBezTo>
                      <a:pt x="572" y="-1"/>
                      <a:pt x="576" y="1"/>
                      <a:pt x="577" y="4"/>
                    </a:cubicBezTo>
                    <a:cubicBezTo>
                      <a:pt x="578" y="8"/>
                      <a:pt x="576" y="12"/>
                      <a:pt x="572" y="13"/>
                    </a:cubicBezTo>
                    <a:cubicBezTo>
                      <a:pt x="229" y="121"/>
                      <a:pt x="13" y="251"/>
                      <a:pt x="10" y="253"/>
                    </a:cubicBezTo>
                    <a:cubicBezTo>
                      <a:pt x="9" y="253"/>
                      <a:pt x="8" y="254"/>
                      <a:pt x="7" y="2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98D3D9F2-2056-CB4B-A3F2-F88C40EBBAA0}"/>
                  </a:ext>
                </a:extLst>
              </p:cNvPr>
              <p:cNvSpPr/>
              <p:nvPr/>
            </p:nvSpPr>
            <p:spPr>
              <a:xfrm>
                <a:off x="12239907" y="10175462"/>
                <a:ext cx="854613" cy="3252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7" h="262">
                    <a:moveTo>
                      <a:pt x="687" y="262"/>
                    </a:moveTo>
                    <a:cubicBezTo>
                      <a:pt x="687" y="262"/>
                      <a:pt x="545" y="93"/>
                      <a:pt x="286" y="20"/>
                    </a:cubicBezTo>
                    <a:cubicBezTo>
                      <a:pt x="26" y="-52"/>
                      <a:pt x="-350" y="82"/>
                      <a:pt x="687" y="26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B05FF8FE-CB5F-F549-A9B6-162395A2F3F7}"/>
                  </a:ext>
                </a:extLst>
              </p:cNvPr>
              <p:cNvSpPr/>
              <p:nvPr/>
            </p:nvSpPr>
            <p:spPr>
              <a:xfrm>
                <a:off x="12229766" y="10167547"/>
                <a:ext cx="871802" cy="341904"/>
              </a:xfrm>
              <a:custGeom>
                <a:avLst/>
                <a:gdLst>
                  <a:gd name="connsiteX0" fmla="*/ 179324 w 871802"/>
                  <a:gd name="connsiteY0" fmla="*/ 16638 h 341904"/>
                  <a:gd name="connsiteX1" fmla="*/ 25079 w 871802"/>
                  <a:gd name="connsiteY1" fmla="*/ 50149 h 341904"/>
                  <a:gd name="connsiteX2" fmla="*/ 18860 w 871802"/>
                  <a:gd name="connsiteY2" fmla="*/ 70007 h 341904"/>
                  <a:gd name="connsiteX3" fmla="*/ 841084 w 871802"/>
                  <a:gd name="connsiteY3" fmla="*/ 320718 h 341904"/>
                  <a:gd name="connsiteX4" fmla="*/ 362179 w 871802"/>
                  <a:gd name="connsiteY4" fmla="*/ 40220 h 341904"/>
                  <a:gd name="connsiteX5" fmla="*/ 179324 w 871802"/>
                  <a:gd name="connsiteY5" fmla="*/ 16638 h 341904"/>
                  <a:gd name="connsiteX6" fmla="*/ 152256 w 871802"/>
                  <a:gd name="connsiteY6" fmla="*/ 437 h 341904"/>
                  <a:gd name="connsiteX7" fmla="*/ 365915 w 871802"/>
                  <a:gd name="connsiteY7" fmla="*/ 25271 h 341904"/>
                  <a:gd name="connsiteX8" fmla="*/ 869741 w 871802"/>
                  <a:gd name="connsiteY8" fmla="*/ 327004 h 341904"/>
                  <a:gd name="connsiteX9" fmla="*/ 870985 w 871802"/>
                  <a:gd name="connsiteY9" fmla="*/ 336937 h 341904"/>
                  <a:gd name="connsiteX10" fmla="*/ 863521 w 871802"/>
                  <a:gd name="connsiteY10" fmla="*/ 341904 h 341904"/>
                  <a:gd name="connsiteX11" fmla="*/ 861033 w 871802"/>
                  <a:gd name="connsiteY11" fmla="*/ 340662 h 341904"/>
                  <a:gd name="connsiteX12" fmla="*/ 1419 w 871802"/>
                  <a:gd name="connsiteY12" fmla="*/ 74939 h 341904"/>
                  <a:gd name="connsiteX13" fmla="*/ 11371 w 871802"/>
                  <a:gd name="connsiteY13" fmla="*/ 38930 h 341904"/>
                  <a:gd name="connsiteX14" fmla="*/ 152256 w 871802"/>
                  <a:gd name="connsiteY14" fmla="*/ 437 h 341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71802" h="341904">
                    <a:moveTo>
                      <a:pt x="179324" y="16638"/>
                    </a:moveTo>
                    <a:cubicBezTo>
                      <a:pt x="104690" y="16638"/>
                      <a:pt x="43738" y="29049"/>
                      <a:pt x="25079" y="50149"/>
                    </a:cubicBezTo>
                    <a:cubicBezTo>
                      <a:pt x="18860" y="56355"/>
                      <a:pt x="16372" y="62560"/>
                      <a:pt x="18860" y="70007"/>
                    </a:cubicBezTo>
                    <a:cubicBezTo>
                      <a:pt x="27567" y="96071"/>
                      <a:pt x="113397" y="191639"/>
                      <a:pt x="841084" y="320718"/>
                    </a:cubicBezTo>
                    <a:cubicBezTo>
                      <a:pt x="790084" y="267349"/>
                      <a:pt x="623400" y="113447"/>
                      <a:pt x="362179" y="40220"/>
                    </a:cubicBezTo>
                    <a:cubicBezTo>
                      <a:pt x="302471" y="24085"/>
                      <a:pt x="236544" y="16638"/>
                      <a:pt x="179324" y="16638"/>
                    </a:cubicBezTo>
                    <a:close/>
                    <a:moveTo>
                      <a:pt x="152256" y="437"/>
                    </a:moveTo>
                    <a:cubicBezTo>
                      <a:pt x="218189" y="-2046"/>
                      <a:pt x="296251" y="6025"/>
                      <a:pt x="365915" y="25271"/>
                    </a:cubicBezTo>
                    <a:cubicBezTo>
                      <a:pt x="686871" y="114673"/>
                      <a:pt x="867253" y="325762"/>
                      <a:pt x="869741" y="327004"/>
                    </a:cubicBezTo>
                    <a:cubicBezTo>
                      <a:pt x="872229" y="330729"/>
                      <a:pt x="872229" y="333212"/>
                      <a:pt x="870985" y="336937"/>
                    </a:cubicBezTo>
                    <a:cubicBezTo>
                      <a:pt x="868497" y="339421"/>
                      <a:pt x="866009" y="341904"/>
                      <a:pt x="863521" y="341904"/>
                    </a:cubicBezTo>
                    <a:cubicBezTo>
                      <a:pt x="863521" y="341904"/>
                      <a:pt x="862277" y="341904"/>
                      <a:pt x="861033" y="340662"/>
                    </a:cubicBezTo>
                    <a:cubicBezTo>
                      <a:pt x="333571" y="250018"/>
                      <a:pt x="28787" y="154408"/>
                      <a:pt x="1419" y="74939"/>
                    </a:cubicBezTo>
                    <a:cubicBezTo>
                      <a:pt x="-2313" y="61280"/>
                      <a:pt x="1419" y="48863"/>
                      <a:pt x="11371" y="38930"/>
                    </a:cubicBezTo>
                    <a:cubicBezTo>
                      <a:pt x="32520" y="15959"/>
                      <a:pt x="86323" y="2921"/>
                      <a:pt x="152256" y="4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13CFDF76-9A3B-7549-8E7C-B91C95057CA5}"/>
                  </a:ext>
                </a:extLst>
              </p:cNvPr>
              <p:cNvSpPr/>
              <p:nvPr/>
            </p:nvSpPr>
            <p:spPr>
              <a:xfrm>
                <a:off x="12597449" y="10303824"/>
                <a:ext cx="717576" cy="315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7" h="254">
                    <a:moveTo>
                      <a:pt x="570" y="254"/>
                    </a:moveTo>
                    <a:cubicBezTo>
                      <a:pt x="569" y="254"/>
                      <a:pt x="567" y="253"/>
                      <a:pt x="566" y="253"/>
                    </a:cubicBezTo>
                    <a:cubicBezTo>
                      <a:pt x="564" y="251"/>
                      <a:pt x="347" y="121"/>
                      <a:pt x="4" y="13"/>
                    </a:cubicBezTo>
                    <a:cubicBezTo>
                      <a:pt x="1" y="12"/>
                      <a:pt x="-1" y="8"/>
                      <a:pt x="0" y="4"/>
                    </a:cubicBezTo>
                    <a:cubicBezTo>
                      <a:pt x="1" y="1"/>
                      <a:pt x="5" y="-1"/>
                      <a:pt x="9" y="0"/>
                    </a:cubicBezTo>
                    <a:cubicBezTo>
                      <a:pt x="353" y="109"/>
                      <a:pt x="571" y="240"/>
                      <a:pt x="573" y="241"/>
                    </a:cubicBezTo>
                    <a:cubicBezTo>
                      <a:pt x="577" y="243"/>
                      <a:pt x="577" y="247"/>
                      <a:pt x="575" y="251"/>
                    </a:cubicBezTo>
                    <a:cubicBezTo>
                      <a:pt x="574" y="253"/>
                      <a:pt x="572" y="254"/>
                      <a:pt x="570" y="2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E64304F5-2E8E-1043-9B4A-10A64B46FB1D}"/>
                  </a:ext>
                </a:extLst>
              </p:cNvPr>
              <p:cNvSpPr/>
              <p:nvPr/>
            </p:nvSpPr>
            <p:spPr>
              <a:xfrm>
                <a:off x="12480345" y="9738036"/>
                <a:ext cx="798552" cy="66673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42" h="536">
                    <a:moveTo>
                      <a:pt x="642" y="536"/>
                    </a:moveTo>
                    <a:cubicBezTo>
                      <a:pt x="642" y="536"/>
                      <a:pt x="598" y="276"/>
                      <a:pt x="394" y="116"/>
                    </a:cubicBezTo>
                    <a:cubicBezTo>
                      <a:pt x="191" y="-43"/>
                      <a:pt x="-102" y="-50"/>
                      <a:pt x="36" y="168"/>
                    </a:cubicBezTo>
                    <a:cubicBezTo>
                      <a:pt x="173" y="387"/>
                      <a:pt x="642" y="536"/>
                      <a:pt x="642" y="53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9" name="Freeform 608">
                <a:extLst>
                  <a:ext uri="{FF2B5EF4-FFF2-40B4-BE49-F238E27FC236}">
                    <a16:creationId xmlns:a16="http://schemas.microsoft.com/office/drawing/2014/main" id="{AC23356D-5F1D-B941-8B11-E2140ACD48A1}"/>
                  </a:ext>
                </a:extLst>
              </p:cNvPr>
              <p:cNvSpPr/>
              <p:nvPr/>
            </p:nvSpPr>
            <p:spPr>
              <a:xfrm>
                <a:off x="12471929" y="9730877"/>
                <a:ext cx="816177" cy="683859"/>
              </a:xfrm>
              <a:custGeom>
                <a:avLst/>
                <a:gdLst>
                  <a:gd name="connsiteX0" fmla="*/ 134053 w 816177"/>
                  <a:gd name="connsiteY0" fmla="*/ 15880 h 683859"/>
                  <a:gd name="connsiteX1" fmla="*/ 38279 w 816177"/>
                  <a:gd name="connsiteY1" fmla="*/ 44488 h 683859"/>
                  <a:gd name="connsiteX2" fmla="*/ 58180 w 816177"/>
                  <a:gd name="connsiteY2" fmla="*/ 211162 h 683859"/>
                  <a:gd name="connsiteX3" fmla="*/ 795757 w 816177"/>
                  <a:gd name="connsiteY3" fmla="*/ 662673 h 683859"/>
                  <a:gd name="connsiteX4" fmla="*/ 492268 w 816177"/>
                  <a:gd name="connsiteY4" fmla="*/ 158921 h 683859"/>
                  <a:gd name="connsiteX5" fmla="*/ 134053 w 816177"/>
                  <a:gd name="connsiteY5" fmla="*/ 15880 h 683859"/>
                  <a:gd name="connsiteX6" fmla="*/ 112015 w 816177"/>
                  <a:gd name="connsiteY6" fmla="*/ 923 h 683859"/>
                  <a:gd name="connsiteX7" fmla="*/ 504716 w 816177"/>
                  <a:gd name="connsiteY7" fmla="*/ 146467 h 683859"/>
                  <a:gd name="connsiteX8" fmla="*/ 815689 w 816177"/>
                  <a:gd name="connsiteY8" fmla="*/ 673907 h 683859"/>
                  <a:gd name="connsiteX9" fmla="*/ 813201 w 816177"/>
                  <a:gd name="connsiteY9" fmla="*/ 682615 h 683859"/>
                  <a:gd name="connsiteX10" fmla="*/ 806982 w 816177"/>
                  <a:gd name="connsiteY10" fmla="*/ 683859 h 683859"/>
                  <a:gd name="connsiteX11" fmla="*/ 804494 w 816177"/>
                  <a:gd name="connsiteY11" fmla="*/ 683859 h 683859"/>
                  <a:gd name="connsiteX12" fmla="*/ 489789 w 816177"/>
                  <a:gd name="connsiteY12" fmla="*/ 555731 h 683859"/>
                  <a:gd name="connsiteX13" fmla="*/ 45719 w 816177"/>
                  <a:gd name="connsiteY13" fmla="*/ 222348 h 683859"/>
                  <a:gd name="connsiteX14" fmla="*/ 27061 w 816177"/>
                  <a:gd name="connsiteY14" fmla="*/ 32022 h 683859"/>
                  <a:gd name="connsiteX15" fmla="*/ 112015 w 816177"/>
                  <a:gd name="connsiteY15" fmla="*/ 923 h 683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816177" h="683859">
                    <a:moveTo>
                      <a:pt x="134053" y="15880"/>
                    </a:moveTo>
                    <a:cubicBezTo>
                      <a:pt x="91763" y="15880"/>
                      <a:pt x="58180" y="25831"/>
                      <a:pt x="38279" y="44488"/>
                    </a:cubicBezTo>
                    <a:cubicBezTo>
                      <a:pt x="2209" y="75584"/>
                      <a:pt x="9672" y="134044"/>
                      <a:pt x="58180" y="211162"/>
                    </a:cubicBezTo>
                    <a:cubicBezTo>
                      <a:pt x="209925" y="454953"/>
                      <a:pt x="706203" y="631577"/>
                      <a:pt x="795757" y="662673"/>
                    </a:cubicBezTo>
                    <a:cubicBezTo>
                      <a:pt x="780831" y="597994"/>
                      <a:pt x="711178" y="329326"/>
                      <a:pt x="492268" y="158921"/>
                    </a:cubicBezTo>
                    <a:cubicBezTo>
                      <a:pt x="370376" y="63146"/>
                      <a:pt x="231069" y="15880"/>
                      <a:pt x="134053" y="15880"/>
                    </a:cubicBezTo>
                    <a:close/>
                    <a:moveTo>
                      <a:pt x="112015" y="923"/>
                    </a:moveTo>
                    <a:cubicBezTo>
                      <a:pt x="218076" y="-7940"/>
                      <a:pt x="377839" y="47572"/>
                      <a:pt x="504716" y="146467"/>
                    </a:cubicBezTo>
                    <a:cubicBezTo>
                      <a:pt x="757226" y="345501"/>
                      <a:pt x="815689" y="671419"/>
                      <a:pt x="815689" y="673907"/>
                    </a:cubicBezTo>
                    <a:cubicBezTo>
                      <a:pt x="816933" y="677639"/>
                      <a:pt x="815689" y="680127"/>
                      <a:pt x="813201" y="682615"/>
                    </a:cubicBezTo>
                    <a:cubicBezTo>
                      <a:pt x="811957" y="683859"/>
                      <a:pt x="809470" y="683859"/>
                      <a:pt x="806982" y="683859"/>
                    </a:cubicBezTo>
                    <a:cubicBezTo>
                      <a:pt x="806982" y="683859"/>
                      <a:pt x="805738" y="683859"/>
                      <a:pt x="804494" y="683859"/>
                    </a:cubicBezTo>
                    <a:cubicBezTo>
                      <a:pt x="803250" y="683859"/>
                      <a:pt x="656471" y="636588"/>
                      <a:pt x="489789" y="555731"/>
                    </a:cubicBezTo>
                    <a:cubicBezTo>
                      <a:pt x="267132" y="448750"/>
                      <a:pt x="116621" y="336793"/>
                      <a:pt x="45719" y="222348"/>
                    </a:cubicBezTo>
                    <a:cubicBezTo>
                      <a:pt x="-22695" y="112880"/>
                      <a:pt x="-1549" y="59389"/>
                      <a:pt x="27061" y="32022"/>
                    </a:cubicBezTo>
                    <a:cubicBezTo>
                      <a:pt x="47274" y="13985"/>
                      <a:pt x="76661" y="3877"/>
                      <a:pt x="112015" y="92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5FB37D69-AE81-5B44-A57A-08B2A80E9F79}"/>
                  </a:ext>
                </a:extLst>
              </p:cNvPr>
              <p:cNvSpPr/>
              <p:nvPr/>
            </p:nvSpPr>
            <p:spPr>
              <a:xfrm>
                <a:off x="12790544" y="9967339"/>
                <a:ext cx="656532" cy="65302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8" h="525">
                    <a:moveTo>
                      <a:pt x="521" y="525"/>
                    </a:moveTo>
                    <a:cubicBezTo>
                      <a:pt x="520" y="525"/>
                      <a:pt x="517" y="524"/>
                      <a:pt x="516" y="522"/>
                    </a:cubicBezTo>
                    <a:cubicBezTo>
                      <a:pt x="514" y="519"/>
                      <a:pt x="324" y="230"/>
                      <a:pt x="3" y="12"/>
                    </a:cubicBezTo>
                    <a:cubicBezTo>
                      <a:pt x="0" y="10"/>
                      <a:pt x="-1" y="6"/>
                      <a:pt x="1" y="3"/>
                    </a:cubicBezTo>
                    <a:cubicBezTo>
                      <a:pt x="3" y="0"/>
                      <a:pt x="8" y="-1"/>
                      <a:pt x="11" y="1"/>
                    </a:cubicBezTo>
                    <a:cubicBezTo>
                      <a:pt x="333" y="221"/>
                      <a:pt x="526" y="512"/>
                      <a:pt x="527" y="514"/>
                    </a:cubicBezTo>
                    <a:cubicBezTo>
                      <a:pt x="529" y="518"/>
                      <a:pt x="529" y="522"/>
                      <a:pt x="525" y="524"/>
                    </a:cubicBezTo>
                    <a:cubicBezTo>
                      <a:pt x="524" y="524"/>
                      <a:pt x="522" y="525"/>
                      <a:pt x="521" y="5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3" name="Freeform 342">
                <a:extLst>
                  <a:ext uri="{FF2B5EF4-FFF2-40B4-BE49-F238E27FC236}">
                    <a16:creationId xmlns:a16="http://schemas.microsoft.com/office/drawing/2014/main" id="{38332E2D-718B-4E46-BED5-A3E7EF77060C}"/>
                  </a:ext>
                </a:extLst>
              </p:cNvPr>
              <p:cNvSpPr/>
              <p:nvPr/>
            </p:nvSpPr>
            <p:spPr>
              <a:xfrm>
                <a:off x="13383540" y="9467604"/>
                <a:ext cx="348822" cy="9134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1" h="734">
                    <a:moveTo>
                      <a:pt x="86" y="734"/>
                    </a:moveTo>
                    <a:cubicBezTo>
                      <a:pt x="86" y="734"/>
                      <a:pt x="-23" y="517"/>
                      <a:pt x="5" y="255"/>
                    </a:cubicBezTo>
                    <a:cubicBezTo>
                      <a:pt x="35" y="-6"/>
                      <a:pt x="324" y="-155"/>
                      <a:pt x="276" y="255"/>
                    </a:cubicBezTo>
                    <a:cubicBezTo>
                      <a:pt x="235" y="598"/>
                      <a:pt x="86" y="734"/>
                      <a:pt x="86" y="73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0" name="Freeform 609">
                <a:extLst>
                  <a:ext uri="{FF2B5EF4-FFF2-40B4-BE49-F238E27FC236}">
                    <a16:creationId xmlns:a16="http://schemas.microsoft.com/office/drawing/2014/main" id="{FFF98E47-273C-A048-91FC-385B6B80FACD}"/>
                  </a:ext>
                </a:extLst>
              </p:cNvPr>
              <p:cNvSpPr/>
              <p:nvPr/>
            </p:nvSpPr>
            <p:spPr>
              <a:xfrm>
                <a:off x="13376135" y="9458321"/>
                <a:ext cx="364917" cy="930247"/>
              </a:xfrm>
              <a:custGeom>
                <a:avLst/>
                <a:gdLst>
                  <a:gd name="connsiteX0" fmla="*/ 245738 w 364917"/>
                  <a:gd name="connsiteY0" fmla="*/ 16761 h 930247"/>
                  <a:gd name="connsiteX1" fmla="*/ 201057 w 364917"/>
                  <a:gd name="connsiteY1" fmla="*/ 26717 h 930247"/>
                  <a:gd name="connsiteX2" fmla="*/ 22335 w 364917"/>
                  <a:gd name="connsiteY2" fmla="*/ 325394 h 930247"/>
                  <a:gd name="connsiteX3" fmla="*/ 115419 w 364917"/>
                  <a:gd name="connsiteY3" fmla="*/ 907815 h 930247"/>
                  <a:gd name="connsiteX4" fmla="*/ 204780 w 364917"/>
                  <a:gd name="connsiteY4" fmla="*/ 778388 h 930247"/>
                  <a:gd name="connsiteX5" fmla="*/ 341304 w 364917"/>
                  <a:gd name="connsiteY5" fmla="*/ 324150 h 930247"/>
                  <a:gd name="connsiteX6" fmla="*/ 290418 w 364917"/>
                  <a:gd name="connsiteY6" fmla="*/ 31695 h 930247"/>
                  <a:gd name="connsiteX7" fmla="*/ 245738 w 364917"/>
                  <a:gd name="connsiteY7" fmla="*/ 16761 h 930247"/>
                  <a:gd name="connsiteX8" fmla="*/ 251811 w 364917"/>
                  <a:gd name="connsiteY8" fmla="*/ 249 h 930247"/>
                  <a:gd name="connsiteX9" fmla="*/ 300387 w 364917"/>
                  <a:gd name="connsiteY9" fmla="*/ 17984 h 930247"/>
                  <a:gd name="connsiteX10" fmla="*/ 357499 w 364917"/>
                  <a:gd name="connsiteY10" fmla="*/ 325390 h 930247"/>
                  <a:gd name="connsiteX11" fmla="*/ 219686 w 364917"/>
                  <a:gd name="connsiteY11" fmla="*/ 788367 h 930247"/>
                  <a:gd name="connsiteX12" fmla="*/ 119120 w 364917"/>
                  <a:gd name="connsiteY12" fmla="*/ 927758 h 930247"/>
                  <a:gd name="connsiteX13" fmla="*/ 114154 w 364917"/>
                  <a:gd name="connsiteY13" fmla="*/ 930247 h 930247"/>
                  <a:gd name="connsiteX14" fmla="*/ 111671 w 364917"/>
                  <a:gd name="connsiteY14" fmla="*/ 930247 h 930247"/>
                  <a:gd name="connsiteX15" fmla="*/ 105463 w 364917"/>
                  <a:gd name="connsiteY15" fmla="*/ 925269 h 930247"/>
                  <a:gd name="connsiteX16" fmla="*/ 6139 w 364917"/>
                  <a:gd name="connsiteY16" fmla="*/ 324146 h 930247"/>
                  <a:gd name="connsiteX17" fmla="*/ 194855 w 364917"/>
                  <a:gd name="connsiteY17" fmla="*/ 10516 h 930247"/>
                  <a:gd name="connsiteX18" fmla="*/ 251811 w 364917"/>
                  <a:gd name="connsiteY18" fmla="*/ 249 h 930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64917" h="930247">
                    <a:moveTo>
                      <a:pt x="245738" y="16761"/>
                    </a:moveTo>
                    <a:cubicBezTo>
                      <a:pt x="229603" y="16761"/>
                      <a:pt x="214709" y="21739"/>
                      <a:pt x="201057" y="26717"/>
                    </a:cubicBezTo>
                    <a:cubicBezTo>
                      <a:pt x="125348" y="59074"/>
                      <a:pt x="39710" y="173567"/>
                      <a:pt x="22335" y="325394"/>
                    </a:cubicBezTo>
                    <a:cubicBezTo>
                      <a:pt x="-8694" y="609138"/>
                      <a:pt x="91838" y="854302"/>
                      <a:pt x="115419" y="907815"/>
                    </a:cubicBezTo>
                    <a:cubicBezTo>
                      <a:pt x="131554" y="890392"/>
                      <a:pt x="167547" y="848080"/>
                      <a:pt x="204780" y="778388"/>
                    </a:cubicBezTo>
                    <a:cubicBezTo>
                      <a:pt x="253184" y="691274"/>
                      <a:pt x="315241" y="543180"/>
                      <a:pt x="341304" y="324150"/>
                    </a:cubicBezTo>
                    <a:cubicBezTo>
                      <a:pt x="364886" y="120054"/>
                      <a:pt x="320205" y="52851"/>
                      <a:pt x="290418" y="31695"/>
                    </a:cubicBezTo>
                    <a:cubicBezTo>
                      <a:pt x="275525" y="20494"/>
                      <a:pt x="260631" y="16761"/>
                      <a:pt x="245738" y="16761"/>
                    </a:cubicBezTo>
                    <a:close/>
                    <a:moveTo>
                      <a:pt x="251811" y="249"/>
                    </a:moveTo>
                    <a:cubicBezTo>
                      <a:pt x="269659" y="1493"/>
                      <a:pt x="286109" y="7405"/>
                      <a:pt x="300387" y="17984"/>
                    </a:cubicBezTo>
                    <a:cubicBezTo>
                      <a:pt x="340117" y="47853"/>
                      <a:pt x="382330" y="123772"/>
                      <a:pt x="357499" y="325390"/>
                    </a:cubicBezTo>
                    <a:cubicBezTo>
                      <a:pt x="331426" y="548167"/>
                      <a:pt x="268107" y="700003"/>
                      <a:pt x="219686" y="788367"/>
                    </a:cubicBezTo>
                    <a:cubicBezTo>
                      <a:pt x="167541" y="884198"/>
                      <a:pt x="121603" y="926513"/>
                      <a:pt x="119120" y="927758"/>
                    </a:cubicBezTo>
                    <a:cubicBezTo>
                      <a:pt x="117879" y="929002"/>
                      <a:pt x="115396" y="930247"/>
                      <a:pt x="114154" y="930247"/>
                    </a:cubicBezTo>
                    <a:cubicBezTo>
                      <a:pt x="114154" y="930247"/>
                      <a:pt x="112912" y="930247"/>
                      <a:pt x="111671" y="930247"/>
                    </a:cubicBezTo>
                    <a:cubicBezTo>
                      <a:pt x="109188" y="929002"/>
                      <a:pt x="107946" y="927758"/>
                      <a:pt x="105463" y="925269"/>
                    </a:cubicBezTo>
                    <a:cubicBezTo>
                      <a:pt x="104222" y="922780"/>
                      <a:pt x="-29866" y="648976"/>
                      <a:pt x="6139" y="324146"/>
                    </a:cubicBezTo>
                    <a:cubicBezTo>
                      <a:pt x="23521" y="166087"/>
                      <a:pt x="114154" y="46609"/>
                      <a:pt x="194855" y="10516"/>
                    </a:cubicBezTo>
                    <a:cubicBezTo>
                      <a:pt x="214720" y="2427"/>
                      <a:pt x="233964" y="-996"/>
                      <a:pt x="251811" y="24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08940E77-7F8B-F84C-BD19-8D198AA1B778}"/>
                  </a:ext>
                </a:extLst>
              </p:cNvPr>
              <p:cNvSpPr/>
              <p:nvPr/>
            </p:nvSpPr>
            <p:spPr>
              <a:xfrm>
                <a:off x="13480716" y="9703142"/>
                <a:ext cx="87205" cy="9321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" h="749">
                    <a:moveTo>
                      <a:pt x="23" y="749"/>
                    </a:moveTo>
                    <a:cubicBezTo>
                      <a:pt x="20" y="749"/>
                      <a:pt x="17" y="746"/>
                      <a:pt x="16" y="743"/>
                    </a:cubicBezTo>
                    <a:cubicBezTo>
                      <a:pt x="16" y="739"/>
                      <a:pt x="-40" y="354"/>
                      <a:pt x="58" y="5"/>
                    </a:cubicBezTo>
                    <a:cubicBezTo>
                      <a:pt x="58" y="1"/>
                      <a:pt x="62" y="-1"/>
                      <a:pt x="66" y="0"/>
                    </a:cubicBezTo>
                    <a:cubicBezTo>
                      <a:pt x="69" y="1"/>
                      <a:pt x="72" y="5"/>
                      <a:pt x="71" y="8"/>
                    </a:cubicBezTo>
                    <a:cubicBezTo>
                      <a:pt x="-27" y="355"/>
                      <a:pt x="29" y="737"/>
                      <a:pt x="30" y="741"/>
                    </a:cubicBezTo>
                    <a:cubicBezTo>
                      <a:pt x="31" y="745"/>
                      <a:pt x="28" y="748"/>
                      <a:pt x="25" y="749"/>
                    </a:cubicBezTo>
                    <a:cubicBezTo>
                      <a:pt x="24" y="749"/>
                      <a:pt x="24" y="749"/>
                      <a:pt x="23" y="74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80AFD730-DDA1-4C41-B09C-0782C1AA1E3C}"/>
                  </a:ext>
                </a:extLst>
              </p:cNvPr>
              <p:cNvSpPr/>
              <p:nvPr/>
            </p:nvSpPr>
            <p:spPr>
              <a:xfrm>
                <a:off x="13662601" y="9847704"/>
                <a:ext cx="681448" cy="6019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8" h="484">
                    <a:moveTo>
                      <a:pt x="0" y="484"/>
                    </a:moveTo>
                    <a:cubicBezTo>
                      <a:pt x="0" y="484"/>
                      <a:pt x="32" y="279"/>
                      <a:pt x="189" y="120"/>
                    </a:cubicBezTo>
                    <a:cubicBezTo>
                      <a:pt x="359" y="-53"/>
                      <a:pt x="734" y="-48"/>
                      <a:pt x="438" y="197"/>
                    </a:cubicBezTo>
                    <a:cubicBezTo>
                      <a:pt x="147" y="438"/>
                      <a:pt x="0" y="484"/>
                      <a:pt x="0" y="48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1" name="Freeform 610">
                <a:extLst>
                  <a:ext uri="{FF2B5EF4-FFF2-40B4-BE49-F238E27FC236}">
                    <a16:creationId xmlns:a16="http://schemas.microsoft.com/office/drawing/2014/main" id="{A25D60A4-A9C2-D74A-8D96-3BB3091C890A}"/>
                  </a:ext>
                </a:extLst>
              </p:cNvPr>
              <p:cNvSpPr/>
              <p:nvPr/>
            </p:nvSpPr>
            <p:spPr>
              <a:xfrm>
                <a:off x="13655127" y="9838964"/>
                <a:ext cx="697673" cy="618143"/>
              </a:xfrm>
              <a:custGeom>
                <a:avLst/>
                <a:gdLst>
                  <a:gd name="connsiteX0" fmla="*/ 580728 w 697673"/>
                  <a:gd name="connsiteY0" fmla="*/ 16218 h 618143"/>
                  <a:gd name="connsiteX1" fmla="*/ 248727 w 697673"/>
                  <a:gd name="connsiteY1" fmla="*/ 162958 h 618143"/>
                  <a:gd name="connsiteX2" fmla="*/ 19932 w 697673"/>
                  <a:gd name="connsiteY2" fmla="*/ 596961 h 618143"/>
                  <a:gd name="connsiteX3" fmla="*/ 545911 w 697673"/>
                  <a:gd name="connsiteY3" fmla="*/ 246277 h 618143"/>
                  <a:gd name="connsiteX4" fmla="*/ 680204 w 697673"/>
                  <a:gd name="connsiteY4" fmla="*/ 60986 h 618143"/>
                  <a:gd name="connsiteX5" fmla="*/ 636683 w 697673"/>
                  <a:gd name="connsiteY5" fmla="*/ 23679 h 618143"/>
                  <a:gd name="connsiteX6" fmla="*/ 580728 w 697673"/>
                  <a:gd name="connsiteY6" fmla="*/ 16218 h 618143"/>
                  <a:gd name="connsiteX7" fmla="*/ 601106 w 697673"/>
                  <a:gd name="connsiteY7" fmla="*/ 613 h 618143"/>
                  <a:gd name="connsiteX8" fmla="*/ 641682 w 697673"/>
                  <a:gd name="connsiteY8" fmla="*/ 7475 h 618143"/>
                  <a:gd name="connsiteX9" fmla="*/ 696399 w 697673"/>
                  <a:gd name="connsiteY9" fmla="*/ 58468 h 618143"/>
                  <a:gd name="connsiteX10" fmla="*/ 558363 w 697673"/>
                  <a:gd name="connsiteY10" fmla="*/ 259951 h 618143"/>
                  <a:gd name="connsiteX11" fmla="*/ 11192 w 697673"/>
                  <a:gd name="connsiteY11" fmla="*/ 616899 h 618143"/>
                  <a:gd name="connsiteX12" fmla="*/ 7461 w 697673"/>
                  <a:gd name="connsiteY12" fmla="*/ 618143 h 618143"/>
                  <a:gd name="connsiteX13" fmla="*/ 2487 w 697673"/>
                  <a:gd name="connsiteY13" fmla="*/ 615656 h 618143"/>
                  <a:gd name="connsiteX14" fmla="*/ 0 w 697673"/>
                  <a:gd name="connsiteY14" fmla="*/ 608193 h 618143"/>
                  <a:gd name="connsiteX15" fmla="*/ 236278 w 697673"/>
                  <a:gd name="connsiteY15" fmla="*/ 150503 h 618143"/>
                  <a:gd name="connsiteX16" fmla="*/ 601106 w 697673"/>
                  <a:gd name="connsiteY16" fmla="*/ 613 h 6181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97673" h="618143">
                    <a:moveTo>
                      <a:pt x="580728" y="16218"/>
                    </a:moveTo>
                    <a:cubicBezTo>
                      <a:pt x="471304" y="16218"/>
                      <a:pt x="324577" y="85857"/>
                      <a:pt x="248727" y="162958"/>
                    </a:cubicBezTo>
                    <a:cubicBezTo>
                      <a:pt x="84591" y="329595"/>
                      <a:pt x="31123" y="539757"/>
                      <a:pt x="19932" y="596961"/>
                    </a:cubicBezTo>
                    <a:cubicBezTo>
                      <a:pt x="68427" y="577064"/>
                      <a:pt x="244996" y="496233"/>
                      <a:pt x="545911" y="246277"/>
                    </a:cubicBezTo>
                    <a:cubicBezTo>
                      <a:pt x="673986" y="141818"/>
                      <a:pt x="685177" y="85857"/>
                      <a:pt x="680204" y="60986"/>
                    </a:cubicBezTo>
                    <a:cubicBezTo>
                      <a:pt x="676473" y="43576"/>
                      <a:pt x="662795" y="31141"/>
                      <a:pt x="636683" y="23679"/>
                    </a:cubicBezTo>
                    <a:cubicBezTo>
                      <a:pt x="619275" y="17462"/>
                      <a:pt x="600623" y="16218"/>
                      <a:pt x="580728" y="16218"/>
                    </a:cubicBezTo>
                    <a:close/>
                    <a:moveTo>
                      <a:pt x="601106" y="613"/>
                    </a:moveTo>
                    <a:cubicBezTo>
                      <a:pt x="615917" y="1626"/>
                      <a:pt x="629557" y="3899"/>
                      <a:pt x="641682" y="7475"/>
                    </a:cubicBezTo>
                    <a:cubicBezTo>
                      <a:pt x="672772" y="16181"/>
                      <a:pt x="691425" y="33594"/>
                      <a:pt x="696399" y="58468"/>
                    </a:cubicBezTo>
                    <a:cubicBezTo>
                      <a:pt x="706348" y="106973"/>
                      <a:pt x="657849" y="176622"/>
                      <a:pt x="558363" y="259951"/>
                    </a:cubicBezTo>
                    <a:cubicBezTo>
                      <a:pt x="198971" y="557201"/>
                      <a:pt x="17410" y="615656"/>
                      <a:pt x="11192" y="616899"/>
                    </a:cubicBezTo>
                    <a:cubicBezTo>
                      <a:pt x="9949" y="618143"/>
                      <a:pt x="8705" y="618143"/>
                      <a:pt x="7461" y="618143"/>
                    </a:cubicBezTo>
                    <a:cubicBezTo>
                      <a:pt x="6218" y="618143"/>
                      <a:pt x="3731" y="616899"/>
                      <a:pt x="2487" y="615656"/>
                    </a:cubicBezTo>
                    <a:cubicBezTo>
                      <a:pt x="0" y="614412"/>
                      <a:pt x="0" y="610681"/>
                      <a:pt x="0" y="608193"/>
                    </a:cubicBezTo>
                    <a:cubicBezTo>
                      <a:pt x="0" y="605706"/>
                      <a:pt x="42281" y="348255"/>
                      <a:pt x="236278" y="150503"/>
                    </a:cubicBezTo>
                    <a:cubicBezTo>
                      <a:pt x="336386" y="48208"/>
                      <a:pt x="497428" y="-6477"/>
                      <a:pt x="601106" y="6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56EF64E6-345A-764F-A8FA-F859FD60AA4B}"/>
                  </a:ext>
                </a:extLst>
              </p:cNvPr>
              <p:cNvSpPr/>
              <p:nvPr/>
            </p:nvSpPr>
            <p:spPr>
              <a:xfrm>
                <a:off x="13577887" y="10024669"/>
                <a:ext cx="472155" cy="5944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0" h="478">
                    <a:moveTo>
                      <a:pt x="6" y="478"/>
                    </a:moveTo>
                    <a:cubicBezTo>
                      <a:pt x="5" y="478"/>
                      <a:pt x="5" y="478"/>
                      <a:pt x="4" y="477"/>
                    </a:cubicBezTo>
                    <a:cubicBezTo>
                      <a:pt x="0" y="476"/>
                      <a:pt x="-1" y="472"/>
                      <a:pt x="0" y="468"/>
                    </a:cubicBezTo>
                    <a:cubicBezTo>
                      <a:pt x="1" y="466"/>
                      <a:pt x="114" y="162"/>
                      <a:pt x="369" y="1"/>
                    </a:cubicBezTo>
                    <a:cubicBezTo>
                      <a:pt x="372" y="-1"/>
                      <a:pt x="376" y="0"/>
                      <a:pt x="379" y="3"/>
                    </a:cubicBezTo>
                    <a:cubicBezTo>
                      <a:pt x="380" y="6"/>
                      <a:pt x="379" y="10"/>
                      <a:pt x="376" y="12"/>
                    </a:cubicBezTo>
                    <a:cubicBezTo>
                      <a:pt x="125" y="171"/>
                      <a:pt x="14" y="470"/>
                      <a:pt x="13" y="473"/>
                    </a:cubicBezTo>
                    <a:cubicBezTo>
                      <a:pt x="12" y="476"/>
                      <a:pt x="9" y="478"/>
                      <a:pt x="6" y="47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9088B697-C220-3A4F-A3A7-30629FD4115D}"/>
                  </a:ext>
                </a:extLst>
              </p:cNvPr>
              <p:cNvSpPr/>
              <p:nvPr/>
            </p:nvSpPr>
            <p:spPr>
              <a:xfrm>
                <a:off x="12860311" y="10555562"/>
                <a:ext cx="1291886" cy="8187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38" h="658">
                    <a:moveTo>
                      <a:pt x="1030" y="49"/>
                    </a:moveTo>
                    <a:cubicBezTo>
                      <a:pt x="1027" y="21"/>
                      <a:pt x="1006" y="0"/>
                      <a:pt x="980" y="0"/>
                    </a:cubicBezTo>
                    <a:lnTo>
                      <a:pt x="519" y="0"/>
                    </a:lnTo>
                    <a:lnTo>
                      <a:pt x="57" y="0"/>
                    </a:lnTo>
                    <a:cubicBezTo>
                      <a:pt x="32" y="0"/>
                      <a:pt x="10" y="21"/>
                      <a:pt x="7" y="49"/>
                    </a:cubicBezTo>
                    <a:cubicBezTo>
                      <a:pt x="-5" y="161"/>
                      <a:pt x="-19" y="445"/>
                      <a:pt x="122" y="638"/>
                    </a:cubicBezTo>
                    <a:cubicBezTo>
                      <a:pt x="132" y="650"/>
                      <a:pt x="146" y="658"/>
                      <a:pt x="161" y="658"/>
                    </a:cubicBezTo>
                    <a:lnTo>
                      <a:pt x="519" y="658"/>
                    </a:lnTo>
                    <a:lnTo>
                      <a:pt x="877" y="658"/>
                    </a:lnTo>
                    <a:cubicBezTo>
                      <a:pt x="892" y="658"/>
                      <a:pt x="906" y="650"/>
                      <a:pt x="916" y="638"/>
                    </a:cubicBezTo>
                    <a:cubicBezTo>
                      <a:pt x="1057" y="445"/>
                      <a:pt x="1043" y="161"/>
                      <a:pt x="1030" y="4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2" name="Freeform 611">
                <a:extLst>
                  <a:ext uri="{FF2B5EF4-FFF2-40B4-BE49-F238E27FC236}">
                    <a16:creationId xmlns:a16="http://schemas.microsoft.com/office/drawing/2014/main" id="{6CCDAD0C-1002-E145-BF4E-46D56B897D2B}"/>
                  </a:ext>
                </a:extLst>
              </p:cNvPr>
              <p:cNvSpPr/>
              <p:nvPr/>
            </p:nvSpPr>
            <p:spPr>
              <a:xfrm>
                <a:off x="12853197" y="10548085"/>
                <a:ext cx="1308605" cy="834974"/>
              </a:xfrm>
              <a:custGeom>
                <a:avLst/>
                <a:gdLst>
                  <a:gd name="connsiteX0" fmla="*/ 78064 w 1308605"/>
                  <a:gd name="connsiteY0" fmla="*/ 16201 h 834974"/>
                  <a:gd name="connsiteX1" fmla="*/ 24547 w 1308605"/>
                  <a:gd name="connsiteY1" fmla="*/ 68461 h 834974"/>
                  <a:gd name="connsiteX2" fmla="*/ 166428 w 1308605"/>
                  <a:gd name="connsiteY2" fmla="*/ 796373 h 834974"/>
                  <a:gd name="connsiteX3" fmla="*/ 207499 w 1308605"/>
                  <a:gd name="connsiteY3" fmla="*/ 817526 h 834974"/>
                  <a:gd name="connsiteX4" fmla="*/ 1098612 w 1308605"/>
                  <a:gd name="connsiteY4" fmla="*/ 817526 h 834974"/>
                  <a:gd name="connsiteX5" fmla="*/ 1139683 w 1308605"/>
                  <a:gd name="connsiteY5" fmla="*/ 796373 h 834974"/>
                  <a:gd name="connsiteX6" fmla="*/ 1281564 w 1308605"/>
                  <a:gd name="connsiteY6" fmla="*/ 68461 h 834974"/>
                  <a:gd name="connsiteX7" fmla="*/ 1226803 w 1308605"/>
                  <a:gd name="connsiteY7" fmla="*/ 16201 h 834974"/>
                  <a:gd name="connsiteX8" fmla="*/ 79295 w 1308605"/>
                  <a:gd name="connsiteY8" fmla="*/ 0 h 834974"/>
                  <a:gd name="connsiteX9" fmla="*/ 1228066 w 1308605"/>
                  <a:gd name="connsiteY9" fmla="*/ 0 h 834974"/>
                  <a:gd name="connsiteX10" fmla="*/ 1299009 w 1308605"/>
                  <a:gd name="connsiteY10" fmla="*/ 65952 h 834974"/>
                  <a:gd name="connsiteX11" fmla="*/ 1154635 w 1308605"/>
                  <a:gd name="connsiteY11" fmla="*/ 806353 h 834974"/>
                  <a:gd name="connsiteX12" fmla="*/ 1099872 w 1308605"/>
                  <a:gd name="connsiteY12" fmla="*/ 834974 h 834974"/>
                  <a:gd name="connsiteX13" fmla="*/ 208734 w 1308605"/>
                  <a:gd name="connsiteY13" fmla="*/ 834974 h 834974"/>
                  <a:gd name="connsiteX14" fmla="*/ 153971 w 1308605"/>
                  <a:gd name="connsiteY14" fmla="*/ 806353 h 834974"/>
                  <a:gd name="connsiteX15" fmla="*/ 9597 w 1308605"/>
                  <a:gd name="connsiteY15" fmla="*/ 65952 h 834974"/>
                  <a:gd name="connsiteX16" fmla="*/ 79295 w 1308605"/>
                  <a:gd name="connsiteY16" fmla="*/ 0 h 83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08605" h="834974">
                    <a:moveTo>
                      <a:pt x="78064" y="16201"/>
                    </a:moveTo>
                    <a:cubicBezTo>
                      <a:pt x="50683" y="16201"/>
                      <a:pt x="28281" y="38598"/>
                      <a:pt x="24547" y="68461"/>
                    </a:cubicBezTo>
                    <a:cubicBezTo>
                      <a:pt x="9612" y="207822"/>
                      <a:pt x="-7812" y="558713"/>
                      <a:pt x="166428" y="796373"/>
                    </a:cubicBezTo>
                    <a:cubicBezTo>
                      <a:pt x="176385" y="810060"/>
                      <a:pt x="191320" y="817526"/>
                      <a:pt x="207499" y="817526"/>
                    </a:cubicBezTo>
                    <a:lnTo>
                      <a:pt x="1098612" y="817526"/>
                    </a:lnTo>
                    <a:cubicBezTo>
                      <a:pt x="1114791" y="817526"/>
                      <a:pt x="1130971" y="810060"/>
                      <a:pt x="1139683" y="796373"/>
                    </a:cubicBezTo>
                    <a:cubicBezTo>
                      <a:pt x="1313923" y="558713"/>
                      <a:pt x="1296499" y="207822"/>
                      <a:pt x="1281564" y="68461"/>
                    </a:cubicBezTo>
                    <a:cubicBezTo>
                      <a:pt x="1277830" y="38598"/>
                      <a:pt x="1254183" y="16201"/>
                      <a:pt x="1226803" y="16201"/>
                    </a:cubicBezTo>
                    <a:close/>
                    <a:moveTo>
                      <a:pt x="79295" y="0"/>
                    </a:moveTo>
                    <a:lnTo>
                      <a:pt x="1228066" y="0"/>
                    </a:lnTo>
                    <a:cubicBezTo>
                      <a:pt x="1265404" y="0"/>
                      <a:pt x="1295275" y="28621"/>
                      <a:pt x="1299009" y="65952"/>
                    </a:cubicBezTo>
                    <a:cubicBezTo>
                      <a:pt x="1315189" y="209055"/>
                      <a:pt x="1332613" y="564945"/>
                      <a:pt x="1154635" y="806353"/>
                    </a:cubicBezTo>
                    <a:cubicBezTo>
                      <a:pt x="1140944" y="823775"/>
                      <a:pt x="1121030" y="834974"/>
                      <a:pt x="1099872" y="834974"/>
                    </a:cubicBezTo>
                    <a:lnTo>
                      <a:pt x="208734" y="834974"/>
                    </a:lnTo>
                    <a:cubicBezTo>
                      <a:pt x="187576" y="834974"/>
                      <a:pt x="166417" y="823775"/>
                      <a:pt x="153971" y="806353"/>
                    </a:cubicBezTo>
                    <a:cubicBezTo>
                      <a:pt x="-24008" y="564945"/>
                      <a:pt x="-6583" y="209055"/>
                      <a:pt x="9597" y="65952"/>
                    </a:cubicBezTo>
                    <a:cubicBezTo>
                      <a:pt x="13331" y="28621"/>
                      <a:pt x="44446" y="0"/>
                      <a:pt x="792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A518EC4D-9470-EC4D-8574-96342B849EC7}"/>
                  </a:ext>
                </a:extLst>
              </p:cNvPr>
              <p:cNvSpPr/>
              <p:nvPr/>
            </p:nvSpPr>
            <p:spPr>
              <a:xfrm>
                <a:off x="12856574" y="10657753"/>
                <a:ext cx="129936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4" h="14">
                    <a:moveTo>
                      <a:pt x="1037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037" y="0"/>
                    </a:lnTo>
                    <a:cubicBezTo>
                      <a:pt x="1041" y="0"/>
                      <a:pt x="1044" y="3"/>
                      <a:pt x="1044" y="7"/>
                    </a:cubicBezTo>
                    <a:cubicBezTo>
                      <a:pt x="1044" y="11"/>
                      <a:pt x="1041" y="14"/>
                      <a:pt x="103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25" name="Group 624">
              <a:extLst>
                <a:ext uri="{FF2B5EF4-FFF2-40B4-BE49-F238E27FC236}">
                  <a16:creationId xmlns:a16="http://schemas.microsoft.com/office/drawing/2014/main" id="{7837DBC6-1E50-CA4A-AA23-CBF201501153}"/>
                </a:ext>
              </a:extLst>
            </p:cNvPr>
            <p:cNvGrpSpPr/>
            <p:nvPr/>
          </p:nvGrpSpPr>
          <p:grpSpPr>
            <a:xfrm>
              <a:off x="1746603" y="8145355"/>
              <a:ext cx="3185489" cy="1595174"/>
              <a:chOff x="1746603" y="8145355"/>
              <a:chExt cx="3185489" cy="1595174"/>
            </a:xfrm>
          </p:grpSpPr>
          <p:sp>
            <p:nvSpPr>
              <p:cNvPr id="355" name="Freeform 354">
                <a:extLst>
                  <a:ext uri="{FF2B5EF4-FFF2-40B4-BE49-F238E27FC236}">
                    <a16:creationId xmlns:a16="http://schemas.microsoft.com/office/drawing/2014/main" id="{B4217CA4-584C-D746-ACDF-246B8F823C18}"/>
                  </a:ext>
                </a:extLst>
              </p:cNvPr>
              <p:cNvSpPr/>
              <p:nvPr/>
            </p:nvSpPr>
            <p:spPr>
              <a:xfrm>
                <a:off x="1755321" y="8154079"/>
                <a:ext cx="3169294" cy="15777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45" h="1267">
                    <a:moveTo>
                      <a:pt x="2343" y="0"/>
                    </a:moveTo>
                    <a:lnTo>
                      <a:pt x="1272" y="0"/>
                    </a:lnTo>
                    <a:lnTo>
                      <a:pt x="201" y="0"/>
                    </a:lnTo>
                    <a:cubicBezTo>
                      <a:pt x="145" y="0"/>
                      <a:pt x="95" y="25"/>
                      <a:pt x="59" y="63"/>
                    </a:cubicBezTo>
                    <a:cubicBezTo>
                      <a:pt x="22" y="102"/>
                      <a:pt x="0" y="156"/>
                      <a:pt x="0" y="216"/>
                    </a:cubicBezTo>
                    <a:lnTo>
                      <a:pt x="0" y="634"/>
                    </a:lnTo>
                    <a:lnTo>
                      <a:pt x="0" y="1052"/>
                    </a:lnTo>
                    <a:cubicBezTo>
                      <a:pt x="0" y="1112"/>
                      <a:pt x="22" y="1165"/>
                      <a:pt x="59" y="1204"/>
                    </a:cubicBezTo>
                    <a:cubicBezTo>
                      <a:pt x="95" y="1243"/>
                      <a:pt x="145" y="1267"/>
                      <a:pt x="201" y="1267"/>
                    </a:cubicBezTo>
                    <a:lnTo>
                      <a:pt x="1272" y="1267"/>
                    </a:lnTo>
                    <a:lnTo>
                      <a:pt x="2343" y="1267"/>
                    </a:lnTo>
                    <a:cubicBezTo>
                      <a:pt x="2399" y="1267"/>
                      <a:pt x="2449" y="1243"/>
                      <a:pt x="2486" y="1204"/>
                    </a:cubicBezTo>
                    <a:cubicBezTo>
                      <a:pt x="2522" y="1165"/>
                      <a:pt x="2545" y="1112"/>
                      <a:pt x="2545" y="1052"/>
                    </a:cubicBezTo>
                    <a:lnTo>
                      <a:pt x="2545" y="634"/>
                    </a:lnTo>
                    <a:lnTo>
                      <a:pt x="2545" y="216"/>
                    </a:lnTo>
                    <a:cubicBezTo>
                      <a:pt x="2545" y="156"/>
                      <a:pt x="2522" y="102"/>
                      <a:pt x="2486" y="63"/>
                    </a:cubicBezTo>
                    <a:cubicBezTo>
                      <a:pt x="2449" y="25"/>
                      <a:pt x="2399" y="0"/>
                      <a:pt x="234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4" name="Freeform 613">
                <a:extLst>
                  <a:ext uri="{FF2B5EF4-FFF2-40B4-BE49-F238E27FC236}">
                    <a16:creationId xmlns:a16="http://schemas.microsoft.com/office/drawing/2014/main" id="{39B703AF-6E73-2341-9B65-34A37B24EC41}"/>
                  </a:ext>
                </a:extLst>
              </p:cNvPr>
              <p:cNvSpPr/>
              <p:nvPr/>
            </p:nvSpPr>
            <p:spPr>
              <a:xfrm>
                <a:off x="1746603" y="8145355"/>
                <a:ext cx="3185489" cy="1595174"/>
              </a:xfrm>
              <a:custGeom>
                <a:avLst/>
                <a:gdLst>
                  <a:gd name="connsiteX0" fmla="*/ 259025 w 3185489"/>
                  <a:gd name="connsiteY0" fmla="*/ 17447 h 1595174"/>
                  <a:gd name="connsiteX1" fmla="*/ 88419 w 3185489"/>
                  <a:gd name="connsiteY1" fmla="*/ 93406 h 1595174"/>
                  <a:gd name="connsiteX2" fmla="*/ 16192 w 3185489"/>
                  <a:gd name="connsiteY2" fmla="*/ 277701 h 1595174"/>
                  <a:gd name="connsiteX3" fmla="*/ 16192 w 3185489"/>
                  <a:gd name="connsiteY3" fmla="*/ 1318715 h 1595174"/>
                  <a:gd name="connsiteX4" fmla="*/ 88419 w 3185489"/>
                  <a:gd name="connsiteY4" fmla="*/ 1501765 h 1595174"/>
                  <a:gd name="connsiteX5" fmla="*/ 259025 w 3185489"/>
                  <a:gd name="connsiteY5" fmla="*/ 1578969 h 1595174"/>
                  <a:gd name="connsiteX6" fmla="*/ 2926454 w 3185489"/>
                  <a:gd name="connsiteY6" fmla="*/ 1578969 h 1595174"/>
                  <a:gd name="connsiteX7" fmla="*/ 3098305 w 3185489"/>
                  <a:gd name="connsiteY7" fmla="*/ 1501765 h 1595174"/>
                  <a:gd name="connsiteX8" fmla="*/ 3169287 w 3185489"/>
                  <a:gd name="connsiteY8" fmla="*/ 1318715 h 1595174"/>
                  <a:gd name="connsiteX9" fmla="*/ 3169287 w 3185489"/>
                  <a:gd name="connsiteY9" fmla="*/ 277701 h 1595174"/>
                  <a:gd name="connsiteX10" fmla="*/ 3098305 w 3185489"/>
                  <a:gd name="connsiteY10" fmla="*/ 93406 h 1595174"/>
                  <a:gd name="connsiteX11" fmla="*/ 2926454 w 3185489"/>
                  <a:gd name="connsiteY11" fmla="*/ 17447 h 1595174"/>
                  <a:gd name="connsiteX12" fmla="*/ 259023 w 3185489"/>
                  <a:gd name="connsiteY12" fmla="*/ 0 h 1595174"/>
                  <a:gd name="connsiteX13" fmla="*/ 2926466 w 3185489"/>
                  <a:gd name="connsiteY13" fmla="*/ 0 h 1595174"/>
                  <a:gd name="connsiteX14" fmla="*/ 3110771 w 3185489"/>
                  <a:gd name="connsiteY14" fmla="*/ 82187 h 1595174"/>
                  <a:gd name="connsiteX15" fmla="*/ 3185489 w 3185489"/>
                  <a:gd name="connsiteY15" fmla="*/ 277692 h 1595174"/>
                  <a:gd name="connsiteX16" fmla="*/ 3185489 w 3185489"/>
                  <a:gd name="connsiteY16" fmla="*/ 1318727 h 1595174"/>
                  <a:gd name="connsiteX17" fmla="*/ 3110771 w 3185489"/>
                  <a:gd name="connsiteY17" fmla="*/ 1514232 h 1595174"/>
                  <a:gd name="connsiteX18" fmla="*/ 2926466 w 3185489"/>
                  <a:gd name="connsiteY18" fmla="*/ 1595174 h 1595174"/>
                  <a:gd name="connsiteX19" fmla="*/ 259023 w 3185489"/>
                  <a:gd name="connsiteY19" fmla="*/ 1595174 h 1595174"/>
                  <a:gd name="connsiteX20" fmla="*/ 75964 w 3185489"/>
                  <a:gd name="connsiteY20" fmla="*/ 1514232 h 1595174"/>
                  <a:gd name="connsiteX21" fmla="*/ 0 w 3185489"/>
                  <a:gd name="connsiteY21" fmla="*/ 1318727 h 1595174"/>
                  <a:gd name="connsiteX22" fmla="*/ 0 w 3185489"/>
                  <a:gd name="connsiteY22" fmla="*/ 277692 h 1595174"/>
                  <a:gd name="connsiteX23" fmla="*/ 75964 w 3185489"/>
                  <a:gd name="connsiteY23" fmla="*/ 82187 h 1595174"/>
                  <a:gd name="connsiteX24" fmla="*/ 259023 w 3185489"/>
                  <a:gd name="connsiteY24" fmla="*/ 0 h 1595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85489" h="1595174">
                    <a:moveTo>
                      <a:pt x="259025" y="17447"/>
                    </a:moveTo>
                    <a:cubicBezTo>
                      <a:pt x="194270" y="17447"/>
                      <a:pt x="133250" y="44842"/>
                      <a:pt x="88419" y="93406"/>
                    </a:cubicBezTo>
                    <a:cubicBezTo>
                      <a:pt x="42343" y="141971"/>
                      <a:pt x="16192" y="207968"/>
                      <a:pt x="16192" y="277701"/>
                    </a:cubicBezTo>
                    <a:lnTo>
                      <a:pt x="16192" y="1318715"/>
                    </a:lnTo>
                    <a:cubicBezTo>
                      <a:pt x="16192" y="1388448"/>
                      <a:pt x="42343" y="1453201"/>
                      <a:pt x="88419" y="1501765"/>
                    </a:cubicBezTo>
                    <a:cubicBezTo>
                      <a:pt x="133250" y="1551574"/>
                      <a:pt x="194270" y="1578969"/>
                      <a:pt x="259025" y="1578969"/>
                    </a:cubicBezTo>
                    <a:lnTo>
                      <a:pt x="2926454" y="1578969"/>
                    </a:lnTo>
                    <a:cubicBezTo>
                      <a:pt x="2991209" y="1578969"/>
                      <a:pt x="3052229" y="1551574"/>
                      <a:pt x="3098305" y="1501765"/>
                    </a:cubicBezTo>
                    <a:cubicBezTo>
                      <a:pt x="3143136" y="1453201"/>
                      <a:pt x="3169287" y="1388448"/>
                      <a:pt x="3169287" y="1318715"/>
                    </a:cubicBezTo>
                    <a:lnTo>
                      <a:pt x="3169287" y="277701"/>
                    </a:lnTo>
                    <a:cubicBezTo>
                      <a:pt x="3169287" y="207968"/>
                      <a:pt x="3143136" y="141971"/>
                      <a:pt x="3098305" y="93406"/>
                    </a:cubicBezTo>
                    <a:cubicBezTo>
                      <a:pt x="3052229" y="44842"/>
                      <a:pt x="2991209" y="17447"/>
                      <a:pt x="2926454" y="17447"/>
                    </a:cubicBezTo>
                    <a:close/>
                    <a:moveTo>
                      <a:pt x="259023" y="0"/>
                    </a:moveTo>
                    <a:lnTo>
                      <a:pt x="2926466" y="0"/>
                    </a:lnTo>
                    <a:cubicBezTo>
                      <a:pt x="2996203" y="0"/>
                      <a:pt x="3060959" y="29886"/>
                      <a:pt x="3110771" y="82187"/>
                    </a:cubicBezTo>
                    <a:cubicBezTo>
                      <a:pt x="3159338" y="134488"/>
                      <a:pt x="3185489" y="204222"/>
                      <a:pt x="3185489" y="277692"/>
                    </a:cubicBezTo>
                    <a:lnTo>
                      <a:pt x="3185489" y="1318727"/>
                    </a:lnTo>
                    <a:cubicBezTo>
                      <a:pt x="3185489" y="1392197"/>
                      <a:pt x="3159338" y="1461931"/>
                      <a:pt x="3110771" y="1514232"/>
                    </a:cubicBezTo>
                    <a:cubicBezTo>
                      <a:pt x="3060959" y="1566533"/>
                      <a:pt x="2996203" y="1595174"/>
                      <a:pt x="2926466" y="1595174"/>
                    </a:cubicBezTo>
                    <a:lnTo>
                      <a:pt x="259023" y="1595174"/>
                    </a:lnTo>
                    <a:cubicBezTo>
                      <a:pt x="189286" y="1595174"/>
                      <a:pt x="124531" y="1566533"/>
                      <a:pt x="75964" y="1514232"/>
                    </a:cubicBezTo>
                    <a:cubicBezTo>
                      <a:pt x="27397" y="1461931"/>
                      <a:pt x="0" y="1392197"/>
                      <a:pt x="0" y="1318727"/>
                    </a:cubicBezTo>
                    <a:lnTo>
                      <a:pt x="0" y="277692"/>
                    </a:lnTo>
                    <a:cubicBezTo>
                      <a:pt x="0" y="204222"/>
                      <a:pt x="27397" y="134488"/>
                      <a:pt x="75964" y="82187"/>
                    </a:cubicBezTo>
                    <a:cubicBezTo>
                      <a:pt x="124531" y="29886"/>
                      <a:pt x="189286" y="0"/>
                      <a:pt x="2590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8" name="Freeform 357">
                <a:extLst>
                  <a:ext uri="{FF2B5EF4-FFF2-40B4-BE49-F238E27FC236}">
                    <a16:creationId xmlns:a16="http://schemas.microsoft.com/office/drawing/2014/main" id="{03591B93-03BA-6A46-8DCC-A89DE9D922A1}"/>
                  </a:ext>
                </a:extLst>
              </p:cNvPr>
              <p:cNvSpPr/>
              <p:nvPr/>
            </p:nvSpPr>
            <p:spPr>
              <a:xfrm>
                <a:off x="1942193" y="8358460"/>
                <a:ext cx="1544782" cy="11702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41" h="940">
                    <a:moveTo>
                      <a:pt x="1112" y="0"/>
                    </a:moveTo>
                    <a:lnTo>
                      <a:pt x="621" y="0"/>
                    </a:lnTo>
                    <a:lnTo>
                      <a:pt x="129" y="0"/>
                    </a:lnTo>
                    <a:cubicBezTo>
                      <a:pt x="93" y="0"/>
                      <a:pt x="61" y="15"/>
                      <a:pt x="38" y="39"/>
                    </a:cubicBezTo>
                    <a:cubicBezTo>
                      <a:pt x="15" y="63"/>
                      <a:pt x="0" y="96"/>
                      <a:pt x="0" y="132"/>
                    </a:cubicBezTo>
                    <a:lnTo>
                      <a:pt x="0" y="470"/>
                    </a:lnTo>
                    <a:lnTo>
                      <a:pt x="0" y="807"/>
                    </a:lnTo>
                    <a:cubicBezTo>
                      <a:pt x="0" y="844"/>
                      <a:pt x="15" y="877"/>
                      <a:pt x="38" y="901"/>
                    </a:cubicBezTo>
                    <a:cubicBezTo>
                      <a:pt x="61" y="925"/>
                      <a:pt x="93" y="940"/>
                      <a:pt x="129" y="940"/>
                    </a:cubicBezTo>
                    <a:lnTo>
                      <a:pt x="621" y="940"/>
                    </a:lnTo>
                    <a:lnTo>
                      <a:pt x="1112" y="940"/>
                    </a:lnTo>
                    <a:cubicBezTo>
                      <a:pt x="1147" y="940"/>
                      <a:pt x="1180" y="925"/>
                      <a:pt x="1203" y="901"/>
                    </a:cubicBezTo>
                    <a:cubicBezTo>
                      <a:pt x="1226" y="877"/>
                      <a:pt x="1241" y="844"/>
                      <a:pt x="1241" y="807"/>
                    </a:cubicBezTo>
                    <a:lnTo>
                      <a:pt x="1241" y="470"/>
                    </a:lnTo>
                    <a:lnTo>
                      <a:pt x="1241" y="132"/>
                    </a:lnTo>
                    <a:cubicBezTo>
                      <a:pt x="1241" y="96"/>
                      <a:pt x="1226" y="63"/>
                      <a:pt x="1203" y="39"/>
                    </a:cubicBezTo>
                    <a:cubicBezTo>
                      <a:pt x="1180" y="15"/>
                      <a:pt x="1147" y="0"/>
                      <a:pt x="111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5" name="Freeform 614">
                <a:extLst>
                  <a:ext uri="{FF2B5EF4-FFF2-40B4-BE49-F238E27FC236}">
                    <a16:creationId xmlns:a16="http://schemas.microsoft.com/office/drawing/2014/main" id="{B5E8ECAB-AABC-8F49-86D9-EA3DE0E9DED6}"/>
                  </a:ext>
                </a:extLst>
              </p:cNvPr>
              <p:cNvSpPr/>
              <p:nvPr/>
            </p:nvSpPr>
            <p:spPr>
              <a:xfrm>
                <a:off x="1933472" y="8349737"/>
                <a:ext cx="1560974" cy="1186410"/>
              </a:xfrm>
              <a:custGeom>
                <a:avLst/>
                <a:gdLst>
                  <a:gd name="connsiteX0" fmla="*/ 169304 w 1560974"/>
                  <a:gd name="connsiteY0" fmla="*/ 16200 h 1186410"/>
                  <a:gd name="connsiteX1" fmla="*/ 62253 w 1560974"/>
                  <a:gd name="connsiteY1" fmla="*/ 62261 h 1186410"/>
                  <a:gd name="connsiteX2" fmla="*/ 17441 w 1560974"/>
                  <a:gd name="connsiteY2" fmla="*/ 173055 h 1186410"/>
                  <a:gd name="connsiteX3" fmla="*/ 17441 w 1560974"/>
                  <a:gd name="connsiteY3" fmla="*/ 1013353 h 1186410"/>
                  <a:gd name="connsiteX4" fmla="*/ 62253 w 1560974"/>
                  <a:gd name="connsiteY4" fmla="*/ 1124147 h 1186410"/>
                  <a:gd name="connsiteX5" fmla="*/ 169304 w 1560974"/>
                  <a:gd name="connsiteY5" fmla="*/ 1170208 h 1186410"/>
                  <a:gd name="connsiteX6" fmla="*/ 1392919 w 1560974"/>
                  <a:gd name="connsiteY6" fmla="*/ 1170208 h 1186410"/>
                  <a:gd name="connsiteX7" fmla="*/ 1499970 w 1560974"/>
                  <a:gd name="connsiteY7" fmla="*/ 1124147 h 1186410"/>
                  <a:gd name="connsiteX8" fmla="*/ 1544782 w 1560974"/>
                  <a:gd name="connsiteY8" fmla="*/ 1013353 h 1186410"/>
                  <a:gd name="connsiteX9" fmla="*/ 1544782 w 1560974"/>
                  <a:gd name="connsiteY9" fmla="*/ 173055 h 1186410"/>
                  <a:gd name="connsiteX10" fmla="*/ 1499970 w 1560974"/>
                  <a:gd name="connsiteY10" fmla="*/ 62261 h 1186410"/>
                  <a:gd name="connsiteX11" fmla="*/ 1392919 w 1560974"/>
                  <a:gd name="connsiteY11" fmla="*/ 16200 h 1186410"/>
                  <a:gd name="connsiteX12" fmla="*/ 169292 w 1560974"/>
                  <a:gd name="connsiteY12" fmla="*/ 0 h 1186410"/>
                  <a:gd name="connsiteX13" fmla="*/ 1392927 w 1560974"/>
                  <a:gd name="connsiteY13" fmla="*/ 0 h 1186410"/>
                  <a:gd name="connsiteX14" fmla="*/ 1512427 w 1560974"/>
                  <a:gd name="connsiteY14" fmla="*/ 51042 h 1186410"/>
                  <a:gd name="connsiteX15" fmla="*/ 1560974 w 1560974"/>
                  <a:gd name="connsiteY15" fmla="*/ 173044 h 1186410"/>
                  <a:gd name="connsiteX16" fmla="*/ 1560974 w 1560974"/>
                  <a:gd name="connsiteY16" fmla="*/ 1013366 h 1186410"/>
                  <a:gd name="connsiteX17" fmla="*/ 1512427 w 1560974"/>
                  <a:gd name="connsiteY17" fmla="*/ 1136613 h 1186410"/>
                  <a:gd name="connsiteX18" fmla="*/ 1392927 w 1560974"/>
                  <a:gd name="connsiteY18" fmla="*/ 1186410 h 1186410"/>
                  <a:gd name="connsiteX19" fmla="*/ 169292 w 1560974"/>
                  <a:gd name="connsiteY19" fmla="*/ 1186410 h 1186410"/>
                  <a:gd name="connsiteX20" fmla="*/ 49792 w 1560974"/>
                  <a:gd name="connsiteY20" fmla="*/ 1136613 h 1186410"/>
                  <a:gd name="connsiteX21" fmla="*/ 0 w 1560974"/>
                  <a:gd name="connsiteY21" fmla="*/ 1013366 h 1186410"/>
                  <a:gd name="connsiteX22" fmla="*/ 0 w 1560974"/>
                  <a:gd name="connsiteY22" fmla="*/ 173044 h 1186410"/>
                  <a:gd name="connsiteX23" fmla="*/ 49792 w 1560974"/>
                  <a:gd name="connsiteY23" fmla="*/ 51042 h 1186410"/>
                  <a:gd name="connsiteX24" fmla="*/ 169292 w 1560974"/>
                  <a:gd name="connsiteY24" fmla="*/ 0 h 1186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60974" h="1186410">
                    <a:moveTo>
                      <a:pt x="169304" y="16200"/>
                    </a:moveTo>
                    <a:cubicBezTo>
                      <a:pt x="129471" y="16200"/>
                      <a:pt x="90883" y="33629"/>
                      <a:pt x="62253" y="62261"/>
                    </a:cubicBezTo>
                    <a:cubicBezTo>
                      <a:pt x="32378" y="92138"/>
                      <a:pt x="17441" y="131974"/>
                      <a:pt x="17441" y="173055"/>
                    </a:cubicBezTo>
                    <a:lnTo>
                      <a:pt x="17441" y="1013353"/>
                    </a:lnTo>
                    <a:cubicBezTo>
                      <a:pt x="17441" y="1055679"/>
                      <a:pt x="32378" y="1095515"/>
                      <a:pt x="62253" y="1124147"/>
                    </a:cubicBezTo>
                    <a:cubicBezTo>
                      <a:pt x="90883" y="1154025"/>
                      <a:pt x="129471" y="1170208"/>
                      <a:pt x="169304" y="1170208"/>
                    </a:cubicBezTo>
                    <a:lnTo>
                      <a:pt x="1392919" y="1170208"/>
                    </a:lnTo>
                    <a:cubicBezTo>
                      <a:pt x="1432752" y="1170208"/>
                      <a:pt x="1471340" y="1154025"/>
                      <a:pt x="1499970" y="1124147"/>
                    </a:cubicBezTo>
                    <a:cubicBezTo>
                      <a:pt x="1528600" y="1095515"/>
                      <a:pt x="1544782" y="1055679"/>
                      <a:pt x="1544782" y="1013353"/>
                    </a:cubicBezTo>
                    <a:lnTo>
                      <a:pt x="1544782" y="173055"/>
                    </a:lnTo>
                    <a:cubicBezTo>
                      <a:pt x="1544782" y="131974"/>
                      <a:pt x="1528600" y="92138"/>
                      <a:pt x="1499970" y="62261"/>
                    </a:cubicBezTo>
                    <a:cubicBezTo>
                      <a:pt x="1471340" y="33629"/>
                      <a:pt x="1432752" y="16200"/>
                      <a:pt x="1392919" y="16200"/>
                    </a:cubicBezTo>
                    <a:close/>
                    <a:moveTo>
                      <a:pt x="169292" y="0"/>
                    </a:moveTo>
                    <a:lnTo>
                      <a:pt x="1392927" y="0"/>
                    </a:lnTo>
                    <a:cubicBezTo>
                      <a:pt x="1437739" y="0"/>
                      <a:pt x="1480062" y="17429"/>
                      <a:pt x="1512427" y="51042"/>
                    </a:cubicBezTo>
                    <a:cubicBezTo>
                      <a:pt x="1543547" y="83410"/>
                      <a:pt x="1560974" y="126982"/>
                      <a:pt x="1560974" y="173044"/>
                    </a:cubicBezTo>
                    <a:lnTo>
                      <a:pt x="1560974" y="1013366"/>
                    </a:lnTo>
                    <a:cubicBezTo>
                      <a:pt x="1560974" y="1060673"/>
                      <a:pt x="1543547" y="1104245"/>
                      <a:pt x="1512427" y="1136613"/>
                    </a:cubicBezTo>
                    <a:cubicBezTo>
                      <a:pt x="1480062" y="1168981"/>
                      <a:pt x="1437739" y="1186410"/>
                      <a:pt x="1392927" y="1186410"/>
                    </a:cubicBezTo>
                    <a:lnTo>
                      <a:pt x="169292" y="1186410"/>
                    </a:lnTo>
                    <a:cubicBezTo>
                      <a:pt x="124480" y="1186410"/>
                      <a:pt x="80912" y="1168981"/>
                      <a:pt x="49792" y="1136613"/>
                    </a:cubicBezTo>
                    <a:cubicBezTo>
                      <a:pt x="17427" y="1104245"/>
                      <a:pt x="0" y="1060673"/>
                      <a:pt x="0" y="1013366"/>
                    </a:cubicBezTo>
                    <a:lnTo>
                      <a:pt x="0" y="173044"/>
                    </a:lnTo>
                    <a:cubicBezTo>
                      <a:pt x="0" y="126982"/>
                      <a:pt x="17427" y="83410"/>
                      <a:pt x="49792" y="51042"/>
                    </a:cubicBezTo>
                    <a:cubicBezTo>
                      <a:pt x="80912" y="17429"/>
                      <a:pt x="124480" y="0"/>
                      <a:pt x="1692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0A275DE2-DDD1-2143-BAF7-5564592A0131}"/>
                  </a:ext>
                </a:extLst>
              </p:cNvPr>
              <p:cNvSpPr/>
              <p:nvPr/>
            </p:nvSpPr>
            <p:spPr>
              <a:xfrm>
                <a:off x="2097917" y="8530440"/>
                <a:ext cx="437273" cy="4386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2" h="353">
                    <a:moveTo>
                      <a:pt x="352" y="194"/>
                    </a:moveTo>
                    <a:lnTo>
                      <a:pt x="352" y="160"/>
                    </a:lnTo>
                    <a:cubicBezTo>
                      <a:pt x="352" y="151"/>
                      <a:pt x="345" y="144"/>
                      <a:pt x="336" y="144"/>
                    </a:cubicBezTo>
                    <a:lnTo>
                      <a:pt x="317" y="144"/>
                    </a:lnTo>
                    <a:cubicBezTo>
                      <a:pt x="310" y="144"/>
                      <a:pt x="304" y="139"/>
                      <a:pt x="301" y="132"/>
                    </a:cubicBezTo>
                    <a:cubicBezTo>
                      <a:pt x="300" y="128"/>
                      <a:pt x="298" y="124"/>
                      <a:pt x="296" y="120"/>
                    </a:cubicBezTo>
                    <a:cubicBezTo>
                      <a:pt x="293" y="114"/>
                      <a:pt x="294" y="106"/>
                      <a:pt x="299" y="101"/>
                    </a:cubicBezTo>
                    <a:lnTo>
                      <a:pt x="313" y="87"/>
                    </a:lnTo>
                    <a:cubicBezTo>
                      <a:pt x="319" y="81"/>
                      <a:pt x="319" y="71"/>
                      <a:pt x="313" y="64"/>
                    </a:cubicBezTo>
                    <a:lnTo>
                      <a:pt x="289" y="40"/>
                    </a:lnTo>
                    <a:cubicBezTo>
                      <a:pt x="283" y="34"/>
                      <a:pt x="272" y="34"/>
                      <a:pt x="266" y="40"/>
                    </a:cubicBezTo>
                    <a:lnTo>
                      <a:pt x="252" y="54"/>
                    </a:lnTo>
                    <a:cubicBezTo>
                      <a:pt x="247" y="59"/>
                      <a:pt x="239" y="60"/>
                      <a:pt x="233" y="57"/>
                    </a:cubicBezTo>
                    <a:cubicBezTo>
                      <a:pt x="229" y="55"/>
                      <a:pt x="225" y="53"/>
                      <a:pt x="221" y="52"/>
                    </a:cubicBezTo>
                    <a:cubicBezTo>
                      <a:pt x="214" y="49"/>
                      <a:pt x="209" y="43"/>
                      <a:pt x="209" y="36"/>
                    </a:cubicBezTo>
                    <a:lnTo>
                      <a:pt x="209" y="17"/>
                    </a:lnTo>
                    <a:cubicBezTo>
                      <a:pt x="209" y="8"/>
                      <a:pt x="202" y="0"/>
                      <a:pt x="193" y="0"/>
                    </a:cubicBezTo>
                    <a:lnTo>
                      <a:pt x="160" y="0"/>
                    </a:lnTo>
                    <a:cubicBezTo>
                      <a:pt x="151" y="0"/>
                      <a:pt x="143" y="8"/>
                      <a:pt x="143" y="17"/>
                    </a:cubicBezTo>
                    <a:lnTo>
                      <a:pt x="143" y="36"/>
                    </a:lnTo>
                    <a:cubicBezTo>
                      <a:pt x="143" y="43"/>
                      <a:pt x="138" y="49"/>
                      <a:pt x="132" y="52"/>
                    </a:cubicBezTo>
                    <a:cubicBezTo>
                      <a:pt x="127" y="53"/>
                      <a:pt x="124" y="55"/>
                      <a:pt x="120" y="57"/>
                    </a:cubicBezTo>
                    <a:cubicBezTo>
                      <a:pt x="113" y="60"/>
                      <a:pt x="105" y="59"/>
                      <a:pt x="100" y="54"/>
                    </a:cubicBezTo>
                    <a:lnTo>
                      <a:pt x="87" y="40"/>
                    </a:lnTo>
                    <a:cubicBezTo>
                      <a:pt x="80" y="34"/>
                      <a:pt x="70" y="34"/>
                      <a:pt x="64" y="40"/>
                    </a:cubicBezTo>
                    <a:lnTo>
                      <a:pt x="40" y="64"/>
                    </a:lnTo>
                    <a:cubicBezTo>
                      <a:pt x="34" y="71"/>
                      <a:pt x="34" y="81"/>
                      <a:pt x="40" y="87"/>
                    </a:cubicBezTo>
                    <a:lnTo>
                      <a:pt x="53" y="101"/>
                    </a:lnTo>
                    <a:cubicBezTo>
                      <a:pt x="58" y="106"/>
                      <a:pt x="59" y="114"/>
                      <a:pt x="57" y="120"/>
                    </a:cubicBezTo>
                    <a:cubicBezTo>
                      <a:pt x="55" y="124"/>
                      <a:pt x="53" y="128"/>
                      <a:pt x="52" y="132"/>
                    </a:cubicBezTo>
                    <a:cubicBezTo>
                      <a:pt x="49" y="139"/>
                      <a:pt x="43" y="144"/>
                      <a:pt x="36" y="144"/>
                    </a:cubicBezTo>
                    <a:lnTo>
                      <a:pt x="17" y="144"/>
                    </a:lnTo>
                    <a:cubicBezTo>
                      <a:pt x="8" y="144"/>
                      <a:pt x="0" y="151"/>
                      <a:pt x="0" y="160"/>
                    </a:cubicBezTo>
                    <a:lnTo>
                      <a:pt x="0" y="194"/>
                    </a:lnTo>
                    <a:cubicBezTo>
                      <a:pt x="0" y="203"/>
                      <a:pt x="8" y="210"/>
                      <a:pt x="17" y="210"/>
                    </a:cubicBezTo>
                    <a:lnTo>
                      <a:pt x="36" y="210"/>
                    </a:lnTo>
                    <a:cubicBezTo>
                      <a:pt x="43" y="210"/>
                      <a:pt x="49" y="214"/>
                      <a:pt x="52" y="221"/>
                    </a:cubicBezTo>
                    <a:cubicBezTo>
                      <a:pt x="53" y="225"/>
                      <a:pt x="55" y="230"/>
                      <a:pt x="57" y="234"/>
                    </a:cubicBezTo>
                    <a:cubicBezTo>
                      <a:pt x="59" y="240"/>
                      <a:pt x="58" y="247"/>
                      <a:pt x="53" y="252"/>
                    </a:cubicBezTo>
                    <a:lnTo>
                      <a:pt x="40" y="266"/>
                    </a:lnTo>
                    <a:cubicBezTo>
                      <a:pt x="34" y="273"/>
                      <a:pt x="34" y="283"/>
                      <a:pt x="40" y="290"/>
                    </a:cubicBezTo>
                    <a:lnTo>
                      <a:pt x="64" y="313"/>
                    </a:lnTo>
                    <a:cubicBezTo>
                      <a:pt x="70" y="320"/>
                      <a:pt x="80" y="320"/>
                      <a:pt x="87" y="313"/>
                    </a:cubicBezTo>
                    <a:lnTo>
                      <a:pt x="100" y="299"/>
                    </a:lnTo>
                    <a:cubicBezTo>
                      <a:pt x="105" y="294"/>
                      <a:pt x="113" y="293"/>
                      <a:pt x="120" y="296"/>
                    </a:cubicBezTo>
                    <a:cubicBezTo>
                      <a:pt x="124" y="298"/>
                      <a:pt x="127" y="300"/>
                      <a:pt x="132" y="302"/>
                    </a:cubicBezTo>
                    <a:cubicBezTo>
                      <a:pt x="138" y="304"/>
                      <a:pt x="143" y="310"/>
                      <a:pt x="143" y="317"/>
                    </a:cubicBezTo>
                    <a:lnTo>
                      <a:pt x="143" y="336"/>
                    </a:lnTo>
                    <a:cubicBezTo>
                      <a:pt x="143" y="345"/>
                      <a:pt x="151" y="353"/>
                      <a:pt x="160" y="353"/>
                    </a:cubicBezTo>
                    <a:lnTo>
                      <a:pt x="193" y="353"/>
                    </a:lnTo>
                    <a:cubicBezTo>
                      <a:pt x="202" y="353"/>
                      <a:pt x="209" y="345"/>
                      <a:pt x="209" y="336"/>
                    </a:cubicBezTo>
                    <a:lnTo>
                      <a:pt x="209" y="317"/>
                    </a:lnTo>
                    <a:cubicBezTo>
                      <a:pt x="209" y="310"/>
                      <a:pt x="214" y="304"/>
                      <a:pt x="221" y="302"/>
                    </a:cubicBezTo>
                    <a:cubicBezTo>
                      <a:pt x="225" y="300"/>
                      <a:pt x="229" y="298"/>
                      <a:pt x="233" y="296"/>
                    </a:cubicBezTo>
                    <a:cubicBezTo>
                      <a:pt x="239" y="293"/>
                      <a:pt x="247" y="294"/>
                      <a:pt x="252" y="299"/>
                    </a:cubicBezTo>
                    <a:lnTo>
                      <a:pt x="266" y="313"/>
                    </a:lnTo>
                    <a:cubicBezTo>
                      <a:pt x="272" y="320"/>
                      <a:pt x="283" y="320"/>
                      <a:pt x="289" y="313"/>
                    </a:cubicBezTo>
                    <a:lnTo>
                      <a:pt x="313" y="290"/>
                    </a:lnTo>
                    <a:cubicBezTo>
                      <a:pt x="319" y="283"/>
                      <a:pt x="319" y="273"/>
                      <a:pt x="313" y="266"/>
                    </a:cubicBezTo>
                    <a:lnTo>
                      <a:pt x="299" y="252"/>
                    </a:lnTo>
                    <a:cubicBezTo>
                      <a:pt x="294" y="247"/>
                      <a:pt x="293" y="240"/>
                      <a:pt x="296" y="234"/>
                    </a:cubicBezTo>
                    <a:cubicBezTo>
                      <a:pt x="298" y="230"/>
                      <a:pt x="300" y="225"/>
                      <a:pt x="301" y="221"/>
                    </a:cubicBezTo>
                    <a:cubicBezTo>
                      <a:pt x="304" y="214"/>
                      <a:pt x="310" y="210"/>
                      <a:pt x="317" y="210"/>
                    </a:cubicBezTo>
                    <a:lnTo>
                      <a:pt x="336" y="210"/>
                    </a:lnTo>
                    <a:cubicBezTo>
                      <a:pt x="345" y="210"/>
                      <a:pt x="352" y="203"/>
                      <a:pt x="352" y="19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72D0E8E9-5B25-E145-BFEA-8A4BCF136D39}"/>
                  </a:ext>
                </a:extLst>
              </p:cNvPr>
              <p:cNvSpPr/>
              <p:nvPr/>
            </p:nvSpPr>
            <p:spPr>
              <a:xfrm>
                <a:off x="2246162" y="8679987"/>
                <a:ext cx="140774" cy="14082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4" h="114">
                    <a:moveTo>
                      <a:pt x="65" y="113"/>
                    </a:moveTo>
                    <a:cubicBezTo>
                      <a:pt x="27" y="118"/>
                      <a:pt x="-4" y="87"/>
                      <a:pt x="1" y="49"/>
                    </a:cubicBezTo>
                    <a:cubicBezTo>
                      <a:pt x="4" y="24"/>
                      <a:pt x="25" y="3"/>
                      <a:pt x="50" y="0"/>
                    </a:cubicBezTo>
                    <a:cubicBezTo>
                      <a:pt x="87" y="-4"/>
                      <a:pt x="118" y="27"/>
                      <a:pt x="114" y="64"/>
                    </a:cubicBezTo>
                    <a:cubicBezTo>
                      <a:pt x="111" y="90"/>
                      <a:pt x="90" y="110"/>
                      <a:pt x="65" y="11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6" name="Freeform 615">
                <a:extLst>
                  <a:ext uri="{FF2B5EF4-FFF2-40B4-BE49-F238E27FC236}">
                    <a16:creationId xmlns:a16="http://schemas.microsoft.com/office/drawing/2014/main" id="{016559DD-E3CF-A340-94EC-0D4A67D85435}"/>
                  </a:ext>
                </a:extLst>
              </p:cNvPr>
              <p:cNvSpPr/>
              <p:nvPr/>
            </p:nvSpPr>
            <p:spPr>
              <a:xfrm>
                <a:off x="2090439" y="8522962"/>
                <a:ext cx="453468" cy="453627"/>
              </a:xfrm>
              <a:custGeom>
                <a:avLst/>
                <a:gdLst>
                  <a:gd name="connsiteX0" fmla="*/ 206239 w 453468"/>
                  <a:gd name="connsiteY0" fmla="*/ 16201 h 453627"/>
                  <a:gd name="connsiteX1" fmla="*/ 193818 w 453468"/>
                  <a:gd name="connsiteY1" fmla="*/ 28627 h 453627"/>
                  <a:gd name="connsiteX2" fmla="*/ 193818 w 453468"/>
                  <a:gd name="connsiteY2" fmla="*/ 52235 h 453627"/>
                  <a:gd name="connsiteX3" fmla="*/ 173944 w 453468"/>
                  <a:gd name="connsiteY3" fmla="*/ 79571 h 453627"/>
                  <a:gd name="connsiteX4" fmla="*/ 159039 w 453468"/>
                  <a:gd name="connsiteY4" fmla="*/ 85784 h 453627"/>
                  <a:gd name="connsiteX5" fmla="*/ 126744 w 453468"/>
                  <a:gd name="connsiteY5" fmla="*/ 79571 h 453627"/>
                  <a:gd name="connsiteX6" fmla="*/ 109354 w 453468"/>
                  <a:gd name="connsiteY6" fmla="*/ 63418 h 453627"/>
                  <a:gd name="connsiteX7" fmla="*/ 93206 w 453468"/>
                  <a:gd name="connsiteY7" fmla="*/ 63418 h 453627"/>
                  <a:gd name="connsiteX8" fmla="*/ 63396 w 453468"/>
                  <a:gd name="connsiteY8" fmla="*/ 93239 h 453627"/>
                  <a:gd name="connsiteX9" fmla="*/ 63396 w 453468"/>
                  <a:gd name="connsiteY9" fmla="*/ 109393 h 453627"/>
                  <a:gd name="connsiteX10" fmla="*/ 79543 w 453468"/>
                  <a:gd name="connsiteY10" fmla="*/ 126788 h 453627"/>
                  <a:gd name="connsiteX11" fmla="*/ 85754 w 453468"/>
                  <a:gd name="connsiteY11" fmla="*/ 160337 h 453627"/>
                  <a:gd name="connsiteX12" fmla="*/ 79543 w 453468"/>
                  <a:gd name="connsiteY12" fmla="*/ 174005 h 453627"/>
                  <a:gd name="connsiteX13" fmla="*/ 52217 w 453468"/>
                  <a:gd name="connsiteY13" fmla="*/ 193886 h 453627"/>
                  <a:gd name="connsiteX14" fmla="*/ 28616 w 453468"/>
                  <a:gd name="connsiteY14" fmla="*/ 193886 h 453627"/>
                  <a:gd name="connsiteX15" fmla="*/ 16195 w 453468"/>
                  <a:gd name="connsiteY15" fmla="*/ 206312 h 453627"/>
                  <a:gd name="connsiteX16" fmla="*/ 16195 w 453468"/>
                  <a:gd name="connsiteY16" fmla="*/ 248559 h 453627"/>
                  <a:gd name="connsiteX17" fmla="*/ 28616 w 453468"/>
                  <a:gd name="connsiteY17" fmla="*/ 259742 h 453627"/>
                  <a:gd name="connsiteX18" fmla="*/ 52217 w 453468"/>
                  <a:gd name="connsiteY18" fmla="*/ 259742 h 453627"/>
                  <a:gd name="connsiteX19" fmla="*/ 79543 w 453468"/>
                  <a:gd name="connsiteY19" fmla="*/ 279623 h 453627"/>
                  <a:gd name="connsiteX20" fmla="*/ 85754 w 453468"/>
                  <a:gd name="connsiteY20" fmla="*/ 293291 h 453627"/>
                  <a:gd name="connsiteX21" fmla="*/ 79543 w 453468"/>
                  <a:gd name="connsiteY21" fmla="*/ 326840 h 453627"/>
                  <a:gd name="connsiteX22" fmla="*/ 63396 w 453468"/>
                  <a:gd name="connsiteY22" fmla="*/ 344235 h 453627"/>
                  <a:gd name="connsiteX23" fmla="*/ 63396 w 453468"/>
                  <a:gd name="connsiteY23" fmla="*/ 361631 h 453627"/>
                  <a:gd name="connsiteX24" fmla="*/ 93206 w 453468"/>
                  <a:gd name="connsiteY24" fmla="*/ 390210 h 453627"/>
                  <a:gd name="connsiteX25" fmla="*/ 109354 w 453468"/>
                  <a:gd name="connsiteY25" fmla="*/ 390210 h 453627"/>
                  <a:gd name="connsiteX26" fmla="*/ 126744 w 453468"/>
                  <a:gd name="connsiteY26" fmla="*/ 372814 h 453627"/>
                  <a:gd name="connsiteX27" fmla="*/ 146618 w 453468"/>
                  <a:gd name="connsiteY27" fmla="*/ 365359 h 453627"/>
                  <a:gd name="connsiteX28" fmla="*/ 159039 w 453468"/>
                  <a:gd name="connsiteY28" fmla="*/ 367844 h 453627"/>
                  <a:gd name="connsiteX29" fmla="*/ 173944 w 453468"/>
                  <a:gd name="connsiteY29" fmla="*/ 374057 h 453627"/>
                  <a:gd name="connsiteX30" fmla="*/ 193818 w 453468"/>
                  <a:gd name="connsiteY30" fmla="*/ 401393 h 453627"/>
                  <a:gd name="connsiteX31" fmla="*/ 193818 w 453468"/>
                  <a:gd name="connsiteY31" fmla="*/ 425001 h 453627"/>
                  <a:gd name="connsiteX32" fmla="*/ 206239 w 453468"/>
                  <a:gd name="connsiteY32" fmla="*/ 437427 h 453627"/>
                  <a:gd name="connsiteX33" fmla="*/ 247229 w 453468"/>
                  <a:gd name="connsiteY33" fmla="*/ 437427 h 453627"/>
                  <a:gd name="connsiteX34" fmla="*/ 259650 w 453468"/>
                  <a:gd name="connsiteY34" fmla="*/ 425001 h 453627"/>
                  <a:gd name="connsiteX35" fmla="*/ 259650 w 453468"/>
                  <a:gd name="connsiteY35" fmla="*/ 401393 h 453627"/>
                  <a:gd name="connsiteX36" fmla="*/ 279524 w 453468"/>
                  <a:gd name="connsiteY36" fmla="*/ 374057 h 453627"/>
                  <a:gd name="connsiteX37" fmla="*/ 293187 w 453468"/>
                  <a:gd name="connsiteY37" fmla="*/ 367844 h 453627"/>
                  <a:gd name="connsiteX38" fmla="*/ 326725 w 453468"/>
                  <a:gd name="connsiteY38" fmla="*/ 372814 h 453627"/>
                  <a:gd name="connsiteX39" fmla="*/ 344114 w 453468"/>
                  <a:gd name="connsiteY39" fmla="*/ 390210 h 453627"/>
                  <a:gd name="connsiteX40" fmla="*/ 360262 w 453468"/>
                  <a:gd name="connsiteY40" fmla="*/ 390210 h 453627"/>
                  <a:gd name="connsiteX41" fmla="*/ 390073 w 453468"/>
                  <a:gd name="connsiteY41" fmla="*/ 361631 h 453627"/>
                  <a:gd name="connsiteX42" fmla="*/ 390073 w 453468"/>
                  <a:gd name="connsiteY42" fmla="*/ 344235 h 453627"/>
                  <a:gd name="connsiteX43" fmla="*/ 372683 w 453468"/>
                  <a:gd name="connsiteY43" fmla="*/ 326840 h 453627"/>
                  <a:gd name="connsiteX44" fmla="*/ 367715 w 453468"/>
                  <a:gd name="connsiteY44" fmla="*/ 293291 h 453627"/>
                  <a:gd name="connsiteX45" fmla="*/ 373925 w 453468"/>
                  <a:gd name="connsiteY45" fmla="*/ 279623 h 453627"/>
                  <a:gd name="connsiteX46" fmla="*/ 401252 w 453468"/>
                  <a:gd name="connsiteY46" fmla="*/ 259742 h 453627"/>
                  <a:gd name="connsiteX47" fmla="*/ 424852 w 453468"/>
                  <a:gd name="connsiteY47" fmla="*/ 259742 h 453627"/>
                  <a:gd name="connsiteX48" fmla="*/ 437273 w 453468"/>
                  <a:gd name="connsiteY48" fmla="*/ 248559 h 453627"/>
                  <a:gd name="connsiteX49" fmla="*/ 437273 w 453468"/>
                  <a:gd name="connsiteY49" fmla="*/ 206312 h 453627"/>
                  <a:gd name="connsiteX50" fmla="*/ 424852 w 453468"/>
                  <a:gd name="connsiteY50" fmla="*/ 193886 h 453627"/>
                  <a:gd name="connsiteX51" fmla="*/ 401252 w 453468"/>
                  <a:gd name="connsiteY51" fmla="*/ 193886 h 453627"/>
                  <a:gd name="connsiteX52" fmla="*/ 373925 w 453468"/>
                  <a:gd name="connsiteY52" fmla="*/ 174005 h 453627"/>
                  <a:gd name="connsiteX53" fmla="*/ 367715 w 453468"/>
                  <a:gd name="connsiteY53" fmla="*/ 160337 h 453627"/>
                  <a:gd name="connsiteX54" fmla="*/ 372683 w 453468"/>
                  <a:gd name="connsiteY54" fmla="*/ 126788 h 453627"/>
                  <a:gd name="connsiteX55" fmla="*/ 390073 w 453468"/>
                  <a:gd name="connsiteY55" fmla="*/ 109393 h 453627"/>
                  <a:gd name="connsiteX56" fmla="*/ 390073 w 453468"/>
                  <a:gd name="connsiteY56" fmla="*/ 93239 h 453627"/>
                  <a:gd name="connsiteX57" fmla="*/ 360262 w 453468"/>
                  <a:gd name="connsiteY57" fmla="*/ 63418 h 453627"/>
                  <a:gd name="connsiteX58" fmla="*/ 344114 w 453468"/>
                  <a:gd name="connsiteY58" fmla="*/ 63418 h 453627"/>
                  <a:gd name="connsiteX59" fmla="*/ 326725 w 453468"/>
                  <a:gd name="connsiteY59" fmla="*/ 79571 h 453627"/>
                  <a:gd name="connsiteX60" fmla="*/ 293187 w 453468"/>
                  <a:gd name="connsiteY60" fmla="*/ 85784 h 453627"/>
                  <a:gd name="connsiteX61" fmla="*/ 279524 w 453468"/>
                  <a:gd name="connsiteY61" fmla="*/ 79571 h 453627"/>
                  <a:gd name="connsiteX62" fmla="*/ 259650 w 453468"/>
                  <a:gd name="connsiteY62" fmla="*/ 52235 h 453627"/>
                  <a:gd name="connsiteX63" fmla="*/ 259650 w 453468"/>
                  <a:gd name="connsiteY63" fmla="*/ 28627 h 453627"/>
                  <a:gd name="connsiteX64" fmla="*/ 247229 w 453468"/>
                  <a:gd name="connsiteY64" fmla="*/ 16201 h 453627"/>
                  <a:gd name="connsiteX65" fmla="*/ 206235 w 453468"/>
                  <a:gd name="connsiteY65" fmla="*/ 0 h 453627"/>
                  <a:gd name="connsiteX66" fmla="*/ 247233 w 453468"/>
                  <a:gd name="connsiteY66" fmla="*/ 0 h 453627"/>
                  <a:gd name="connsiteX67" fmla="*/ 275808 w 453468"/>
                  <a:gd name="connsiteY67" fmla="*/ 28585 h 453627"/>
                  <a:gd name="connsiteX68" fmla="*/ 275808 w 453468"/>
                  <a:gd name="connsiteY68" fmla="*/ 52198 h 453627"/>
                  <a:gd name="connsiteX69" fmla="*/ 285747 w 453468"/>
                  <a:gd name="connsiteY69" fmla="*/ 64626 h 453627"/>
                  <a:gd name="connsiteX70" fmla="*/ 300656 w 453468"/>
                  <a:gd name="connsiteY70" fmla="*/ 70840 h 453627"/>
                  <a:gd name="connsiteX71" fmla="*/ 314322 w 453468"/>
                  <a:gd name="connsiteY71" fmla="*/ 68355 h 453627"/>
                  <a:gd name="connsiteX72" fmla="*/ 331715 w 453468"/>
                  <a:gd name="connsiteY72" fmla="*/ 52198 h 453627"/>
                  <a:gd name="connsiteX73" fmla="*/ 372714 w 453468"/>
                  <a:gd name="connsiteY73" fmla="*/ 52198 h 453627"/>
                  <a:gd name="connsiteX74" fmla="*/ 402531 w 453468"/>
                  <a:gd name="connsiteY74" fmla="*/ 80783 h 453627"/>
                  <a:gd name="connsiteX75" fmla="*/ 402531 w 453468"/>
                  <a:gd name="connsiteY75" fmla="*/ 121796 h 453627"/>
                  <a:gd name="connsiteX76" fmla="*/ 385137 w 453468"/>
                  <a:gd name="connsiteY76" fmla="*/ 139195 h 453627"/>
                  <a:gd name="connsiteX77" fmla="*/ 382653 w 453468"/>
                  <a:gd name="connsiteY77" fmla="*/ 152866 h 453627"/>
                  <a:gd name="connsiteX78" fmla="*/ 390107 w 453468"/>
                  <a:gd name="connsiteY78" fmla="*/ 169023 h 453627"/>
                  <a:gd name="connsiteX79" fmla="*/ 401288 w 453468"/>
                  <a:gd name="connsiteY79" fmla="*/ 177722 h 453627"/>
                  <a:gd name="connsiteX80" fmla="*/ 424893 w 453468"/>
                  <a:gd name="connsiteY80" fmla="*/ 177722 h 453627"/>
                  <a:gd name="connsiteX81" fmla="*/ 453468 w 453468"/>
                  <a:gd name="connsiteY81" fmla="*/ 206307 h 453627"/>
                  <a:gd name="connsiteX82" fmla="*/ 453468 w 453468"/>
                  <a:gd name="connsiteY82" fmla="*/ 248563 h 453627"/>
                  <a:gd name="connsiteX83" fmla="*/ 424893 w 453468"/>
                  <a:gd name="connsiteY83" fmla="*/ 277147 h 453627"/>
                  <a:gd name="connsiteX84" fmla="*/ 401288 w 453468"/>
                  <a:gd name="connsiteY84" fmla="*/ 277147 h 453627"/>
                  <a:gd name="connsiteX85" fmla="*/ 390107 w 453468"/>
                  <a:gd name="connsiteY85" fmla="*/ 285847 h 453627"/>
                  <a:gd name="connsiteX86" fmla="*/ 382653 w 453468"/>
                  <a:gd name="connsiteY86" fmla="*/ 300761 h 453627"/>
                  <a:gd name="connsiteX87" fmla="*/ 385137 w 453468"/>
                  <a:gd name="connsiteY87" fmla="*/ 315675 h 453627"/>
                  <a:gd name="connsiteX88" fmla="*/ 402531 w 453468"/>
                  <a:gd name="connsiteY88" fmla="*/ 333074 h 453627"/>
                  <a:gd name="connsiteX89" fmla="*/ 402531 w 453468"/>
                  <a:gd name="connsiteY89" fmla="*/ 372844 h 453627"/>
                  <a:gd name="connsiteX90" fmla="*/ 372714 w 453468"/>
                  <a:gd name="connsiteY90" fmla="*/ 402672 h 453627"/>
                  <a:gd name="connsiteX91" fmla="*/ 331715 w 453468"/>
                  <a:gd name="connsiteY91" fmla="*/ 402672 h 453627"/>
                  <a:gd name="connsiteX92" fmla="*/ 314322 w 453468"/>
                  <a:gd name="connsiteY92" fmla="*/ 385272 h 453627"/>
                  <a:gd name="connsiteX93" fmla="*/ 300656 w 453468"/>
                  <a:gd name="connsiteY93" fmla="*/ 384029 h 453627"/>
                  <a:gd name="connsiteX94" fmla="*/ 285747 w 453468"/>
                  <a:gd name="connsiteY94" fmla="*/ 390244 h 453627"/>
                  <a:gd name="connsiteX95" fmla="*/ 275808 w 453468"/>
                  <a:gd name="connsiteY95" fmla="*/ 401429 h 453627"/>
                  <a:gd name="connsiteX96" fmla="*/ 275808 w 453468"/>
                  <a:gd name="connsiteY96" fmla="*/ 425042 h 453627"/>
                  <a:gd name="connsiteX97" fmla="*/ 247233 w 453468"/>
                  <a:gd name="connsiteY97" fmla="*/ 453627 h 453627"/>
                  <a:gd name="connsiteX98" fmla="*/ 206235 w 453468"/>
                  <a:gd name="connsiteY98" fmla="*/ 453627 h 453627"/>
                  <a:gd name="connsiteX99" fmla="*/ 177660 w 453468"/>
                  <a:gd name="connsiteY99" fmla="*/ 425042 h 453627"/>
                  <a:gd name="connsiteX100" fmla="*/ 177660 w 453468"/>
                  <a:gd name="connsiteY100" fmla="*/ 401429 h 453627"/>
                  <a:gd name="connsiteX101" fmla="*/ 168964 w 453468"/>
                  <a:gd name="connsiteY101" fmla="*/ 390244 h 453627"/>
                  <a:gd name="connsiteX102" fmla="*/ 151570 w 453468"/>
                  <a:gd name="connsiteY102" fmla="*/ 384029 h 453627"/>
                  <a:gd name="connsiteX103" fmla="*/ 137904 w 453468"/>
                  <a:gd name="connsiteY103" fmla="*/ 385272 h 453627"/>
                  <a:gd name="connsiteX104" fmla="*/ 121753 w 453468"/>
                  <a:gd name="connsiteY104" fmla="*/ 402672 h 453627"/>
                  <a:gd name="connsiteX105" fmla="*/ 80755 w 453468"/>
                  <a:gd name="connsiteY105" fmla="*/ 402672 h 453627"/>
                  <a:gd name="connsiteX106" fmla="*/ 50938 w 453468"/>
                  <a:gd name="connsiteY106" fmla="*/ 372844 h 453627"/>
                  <a:gd name="connsiteX107" fmla="*/ 50938 w 453468"/>
                  <a:gd name="connsiteY107" fmla="*/ 333074 h 453627"/>
                  <a:gd name="connsiteX108" fmla="*/ 67089 w 453468"/>
                  <a:gd name="connsiteY108" fmla="*/ 315675 h 453627"/>
                  <a:gd name="connsiteX109" fmla="*/ 69573 w 453468"/>
                  <a:gd name="connsiteY109" fmla="*/ 300761 h 453627"/>
                  <a:gd name="connsiteX110" fmla="*/ 63361 w 453468"/>
                  <a:gd name="connsiteY110" fmla="*/ 285847 h 453627"/>
                  <a:gd name="connsiteX111" fmla="*/ 52180 w 453468"/>
                  <a:gd name="connsiteY111" fmla="*/ 277147 h 453627"/>
                  <a:gd name="connsiteX112" fmla="*/ 28575 w 453468"/>
                  <a:gd name="connsiteY112" fmla="*/ 277147 h 453627"/>
                  <a:gd name="connsiteX113" fmla="*/ 0 w 453468"/>
                  <a:gd name="connsiteY113" fmla="*/ 248563 h 453627"/>
                  <a:gd name="connsiteX114" fmla="*/ 0 w 453468"/>
                  <a:gd name="connsiteY114" fmla="*/ 206307 h 453627"/>
                  <a:gd name="connsiteX115" fmla="*/ 28575 w 453468"/>
                  <a:gd name="connsiteY115" fmla="*/ 177722 h 453627"/>
                  <a:gd name="connsiteX116" fmla="*/ 52180 w 453468"/>
                  <a:gd name="connsiteY116" fmla="*/ 177722 h 453627"/>
                  <a:gd name="connsiteX117" fmla="*/ 63361 w 453468"/>
                  <a:gd name="connsiteY117" fmla="*/ 169023 h 453627"/>
                  <a:gd name="connsiteX118" fmla="*/ 69573 w 453468"/>
                  <a:gd name="connsiteY118" fmla="*/ 152866 h 453627"/>
                  <a:gd name="connsiteX119" fmla="*/ 67089 w 453468"/>
                  <a:gd name="connsiteY119" fmla="*/ 139195 h 453627"/>
                  <a:gd name="connsiteX120" fmla="*/ 50938 w 453468"/>
                  <a:gd name="connsiteY120" fmla="*/ 121796 h 453627"/>
                  <a:gd name="connsiteX121" fmla="*/ 50938 w 453468"/>
                  <a:gd name="connsiteY121" fmla="*/ 80783 h 453627"/>
                  <a:gd name="connsiteX122" fmla="*/ 80755 w 453468"/>
                  <a:gd name="connsiteY122" fmla="*/ 52198 h 453627"/>
                  <a:gd name="connsiteX123" fmla="*/ 121753 w 453468"/>
                  <a:gd name="connsiteY123" fmla="*/ 52198 h 453627"/>
                  <a:gd name="connsiteX124" fmla="*/ 137904 w 453468"/>
                  <a:gd name="connsiteY124" fmla="*/ 68355 h 453627"/>
                  <a:gd name="connsiteX125" fmla="*/ 151570 w 453468"/>
                  <a:gd name="connsiteY125" fmla="*/ 70840 h 453627"/>
                  <a:gd name="connsiteX126" fmla="*/ 168964 w 453468"/>
                  <a:gd name="connsiteY126" fmla="*/ 64626 h 453627"/>
                  <a:gd name="connsiteX127" fmla="*/ 177660 w 453468"/>
                  <a:gd name="connsiteY127" fmla="*/ 52198 h 453627"/>
                  <a:gd name="connsiteX128" fmla="*/ 177660 w 453468"/>
                  <a:gd name="connsiteY128" fmla="*/ 28585 h 453627"/>
                  <a:gd name="connsiteX129" fmla="*/ 206235 w 453468"/>
                  <a:gd name="connsiteY129" fmla="*/ 0 h 453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</a:cxnLst>
                <a:rect l="l" t="t" r="r" b="b"/>
                <a:pathLst>
                  <a:path w="453468" h="453627">
                    <a:moveTo>
                      <a:pt x="206239" y="16201"/>
                    </a:moveTo>
                    <a:cubicBezTo>
                      <a:pt x="200029" y="16201"/>
                      <a:pt x="193818" y="22414"/>
                      <a:pt x="193818" y="28627"/>
                    </a:cubicBezTo>
                    <a:lnTo>
                      <a:pt x="193818" y="52235"/>
                    </a:lnTo>
                    <a:cubicBezTo>
                      <a:pt x="193818" y="64661"/>
                      <a:pt x="185123" y="75844"/>
                      <a:pt x="173944" y="79571"/>
                    </a:cubicBezTo>
                    <a:cubicBezTo>
                      <a:pt x="170218" y="82056"/>
                      <a:pt x="164007" y="83299"/>
                      <a:pt x="159039" y="85784"/>
                    </a:cubicBezTo>
                    <a:cubicBezTo>
                      <a:pt x="147860" y="90754"/>
                      <a:pt x="135438" y="89512"/>
                      <a:pt x="126744" y="79571"/>
                    </a:cubicBezTo>
                    <a:lnTo>
                      <a:pt x="109354" y="63418"/>
                    </a:lnTo>
                    <a:cubicBezTo>
                      <a:pt x="105628" y="58448"/>
                      <a:pt x="96933" y="58448"/>
                      <a:pt x="93206" y="63418"/>
                    </a:cubicBezTo>
                    <a:lnTo>
                      <a:pt x="63396" y="93239"/>
                    </a:lnTo>
                    <a:cubicBezTo>
                      <a:pt x="58427" y="98210"/>
                      <a:pt x="58427" y="105665"/>
                      <a:pt x="63396" y="109393"/>
                    </a:cubicBezTo>
                    <a:lnTo>
                      <a:pt x="79543" y="126788"/>
                    </a:lnTo>
                    <a:cubicBezTo>
                      <a:pt x="88238" y="135486"/>
                      <a:pt x="90722" y="149154"/>
                      <a:pt x="85754" y="160337"/>
                    </a:cubicBezTo>
                    <a:cubicBezTo>
                      <a:pt x="83270" y="164065"/>
                      <a:pt x="80785" y="170278"/>
                      <a:pt x="79543" y="174005"/>
                    </a:cubicBezTo>
                    <a:cubicBezTo>
                      <a:pt x="75817" y="186431"/>
                      <a:pt x="64638" y="193886"/>
                      <a:pt x="52217" y="193886"/>
                    </a:cubicBezTo>
                    <a:lnTo>
                      <a:pt x="28616" y="193886"/>
                    </a:lnTo>
                    <a:cubicBezTo>
                      <a:pt x="21164" y="193886"/>
                      <a:pt x="16195" y="200099"/>
                      <a:pt x="16195" y="206312"/>
                    </a:cubicBezTo>
                    <a:lnTo>
                      <a:pt x="16195" y="248559"/>
                    </a:lnTo>
                    <a:cubicBezTo>
                      <a:pt x="16195" y="254771"/>
                      <a:pt x="21164" y="259742"/>
                      <a:pt x="28616" y="259742"/>
                    </a:cubicBezTo>
                    <a:lnTo>
                      <a:pt x="52217" y="259742"/>
                    </a:lnTo>
                    <a:cubicBezTo>
                      <a:pt x="64638" y="259742"/>
                      <a:pt x="75817" y="268440"/>
                      <a:pt x="79543" y="279623"/>
                    </a:cubicBezTo>
                    <a:cubicBezTo>
                      <a:pt x="80785" y="284593"/>
                      <a:pt x="83270" y="289563"/>
                      <a:pt x="85754" y="293291"/>
                    </a:cubicBezTo>
                    <a:cubicBezTo>
                      <a:pt x="90722" y="305716"/>
                      <a:pt x="88238" y="319384"/>
                      <a:pt x="79543" y="326840"/>
                    </a:cubicBezTo>
                    <a:lnTo>
                      <a:pt x="63396" y="344235"/>
                    </a:lnTo>
                    <a:cubicBezTo>
                      <a:pt x="58427" y="349206"/>
                      <a:pt x="58427" y="356661"/>
                      <a:pt x="63396" y="361631"/>
                    </a:cubicBezTo>
                    <a:lnTo>
                      <a:pt x="93206" y="390210"/>
                    </a:lnTo>
                    <a:cubicBezTo>
                      <a:pt x="96933" y="395180"/>
                      <a:pt x="105628" y="395180"/>
                      <a:pt x="109354" y="390210"/>
                    </a:cubicBezTo>
                    <a:lnTo>
                      <a:pt x="126744" y="372814"/>
                    </a:lnTo>
                    <a:cubicBezTo>
                      <a:pt x="131712" y="367844"/>
                      <a:pt x="139165" y="365359"/>
                      <a:pt x="146618" y="365359"/>
                    </a:cubicBezTo>
                    <a:cubicBezTo>
                      <a:pt x="151586" y="365359"/>
                      <a:pt x="155312" y="366601"/>
                      <a:pt x="159039" y="367844"/>
                    </a:cubicBezTo>
                    <a:cubicBezTo>
                      <a:pt x="164007" y="370329"/>
                      <a:pt x="170218" y="372814"/>
                      <a:pt x="173944" y="374057"/>
                    </a:cubicBezTo>
                    <a:cubicBezTo>
                      <a:pt x="185123" y="379027"/>
                      <a:pt x="193818" y="388967"/>
                      <a:pt x="193818" y="401393"/>
                    </a:cubicBezTo>
                    <a:lnTo>
                      <a:pt x="193818" y="425001"/>
                    </a:lnTo>
                    <a:cubicBezTo>
                      <a:pt x="193818" y="432457"/>
                      <a:pt x="200029" y="437427"/>
                      <a:pt x="206239" y="437427"/>
                    </a:cubicBezTo>
                    <a:lnTo>
                      <a:pt x="247229" y="437427"/>
                    </a:lnTo>
                    <a:cubicBezTo>
                      <a:pt x="253440" y="437427"/>
                      <a:pt x="259650" y="432457"/>
                      <a:pt x="259650" y="425001"/>
                    </a:cubicBezTo>
                    <a:lnTo>
                      <a:pt x="259650" y="401393"/>
                    </a:lnTo>
                    <a:cubicBezTo>
                      <a:pt x="259650" y="388967"/>
                      <a:pt x="267103" y="379027"/>
                      <a:pt x="279524" y="374057"/>
                    </a:cubicBezTo>
                    <a:cubicBezTo>
                      <a:pt x="284493" y="372814"/>
                      <a:pt x="288219" y="370329"/>
                      <a:pt x="293187" y="367844"/>
                    </a:cubicBezTo>
                    <a:cubicBezTo>
                      <a:pt x="304367" y="362874"/>
                      <a:pt x="318030" y="365359"/>
                      <a:pt x="326725" y="372814"/>
                    </a:cubicBezTo>
                    <a:lnTo>
                      <a:pt x="344114" y="390210"/>
                    </a:lnTo>
                    <a:cubicBezTo>
                      <a:pt x="347841" y="395180"/>
                      <a:pt x="355293" y="395180"/>
                      <a:pt x="360262" y="390210"/>
                    </a:cubicBezTo>
                    <a:lnTo>
                      <a:pt x="390073" y="361631"/>
                    </a:lnTo>
                    <a:cubicBezTo>
                      <a:pt x="393799" y="356661"/>
                      <a:pt x="393799" y="349206"/>
                      <a:pt x="390073" y="344235"/>
                    </a:cubicBezTo>
                    <a:lnTo>
                      <a:pt x="372683" y="326840"/>
                    </a:lnTo>
                    <a:cubicBezTo>
                      <a:pt x="365230" y="319384"/>
                      <a:pt x="362746" y="305716"/>
                      <a:pt x="367715" y="293291"/>
                    </a:cubicBezTo>
                    <a:cubicBezTo>
                      <a:pt x="370199" y="289563"/>
                      <a:pt x="372683" y="284593"/>
                      <a:pt x="373925" y="279623"/>
                    </a:cubicBezTo>
                    <a:cubicBezTo>
                      <a:pt x="377651" y="268440"/>
                      <a:pt x="388831" y="259742"/>
                      <a:pt x="401252" y="259742"/>
                    </a:cubicBezTo>
                    <a:lnTo>
                      <a:pt x="424852" y="259742"/>
                    </a:lnTo>
                    <a:cubicBezTo>
                      <a:pt x="431063" y="259742"/>
                      <a:pt x="437273" y="254771"/>
                      <a:pt x="437273" y="248559"/>
                    </a:cubicBezTo>
                    <a:lnTo>
                      <a:pt x="437273" y="206312"/>
                    </a:lnTo>
                    <a:cubicBezTo>
                      <a:pt x="437273" y="200099"/>
                      <a:pt x="431063" y="193886"/>
                      <a:pt x="424852" y="193886"/>
                    </a:cubicBezTo>
                    <a:lnTo>
                      <a:pt x="401252" y="193886"/>
                    </a:lnTo>
                    <a:cubicBezTo>
                      <a:pt x="388831" y="193886"/>
                      <a:pt x="377651" y="186431"/>
                      <a:pt x="373925" y="174005"/>
                    </a:cubicBezTo>
                    <a:cubicBezTo>
                      <a:pt x="372683" y="170278"/>
                      <a:pt x="370199" y="164065"/>
                      <a:pt x="367715" y="160337"/>
                    </a:cubicBezTo>
                    <a:cubicBezTo>
                      <a:pt x="362746" y="149154"/>
                      <a:pt x="365230" y="135486"/>
                      <a:pt x="372683" y="126788"/>
                    </a:cubicBezTo>
                    <a:lnTo>
                      <a:pt x="390073" y="109393"/>
                    </a:lnTo>
                    <a:cubicBezTo>
                      <a:pt x="393799" y="105665"/>
                      <a:pt x="393799" y="98210"/>
                      <a:pt x="390073" y="93239"/>
                    </a:cubicBezTo>
                    <a:lnTo>
                      <a:pt x="360262" y="63418"/>
                    </a:lnTo>
                    <a:cubicBezTo>
                      <a:pt x="355293" y="58448"/>
                      <a:pt x="347841" y="58448"/>
                      <a:pt x="344114" y="63418"/>
                    </a:cubicBezTo>
                    <a:lnTo>
                      <a:pt x="326725" y="79571"/>
                    </a:lnTo>
                    <a:cubicBezTo>
                      <a:pt x="318030" y="89512"/>
                      <a:pt x="304367" y="90754"/>
                      <a:pt x="293187" y="85784"/>
                    </a:cubicBezTo>
                    <a:cubicBezTo>
                      <a:pt x="288219" y="83299"/>
                      <a:pt x="284493" y="82056"/>
                      <a:pt x="279524" y="79571"/>
                    </a:cubicBezTo>
                    <a:cubicBezTo>
                      <a:pt x="267103" y="75844"/>
                      <a:pt x="259650" y="64661"/>
                      <a:pt x="259650" y="52235"/>
                    </a:cubicBezTo>
                    <a:lnTo>
                      <a:pt x="259650" y="28627"/>
                    </a:lnTo>
                    <a:cubicBezTo>
                      <a:pt x="259650" y="22414"/>
                      <a:pt x="253440" y="16201"/>
                      <a:pt x="247229" y="16201"/>
                    </a:cubicBezTo>
                    <a:close/>
                    <a:moveTo>
                      <a:pt x="206235" y="0"/>
                    </a:moveTo>
                    <a:lnTo>
                      <a:pt x="247233" y="0"/>
                    </a:lnTo>
                    <a:cubicBezTo>
                      <a:pt x="263384" y="0"/>
                      <a:pt x="275808" y="12428"/>
                      <a:pt x="275808" y="28585"/>
                    </a:cubicBezTo>
                    <a:lnTo>
                      <a:pt x="275808" y="52198"/>
                    </a:lnTo>
                    <a:cubicBezTo>
                      <a:pt x="275808" y="57169"/>
                      <a:pt x="279535" y="62141"/>
                      <a:pt x="285747" y="64626"/>
                    </a:cubicBezTo>
                    <a:cubicBezTo>
                      <a:pt x="290717" y="65869"/>
                      <a:pt x="295686" y="68355"/>
                      <a:pt x="300656" y="70840"/>
                    </a:cubicBezTo>
                    <a:cubicBezTo>
                      <a:pt x="305625" y="72083"/>
                      <a:pt x="310595" y="72083"/>
                      <a:pt x="314322" y="68355"/>
                    </a:cubicBezTo>
                    <a:lnTo>
                      <a:pt x="331715" y="52198"/>
                    </a:lnTo>
                    <a:cubicBezTo>
                      <a:pt x="342896" y="41013"/>
                      <a:pt x="361532" y="41013"/>
                      <a:pt x="372714" y="52198"/>
                    </a:cubicBezTo>
                    <a:lnTo>
                      <a:pt x="402531" y="80783"/>
                    </a:lnTo>
                    <a:cubicBezTo>
                      <a:pt x="413712" y="91968"/>
                      <a:pt x="413712" y="110610"/>
                      <a:pt x="402531" y="121796"/>
                    </a:cubicBezTo>
                    <a:lnTo>
                      <a:pt x="385137" y="139195"/>
                    </a:lnTo>
                    <a:cubicBezTo>
                      <a:pt x="381410" y="142924"/>
                      <a:pt x="380168" y="147895"/>
                      <a:pt x="382653" y="152866"/>
                    </a:cubicBezTo>
                    <a:cubicBezTo>
                      <a:pt x="385137" y="157837"/>
                      <a:pt x="387622" y="164051"/>
                      <a:pt x="390107" y="169023"/>
                    </a:cubicBezTo>
                    <a:cubicBezTo>
                      <a:pt x="391349" y="173994"/>
                      <a:pt x="396319" y="177722"/>
                      <a:pt x="401288" y="177722"/>
                    </a:cubicBezTo>
                    <a:lnTo>
                      <a:pt x="424893" y="177722"/>
                    </a:lnTo>
                    <a:cubicBezTo>
                      <a:pt x="441044" y="177722"/>
                      <a:pt x="453468" y="190150"/>
                      <a:pt x="453468" y="206307"/>
                    </a:cubicBezTo>
                    <a:lnTo>
                      <a:pt x="453468" y="248563"/>
                    </a:lnTo>
                    <a:cubicBezTo>
                      <a:pt x="453468" y="264719"/>
                      <a:pt x="441044" y="277147"/>
                      <a:pt x="424893" y="277147"/>
                    </a:cubicBezTo>
                    <a:lnTo>
                      <a:pt x="401288" y="277147"/>
                    </a:lnTo>
                    <a:cubicBezTo>
                      <a:pt x="396319" y="277147"/>
                      <a:pt x="391349" y="279633"/>
                      <a:pt x="390107" y="285847"/>
                    </a:cubicBezTo>
                    <a:cubicBezTo>
                      <a:pt x="387622" y="290818"/>
                      <a:pt x="385137" y="295790"/>
                      <a:pt x="382653" y="300761"/>
                    </a:cubicBezTo>
                    <a:cubicBezTo>
                      <a:pt x="380168" y="305732"/>
                      <a:pt x="381410" y="311946"/>
                      <a:pt x="385137" y="315675"/>
                    </a:cubicBezTo>
                    <a:lnTo>
                      <a:pt x="402531" y="333074"/>
                    </a:lnTo>
                    <a:cubicBezTo>
                      <a:pt x="413712" y="343017"/>
                      <a:pt x="413712" y="362902"/>
                      <a:pt x="402531" y="372844"/>
                    </a:cubicBezTo>
                    <a:lnTo>
                      <a:pt x="372714" y="402672"/>
                    </a:lnTo>
                    <a:cubicBezTo>
                      <a:pt x="361532" y="413857"/>
                      <a:pt x="342896" y="413857"/>
                      <a:pt x="331715" y="402672"/>
                    </a:cubicBezTo>
                    <a:lnTo>
                      <a:pt x="314322" y="385272"/>
                    </a:lnTo>
                    <a:cubicBezTo>
                      <a:pt x="311837" y="381544"/>
                      <a:pt x="305625" y="381544"/>
                      <a:pt x="300656" y="384029"/>
                    </a:cubicBezTo>
                    <a:cubicBezTo>
                      <a:pt x="295686" y="386515"/>
                      <a:pt x="290717" y="389001"/>
                      <a:pt x="285747" y="390244"/>
                    </a:cubicBezTo>
                    <a:cubicBezTo>
                      <a:pt x="279535" y="392729"/>
                      <a:pt x="275808" y="396458"/>
                      <a:pt x="275808" y="401429"/>
                    </a:cubicBezTo>
                    <a:lnTo>
                      <a:pt x="275808" y="425042"/>
                    </a:lnTo>
                    <a:cubicBezTo>
                      <a:pt x="275808" y="441199"/>
                      <a:pt x="263384" y="453627"/>
                      <a:pt x="247233" y="453627"/>
                    </a:cubicBezTo>
                    <a:lnTo>
                      <a:pt x="206235" y="453627"/>
                    </a:lnTo>
                    <a:cubicBezTo>
                      <a:pt x="190084" y="453627"/>
                      <a:pt x="177660" y="441199"/>
                      <a:pt x="177660" y="425042"/>
                    </a:cubicBezTo>
                    <a:lnTo>
                      <a:pt x="177660" y="401429"/>
                    </a:lnTo>
                    <a:cubicBezTo>
                      <a:pt x="177660" y="396458"/>
                      <a:pt x="173933" y="392729"/>
                      <a:pt x="168964" y="390244"/>
                    </a:cubicBezTo>
                    <a:cubicBezTo>
                      <a:pt x="162752" y="389001"/>
                      <a:pt x="157782" y="386515"/>
                      <a:pt x="151570" y="384029"/>
                    </a:cubicBezTo>
                    <a:cubicBezTo>
                      <a:pt x="147843" y="381544"/>
                      <a:pt x="142874" y="381544"/>
                      <a:pt x="137904" y="385272"/>
                    </a:cubicBezTo>
                    <a:lnTo>
                      <a:pt x="121753" y="402672"/>
                    </a:lnTo>
                    <a:cubicBezTo>
                      <a:pt x="110572" y="413857"/>
                      <a:pt x="91936" y="413857"/>
                      <a:pt x="80755" y="402672"/>
                    </a:cubicBezTo>
                    <a:lnTo>
                      <a:pt x="50938" y="372844"/>
                    </a:lnTo>
                    <a:cubicBezTo>
                      <a:pt x="39756" y="362902"/>
                      <a:pt x="39756" y="343017"/>
                      <a:pt x="50938" y="333074"/>
                    </a:cubicBezTo>
                    <a:lnTo>
                      <a:pt x="67089" y="315675"/>
                    </a:lnTo>
                    <a:cubicBezTo>
                      <a:pt x="72058" y="311946"/>
                      <a:pt x="72058" y="305732"/>
                      <a:pt x="69573" y="300761"/>
                    </a:cubicBezTo>
                    <a:cubicBezTo>
                      <a:pt x="67089" y="295790"/>
                      <a:pt x="65846" y="290818"/>
                      <a:pt x="63361" y="285847"/>
                    </a:cubicBezTo>
                    <a:cubicBezTo>
                      <a:pt x="62119" y="279633"/>
                      <a:pt x="57150" y="277147"/>
                      <a:pt x="52180" y="277147"/>
                    </a:cubicBezTo>
                    <a:lnTo>
                      <a:pt x="28575" y="277147"/>
                    </a:lnTo>
                    <a:cubicBezTo>
                      <a:pt x="12424" y="277147"/>
                      <a:pt x="0" y="264719"/>
                      <a:pt x="0" y="248563"/>
                    </a:cubicBezTo>
                    <a:lnTo>
                      <a:pt x="0" y="206307"/>
                    </a:lnTo>
                    <a:cubicBezTo>
                      <a:pt x="0" y="190150"/>
                      <a:pt x="12424" y="177722"/>
                      <a:pt x="28575" y="177722"/>
                    </a:cubicBezTo>
                    <a:lnTo>
                      <a:pt x="52180" y="177722"/>
                    </a:lnTo>
                    <a:cubicBezTo>
                      <a:pt x="57150" y="177722"/>
                      <a:pt x="62119" y="173994"/>
                      <a:pt x="63361" y="169023"/>
                    </a:cubicBezTo>
                    <a:cubicBezTo>
                      <a:pt x="65846" y="164051"/>
                      <a:pt x="67089" y="157837"/>
                      <a:pt x="69573" y="152866"/>
                    </a:cubicBezTo>
                    <a:cubicBezTo>
                      <a:pt x="72058" y="147895"/>
                      <a:pt x="72058" y="142924"/>
                      <a:pt x="67089" y="139195"/>
                    </a:cubicBezTo>
                    <a:lnTo>
                      <a:pt x="50938" y="121796"/>
                    </a:lnTo>
                    <a:cubicBezTo>
                      <a:pt x="39756" y="110610"/>
                      <a:pt x="39756" y="91968"/>
                      <a:pt x="50938" y="80783"/>
                    </a:cubicBezTo>
                    <a:lnTo>
                      <a:pt x="80755" y="52198"/>
                    </a:lnTo>
                    <a:cubicBezTo>
                      <a:pt x="91936" y="41013"/>
                      <a:pt x="110572" y="41013"/>
                      <a:pt x="121753" y="52198"/>
                    </a:cubicBezTo>
                    <a:lnTo>
                      <a:pt x="137904" y="68355"/>
                    </a:lnTo>
                    <a:cubicBezTo>
                      <a:pt x="142874" y="72083"/>
                      <a:pt x="147843" y="72083"/>
                      <a:pt x="151570" y="70840"/>
                    </a:cubicBezTo>
                    <a:cubicBezTo>
                      <a:pt x="157782" y="68355"/>
                      <a:pt x="162752" y="65869"/>
                      <a:pt x="168964" y="64626"/>
                    </a:cubicBezTo>
                    <a:cubicBezTo>
                      <a:pt x="173933" y="62141"/>
                      <a:pt x="177660" y="57169"/>
                      <a:pt x="177660" y="52198"/>
                    </a:cubicBezTo>
                    <a:lnTo>
                      <a:pt x="177660" y="28585"/>
                    </a:lnTo>
                    <a:cubicBezTo>
                      <a:pt x="177660" y="12428"/>
                      <a:pt x="190084" y="0"/>
                      <a:pt x="2062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7" name="Freeform 616">
                <a:extLst>
                  <a:ext uri="{FF2B5EF4-FFF2-40B4-BE49-F238E27FC236}">
                    <a16:creationId xmlns:a16="http://schemas.microsoft.com/office/drawing/2014/main" id="{C08BF2D8-B559-7643-837B-5D370B73B8C8}"/>
                  </a:ext>
                </a:extLst>
              </p:cNvPr>
              <p:cNvSpPr/>
              <p:nvPr/>
            </p:nvSpPr>
            <p:spPr>
              <a:xfrm>
                <a:off x="2238276" y="8672898"/>
                <a:ext cx="157000" cy="156637"/>
              </a:xfrm>
              <a:custGeom>
                <a:avLst/>
                <a:gdLst>
                  <a:gd name="connsiteX0" fmla="*/ 69640 w 157000"/>
                  <a:gd name="connsiteY0" fmla="*/ 15813 h 156637"/>
                  <a:gd name="connsiteX1" fmla="*/ 16607 w 157000"/>
                  <a:gd name="connsiteY1" fmla="*/ 70099 h 156637"/>
                  <a:gd name="connsiteX2" fmla="*/ 33874 w 157000"/>
                  <a:gd name="connsiteY2" fmla="*/ 120683 h 156637"/>
                  <a:gd name="connsiteX3" fmla="*/ 85674 w 157000"/>
                  <a:gd name="connsiteY3" fmla="*/ 137956 h 156637"/>
                  <a:gd name="connsiteX4" fmla="*/ 138707 w 157000"/>
                  <a:gd name="connsiteY4" fmla="*/ 84904 h 156637"/>
                  <a:gd name="connsiteX5" fmla="*/ 121440 w 157000"/>
                  <a:gd name="connsiteY5" fmla="*/ 34320 h 156637"/>
                  <a:gd name="connsiteX6" fmla="*/ 77040 w 157000"/>
                  <a:gd name="connsiteY6" fmla="*/ 15813 h 156637"/>
                  <a:gd name="connsiteX7" fmla="*/ 69640 w 157000"/>
                  <a:gd name="connsiteY7" fmla="*/ 15813 h 156637"/>
                  <a:gd name="connsiteX8" fmla="*/ 68394 w 157000"/>
                  <a:gd name="connsiteY8" fmla="*/ 848 h 156637"/>
                  <a:gd name="connsiteX9" fmla="*/ 135137 w 157000"/>
                  <a:gd name="connsiteY9" fmla="*/ 23104 h 156637"/>
                  <a:gd name="connsiteX10" fmla="*/ 156149 w 157000"/>
                  <a:gd name="connsiteY10" fmla="*/ 88634 h 156637"/>
                  <a:gd name="connsiteX11" fmla="*/ 88170 w 157000"/>
                  <a:gd name="connsiteY11" fmla="*/ 156637 h 156637"/>
                  <a:gd name="connsiteX12" fmla="*/ 78282 w 157000"/>
                  <a:gd name="connsiteY12" fmla="*/ 156637 h 156637"/>
                  <a:gd name="connsiteX13" fmla="*/ 23899 w 157000"/>
                  <a:gd name="connsiteY13" fmla="*/ 134381 h 156637"/>
                  <a:gd name="connsiteX14" fmla="*/ 415 w 157000"/>
                  <a:gd name="connsiteY14" fmla="*/ 67615 h 156637"/>
                  <a:gd name="connsiteX15" fmla="*/ 68394 w 157000"/>
                  <a:gd name="connsiteY15" fmla="*/ 848 h 156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57000" h="156637">
                    <a:moveTo>
                      <a:pt x="69640" y="15813"/>
                    </a:moveTo>
                    <a:cubicBezTo>
                      <a:pt x="42507" y="19514"/>
                      <a:pt x="20307" y="41722"/>
                      <a:pt x="16607" y="70099"/>
                    </a:cubicBezTo>
                    <a:cubicBezTo>
                      <a:pt x="14140" y="88605"/>
                      <a:pt x="20307" y="107112"/>
                      <a:pt x="33874" y="120683"/>
                    </a:cubicBezTo>
                    <a:cubicBezTo>
                      <a:pt x="47440" y="134255"/>
                      <a:pt x="65940" y="141658"/>
                      <a:pt x="85674" y="137956"/>
                    </a:cubicBezTo>
                    <a:cubicBezTo>
                      <a:pt x="112807" y="135489"/>
                      <a:pt x="136240" y="112047"/>
                      <a:pt x="138707" y="84904"/>
                    </a:cubicBezTo>
                    <a:cubicBezTo>
                      <a:pt x="141173" y="65164"/>
                      <a:pt x="135007" y="47891"/>
                      <a:pt x="121440" y="34320"/>
                    </a:cubicBezTo>
                    <a:cubicBezTo>
                      <a:pt x="109107" y="21982"/>
                      <a:pt x="94307" y="15813"/>
                      <a:pt x="77040" y="15813"/>
                    </a:cubicBezTo>
                    <a:cubicBezTo>
                      <a:pt x="74574" y="15813"/>
                      <a:pt x="72107" y="15813"/>
                      <a:pt x="69640" y="15813"/>
                    </a:cubicBezTo>
                    <a:close/>
                    <a:moveTo>
                      <a:pt x="68394" y="848"/>
                    </a:moveTo>
                    <a:cubicBezTo>
                      <a:pt x="93114" y="-2861"/>
                      <a:pt x="117834" y="5794"/>
                      <a:pt x="135137" y="23104"/>
                    </a:cubicBezTo>
                    <a:cubicBezTo>
                      <a:pt x="151205" y="40414"/>
                      <a:pt x="159857" y="63906"/>
                      <a:pt x="156149" y="88634"/>
                    </a:cubicBezTo>
                    <a:cubicBezTo>
                      <a:pt x="152441" y="123254"/>
                      <a:pt x="124014" y="151691"/>
                      <a:pt x="88170" y="156637"/>
                    </a:cubicBezTo>
                    <a:cubicBezTo>
                      <a:pt x="85698" y="156637"/>
                      <a:pt x="81990" y="156637"/>
                      <a:pt x="78282" y="156637"/>
                    </a:cubicBezTo>
                    <a:cubicBezTo>
                      <a:pt x="57270" y="156637"/>
                      <a:pt x="37495" y="149218"/>
                      <a:pt x="23899" y="134381"/>
                    </a:cubicBezTo>
                    <a:cubicBezTo>
                      <a:pt x="6595" y="117072"/>
                      <a:pt x="-2057" y="92343"/>
                      <a:pt x="415" y="67615"/>
                    </a:cubicBezTo>
                    <a:cubicBezTo>
                      <a:pt x="5359" y="32995"/>
                      <a:pt x="33787" y="4558"/>
                      <a:pt x="68394" y="84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DFB57346-5177-5C44-A70E-6CAA0F3ADBC1}"/>
                  </a:ext>
                </a:extLst>
              </p:cNvPr>
              <p:cNvSpPr/>
              <p:nvPr/>
            </p:nvSpPr>
            <p:spPr>
              <a:xfrm>
                <a:off x="2629866" y="8608952"/>
                <a:ext cx="698889" cy="1134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62" h="92">
                    <a:moveTo>
                      <a:pt x="527" y="0"/>
                    </a:moveTo>
                    <a:lnTo>
                      <a:pt x="35" y="0"/>
                    </a:lnTo>
                    <a:cubicBezTo>
                      <a:pt x="22" y="0"/>
                      <a:pt x="0" y="15"/>
                      <a:pt x="0" y="46"/>
                    </a:cubicBezTo>
                    <a:cubicBezTo>
                      <a:pt x="0" y="77"/>
                      <a:pt x="22" y="92"/>
                      <a:pt x="35" y="92"/>
                    </a:cubicBezTo>
                    <a:lnTo>
                      <a:pt x="527" y="92"/>
                    </a:lnTo>
                    <a:cubicBezTo>
                      <a:pt x="541" y="92"/>
                      <a:pt x="562" y="77"/>
                      <a:pt x="562" y="46"/>
                    </a:cubicBezTo>
                    <a:cubicBezTo>
                      <a:pt x="562" y="15"/>
                      <a:pt x="541" y="0"/>
                      <a:pt x="52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8" name="Freeform 617">
                <a:extLst>
                  <a:ext uri="{FF2B5EF4-FFF2-40B4-BE49-F238E27FC236}">
                    <a16:creationId xmlns:a16="http://schemas.microsoft.com/office/drawing/2014/main" id="{CDAB38EC-C11D-D34E-84E0-B8B5DDECACE3}"/>
                  </a:ext>
                </a:extLst>
              </p:cNvPr>
              <p:cNvSpPr/>
              <p:nvPr/>
            </p:nvSpPr>
            <p:spPr>
              <a:xfrm>
                <a:off x="2621149" y="8601475"/>
                <a:ext cx="716330" cy="128362"/>
              </a:xfrm>
              <a:custGeom>
                <a:avLst/>
                <a:gdLst>
                  <a:gd name="connsiteX0" fmla="*/ 52260 w 716330"/>
                  <a:gd name="connsiteY0" fmla="*/ 16201 h 128362"/>
                  <a:gd name="connsiteX1" fmla="*/ 17441 w 716330"/>
                  <a:gd name="connsiteY1" fmla="*/ 64181 h 128362"/>
                  <a:gd name="connsiteX2" fmla="*/ 52260 w 716330"/>
                  <a:gd name="connsiteY2" fmla="*/ 112161 h 128362"/>
                  <a:gd name="connsiteX3" fmla="*/ 664071 w 716330"/>
                  <a:gd name="connsiteY3" fmla="*/ 112161 h 128362"/>
                  <a:gd name="connsiteX4" fmla="*/ 698889 w 716330"/>
                  <a:gd name="connsiteY4" fmla="*/ 64181 h 128362"/>
                  <a:gd name="connsiteX5" fmla="*/ 664071 w 716330"/>
                  <a:gd name="connsiteY5" fmla="*/ 16201 h 128362"/>
                  <a:gd name="connsiteX6" fmla="*/ 52233 w 716330"/>
                  <a:gd name="connsiteY6" fmla="*/ 0 h 128362"/>
                  <a:gd name="connsiteX7" fmla="*/ 664098 w 716330"/>
                  <a:gd name="connsiteY7" fmla="*/ 0 h 128362"/>
                  <a:gd name="connsiteX8" fmla="*/ 716330 w 716330"/>
                  <a:gd name="connsiteY8" fmla="*/ 64181 h 128362"/>
                  <a:gd name="connsiteX9" fmla="*/ 664098 w 716330"/>
                  <a:gd name="connsiteY9" fmla="*/ 128362 h 128362"/>
                  <a:gd name="connsiteX10" fmla="*/ 52233 w 716330"/>
                  <a:gd name="connsiteY10" fmla="*/ 128362 h 128362"/>
                  <a:gd name="connsiteX11" fmla="*/ 0 w 716330"/>
                  <a:gd name="connsiteY11" fmla="*/ 64181 h 128362"/>
                  <a:gd name="connsiteX12" fmla="*/ 52233 w 716330"/>
                  <a:gd name="connsiteY12" fmla="*/ 0 h 12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16330" h="128362">
                    <a:moveTo>
                      <a:pt x="52260" y="16201"/>
                    </a:moveTo>
                    <a:cubicBezTo>
                      <a:pt x="41068" y="16201"/>
                      <a:pt x="17441" y="30964"/>
                      <a:pt x="17441" y="64181"/>
                    </a:cubicBezTo>
                    <a:cubicBezTo>
                      <a:pt x="17441" y="97398"/>
                      <a:pt x="41068" y="112161"/>
                      <a:pt x="52260" y="112161"/>
                    </a:cubicBezTo>
                    <a:lnTo>
                      <a:pt x="664071" y="112161"/>
                    </a:lnTo>
                    <a:cubicBezTo>
                      <a:pt x="676506" y="112161"/>
                      <a:pt x="698889" y="97398"/>
                      <a:pt x="698889" y="64181"/>
                    </a:cubicBezTo>
                    <a:cubicBezTo>
                      <a:pt x="698889" y="30964"/>
                      <a:pt x="676506" y="16201"/>
                      <a:pt x="664071" y="16201"/>
                    </a:cubicBezTo>
                    <a:close/>
                    <a:moveTo>
                      <a:pt x="52233" y="0"/>
                    </a:moveTo>
                    <a:lnTo>
                      <a:pt x="664098" y="0"/>
                    </a:lnTo>
                    <a:cubicBezTo>
                      <a:pt x="685239" y="0"/>
                      <a:pt x="716330" y="22217"/>
                      <a:pt x="716330" y="64181"/>
                    </a:cubicBezTo>
                    <a:cubicBezTo>
                      <a:pt x="716330" y="106145"/>
                      <a:pt x="685239" y="128362"/>
                      <a:pt x="664098" y="128362"/>
                    </a:cubicBezTo>
                    <a:lnTo>
                      <a:pt x="52233" y="128362"/>
                    </a:lnTo>
                    <a:cubicBezTo>
                      <a:pt x="31091" y="128362"/>
                      <a:pt x="0" y="106145"/>
                      <a:pt x="0" y="64181"/>
                    </a:cubicBezTo>
                    <a:cubicBezTo>
                      <a:pt x="0" y="22217"/>
                      <a:pt x="31091" y="0"/>
                      <a:pt x="522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44BD04C3-5D9A-6A48-A9BA-8401CDDA99ED}"/>
                  </a:ext>
                </a:extLst>
              </p:cNvPr>
              <p:cNvSpPr/>
              <p:nvPr/>
            </p:nvSpPr>
            <p:spPr>
              <a:xfrm>
                <a:off x="2090439" y="9091243"/>
                <a:ext cx="1233334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91" h="14">
                    <a:moveTo>
                      <a:pt x="984" y="14"/>
                    </a:moveTo>
                    <a:lnTo>
                      <a:pt x="6" y="14"/>
                    </a:lnTo>
                    <a:cubicBezTo>
                      <a:pt x="2" y="14"/>
                      <a:pt x="0" y="11"/>
                      <a:pt x="0" y="7"/>
                    </a:cubicBezTo>
                    <a:cubicBezTo>
                      <a:pt x="0" y="4"/>
                      <a:pt x="2" y="0"/>
                      <a:pt x="6" y="0"/>
                    </a:cubicBezTo>
                    <a:lnTo>
                      <a:pt x="984" y="0"/>
                    </a:lnTo>
                    <a:cubicBezTo>
                      <a:pt x="988" y="0"/>
                      <a:pt x="991" y="4"/>
                      <a:pt x="991" y="7"/>
                    </a:cubicBezTo>
                    <a:cubicBezTo>
                      <a:pt x="991" y="11"/>
                      <a:pt x="988" y="14"/>
                      <a:pt x="984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59424E46-958C-7645-B2D4-A10574F6128B}"/>
                  </a:ext>
                </a:extLst>
              </p:cNvPr>
              <p:cNvSpPr/>
              <p:nvPr/>
            </p:nvSpPr>
            <p:spPr>
              <a:xfrm>
                <a:off x="2090439" y="9242037"/>
                <a:ext cx="1233334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91" h="14">
                    <a:moveTo>
                      <a:pt x="984" y="14"/>
                    </a:moveTo>
                    <a:lnTo>
                      <a:pt x="6" y="14"/>
                    </a:lnTo>
                    <a:cubicBezTo>
                      <a:pt x="2" y="14"/>
                      <a:pt x="0" y="10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984" y="0"/>
                    </a:lnTo>
                    <a:cubicBezTo>
                      <a:pt x="988" y="0"/>
                      <a:pt x="991" y="3"/>
                      <a:pt x="991" y="7"/>
                    </a:cubicBezTo>
                    <a:cubicBezTo>
                      <a:pt x="991" y="10"/>
                      <a:pt x="988" y="14"/>
                      <a:pt x="984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F0E50A65-E79B-A841-823E-24BC2BEABCC6}"/>
                  </a:ext>
                </a:extLst>
              </p:cNvPr>
              <p:cNvSpPr/>
              <p:nvPr/>
            </p:nvSpPr>
            <p:spPr>
              <a:xfrm>
                <a:off x="2633607" y="8916771"/>
                <a:ext cx="692660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7" h="14">
                    <a:moveTo>
                      <a:pt x="550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4"/>
                      <a:pt x="3" y="0"/>
                      <a:pt x="6" y="0"/>
                    </a:cubicBezTo>
                    <a:lnTo>
                      <a:pt x="550" y="0"/>
                    </a:lnTo>
                    <a:cubicBezTo>
                      <a:pt x="554" y="0"/>
                      <a:pt x="557" y="4"/>
                      <a:pt x="557" y="7"/>
                    </a:cubicBezTo>
                    <a:cubicBezTo>
                      <a:pt x="557" y="11"/>
                      <a:pt x="554" y="14"/>
                      <a:pt x="55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3" name="Freeform 372">
                <a:extLst>
                  <a:ext uri="{FF2B5EF4-FFF2-40B4-BE49-F238E27FC236}">
                    <a16:creationId xmlns:a16="http://schemas.microsoft.com/office/drawing/2014/main" id="{0F87D50C-DB19-EC42-B1AA-7DB9B48F3B4C}"/>
                  </a:ext>
                </a:extLst>
              </p:cNvPr>
              <p:cNvSpPr/>
              <p:nvPr/>
            </p:nvSpPr>
            <p:spPr>
              <a:xfrm>
                <a:off x="3594113" y="8430741"/>
                <a:ext cx="1041482" cy="5122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37" h="412">
                    <a:moveTo>
                      <a:pt x="732" y="0"/>
                    </a:moveTo>
                    <a:lnTo>
                      <a:pt x="105" y="0"/>
                    </a:lnTo>
                    <a:cubicBezTo>
                      <a:pt x="47" y="0"/>
                      <a:pt x="0" y="53"/>
                      <a:pt x="0" y="118"/>
                    </a:cubicBezTo>
                    <a:lnTo>
                      <a:pt x="0" y="293"/>
                    </a:lnTo>
                    <a:cubicBezTo>
                      <a:pt x="0" y="359"/>
                      <a:pt x="47" y="412"/>
                      <a:pt x="105" y="412"/>
                    </a:cubicBezTo>
                    <a:lnTo>
                      <a:pt x="732" y="412"/>
                    </a:lnTo>
                    <a:cubicBezTo>
                      <a:pt x="790" y="412"/>
                      <a:pt x="837" y="359"/>
                      <a:pt x="837" y="293"/>
                    </a:cubicBezTo>
                    <a:lnTo>
                      <a:pt x="837" y="118"/>
                    </a:lnTo>
                    <a:cubicBezTo>
                      <a:pt x="837" y="53"/>
                      <a:pt x="790" y="0"/>
                      <a:pt x="7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8261B5F8-4B80-B740-913A-2D8377BB07C1}"/>
                  </a:ext>
                </a:extLst>
              </p:cNvPr>
              <p:cNvSpPr/>
              <p:nvPr/>
            </p:nvSpPr>
            <p:spPr>
              <a:xfrm>
                <a:off x="3585389" y="8422018"/>
                <a:ext cx="1058923" cy="529647"/>
              </a:xfrm>
              <a:custGeom>
                <a:avLst/>
                <a:gdLst>
                  <a:gd name="connsiteX0" fmla="*/ 139379 w 1058923"/>
                  <a:gd name="connsiteY0" fmla="*/ 17447 h 529647"/>
                  <a:gd name="connsiteX1" fmla="*/ 16195 w 1058923"/>
                  <a:gd name="connsiteY1" fmla="*/ 155431 h 529647"/>
                  <a:gd name="connsiteX2" fmla="*/ 16195 w 1058923"/>
                  <a:gd name="connsiteY2" fmla="*/ 372973 h 529647"/>
                  <a:gd name="connsiteX3" fmla="*/ 139379 w 1058923"/>
                  <a:gd name="connsiteY3" fmla="*/ 512200 h 529647"/>
                  <a:gd name="connsiteX4" fmla="*/ 919543 w 1058923"/>
                  <a:gd name="connsiteY4" fmla="*/ 512200 h 529647"/>
                  <a:gd name="connsiteX5" fmla="*/ 1041482 w 1058923"/>
                  <a:gd name="connsiteY5" fmla="*/ 372973 h 529647"/>
                  <a:gd name="connsiteX6" fmla="*/ 1041482 w 1058923"/>
                  <a:gd name="connsiteY6" fmla="*/ 155431 h 529647"/>
                  <a:gd name="connsiteX7" fmla="*/ 919543 w 1058923"/>
                  <a:gd name="connsiteY7" fmla="*/ 17447 h 529647"/>
                  <a:gd name="connsiteX8" fmla="*/ 139365 w 1058923"/>
                  <a:gd name="connsiteY8" fmla="*/ 0 h 529647"/>
                  <a:gd name="connsiteX9" fmla="*/ 919558 w 1058923"/>
                  <a:gd name="connsiteY9" fmla="*/ 0 h 529647"/>
                  <a:gd name="connsiteX10" fmla="*/ 1058923 w 1058923"/>
                  <a:gd name="connsiteY10" fmla="*/ 155413 h 529647"/>
                  <a:gd name="connsiteX11" fmla="*/ 1058923 w 1058923"/>
                  <a:gd name="connsiteY11" fmla="*/ 372991 h 529647"/>
                  <a:gd name="connsiteX12" fmla="*/ 919558 w 1058923"/>
                  <a:gd name="connsiteY12" fmla="*/ 529647 h 529647"/>
                  <a:gd name="connsiteX13" fmla="*/ 139365 w 1058923"/>
                  <a:gd name="connsiteY13" fmla="*/ 529647 h 529647"/>
                  <a:gd name="connsiteX14" fmla="*/ 0 w 1058923"/>
                  <a:gd name="connsiteY14" fmla="*/ 372991 h 529647"/>
                  <a:gd name="connsiteX15" fmla="*/ 0 w 1058923"/>
                  <a:gd name="connsiteY15" fmla="*/ 155413 h 529647"/>
                  <a:gd name="connsiteX16" fmla="*/ 139365 w 1058923"/>
                  <a:gd name="connsiteY16" fmla="*/ 0 h 529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58923" h="529647">
                    <a:moveTo>
                      <a:pt x="139379" y="17447"/>
                    </a:moveTo>
                    <a:cubicBezTo>
                      <a:pt x="72188" y="17447"/>
                      <a:pt x="16195" y="79602"/>
                      <a:pt x="16195" y="155431"/>
                    </a:cubicBezTo>
                    <a:lnTo>
                      <a:pt x="16195" y="372973"/>
                    </a:lnTo>
                    <a:cubicBezTo>
                      <a:pt x="16195" y="450045"/>
                      <a:pt x="72188" y="512200"/>
                      <a:pt x="139379" y="512200"/>
                    </a:cubicBezTo>
                    <a:lnTo>
                      <a:pt x="919543" y="512200"/>
                    </a:lnTo>
                    <a:cubicBezTo>
                      <a:pt x="986734" y="512200"/>
                      <a:pt x="1041482" y="450045"/>
                      <a:pt x="1041482" y="372973"/>
                    </a:cubicBezTo>
                    <a:lnTo>
                      <a:pt x="1041482" y="155431"/>
                    </a:lnTo>
                    <a:cubicBezTo>
                      <a:pt x="1041482" y="79602"/>
                      <a:pt x="986734" y="17447"/>
                      <a:pt x="919543" y="17447"/>
                    </a:cubicBezTo>
                    <a:close/>
                    <a:moveTo>
                      <a:pt x="139365" y="0"/>
                    </a:moveTo>
                    <a:lnTo>
                      <a:pt x="919558" y="0"/>
                    </a:lnTo>
                    <a:cubicBezTo>
                      <a:pt x="995462" y="0"/>
                      <a:pt x="1058923" y="69625"/>
                      <a:pt x="1058923" y="155413"/>
                    </a:cubicBezTo>
                    <a:lnTo>
                      <a:pt x="1058923" y="372991"/>
                    </a:lnTo>
                    <a:cubicBezTo>
                      <a:pt x="1058923" y="458779"/>
                      <a:pt x="995462" y="529647"/>
                      <a:pt x="919558" y="529647"/>
                    </a:cubicBezTo>
                    <a:lnTo>
                      <a:pt x="139365" y="529647"/>
                    </a:lnTo>
                    <a:cubicBezTo>
                      <a:pt x="62217" y="529647"/>
                      <a:pt x="0" y="458779"/>
                      <a:pt x="0" y="372991"/>
                    </a:cubicBezTo>
                    <a:lnTo>
                      <a:pt x="0" y="155413"/>
                    </a:lnTo>
                    <a:cubicBezTo>
                      <a:pt x="0" y="69625"/>
                      <a:pt x="62217" y="0"/>
                      <a:pt x="1393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2FBCADF0-28E0-A24E-A673-C0B5F41179C1}"/>
                  </a:ext>
                </a:extLst>
              </p:cNvPr>
              <p:cNvSpPr/>
              <p:nvPr/>
            </p:nvSpPr>
            <p:spPr>
              <a:xfrm>
                <a:off x="4068756" y="8596490"/>
                <a:ext cx="142020" cy="1807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5" h="146">
                    <a:moveTo>
                      <a:pt x="111" y="63"/>
                    </a:moveTo>
                    <a:lnTo>
                      <a:pt x="17" y="2"/>
                    </a:lnTo>
                    <a:cubicBezTo>
                      <a:pt x="10" y="-3"/>
                      <a:pt x="0" y="2"/>
                      <a:pt x="0" y="11"/>
                    </a:cubicBezTo>
                    <a:lnTo>
                      <a:pt x="0" y="135"/>
                    </a:lnTo>
                    <a:cubicBezTo>
                      <a:pt x="0" y="144"/>
                      <a:pt x="10" y="149"/>
                      <a:pt x="17" y="144"/>
                    </a:cubicBezTo>
                    <a:lnTo>
                      <a:pt x="111" y="82"/>
                    </a:lnTo>
                    <a:cubicBezTo>
                      <a:pt x="117" y="78"/>
                      <a:pt x="117" y="68"/>
                      <a:pt x="111" y="6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299DB907-33E2-1042-882B-4B9CDECD8FFB}"/>
                  </a:ext>
                </a:extLst>
              </p:cNvPr>
              <p:cNvSpPr/>
              <p:nvPr/>
            </p:nvSpPr>
            <p:spPr>
              <a:xfrm>
                <a:off x="4061284" y="8589247"/>
                <a:ext cx="158216" cy="197917"/>
              </a:xfrm>
              <a:custGeom>
                <a:avLst/>
                <a:gdLst>
                  <a:gd name="connsiteX0" fmla="*/ 19897 w 158216"/>
                  <a:gd name="connsiteY0" fmla="*/ 15968 h 197917"/>
                  <a:gd name="connsiteX1" fmla="*/ 16196 w 158216"/>
                  <a:gd name="connsiteY1" fmla="*/ 20915 h 197917"/>
                  <a:gd name="connsiteX2" fmla="*/ 16196 w 158216"/>
                  <a:gd name="connsiteY2" fmla="*/ 174277 h 197917"/>
                  <a:gd name="connsiteX3" fmla="*/ 19897 w 158216"/>
                  <a:gd name="connsiteY3" fmla="*/ 179224 h 197917"/>
                  <a:gd name="connsiteX4" fmla="*/ 24831 w 158216"/>
                  <a:gd name="connsiteY4" fmla="*/ 177987 h 197917"/>
                  <a:gd name="connsiteX5" fmla="*/ 139554 w 158216"/>
                  <a:gd name="connsiteY5" fmla="*/ 101306 h 197917"/>
                  <a:gd name="connsiteX6" fmla="*/ 142021 w 158216"/>
                  <a:gd name="connsiteY6" fmla="*/ 97596 h 197917"/>
                  <a:gd name="connsiteX7" fmla="*/ 139554 w 158216"/>
                  <a:gd name="connsiteY7" fmla="*/ 92649 h 197917"/>
                  <a:gd name="connsiteX8" fmla="*/ 24831 w 158216"/>
                  <a:gd name="connsiteY8" fmla="*/ 15968 h 197917"/>
                  <a:gd name="connsiteX9" fmla="*/ 21130 w 158216"/>
                  <a:gd name="connsiteY9" fmla="*/ 15968 h 197917"/>
                  <a:gd name="connsiteX10" fmla="*/ 11125 w 158216"/>
                  <a:gd name="connsiteY10" fmla="*/ 2244 h 197917"/>
                  <a:gd name="connsiteX11" fmla="*/ 33374 w 158216"/>
                  <a:gd name="connsiteY11" fmla="*/ 3482 h 197917"/>
                  <a:gd name="connsiteX12" fmla="*/ 148328 w 158216"/>
                  <a:gd name="connsiteY12" fmla="*/ 80265 h 197917"/>
                  <a:gd name="connsiteX13" fmla="*/ 158216 w 158216"/>
                  <a:gd name="connsiteY13" fmla="*/ 98842 h 197917"/>
                  <a:gd name="connsiteX14" fmla="*/ 148328 w 158216"/>
                  <a:gd name="connsiteY14" fmla="*/ 117419 h 197917"/>
                  <a:gd name="connsiteX15" fmla="*/ 33374 w 158216"/>
                  <a:gd name="connsiteY15" fmla="*/ 194202 h 197917"/>
                  <a:gd name="connsiteX16" fmla="*/ 21013 w 158216"/>
                  <a:gd name="connsiteY16" fmla="*/ 197917 h 197917"/>
                  <a:gd name="connsiteX17" fmla="*/ 11125 w 158216"/>
                  <a:gd name="connsiteY17" fmla="*/ 194202 h 197917"/>
                  <a:gd name="connsiteX18" fmla="*/ 0 w 158216"/>
                  <a:gd name="connsiteY18" fmla="*/ 175625 h 197917"/>
                  <a:gd name="connsiteX19" fmla="*/ 0 w 158216"/>
                  <a:gd name="connsiteY19" fmla="*/ 22059 h 197917"/>
                  <a:gd name="connsiteX20" fmla="*/ 11125 w 158216"/>
                  <a:gd name="connsiteY20" fmla="*/ 2244 h 197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58216" h="197917">
                    <a:moveTo>
                      <a:pt x="19897" y="15968"/>
                    </a:moveTo>
                    <a:cubicBezTo>
                      <a:pt x="18663" y="15968"/>
                      <a:pt x="16196" y="18442"/>
                      <a:pt x="16196" y="20915"/>
                    </a:cubicBezTo>
                    <a:lnTo>
                      <a:pt x="16196" y="174277"/>
                    </a:lnTo>
                    <a:cubicBezTo>
                      <a:pt x="16196" y="176750"/>
                      <a:pt x="18663" y="177987"/>
                      <a:pt x="19897" y="179224"/>
                    </a:cubicBezTo>
                    <a:cubicBezTo>
                      <a:pt x="19897" y="179224"/>
                      <a:pt x="22364" y="179224"/>
                      <a:pt x="24831" y="177987"/>
                    </a:cubicBezTo>
                    <a:lnTo>
                      <a:pt x="139554" y="101306"/>
                    </a:lnTo>
                    <a:cubicBezTo>
                      <a:pt x="142021" y="100070"/>
                      <a:pt x="142021" y="97596"/>
                      <a:pt x="142021" y="97596"/>
                    </a:cubicBezTo>
                    <a:cubicBezTo>
                      <a:pt x="142021" y="96359"/>
                      <a:pt x="142021" y="93886"/>
                      <a:pt x="139554" y="92649"/>
                    </a:cubicBezTo>
                    <a:lnTo>
                      <a:pt x="24831" y="15968"/>
                    </a:lnTo>
                    <a:cubicBezTo>
                      <a:pt x="23598" y="15968"/>
                      <a:pt x="22364" y="15968"/>
                      <a:pt x="21130" y="15968"/>
                    </a:cubicBezTo>
                    <a:close/>
                    <a:moveTo>
                      <a:pt x="11125" y="2244"/>
                    </a:moveTo>
                    <a:cubicBezTo>
                      <a:pt x="18541" y="-1471"/>
                      <a:pt x="27194" y="-233"/>
                      <a:pt x="33374" y="3482"/>
                    </a:cubicBezTo>
                    <a:lnTo>
                      <a:pt x="148328" y="80265"/>
                    </a:lnTo>
                    <a:cubicBezTo>
                      <a:pt x="155744" y="83981"/>
                      <a:pt x="158216" y="91411"/>
                      <a:pt x="158216" y="98842"/>
                    </a:cubicBezTo>
                    <a:cubicBezTo>
                      <a:pt x="158216" y="106273"/>
                      <a:pt x="155744" y="112465"/>
                      <a:pt x="148328" y="117419"/>
                    </a:cubicBezTo>
                    <a:lnTo>
                      <a:pt x="33374" y="194202"/>
                    </a:lnTo>
                    <a:cubicBezTo>
                      <a:pt x="30902" y="196679"/>
                      <a:pt x="25957" y="197917"/>
                      <a:pt x="21013" y="197917"/>
                    </a:cubicBezTo>
                    <a:cubicBezTo>
                      <a:pt x="17305" y="197917"/>
                      <a:pt x="14833" y="196679"/>
                      <a:pt x="11125" y="194202"/>
                    </a:cubicBezTo>
                    <a:cubicBezTo>
                      <a:pt x="3708" y="190486"/>
                      <a:pt x="0" y="183056"/>
                      <a:pt x="0" y="175625"/>
                    </a:cubicBezTo>
                    <a:lnTo>
                      <a:pt x="0" y="22059"/>
                    </a:lnTo>
                    <a:cubicBezTo>
                      <a:pt x="0" y="13390"/>
                      <a:pt x="3708" y="5959"/>
                      <a:pt x="11125" y="224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9" name="Freeform 378">
                <a:extLst>
                  <a:ext uri="{FF2B5EF4-FFF2-40B4-BE49-F238E27FC236}">
                    <a16:creationId xmlns:a16="http://schemas.microsoft.com/office/drawing/2014/main" id="{9156D366-4641-9740-9E77-5294CA0A7199}"/>
                  </a:ext>
                </a:extLst>
              </p:cNvPr>
              <p:cNvSpPr/>
              <p:nvPr/>
            </p:nvSpPr>
            <p:spPr>
              <a:xfrm>
                <a:off x="3650170" y="9038901"/>
                <a:ext cx="928115" cy="909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6" h="74">
                    <a:moveTo>
                      <a:pt x="708" y="0"/>
                    </a:moveTo>
                    <a:lnTo>
                      <a:pt x="374" y="0"/>
                    </a:lnTo>
                    <a:lnTo>
                      <a:pt x="39" y="0"/>
                    </a:lnTo>
                    <a:cubicBezTo>
                      <a:pt x="30" y="0"/>
                      <a:pt x="22" y="3"/>
                      <a:pt x="15" y="9"/>
                    </a:cubicBezTo>
                    <a:cubicBezTo>
                      <a:pt x="8" y="14"/>
                      <a:pt x="3" y="21"/>
                      <a:pt x="1" y="30"/>
                    </a:cubicBezTo>
                    <a:cubicBezTo>
                      <a:pt x="-1" y="42"/>
                      <a:pt x="2" y="53"/>
                      <a:pt x="9" y="61"/>
                    </a:cubicBezTo>
                    <a:cubicBezTo>
                      <a:pt x="16" y="69"/>
                      <a:pt x="26" y="74"/>
                      <a:pt x="37" y="74"/>
                    </a:cubicBezTo>
                    <a:lnTo>
                      <a:pt x="373" y="74"/>
                    </a:lnTo>
                    <a:lnTo>
                      <a:pt x="708" y="74"/>
                    </a:lnTo>
                    <a:cubicBezTo>
                      <a:pt x="719" y="74"/>
                      <a:pt x="728" y="71"/>
                      <a:pt x="735" y="64"/>
                    </a:cubicBezTo>
                    <a:cubicBezTo>
                      <a:pt x="741" y="57"/>
                      <a:pt x="746" y="48"/>
                      <a:pt x="746" y="38"/>
                    </a:cubicBezTo>
                    <a:cubicBezTo>
                      <a:pt x="746" y="27"/>
                      <a:pt x="741" y="18"/>
                      <a:pt x="735" y="11"/>
                    </a:cubicBezTo>
                    <a:cubicBezTo>
                      <a:pt x="728" y="5"/>
                      <a:pt x="719" y="0"/>
                      <a:pt x="708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D43E4BC1-2627-4F48-85B2-CB55EDD6369C}"/>
                  </a:ext>
                </a:extLst>
              </p:cNvPr>
              <p:cNvSpPr/>
              <p:nvPr/>
            </p:nvSpPr>
            <p:spPr>
              <a:xfrm>
                <a:off x="3642543" y="9031420"/>
                <a:ext cx="943219" cy="107176"/>
              </a:xfrm>
              <a:custGeom>
                <a:avLst/>
                <a:gdLst>
                  <a:gd name="connsiteX0" fmla="*/ 56162 w 943219"/>
                  <a:gd name="connsiteY0" fmla="*/ 17448 h 107176"/>
                  <a:gd name="connsiteX1" fmla="*/ 31280 w 943219"/>
                  <a:gd name="connsiteY1" fmla="*/ 24801 h 107176"/>
                  <a:gd name="connsiteX2" fmla="*/ 17595 w 943219"/>
                  <a:gd name="connsiteY2" fmla="*/ 45634 h 107176"/>
                  <a:gd name="connsiteX3" fmla="*/ 25060 w 943219"/>
                  <a:gd name="connsiteY3" fmla="*/ 77496 h 107176"/>
                  <a:gd name="connsiteX4" fmla="*/ 53674 w 943219"/>
                  <a:gd name="connsiteY4" fmla="*/ 90976 h 107176"/>
                  <a:gd name="connsiteX5" fmla="*/ 888457 w 943219"/>
                  <a:gd name="connsiteY5" fmla="*/ 90976 h 107176"/>
                  <a:gd name="connsiteX6" fmla="*/ 915827 w 943219"/>
                  <a:gd name="connsiteY6" fmla="*/ 79947 h 107176"/>
                  <a:gd name="connsiteX7" fmla="*/ 925779 w 943219"/>
                  <a:gd name="connsiteY7" fmla="*/ 54212 h 107176"/>
                  <a:gd name="connsiteX8" fmla="*/ 915827 w 943219"/>
                  <a:gd name="connsiteY8" fmla="*/ 27252 h 107176"/>
                  <a:gd name="connsiteX9" fmla="*/ 888457 w 943219"/>
                  <a:gd name="connsiteY9" fmla="*/ 17448 h 107176"/>
                  <a:gd name="connsiteX10" fmla="*/ 56142 w 943219"/>
                  <a:gd name="connsiteY10" fmla="*/ 0 h 107176"/>
                  <a:gd name="connsiteX11" fmla="*/ 888477 w 943219"/>
                  <a:gd name="connsiteY11" fmla="*/ 0 h 107176"/>
                  <a:gd name="connsiteX12" fmla="*/ 928289 w 943219"/>
                  <a:gd name="connsiteY12" fmla="*/ 14783 h 107176"/>
                  <a:gd name="connsiteX13" fmla="*/ 943219 w 943219"/>
                  <a:gd name="connsiteY13" fmla="*/ 54204 h 107176"/>
                  <a:gd name="connsiteX14" fmla="*/ 928289 w 943219"/>
                  <a:gd name="connsiteY14" fmla="*/ 91161 h 107176"/>
                  <a:gd name="connsiteX15" fmla="*/ 888477 w 943219"/>
                  <a:gd name="connsiteY15" fmla="*/ 107176 h 107176"/>
                  <a:gd name="connsiteX16" fmla="*/ 53653 w 943219"/>
                  <a:gd name="connsiteY16" fmla="*/ 107176 h 107176"/>
                  <a:gd name="connsiteX17" fmla="*/ 12597 w 943219"/>
                  <a:gd name="connsiteY17" fmla="*/ 87465 h 107176"/>
                  <a:gd name="connsiteX18" fmla="*/ 1399 w 943219"/>
                  <a:gd name="connsiteY18" fmla="*/ 41885 h 107176"/>
                  <a:gd name="connsiteX19" fmla="*/ 21306 w 943219"/>
                  <a:gd name="connsiteY19" fmla="*/ 11087 h 107176"/>
                  <a:gd name="connsiteX20" fmla="*/ 56142 w 943219"/>
                  <a:gd name="connsiteY20" fmla="*/ 0 h 107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3219" h="107176">
                    <a:moveTo>
                      <a:pt x="56162" y="17448"/>
                    </a:moveTo>
                    <a:cubicBezTo>
                      <a:pt x="46209" y="17448"/>
                      <a:pt x="37501" y="19899"/>
                      <a:pt x="31280" y="24801"/>
                    </a:cubicBezTo>
                    <a:cubicBezTo>
                      <a:pt x="23816" y="30928"/>
                      <a:pt x="18839" y="38281"/>
                      <a:pt x="17595" y="45634"/>
                    </a:cubicBezTo>
                    <a:cubicBezTo>
                      <a:pt x="15107" y="57888"/>
                      <a:pt x="18839" y="68918"/>
                      <a:pt x="25060" y="77496"/>
                    </a:cubicBezTo>
                    <a:cubicBezTo>
                      <a:pt x="32524" y="86074"/>
                      <a:pt x="43721" y="90976"/>
                      <a:pt x="53674" y="90976"/>
                    </a:cubicBezTo>
                    <a:lnTo>
                      <a:pt x="888457" y="90976"/>
                    </a:lnTo>
                    <a:cubicBezTo>
                      <a:pt x="898409" y="90976"/>
                      <a:pt x="908362" y="86074"/>
                      <a:pt x="915827" y="79947"/>
                    </a:cubicBezTo>
                    <a:cubicBezTo>
                      <a:pt x="922047" y="72594"/>
                      <a:pt x="925779" y="64016"/>
                      <a:pt x="925779" y="54212"/>
                    </a:cubicBezTo>
                    <a:cubicBezTo>
                      <a:pt x="925779" y="44408"/>
                      <a:pt x="922047" y="34605"/>
                      <a:pt x="915827" y="27252"/>
                    </a:cubicBezTo>
                    <a:cubicBezTo>
                      <a:pt x="908362" y="21124"/>
                      <a:pt x="898409" y="17448"/>
                      <a:pt x="888457" y="17448"/>
                    </a:cubicBezTo>
                    <a:close/>
                    <a:moveTo>
                      <a:pt x="56142" y="0"/>
                    </a:moveTo>
                    <a:lnTo>
                      <a:pt x="888477" y="0"/>
                    </a:lnTo>
                    <a:cubicBezTo>
                      <a:pt x="903406" y="0"/>
                      <a:pt x="917092" y="6160"/>
                      <a:pt x="928289" y="14783"/>
                    </a:cubicBezTo>
                    <a:cubicBezTo>
                      <a:pt x="936998" y="25870"/>
                      <a:pt x="943219" y="39421"/>
                      <a:pt x="943219" y="54204"/>
                    </a:cubicBezTo>
                    <a:cubicBezTo>
                      <a:pt x="943219" y="67755"/>
                      <a:pt x="936998" y="81306"/>
                      <a:pt x="928289" y="91161"/>
                    </a:cubicBezTo>
                    <a:cubicBezTo>
                      <a:pt x="917092" y="102248"/>
                      <a:pt x="903406" y="107176"/>
                      <a:pt x="888477" y="107176"/>
                    </a:cubicBezTo>
                    <a:lnTo>
                      <a:pt x="53653" y="107176"/>
                    </a:lnTo>
                    <a:cubicBezTo>
                      <a:pt x="37480" y="107176"/>
                      <a:pt x="22550" y="99785"/>
                      <a:pt x="12597" y="87465"/>
                    </a:cubicBezTo>
                    <a:cubicBezTo>
                      <a:pt x="1399" y="75146"/>
                      <a:pt x="-2333" y="59132"/>
                      <a:pt x="1399" y="41885"/>
                    </a:cubicBezTo>
                    <a:cubicBezTo>
                      <a:pt x="3888" y="30798"/>
                      <a:pt x="10108" y="19711"/>
                      <a:pt x="21306" y="11087"/>
                    </a:cubicBezTo>
                    <a:cubicBezTo>
                      <a:pt x="30015" y="3696"/>
                      <a:pt x="42456" y="0"/>
                      <a:pt x="561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67D941F8-08C2-FF4C-BF01-8ADFE792055A}"/>
                  </a:ext>
                </a:extLst>
              </p:cNvPr>
              <p:cNvSpPr/>
              <p:nvPr/>
            </p:nvSpPr>
            <p:spPr>
              <a:xfrm>
                <a:off x="3830813" y="9250760"/>
                <a:ext cx="89697" cy="88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3" h="72">
                    <a:moveTo>
                      <a:pt x="73" y="36"/>
                    </a:moveTo>
                    <a:cubicBezTo>
                      <a:pt x="73" y="57"/>
                      <a:pt x="57" y="72"/>
                      <a:pt x="37" y="72"/>
                    </a:cubicBezTo>
                    <a:cubicBezTo>
                      <a:pt x="16" y="72"/>
                      <a:pt x="0" y="57"/>
                      <a:pt x="0" y="36"/>
                    </a:cubicBezTo>
                    <a:cubicBezTo>
                      <a:pt x="0" y="16"/>
                      <a:pt x="16" y="0"/>
                      <a:pt x="37" y="0"/>
                    </a:cubicBezTo>
                    <a:cubicBezTo>
                      <a:pt x="57" y="0"/>
                      <a:pt x="73" y="16"/>
                      <a:pt x="73" y="3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1B4A640E-5B46-9444-9C55-0FF9B05D3804}"/>
                  </a:ext>
                </a:extLst>
              </p:cNvPr>
              <p:cNvSpPr/>
              <p:nvPr/>
            </p:nvSpPr>
            <p:spPr>
              <a:xfrm>
                <a:off x="3822092" y="9242037"/>
                <a:ext cx="107138" cy="107176"/>
              </a:xfrm>
              <a:custGeom>
                <a:avLst/>
                <a:gdLst>
                  <a:gd name="connsiteX0" fmla="*/ 54193 w 107138"/>
                  <a:gd name="connsiteY0" fmla="*/ 17447 h 107176"/>
                  <a:gd name="connsiteX1" fmla="*/ 17442 w 107138"/>
                  <a:gd name="connsiteY1" fmla="*/ 52975 h 107176"/>
                  <a:gd name="connsiteX2" fmla="*/ 54193 w 107138"/>
                  <a:gd name="connsiteY2" fmla="*/ 89728 h 107176"/>
                  <a:gd name="connsiteX3" fmla="*/ 90944 w 107138"/>
                  <a:gd name="connsiteY3" fmla="*/ 52975 h 107176"/>
                  <a:gd name="connsiteX4" fmla="*/ 54193 w 107138"/>
                  <a:gd name="connsiteY4" fmla="*/ 17447 h 107176"/>
                  <a:gd name="connsiteX5" fmla="*/ 54185 w 107138"/>
                  <a:gd name="connsiteY5" fmla="*/ 0 h 107176"/>
                  <a:gd name="connsiteX6" fmla="*/ 107138 w 107138"/>
                  <a:gd name="connsiteY6" fmla="*/ 52972 h 107176"/>
                  <a:gd name="connsiteX7" fmla="*/ 54185 w 107138"/>
                  <a:gd name="connsiteY7" fmla="*/ 107176 h 107176"/>
                  <a:gd name="connsiteX8" fmla="*/ 0 w 107138"/>
                  <a:gd name="connsiteY8" fmla="*/ 52972 h 107176"/>
                  <a:gd name="connsiteX9" fmla="*/ 54185 w 107138"/>
                  <a:gd name="connsiteY9" fmla="*/ 0 h 107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7138" h="107176">
                    <a:moveTo>
                      <a:pt x="54193" y="17447"/>
                    </a:moveTo>
                    <a:cubicBezTo>
                      <a:pt x="33368" y="17447"/>
                      <a:pt x="17442" y="33373"/>
                      <a:pt x="17442" y="52975"/>
                    </a:cubicBezTo>
                    <a:cubicBezTo>
                      <a:pt x="17442" y="73802"/>
                      <a:pt x="33368" y="89728"/>
                      <a:pt x="54193" y="89728"/>
                    </a:cubicBezTo>
                    <a:cubicBezTo>
                      <a:pt x="73794" y="89728"/>
                      <a:pt x="90944" y="73802"/>
                      <a:pt x="90944" y="52975"/>
                    </a:cubicBezTo>
                    <a:cubicBezTo>
                      <a:pt x="90944" y="33373"/>
                      <a:pt x="73794" y="17447"/>
                      <a:pt x="54193" y="17447"/>
                    </a:cubicBezTo>
                    <a:close/>
                    <a:moveTo>
                      <a:pt x="54185" y="0"/>
                    </a:moveTo>
                    <a:cubicBezTo>
                      <a:pt x="83740" y="0"/>
                      <a:pt x="107138" y="24638"/>
                      <a:pt x="107138" y="52972"/>
                    </a:cubicBezTo>
                    <a:cubicBezTo>
                      <a:pt x="107138" y="82538"/>
                      <a:pt x="83740" y="107176"/>
                      <a:pt x="54185" y="107176"/>
                    </a:cubicBezTo>
                    <a:cubicBezTo>
                      <a:pt x="24630" y="107176"/>
                      <a:pt x="0" y="82538"/>
                      <a:pt x="0" y="52972"/>
                    </a:cubicBezTo>
                    <a:cubicBezTo>
                      <a:pt x="0" y="24638"/>
                      <a:pt x="24630" y="0"/>
                      <a:pt x="54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5" name="Freeform 384">
                <a:extLst>
                  <a:ext uri="{FF2B5EF4-FFF2-40B4-BE49-F238E27FC236}">
                    <a16:creationId xmlns:a16="http://schemas.microsoft.com/office/drawing/2014/main" id="{A312F396-D718-8842-B22B-0596B406029E}"/>
                  </a:ext>
                </a:extLst>
              </p:cNvPr>
              <p:cNvSpPr/>
              <p:nvPr/>
            </p:nvSpPr>
            <p:spPr>
              <a:xfrm>
                <a:off x="4070005" y="9250760"/>
                <a:ext cx="89697" cy="88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3" h="72">
                    <a:moveTo>
                      <a:pt x="73" y="36"/>
                    </a:moveTo>
                    <a:cubicBezTo>
                      <a:pt x="73" y="57"/>
                      <a:pt x="57" y="72"/>
                      <a:pt x="37" y="72"/>
                    </a:cubicBezTo>
                    <a:cubicBezTo>
                      <a:pt x="16" y="72"/>
                      <a:pt x="0" y="57"/>
                      <a:pt x="0" y="36"/>
                    </a:cubicBezTo>
                    <a:cubicBezTo>
                      <a:pt x="0" y="16"/>
                      <a:pt x="16" y="0"/>
                      <a:pt x="37" y="0"/>
                    </a:cubicBezTo>
                    <a:cubicBezTo>
                      <a:pt x="57" y="0"/>
                      <a:pt x="73" y="16"/>
                      <a:pt x="73" y="3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3" name="Freeform 622">
                <a:extLst>
                  <a:ext uri="{FF2B5EF4-FFF2-40B4-BE49-F238E27FC236}">
                    <a16:creationId xmlns:a16="http://schemas.microsoft.com/office/drawing/2014/main" id="{9B851843-960A-674F-B81E-3B2BE678B672}"/>
                  </a:ext>
                </a:extLst>
              </p:cNvPr>
              <p:cNvSpPr/>
              <p:nvPr/>
            </p:nvSpPr>
            <p:spPr>
              <a:xfrm>
                <a:off x="4061284" y="9242037"/>
                <a:ext cx="107138" cy="107176"/>
              </a:xfrm>
              <a:custGeom>
                <a:avLst/>
                <a:gdLst>
                  <a:gd name="connsiteX0" fmla="*/ 54182 w 107138"/>
                  <a:gd name="connsiteY0" fmla="*/ 17447 h 107176"/>
                  <a:gd name="connsiteX1" fmla="*/ 17442 w 107138"/>
                  <a:gd name="connsiteY1" fmla="*/ 52975 h 107176"/>
                  <a:gd name="connsiteX2" fmla="*/ 54182 w 107138"/>
                  <a:gd name="connsiteY2" fmla="*/ 89728 h 107176"/>
                  <a:gd name="connsiteX3" fmla="*/ 89698 w 107138"/>
                  <a:gd name="connsiteY3" fmla="*/ 52975 h 107176"/>
                  <a:gd name="connsiteX4" fmla="*/ 54182 w 107138"/>
                  <a:gd name="connsiteY4" fmla="*/ 17447 h 107176"/>
                  <a:gd name="connsiteX5" fmla="*/ 54185 w 107138"/>
                  <a:gd name="connsiteY5" fmla="*/ 0 h 107176"/>
                  <a:gd name="connsiteX6" fmla="*/ 107138 w 107138"/>
                  <a:gd name="connsiteY6" fmla="*/ 52972 h 107176"/>
                  <a:gd name="connsiteX7" fmla="*/ 54185 w 107138"/>
                  <a:gd name="connsiteY7" fmla="*/ 107176 h 107176"/>
                  <a:gd name="connsiteX8" fmla="*/ 0 w 107138"/>
                  <a:gd name="connsiteY8" fmla="*/ 52972 h 107176"/>
                  <a:gd name="connsiteX9" fmla="*/ 54185 w 107138"/>
                  <a:gd name="connsiteY9" fmla="*/ 0 h 107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7138" h="107176">
                    <a:moveTo>
                      <a:pt x="54182" y="17447"/>
                    </a:moveTo>
                    <a:cubicBezTo>
                      <a:pt x="33363" y="17447"/>
                      <a:pt x="17442" y="33373"/>
                      <a:pt x="17442" y="52975"/>
                    </a:cubicBezTo>
                    <a:cubicBezTo>
                      <a:pt x="17442" y="73802"/>
                      <a:pt x="33363" y="89728"/>
                      <a:pt x="54182" y="89728"/>
                    </a:cubicBezTo>
                    <a:cubicBezTo>
                      <a:pt x="73777" y="89728"/>
                      <a:pt x="89698" y="73802"/>
                      <a:pt x="89698" y="52975"/>
                    </a:cubicBezTo>
                    <a:cubicBezTo>
                      <a:pt x="89698" y="33373"/>
                      <a:pt x="73777" y="17447"/>
                      <a:pt x="54182" y="17447"/>
                    </a:cubicBezTo>
                    <a:close/>
                    <a:moveTo>
                      <a:pt x="54185" y="0"/>
                    </a:moveTo>
                    <a:cubicBezTo>
                      <a:pt x="82509" y="0"/>
                      <a:pt x="107138" y="24638"/>
                      <a:pt x="107138" y="52972"/>
                    </a:cubicBezTo>
                    <a:cubicBezTo>
                      <a:pt x="107138" y="82538"/>
                      <a:pt x="82509" y="107176"/>
                      <a:pt x="54185" y="107176"/>
                    </a:cubicBezTo>
                    <a:cubicBezTo>
                      <a:pt x="24630" y="107176"/>
                      <a:pt x="0" y="82538"/>
                      <a:pt x="0" y="52972"/>
                    </a:cubicBezTo>
                    <a:cubicBezTo>
                      <a:pt x="0" y="24638"/>
                      <a:pt x="24630" y="0"/>
                      <a:pt x="54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8" name="Freeform 387">
                <a:extLst>
                  <a:ext uri="{FF2B5EF4-FFF2-40B4-BE49-F238E27FC236}">
                    <a16:creationId xmlns:a16="http://schemas.microsoft.com/office/drawing/2014/main" id="{97D09220-58B3-494A-B67A-C8F186254FDD}"/>
                  </a:ext>
                </a:extLst>
              </p:cNvPr>
              <p:cNvSpPr/>
              <p:nvPr/>
            </p:nvSpPr>
            <p:spPr>
              <a:xfrm>
                <a:off x="4307951" y="9250760"/>
                <a:ext cx="90943" cy="88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" h="72">
                    <a:moveTo>
                      <a:pt x="74" y="36"/>
                    </a:moveTo>
                    <a:cubicBezTo>
                      <a:pt x="74" y="57"/>
                      <a:pt x="57" y="72"/>
                      <a:pt x="37" y="72"/>
                    </a:cubicBezTo>
                    <a:cubicBezTo>
                      <a:pt x="17" y="72"/>
                      <a:pt x="0" y="57"/>
                      <a:pt x="0" y="36"/>
                    </a:cubicBezTo>
                    <a:cubicBezTo>
                      <a:pt x="0" y="16"/>
                      <a:pt x="17" y="0"/>
                      <a:pt x="37" y="0"/>
                    </a:cubicBezTo>
                    <a:cubicBezTo>
                      <a:pt x="57" y="0"/>
                      <a:pt x="74" y="16"/>
                      <a:pt x="74" y="3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4" name="Freeform 623">
                <a:extLst>
                  <a:ext uri="{FF2B5EF4-FFF2-40B4-BE49-F238E27FC236}">
                    <a16:creationId xmlns:a16="http://schemas.microsoft.com/office/drawing/2014/main" id="{73C4AC46-DE24-474F-AE7C-61C4A8C801E5}"/>
                  </a:ext>
                </a:extLst>
              </p:cNvPr>
              <p:cNvSpPr/>
              <p:nvPr/>
            </p:nvSpPr>
            <p:spPr>
              <a:xfrm>
                <a:off x="4300476" y="9242037"/>
                <a:ext cx="107138" cy="107176"/>
              </a:xfrm>
              <a:custGeom>
                <a:avLst/>
                <a:gdLst>
                  <a:gd name="connsiteX0" fmla="*/ 52954 w 107138"/>
                  <a:gd name="connsiteY0" fmla="*/ 17447 h 107176"/>
                  <a:gd name="connsiteX1" fmla="*/ 17438 w 107138"/>
                  <a:gd name="connsiteY1" fmla="*/ 52975 h 107176"/>
                  <a:gd name="connsiteX2" fmla="*/ 52954 w 107138"/>
                  <a:gd name="connsiteY2" fmla="*/ 89728 h 107176"/>
                  <a:gd name="connsiteX3" fmla="*/ 89694 w 107138"/>
                  <a:gd name="connsiteY3" fmla="*/ 52975 h 107176"/>
                  <a:gd name="connsiteX4" fmla="*/ 52954 w 107138"/>
                  <a:gd name="connsiteY4" fmla="*/ 17447 h 107176"/>
                  <a:gd name="connsiteX5" fmla="*/ 52954 w 107138"/>
                  <a:gd name="connsiteY5" fmla="*/ 0 h 107176"/>
                  <a:gd name="connsiteX6" fmla="*/ 107138 w 107138"/>
                  <a:gd name="connsiteY6" fmla="*/ 52972 h 107176"/>
                  <a:gd name="connsiteX7" fmla="*/ 52954 w 107138"/>
                  <a:gd name="connsiteY7" fmla="*/ 107176 h 107176"/>
                  <a:gd name="connsiteX8" fmla="*/ 0 w 107138"/>
                  <a:gd name="connsiteY8" fmla="*/ 52972 h 107176"/>
                  <a:gd name="connsiteX9" fmla="*/ 52954 w 107138"/>
                  <a:gd name="connsiteY9" fmla="*/ 0 h 107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7138" h="107176">
                    <a:moveTo>
                      <a:pt x="52954" y="17447"/>
                    </a:moveTo>
                    <a:cubicBezTo>
                      <a:pt x="33359" y="17447"/>
                      <a:pt x="17438" y="33373"/>
                      <a:pt x="17438" y="52975"/>
                    </a:cubicBezTo>
                    <a:cubicBezTo>
                      <a:pt x="17438" y="73802"/>
                      <a:pt x="33359" y="89728"/>
                      <a:pt x="52954" y="89728"/>
                    </a:cubicBezTo>
                    <a:cubicBezTo>
                      <a:pt x="73773" y="89728"/>
                      <a:pt x="89694" y="73802"/>
                      <a:pt x="89694" y="52975"/>
                    </a:cubicBezTo>
                    <a:cubicBezTo>
                      <a:pt x="89694" y="33373"/>
                      <a:pt x="73773" y="17447"/>
                      <a:pt x="52954" y="17447"/>
                    </a:cubicBezTo>
                    <a:close/>
                    <a:moveTo>
                      <a:pt x="52954" y="0"/>
                    </a:moveTo>
                    <a:cubicBezTo>
                      <a:pt x="82509" y="0"/>
                      <a:pt x="107138" y="24638"/>
                      <a:pt x="107138" y="52972"/>
                    </a:cubicBezTo>
                    <a:cubicBezTo>
                      <a:pt x="107138" y="82538"/>
                      <a:pt x="82509" y="107176"/>
                      <a:pt x="52954" y="107176"/>
                    </a:cubicBezTo>
                    <a:cubicBezTo>
                      <a:pt x="23398" y="107176"/>
                      <a:pt x="0" y="82538"/>
                      <a:pt x="0" y="52972"/>
                    </a:cubicBezTo>
                    <a:cubicBezTo>
                      <a:pt x="0" y="24638"/>
                      <a:pt x="23398" y="0"/>
                      <a:pt x="529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41" name="Group 640">
              <a:extLst>
                <a:ext uri="{FF2B5EF4-FFF2-40B4-BE49-F238E27FC236}">
                  <a16:creationId xmlns:a16="http://schemas.microsoft.com/office/drawing/2014/main" id="{EFB491A2-A96C-F84B-9384-18781126085C}"/>
                </a:ext>
              </a:extLst>
            </p:cNvPr>
            <p:cNvGrpSpPr/>
            <p:nvPr/>
          </p:nvGrpSpPr>
          <p:grpSpPr>
            <a:xfrm>
              <a:off x="12435496" y="5794966"/>
              <a:ext cx="1969597" cy="2907453"/>
              <a:chOff x="12435496" y="5794966"/>
              <a:chExt cx="1969597" cy="2907453"/>
            </a:xfrm>
          </p:grpSpPr>
          <p:sp>
            <p:nvSpPr>
              <p:cNvPr id="391" name="Freeform 390">
                <a:extLst>
                  <a:ext uri="{FF2B5EF4-FFF2-40B4-BE49-F238E27FC236}">
                    <a16:creationId xmlns:a16="http://schemas.microsoft.com/office/drawing/2014/main" id="{3E6A35CC-9921-0744-986B-1B63E1D43BB3}"/>
                  </a:ext>
                </a:extLst>
              </p:cNvPr>
              <p:cNvSpPr/>
              <p:nvPr/>
            </p:nvSpPr>
            <p:spPr>
              <a:xfrm>
                <a:off x="12435496" y="6153880"/>
                <a:ext cx="169428" cy="24974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7" h="2005">
                    <a:moveTo>
                      <a:pt x="130" y="2005"/>
                    </a:moveTo>
                    <a:lnTo>
                      <a:pt x="82" y="2005"/>
                    </a:lnTo>
                    <a:cubicBezTo>
                      <a:pt x="37" y="2005"/>
                      <a:pt x="0" y="1968"/>
                      <a:pt x="0" y="1922"/>
                    </a:cubicBezTo>
                    <a:lnTo>
                      <a:pt x="0" y="82"/>
                    </a:lnTo>
                    <a:cubicBezTo>
                      <a:pt x="0" y="37"/>
                      <a:pt x="37" y="0"/>
                      <a:pt x="82" y="0"/>
                    </a:cubicBezTo>
                    <a:lnTo>
                      <a:pt x="130" y="0"/>
                    </a:lnTo>
                    <a:cubicBezTo>
                      <a:pt x="134" y="0"/>
                      <a:pt x="137" y="3"/>
                      <a:pt x="137" y="6"/>
                    </a:cubicBezTo>
                    <a:cubicBezTo>
                      <a:pt x="137" y="11"/>
                      <a:pt x="134" y="13"/>
                      <a:pt x="130" y="13"/>
                    </a:cubicBezTo>
                    <a:lnTo>
                      <a:pt x="82" y="13"/>
                    </a:lnTo>
                    <a:cubicBezTo>
                      <a:pt x="44" y="13"/>
                      <a:pt x="14" y="44"/>
                      <a:pt x="14" y="82"/>
                    </a:cubicBezTo>
                    <a:lnTo>
                      <a:pt x="14" y="1922"/>
                    </a:lnTo>
                    <a:cubicBezTo>
                      <a:pt x="14" y="1960"/>
                      <a:pt x="44" y="1992"/>
                      <a:pt x="82" y="1992"/>
                    </a:cubicBezTo>
                    <a:lnTo>
                      <a:pt x="130" y="1992"/>
                    </a:lnTo>
                    <a:cubicBezTo>
                      <a:pt x="134" y="1992"/>
                      <a:pt x="137" y="1995"/>
                      <a:pt x="137" y="1998"/>
                    </a:cubicBezTo>
                    <a:cubicBezTo>
                      <a:pt x="137" y="2002"/>
                      <a:pt x="134" y="2005"/>
                      <a:pt x="130" y="200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2" name="Freeform 391">
                <a:extLst>
                  <a:ext uri="{FF2B5EF4-FFF2-40B4-BE49-F238E27FC236}">
                    <a16:creationId xmlns:a16="http://schemas.microsoft.com/office/drawing/2014/main" id="{532198C1-0C7A-4941-899C-F976D6366C80}"/>
                  </a:ext>
                </a:extLst>
              </p:cNvPr>
              <p:cNvSpPr/>
              <p:nvPr/>
            </p:nvSpPr>
            <p:spPr>
              <a:xfrm>
                <a:off x="12545126" y="6109016"/>
                <a:ext cx="104647" cy="1046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" h="85">
                    <a:moveTo>
                      <a:pt x="85" y="42"/>
                    </a:moveTo>
                    <a:cubicBezTo>
                      <a:pt x="85" y="66"/>
                      <a:pt x="66" y="85"/>
                      <a:pt x="42" y="85"/>
                    </a:cubicBezTo>
                    <a:cubicBezTo>
                      <a:pt x="19" y="85"/>
                      <a:pt x="0" y="66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6" y="0"/>
                      <a:pt x="85" y="19"/>
                      <a:pt x="85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6" name="Freeform 625">
                <a:extLst>
                  <a:ext uri="{FF2B5EF4-FFF2-40B4-BE49-F238E27FC236}">
                    <a16:creationId xmlns:a16="http://schemas.microsoft.com/office/drawing/2014/main" id="{FDE6AA6C-4113-624E-B934-6D5410182588}"/>
                  </a:ext>
                </a:extLst>
              </p:cNvPr>
              <p:cNvSpPr/>
              <p:nvPr/>
            </p:nvSpPr>
            <p:spPr>
              <a:xfrm>
                <a:off x="12537651" y="6101539"/>
                <a:ext cx="120842" cy="120884"/>
              </a:xfrm>
              <a:custGeom>
                <a:avLst/>
                <a:gdLst>
                  <a:gd name="connsiteX0" fmla="*/ 59184 w 120842"/>
                  <a:gd name="connsiteY0" fmla="*/ 16201 h 120884"/>
                  <a:gd name="connsiteX1" fmla="*/ 16196 w 120842"/>
                  <a:gd name="connsiteY1" fmla="*/ 59205 h 120884"/>
                  <a:gd name="connsiteX2" fmla="*/ 59184 w 120842"/>
                  <a:gd name="connsiteY2" fmla="*/ 103437 h 120884"/>
                  <a:gd name="connsiteX3" fmla="*/ 103401 w 120842"/>
                  <a:gd name="connsiteY3" fmla="*/ 59205 h 120884"/>
                  <a:gd name="connsiteX4" fmla="*/ 59184 w 120842"/>
                  <a:gd name="connsiteY4" fmla="*/ 16201 h 120884"/>
                  <a:gd name="connsiteX5" fmla="*/ 59188 w 120842"/>
                  <a:gd name="connsiteY5" fmla="*/ 0 h 120884"/>
                  <a:gd name="connsiteX6" fmla="*/ 120842 w 120842"/>
                  <a:gd name="connsiteY6" fmla="*/ 59209 h 120884"/>
                  <a:gd name="connsiteX7" fmla="*/ 59188 w 120842"/>
                  <a:gd name="connsiteY7" fmla="*/ 120884 h 120884"/>
                  <a:gd name="connsiteX8" fmla="*/ 0 w 120842"/>
                  <a:gd name="connsiteY8" fmla="*/ 59209 h 120884"/>
                  <a:gd name="connsiteX9" fmla="*/ 59188 w 120842"/>
                  <a:gd name="connsiteY9" fmla="*/ 0 h 120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0842" h="120884">
                    <a:moveTo>
                      <a:pt x="59184" y="16201"/>
                    </a:moveTo>
                    <a:cubicBezTo>
                      <a:pt x="35848" y="16201"/>
                      <a:pt x="16196" y="35860"/>
                      <a:pt x="16196" y="59205"/>
                    </a:cubicBezTo>
                    <a:cubicBezTo>
                      <a:pt x="16196" y="83778"/>
                      <a:pt x="35848" y="103437"/>
                      <a:pt x="59184" y="103437"/>
                    </a:cubicBezTo>
                    <a:cubicBezTo>
                      <a:pt x="83749" y="103437"/>
                      <a:pt x="103401" y="83778"/>
                      <a:pt x="103401" y="59205"/>
                    </a:cubicBezTo>
                    <a:cubicBezTo>
                      <a:pt x="103401" y="35860"/>
                      <a:pt x="83749" y="16201"/>
                      <a:pt x="59184" y="16201"/>
                    </a:cubicBezTo>
                    <a:close/>
                    <a:moveTo>
                      <a:pt x="59188" y="0"/>
                    </a:moveTo>
                    <a:cubicBezTo>
                      <a:pt x="93714" y="0"/>
                      <a:pt x="120842" y="25904"/>
                      <a:pt x="120842" y="59209"/>
                    </a:cubicBezTo>
                    <a:cubicBezTo>
                      <a:pt x="120842" y="93747"/>
                      <a:pt x="93714" y="120884"/>
                      <a:pt x="59188" y="120884"/>
                    </a:cubicBezTo>
                    <a:cubicBezTo>
                      <a:pt x="27128" y="120884"/>
                      <a:pt x="0" y="93747"/>
                      <a:pt x="0" y="59209"/>
                    </a:cubicBezTo>
                    <a:cubicBezTo>
                      <a:pt x="0" y="25904"/>
                      <a:pt x="27128" y="0"/>
                      <a:pt x="591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5" name="Freeform 394">
                <a:extLst>
                  <a:ext uri="{FF2B5EF4-FFF2-40B4-BE49-F238E27FC236}">
                    <a16:creationId xmlns:a16="http://schemas.microsoft.com/office/drawing/2014/main" id="{F3D66D4F-8794-2A4B-888E-4A3C3CC8367A}"/>
                  </a:ext>
                </a:extLst>
              </p:cNvPr>
              <p:cNvSpPr/>
              <p:nvPr/>
            </p:nvSpPr>
            <p:spPr>
              <a:xfrm>
                <a:off x="12545126" y="8590259"/>
                <a:ext cx="104647" cy="1034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" h="84">
                    <a:moveTo>
                      <a:pt x="85" y="42"/>
                    </a:moveTo>
                    <a:cubicBezTo>
                      <a:pt x="85" y="66"/>
                      <a:pt x="66" y="84"/>
                      <a:pt x="42" y="84"/>
                    </a:cubicBezTo>
                    <a:cubicBezTo>
                      <a:pt x="19" y="84"/>
                      <a:pt x="0" y="66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6" y="0"/>
                      <a:pt x="85" y="19"/>
                      <a:pt x="85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AF1076F2-E0D8-5A46-9B2F-D4D82FC3CE7E}"/>
                  </a:ext>
                </a:extLst>
              </p:cNvPr>
              <p:cNvSpPr/>
              <p:nvPr/>
            </p:nvSpPr>
            <p:spPr>
              <a:xfrm>
                <a:off x="12537651" y="8581535"/>
                <a:ext cx="120842" cy="120884"/>
              </a:xfrm>
              <a:custGeom>
                <a:avLst/>
                <a:gdLst>
                  <a:gd name="connsiteX0" fmla="*/ 59184 w 120842"/>
                  <a:gd name="connsiteY0" fmla="*/ 17447 h 120884"/>
                  <a:gd name="connsiteX1" fmla="*/ 16196 w 120842"/>
                  <a:gd name="connsiteY1" fmla="*/ 60451 h 120884"/>
                  <a:gd name="connsiteX2" fmla="*/ 59184 w 120842"/>
                  <a:gd name="connsiteY2" fmla="*/ 104683 h 120884"/>
                  <a:gd name="connsiteX3" fmla="*/ 103401 w 120842"/>
                  <a:gd name="connsiteY3" fmla="*/ 60451 h 120884"/>
                  <a:gd name="connsiteX4" fmla="*/ 59184 w 120842"/>
                  <a:gd name="connsiteY4" fmla="*/ 17447 h 120884"/>
                  <a:gd name="connsiteX5" fmla="*/ 59188 w 120842"/>
                  <a:gd name="connsiteY5" fmla="*/ 0 h 120884"/>
                  <a:gd name="connsiteX6" fmla="*/ 120842 w 120842"/>
                  <a:gd name="connsiteY6" fmla="*/ 60442 h 120884"/>
                  <a:gd name="connsiteX7" fmla="*/ 59188 w 120842"/>
                  <a:gd name="connsiteY7" fmla="*/ 120884 h 120884"/>
                  <a:gd name="connsiteX8" fmla="*/ 0 w 120842"/>
                  <a:gd name="connsiteY8" fmla="*/ 60442 h 120884"/>
                  <a:gd name="connsiteX9" fmla="*/ 59188 w 120842"/>
                  <a:gd name="connsiteY9" fmla="*/ 0 h 120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0842" h="120884">
                    <a:moveTo>
                      <a:pt x="59184" y="17447"/>
                    </a:moveTo>
                    <a:cubicBezTo>
                      <a:pt x="35848" y="17447"/>
                      <a:pt x="16196" y="37106"/>
                      <a:pt x="16196" y="60451"/>
                    </a:cubicBezTo>
                    <a:cubicBezTo>
                      <a:pt x="16196" y="85024"/>
                      <a:pt x="35848" y="104683"/>
                      <a:pt x="59184" y="104683"/>
                    </a:cubicBezTo>
                    <a:cubicBezTo>
                      <a:pt x="83749" y="104683"/>
                      <a:pt x="103401" y="85024"/>
                      <a:pt x="103401" y="60451"/>
                    </a:cubicBezTo>
                    <a:cubicBezTo>
                      <a:pt x="103401" y="37106"/>
                      <a:pt x="83749" y="17447"/>
                      <a:pt x="59184" y="17447"/>
                    </a:cubicBezTo>
                    <a:close/>
                    <a:moveTo>
                      <a:pt x="59188" y="0"/>
                    </a:moveTo>
                    <a:cubicBezTo>
                      <a:pt x="93714" y="0"/>
                      <a:pt x="120842" y="27137"/>
                      <a:pt x="120842" y="60442"/>
                    </a:cubicBezTo>
                    <a:cubicBezTo>
                      <a:pt x="120842" y="93747"/>
                      <a:pt x="93714" y="120884"/>
                      <a:pt x="59188" y="120884"/>
                    </a:cubicBezTo>
                    <a:cubicBezTo>
                      <a:pt x="27128" y="120884"/>
                      <a:pt x="0" y="93747"/>
                      <a:pt x="0" y="60442"/>
                    </a:cubicBezTo>
                    <a:cubicBezTo>
                      <a:pt x="0" y="27137"/>
                      <a:pt x="27128" y="0"/>
                      <a:pt x="591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8" name="Freeform 397">
                <a:extLst>
                  <a:ext uri="{FF2B5EF4-FFF2-40B4-BE49-F238E27FC236}">
                    <a16:creationId xmlns:a16="http://schemas.microsoft.com/office/drawing/2014/main" id="{02868362-561D-CD4B-BE8D-C1B6634672CC}"/>
                  </a:ext>
                </a:extLst>
              </p:cNvPr>
              <p:cNvSpPr/>
              <p:nvPr/>
            </p:nvSpPr>
            <p:spPr>
              <a:xfrm>
                <a:off x="14234420" y="6153880"/>
                <a:ext cx="170673" cy="24974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8" h="2005">
                    <a:moveTo>
                      <a:pt x="55" y="2005"/>
                    </a:moveTo>
                    <a:lnTo>
                      <a:pt x="7" y="2005"/>
                    </a:lnTo>
                    <a:cubicBezTo>
                      <a:pt x="3" y="2005"/>
                      <a:pt x="0" y="2002"/>
                      <a:pt x="0" y="1998"/>
                    </a:cubicBezTo>
                    <a:cubicBezTo>
                      <a:pt x="0" y="1995"/>
                      <a:pt x="3" y="1992"/>
                      <a:pt x="7" y="1992"/>
                    </a:cubicBezTo>
                    <a:lnTo>
                      <a:pt x="55" y="1992"/>
                    </a:lnTo>
                    <a:cubicBezTo>
                      <a:pt x="93" y="1992"/>
                      <a:pt x="124" y="1960"/>
                      <a:pt x="124" y="1922"/>
                    </a:cubicBezTo>
                    <a:lnTo>
                      <a:pt x="124" y="82"/>
                    </a:lnTo>
                    <a:cubicBezTo>
                      <a:pt x="124" y="44"/>
                      <a:pt x="93" y="13"/>
                      <a:pt x="55" y="13"/>
                    </a:cubicBezTo>
                    <a:lnTo>
                      <a:pt x="7" y="13"/>
                    </a:lnTo>
                    <a:cubicBezTo>
                      <a:pt x="3" y="13"/>
                      <a:pt x="0" y="11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55" y="0"/>
                    </a:lnTo>
                    <a:cubicBezTo>
                      <a:pt x="100" y="0"/>
                      <a:pt x="138" y="37"/>
                      <a:pt x="138" y="82"/>
                    </a:cubicBezTo>
                    <a:lnTo>
                      <a:pt x="138" y="1922"/>
                    </a:lnTo>
                    <a:cubicBezTo>
                      <a:pt x="138" y="1968"/>
                      <a:pt x="100" y="2005"/>
                      <a:pt x="55" y="200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D56831CE-0B74-A840-B87B-B6AD153359F9}"/>
                  </a:ext>
                </a:extLst>
              </p:cNvPr>
              <p:cNvSpPr/>
              <p:nvPr/>
            </p:nvSpPr>
            <p:spPr>
              <a:xfrm>
                <a:off x="14190817" y="6109016"/>
                <a:ext cx="103401" cy="1046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" h="85">
                    <a:moveTo>
                      <a:pt x="0" y="42"/>
                    </a:moveTo>
                    <a:cubicBezTo>
                      <a:pt x="0" y="66"/>
                      <a:pt x="19" y="85"/>
                      <a:pt x="42" y="85"/>
                    </a:cubicBezTo>
                    <a:cubicBezTo>
                      <a:pt x="65" y="85"/>
                      <a:pt x="84" y="66"/>
                      <a:pt x="84" y="42"/>
                    </a:cubicBezTo>
                    <a:cubicBezTo>
                      <a:pt x="84" y="19"/>
                      <a:pt x="65" y="0"/>
                      <a:pt x="42" y="0"/>
                    </a:cubicBezTo>
                    <a:cubicBezTo>
                      <a:pt x="19" y="0"/>
                      <a:pt x="0" y="19"/>
                      <a:pt x="0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FDBD809F-07F9-914E-8DB5-E7801EBA784A}"/>
                  </a:ext>
                </a:extLst>
              </p:cNvPr>
              <p:cNvSpPr/>
              <p:nvPr/>
            </p:nvSpPr>
            <p:spPr>
              <a:xfrm>
                <a:off x="14182096" y="6101539"/>
                <a:ext cx="122088" cy="120884"/>
              </a:xfrm>
              <a:custGeom>
                <a:avLst/>
                <a:gdLst>
                  <a:gd name="connsiteX0" fmla="*/ 60413 w 122088"/>
                  <a:gd name="connsiteY0" fmla="*/ 16201 h 120884"/>
                  <a:gd name="connsiteX1" fmla="*/ 16196 w 122088"/>
                  <a:gd name="connsiteY1" fmla="*/ 59205 h 120884"/>
                  <a:gd name="connsiteX2" fmla="*/ 60413 w 122088"/>
                  <a:gd name="connsiteY2" fmla="*/ 103437 h 120884"/>
                  <a:gd name="connsiteX3" fmla="*/ 103401 w 122088"/>
                  <a:gd name="connsiteY3" fmla="*/ 59205 h 120884"/>
                  <a:gd name="connsiteX4" fmla="*/ 60413 w 122088"/>
                  <a:gd name="connsiteY4" fmla="*/ 16201 h 120884"/>
                  <a:gd name="connsiteX5" fmla="*/ 60427 w 122088"/>
                  <a:gd name="connsiteY5" fmla="*/ 0 h 120884"/>
                  <a:gd name="connsiteX6" fmla="*/ 122088 w 122088"/>
                  <a:gd name="connsiteY6" fmla="*/ 59209 h 120884"/>
                  <a:gd name="connsiteX7" fmla="*/ 60427 w 122088"/>
                  <a:gd name="connsiteY7" fmla="*/ 120884 h 120884"/>
                  <a:gd name="connsiteX8" fmla="*/ 0 w 122088"/>
                  <a:gd name="connsiteY8" fmla="*/ 59209 h 120884"/>
                  <a:gd name="connsiteX9" fmla="*/ 60427 w 122088"/>
                  <a:gd name="connsiteY9" fmla="*/ 0 h 120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088" h="120884">
                    <a:moveTo>
                      <a:pt x="60413" y="16201"/>
                    </a:moveTo>
                    <a:cubicBezTo>
                      <a:pt x="35848" y="16201"/>
                      <a:pt x="16196" y="35860"/>
                      <a:pt x="16196" y="59205"/>
                    </a:cubicBezTo>
                    <a:cubicBezTo>
                      <a:pt x="16196" y="83778"/>
                      <a:pt x="35848" y="103437"/>
                      <a:pt x="60413" y="103437"/>
                    </a:cubicBezTo>
                    <a:cubicBezTo>
                      <a:pt x="84977" y="103437"/>
                      <a:pt x="103401" y="83778"/>
                      <a:pt x="103401" y="59205"/>
                    </a:cubicBezTo>
                    <a:cubicBezTo>
                      <a:pt x="103401" y="35860"/>
                      <a:pt x="84977" y="16201"/>
                      <a:pt x="60413" y="16201"/>
                    </a:cubicBezTo>
                    <a:close/>
                    <a:moveTo>
                      <a:pt x="60427" y="0"/>
                    </a:moveTo>
                    <a:cubicBezTo>
                      <a:pt x="93724" y="0"/>
                      <a:pt x="122088" y="25904"/>
                      <a:pt x="122088" y="59209"/>
                    </a:cubicBezTo>
                    <a:cubicBezTo>
                      <a:pt x="122088" y="93747"/>
                      <a:pt x="93724" y="120884"/>
                      <a:pt x="60427" y="120884"/>
                    </a:cubicBezTo>
                    <a:cubicBezTo>
                      <a:pt x="27131" y="120884"/>
                      <a:pt x="0" y="93747"/>
                      <a:pt x="0" y="59209"/>
                    </a:cubicBezTo>
                    <a:cubicBezTo>
                      <a:pt x="0" y="25904"/>
                      <a:pt x="27131" y="0"/>
                      <a:pt x="604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2" name="Freeform 401">
                <a:extLst>
                  <a:ext uri="{FF2B5EF4-FFF2-40B4-BE49-F238E27FC236}">
                    <a16:creationId xmlns:a16="http://schemas.microsoft.com/office/drawing/2014/main" id="{AE23653C-674B-D844-A152-DE5E18AEB5EA}"/>
                  </a:ext>
                </a:extLst>
              </p:cNvPr>
              <p:cNvSpPr/>
              <p:nvPr/>
            </p:nvSpPr>
            <p:spPr>
              <a:xfrm>
                <a:off x="14190817" y="8590259"/>
                <a:ext cx="103401" cy="1034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" h="84">
                    <a:moveTo>
                      <a:pt x="0" y="42"/>
                    </a:moveTo>
                    <a:cubicBezTo>
                      <a:pt x="0" y="66"/>
                      <a:pt x="19" y="84"/>
                      <a:pt x="42" y="84"/>
                    </a:cubicBezTo>
                    <a:cubicBezTo>
                      <a:pt x="65" y="84"/>
                      <a:pt x="84" y="66"/>
                      <a:pt x="84" y="42"/>
                    </a:cubicBezTo>
                    <a:cubicBezTo>
                      <a:pt x="84" y="19"/>
                      <a:pt x="65" y="0"/>
                      <a:pt x="42" y="0"/>
                    </a:cubicBezTo>
                    <a:cubicBezTo>
                      <a:pt x="19" y="0"/>
                      <a:pt x="0" y="19"/>
                      <a:pt x="0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189507F7-C357-1646-BD74-9B0068CD08D2}"/>
                  </a:ext>
                </a:extLst>
              </p:cNvPr>
              <p:cNvSpPr/>
              <p:nvPr/>
            </p:nvSpPr>
            <p:spPr>
              <a:xfrm>
                <a:off x="14182096" y="8581535"/>
                <a:ext cx="122088" cy="120884"/>
              </a:xfrm>
              <a:custGeom>
                <a:avLst/>
                <a:gdLst>
                  <a:gd name="connsiteX0" fmla="*/ 60413 w 122088"/>
                  <a:gd name="connsiteY0" fmla="*/ 17447 h 120884"/>
                  <a:gd name="connsiteX1" fmla="*/ 16196 w 122088"/>
                  <a:gd name="connsiteY1" fmla="*/ 60451 h 120884"/>
                  <a:gd name="connsiteX2" fmla="*/ 60413 w 122088"/>
                  <a:gd name="connsiteY2" fmla="*/ 104683 h 120884"/>
                  <a:gd name="connsiteX3" fmla="*/ 103401 w 122088"/>
                  <a:gd name="connsiteY3" fmla="*/ 60451 h 120884"/>
                  <a:gd name="connsiteX4" fmla="*/ 60413 w 122088"/>
                  <a:gd name="connsiteY4" fmla="*/ 17447 h 120884"/>
                  <a:gd name="connsiteX5" fmla="*/ 60427 w 122088"/>
                  <a:gd name="connsiteY5" fmla="*/ 0 h 120884"/>
                  <a:gd name="connsiteX6" fmla="*/ 122088 w 122088"/>
                  <a:gd name="connsiteY6" fmla="*/ 60442 h 120884"/>
                  <a:gd name="connsiteX7" fmla="*/ 60427 w 122088"/>
                  <a:gd name="connsiteY7" fmla="*/ 120884 h 120884"/>
                  <a:gd name="connsiteX8" fmla="*/ 0 w 122088"/>
                  <a:gd name="connsiteY8" fmla="*/ 60442 h 120884"/>
                  <a:gd name="connsiteX9" fmla="*/ 60427 w 122088"/>
                  <a:gd name="connsiteY9" fmla="*/ 0 h 120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2088" h="120884">
                    <a:moveTo>
                      <a:pt x="60413" y="17447"/>
                    </a:moveTo>
                    <a:cubicBezTo>
                      <a:pt x="35848" y="17447"/>
                      <a:pt x="16196" y="37106"/>
                      <a:pt x="16196" y="60451"/>
                    </a:cubicBezTo>
                    <a:cubicBezTo>
                      <a:pt x="16196" y="85024"/>
                      <a:pt x="35848" y="104683"/>
                      <a:pt x="60413" y="104683"/>
                    </a:cubicBezTo>
                    <a:cubicBezTo>
                      <a:pt x="84977" y="104683"/>
                      <a:pt x="103401" y="85024"/>
                      <a:pt x="103401" y="60451"/>
                    </a:cubicBezTo>
                    <a:cubicBezTo>
                      <a:pt x="103401" y="37106"/>
                      <a:pt x="84977" y="17447"/>
                      <a:pt x="60413" y="17447"/>
                    </a:cubicBezTo>
                    <a:close/>
                    <a:moveTo>
                      <a:pt x="60427" y="0"/>
                    </a:moveTo>
                    <a:cubicBezTo>
                      <a:pt x="93724" y="0"/>
                      <a:pt x="122088" y="27137"/>
                      <a:pt x="122088" y="60442"/>
                    </a:cubicBezTo>
                    <a:cubicBezTo>
                      <a:pt x="122088" y="93747"/>
                      <a:pt x="93724" y="120884"/>
                      <a:pt x="60427" y="120884"/>
                    </a:cubicBezTo>
                    <a:cubicBezTo>
                      <a:pt x="27131" y="120884"/>
                      <a:pt x="0" y="93747"/>
                      <a:pt x="0" y="60442"/>
                    </a:cubicBezTo>
                    <a:cubicBezTo>
                      <a:pt x="0" y="27137"/>
                      <a:pt x="27131" y="0"/>
                      <a:pt x="604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5" name="Freeform 404">
                <a:extLst>
                  <a:ext uri="{FF2B5EF4-FFF2-40B4-BE49-F238E27FC236}">
                    <a16:creationId xmlns:a16="http://schemas.microsoft.com/office/drawing/2014/main" id="{A18A3838-F95A-3F48-B0B3-A019A35C06B6}"/>
                  </a:ext>
                </a:extLst>
              </p:cNvPr>
              <p:cNvSpPr/>
              <p:nvPr/>
            </p:nvSpPr>
            <p:spPr>
              <a:xfrm>
                <a:off x="12734483" y="5803690"/>
                <a:ext cx="1370371" cy="60940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01" h="490">
                    <a:moveTo>
                      <a:pt x="1101" y="456"/>
                    </a:moveTo>
                    <a:cubicBezTo>
                      <a:pt x="1101" y="362"/>
                      <a:pt x="1024" y="284"/>
                      <a:pt x="929" y="284"/>
                    </a:cubicBezTo>
                    <a:cubicBezTo>
                      <a:pt x="902" y="284"/>
                      <a:pt x="876" y="291"/>
                      <a:pt x="853" y="302"/>
                    </a:cubicBezTo>
                    <a:cubicBezTo>
                      <a:pt x="853" y="135"/>
                      <a:pt x="718" y="0"/>
                      <a:pt x="551" y="0"/>
                    </a:cubicBezTo>
                    <a:cubicBezTo>
                      <a:pt x="384" y="0"/>
                      <a:pt x="248" y="135"/>
                      <a:pt x="248" y="302"/>
                    </a:cubicBezTo>
                    <a:cubicBezTo>
                      <a:pt x="225" y="291"/>
                      <a:pt x="199" y="284"/>
                      <a:pt x="172" y="284"/>
                    </a:cubicBezTo>
                    <a:cubicBezTo>
                      <a:pt x="77" y="284"/>
                      <a:pt x="0" y="362"/>
                      <a:pt x="0" y="456"/>
                    </a:cubicBezTo>
                    <a:cubicBezTo>
                      <a:pt x="0" y="468"/>
                      <a:pt x="1" y="479"/>
                      <a:pt x="4" y="490"/>
                    </a:cubicBezTo>
                    <a:lnTo>
                      <a:pt x="1098" y="490"/>
                    </a:lnTo>
                    <a:cubicBezTo>
                      <a:pt x="1100" y="479"/>
                      <a:pt x="1101" y="468"/>
                      <a:pt x="1101" y="45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0FBAA2FB-4509-4A4F-956F-2138D216D1C4}"/>
                  </a:ext>
                </a:extLst>
              </p:cNvPr>
              <p:cNvSpPr/>
              <p:nvPr/>
            </p:nvSpPr>
            <p:spPr>
              <a:xfrm>
                <a:off x="12725762" y="5794966"/>
                <a:ext cx="1387812" cy="626853"/>
              </a:xfrm>
              <a:custGeom>
                <a:avLst/>
                <a:gdLst>
                  <a:gd name="connsiteX0" fmla="*/ 694530 w 1387812"/>
                  <a:gd name="connsiteY0" fmla="*/ 17444 h 626853"/>
                  <a:gd name="connsiteX1" fmla="*/ 326114 w 1387812"/>
                  <a:gd name="connsiteY1" fmla="*/ 384311 h 626853"/>
                  <a:gd name="connsiteX2" fmla="*/ 322381 w 1387812"/>
                  <a:gd name="connsiteY2" fmla="*/ 391773 h 626853"/>
                  <a:gd name="connsiteX3" fmla="*/ 313668 w 1387812"/>
                  <a:gd name="connsiteY3" fmla="*/ 391773 h 626853"/>
                  <a:gd name="connsiteX4" fmla="*/ 222809 w 1387812"/>
                  <a:gd name="connsiteY4" fmla="*/ 370631 h 626853"/>
                  <a:gd name="connsiteX5" fmla="*/ 17442 w 1387812"/>
                  <a:gd name="connsiteY5" fmla="*/ 575828 h 626853"/>
                  <a:gd name="connsiteX6" fmla="*/ 19931 w 1387812"/>
                  <a:gd name="connsiteY6" fmla="*/ 610649 h 626853"/>
                  <a:gd name="connsiteX7" fmla="*/ 1367884 w 1387812"/>
                  <a:gd name="connsiteY7" fmla="*/ 610649 h 626853"/>
                  <a:gd name="connsiteX8" fmla="*/ 1371618 w 1387812"/>
                  <a:gd name="connsiteY8" fmla="*/ 575828 h 626853"/>
                  <a:gd name="connsiteX9" fmla="*/ 1165007 w 1387812"/>
                  <a:gd name="connsiteY9" fmla="*/ 370631 h 626853"/>
                  <a:gd name="connsiteX10" fmla="*/ 1074147 w 1387812"/>
                  <a:gd name="connsiteY10" fmla="*/ 391773 h 626853"/>
                  <a:gd name="connsiteX11" fmla="*/ 1065435 w 1387812"/>
                  <a:gd name="connsiteY11" fmla="*/ 391773 h 626853"/>
                  <a:gd name="connsiteX12" fmla="*/ 1062946 w 1387812"/>
                  <a:gd name="connsiteY12" fmla="*/ 384311 h 626853"/>
                  <a:gd name="connsiteX13" fmla="*/ 694530 w 1387812"/>
                  <a:gd name="connsiteY13" fmla="*/ 17444 h 626853"/>
                  <a:gd name="connsiteX14" fmla="*/ 694528 w 1387812"/>
                  <a:gd name="connsiteY14" fmla="*/ 0 h 626853"/>
                  <a:gd name="connsiteX15" fmla="*/ 1079133 w 1387812"/>
                  <a:gd name="connsiteY15" fmla="*/ 371883 h 626853"/>
                  <a:gd name="connsiteX16" fmla="*/ 1165015 w 1387812"/>
                  <a:gd name="connsiteY16" fmla="*/ 354471 h 626853"/>
                  <a:gd name="connsiteX17" fmla="*/ 1387812 w 1387812"/>
                  <a:gd name="connsiteY17" fmla="*/ 575859 h 626853"/>
                  <a:gd name="connsiteX18" fmla="*/ 1384078 w 1387812"/>
                  <a:gd name="connsiteY18" fmla="*/ 620634 h 626853"/>
                  <a:gd name="connsiteX19" fmla="*/ 1375365 w 1387812"/>
                  <a:gd name="connsiteY19" fmla="*/ 626853 h 626853"/>
                  <a:gd name="connsiteX20" fmla="*/ 13691 w 1387812"/>
                  <a:gd name="connsiteY20" fmla="*/ 626853 h 626853"/>
                  <a:gd name="connsiteX21" fmla="*/ 4979 w 1387812"/>
                  <a:gd name="connsiteY21" fmla="*/ 620634 h 626853"/>
                  <a:gd name="connsiteX22" fmla="*/ 0 w 1387812"/>
                  <a:gd name="connsiteY22" fmla="*/ 575859 h 626853"/>
                  <a:gd name="connsiteX23" fmla="*/ 222797 w 1387812"/>
                  <a:gd name="connsiteY23" fmla="*/ 354471 h 626853"/>
                  <a:gd name="connsiteX24" fmla="*/ 308679 w 1387812"/>
                  <a:gd name="connsiteY24" fmla="*/ 371883 h 626853"/>
                  <a:gd name="connsiteX25" fmla="*/ 694528 w 1387812"/>
                  <a:gd name="connsiteY25" fmla="*/ 0 h 626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387812" h="626853">
                    <a:moveTo>
                      <a:pt x="694530" y="17444"/>
                    </a:moveTo>
                    <a:cubicBezTo>
                      <a:pt x="491653" y="17444"/>
                      <a:pt x="326114" y="181602"/>
                      <a:pt x="326114" y="384311"/>
                    </a:cubicBezTo>
                    <a:cubicBezTo>
                      <a:pt x="326114" y="388042"/>
                      <a:pt x="324870" y="390529"/>
                      <a:pt x="322381" y="391773"/>
                    </a:cubicBezTo>
                    <a:cubicBezTo>
                      <a:pt x="319891" y="394260"/>
                      <a:pt x="316157" y="394260"/>
                      <a:pt x="313668" y="391773"/>
                    </a:cubicBezTo>
                    <a:cubicBezTo>
                      <a:pt x="286286" y="378093"/>
                      <a:pt x="255170" y="370631"/>
                      <a:pt x="222809" y="370631"/>
                    </a:cubicBezTo>
                    <a:cubicBezTo>
                      <a:pt x="109546" y="370631"/>
                      <a:pt x="17442" y="462659"/>
                      <a:pt x="17442" y="575828"/>
                    </a:cubicBezTo>
                    <a:cubicBezTo>
                      <a:pt x="17442" y="587021"/>
                      <a:pt x="18687" y="599457"/>
                      <a:pt x="19931" y="610649"/>
                    </a:cubicBezTo>
                    <a:lnTo>
                      <a:pt x="1367884" y="610649"/>
                    </a:lnTo>
                    <a:cubicBezTo>
                      <a:pt x="1370373" y="599457"/>
                      <a:pt x="1371618" y="587021"/>
                      <a:pt x="1371618" y="575828"/>
                    </a:cubicBezTo>
                    <a:cubicBezTo>
                      <a:pt x="1371618" y="462659"/>
                      <a:pt x="1279514" y="370631"/>
                      <a:pt x="1165007" y="370631"/>
                    </a:cubicBezTo>
                    <a:cubicBezTo>
                      <a:pt x="1133890" y="370631"/>
                      <a:pt x="1102774" y="378093"/>
                      <a:pt x="1074147" y="391773"/>
                    </a:cubicBezTo>
                    <a:cubicBezTo>
                      <a:pt x="1071658" y="394260"/>
                      <a:pt x="1069169" y="394260"/>
                      <a:pt x="1065435" y="391773"/>
                    </a:cubicBezTo>
                    <a:cubicBezTo>
                      <a:pt x="1064190" y="390529"/>
                      <a:pt x="1062946" y="388042"/>
                      <a:pt x="1062946" y="384311"/>
                    </a:cubicBezTo>
                    <a:cubicBezTo>
                      <a:pt x="1062946" y="181602"/>
                      <a:pt x="897408" y="17444"/>
                      <a:pt x="694530" y="17444"/>
                    </a:cubicBezTo>
                    <a:close/>
                    <a:moveTo>
                      <a:pt x="694528" y="0"/>
                    </a:moveTo>
                    <a:cubicBezTo>
                      <a:pt x="901144" y="0"/>
                      <a:pt x="1071665" y="165420"/>
                      <a:pt x="1079133" y="371883"/>
                    </a:cubicBezTo>
                    <a:cubicBezTo>
                      <a:pt x="1106516" y="359446"/>
                      <a:pt x="1135143" y="354471"/>
                      <a:pt x="1165015" y="354471"/>
                    </a:cubicBezTo>
                    <a:cubicBezTo>
                      <a:pt x="1288238" y="354471"/>
                      <a:pt x="1387812" y="453971"/>
                      <a:pt x="1387812" y="575859"/>
                    </a:cubicBezTo>
                    <a:cubicBezTo>
                      <a:pt x="1387812" y="592028"/>
                      <a:pt x="1386567" y="605709"/>
                      <a:pt x="1384078" y="620634"/>
                    </a:cubicBezTo>
                    <a:cubicBezTo>
                      <a:pt x="1382833" y="624366"/>
                      <a:pt x="1379099" y="626853"/>
                      <a:pt x="1375365" y="626853"/>
                    </a:cubicBezTo>
                    <a:lnTo>
                      <a:pt x="13691" y="626853"/>
                    </a:lnTo>
                    <a:cubicBezTo>
                      <a:pt x="8713" y="626853"/>
                      <a:pt x="6223" y="624366"/>
                      <a:pt x="4979" y="620634"/>
                    </a:cubicBezTo>
                    <a:cubicBezTo>
                      <a:pt x="1245" y="605709"/>
                      <a:pt x="0" y="592028"/>
                      <a:pt x="0" y="575859"/>
                    </a:cubicBezTo>
                    <a:cubicBezTo>
                      <a:pt x="0" y="453971"/>
                      <a:pt x="99574" y="354471"/>
                      <a:pt x="222797" y="354471"/>
                    </a:cubicBezTo>
                    <a:cubicBezTo>
                      <a:pt x="252669" y="354471"/>
                      <a:pt x="282541" y="359446"/>
                      <a:pt x="308679" y="371883"/>
                    </a:cubicBezTo>
                    <a:cubicBezTo>
                      <a:pt x="317392" y="165420"/>
                      <a:pt x="486668" y="0"/>
                      <a:pt x="6945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7A15C6B5-1669-2444-942B-88AC8D922DE0}"/>
                  </a:ext>
                </a:extLst>
              </p:cNvPr>
              <p:cNvSpPr/>
              <p:nvPr/>
            </p:nvSpPr>
            <p:spPr>
              <a:xfrm>
                <a:off x="13140615" y="6414342"/>
                <a:ext cx="558115" cy="5645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9" h="454">
                    <a:moveTo>
                      <a:pt x="338" y="170"/>
                    </a:moveTo>
                    <a:lnTo>
                      <a:pt x="338" y="0"/>
                    </a:lnTo>
                    <a:lnTo>
                      <a:pt x="111" y="0"/>
                    </a:lnTo>
                    <a:lnTo>
                      <a:pt x="111" y="170"/>
                    </a:lnTo>
                    <a:cubicBezTo>
                      <a:pt x="111" y="179"/>
                      <a:pt x="104" y="187"/>
                      <a:pt x="95" y="187"/>
                    </a:cubicBezTo>
                    <a:lnTo>
                      <a:pt x="17" y="187"/>
                    </a:lnTo>
                    <a:cubicBezTo>
                      <a:pt x="2" y="187"/>
                      <a:pt x="-5" y="203"/>
                      <a:pt x="4" y="213"/>
                    </a:cubicBezTo>
                    <a:lnTo>
                      <a:pt x="202" y="444"/>
                    </a:lnTo>
                    <a:cubicBezTo>
                      <a:pt x="214" y="457"/>
                      <a:pt x="235" y="457"/>
                      <a:pt x="247" y="444"/>
                    </a:cubicBezTo>
                    <a:lnTo>
                      <a:pt x="445" y="213"/>
                    </a:lnTo>
                    <a:cubicBezTo>
                      <a:pt x="454" y="203"/>
                      <a:pt x="447" y="187"/>
                      <a:pt x="433" y="187"/>
                    </a:cubicBezTo>
                    <a:lnTo>
                      <a:pt x="355" y="187"/>
                    </a:lnTo>
                    <a:cubicBezTo>
                      <a:pt x="345" y="187"/>
                      <a:pt x="338" y="179"/>
                      <a:pt x="338" y="17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31" name="Freeform 630">
                <a:extLst>
                  <a:ext uri="{FF2B5EF4-FFF2-40B4-BE49-F238E27FC236}">
                    <a16:creationId xmlns:a16="http://schemas.microsoft.com/office/drawing/2014/main" id="{3D5E5F92-1FA8-564C-904D-3B5C9377A184}"/>
                  </a:ext>
                </a:extLst>
              </p:cNvPr>
              <p:cNvSpPr/>
              <p:nvPr/>
            </p:nvSpPr>
            <p:spPr>
              <a:xfrm>
                <a:off x="13132639" y="6406865"/>
                <a:ext cx="574968" cy="579497"/>
              </a:xfrm>
              <a:custGeom>
                <a:avLst/>
                <a:gdLst>
                  <a:gd name="connsiteX0" fmla="*/ 154662 w 574968"/>
                  <a:gd name="connsiteY0" fmla="*/ 16198 h 579497"/>
                  <a:gd name="connsiteX1" fmla="*/ 154662 w 574968"/>
                  <a:gd name="connsiteY1" fmla="*/ 218872 h 579497"/>
                  <a:gd name="connsiteX2" fmla="*/ 126074 w 574968"/>
                  <a:gd name="connsiteY2" fmla="*/ 247470 h 579497"/>
                  <a:gd name="connsiteX3" fmla="*/ 29125 w 574968"/>
                  <a:gd name="connsiteY3" fmla="*/ 247470 h 579497"/>
                  <a:gd name="connsiteX4" fmla="*/ 17939 w 574968"/>
                  <a:gd name="connsiteY4" fmla="*/ 254931 h 579497"/>
                  <a:gd name="connsiteX5" fmla="*/ 20425 w 574968"/>
                  <a:gd name="connsiteY5" fmla="*/ 267365 h 579497"/>
                  <a:gd name="connsiteX6" fmla="*/ 265283 w 574968"/>
                  <a:gd name="connsiteY6" fmla="*/ 553346 h 579497"/>
                  <a:gd name="connsiteX7" fmla="*/ 287655 w 574968"/>
                  <a:gd name="connsiteY7" fmla="*/ 563293 h 579497"/>
                  <a:gd name="connsiteX8" fmla="*/ 308785 w 574968"/>
                  <a:gd name="connsiteY8" fmla="*/ 553346 h 579497"/>
                  <a:gd name="connsiteX9" fmla="*/ 554886 w 574968"/>
                  <a:gd name="connsiteY9" fmla="*/ 267365 h 579497"/>
                  <a:gd name="connsiteX10" fmla="*/ 557372 w 574968"/>
                  <a:gd name="connsiteY10" fmla="*/ 254931 h 579497"/>
                  <a:gd name="connsiteX11" fmla="*/ 546186 w 574968"/>
                  <a:gd name="connsiteY11" fmla="*/ 247470 h 579497"/>
                  <a:gd name="connsiteX12" fmla="*/ 449237 w 574968"/>
                  <a:gd name="connsiteY12" fmla="*/ 247470 h 579497"/>
                  <a:gd name="connsiteX13" fmla="*/ 420649 w 574968"/>
                  <a:gd name="connsiteY13" fmla="*/ 218872 h 579497"/>
                  <a:gd name="connsiteX14" fmla="*/ 420649 w 574968"/>
                  <a:gd name="connsiteY14" fmla="*/ 16198 h 579497"/>
                  <a:gd name="connsiteX15" fmla="*/ 145940 w 574968"/>
                  <a:gd name="connsiteY15" fmla="*/ 0 h 579497"/>
                  <a:gd name="connsiteX16" fmla="*/ 428124 w 574968"/>
                  <a:gd name="connsiteY16" fmla="*/ 0 h 579497"/>
                  <a:gd name="connsiteX17" fmla="*/ 436826 w 574968"/>
                  <a:gd name="connsiteY17" fmla="*/ 7462 h 579497"/>
                  <a:gd name="connsiteX18" fmla="*/ 436826 w 574968"/>
                  <a:gd name="connsiteY18" fmla="*/ 218866 h 579497"/>
                  <a:gd name="connsiteX19" fmla="*/ 449257 w 574968"/>
                  <a:gd name="connsiteY19" fmla="*/ 231302 h 579497"/>
                  <a:gd name="connsiteX20" fmla="*/ 546219 w 574968"/>
                  <a:gd name="connsiteY20" fmla="*/ 231302 h 579497"/>
                  <a:gd name="connsiteX21" fmla="*/ 572324 w 574968"/>
                  <a:gd name="connsiteY21" fmla="*/ 247468 h 579497"/>
                  <a:gd name="connsiteX22" fmla="*/ 568594 w 574968"/>
                  <a:gd name="connsiteY22" fmla="*/ 278557 h 579497"/>
                  <a:gd name="connsiteX23" fmla="*/ 322460 w 574968"/>
                  <a:gd name="connsiteY23" fmla="*/ 564575 h 579497"/>
                  <a:gd name="connsiteX24" fmla="*/ 287653 w 574968"/>
                  <a:gd name="connsiteY24" fmla="*/ 579497 h 579497"/>
                  <a:gd name="connsiteX25" fmla="*/ 252847 w 574968"/>
                  <a:gd name="connsiteY25" fmla="*/ 564575 h 579497"/>
                  <a:gd name="connsiteX26" fmla="*/ 6713 w 574968"/>
                  <a:gd name="connsiteY26" fmla="*/ 278557 h 579497"/>
                  <a:gd name="connsiteX27" fmla="*/ 2983 w 574968"/>
                  <a:gd name="connsiteY27" fmla="*/ 247468 h 579497"/>
                  <a:gd name="connsiteX28" fmla="*/ 29088 w 574968"/>
                  <a:gd name="connsiteY28" fmla="*/ 231302 h 579497"/>
                  <a:gd name="connsiteX29" fmla="*/ 126050 w 574968"/>
                  <a:gd name="connsiteY29" fmla="*/ 231302 h 579497"/>
                  <a:gd name="connsiteX30" fmla="*/ 137238 w 574968"/>
                  <a:gd name="connsiteY30" fmla="*/ 218866 h 579497"/>
                  <a:gd name="connsiteX31" fmla="*/ 137238 w 574968"/>
                  <a:gd name="connsiteY31" fmla="*/ 7462 h 579497"/>
                  <a:gd name="connsiteX32" fmla="*/ 145940 w 574968"/>
                  <a:gd name="connsiteY32" fmla="*/ 0 h 579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574968" h="579497">
                    <a:moveTo>
                      <a:pt x="154662" y="16198"/>
                    </a:moveTo>
                    <a:lnTo>
                      <a:pt x="154662" y="218872"/>
                    </a:lnTo>
                    <a:cubicBezTo>
                      <a:pt x="154662" y="235036"/>
                      <a:pt x="142232" y="247470"/>
                      <a:pt x="126074" y="247470"/>
                    </a:cubicBezTo>
                    <a:lnTo>
                      <a:pt x="29125" y="247470"/>
                    </a:lnTo>
                    <a:cubicBezTo>
                      <a:pt x="24154" y="247470"/>
                      <a:pt x="20425" y="249957"/>
                      <a:pt x="17939" y="254931"/>
                    </a:cubicBezTo>
                    <a:cubicBezTo>
                      <a:pt x="15453" y="258661"/>
                      <a:pt x="16696" y="263634"/>
                      <a:pt x="20425" y="267365"/>
                    </a:cubicBezTo>
                    <a:lnTo>
                      <a:pt x="265283" y="553346"/>
                    </a:lnTo>
                    <a:cubicBezTo>
                      <a:pt x="271497" y="560806"/>
                      <a:pt x="278955" y="563293"/>
                      <a:pt x="287655" y="563293"/>
                    </a:cubicBezTo>
                    <a:cubicBezTo>
                      <a:pt x="295113" y="563293"/>
                      <a:pt x="303814" y="560806"/>
                      <a:pt x="308785" y="553346"/>
                    </a:cubicBezTo>
                    <a:lnTo>
                      <a:pt x="554886" y="267365"/>
                    </a:lnTo>
                    <a:cubicBezTo>
                      <a:pt x="558615" y="263634"/>
                      <a:pt x="558615" y="258661"/>
                      <a:pt x="557372" y="254931"/>
                    </a:cubicBezTo>
                    <a:cubicBezTo>
                      <a:pt x="554886" y="249957"/>
                      <a:pt x="551157" y="247470"/>
                      <a:pt x="546186" y="247470"/>
                    </a:cubicBezTo>
                    <a:lnTo>
                      <a:pt x="449237" y="247470"/>
                    </a:lnTo>
                    <a:cubicBezTo>
                      <a:pt x="433079" y="247470"/>
                      <a:pt x="420649" y="235036"/>
                      <a:pt x="420649" y="218872"/>
                    </a:cubicBezTo>
                    <a:lnTo>
                      <a:pt x="420649" y="16198"/>
                    </a:lnTo>
                    <a:close/>
                    <a:moveTo>
                      <a:pt x="145940" y="0"/>
                    </a:moveTo>
                    <a:lnTo>
                      <a:pt x="428124" y="0"/>
                    </a:lnTo>
                    <a:cubicBezTo>
                      <a:pt x="434339" y="0"/>
                      <a:pt x="436826" y="3731"/>
                      <a:pt x="436826" y="7462"/>
                    </a:cubicBezTo>
                    <a:lnTo>
                      <a:pt x="436826" y="218866"/>
                    </a:lnTo>
                    <a:cubicBezTo>
                      <a:pt x="436826" y="225084"/>
                      <a:pt x="443041" y="231302"/>
                      <a:pt x="449257" y="231302"/>
                    </a:cubicBezTo>
                    <a:lnTo>
                      <a:pt x="546219" y="231302"/>
                    </a:lnTo>
                    <a:cubicBezTo>
                      <a:pt x="557407" y="231302"/>
                      <a:pt x="567351" y="237519"/>
                      <a:pt x="572324" y="247468"/>
                    </a:cubicBezTo>
                    <a:cubicBezTo>
                      <a:pt x="577296" y="257416"/>
                      <a:pt x="574810" y="269852"/>
                      <a:pt x="568594" y="278557"/>
                    </a:cubicBezTo>
                    <a:lnTo>
                      <a:pt x="322460" y="564575"/>
                    </a:lnTo>
                    <a:cubicBezTo>
                      <a:pt x="312515" y="574523"/>
                      <a:pt x="300084" y="579497"/>
                      <a:pt x="287653" y="579497"/>
                    </a:cubicBezTo>
                    <a:cubicBezTo>
                      <a:pt x="273979" y="579497"/>
                      <a:pt x="261548" y="574523"/>
                      <a:pt x="252847" y="564575"/>
                    </a:cubicBezTo>
                    <a:lnTo>
                      <a:pt x="6713" y="278557"/>
                    </a:lnTo>
                    <a:cubicBezTo>
                      <a:pt x="-746" y="269852"/>
                      <a:pt x="-1989" y="257416"/>
                      <a:pt x="2983" y="247468"/>
                    </a:cubicBezTo>
                    <a:cubicBezTo>
                      <a:pt x="6713" y="237519"/>
                      <a:pt x="17900" y="231302"/>
                      <a:pt x="29088" y="231302"/>
                    </a:cubicBezTo>
                    <a:lnTo>
                      <a:pt x="126050" y="231302"/>
                    </a:lnTo>
                    <a:cubicBezTo>
                      <a:pt x="132266" y="231302"/>
                      <a:pt x="137238" y="225084"/>
                      <a:pt x="137238" y="218866"/>
                    </a:cubicBezTo>
                    <a:lnTo>
                      <a:pt x="137238" y="7462"/>
                    </a:lnTo>
                    <a:cubicBezTo>
                      <a:pt x="137238" y="3731"/>
                      <a:pt x="142211" y="0"/>
                      <a:pt x="1459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D0C47C6E-A7AB-2F41-BE1F-C0EC390E94D4}"/>
                  </a:ext>
                </a:extLst>
              </p:cNvPr>
              <p:cNvSpPr/>
              <p:nvPr/>
            </p:nvSpPr>
            <p:spPr>
              <a:xfrm>
                <a:off x="12758153" y="7134663"/>
                <a:ext cx="132427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64" h="14">
                    <a:moveTo>
                      <a:pt x="1057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057" y="0"/>
                    </a:lnTo>
                    <a:cubicBezTo>
                      <a:pt x="1060" y="0"/>
                      <a:pt x="1064" y="3"/>
                      <a:pt x="1064" y="7"/>
                    </a:cubicBezTo>
                    <a:cubicBezTo>
                      <a:pt x="1064" y="11"/>
                      <a:pt x="1060" y="14"/>
                      <a:pt x="105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E610FCED-0D29-DF47-AAC5-E642CA162071}"/>
                  </a:ext>
                </a:extLst>
              </p:cNvPr>
              <p:cNvSpPr/>
              <p:nvPr/>
            </p:nvSpPr>
            <p:spPr>
              <a:xfrm>
                <a:off x="12766874" y="7253055"/>
                <a:ext cx="1306836" cy="1009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50" h="82">
                    <a:moveTo>
                      <a:pt x="1012" y="82"/>
                    </a:moveTo>
                    <a:lnTo>
                      <a:pt x="37" y="82"/>
                    </a:lnTo>
                    <a:cubicBezTo>
                      <a:pt x="16" y="82"/>
                      <a:pt x="0" y="65"/>
                      <a:pt x="0" y="44"/>
                    </a:cubicBezTo>
                    <a:lnTo>
                      <a:pt x="0" y="37"/>
                    </a:lnTo>
                    <a:cubicBezTo>
                      <a:pt x="0" y="16"/>
                      <a:pt x="16" y="0"/>
                      <a:pt x="37" y="0"/>
                    </a:cubicBezTo>
                    <a:lnTo>
                      <a:pt x="1012" y="0"/>
                    </a:lnTo>
                    <a:cubicBezTo>
                      <a:pt x="1033" y="0"/>
                      <a:pt x="1050" y="16"/>
                      <a:pt x="1050" y="37"/>
                    </a:cubicBezTo>
                    <a:lnTo>
                      <a:pt x="1050" y="44"/>
                    </a:lnTo>
                    <a:cubicBezTo>
                      <a:pt x="1050" y="65"/>
                      <a:pt x="1033" y="82"/>
                      <a:pt x="1012" y="8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32" name="Freeform 631">
                <a:extLst>
                  <a:ext uri="{FF2B5EF4-FFF2-40B4-BE49-F238E27FC236}">
                    <a16:creationId xmlns:a16="http://schemas.microsoft.com/office/drawing/2014/main" id="{B8A60630-B2CE-454C-BB36-8E08791427FF}"/>
                  </a:ext>
                </a:extLst>
              </p:cNvPr>
              <p:cNvSpPr/>
              <p:nvPr/>
            </p:nvSpPr>
            <p:spPr>
              <a:xfrm>
                <a:off x="12758153" y="7244331"/>
                <a:ext cx="1324277" cy="118392"/>
              </a:xfrm>
              <a:custGeom>
                <a:avLst/>
                <a:gdLst>
                  <a:gd name="connsiteX0" fmla="*/ 59760 w 1324277"/>
                  <a:gd name="connsiteY0" fmla="*/ 17447 h 118392"/>
                  <a:gd name="connsiteX1" fmla="*/ 16199 w 1324277"/>
                  <a:gd name="connsiteY1" fmla="*/ 59187 h 118392"/>
                  <a:gd name="connsiteX2" fmla="*/ 59760 w 1324277"/>
                  <a:gd name="connsiteY2" fmla="*/ 99698 h 118392"/>
                  <a:gd name="connsiteX3" fmla="*/ 1264523 w 1324277"/>
                  <a:gd name="connsiteY3" fmla="*/ 99698 h 118392"/>
                  <a:gd name="connsiteX4" fmla="*/ 1306839 w 1324277"/>
                  <a:gd name="connsiteY4" fmla="*/ 59187 h 118392"/>
                  <a:gd name="connsiteX5" fmla="*/ 1264523 w 1324277"/>
                  <a:gd name="connsiteY5" fmla="*/ 17447 h 118392"/>
                  <a:gd name="connsiteX6" fmla="*/ 59742 w 1324277"/>
                  <a:gd name="connsiteY6" fmla="*/ 0 h 118392"/>
                  <a:gd name="connsiteX7" fmla="*/ 1264535 w 1324277"/>
                  <a:gd name="connsiteY7" fmla="*/ 0 h 118392"/>
                  <a:gd name="connsiteX8" fmla="*/ 1324277 w 1324277"/>
                  <a:gd name="connsiteY8" fmla="*/ 59196 h 118392"/>
                  <a:gd name="connsiteX9" fmla="*/ 1264535 w 1324277"/>
                  <a:gd name="connsiteY9" fmla="*/ 118392 h 118392"/>
                  <a:gd name="connsiteX10" fmla="*/ 59742 w 1324277"/>
                  <a:gd name="connsiteY10" fmla="*/ 118392 h 118392"/>
                  <a:gd name="connsiteX11" fmla="*/ 0 w 1324277"/>
                  <a:gd name="connsiteY11" fmla="*/ 59196 h 118392"/>
                  <a:gd name="connsiteX12" fmla="*/ 59742 w 1324277"/>
                  <a:gd name="connsiteY12" fmla="*/ 0 h 118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24277" h="118392">
                    <a:moveTo>
                      <a:pt x="59760" y="17447"/>
                    </a:moveTo>
                    <a:cubicBezTo>
                      <a:pt x="36112" y="17447"/>
                      <a:pt x="16199" y="35862"/>
                      <a:pt x="16199" y="59187"/>
                    </a:cubicBezTo>
                    <a:cubicBezTo>
                      <a:pt x="16199" y="82511"/>
                      <a:pt x="36112" y="99698"/>
                      <a:pt x="59760" y="99698"/>
                    </a:cubicBezTo>
                    <a:lnTo>
                      <a:pt x="1264523" y="99698"/>
                    </a:lnTo>
                    <a:cubicBezTo>
                      <a:pt x="1288170" y="99698"/>
                      <a:pt x="1306839" y="82511"/>
                      <a:pt x="1306839" y="59187"/>
                    </a:cubicBezTo>
                    <a:cubicBezTo>
                      <a:pt x="1306839" y="35862"/>
                      <a:pt x="1288170" y="17447"/>
                      <a:pt x="1264523" y="17447"/>
                    </a:cubicBezTo>
                    <a:close/>
                    <a:moveTo>
                      <a:pt x="59742" y="0"/>
                    </a:moveTo>
                    <a:lnTo>
                      <a:pt x="1264535" y="0"/>
                    </a:lnTo>
                    <a:cubicBezTo>
                      <a:pt x="1296895" y="0"/>
                      <a:pt x="1324277" y="25898"/>
                      <a:pt x="1324277" y="59196"/>
                    </a:cubicBezTo>
                    <a:cubicBezTo>
                      <a:pt x="1324277" y="91261"/>
                      <a:pt x="1296895" y="118392"/>
                      <a:pt x="1264535" y="118392"/>
                    </a:cubicBezTo>
                    <a:lnTo>
                      <a:pt x="59742" y="118392"/>
                    </a:lnTo>
                    <a:cubicBezTo>
                      <a:pt x="26137" y="118392"/>
                      <a:pt x="0" y="91261"/>
                      <a:pt x="0" y="59196"/>
                    </a:cubicBezTo>
                    <a:cubicBezTo>
                      <a:pt x="0" y="25898"/>
                      <a:pt x="26137" y="0"/>
                      <a:pt x="597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BDB03360-D820-CD45-B43D-D4C2796EC2A3}"/>
                  </a:ext>
                </a:extLst>
              </p:cNvPr>
              <p:cNvSpPr/>
              <p:nvPr/>
            </p:nvSpPr>
            <p:spPr>
              <a:xfrm>
                <a:off x="12766874" y="7535949"/>
                <a:ext cx="102155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3" h="83">
                    <a:moveTo>
                      <a:pt x="83" y="42"/>
                    </a:moveTo>
                    <a:cubicBezTo>
                      <a:pt x="83" y="64"/>
                      <a:pt x="64" y="83"/>
                      <a:pt x="41" y="83"/>
                    </a:cubicBezTo>
                    <a:cubicBezTo>
                      <a:pt x="19" y="83"/>
                      <a:pt x="0" y="64"/>
                      <a:pt x="0" y="42"/>
                    </a:cubicBezTo>
                    <a:cubicBezTo>
                      <a:pt x="0" y="19"/>
                      <a:pt x="19" y="0"/>
                      <a:pt x="41" y="0"/>
                    </a:cubicBezTo>
                    <a:cubicBezTo>
                      <a:pt x="64" y="0"/>
                      <a:pt x="83" y="19"/>
                      <a:pt x="83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33" name="Freeform 632">
                <a:extLst>
                  <a:ext uri="{FF2B5EF4-FFF2-40B4-BE49-F238E27FC236}">
                    <a16:creationId xmlns:a16="http://schemas.microsoft.com/office/drawing/2014/main" id="{A9C239C7-8260-604C-8C89-97E5B103FE98}"/>
                  </a:ext>
                </a:extLst>
              </p:cNvPr>
              <p:cNvSpPr/>
              <p:nvPr/>
            </p:nvSpPr>
            <p:spPr>
              <a:xfrm>
                <a:off x="12758153" y="7528471"/>
                <a:ext cx="118350" cy="118392"/>
              </a:xfrm>
              <a:custGeom>
                <a:avLst/>
                <a:gdLst>
                  <a:gd name="connsiteX0" fmla="*/ 59179 w 118350"/>
                  <a:gd name="connsiteY0" fmla="*/ 16201 h 118392"/>
                  <a:gd name="connsiteX1" fmla="*/ 16199 w 118350"/>
                  <a:gd name="connsiteY1" fmla="*/ 59187 h 118392"/>
                  <a:gd name="connsiteX2" fmla="*/ 59179 w 118350"/>
                  <a:gd name="connsiteY2" fmla="*/ 100945 h 118392"/>
                  <a:gd name="connsiteX3" fmla="*/ 102159 w 118350"/>
                  <a:gd name="connsiteY3" fmla="*/ 59187 h 118392"/>
                  <a:gd name="connsiteX4" fmla="*/ 59179 w 118350"/>
                  <a:gd name="connsiteY4" fmla="*/ 16201 h 118392"/>
                  <a:gd name="connsiteX5" fmla="*/ 59175 w 118350"/>
                  <a:gd name="connsiteY5" fmla="*/ 0 h 118392"/>
                  <a:gd name="connsiteX6" fmla="*/ 118350 w 118350"/>
                  <a:gd name="connsiteY6" fmla="*/ 59196 h 118392"/>
                  <a:gd name="connsiteX7" fmla="*/ 59175 w 118350"/>
                  <a:gd name="connsiteY7" fmla="*/ 118392 h 118392"/>
                  <a:gd name="connsiteX8" fmla="*/ 0 w 118350"/>
                  <a:gd name="connsiteY8" fmla="*/ 59196 h 118392"/>
                  <a:gd name="connsiteX9" fmla="*/ 59175 w 118350"/>
                  <a:gd name="connsiteY9" fmla="*/ 0 h 118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8350" h="118392">
                    <a:moveTo>
                      <a:pt x="59179" y="16201"/>
                    </a:moveTo>
                    <a:cubicBezTo>
                      <a:pt x="35847" y="16201"/>
                      <a:pt x="16199" y="35852"/>
                      <a:pt x="16199" y="59187"/>
                    </a:cubicBezTo>
                    <a:cubicBezTo>
                      <a:pt x="16199" y="82523"/>
                      <a:pt x="35847" y="100945"/>
                      <a:pt x="59179" y="100945"/>
                    </a:cubicBezTo>
                    <a:cubicBezTo>
                      <a:pt x="82511" y="100945"/>
                      <a:pt x="102159" y="82523"/>
                      <a:pt x="102159" y="59187"/>
                    </a:cubicBezTo>
                    <a:cubicBezTo>
                      <a:pt x="102159" y="35852"/>
                      <a:pt x="82511" y="16201"/>
                      <a:pt x="59179" y="16201"/>
                    </a:cubicBezTo>
                    <a:close/>
                    <a:moveTo>
                      <a:pt x="59175" y="0"/>
                    </a:moveTo>
                    <a:cubicBezTo>
                      <a:pt x="92461" y="0"/>
                      <a:pt x="118350" y="25898"/>
                      <a:pt x="118350" y="59196"/>
                    </a:cubicBezTo>
                    <a:cubicBezTo>
                      <a:pt x="118350" y="91261"/>
                      <a:pt x="92461" y="118392"/>
                      <a:pt x="59175" y="118392"/>
                    </a:cubicBezTo>
                    <a:cubicBezTo>
                      <a:pt x="27122" y="118392"/>
                      <a:pt x="0" y="91261"/>
                      <a:pt x="0" y="59196"/>
                    </a:cubicBezTo>
                    <a:cubicBezTo>
                      <a:pt x="0" y="25898"/>
                      <a:pt x="27122" y="0"/>
                      <a:pt x="591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8" name="Freeform 417">
                <a:extLst>
                  <a:ext uri="{FF2B5EF4-FFF2-40B4-BE49-F238E27FC236}">
                    <a16:creationId xmlns:a16="http://schemas.microsoft.com/office/drawing/2014/main" id="{9C8973DD-0FE1-6440-916E-AF3DDAC0E08D}"/>
                  </a:ext>
                </a:extLst>
              </p:cNvPr>
              <p:cNvSpPr/>
              <p:nvPr/>
            </p:nvSpPr>
            <p:spPr>
              <a:xfrm>
                <a:off x="13068359" y="7535949"/>
                <a:ext cx="100909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2" h="83">
                    <a:moveTo>
                      <a:pt x="82" y="42"/>
                    </a:moveTo>
                    <a:cubicBezTo>
                      <a:pt x="82" y="64"/>
                      <a:pt x="64" y="83"/>
                      <a:pt x="41" y="83"/>
                    </a:cubicBezTo>
                    <a:cubicBezTo>
                      <a:pt x="18" y="83"/>
                      <a:pt x="0" y="64"/>
                      <a:pt x="0" y="42"/>
                    </a:cubicBezTo>
                    <a:cubicBezTo>
                      <a:pt x="0" y="19"/>
                      <a:pt x="18" y="0"/>
                      <a:pt x="41" y="0"/>
                    </a:cubicBezTo>
                    <a:cubicBezTo>
                      <a:pt x="64" y="0"/>
                      <a:pt x="82" y="19"/>
                      <a:pt x="82" y="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34" name="Freeform 633">
                <a:extLst>
                  <a:ext uri="{FF2B5EF4-FFF2-40B4-BE49-F238E27FC236}">
                    <a16:creationId xmlns:a16="http://schemas.microsoft.com/office/drawing/2014/main" id="{F2609312-6509-8E48-A3E2-A2078EC9DEA6}"/>
                  </a:ext>
                </a:extLst>
              </p:cNvPr>
              <p:cNvSpPr/>
              <p:nvPr/>
            </p:nvSpPr>
            <p:spPr>
              <a:xfrm>
                <a:off x="13059638" y="7528471"/>
                <a:ext cx="118350" cy="118392"/>
              </a:xfrm>
              <a:custGeom>
                <a:avLst/>
                <a:gdLst>
                  <a:gd name="connsiteX0" fmla="*/ 59181 w 118350"/>
                  <a:gd name="connsiteY0" fmla="*/ 16201 h 118392"/>
                  <a:gd name="connsiteX1" fmla="*/ 17438 w 118350"/>
                  <a:gd name="connsiteY1" fmla="*/ 59187 h 118392"/>
                  <a:gd name="connsiteX2" fmla="*/ 59181 w 118350"/>
                  <a:gd name="connsiteY2" fmla="*/ 100945 h 118392"/>
                  <a:gd name="connsiteX3" fmla="*/ 102152 w 118350"/>
                  <a:gd name="connsiteY3" fmla="*/ 59187 h 118392"/>
                  <a:gd name="connsiteX4" fmla="*/ 59181 w 118350"/>
                  <a:gd name="connsiteY4" fmla="*/ 16201 h 118392"/>
                  <a:gd name="connsiteX5" fmla="*/ 59175 w 118350"/>
                  <a:gd name="connsiteY5" fmla="*/ 0 h 118392"/>
                  <a:gd name="connsiteX6" fmla="*/ 118350 w 118350"/>
                  <a:gd name="connsiteY6" fmla="*/ 59196 h 118392"/>
                  <a:gd name="connsiteX7" fmla="*/ 59175 w 118350"/>
                  <a:gd name="connsiteY7" fmla="*/ 118392 h 118392"/>
                  <a:gd name="connsiteX8" fmla="*/ 0 w 118350"/>
                  <a:gd name="connsiteY8" fmla="*/ 59196 h 118392"/>
                  <a:gd name="connsiteX9" fmla="*/ 59175 w 118350"/>
                  <a:gd name="connsiteY9" fmla="*/ 0 h 118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8350" h="118392">
                    <a:moveTo>
                      <a:pt x="59181" y="16201"/>
                    </a:moveTo>
                    <a:cubicBezTo>
                      <a:pt x="35854" y="16201"/>
                      <a:pt x="17438" y="35852"/>
                      <a:pt x="17438" y="59187"/>
                    </a:cubicBezTo>
                    <a:cubicBezTo>
                      <a:pt x="17438" y="82523"/>
                      <a:pt x="35854" y="100945"/>
                      <a:pt x="59181" y="100945"/>
                    </a:cubicBezTo>
                    <a:cubicBezTo>
                      <a:pt x="82508" y="100945"/>
                      <a:pt x="102152" y="82523"/>
                      <a:pt x="102152" y="59187"/>
                    </a:cubicBezTo>
                    <a:cubicBezTo>
                      <a:pt x="102152" y="35852"/>
                      <a:pt x="82508" y="16201"/>
                      <a:pt x="59181" y="16201"/>
                    </a:cubicBezTo>
                    <a:close/>
                    <a:moveTo>
                      <a:pt x="59175" y="0"/>
                    </a:moveTo>
                    <a:cubicBezTo>
                      <a:pt x="92461" y="0"/>
                      <a:pt x="118350" y="25898"/>
                      <a:pt x="118350" y="59196"/>
                    </a:cubicBezTo>
                    <a:cubicBezTo>
                      <a:pt x="118350" y="91261"/>
                      <a:pt x="92461" y="118392"/>
                      <a:pt x="59175" y="118392"/>
                    </a:cubicBezTo>
                    <a:cubicBezTo>
                      <a:pt x="25889" y="118392"/>
                      <a:pt x="0" y="91261"/>
                      <a:pt x="0" y="59196"/>
                    </a:cubicBezTo>
                    <a:cubicBezTo>
                      <a:pt x="0" y="25898"/>
                      <a:pt x="25889" y="0"/>
                      <a:pt x="591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2DD9CCD1-25C3-6D4B-9AF9-90E3833BEAED}"/>
                  </a:ext>
                </a:extLst>
              </p:cNvPr>
              <p:cNvSpPr/>
              <p:nvPr/>
            </p:nvSpPr>
            <p:spPr>
              <a:xfrm>
                <a:off x="13368594" y="7535949"/>
                <a:ext cx="102155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3" h="83">
                    <a:moveTo>
                      <a:pt x="83" y="42"/>
                    </a:moveTo>
                    <a:cubicBezTo>
                      <a:pt x="83" y="64"/>
                      <a:pt x="65" y="83"/>
                      <a:pt x="42" y="83"/>
                    </a:cubicBezTo>
                    <a:cubicBezTo>
                      <a:pt x="19" y="83"/>
                      <a:pt x="0" y="64"/>
                      <a:pt x="0" y="42"/>
                    </a:cubicBezTo>
                    <a:cubicBezTo>
                      <a:pt x="0" y="19"/>
                      <a:pt x="19" y="0"/>
                      <a:pt x="42" y="0"/>
                    </a:cubicBezTo>
                    <a:cubicBezTo>
                      <a:pt x="65" y="0"/>
                      <a:pt x="83" y="19"/>
                      <a:pt x="83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35" name="Freeform 634">
                <a:extLst>
                  <a:ext uri="{FF2B5EF4-FFF2-40B4-BE49-F238E27FC236}">
                    <a16:creationId xmlns:a16="http://schemas.microsoft.com/office/drawing/2014/main" id="{20237A6B-9C1D-C945-8AC0-1331EBF9C2A6}"/>
                  </a:ext>
                </a:extLst>
              </p:cNvPr>
              <p:cNvSpPr/>
              <p:nvPr/>
            </p:nvSpPr>
            <p:spPr>
              <a:xfrm>
                <a:off x="13361120" y="7528471"/>
                <a:ext cx="118350" cy="118392"/>
              </a:xfrm>
              <a:custGeom>
                <a:avLst/>
                <a:gdLst>
                  <a:gd name="connsiteX0" fmla="*/ 59166 w 118350"/>
                  <a:gd name="connsiteY0" fmla="*/ 16201 h 118392"/>
                  <a:gd name="connsiteX1" fmla="*/ 16195 w 118350"/>
                  <a:gd name="connsiteY1" fmla="*/ 59187 h 118392"/>
                  <a:gd name="connsiteX2" fmla="*/ 59166 w 118350"/>
                  <a:gd name="connsiteY2" fmla="*/ 100945 h 118392"/>
                  <a:gd name="connsiteX3" fmla="*/ 100909 w 118350"/>
                  <a:gd name="connsiteY3" fmla="*/ 59187 h 118392"/>
                  <a:gd name="connsiteX4" fmla="*/ 59166 w 118350"/>
                  <a:gd name="connsiteY4" fmla="*/ 16201 h 118392"/>
                  <a:gd name="connsiteX5" fmla="*/ 59175 w 118350"/>
                  <a:gd name="connsiteY5" fmla="*/ 0 h 118392"/>
                  <a:gd name="connsiteX6" fmla="*/ 118350 w 118350"/>
                  <a:gd name="connsiteY6" fmla="*/ 59196 h 118392"/>
                  <a:gd name="connsiteX7" fmla="*/ 59175 w 118350"/>
                  <a:gd name="connsiteY7" fmla="*/ 118392 h 118392"/>
                  <a:gd name="connsiteX8" fmla="*/ 0 w 118350"/>
                  <a:gd name="connsiteY8" fmla="*/ 59196 h 118392"/>
                  <a:gd name="connsiteX9" fmla="*/ 59175 w 118350"/>
                  <a:gd name="connsiteY9" fmla="*/ 0 h 118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8350" h="118392">
                    <a:moveTo>
                      <a:pt x="59166" y="16201"/>
                    </a:moveTo>
                    <a:cubicBezTo>
                      <a:pt x="35839" y="16201"/>
                      <a:pt x="16195" y="35852"/>
                      <a:pt x="16195" y="59187"/>
                    </a:cubicBezTo>
                    <a:cubicBezTo>
                      <a:pt x="16195" y="82523"/>
                      <a:pt x="35839" y="100945"/>
                      <a:pt x="59166" y="100945"/>
                    </a:cubicBezTo>
                    <a:cubicBezTo>
                      <a:pt x="82493" y="100945"/>
                      <a:pt x="100909" y="82523"/>
                      <a:pt x="100909" y="59187"/>
                    </a:cubicBezTo>
                    <a:cubicBezTo>
                      <a:pt x="100909" y="35852"/>
                      <a:pt x="82493" y="16201"/>
                      <a:pt x="59166" y="16201"/>
                    </a:cubicBezTo>
                    <a:close/>
                    <a:moveTo>
                      <a:pt x="59175" y="0"/>
                    </a:moveTo>
                    <a:cubicBezTo>
                      <a:pt x="91228" y="0"/>
                      <a:pt x="118350" y="25898"/>
                      <a:pt x="118350" y="59196"/>
                    </a:cubicBezTo>
                    <a:cubicBezTo>
                      <a:pt x="118350" y="91261"/>
                      <a:pt x="91228" y="118392"/>
                      <a:pt x="59175" y="118392"/>
                    </a:cubicBezTo>
                    <a:cubicBezTo>
                      <a:pt x="25889" y="118392"/>
                      <a:pt x="0" y="91261"/>
                      <a:pt x="0" y="59196"/>
                    </a:cubicBezTo>
                    <a:cubicBezTo>
                      <a:pt x="0" y="25898"/>
                      <a:pt x="25889" y="0"/>
                      <a:pt x="591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4" name="Freeform 423">
                <a:extLst>
                  <a:ext uri="{FF2B5EF4-FFF2-40B4-BE49-F238E27FC236}">
                    <a16:creationId xmlns:a16="http://schemas.microsoft.com/office/drawing/2014/main" id="{1EA2970F-9160-4345-BEE4-1E16778E0127}"/>
                  </a:ext>
                </a:extLst>
              </p:cNvPr>
              <p:cNvSpPr/>
              <p:nvPr/>
            </p:nvSpPr>
            <p:spPr>
              <a:xfrm>
                <a:off x="13670076" y="7535949"/>
                <a:ext cx="102155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3" h="83">
                    <a:moveTo>
                      <a:pt x="83" y="42"/>
                    </a:moveTo>
                    <a:cubicBezTo>
                      <a:pt x="83" y="64"/>
                      <a:pt x="64" y="83"/>
                      <a:pt x="41" y="83"/>
                    </a:cubicBezTo>
                    <a:cubicBezTo>
                      <a:pt x="19" y="83"/>
                      <a:pt x="0" y="64"/>
                      <a:pt x="0" y="42"/>
                    </a:cubicBezTo>
                    <a:cubicBezTo>
                      <a:pt x="0" y="19"/>
                      <a:pt x="19" y="0"/>
                      <a:pt x="41" y="0"/>
                    </a:cubicBezTo>
                    <a:cubicBezTo>
                      <a:pt x="64" y="0"/>
                      <a:pt x="83" y="19"/>
                      <a:pt x="83" y="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36" name="Freeform 635">
                <a:extLst>
                  <a:ext uri="{FF2B5EF4-FFF2-40B4-BE49-F238E27FC236}">
                    <a16:creationId xmlns:a16="http://schemas.microsoft.com/office/drawing/2014/main" id="{D24C66A5-9784-0B43-B13F-12095D780E9C}"/>
                  </a:ext>
                </a:extLst>
              </p:cNvPr>
              <p:cNvSpPr/>
              <p:nvPr/>
            </p:nvSpPr>
            <p:spPr>
              <a:xfrm>
                <a:off x="13661356" y="7528471"/>
                <a:ext cx="119596" cy="118392"/>
              </a:xfrm>
              <a:custGeom>
                <a:avLst/>
                <a:gdLst>
                  <a:gd name="connsiteX0" fmla="*/ 59184 w 119596"/>
                  <a:gd name="connsiteY0" fmla="*/ 16201 h 118392"/>
                  <a:gd name="connsiteX1" fmla="*/ 17441 w 119596"/>
                  <a:gd name="connsiteY1" fmla="*/ 59187 h 118392"/>
                  <a:gd name="connsiteX2" fmla="*/ 59184 w 119596"/>
                  <a:gd name="connsiteY2" fmla="*/ 100945 h 118392"/>
                  <a:gd name="connsiteX3" fmla="*/ 102155 w 119596"/>
                  <a:gd name="connsiteY3" fmla="*/ 59187 h 118392"/>
                  <a:gd name="connsiteX4" fmla="*/ 59184 w 119596"/>
                  <a:gd name="connsiteY4" fmla="*/ 16201 h 118392"/>
                  <a:gd name="connsiteX5" fmla="*/ 59182 w 119596"/>
                  <a:gd name="connsiteY5" fmla="*/ 0 h 118392"/>
                  <a:gd name="connsiteX6" fmla="*/ 119596 w 119596"/>
                  <a:gd name="connsiteY6" fmla="*/ 59196 h 118392"/>
                  <a:gd name="connsiteX7" fmla="*/ 59182 w 119596"/>
                  <a:gd name="connsiteY7" fmla="*/ 118392 h 118392"/>
                  <a:gd name="connsiteX8" fmla="*/ 0 w 119596"/>
                  <a:gd name="connsiteY8" fmla="*/ 59196 h 118392"/>
                  <a:gd name="connsiteX9" fmla="*/ 59182 w 119596"/>
                  <a:gd name="connsiteY9" fmla="*/ 0 h 118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9596" h="118392">
                    <a:moveTo>
                      <a:pt x="59184" y="16201"/>
                    </a:moveTo>
                    <a:cubicBezTo>
                      <a:pt x="37085" y="16201"/>
                      <a:pt x="17441" y="35852"/>
                      <a:pt x="17441" y="59187"/>
                    </a:cubicBezTo>
                    <a:cubicBezTo>
                      <a:pt x="17441" y="82523"/>
                      <a:pt x="37085" y="100945"/>
                      <a:pt x="59184" y="100945"/>
                    </a:cubicBezTo>
                    <a:cubicBezTo>
                      <a:pt x="83739" y="100945"/>
                      <a:pt x="102155" y="82523"/>
                      <a:pt x="102155" y="59187"/>
                    </a:cubicBezTo>
                    <a:cubicBezTo>
                      <a:pt x="102155" y="35852"/>
                      <a:pt x="83739" y="16201"/>
                      <a:pt x="59184" y="16201"/>
                    </a:cubicBezTo>
                    <a:close/>
                    <a:moveTo>
                      <a:pt x="59182" y="0"/>
                    </a:moveTo>
                    <a:cubicBezTo>
                      <a:pt x="92471" y="0"/>
                      <a:pt x="119596" y="25898"/>
                      <a:pt x="119596" y="59196"/>
                    </a:cubicBezTo>
                    <a:cubicBezTo>
                      <a:pt x="119596" y="91261"/>
                      <a:pt x="92471" y="118392"/>
                      <a:pt x="59182" y="118392"/>
                    </a:cubicBezTo>
                    <a:cubicBezTo>
                      <a:pt x="27125" y="118392"/>
                      <a:pt x="0" y="91261"/>
                      <a:pt x="0" y="59196"/>
                    </a:cubicBezTo>
                    <a:cubicBezTo>
                      <a:pt x="0" y="25898"/>
                      <a:pt x="27125" y="0"/>
                      <a:pt x="591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49FB470A-164B-C24F-AC0D-7D495DFCF32D}"/>
                  </a:ext>
                </a:extLst>
              </p:cNvPr>
              <p:cNvSpPr/>
              <p:nvPr/>
            </p:nvSpPr>
            <p:spPr>
              <a:xfrm>
                <a:off x="13971558" y="7535949"/>
                <a:ext cx="102155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3" h="83">
                    <a:moveTo>
                      <a:pt x="83" y="42"/>
                    </a:moveTo>
                    <a:cubicBezTo>
                      <a:pt x="83" y="64"/>
                      <a:pt x="64" y="83"/>
                      <a:pt x="41" y="83"/>
                    </a:cubicBezTo>
                    <a:cubicBezTo>
                      <a:pt x="18" y="83"/>
                      <a:pt x="0" y="64"/>
                      <a:pt x="0" y="42"/>
                    </a:cubicBezTo>
                    <a:cubicBezTo>
                      <a:pt x="0" y="19"/>
                      <a:pt x="18" y="0"/>
                      <a:pt x="41" y="0"/>
                    </a:cubicBezTo>
                    <a:cubicBezTo>
                      <a:pt x="64" y="0"/>
                      <a:pt x="83" y="19"/>
                      <a:pt x="83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37" name="Freeform 636">
                <a:extLst>
                  <a:ext uri="{FF2B5EF4-FFF2-40B4-BE49-F238E27FC236}">
                    <a16:creationId xmlns:a16="http://schemas.microsoft.com/office/drawing/2014/main" id="{78D3AAF0-4B50-3344-A031-50B114ECA7EF}"/>
                  </a:ext>
                </a:extLst>
              </p:cNvPr>
              <p:cNvSpPr/>
              <p:nvPr/>
            </p:nvSpPr>
            <p:spPr>
              <a:xfrm>
                <a:off x="13962837" y="7528471"/>
                <a:ext cx="119596" cy="118392"/>
              </a:xfrm>
              <a:custGeom>
                <a:avLst/>
                <a:gdLst>
                  <a:gd name="connsiteX0" fmla="*/ 59184 w 119596"/>
                  <a:gd name="connsiteY0" fmla="*/ 16201 h 118392"/>
                  <a:gd name="connsiteX1" fmla="*/ 17441 w 119596"/>
                  <a:gd name="connsiteY1" fmla="*/ 59187 h 118392"/>
                  <a:gd name="connsiteX2" fmla="*/ 59184 w 119596"/>
                  <a:gd name="connsiteY2" fmla="*/ 100945 h 118392"/>
                  <a:gd name="connsiteX3" fmla="*/ 102155 w 119596"/>
                  <a:gd name="connsiteY3" fmla="*/ 59187 h 118392"/>
                  <a:gd name="connsiteX4" fmla="*/ 59184 w 119596"/>
                  <a:gd name="connsiteY4" fmla="*/ 16201 h 118392"/>
                  <a:gd name="connsiteX5" fmla="*/ 59182 w 119596"/>
                  <a:gd name="connsiteY5" fmla="*/ 0 h 118392"/>
                  <a:gd name="connsiteX6" fmla="*/ 119596 w 119596"/>
                  <a:gd name="connsiteY6" fmla="*/ 59196 h 118392"/>
                  <a:gd name="connsiteX7" fmla="*/ 59182 w 119596"/>
                  <a:gd name="connsiteY7" fmla="*/ 118392 h 118392"/>
                  <a:gd name="connsiteX8" fmla="*/ 0 w 119596"/>
                  <a:gd name="connsiteY8" fmla="*/ 59196 h 118392"/>
                  <a:gd name="connsiteX9" fmla="*/ 59182 w 119596"/>
                  <a:gd name="connsiteY9" fmla="*/ 0 h 118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9596" h="118392">
                    <a:moveTo>
                      <a:pt x="59184" y="16201"/>
                    </a:moveTo>
                    <a:cubicBezTo>
                      <a:pt x="35857" y="16201"/>
                      <a:pt x="17441" y="35852"/>
                      <a:pt x="17441" y="59187"/>
                    </a:cubicBezTo>
                    <a:cubicBezTo>
                      <a:pt x="17441" y="82523"/>
                      <a:pt x="35857" y="100945"/>
                      <a:pt x="59184" y="100945"/>
                    </a:cubicBezTo>
                    <a:cubicBezTo>
                      <a:pt x="82511" y="100945"/>
                      <a:pt x="102155" y="82523"/>
                      <a:pt x="102155" y="59187"/>
                    </a:cubicBezTo>
                    <a:cubicBezTo>
                      <a:pt x="102155" y="35852"/>
                      <a:pt x="82511" y="16201"/>
                      <a:pt x="59184" y="16201"/>
                    </a:cubicBezTo>
                    <a:close/>
                    <a:moveTo>
                      <a:pt x="59182" y="0"/>
                    </a:moveTo>
                    <a:cubicBezTo>
                      <a:pt x="92471" y="0"/>
                      <a:pt x="119596" y="25898"/>
                      <a:pt x="119596" y="59196"/>
                    </a:cubicBezTo>
                    <a:cubicBezTo>
                      <a:pt x="119596" y="91261"/>
                      <a:pt x="92471" y="118392"/>
                      <a:pt x="59182" y="118392"/>
                    </a:cubicBezTo>
                    <a:cubicBezTo>
                      <a:pt x="27125" y="118392"/>
                      <a:pt x="0" y="91261"/>
                      <a:pt x="0" y="59196"/>
                    </a:cubicBezTo>
                    <a:cubicBezTo>
                      <a:pt x="0" y="25898"/>
                      <a:pt x="27125" y="0"/>
                      <a:pt x="591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0" name="Freeform 429">
                <a:extLst>
                  <a:ext uri="{FF2B5EF4-FFF2-40B4-BE49-F238E27FC236}">
                    <a16:creationId xmlns:a16="http://schemas.microsoft.com/office/drawing/2014/main" id="{BA82084F-0F10-254A-AD9E-FE022A4098C1}"/>
                  </a:ext>
                </a:extLst>
              </p:cNvPr>
              <p:cNvSpPr/>
              <p:nvPr/>
            </p:nvSpPr>
            <p:spPr>
              <a:xfrm>
                <a:off x="12771860" y="7907325"/>
                <a:ext cx="1301852" cy="660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6" h="54">
                    <a:moveTo>
                      <a:pt x="1021" y="54"/>
                    </a:moveTo>
                    <a:lnTo>
                      <a:pt x="25" y="54"/>
                    </a:lnTo>
                    <a:cubicBezTo>
                      <a:pt x="11" y="54"/>
                      <a:pt x="0" y="43"/>
                      <a:pt x="0" y="29"/>
                    </a:cubicBezTo>
                    <a:lnTo>
                      <a:pt x="0" y="24"/>
                    </a:lnTo>
                    <a:cubicBezTo>
                      <a:pt x="0" y="11"/>
                      <a:pt x="11" y="0"/>
                      <a:pt x="25" y="0"/>
                    </a:cubicBezTo>
                    <a:lnTo>
                      <a:pt x="1021" y="0"/>
                    </a:lnTo>
                    <a:cubicBezTo>
                      <a:pt x="1035" y="0"/>
                      <a:pt x="1046" y="11"/>
                      <a:pt x="1046" y="24"/>
                    </a:cubicBezTo>
                    <a:lnTo>
                      <a:pt x="1046" y="29"/>
                    </a:lnTo>
                    <a:cubicBezTo>
                      <a:pt x="1046" y="43"/>
                      <a:pt x="1035" y="54"/>
                      <a:pt x="1021" y="5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38" name="Freeform 637">
                <a:extLst>
                  <a:ext uri="{FF2B5EF4-FFF2-40B4-BE49-F238E27FC236}">
                    <a16:creationId xmlns:a16="http://schemas.microsoft.com/office/drawing/2014/main" id="{8BF9F04E-B995-B641-BAED-ACBEBC4BDADA}"/>
                  </a:ext>
                </a:extLst>
              </p:cNvPr>
              <p:cNvSpPr/>
              <p:nvPr/>
            </p:nvSpPr>
            <p:spPr>
              <a:xfrm>
                <a:off x="12763136" y="7898601"/>
                <a:ext cx="1319293" cy="83497"/>
              </a:xfrm>
              <a:custGeom>
                <a:avLst/>
                <a:gdLst>
                  <a:gd name="connsiteX0" fmla="*/ 42337 w 1319293"/>
                  <a:gd name="connsiteY0" fmla="*/ 16201 h 83497"/>
                  <a:gd name="connsiteX1" fmla="*/ 17445 w 1319293"/>
                  <a:gd name="connsiteY1" fmla="*/ 41734 h 83497"/>
                  <a:gd name="connsiteX2" fmla="*/ 42337 w 1319293"/>
                  <a:gd name="connsiteY2" fmla="*/ 66050 h 83497"/>
                  <a:gd name="connsiteX3" fmla="*/ 1276961 w 1319293"/>
                  <a:gd name="connsiteY3" fmla="*/ 66050 h 83497"/>
                  <a:gd name="connsiteX4" fmla="*/ 1301853 w 1319293"/>
                  <a:gd name="connsiteY4" fmla="*/ 41734 h 83497"/>
                  <a:gd name="connsiteX5" fmla="*/ 1276961 w 1319293"/>
                  <a:gd name="connsiteY5" fmla="*/ 16201 h 83497"/>
                  <a:gd name="connsiteX6" fmla="*/ 42317 w 1319293"/>
                  <a:gd name="connsiteY6" fmla="*/ 0 h 83497"/>
                  <a:gd name="connsiteX7" fmla="*/ 1276976 w 1319293"/>
                  <a:gd name="connsiteY7" fmla="*/ 0 h 83497"/>
                  <a:gd name="connsiteX8" fmla="*/ 1319293 w 1319293"/>
                  <a:gd name="connsiteY8" fmla="*/ 41749 h 83497"/>
                  <a:gd name="connsiteX9" fmla="*/ 1276976 w 1319293"/>
                  <a:gd name="connsiteY9" fmla="*/ 83497 h 83497"/>
                  <a:gd name="connsiteX10" fmla="*/ 42317 w 1319293"/>
                  <a:gd name="connsiteY10" fmla="*/ 83497 h 83497"/>
                  <a:gd name="connsiteX11" fmla="*/ 0 w 1319293"/>
                  <a:gd name="connsiteY11" fmla="*/ 41749 h 83497"/>
                  <a:gd name="connsiteX12" fmla="*/ 42317 w 1319293"/>
                  <a:gd name="connsiteY12" fmla="*/ 0 h 83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19293" h="83497">
                    <a:moveTo>
                      <a:pt x="42337" y="16201"/>
                    </a:moveTo>
                    <a:cubicBezTo>
                      <a:pt x="28646" y="16201"/>
                      <a:pt x="17445" y="28360"/>
                      <a:pt x="17445" y="41734"/>
                    </a:cubicBezTo>
                    <a:cubicBezTo>
                      <a:pt x="17445" y="55108"/>
                      <a:pt x="28646" y="66050"/>
                      <a:pt x="42337" y="66050"/>
                    </a:cubicBezTo>
                    <a:lnTo>
                      <a:pt x="1276961" y="66050"/>
                    </a:lnTo>
                    <a:cubicBezTo>
                      <a:pt x="1290652" y="66050"/>
                      <a:pt x="1301853" y="55108"/>
                      <a:pt x="1301853" y="41734"/>
                    </a:cubicBezTo>
                    <a:cubicBezTo>
                      <a:pt x="1301853" y="28360"/>
                      <a:pt x="1290652" y="16201"/>
                      <a:pt x="1276961" y="16201"/>
                    </a:cubicBezTo>
                    <a:close/>
                    <a:moveTo>
                      <a:pt x="42317" y="0"/>
                    </a:moveTo>
                    <a:lnTo>
                      <a:pt x="1276976" y="0"/>
                    </a:lnTo>
                    <a:cubicBezTo>
                      <a:pt x="1299379" y="0"/>
                      <a:pt x="1319293" y="18419"/>
                      <a:pt x="1319293" y="41749"/>
                    </a:cubicBezTo>
                    <a:cubicBezTo>
                      <a:pt x="1319293" y="63851"/>
                      <a:pt x="1299379" y="83497"/>
                      <a:pt x="1276976" y="83497"/>
                    </a:cubicBezTo>
                    <a:lnTo>
                      <a:pt x="42317" y="83497"/>
                    </a:lnTo>
                    <a:cubicBezTo>
                      <a:pt x="19914" y="83497"/>
                      <a:pt x="0" y="63851"/>
                      <a:pt x="0" y="41749"/>
                    </a:cubicBezTo>
                    <a:cubicBezTo>
                      <a:pt x="0" y="18419"/>
                      <a:pt x="19914" y="0"/>
                      <a:pt x="423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3" name="Freeform 432">
                <a:extLst>
                  <a:ext uri="{FF2B5EF4-FFF2-40B4-BE49-F238E27FC236}">
                    <a16:creationId xmlns:a16="http://schemas.microsoft.com/office/drawing/2014/main" id="{6259A377-1A49-864B-8345-1A0A70F58360}"/>
                  </a:ext>
                </a:extLst>
              </p:cNvPr>
              <p:cNvSpPr/>
              <p:nvPr/>
            </p:nvSpPr>
            <p:spPr>
              <a:xfrm>
                <a:off x="12771860" y="8119184"/>
                <a:ext cx="1301852" cy="660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6" h="54">
                    <a:moveTo>
                      <a:pt x="1021" y="54"/>
                    </a:moveTo>
                    <a:lnTo>
                      <a:pt x="25" y="54"/>
                    </a:lnTo>
                    <a:cubicBezTo>
                      <a:pt x="11" y="54"/>
                      <a:pt x="0" y="43"/>
                      <a:pt x="0" y="29"/>
                    </a:cubicBezTo>
                    <a:lnTo>
                      <a:pt x="0" y="24"/>
                    </a:lnTo>
                    <a:cubicBezTo>
                      <a:pt x="0" y="11"/>
                      <a:pt x="11" y="0"/>
                      <a:pt x="25" y="0"/>
                    </a:cubicBezTo>
                    <a:lnTo>
                      <a:pt x="1021" y="0"/>
                    </a:lnTo>
                    <a:cubicBezTo>
                      <a:pt x="1035" y="0"/>
                      <a:pt x="1046" y="11"/>
                      <a:pt x="1046" y="24"/>
                    </a:cubicBezTo>
                    <a:lnTo>
                      <a:pt x="1046" y="29"/>
                    </a:lnTo>
                    <a:cubicBezTo>
                      <a:pt x="1046" y="43"/>
                      <a:pt x="1035" y="54"/>
                      <a:pt x="1021" y="54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39" name="Freeform 638">
                <a:extLst>
                  <a:ext uri="{FF2B5EF4-FFF2-40B4-BE49-F238E27FC236}">
                    <a16:creationId xmlns:a16="http://schemas.microsoft.com/office/drawing/2014/main" id="{317647E1-1E60-A44D-A787-8FB862F30689}"/>
                  </a:ext>
                </a:extLst>
              </p:cNvPr>
              <p:cNvSpPr/>
              <p:nvPr/>
            </p:nvSpPr>
            <p:spPr>
              <a:xfrm>
                <a:off x="12763136" y="8110460"/>
                <a:ext cx="1319293" cy="83497"/>
              </a:xfrm>
              <a:custGeom>
                <a:avLst/>
                <a:gdLst>
                  <a:gd name="connsiteX0" fmla="*/ 42337 w 1319293"/>
                  <a:gd name="connsiteY0" fmla="*/ 16201 h 83497"/>
                  <a:gd name="connsiteX1" fmla="*/ 17445 w 1319293"/>
                  <a:gd name="connsiteY1" fmla="*/ 40518 h 83497"/>
                  <a:gd name="connsiteX2" fmla="*/ 42337 w 1319293"/>
                  <a:gd name="connsiteY2" fmla="*/ 66050 h 83497"/>
                  <a:gd name="connsiteX3" fmla="*/ 1276961 w 1319293"/>
                  <a:gd name="connsiteY3" fmla="*/ 66050 h 83497"/>
                  <a:gd name="connsiteX4" fmla="*/ 1301853 w 1319293"/>
                  <a:gd name="connsiteY4" fmla="*/ 40518 h 83497"/>
                  <a:gd name="connsiteX5" fmla="*/ 1276961 w 1319293"/>
                  <a:gd name="connsiteY5" fmla="*/ 16201 h 83497"/>
                  <a:gd name="connsiteX6" fmla="*/ 42317 w 1319293"/>
                  <a:gd name="connsiteY6" fmla="*/ 0 h 83497"/>
                  <a:gd name="connsiteX7" fmla="*/ 1276976 w 1319293"/>
                  <a:gd name="connsiteY7" fmla="*/ 0 h 83497"/>
                  <a:gd name="connsiteX8" fmla="*/ 1319293 w 1319293"/>
                  <a:gd name="connsiteY8" fmla="*/ 40521 h 83497"/>
                  <a:gd name="connsiteX9" fmla="*/ 1276976 w 1319293"/>
                  <a:gd name="connsiteY9" fmla="*/ 83497 h 83497"/>
                  <a:gd name="connsiteX10" fmla="*/ 42317 w 1319293"/>
                  <a:gd name="connsiteY10" fmla="*/ 83497 h 83497"/>
                  <a:gd name="connsiteX11" fmla="*/ 0 w 1319293"/>
                  <a:gd name="connsiteY11" fmla="*/ 40521 h 83497"/>
                  <a:gd name="connsiteX12" fmla="*/ 42317 w 1319293"/>
                  <a:gd name="connsiteY12" fmla="*/ 0 h 83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19293" h="83497">
                    <a:moveTo>
                      <a:pt x="42337" y="16201"/>
                    </a:moveTo>
                    <a:cubicBezTo>
                      <a:pt x="28646" y="16201"/>
                      <a:pt x="17445" y="27144"/>
                      <a:pt x="17445" y="40518"/>
                    </a:cubicBezTo>
                    <a:cubicBezTo>
                      <a:pt x="17445" y="55108"/>
                      <a:pt x="28646" y="66050"/>
                      <a:pt x="42337" y="66050"/>
                    </a:cubicBezTo>
                    <a:lnTo>
                      <a:pt x="1276961" y="66050"/>
                    </a:lnTo>
                    <a:cubicBezTo>
                      <a:pt x="1290652" y="66050"/>
                      <a:pt x="1301853" y="55108"/>
                      <a:pt x="1301853" y="40518"/>
                    </a:cubicBezTo>
                    <a:cubicBezTo>
                      <a:pt x="1301853" y="27144"/>
                      <a:pt x="1290652" y="16201"/>
                      <a:pt x="1276961" y="16201"/>
                    </a:cubicBezTo>
                    <a:close/>
                    <a:moveTo>
                      <a:pt x="42317" y="0"/>
                    </a:moveTo>
                    <a:lnTo>
                      <a:pt x="1276976" y="0"/>
                    </a:lnTo>
                    <a:cubicBezTo>
                      <a:pt x="1299379" y="0"/>
                      <a:pt x="1319293" y="18419"/>
                      <a:pt x="1319293" y="40521"/>
                    </a:cubicBezTo>
                    <a:cubicBezTo>
                      <a:pt x="1319293" y="63851"/>
                      <a:pt x="1299379" y="83497"/>
                      <a:pt x="1276976" y="83497"/>
                    </a:cubicBezTo>
                    <a:lnTo>
                      <a:pt x="42317" y="83497"/>
                    </a:lnTo>
                    <a:cubicBezTo>
                      <a:pt x="19914" y="83497"/>
                      <a:pt x="0" y="63851"/>
                      <a:pt x="0" y="40521"/>
                    </a:cubicBezTo>
                    <a:cubicBezTo>
                      <a:pt x="0" y="18419"/>
                      <a:pt x="19914" y="0"/>
                      <a:pt x="423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6" name="Freeform 435">
                <a:extLst>
                  <a:ext uri="{FF2B5EF4-FFF2-40B4-BE49-F238E27FC236}">
                    <a16:creationId xmlns:a16="http://schemas.microsoft.com/office/drawing/2014/main" id="{58731865-F370-9343-9A11-5AC0F602AFFC}"/>
                  </a:ext>
                </a:extLst>
              </p:cNvPr>
              <p:cNvSpPr/>
              <p:nvPr/>
            </p:nvSpPr>
            <p:spPr>
              <a:xfrm>
                <a:off x="12771860" y="8331043"/>
                <a:ext cx="1301852" cy="660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6" h="54">
                    <a:moveTo>
                      <a:pt x="1021" y="54"/>
                    </a:moveTo>
                    <a:lnTo>
                      <a:pt x="25" y="54"/>
                    </a:lnTo>
                    <a:cubicBezTo>
                      <a:pt x="11" y="54"/>
                      <a:pt x="0" y="43"/>
                      <a:pt x="0" y="29"/>
                    </a:cubicBezTo>
                    <a:lnTo>
                      <a:pt x="0" y="24"/>
                    </a:lnTo>
                    <a:cubicBezTo>
                      <a:pt x="0" y="11"/>
                      <a:pt x="11" y="0"/>
                      <a:pt x="25" y="0"/>
                    </a:cubicBezTo>
                    <a:lnTo>
                      <a:pt x="1021" y="0"/>
                    </a:lnTo>
                    <a:cubicBezTo>
                      <a:pt x="1035" y="0"/>
                      <a:pt x="1046" y="11"/>
                      <a:pt x="1046" y="24"/>
                    </a:cubicBezTo>
                    <a:lnTo>
                      <a:pt x="1046" y="29"/>
                    </a:lnTo>
                    <a:cubicBezTo>
                      <a:pt x="1046" y="43"/>
                      <a:pt x="1035" y="54"/>
                      <a:pt x="1021" y="5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40" name="Freeform 639">
                <a:extLst>
                  <a:ext uri="{FF2B5EF4-FFF2-40B4-BE49-F238E27FC236}">
                    <a16:creationId xmlns:a16="http://schemas.microsoft.com/office/drawing/2014/main" id="{7140AE28-9FD9-3444-9F35-D0CD6421F392}"/>
                  </a:ext>
                </a:extLst>
              </p:cNvPr>
              <p:cNvSpPr/>
              <p:nvPr/>
            </p:nvSpPr>
            <p:spPr>
              <a:xfrm>
                <a:off x="12763136" y="8322319"/>
                <a:ext cx="1319293" cy="83497"/>
              </a:xfrm>
              <a:custGeom>
                <a:avLst/>
                <a:gdLst>
                  <a:gd name="connsiteX0" fmla="*/ 42337 w 1319293"/>
                  <a:gd name="connsiteY0" fmla="*/ 16201 h 83497"/>
                  <a:gd name="connsiteX1" fmla="*/ 17445 w 1319293"/>
                  <a:gd name="connsiteY1" fmla="*/ 41734 h 83497"/>
                  <a:gd name="connsiteX2" fmla="*/ 42337 w 1319293"/>
                  <a:gd name="connsiteY2" fmla="*/ 66050 h 83497"/>
                  <a:gd name="connsiteX3" fmla="*/ 1276961 w 1319293"/>
                  <a:gd name="connsiteY3" fmla="*/ 66050 h 83497"/>
                  <a:gd name="connsiteX4" fmla="*/ 1301853 w 1319293"/>
                  <a:gd name="connsiteY4" fmla="*/ 41734 h 83497"/>
                  <a:gd name="connsiteX5" fmla="*/ 1276961 w 1319293"/>
                  <a:gd name="connsiteY5" fmla="*/ 16201 h 83497"/>
                  <a:gd name="connsiteX6" fmla="*/ 42317 w 1319293"/>
                  <a:gd name="connsiteY6" fmla="*/ 0 h 83497"/>
                  <a:gd name="connsiteX7" fmla="*/ 1276976 w 1319293"/>
                  <a:gd name="connsiteY7" fmla="*/ 0 h 83497"/>
                  <a:gd name="connsiteX8" fmla="*/ 1319293 w 1319293"/>
                  <a:gd name="connsiteY8" fmla="*/ 41749 h 83497"/>
                  <a:gd name="connsiteX9" fmla="*/ 1276976 w 1319293"/>
                  <a:gd name="connsiteY9" fmla="*/ 83497 h 83497"/>
                  <a:gd name="connsiteX10" fmla="*/ 42317 w 1319293"/>
                  <a:gd name="connsiteY10" fmla="*/ 83497 h 83497"/>
                  <a:gd name="connsiteX11" fmla="*/ 0 w 1319293"/>
                  <a:gd name="connsiteY11" fmla="*/ 41749 h 83497"/>
                  <a:gd name="connsiteX12" fmla="*/ 42317 w 1319293"/>
                  <a:gd name="connsiteY12" fmla="*/ 0 h 83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19293" h="83497">
                    <a:moveTo>
                      <a:pt x="42337" y="16201"/>
                    </a:moveTo>
                    <a:cubicBezTo>
                      <a:pt x="28646" y="16201"/>
                      <a:pt x="17445" y="28360"/>
                      <a:pt x="17445" y="41734"/>
                    </a:cubicBezTo>
                    <a:cubicBezTo>
                      <a:pt x="17445" y="55108"/>
                      <a:pt x="28646" y="66050"/>
                      <a:pt x="42337" y="66050"/>
                    </a:cubicBezTo>
                    <a:lnTo>
                      <a:pt x="1276961" y="66050"/>
                    </a:lnTo>
                    <a:cubicBezTo>
                      <a:pt x="1290652" y="66050"/>
                      <a:pt x="1301853" y="55108"/>
                      <a:pt x="1301853" y="41734"/>
                    </a:cubicBezTo>
                    <a:cubicBezTo>
                      <a:pt x="1301853" y="28360"/>
                      <a:pt x="1290652" y="16201"/>
                      <a:pt x="1276961" y="16201"/>
                    </a:cubicBezTo>
                    <a:close/>
                    <a:moveTo>
                      <a:pt x="42317" y="0"/>
                    </a:moveTo>
                    <a:lnTo>
                      <a:pt x="1276976" y="0"/>
                    </a:lnTo>
                    <a:cubicBezTo>
                      <a:pt x="1299379" y="0"/>
                      <a:pt x="1319293" y="18419"/>
                      <a:pt x="1319293" y="41749"/>
                    </a:cubicBezTo>
                    <a:cubicBezTo>
                      <a:pt x="1319293" y="63851"/>
                      <a:pt x="1299379" y="83497"/>
                      <a:pt x="1276976" y="83497"/>
                    </a:cubicBezTo>
                    <a:lnTo>
                      <a:pt x="42317" y="83497"/>
                    </a:lnTo>
                    <a:cubicBezTo>
                      <a:pt x="19914" y="83497"/>
                      <a:pt x="0" y="63851"/>
                      <a:pt x="0" y="41749"/>
                    </a:cubicBezTo>
                    <a:cubicBezTo>
                      <a:pt x="0" y="18419"/>
                      <a:pt x="19914" y="0"/>
                      <a:pt x="423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47" name="Group 646">
              <a:extLst>
                <a:ext uri="{FF2B5EF4-FFF2-40B4-BE49-F238E27FC236}">
                  <a16:creationId xmlns:a16="http://schemas.microsoft.com/office/drawing/2014/main" id="{F5E4A4BA-E113-A743-B510-157A81D7B2B7}"/>
                </a:ext>
              </a:extLst>
            </p:cNvPr>
            <p:cNvGrpSpPr/>
            <p:nvPr/>
          </p:nvGrpSpPr>
          <p:grpSpPr>
            <a:xfrm>
              <a:off x="2958755" y="6666081"/>
              <a:ext cx="1149869" cy="1329726"/>
              <a:chOff x="2958755" y="6666081"/>
              <a:chExt cx="1149869" cy="1329726"/>
            </a:xfrm>
          </p:grpSpPr>
          <p:sp>
            <p:nvSpPr>
              <p:cNvPr id="439" name="Freeform 438">
                <a:extLst>
                  <a:ext uri="{FF2B5EF4-FFF2-40B4-BE49-F238E27FC236}">
                    <a16:creationId xmlns:a16="http://schemas.microsoft.com/office/drawing/2014/main" id="{878455CD-C3D1-EC4B-929A-C11CA61E8890}"/>
                  </a:ext>
                </a:extLst>
              </p:cNvPr>
              <p:cNvSpPr/>
              <p:nvPr/>
            </p:nvSpPr>
            <p:spPr>
              <a:xfrm>
                <a:off x="3217883" y="6955202"/>
                <a:ext cx="632862" cy="8150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9" h="655">
                    <a:moveTo>
                      <a:pt x="475" y="359"/>
                    </a:moveTo>
                    <a:cubicBezTo>
                      <a:pt x="496" y="324"/>
                      <a:pt x="509" y="283"/>
                      <a:pt x="509" y="240"/>
                    </a:cubicBezTo>
                    <a:cubicBezTo>
                      <a:pt x="509" y="107"/>
                      <a:pt x="395" y="0"/>
                      <a:pt x="254" y="0"/>
                    </a:cubicBezTo>
                    <a:cubicBezTo>
                      <a:pt x="113" y="0"/>
                      <a:pt x="0" y="107"/>
                      <a:pt x="0" y="240"/>
                    </a:cubicBezTo>
                    <a:cubicBezTo>
                      <a:pt x="0" y="283"/>
                      <a:pt x="12" y="324"/>
                      <a:pt x="33" y="359"/>
                    </a:cubicBezTo>
                    <a:lnTo>
                      <a:pt x="34" y="359"/>
                    </a:lnTo>
                    <a:cubicBezTo>
                      <a:pt x="37" y="365"/>
                      <a:pt x="127" y="518"/>
                      <a:pt x="134" y="655"/>
                    </a:cubicBezTo>
                    <a:lnTo>
                      <a:pt x="254" y="655"/>
                    </a:lnTo>
                    <a:lnTo>
                      <a:pt x="375" y="655"/>
                    </a:lnTo>
                    <a:cubicBezTo>
                      <a:pt x="381" y="518"/>
                      <a:pt x="471" y="365"/>
                      <a:pt x="474" y="35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42" name="Freeform 641">
                <a:extLst>
                  <a:ext uri="{FF2B5EF4-FFF2-40B4-BE49-F238E27FC236}">
                    <a16:creationId xmlns:a16="http://schemas.microsoft.com/office/drawing/2014/main" id="{A1D93C93-044D-3646-BF4A-40A43B446BA5}"/>
                  </a:ext>
                </a:extLst>
              </p:cNvPr>
              <p:cNvSpPr/>
              <p:nvPr/>
            </p:nvSpPr>
            <p:spPr>
              <a:xfrm>
                <a:off x="3207914" y="6946479"/>
                <a:ext cx="651549" cy="832481"/>
              </a:xfrm>
              <a:custGeom>
                <a:avLst/>
                <a:gdLst>
                  <a:gd name="connsiteX0" fmla="*/ 325778 w 651549"/>
                  <a:gd name="connsiteY0" fmla="*/ 16204 h 832481"/>
                  <a:gd name="connsiteX1" fmla="*/ 17444 w 651549"/>
                  <a:gd name="connsiteY1" fmla="*/ 307368 h 832481"/>
                  <a:gd name="connsiteX2" fmla="*/ 58472 w 651549"/>
                  <a:gd name="connsiteY2" fmla="*/ 451706 h 832481"/>
                  <a:gd name="connsiteX3" fmla="*/ 184044 w 651549"/>
                  <a:gd name="connsiteY3" fmla="*/ 816283 h 832481"/>
                  <a:gd name="connsiteX4" fmla="*/ 467512 w 651549"/>
                  <a:gd name="connsiteY4" fmla="*/ 816283 h 832481"/>
                  <a:gd name="connsiteX5" fmla="*/ 593083 w 651549"/>
                  <a:gd name="connsiteY5" fmla="*/ 451706 h 832481"/>
                  <a:gd name="connsiteX6" fmla="*/ 634111 w 651549"/>
                  <a:gd name="connsiteY6" fmla="*/ 307368 h 832481"/>
                  <a:gd name="connsiteX7" fmla="*/ 325778 w 651549"/>
                  <a:gd name="connsiteY7" fmla="*/ 16204 h 832481"/>
                  <a:gd name="connsiteX8" fmla="*/ 325775 w 651549"/>
                  <a:gd name="connsiteY8" fmla="*/ 0 h 832481"/>
                  <a:gd name="connsiteX9" fmla="*/ 651549 w 651549"/>
                  <a:gd name="connsiteY9" fmla="*/ 307359 h 832481"/>
                  <a:gd name="connsiteX10" fmla="*/ 608030 w 651549"/>
                  <a:gd name="connsiteY10" fmla="*/ 459171 h 832481"/>
                  <a:gd name="connsiteX11" fmla="*/ 606786 w 651549"/>
                  <a:gd name="connsiteY11" fmla="*/ 460416 h 832481"/>
                  <a:gd name="connsiteX12" fmla="*/ 483688 w 651549"/>
                  <a:gd name="connsiteY12" fmla="*/ 825015 h 832481"/>
                  <a:gd name="connsiteX13" fmla="*/ 476228 w 651549"/>
                  <a:gd name="connsiteY13" fmla="*/ 832481 h 832481"/>
                  <a:gd name="connsiteX14" fmla="*/ 176565 w 651549"/>
                  <a:gd name="connsiteY14" fmla="*/ 832481 h 832481"/>
                  <a:gd name="connsiteX15" fmla="*/ 167861 w 651549"/>
                  <a:gd name="connsiteY15" fmla="*/ 825015 h 832481"/>
                  <a:gd name="connsiteX16" fmla="*/ 44763 w 651549"/>
                  <a:gd name="connsiteY16" fmla="*/ 460416 h 832481"/>
                  <a:gd name="connsiteX17" fmla="*/ 44763 w 651549"/>
                  <a:gd name="connsiteY17" fmla="*/ 459171 h 832481"/>
                  <a:gd name="connsiteX18" fmla="*/ 0 w 651549"/>
                  <a:gd name="connsiteY18" fmla="*/ 307359 h 832481"/>
                  <a:gd name="connsiteX19" fmla="*/ 325775 w 651549"/>
                  <a:gd name="connsiteY19" fmla="*/ 0 h 832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1549" h="832481">
                    <a:moveTo>
                      <a:pt x="325778" y="16204"/>
                    </a:moveTo>
                    <a:cubicBezTo>
                      <a:pt x="155448" y="16204"/>
                      <a:pt x="17444" y="146855"/>
                      <a:pt x="17444" y="307368"/>
                    </a:cubicBezTo>
                    <a:cubicBezTo>
                      <a:pt x="17444" y="357140"/>
                      <a:pt x="31120" y="406912"/>
                      <a:pt x="58472" y="451706"/>
                    </a:cubicBezTo>
                    <a:cubicBezTo>
                      <a:pt x="60959" y="452950"/>
                      <a:pt x="171611" y="642083"/>
                      <a:pt x="184044" y="816283"/>
                    </a:cubicBezTo>
                    <a:lnTo>
                      <a:pt x="467512" y="816283"/>
                    </a:lnTo>
                    <a:cubicBezTo>
                      <a:pt x="479944" y="642083"/>
                      <a:pt x="591840" y="452950"/>
                      <a:pt x="593083" y="451706"/>
                    </a:cubicBezTo>
                    <a:cubicBezTo>
                      <a:pt x="620435" y="406912"/>
                      <a:pt x="634111" y="357140"/>
                      <a:pt x="634111" y="307368"/>
                    </a:cubicBezTo>
                    <a:cubicBezTo>
                      <a:pt x="634111" y="146855"/>
                      <a:pt x="496107" y="16204"/>
                      <a:pt x="325778" y="16204"/>
                    </a:cubicBezTo>
                    <a:close/>
                    <a:moveTo>
                      <a:pt x="325775" y="0"/>
                    </a:moveTo>
                    <a:cubicBezTo>
                      <a:pt x="504826" y="0"/>
                      <a:pt x="651549" y="138125"/>
                      <a:pt x="651549" y="307359"/>
                    </a:cubicBezTo>
                    <a:cubicBezTo>
                      <a:pt x="651549" y="359622"/>
                      <a:pt x="636628" y="413130"/>
                      <a:pt x="608030" y="459171"/>
                    </a:cubicBezTo>
                    <a:cubicBezTo>
                      <a:pt x="606786" y="459171"/>
                      <a:pt x="606786" y="460416"/>
                      <a:pt x="606786" y="460416"/>
                    </a:cubicBezTo>
                    <a:cubicBezTo>
                      <a:pt x="605543" y="461660"/>
                      <a:pt x="492392" y="655781"/>
                      <a:pt x="483688" y="825015"/>
                    </a:cubicBezTo>
                    <a:cubicBezTo>
                      <a:pt x="483688" y="829992"/>
                      <a:pt x="479958" y="832481"/>
                      <a:pt x="476228" y="832481"/>
                    </a:cubicBezTo>
                    <a:lnTo>
                      <a:pt x="176565" y="832481"/>
                    </a:lnTo>
                    <a:cubicBezTo>
                      <a:pt x="171591" y="832481"/>
                      <a:pt x="167861" y="829992"/>
                      <a:pt x="167861" y="825015"/>
                    </a:cubicBezTo>
                    <a:cubicBezTo>
                      <a:pt x="159157" y="655781"/>
                      <a:pt x="46006" y="461660"/>
                      <a:pt x="44763" y="460416"/>
                    </a:cubicBezTo>
                    <a:lnTo>
                      <a:pt x="44763" y="459171"/>
                    </a:lnTo>
                    <a:cubicBezTo>
                      <a:pt x="14921" y="413130"/>
                      <a:pt x="0" y="360866"/>
                      <a:pt x="0" y="307359"/>
                    </a:cubicBezTo>
                    <a:cubicBezTo>
                      <a:pt x="0" y="138125"/>
                      <a:pt x="146723" y="0"/>
                      <a:pt x="3257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3" name="Freeform 442">
                <a:extLst>
                  <a:ext uri="{FF2B5EF4-FFF2-40B4-BE49-F238E27FC236}">
                    <a16:creationId xmlns:a16="http://schemas.microsoft.com/office/drawing/2014/main" id="{AEA23F67-799C-694E-BE97-1B71A160E3CD}"/>
                  </a:ext>
                </a:extLst>
              </p:cNvPr>
              <p:cNvSpPr/>
              <p:nvPr/>
            </p:nvSpPr>
            <p:spPr>
              <a:xfrm>
                <a:off x="3363641" y="7771486"/>
                <a:ext cx="341347" cy="710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5" h="58">
                    <a:moveTo>
                      <a:pt x="246" y="0"/>
                    </a:moveTo>
                    <a:lnTo>
                      <a:pt x="28" y="0"/>
                    </a:lnTo>
                    <a:cubicBezTo>
                      <a:pt x="12" y="0"/>
                      <a:pt x="0" y="13"/>
                      <a:pt x="0" y="30"/>
                    </a:cubicBezTo>
                    <a:cubicBezTo>
                      <a:pt x="0" y="46"/>
                      <a:pt x="12" y="58"/>
                      <a:pt x="28" y="58"/>
                    </a:cubicBezTo>
                    <a:lnTo>
                      <a:pt x="246" y="58"/>
                    </a:lnTo>
                    <a:cubicBezTo>
                      <a:pt x="262" y="58"/>
                      <a:pt x="275" y="46"/>
                      <a:pt x="275" y="30"/>
                    </a:cubicBezTo>
                    <a:cubicBezTo>
                      <a:pt x="275" y="13"/>
                      <a:pt x="262" y="0"/>
                      <a:pt x="24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43" name="Freeform 642">
                <a:extLst>
                  <a:ext uri="{FF2B5EF4-FFF2-40B4-BE49-F238E27FC236}">
                    <a16:creationId xmlns:a16="http://schemas.microsoft.com/office/drawing/2014/main" id="{2DFE3BC2-7293-2341-B5B2-8F0ACF804B37}"/>
                  </a:ext>
                </a:extLst>
              </p:cNvPr>
              <p:cNvSpPr/>
              <p:nvPr/>
            </p:nvSpPr>
            <p:spPr>
              <a:xfrm>
                <a:off x="3354921" y="7764009"/>
                <a:ext cx="357542" cy="87236"/>
              </a:xfrm>
              <a:custGeom>
                <a:avLst/>
                <a:gdLst>
                  <a:gd name="connsiteX0" fmla="*/ 43498 w 357542"/>
                  <a:gd name="connsiteY0" fmla="*/ 16201 h 87236"/>
                  <a:gd name="connsiteX1" fmla="*/ 16195 w 357542"/>
                  <a:gd name="connsiteY1" fmla="*/ 44228 h 87236"/>
                  <a:gd name="connsiteX2" fmla="*/ 43498 w 357542"/>
                  <a:gd name="connsiteY2" fmla="*/ 71035 h 87236"/>
                  <a:gd name="connsiteX3" fmla="*/ 314044 w 357542"/>
                  <a:gd name="connsiteY3" fmla="*/ 71035 h 87236"/>
                  <a:gd name="connsiteX4" fmla="*/ 341347 w 357542"/>
                  <a:gd name="connsiteY4" fmla="*/ 44228 h 87236"/>
                  <a:gd name="connsiteX5" fmla="*/ 314044 w 357542"/>
                  <a:gd name="connsiteY5" fmla="*/ 16201 h 87236"/>
                  <a:gd name="connsiteX6" fmla="*/ 43451 w 357542"/>
                  <a:gd name="connsiteY6" fmla="*/ 0 h 87236"/>
                  <a:gd name="connsiteX7" fmla="*/ 314091 w 357542"/>
                  <a:gd name="connsiteY7" fmla="*/ 0 h 87236"/>
                  <a:gd name="connsiteX8" fmla="*/ 357542 w 357542"/>
                  <a:gd name="connsiteY8" fmla="*/ 44233 h 87236"/>
                  <a:gd name="connsiteX9" fmla="*/ 314091 w 357542"/>
                  <a:gd name="connsiteY9" fmla="*/ 87236 h 87236"/>
                  <a:gd name="connsiteX10" fmla="*/ 43451 w 357542"/>
                  <a:gd name="connsiteY10" fmla="*/ 87236 h 87236"/>
                  <a:gd name="connsiteX11" fmla="*/ 0 w 357542"/>
                  <a:gd name="connsiteY11" fmla="*/ 44233 h 87236"/>
                  <a:gd name="connsiteX12" fmla="*/ 43451 w 357542"/>
                  <a:gd name="connsiteY12" fmla="*/ 0 h 8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7542" h="87236">
                    <a:moveTo>
                      <a:pt x="43498" y="16201"/>
                    </a:moveTo>
                    <a:cubicBezTo>
                      <a:pt x="28606" y="16201"/>
                      <a:pt x="16195" y="28387"/>
                      <a:pt x="16195" y="44228"/>
                    </a:cubicBezTo>
                    <a:cubicBezTo>
                      <a:pt x="16195" y="58850"/>
                      <a:pt x="28606" y="71035"/>
                      <a:pt x="43498" y="71035"/>
                    </a:cubicBezTo>
                    <a:lnTo>
                      <a:pt x="314044" y="71035"/>
                    </a:lnTo>
                    <a:cubicBezTo>
                      <a:pt x="328937" y="71035"/>
                      <a:pt x="341347" y="58850"/>
                      <a:pt x="341347" y="44228"/>
                    </a:cubicBezTo>
                    <a:cubicBezTo>
                      <a:pt x="341347" y="28387"/>
                      <a:pt x="328937" y="16201"/>
                      <a:pt x="314044" y="16201"/>
                    </a:cubicBezTo>
                    <a:close/>
                    <a:moveTo>
                      <a:pt x="43451" y="0"/>
                    </a:moveTo>
                    <a:lnTo>
                      <a:pt x="314091" y="0"/>
                    </a:lnTo>
                    <a:cubicBezTo>
                      <a:pt x="337679" y="0"/>
                      <a:pt x="357542" y="19659"/>
                      <a:pt x="357542" y="44233"/>
                    </a:cubicBezTo>
                    <a:cubicBezTo>
                      <a:pt x="357542" y="67577"/>
                      <a:pt x="337679" y="87236"/>
                      <a:pt x="314091" y="87236"/>
                    </a:cubicBezTo>
                    <a:lnTo>
                      <a:pt x="43451" y="87236"/>
                    </a:lnTo>
                    <a:cubicBezTo>
                      <a:pt x="19864" y="87236"/>
                      <a:pt x="0" y="67577"/>
                      <a:pt x="0" y="44233"/>
                    </a:cubicBezTo>
                    <a:cubicBezTo>
                      <a:pt x="0" y="19659"/>
                      <a:pt x="19864" y="0"/>
                      <a:pt x="434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2EBD464B-3CCE-A647-AC57-7CE1F0DA783E}"/>
                  </a:ext>
                </a:extLst>
              </p:cNvPr>
              <p:cNvSpPr/>
              <p:nvPr/>
            </p:nvSpPr>
            <p:spPr>
              <a:xfrm>
                <a:off x="3391049" y="7843767"/>
                <a:ext cx="285286" cy="710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0" h="58">
                    <a:moveTo>
                      <a:pt x="201" y="0"/>
                    </a:moveTo>
                    <a:lnTo>
                      <a:pt x="30" y="0"/>
                    </a:ln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30" y="58"/>
                    </a:cubicBezTo>
                    <a:lnTo>
                      <a:pt x="201" y="58"/>
                    </a:lnTo>
                    <a:cubicBezTo>
                      <a:pt x="217" y="58"/>
                      <a:pt x="230" y="45"/>
                      <a:pt x="230" y="29"/>
                    </a:cubicBezTo>
                    <a:cubicBezTo>
                      <a:pt x="230" y="13"/>
                      <a:pt x="217" y="0"/>
                      <a:pt x="20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44" name="Freeform 643">
                <a:extLst>
                  <a:ext uri="{FF2B5EF4-FFF2-40B4-BE49-F238E27FC236}">
                    <a16:creationId xmlns:a16="http://schemas.microsoft.com/office/drawing/2014/main" id="{A0F8E15A-7DD8-2546-9943-A32F343D893C}"/>
                  </a:ext>
                </a:extLst>
              </p:cNvPr>
              <p:cNvSpPr/>
              <p:nvPr/>
            </p:nvSpPr>
            <p:spPr>
              <a:xfrm>
                <a:off x="3382328" y="7836290"/>
                <a:ext cx="302727" cy="87236"/>
              </a:xfrm>
              <a:custGeom>
                <a:avLst/>
                <a:gdLst>
                  <a:gd name="connsiteX0" fmla="*/ 45962 w 302727"/>
                  <a:gd name="connsiteY0" fmla="*/ 16201 h 87236"/>
                  <a:gd name="connsiteX1" fmla="*/ 17441 w 302727"/>
                  <a:gd name="connsiteY1" fmla="*/ 42995 h 87236"/>
                  <a:gd name="connsiteX2" fmla="*/ 45962 w 302727"/>
                  <a:gd name="connsiteY2" fmla="*/ 69789 h 87236"/>
                  <a:gd name="connsiteX3" fmla="*/ 258006 w 302727"/>
                  <a:gd name="connsiteY3" fmla="*/ 69789 h 87236"/>
                  <a:gd name="connsiteX4" fmla="*/ 285286 w 302727"/>
                  <a:gd name="connsiteY4" fmla="*/ 42995 h 87236"/>
                  <a:gd name="connsiteX5" fmla="*/ 258006 w 302727"/>
                  <a:gd name="connsiteY5" fmla="*/ 16201 h 87236"/>
                  <a:gd name="connsiteX6" fmla="*/ 45905 w 302727"/>
                  <a:gd name="connsiteY6" fmla="*/ 0 h 87236"/>
                  <a:gd name="connsiteX7" fmla="*/ 258062 w 302727"/>
                  <a:gd name="connsiteY7" fmla="*/ 0 h 87236"/>
                  <a:gd name="connsiteX8" fmla="*/ 302727 w 302727"/>
                  <a:gd name="connsiteY8" fmla="*/ 43004 h 87236"/>
                  <a:gd name="connsiteX9" fmla="*/ 258062 w 302727"/>
                  <a:gd name="connsiteY9" fmla="*/ 87236 h 87236"/>
                  <a:gd name="connsiteX10" fmla="*/ 45905 w 302727"/>
                  <a:gd name="connsiteY10" fmla="*/ 87236 h 87236"/>
                  <a:gd name="connsiteX11" fmla="*/ 0 w 302727"/>
                  <a:gd name="connsiteY11" fmla="*/ 43004 h 87236"/>
                  <a:gd name="connsiteX12" fmla="*/ 45905 w 302727"/>
                  <a:gd name="connsiteY12" fmla="*/ 0 h 8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2727" h="87236">
                    <a:moveTo>
                      <a:pt x="45962" y="16201"/>
                    </a:moveTo>
                    <a:cubicBezTo>
                      <a:pt x="29841" y="16201"/>
                      <a:pt x="17441" y="28380"/>
                      <a:pt x="17441" y="42995"/>
                    </a:cubicBezTo>
                    <a:cubicBezTo>
                      <a:pt x="17441" y="57610"/>
                      <a:pt x="29841" y="69789"/>
                      <a:pt x="45962" y="69789"/>
                    </a:cubicBezTo>
                    <a:lnTo>
                      <a:pt x="258006" y="69789"/>
                    </a:lnTo>
                    <a:cubicBezTo>
                      <a:pt x="272886" y="69789"/>
                      <a:pt x="285286" y="57610"/>
                      <a:pt x="285286" y="42995"/>
                    </a:cubicBezTo>
                    <a:cubicBezTo>
                      <a:pt x="285286" y="28380"/>
                      <a:pt x="272886" y="16201"/>
                      <a:pt x="258006" y="16201"/>
                    </a:cubicBezTo>
                    <a:close/>
                    <a:moveTo>
                      <a:pt x="45905" y="0"/>
                    </a:moveTo>
                    <a:lnTo>
                      <a:pt x="258062" y="0"/>
                    </a:lnTo>
                    <a:cubicBezTo>
                      <a:pt x="282876" y="0"/>
                      <a:pt x="302727" y="19659"/>
                      <a:pt x="302727" y="43004"/>
                    </a:cubicBezTo>
                    <a:cubicBezTo>
                      <a:pt x="302727" y="67577"/>
                      <a:pt x="282876" y="87236"/>
                      <a:pt x="258062" y="87236"/>
                    </a:cubicBezTo>
                    <a:lnTo>
                      <a:pt x="45905" y="87236"/>
                    </a:lnTo>
                    <a:cubicBezTo>
                      <a:pt x="19851" y="87236"/>
                      <a:pt x="0" y="67577"/>
                      <a:pt x="0" y="43004"/>
                    </a:cubicBezTo>
                    <a:cubicBezTo>
                      <a:pt x="0" y="19659"/>
                      <a:pt x="19851" y="0"/>
                      <a:pt x="459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9" name="Freeform 448">
                <a:extLst>
                  <a:ext uri="{FF2B5EF4-FFF2-40B4-BE49-F238E27FC236}">
                    <a16:creationId xmlns:a16="http://schemas.microsoft.com/office/drawing/2014/main" id="{5D53535A-2C24-C34E-9878-8FEC6C8CA356}"/>
                  </a:ext>
                </a:extLst>
              </p:cNvPr>
              <p:cNvSpPr/>
              <p:nvPr/>
            </p:nvSpPr>
            <p:spPr>
              <a:xfrm>
                <a:off x="3434651" y="7916049"/>
                <a:ext cx="198081" cy="710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0" h="58">
                    <a:moveTo>
                      <a:pt x="132" y="0"/>
                    </a:moveTo>
                    <a:lnTo>
                      <a:pt x="29" y="0"/>
                    </a:ln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lnTo>
                      <a:pt x="132" y="58"/>
                    </a:lnTo>
                    <a:cubicBezTo>
                      <a:pt x="147" y="58"/>
                      <a:pt x="160" y="45"/>
                      <a:pt x="160" y="29"/>
                    </a:cubicBezTo>
                    <a:cubicBezTo>
                      <a:pt x="160" y="13"/>
                      <a:pt x="147" y="0"/>
                      <a:pt x="13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45" name="Freeform 644">
                <a:extLst>
                  <a:ext uri="{FF2B5EF4-FFF2-40B4-BE49-F238E27FC236}">
                    <a16:creationId xmlns:a16="http://schemas.microsoft.com/office/drawing/2014/main" id="{28C92ED9-3C6E-124D-B4EE-3B68D2A00923}"/>
                  </a:ext>
                </a:extLst>
              </p:cNvPr>
              <p:cNvSpPr/>
              <p:nvPr/>
            </p:nvSpPr>
            <p:spPr>
              <a:xfrm>
                <a:off x="3425931" y="7907325"/>
                <a:ext cx="215522" cy="88482"/>
              </a:xfrm>
              <a:custGeom>
                <a:avLst/>
                <a:gdLst>
                  <a:gd name="connsiteX0" fmla="*/ 44661 w 215522"/>
                  <a:gd name="connsiteY0" fmla="*/ 17447 h 88482"/>
                  <a:gd name="connsiteX1" fmla="*/ 17441 w 215522"/>
                  <a:gd name="connsiteY1" fmla="*/ 44241 h 88482"/>
                  <a:gd name="connsiteX2" fmla="*/ 44661 w 215522"/>
                  <a:gd name="connsiteY2" fmla="*/ 71035 h 88482"/>
                  <a:gd name="connsiteX3" fmla="*/ 172099 w 215522"/>
                  <a:gd name="connsiteY3" fmla="*/ 71035 h 88482"/>
                  <a:gd name="connsiteX4" fmla="*/ 198081 w 215522"/>
                  <a:gd name="connsiteY4" fmla="*/ 44241 h 88482"/>
                  <a:gd name="connsiteX5" fmla="*/ 172099 w 215522"/>
                  <a:gd name="connsiteY5" fmla="*/ 17447 h 88482"/>
                  <a:gd name="connsiteX6" fmla="*/ 44591 w 215522"/>
                  <a:gd name="connsiteY6" fmla="*/ 0 h 88482"/>
                  <a:gd name="connsiteX7" fmla="*/ 172170 w 215522"/>
                  <a:gd name="connsiteY7" fmla="*/ 0 h 88482"/>
                  <a:gd name="connsiteX8" fmla="*/ 215522 w 215522"/>
                  <a:gd name="connsiteY8" fmla="*/ 44241 h 88482"/>
                  <a:gd name="connsiteX9" fmla="*/ 172170 w 215522"/>
                  <a:gd name="connsiteY9" fmla="*/ 88482 h 88482"/>
                  <a:gd name="connsiteX10" fmla="*/ 44591 w 215522"/>
                  <a:gd name="connsiteY10" fmla="*/ 88482 h 88482"/>
                  <a:gd name="connsiteX11" fmla="*/ 0 w 215522"/>
                  <a:gd name="connsiteY11" fmla="*/ 44241 h 88482"/>
                  <a:gd name="connsiteX12" fmla="*/ 44591 w 215522"/>
                  <a:gd name="connsiteY12" fmla="*/ 0 h 88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522" h="88482">
                    <a:moveTo>
                      <a:pt x="44661" y="17447"/>
                    </a:moveTo>
                    <a:cubicBezTo>
                      <a:pt x="29814" y="17447"/>
                      <a:pt x="17441" y="29626"/>
                      <a:pt x="17441" y="44241"/>
                    </a:cubicBezTo>
                    <a:cubicBezTo>
                      <a:pt x="17441" y="58856"/>
                      <a:pt x="29814" y="71035"/>
                      <a:pt x="44661" y="71035"/>
                    </a:cubicBezTo>
                    <a:lnTo>
                      <a:pt x="172099" y="71035"/>
                    </a:lnTo>
                    <a:cubicBezTo>
                      <a:pt x="186946" y="71035"/>
                      <a:pt x="198081" y="58856"/>
                      <a:pt x="198081" y="44241"/>
                    </a:cubicBezTo>
                    <a:cubicBezTo>
                      <a:pt x="198081" y="29626"/>
                      <a:pt x="186946" y="17447"/>
                      <a:pt x="172099" y="17447"/>
                    </a:cubicBezTo>
                    <a:close/>
                    <a:moveTo>
                      <a:pt x="44591" y="0"/>
                    </a:moveTo>
                    <a:lnTo>
                      <a:pt x="172170" y="0"/>
                    </a:lnTo>
                    <a:cubicBezTo>
                      <a:pt x="195704" y="0"/>
                      <a:pt x="215522" y="19663"/>
                      <a:pt x="215522" y="44241"/>
                    </a:cubicBezTo>
                    <a:cubicBezTo>
                      <a:pt x="215522" y="68820"/>
                      <a:pt x="195704" y="88482"/>
                      <a:pt x="172170" y="88482"/>
                    </a:cubicBezTo>
                    <a:lnTo>
                      <a:pt x="44591" y="88482"/>
                    </a:lnTo>
                    <a:cubicBezTo>
                      <a:pt x="19818" y="88482"/>
                      <a:pt x="0" y="68820"/>
                      <a:pt x="0" y="44241"/>
                    </a:cubicBezTo>
                    <a:cubicBezTo>
                      <a:pt x="0" y="19663"/>
                      <a:pt x="19818" y="0"/>
                      <a:pt x="445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46" name="Freeform 645">
                <a:extLst>
                  <a:ext uri="{FF2B5EF4-FFF2-40B4-BE49-F238E27FC236}">
                    <a16:creationId xmlns:a16="http://schemas.microsoft.com/office/drawing/2014/main" id="{720F69DC-E3E7-244B-B6F2-1D6A481ED230}"/>
                  </a:ext>
                </a:extLst>
              </p:cNvPr>
              <p:cNvSpPr/>
              <p:nvPr/>
            </p:nvSpPr>
            <p:spPr>
              <a:xfrm>
                <a:off x="3352165" y="7180773"/>
                <a:ext cx="363053" cy="598431"/>
              </a:xfrm>
              <a:custGeom>
                <a:avLst/>
                <a:gdLst>
                  <a:gd name="connsiteX0" fmla="*/ 336784 w 363053"/>
                  <a:gd name="connsiteY0" fmla="*/ 162010 h 598431"/>
                  <a:gd name="connsiteX1" fmla="*/ 314710 w 363053"/>
                  <a:gd name="connsiteY1" fmla="*/ 180517 h 598431"/>
                  <a:gd name="connsiteX2" fmla="*/ 268109 w 363053"/>
                  <a:gd name="connsiteY2" fmla="*/ 285387 h 598431"/>
                  <a:gd name="connsiteX3" fmla="*/ 338010 w 363053"/>
                  <a:gd name="connsiteY3" fmla="*/ 229868 h 598431"/>
                  <a:gd name="connsiteX4" fmla="*/ 339236 w 363053"/>
                  <a:gd name="connsiteY4" fmla="*/ 162010 h 598431"/>
                  <a:gd name="connsiteX5" fmla="*/ 336784 w 363053"/>
                  <a:gd name="connsiteY5" fmla="*/ 162010 h 598431"/>
                  <a:gd name="connsiteX6" fmla="*/ 23815 w 363053"/>
                  <a:gd name="connsiteY6" fmla="*/ 162010 h 598431"/>
                  <a:gd name="connsiteX7" fmla="*/ 23815 w 363053"/>
                  <a:gd name="connsiteY7" fmla="*/ 229868 h 598431"/>
                  <a:gd name="connsiteX8" fmla="*/ 93698 w 363053"/>
                  <a:gd name="connsiteY8" fmla="*/ 285387 h 598431"/>
                  <a:gd name="connsiteX9" fmla="*/ 47110 w 363053"/>
                  <a:gd name="connsiteY9" fmla="*/ 180517 h 598431"/>
                  <a:gd name="connsiteX10" fmla="*/ 25041 w 363053"/>
                  <a:gd name="connsiteY10" fmla="*/ 162010 h 598431"/>
                  <a:gd name="connsiteX11" fmla="*/ 183965 w 363053"/>
                  <a:gd name="connsiteY11" fmla="*/ 18690 h 598431"/>
                  <a:gd name="connsiteX12" fmla="*/ 162181 w 363053"/>
                  <a:gd name="connsiteY12" fmla="*/ 158695 h 598431"/>
                  <a:gd name="connsiteX13" fmla="*/ 181545 w 363053"/>
                  <a:gd name="connsiteY13" fmla="*/ 231795 h 598431"/>
                  <a:gd name="connsiteX14" fmla="*/ 202118 w 363053"/>
                  <a:gd name="connsiteY14" fmla="*/ 154978 h 598431"/>
                  <a:gd name="connsiteX15" fmla="*/ 183965 w 363053"/>
                  <a:gd name="connsiteY15" fmla="*/ 18690 h 598431"/>
                  <a:gd name="connsiteX16" fmla="*/ 181527 w 363053"/>
                  <a:gd name="connsiteY16" fmla="*/ 0 h 598431"/>
                  <a:gd name="connsiteX17" fmla="*/ 186493 w 363053"/>
                  <a:gd name="connsiteY17" fmla="*/ 0 h 598431"/>
                  <a:gd name="connsiteX18" fmla="*/ 221255 w 363053"/>
                  <a:gd name="connsiteY18" fmla="*/ 140531 h 598431"/>
                  <a:gd name="connsiteX19" fmla="*/ 192700 w 363053"/>
                  <a:gd name="connsiteY19" fmla="*/ 248728 h 598431"/>
                  <a:gd name="connsiteX20" fmla="*/ 246086 w 363053"/>
                  <a:gd name="connsiteY20" fmla="*/ 283550 h 598431"/>
                  <a:gd name="connsiteX21" fmla="*/ 249810 w 363053"/>
                  <a:gd name="connsiteY21" fmla="*/ 284793 h 598431"/>
                  <a:gd name="connsiteX22" fmla="*/ 301954 w 363053"/>
                  <a:gd name="connsiteY22" fmla="*/ 170379 h 598431"/>
                  <a:gd name="connsiteX23" fmla="*/ 346649 w 363053"/>
                  <a:gd name="connsiteY23" fmla="*/ 146750 h 598431"/>
                  <a:gd name="connsiteX24" fmla="*/ 354098 w 363053"/>
                  <a:gd name="connsiteY24" fmla="*/ 236292 h 598431"/>
                  <a:gd name="connsiteX25" fmla="*/ 263467 w 363053"/>
                  <a:gd name="connsiteY25" fmla="*/ 303448 h 598431"/>
                  <a:gd name="connsiteX26" fmla="*/ 251052 w 363053"/>
                  <a:gd name="connsiteY26" fmla="*/ 589485 h 598431"/>
                  <a:gd name="connsiteX27" fmla="*/ 244844 w 363053"/>
                  <a:gd name="connsiteY27" fmla="*/ 598190 h 598431"/>
                  <a:gd name="connsiteX28" fmla="*/ 242361 w 363053"/>
                  <a:gd name="connsiteY28" fmla="*/ 598190 h 598431"/>
                  <a:gd name="connsiteX29" fmla="*/ 234912 w 363053"/>
                  <a:gd name="connsiteY29" fmla="*/ 590728 h 598431"/>
                  <a:gd name="connsiteX30" fmla="*/ 229946 w 363053"/>
                  <a:gd name="connsiteY30" fmla="*/ 431543 h 598431"/>
                  <a:gd name="connsiteX31" fmla="*/ 246086 w 363053"/>
                  <a:gd name="connsiteY31" fmla="*/ 302204 h 598431"/>
                  <a:gd name="connsiteX32" fmla="*/ 241120 w 363053"/>
                  <a:gd name="connsiteY32" fmla="*/ 300961 h 598431"/>
                  <a:gd name="connsiteX33" fmla="*/ 181527 w 363053"/>
                  <a:gd name="connsiteY33" fmla="*/ 263652 h 598431"/>
                  <a:gd name="connsiteX34" fmla="*/ 121933 w 363053"/>
                  <a:gd name="connsiteY34" fmla="*/ 300961 h 598431"/>
                  <a:gd name="connsiteX35" fmla="*/ 116967 w 363053"/>
                  <a:gd name="connsiteY35" fmla="*/ 302204 h 598431"/>
                  <a:gd name="connsiteX36" fmla="*/ 133107 w 363053"/>
                  <a:gd name="connsiteY36" fmla="*/ 431543 h 598431"/>
                  <a:gd name="connsiteX37" fmla="*/ 128141 w 363053"/>
                  <a:gd name="connsiteY37" fmla="*/ 590728 h 598431"/>
                  <a:gd name="connsiteX38" fmla="*/ 118209 w 363053"/>
                  <a:gd name="connsiteY38" fmla="*/ 598190 h 598431"/>
                  <a:gd name="connsiteX39" fmla="*/ 112001 w 363053"/>
                  <a:gd name="connsiteY39" fmla="*/ 589485 h 598431"/>
                  <a:gd name="connsiteX40" fmla="*/ 99586 w 363053"/>
                  <a:gd name="connsiteY40" fmla="*/ 303448 h 598431"/>
                  <a:gd name="connsiteX41" fmla="*/ 8955 w 363053"/>
                  <a:gd name="connsiteY41" fmla="*/ 236292 h 598431"/>
                  <a:gd name="connsiteX42" fmla="*/ 16404 w 363053"/>
                  <a:gd name="connsiteY42" fmla="*/ 146750 h 598431"/>
                  <a:gd name="connsiteX43" fmla="*/ 62340 w 363053"/>
                  <a:gd name="connsiteY43" fmla="*/ 170379 h 598431"/>
                  <a:gd name="connsiteX44" fmla="*/ 113243 w 363053"/>
                  <a:gd name="connsiteY44" fmla="*/ 284793 h 598431"/>
                  <a:gd name="connsiteX45" fmla="*/ 118209 w 363053"/>
                  <a:gd name="connsiteY45" fmla="*/ 283550 h 598431"/>
                  <a:gd name="connsiteX46" fmla="*/ 171594 w 363053"/>
                  <a:gd name="connsiteY46" fmla="*/ 248728 h 598431"/>
                  <a:gd name="connsiteX47" fmla="*/ 144281 w 363053"/>
                  <a:gd name="connsiteY47" fmla="*/ 145506 h 598431"/>
                  <a:gd name="connsiteX48" fmla="*/ 181527 w 363053"/>
                  <a:gd name="connsiteY48" fmla="*/ 0 h 5984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363053" h="598431">
                    <a:moveTo>
                      <a:pt x="336784" y="162010"/>
                    </a:moveTo>
                    <a:cubicBezTo>
                      <a:pt x="333105" y="162010"/>
                      <a:pt x="324520" y="166945"/>
                      <a:pt x="314710" y="180517"/>
                    </a:cubicBezTo>
                    <a:cubicBezTo>
                      <a:pt x="293862" y="208894"/>
                      <a:pt x="279146" y="245907"/>
                      <a:pt x="268109" y="285387"/>
                    </a:cubicBezTo>
                    <a:cubicBezTo>
                      <a:pt x="312257" y="285387"/>
                      <a:pt x="331878" y="248374"/>
                      <a:pt x="338010" y="229868"/>
                    </a:cubicBezTo>
                    <a:cubicBezTo>
                      <a:pt x="350273" y="197790"/>
                      <a:pt x="346594" y="166945"/>
                      <a:pt x="339236" y="162010"/>
                    </a:cubicBezTo>
                    <a:cubicBezTo>
                      <a:pt x="338010" y="162010"/>
                      <a:pt x="336784" y="162010"/>
                      <a:pt x="336784" y="162010"/>
                    </a:cubicBezTo>
                    <a:close/>
                    <a:moveTo>
                      <a:pt x="23815" y="162010"/>
                    </a:moveTo>
                    <a:cubicBezTo>
                      <a:pt x="15233" y="166945"/>
                      <a:pt x="11555" y="197790"/>
                      <a:pt x="23815" y="229868"/>
                    </a:cubicBezTo>
                    <a:cubicBezTo>
                      <a:pt x="31171" y="248374"/>
                      <a:pt x="49562" y="285387"/>
                      <a:pt x="93698" y="285387"/>
                    </a:cubicBezTo>
                    <a:cubicBezTo>
                      <a:pt x="82664" y="245907"/>
                      <a:pt x="67952" y="208894"/>
                      <a:pt x="47110" y="180517"/>
                    </a:cubicBezTo>
                    <a:cubicBezTo>
                      <a:pt x="37301" y="166945"/>
                      <a:pt x="28719" y="162010"/>
                      <a:pt x="25041" y="162010"/>
                    </a:cubicBezTo>
                    <a:close/>
                    <a:moveTo>
                      <a:pt x="183965" y="18690"/>
                    </a:moveTo>
                    <a:cubicBezTo>
                      <a:pt x="173073" y="31080"/>
                      <a:pt x="156130" y="91790"/>
                      <a:pt x="162181" y="158695"/>
                    </a:cubicBezTo>
                    <a:cubicBezTo>
                      <a:pt x="164602" y="178519"/>
                      <a:pt x="169443" y="207016"/>
                      <a:pt x="181545" y="231795"/>
                    </a:cubicBezTo>
                    <a:cubicBezTo>
                      <a:pt x="194857" y="205777"/>
                      <a:pt x="200908" y="176041"/>
                      <a:pt x="202118" y="154978"/>
                    </a:cubicBezTo>
                    <a:cubicBezTo>
                      <a:pt x="208169" y="89312"/>
                      <a:pt x="193647" y="31080"/>
                      <a:pt x="183965" y="18690"/>
                    </a:cubicBezTo>
                    <a:close/>
                    <a:moveTo>
                      <a:pt x="181527" y="0"/>
                    </a:moveTo>
                    <a:cubicBezTo>
                      <a:pt x="182768" y="0"/>
                      <a:pt x="184010" y="0"/>
                      <a:pt x="186493" y="0"/>
                    </a:cubicBezTo>
                    <a:cubicBezTo>
                      <a:pt x="208840" y="8706"/>
                      <a:pt x="223738" y="80837"/>
                      <a:pt x="221255" y="140531"/>
                    </a:cubicBezTo>
                    <a:cubicBezTo>
                      <a:pt x="218772" y="184059"/>
                      <a:pt x="208840" y="221368"/>
                      <a:pt x="192700" y="248728"/>
                    </a:cubicBezTo>
                    <a:cubicBezTo>
                      <a:pt x="203874" y="264895"/>
                      <a:pt x="221255" y="278575"/>
                      <a:pt x="246086" y="283550"/>
                    </a:cubicBezTo>
                    <a:cubicBezTo>
                      <a:pt x="247327" y="283550"/>
                      <a:pt x="248569" y="284793"/>
                      <a:pt x="249810" y="284793"/>
                    </a:cubicBezTo>
                    <a:cubicBezTo>
                      <a:pt x="262226" y="237535"/>
                      <a:pt x="279607" y="198982"/>
                      <a:pt x="301954" y="170379"/>
                    </a:cubicBezTo>
                    <a:cubicBezTo>
                      <a:pt x="321819" y="141775"/>
                      <a:pt x="337959" y="143019"/>
                      <a:pt x="346649" y="146750"/>
                    </a:cubicBezTo>
                    <a:cubicBezTo>
                      <a:pt x="367755" y="159186"/>
                      <a:pt x="366514" y="202713"/>
                      <a:pt x="354098" y="236292"/>
                    </a:cubicBezTo>
                    <a:cubicBezTo>
                      <a:pt x="336717" y="281062"/>
                      <a:pt x="304438" y="304692"/>
                      <a:pt x="263467" y="303448"/>
                    </a:cubicBezTo>
                    <a:cubicBezTo>
                      <a:pt x="233671" y="434030"/>
                      <a:pt x="251052" y="586997"/>
                      <a:pt x="251052" y="589485"/>
                    </a:cubicBezTo>
                    <a:cubicBezTo>
                      <a:pt x="252293" y="593216"/>
                      <a:pt x="248569" y="598190"/>
                      <a:pt x="244844" y="598190"/>
                    </a:cubicBezTo>
                    <a:cubicBezTo>
                      <a:pt x="243603" y="598190"/>
                      <a:pt x="243603" y="598190"/>
                      <a:pt x="242361" y="598190"/>
                    </a:cubicBezTo>
                    <a:cubicBezTo>
                      <a:pt x="239878" y="598190"/>
                      <a:pt x="234912" y="595703"/>
                      <a:pt x="234912" y="590728"/>
                    </a:cubicBezTo>
                    <a:cubicBezTo>
                      <a:pt x="234912" y="590728"/>
                      <a:pt x="226221" y="517354"/>
                      <a:pt x="229946" y="431543"/>
                    </a:cubicBezTo>
                    <a:cubicBezTo>
                      <a:pt x="232429" y="381797"/>
                      <a:pt x="237395" y="339513"/>
                      <a:pt x="246086" y="302204"/>
                    </a:cubicBezTo>
                    <a:cubicBezTo>
                      <a:pt x="244844" y="302204"/>
                      <a:pt x="242361" y="300961"/>
                      <a:pt x="241120" y="300961"/>
                    </a:cubicBezTo>
                    <a:cubicBezTo>
                      <a:pt x="215048" y="294743"/>
                      <a:pt x="195183" y="281062"/>
                      <a:pt x="181527" y="263652"/>
                    </a:cubicBezTo>
                    <a:cubicBezTo>
                      <a:pt x="165387" y="282306"/>
                      <a:pt x="145522" y="294743"/>
                      <a:pt x="121933" y="300961"/>
                    </a:cubicBezTo>
                    <a:cubicBezTo>
                      <a:pt x="120692" y="300961"/>
                      <a:pt x="118209" y="302204"/>
                      <a:pt x="116967" y="302204"/>
                    </a:cubicBezTo>
                    <a:cubicBezTo>
                      <a:pt x="125658" y="339513"/>
                      <a:pt x="130624" y="381797"/>
                      <a:pt x="133107" y="431543"/>
                    </a:cubicBezTo>
                    <a:cubicBezTo>
                      <a:pt x="136832" y="517354"/>
                      <a:pt x="128141" y="590728"/>
                      <a:pt x="128141" y="590728"/>
                    </a:cubicBezTo>
                    <a:cubicBezTo>
                      <a:pt x="128141" y="595703"/>
                      <a:pt x="123175" y="599434"/>
                      <a:pt x="118209" y="598190"/>
                    </a:cubicBezTo>
                    <a:cubicBezTo>
                      <a:pt x="114484" y="598190"/>
                      <a:pt x="110760" y="593216"/>
                      <a:pt x="112001" y="589485"/>
                    </a:cubicBezTo>
                    <a:cubicBezTo>
                      <a:pt x="112001" y="586997"/>
                      <a:pt x="129383" y="434030"/>
                      <a:pt x="99586" y="303448"/>
                    </a:cubicBezTo>
                    <a:cubicBezTo>
                      <a:pt x="59857" y="303448"/>
                      <a:pt x="26336" y="281062"/>
                      <a:pt x="8955" y="236292"/>
                    </a:cubicBezTo>
                    <a:cubicBezTo>
                      <a:pt x="-3461" y="202713"/>
                      <a:pt x="-4702" y="159186"/>
                      <a:pt x="16404" y="146750"/>
                    </a:cubicBezTo>
                    <a:cubicBezTo>
                      <a:pt x="25095" y="143019"/>
                      <a:pt x="41234" y="141775"/>
                      <a:pt x="62340" y="170379"/>
                    </a:cubicBezTo>
                    <a:cubicBezTo>
                      <a:pt x="83446" y="198982"/>
                      <a:pt x="100828" y="237535"/>
                      <a:pt x="113243" y="284793"/>
                    </a:cubicBezTo>
                    <a:cubicBezTo>
                      <a:pt x="114484" y="284793"/>
                      <a:pt x="115726" y="283550"/>
                      <a:pt x="118209" y="283550"/>
                    </a:cubicBezTo>
                    <a:cubicBezTo>
                      <a:pt x="141798" y="278575"/>
                      <a:pt x="159179" y="266139"/>
                      <a:pt x="171594" y="248728"/>
                    </a:cubicBezTo>
                    <a:cubicBezTo>
                      <a:pt x="151730" y="216393"/>
                      <a:pt x="145522" y="174110"/>
                      <a:pt x="144281" y="145506"/>
                    </a:cubicBezTo>
                    <a:cubicBezTo>
                      <a:pt x="141798" y="84568"/>
                      <a:pt x="156696" y="8706"/>
                      <a:pt x="1815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AF6A6EED-061A-0646-8EB4-CF68AEF16CB7}"/>
                  </a:ext>
                </a:extLst>
              </p:cNvPr>
              <p:cNvSpPr/>
              <p:nvPr/>
            </p:nvSpPr>
            <p:spPr>
              <a:xfrm>
                <a:off x="2958755" y="7276733"/>
                <a:ext cx="154478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5" h="14">
                    <a:moveTo>
                      <a:pt x="118" y="14"/>
                    </a:moveTo>
                    <a:lnTo>
                      <a:pt x="8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8" y="0"/>
                    </a:cubicBezTo>
                    <a:lnTo>
                      <a:pt x="118" y="0"/>
                    </a:lnTo>
                    <a:cubicBezTo>
                      <a:pt x="121" y="0"/>
                      <a:pt x="125" y="3"/>
                      <a:pt x="125" y="7"/>
                    </a:cubicBezTo>
                    <a:cubicBezTo>
                      <a:pt x="125" y="11"/>
                      <a:pt x="121" y="14"/>
                      <a:pt x="118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7" name="Freeform 456">
                <a:extLst>
                  <a:ext uri="{FF2B5EF4-FFF2-40B4-BE49-F238E27FC236}">
                    <a16:creationId xmlns:a16="http://schemas.microsoft.com/office/drawing/2014/main" id="{1F4299A0-D914-5944-AECA-63BD81247319}"/>
                  </a:ext>
                </a:extLst>
              </p:cNvPr>
              <p:cNvSpPr/>
              <p:nvPr/>
            </p:nvSpPr>
            <p:spPr>
              <a:xfrm>
                <a:off x="3955392" y="7276733"/>
                <a:ext cx="153232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4" h="14">
                    <a:moveTo>
                      <a:pt x="117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17" y="0"/>
                    </a:lnTo>
                    <a:cubicBezTo>
                      <a:pt x="121" y="0"/>
                      <a:pt x="124" y="3"/>
                      <a:pt x="124" y="7"/>
                    </a:cubicBezTo>
                    <a:cubicBezTo>
                      <a:pt x="124" y="11"/>
                      <a:pt x="121" y="14"/>
                      <a:pt x="11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8" name="Freeform 457">
                <a:extLst>
                  <a:ext uri="{FF2B5EF4-FFF2-40B4-BE49-F238E27FC236}">
                    <a16:creationId xmlns:a16="http://schemas.microsoft.com/office/drawing/2014/main" id="{825F0ECA-3F88-234B-8524-64B90E93F080}"/>
                  </a:ext>
                </a:extLst>
              </p:cNvPr>
              <p:cNvSpPr/>
              <p:nvPr/>
            </p:nvSpPr>
            <p:spPr>
              <a:xfrm>
                <a:off x="3525591" y="6666081"/>
                <a:ext cx="16195" cy="1370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" h="111">
                    <a:moveTo>
                      <a:pt x="7" y="111"/>
                    </a:moveTo>
                    <a:cubicBezTo>
                      <a:pt x="3" y="111"/>
                      <a:pt x="0" y="107"/>
                      <a:pt x="0" y="104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lnTo>
                      <a:pt x="14" y="104"/>
                    </a:lnTo>
                    <a:cubicBezTo>
                      <a:pt x="14" y="107"/>
                      <a:pt x="11" y="111"/>
                      <a:pt x="7" y="1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6D251384-696A-734D-AEA8-205305E13078}"/>
                  </a:ext>
                </a:extLst>
              </p:cNvPr>
              <p:cNvSpPr/>
              <p:nvPr/>
            </p:nvSpPr>
            <p:spPr>
              <a:xfrm>
                <a:off x="3135661" y="6846784"/>
                <a:ext cx="103401" cy="996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" h="81">
                    <a:moveTo>
                      <a:pt x="76" y="81"/>
                    </a:moveTo>
                    <a:cubicBezTo>
                      <a:pt x="74" y="81"/>
                      <a:pt x="73" y="81"/>
                      <a:pt x="72" y="79"/>
                    </a:cubicBezTo>
                    <a:lnTo>
                      <a:pt x="2" y="12"/>
                    </a:lnTo>
                    <a:cubicBezTo>
                      <a:pt x="-1" y="9"/>
                      <a:pt x="-1" y="5"/>
                      <a:pt x="1" y="2"/>
                    </a:cubicBezTo>
                    <a:cubicBezTo>
                      <a:pt x="4" y="-1"/>
                      <a:pt x="8" y="-1"/>
                      <a:pt x="11" y="2"/>
                    </a:cubicBezTo>
                    <a:lnTo>
                      <a:pt x="81" y="70"/>
                    </a:lnTo>
                    <a:cubicBezTo>
                      <a:pt x="84" y="72"/>
                      <a:pt x="84" y="77"/>
                      <a:pt x="81" y="79"/>
                    </a:cubicBezTo>
                    <a:cubicBezTo>
                      <a:pt x="80" y="81"/>
                      <a:pt x="78" y="81"/>
                      <a:pt x="76" y="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116B3612-801A-F045-A9F4-728AF63C63E7}"/>
                  </a:ext>
                </a:extLst>
              </p:cNvPr>
              <p:cNvSpPr/>
              <p:nvPr/>
            </p:nvSpPr>
            <p:spPr>
              <a:xfrm>
                <a:off x="3828321" y="6846784"/>
                <a:ext cx="103401" cy="996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" h="81">
                    <a:moveTo>
                      <a:pt x="6" y="81"/>
                    </a:moveTo>
                    <a:cubicBezTo>
                      <a:pt x="4" y="81"/>
                      <a:pt x="2" y="81"/>
                      <a:pt x="1" y="79"/>
                    </a:cubicBezTo>
                    <a:cubicBezTo>
                      <a:pt x="0" y="77"/>
                      <a:pt x="0" y="72"/>
                      <a:pt x="1" y="70"/>
                    </a:cubicBezTo>
                    <a:lnTo>
                      <a:pt x="71" y="2"/>
                    </a:lnTo>
                    <a:cubicBezTo>
                      <a:pt x="74" y="-1"/>
                      <a:pt x="78" y="-1"/>
                      <a:pt x="81" y="2"/>
                    </a:cubicBezTo>
                    <a:cubicBezTo>
                      <a:pt x="84" y="5"/>
                      <a:pt x="84" y="9"/>
                      <a:pt x="80" y="12"/>
                    </a:cubicBezTo>
                    <a:lnTo>
                      <a:pt x="10" y="79"/>
                    </a:lnTo>
                    <a:cubicBezTo>
                      <a:pt x="9" y="81"/>
                      <a:pt x="8" y="81"/>
                      <a:pt x="6" y="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49" name="Group 648">
              <a:extLst>
                <a:ext uri="{FF2B5EF4-FFF2-40B4-BE49-F238E27FC236}">
                  <a16:creationId xmlns:a16="http://schemas.microsoft.com/office/drawing/2014/main" id="{B825105E-CA10-8E47-B4EC-4782B8BB573D}"/>
                </a:ext>
              </a:extLst>
            </p:cNvPr>
            <p:cNvGrpSpPr/>
            <p:nvPr/>
          </p:nvGrpSpPr>
          <p:grpSpPr>
            <a:xfrm>
              <a:off x="9850479" y="4736918"/>
              <a:ext cx="1263233" cy="1264919"/>
              <a:chOff x="9850479" y="4736918"/>
              <a:chExt cx="1263233" cy="1264919"/>
            </a:xfrm>
          </p:grpSpPr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51833FB3-3F35-364D-B452-793B34A84634}"/>
                  </a:ext>
                </a:extLst>
              </p:cNvPr>
              <p:cNvSpPr/>
              <p:nvPr/>
            </p:nvSpPr>
            <p:spPr>
              <a:xfrm>
                <a:off x="9850479" y="4736918"/>
                <a:ext cx="1263233" cy="12649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15" h="1016">
                    <a:moveTo>
                      <a:pt x="507" y="0"/>
                    </a:moveTo>
                    <a:cubicBezTo>
                      <a:pt x="227" y="0"/>
                      <a:pt x="0" y="229"/>
                      <a:pt x="0" y="509"/>
                    </a:cubicBezTo>
                    <a:cubicBezTo>
                      <a:pt x="0" y="789"/>
                      <a:pt x="227" y="1016"/>
                      <a:pt x="507" y="1016"/>
                    </a:cubicBezTo>
                    <a:cubicBezTo>
                      <a:pt x="788" y="1016"/>
                      <a:pt x="1015" y="789"/>
                      <a:pt x="1015" y="509"/>
                    </a:cubicBezTo>
                    <a:cubicBezTo>
                      <a:pt x="1015" y="229"/>
                      <a:pt x="788" y="0"/>
                      <a:pt x="5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6DCDD954-A4D6-864F-ACC5-1D95140B987D}"/>
                  </a:ext>
                </a:extLst>
              </p:cNvPr>
              <p:cNvSpPr/>
              <p:nvPr/>
            </p:nvSpPr>
            <p:spPr>
              <a:xfrm>
                <a:off x="9947650" y="4835370"/>
                <a:ext cx="1068889" cy="10705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9" h="860">
                    <a:moveTo>
                      <a:pt x="859" y="430"/>
                    </a:moveTo>
                    <a:cubicBezTo>
                      <a:pt x="859" y="667"/>
                      <a:pt x="667" y="860"/>
                      <a:pt x="429" y="860"/>
                    </a:cubicBezTo>
                    <a:cubicBezTo>
                      <a:pt x="192" y="860"/>
                      <a:pt x="0" y="667"/>
                      <a:pt x="0" y="430"/>
                    </a:cubicBezTo>
                    <a:cubicBezTo>
                      <a:pt x="0" y="192"/>
                      <a:pt x="192" y="0"/>
                      <a:pt x="429" y="0"/>
                    </a:cubicBezTo>
                    <a:cubicBezTo>
                      <a:pt x="667" y="0"/>
                      <a:pt x="859" y="192"/>
                      <a:pt x="859" y="43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48" name="Freeform 647">
                <a:extLst>
                  <a:ext uri="{FF2B5EF4-FFF2-40B4-BE49-F238E27FC236}">
                    <a16:creationId xmlns:a16="http://schemas.microsoft.com/office/drawing/2014/main" id="{F520D97C-58FA-1742-BF4A-F50A50609657}"/>
                  </a:ext>
                </a:extLst>
              </p:cNvPr>
              <p:cNvSpPr/>
              <p:nvPr/>
            </p:nvSpPr>
            <p:spPr>
              <a:xfrm>
                <a:off x="9938930" y="4826646"/>
                <a:ext cx="1086330" cy="1086712"/>
              </a:xfrm>
              <a:custGeom>
                <a:avLst/>
                <a:gdLst>
                  <a:gd name="connsiteX0" fmla="*/ 542543 w 1086330"/>
                  <a:gd name="connsiteY0" fmla="*/ 17447 h 1086712"/>
                  <a:gd name="connsiteX1" fmla="*/ 16195 w 1086330"/>
                  <a:gd name="connsiteY1" fmla="*/ 543979 h 1086712"/>
                  <a:gd name="connsiteX2" fmla="*/ 542543 w 1086330"/>
                  <a:gd name="connsiteY2" fmla="*/ 1070511 h 1086712"/>
                  <a:gd name="connsiteX3" fmla="*/ 1070135 w 1086330"/>
                  <a:gd name="connsiteY3" fmla="*/ 543979 h 1086712"/>
                  <a:gd name="connsiteX4" fmla="*/ 542543 w 1086330"/>
                  <a:gd name="connsiteY4" fmla="*/ 17447 h 1086712"/>
                  <a:gd name="connsiteX5" fmla="*/ 542543 w 1086330"/>
                  <a:gd name="connsiteY5" fmla="*/ 0 h 1086712"/>
                  <a:gd name="connsiteX6" fmla="*/ 1086330 w 1086330"/>
                  <a:gd name="connsiteY6" fmla="*/ 543979 h 1086712"/>
                  <a:gd name="connsiteX7" fmla="*/ 542543 w 1086330"/>
                  <a:gd name="connsiteY7" fmla="*/ 1086712 h 1086712"/>
                  <a:gd name="connsiteX8" fmla="*/ 0 w 1086330"/>
                  <a:gd name="connsiteY8" fmla="*/ 543979 h 1086712"/>
                  <a:gd name="connsiteX9" fmla="*/ 542543 w 1086330"/>
                  <a:gd name="connsiteY9" fmla="*/ 0 h 1086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86330" h="1086712">
                    <a:moveTo>
                      <a:pt x="542543" y="17447"/>
                    </a:moveTo>
                    <a:cubicBezTo>
                      <a:pt x="253860" y="17447"/>
                      <a:pt x="16195" y="252706"/>
                      <a:pt x="16195" y="543979"/>
                    </a:cubicBezTo>
                    <a:cubicBezTo>
                      <a:pt x="16195" y="834007"/>
                      <a:pt x="253860" y="1070511"/>
                      <a:pt x="542543" y="1070511"/>
                    </a:cubicBezTo>
                    <a:cubicBezTo>
                      <a:pt x="833714" y="1070511"/>
                      <a:pt x="1070135" y="834007"/>
                      <a:pt x="1070135" y="543979"/>
                    </a:cubicBezTo>
                    <a:cubicBezTo>
                      <a:pt x="1070135" y="252706"/>
                      <a:pt x="833714" y="17447"/>
                      <a:pt x="542543" y="17447"/>
                    </a:cubicBezTo>
                    <a:close/>
                    <a:moveTo>
                      <a:pt x="542543" y="0"/>
                    </a:moveTo>
                    <a:cubicBezTo>
                      <a:pt x="842435" y="0"/>
                      <a:pt x="1086330" y="243981"/>
                      <a:pt x="1086330" y="543979"/>
                    </a:cubicBezTo>
                    <a:cubicBezTo>
                      <a:pt x="1086330" y="842731"/>
                      <a:pt x="842435" y="1086712"/>
                      <a:pt x="542543" y="1086712"/>
                    </a:cubicBezTo>
                    <a:cubicBezTo>
                      <a:pt x="242651" y="1086712"/>
                      <a:pt x="0" y="842731"/>
                      <a:pt x="0" y="543979"/>
                    </a:cubicBezTo>
                    <a:cubicBezTo>
                      <a:pt x="0" y="243981"/>
                      <a:pt x="242651" y="0"/>
                      <a:pt x="5425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D2E9ABBD-1A81-AC40-BE24-85EB55C359BE}"/>
                  </a:ext>
                </a:extLst>
              </p:cNvPr>
              <p:cNvSpPr/>
              <p:nvPr/>
            </p:nvSpPr>
            <p:spPr>
              <a:xfrm>
                <a:off x="10442230" y="5331369"/>
                <a:ext cx="80976" cy="822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" h="67">
                    <a:moveTo>
                      <a:pt x="66" y="34"/>
                    </a:moveTo>
                    <a:cubicBezTo>
                      <a:pt x="66" y="51"/>
                      <a:pt x="51" y="67"/>
                      <a:pt x="32" y="67"/>
                    </a:cubicBezTo>
                    <a:cubicBezTo>
                      <a:pt x="14" y="67"/>
                      <a:pt x="0" y="51"/>
                      <a:pt x="0" y="34"/>
                    </a:cubicBezTo>
                    <a:cubicBezTo>
                      <a:pt x="0" y="15"/>
                      <a:pt x="14" y="0"/>
                      <a:pt x="32" y="0"/>
                    </a:cubicBezTo>
                    <a:cubicBezTo>
                      <a:pt x="51" y="0"/>
                      <a:pt x="66" y="15"/>
                      <a:pt x="66" y="3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02E372F9-0888-8544-BA3C-28EA7E4CECDF}"/>
                  </a:ext>
                </a:extLst>
              </p:cNvPr>
              <p:cNvSpPr/>
              <p:nvPr/>
            </p:nvSpPr>
            <p:spPr>
              <a:xfrm>
                <a:off x="10474620" y="5088354"/>
                <a:ext cx="205556" cy="2916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6" h="235">
                    <a:moveTo>
                      <a:pt x="160" y="235"/>
                    </a:moveTo>
                    <a:lnTo>
                      <a:pt x="6" y="235"/>
                    </a:lnTo>
                    <a:cubicBezTo>
                      <a:pt x="3" y="235"/>
                      <a:pt x="0" y="232"/>
                      <a:pt x="0" y="229"/>
                    </a:cubicBezTo>
                    <a:lnTo>
                      <a:pt x="0" y="7"/>
                    </a:lnTo>
                    <a:cubicBezTo>
                      <a:pt x="0" y="4"/>
                      <a:pt x="3" y="0"/>
                      <a:pt x="6" y="0"/>
                    </a:cubicBezTo>
                    <a:cubicBezTo>
                      <a:pt x="10" y="0"/>
                      <a:pt x="13" y="4"/>
                      <a:pt x="13" y="7"/>
                    </a:cubicBezTo>
                    <a:lnTo>
                      <a:pt x="13" y="222"/>
                    </a:lnTo>
                    <a:lnTo>
                      <a:pt x="160" y="222"/>
                    </a:lnTo>
                    <a:cubicBezTo>
                      <a:pt x="163" y="222"/>
                      <a:pt x="166" y="225"/>
                      <a:pt x="166" y="229"/>
                    </a:cubicBezTo>
                    <a:cubicBezTo>
                      <a:pt x="166" y="232"/>
                      <a:pt x="163" y="235"/>
                      <a:pt x="160" y="23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52" name="Group 651">
              <a:extLst>
                <a:ext uri="{FF2B5EF4-FFF2-40B4-BE49-F238E27FC236}">
                  <a16:creationId xmlns:a16="http://schemas.microsoft.com/office/drawing/2014/main" id="{727E14FD-FB82-6746-8C35-8C21BA5B43DB}"/>
                </a:ext>
              </a:extLst>
            </p:cNvPr>
            <p:cNvGrpSpPr/>
            <p:nvPr/>
          </p:nvGrpSpPr>
          <p:grpSpPr>
            <a:xfrm>
              <a:off x="6985158" y="5498364"/>
              <a:ext cx="1411482" cy="549587"/>
              <a:chOff x="6985158" y="5498364"/>
              <a:chExt cx="1411482" cy="549587"/>
            </a:xfrm>
          </p:grpSpPr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6DF81BA0-A6A6-A641-9F9D-A4D68A1D4811}"/>
                  </a:ext>
                </a:extLst>
              </p:cNvPr>
              <p:cNvSpPr/>
              <p:nvPr/>
            </p:nvSpPr>
            <p:spPr>
              <a:xfrm>
                <a:off x="6992629" y="5507087"/>
                <a:ext cx="1396533" cy="5321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22" h="428">
                    <a:moveTo>
                      <a:pt x="40" y="0"/>
                    </a:moveTo>
                    <a:lnTo>
                      <a:pt x="1082" y="0"/>
                    </a:lnTo>
                    <a:cubicBezTo>
                      <a:pt x="1104" y="0"/>
                      <a:pt x="1122" y="17"/>
                      <a:pt x="1122" y="39"/>
                    </a:cubicBezTo>
                    <a:lnTo>
                      <a:pt x="1122" y="415"/>
                    </a:lnTo>
                    <a:cubicBezTo>
                      <a:pt x="1122" y="427"/>
                      <a:pt x="1106" y="433"/>
                      <a:pt x="1098" y="423"/>
                    </a:cubicBezTo>
                    <a:lnTo>
                      <a:pt x="999" y="309"/>
                    </a:lnTo>
                    <a:lnTo>
                      <a:pt x="40" y="309"/>
                    </a:lnTo>
                    <a:cubicBezTo>
                      <a:pt x="18" y="309"/>
                      <a:pt x="0" y="291"/>
                      <a:pt x="0" y="269"/>
                    </a:cubicBezTo>
                    <a:lnTo>
                      <a:pt x="0" y="39"/>
                    </a:lnTo>
                    <a:cubicBezTo>
                      <a:pt x="0" y="17"/>
                      <a:pt x="18" y="0"/>
                      <a:pt x="4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50" name="Freeform 649">
                <a:extLst>
                  <a:ext uri="{FF2B5EF4-FFF2-40B4-BE49-F238E27FC236}">
                    <a16:creationId xmlns:a16="http://schemas.microsoft.com/office/drawing/2014/main" id="{C69271F4-1BAB-2E49-9CB1-BDB24881C047}"/>
                  </a:ext>
                </a:extLst>
              </p:cNvPr>
              <p:cNvSpPr/>
              <p:nvPr/>
            </p:nvSpPr>
            <p:spPr>
              <a:xfrm>
                <a:off x="6985158" y="5498364"/>
                <a:ext cx="1411482" cy="549587"/>
              </a:xfrm>
              <a:custGeom>
                <a:avLst/>
                <a:gdLst>
                  <a:gd name="connsiteX0" fmla="*/ 57269 w 1411482"/>
                  <a:gd name="connsiteY0" fmla="*/ 16201 h 549587"/>
                  <a:gd name="connsiteX1" fmla="*/ 16195 w 1411482"/>
                  <a:gd name="connsiteY1" fmla="*/ 57228 h 549587"/>
                  <a:gd name="connsiteX2" fmla="*/ 16195 w 1411482"/>
                  <a:gd name="connsiteY2" fmla="*/ 343172 h 549587"/>
                  <a:gd name="connsiteX3" fmla="*/ 57269 w 1411482"/>
                  <a:gd name="connsiteY3" fmla="*/ 384198 h 549587"/>
                  <a:gd name="connsiteX4" fmla="*/ 1254639 w 1411482"/>
                  <a:gd name="connsiteY4" fmla="*/ 384198 h 549587"/>
                  <a:gd name="connsiteX5" fmla="*/ 1380350 w 1411482"/>
                  <a:gd name="connsiteY5" fmla="*/ 529657 h 549587"/>
                  <a:gd name="connsiteX6" fmla="*/ 1390308 w 1411482"/>
                  <a:gd name="connsiteY6" fmla="*/ 532143 h 549587"/>
                  <a:gd name="connsiteX7" fmla="*/ 1395286 w 1411482"/>
                  <a:gd name="connsiteY7" fmla="*/ 524684 h 549587"/>
                  <a:gd name="connsiteX8" fmla="*/ 1395286 w 1411482"/>
                  <a:gd name="connsiteY8" fmla="*/ 57228 h 549587"/>
                  <a:gd name="connsiteX9" fmla="*/ 1354212 w 1411482"/>
                  <a:gd name="connsiteY9" fmla="*/ 16201 h 549587"/>
                  <a:gd name="connsiteX10" fmla="*/ 57256 w 1411482"/>
                  <a:gd name="connsiteY10" fmla="*/ 0 h 549587"/>
                  <a:gd name="connsiteX11" fmla="*/ 1354226 w 1411482"/>
                  <a:gd name="connsiteY11" fmla="*/ 0 h 549587"/>
                  <a:gd name="connsiteX12" fmla="*/ 1411482 w 1411482"/>
                  <a:gd name="connsiteY12" fmla="*/ 57197 h 549587"/>
                  <a:gd name="connsiteX13" fmla="*/ 1411482 w 1411482"/>
                  <a:gd name="connsiteY13" fmla="*/ 524719 h 549587"/>
                  <a:gd name="connsiteX14" fmla="*/ 1396546 w 1411482"/>
                  <a:gd name="connsiteY14" fmla="*/ 548344 h 549587"/>
                  <a:gd name="connsiteX15" fmla="*/ 1386588 w 1411482"/>
                  <a:gd name="connsiteY15" fmla="*/ 549587 h 549587"/>
                  <a:gd name="connsiteX16" fmla="*/ 1367918 w 1411482"/>
                  <a:gd name="connsiteY16" fmla="*/ 540883 h 549587"/>
                  <a:gd name="connsiteX17" fmla="*/ 1247183 w 1411482"/>
                  <a:gd name="connsiteY17" fmla="*/ 401622 h 549587"/>
                  <a:gd name="connsiteX18" fmla="*/ 57256 w 1411482"/>
                  <a:gd name="connsiteY18" fmla="*/ 401622 h 549587"/>
                  <a:gd name="connsiteX19" fmla="*/ 0 w 1411482"/>
                  <a:gd name="connsiteY19" fmla="*/ 343181 h 549587"/>
                  <a:gd name="connsiteX20" fmla="*/ 0 w 1411482"/>
                  <a:gd name="connsiteY20" fmla="*/ 57197 h 549587"/>
                  <a:gd name="connsiteX21" fmla="*/ 57256 w 1411482"/>
                  <a:gd name="connsiteY21" fmla="*/ 0 h 549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11482" h="549587">
                    <a:moveTo>
                      <a:pt x="57269" y="16201"/>
                    </a:moveTo>
                    <a:cubicBezTo>
                      <a:pt x="34865" y="16201"/>
                      <a:pt x="16195" y="34850"/>
                      <a:pt x="16195" y="57228"/>
                    </a:cubicBezTo>
                    <a:lnTo>
                      <a:pt x="16195" y="343172"/>
                    </a:lnTo>
                    <a:cubicBezTo>
                      <a:pt x="16195" y="366793"/>
                      <a:pt x="34865" y="384198"/>
                      <a:pt x="57269" y="384198"/>
                    </a:cubicBezTo>
                    <a:lnTo>
                      <a:pt x="1254639" y="384198"/>
                    </a:lnTo>
                    <a:lnTo>
                      <a:pt x="1380350" y="529657"/>
                    </a:lnTo>
                    <a:cubicBezTo>
                      <a:pt x="1384084" y="533386"/>
                      <a:pt x="1389063" y="533386"/>
                      <a:pt x="1390308" y="532143"/>
                    </a:cubicBezTo>
                    <a:cubicBezTo>
                      <a:pt x="1391552" y="530900"/>
                      <a:pt x="1395286" y="529657"/>
                      <a:pt x="1395286" y="524684"/>
                    </a:cubicBezTo>
                    <a:lnTo>
                      <a:pt x="1395286" y="57228"/>
                    </a:lnTo>
                    <a:cubicBezTo>
                      <a:pt x="1395286" y="34850"/>
                      <a:pt x="1376616" y="16201"/>
                      <a:pt x="1354212" y="16201"/>
                    </a:cubicBezTo>
                    <a:close/>
                    <a:moveTo>
                      <a:pt x="57256" y="0"/>
                    </a:moveTo>
                    <a:lnTo>
                      <a:pt x="1354226" y="0"/>
                    </a:lnTo>
                    <a:cubicBezTo>
                      <a:pt x="1385344" y="0"/>
                      <a:pt x="1411482" y="26112"/>
                      <a:pt x="1411482" y="57197"/>
                    </a:cubicBezTo>
                    <a:lnTo>
                      <a:pt x="1411482" y="524719"/>
                    </a:lnTo>
                    <a:cubicBezTo>
                      <a:pt x="1411482" y="534666"/>
                      <a:pt x="1405258" y="544614"/>
                      <a:pt x="1396546" y="548344"/>
                    </a:cubicBezTo>
                    <a:cubicBezTo>
                      <a:pt x="1392812" y="548344"/>
                      <a:pt x="1390322" y="549587"/>
                      <a:pt x="1386588" y="549587"/>
                    </a:cubicBezTo>
                    <a:cubicBezTo>
                      <a:pt x="1379120" y="549587"/>
                      <a:pt x="1372897" y="547100"/>
                      <a:pt x="1367918" y="540883"/>
                    </a:cubicBezTo>
                    <a:lnTo>
                      <a:pt x="1247183" y="401622"/>
                    </a:lnTo>
                    <a:lnTo>
                      <a:pt x="57256" y="401622"/>
                    </a:lnTo>
                    <a:cubicBezTo>
                      <a:pt x="26139" y="401622"/>
                      <a:pt x="0" y="375510"/>
                      <a:pt x="0" y="343181"/>
                    </a:cubicBezTo>
                    <a:lnTo>
                      <a:pt x="0" y="57197"/>
                    </a:lnTo>
                    <a:cubicBezTo>
                      <a:pt x="0" y="26112"/>
                      <a:pt x="26139" y="0"/>
                      <a:pt x="572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56BFDD40-4816-E943-901E-5973647E7FF6}"/>
                  </a:ext>
                </a:extLst>
              </p:cNvPr>
              <p:cNvSpPr/>
              <p:nvPr/>
            </p:nvSpPr>
            <p:spPr>
              <a:xfrm>
                <a:off x="8025394" y="5616756"/>
                <a:ext cx="170673" cy="17073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8" h="138">
                    <a:moveTo>
                      <a:pt x="0" y="69"/>
                    </a:moveTo>
                    <a:cubicBezTo>
                      <a:pt x="0" y="107"/>
                      <a:pt x="31" y="138"/>
                      <a:pt x="70" y="138"/>
                    </a:cubicBezTo>
                    <a:cubicBezTo>
                      <a:pt x="107" y="138"/>
                      <a:pt x="138" y="107"/>
                      <a:pt x="138" y="69"/>
                    </a:cubicBezTo>
                    <a:cubicBezTo>
                      <a:pt x="138" y="31"/>
                      <a:pt x="107" y="0"/>
                      <a:pt x="70" y="0"/>
                    </a:cubicBezTo>
                    <a:cubicBezTo>
                      <a:pt x="31" y="0"/>
                      <a:pt x="0" y="31"/>
                      <a:pt x="0" y="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51" name="Freeform 650">
                <a:extLst>
                  <a:ext uri="{FF2B5EF4-FFF2-40B4-BE49-F238E27FC236}">
                    <a16:creationId xmlns:a16="http://schemas.microsoft.com/office/drawing/2014/main" id="{4B4827A3-5FD0-1847-9387-84B931A00453}"/>
                  </a:ext>
                </a:extLst>
              </p:cNvPr>
              <p:cNvSpPr/>
              <p:nvPr/>
            </p:nvSpPr>
            <p:spPr>
              <a:xfrm>
                <a:off x="8017919" y="5609278"/>
                <a:ext cx="186869" cy="186934"/>
              </a:xfrm>
              <a:custGeom>
                <a:avLst/>
                <a:gdLst>
                  <a:gd name="connsiteX0" fmla="*/ 94047 w 186869"/>
                  <a:gd name="connsiteY0" fmla="*/ 16201 h 186934"/>
                  <a:gd name="connsiteX1" fmla="*/ 16195 w 186869"/>
                  <a:gd name="connsiteY1" fmla="*/ 92849 h 186934"/>
                  <a:gd name="connsiteX2" fmla="*/ 94047 w 186869"/>
                  <a:gd name="connsiteY2" fmla="*/ 170733 h 186934"/>
                  <a:gd name="connsiteX3" fmla="*/ 169427 w 186869"/>
                  <a:gd name="connsiteY3" fmla="*/ 92849 h 186934"/>
                  <a:gd name="connsiteX4" fmla="*/ 94047 w 186869"/>
                  <a:gd name="connsiteY4" fmla="*/ 16201 h 186934"/>
                  <a:gd name="connsiteX5" fmla="*/ 94054 w 186869"/>
                  <a:gd name="connsiteY5" fmla="*/ 0 h 186934"/>
                  <a:gd name="connsiteX6" fmla="*/ 186869 w 186869"/>
                  <a:gd name="connsiteY6" fmla="*/ 92848 h 186934"/>
                  <a:gd name="connsiteX7" fmla="*/ 94054 w 186869"/>
                  <a:gd name="connsiteY7" fmla="*/ 186934 h 186934"/>
                  <a:gd name="connsiteX8" fmla="*/ 0 w 186869"/>
                  <a:gd name="connsiteY8" fmla="*/ 92848 h 186934"/>
                  <a:gd name="connsiteX9" fmla="*/ 94054 w 186869"/>
                  <a:gd name="connsiteY9" fmla="*/ 0 h 186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6869" h="186934">
                    <a:moveTo>
                      <a:pt x="94047" y="16201"/>
                    </a:moveTo>
                    <a:cubicBezTo>
                      <a:pt x="50796" y="16201"/>
                      <a:pt x="16195" y="50816"/>
                      <a:pt x="16195" y="92849"/>
                    </a:cubicBezTo>
                    <a:cubicBezTo>
                      <a:pt x="16195" y="136118"/>
                      <a:pt x="50796" y="170733"/>
                      <a:pt x="94047" y="170733"/>
                    </a:cubicBezTo>
                    <a:cubicBezTo>
                      <a:pt x="136062" y="170733"/>
                      <a:pt x="169427" y="136118"/>
                      <a:pt x="169427" y="92849"/>
                    </a:cubicBezTo>
                    <a:cubicBezTo>
                      <a:pt x="169427" y="50816"/>
                      <a:pt x="136062" y="16201"/>
                      <a:pt x="94047" y="16201"/>
                    </a:cubicBezTo>
                    <a:close/>
                    <a:moveTo>
                      <a:pt x="94054" y="0"/>
                    </a:moveTo>
                    <a:cubicBezTo>
                      <a:pt x="144793" y="0"/>
                      <a:pt x="186869" y="42091"/>
                      <a:pt x="186869" y="92848"/>
                    </a:cubicBezTo>
                    <a:cubicBezTo>
                      <a:pt x="186869" y="144843"/>
                      <a:pt x="144793" y="186934"/>
                      <a:pt x="94054" y="186934"/>
                    </a:cubicBezTo>
                    <a:cubicBezTo>
                      <a:pt x="42077" y="186934"/>
                      <a:pt x="0" y="144843"/>
                      <a:pt x="0" y="92848"/>
                    </a:cubicBezTo>
                    <a:cubicBezTo>
                      <a:pt x="0" y="42091"/>
                      <a:pt x="42077" y="0"/>
                      <a:pt x="940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4" name="Freeform 473">
                <a:extLst>
                  <a:ext uri="{FF2B5EF4-FFF2-40B4-BE49-F238E27FC236}">
                    <a16:creationId xmlns:a16="http://schemas.microsoft.com/office/drawing/2014/main" id="{FE00F7AE-B63C-B440-87CD-F8E1790D1B72}"/>
                  </a:ext>
                </a:extLst>
              </p:cNvPr>
              <p:cNvSpPr/>
              <p:nvPr/>
            </p:nvSpPr>
            <p:spPr>
              <a:xfrm>
                <a:off x="7563205" y="5636695"/>
                <a:ext cx="352559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4" h="13">
                    <a:moveTo>
                      <a:pt x="277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2"/>
                      <a:pt x="3" y="0"/>
                      <a:pt x="7" y="0"/>
                    </a:cubicBezTo>
                    <a:lnTo>
                      <a:pt x="277" y="0"/>
                    </a:lnTo>
                    <a:cubicBezTo>
                      <a:pt x="281" y="0"/>
                      <a:pt x="284" y="2"/>
                      <a:pt x="284" y="6"/>
                    </a:cubicBezTo>
                    <a:cubicBezTo>
                      <a:pt x="284" y="10"/>
                      <a:pt x="281" y="13"/>
                      <a:pt x="277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40A3CDA1-DA47-2949-B2DB-3ADF1A955F44}"/>
                  </a:ext>
                </a:extLst>
              </p:cNvPr>
              <p:cNvSpPr/>
              <p:nvPr/>
            </p:nvSpPr>
            <p:spPr>
              <a:xfrm>
                <a:off x="7143373" y="5636695"/>
                <a:ext cx="35380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5" h="13">
                    <a:moveTo>
                      <a:pt x="278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2"/>
                      <a:pt x="3" y="0"/>
                      <a:pt x="7" y="0"/>
                    </a:cubicBezTo>
                    <a:lnTo>
                      <a:pt x="278" y="0"/>
                    </a:lnTo>
                    <a:cubicBezTo>
                      <a:pt x="281" y="0"/>
                      <a:pt x="285" y="2"/>
                      <a:pt x="285" y="6"/>
                    </a:cubicBezTo>
                    <a:cubicBezTo>
                      <a:pt x="285" y="10"/>
                      <a:pt x="281" y="13"/>
                      <a:pt x="278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70F7EF3C-99AF-6F4F-80DB-EF456DCDEDC1}"/>
                  </a:ext>
                </a:extLst>
              </p:cNvPr>
              <p:cNvSpPr/>
              <p:nvPr/>
            </p:nvSpPr>
            <p:spPr>
              <a:xfrm>
                <a:off x="7143373" y="5753841"/>
                <a:ext cx="772391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1" h="13">
                    <a:moveTo>
                      <a:pt x="614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614" y="0"/>
                    </a:lnTo>
                    <a:cubicBezTo>
                      <a:pt x="618" y="0"/>
                      <a:pt x="621" y="3"/>
                      <a:pt x="621" y="6"/>
                    </a:cubicBezTo>
                    <a:cubicBezTo>
                      <a:pt x="621" y="10"/>
                      <a:pt x="618" y="13"/>
                      <a:pt x="614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55" name="Group 654">
              <a:extLst>
                <a:ext uri="{FF2B5EF4-FFF2-40B4-BE49-F238E27FC236}">
                  <a16:creationId xmlns:a16="http://schemas.microsoft.com/office/drawing/2014/main" id="{2CACAAF7-D9FF-AF4D-983A-402AC07F2A26}"/>
                </a:ext>
              </a:extLst>
            </p:cNvPr>
            <p:cNvGrpSpPr/>
            <p:nvPr/>
          </p:nvGrpSpPr>
          <p:grpSpPr>
            <a:xfrm>
              <a:off x="7031252" y="4535029"/>
              <a:ext cx="585522" cy="548341"/>
              <a:chOff x="7031252" y="4535029"/>
              <a:chExt cx="585522" cy="548341"/>
            </a:xfrm>
          </p:grpSpPr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E13BE38A-0649-BD43-BCCD-3F85B6F1DC98}"/>
                  </a:ext>
                </a:extLst>
              </p:cNvPr>
              <p:cNvSpPr/>
              <p:nvPr/>
            </p:nvSpPr>
            <p:spPr>
              <a:xfrm>
                <a:off x="7047447" y="4608556"/>
                <a:ext cx="551886" cy="4586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4" h="369">
                    <a:moveTo>
                      <a:pt x="0" y="369"/>
                    </a:moveTo>
                    <a:lnTo>
                      <a:pt x="444" y="369"/>
                    </a:lnTo>
                    <a:lnTo>
                      <a:pt x="44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53" name="Freeform 652">
                <a:extLst>
                  <a:ext uri="{FF2B5EF4-FFF2-40B4-BE49-F238E27FC236}">
                    <a16:creationId xmlns:a16="http://schemas.microsoft.com/office/drawing/2014/main" id="{E594D09E-0CB4-DF4A-8198-01228529C7E6}"/>
                  </a:ext>
                </a:extLst>
              </p:cNvPr>
              <p:cNvSpPr/>
              <p:nvPr/>
            </p:nvSpPr>
            <p:spPr>
              <a:xfrm>
                <a:off x="7031252" y="4591109"/>
                <a:ext cx="585522" cy="492261"/>
              </a:xfrm>
              <a:custGeom>
                <a:avLst/>
                <a:gdLst>
                  <a:gd name="connsiteX0" fmla="*/ 16195 w 585522"/>
                  <a:gd name="connsiteY0" fmla="*/ 17447 h 492261"/>
                  <a:gd name="connsiteX1" fmla="*/ 16195 w 585522"/>
                  <a:gd name="connsiteY1" fmla="*/ 476059 h 492261"/>
                  <a:gd name="connsiteX2" fmla="*/ 568081 w 585522"/>
                  <a:gd name="connsiteY2" fmla="*/ 476059 h 492261"/>
                  <a:gd name="connsiteX3" fmla="*/ 568081 w 585522"/>
                  <a:gd name="connsiteY3" fmla="*/ 17447 h 492261"/>
                  <a:gd name="connsiteX4" fmla="*/ 7459 w 585522"/>
                  <a:gd name="connsiteY4" fmla="*/ 0 h 492261"/>
                  <a:gd name="connsiteX5" fmla="*/ 576820 w 585522"/>
                  <a:gd name="connsiteY5" fmla="*/ 0 h 492261"/>
                  <a:gd name="connsiteX6" fmla="*/ 585522 w 585522"/>
                  <a:gd name="connsiteY6" fmla="*/ 8702 h 492261"/>
                  <a:gd name="connsiteX7" fmla="*/ 585522 w 585522"/>
                  <a:gd name="connsiteY7" fmla="*/ 484803 h 492261"/>
                  <a:gd name="connsiteX8" fmla="*/ 576820 w 585522"/>
                  <a:gd name="connsiteY8" fmla="*/ 492261 h 492261"/>
                  <a:gd name="connsiteX9" fmla="*/ 7459 w 585522"/>
                  <a:gd name="connsiteY9" fmla="*/ 492261 h 492261"/>
                  <a:gd name="connsiteX10" fmla="*/ 0 w 585522"/>
                  <a:gd name="connsiteY10" fmla="*/ 484803 h 492261"/>
                  <a:gd name="connsiteX11" fmla="*/ 0 w 585522"/>
                  <a:gd name="connsiteY11" fmla="*/ 8702 h 492261"/>
                  <a:gd name="connsiteX12" fmla="*/ 7459 w 585522"/>
                  <a:gd name="connsiteY12" fmla="*/ 0 h 492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85522" h="492261">
                    <a:moveTo>
                      <a:pt x="16195" y="17447"/>
                    </a:moveTo>
                    <a:lnTo>
                      <a:pt x="16195" y="476059"/>
                    </a:lnTo>
                    <a:lnTo>
                      <a:pt x="568081" y="476059"/>
                    </a:lnTo>
                    <a:lnTo>
                      <a:pt x="568081" y="17447"/>
                    </a:lnTo>
                    <a:close/>
                    <a:moveTo>
                      <a:pt x="7459" y="0"/>
                    </a:moveTo>
                    <a:lnTo>
                      <a:pt x="576820" y="0"/>
                    </a:lnTo>
                    <a:cubicBezTo>
                      <a:pt x="580550" y="0"/>
                      <a:pt x="585522" y="3729"/>
                      <a:pt x="585522" y="8702"/>
                    </a:cubicBezTo>
                    <a:lnTo>
                      <a:pt x="585522" y="484803"/>
                    </a:lnTo>
                    <a:cubicBezTo>
                      <a:pt x="585522" y="488532"/>
                      <a:pt x="580550" y="492261"/>
                      <a:pt x="576820" y="492261"/>
                    </a:cubicBezTo>
                    <a:lnTo>
                      <a:pt x="7459" y="492261"/>
                    </a:lnTo>
                    <a:cubicBezTo>
                      <a:pt x="3730" y="492261"/>
                      <a:pt x="0" y="488532"/>
                      <a:pt x="0" y="484803"/>
                    </a:cubicBezTo>
                    <a:lnTo>
                      <a:pt x="0" y="8702"/>
                    </a:lnTo>
                    <a:cubicBezTo>
                      <a:pt x="0" y="3729"/>
                      <a:pt x="3730" y="0"/>
                      <a:pt x="7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9" name="Freeform 478">
                <a:extLst>
                  <a:ext uri="{FF2B5EF4-FFF2-40B4-BE49-F238E27FC236}">
                    <a16:creationId xmlns:a16="http://schemas.microsoft.com/office/drawing/2014/main" id="{73A50C2A-5995-1243-B30B-04674792909A}"/>
                  </a:ext>
                </a:extLst>
              </p:cNvPr>
              <p:cNvSpPr/>
              <p:nvPr/>
            </p:nvSpPr>
            <p:spPr>
              <a:xfrm>
                <a:off x="7267952" y="4543752"/>
                <a:ext cx="110875" cy="1109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" h="90">
                    <a:moveTo>
                      <a:pt x="90" y="45"/>
                    </a:moveTo>
                    <a:cubicBezTo>
                      <a:pt x="90" y="70"/>
                      <a:pt x="70" y="90"/>
                      <a:pt x="45" y="90"/>
                    </a:cubicBezTo>
                    <a:cubicBezTo>
                      <a:pt x="20" y="90"/>
                      <a:pt x="0" y="70"/>
                      <a:pt x="0" y="45"/>
                    </a:cubicBezTo>
                    <a:cubicBezTo>
                      <a:pt x="0" y="20"/>
                      <a:pt x="20" y="0"/>
                      <a:pt x="45" y="0"/>
                    </a:cubicBezTo>
                    <a:cubicBezTo>
                      <a:pt x="70" y="0"/>
                      <a:pt x="90" y="20"/>
                      <a:pt x="90" y="4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54" name="Freeform 653">
                <a:extLst>
                  <a:ext uri="{FF2B5EF4-FFF2-40B4-BE49-F238E27FC236}">
                    <a16:creationId xmlns:a16="http://schemas.microsoft.com/office/drawing/2014/main" id="{85D36547-BA25-9D49-A198-71A3A0F7117E}"/>
                  </a:ext>
                </a:extLst>
              </p:cNvPr>
              <p:cNvSpPr/>
              <p:nvPr/>
            </p:nvSpPr>
            <p:spPr>
              <a:xfrm>
                <a:off x="7260478" y="4535029"/>
                <a:ext cx="125825" cy="128362"/>
              </a:xfrm>
              <a:custGeom>
                <a:avLst/>
                <a:gdLst>
                  <a:gd name="connsiteX0" fmla="*/ 62912 w 125825"/>
                  <a:gd name="connsiteY0" fmla="*/ 17447 h 128362"/>
                  <a:gd name="connsiteX1" fmla="*/ 16195 w 125825"/>
                  <a:gd name="connsiteY1" fmla="*/ 64181 h 128362"/>
                  <a:gd name="connsiteX2" fmla="*/ 62912 w 125825"/>
                  <a:gd name="connsiteY2" fmla="*/ 110914 h 128362"/>
                  <a:gd name="connsiteX3" fmla="*/ 109629 w 125825"/>
                  <a:gd name="connsiteY3" fmla="*/ 64181 h 128362"/>
                  <a:gd name="connsiteX4" fmla="*/ 62912 w 125825"/>
                  <a:gd name="connsiteY4" fmla="*/ 17447 h 128362"/>
                  <a:gd name="connsiteX5" fmla="*/ 62913 w 125825"/>
                  <a:gd name="connsiteY5" fmla="*/ 0 h 128362"/>
                  <a:gd name="connsiteX6" fmla="*/ 125825 w 125825"/>
                  <a:gd name="connsiteY6" fmla="*/ 64181 h 128362"/>
                  <a:gd name="connsiteX7" fmla="*/ 62913 w 125825"/>
                  <a:gd name="connsiteY7" fmla="*/ 128362 h 128362"/>
                  <a:gd name="connsiteX8" fmla="*/ 0 w 125825"/>
                  <a:gd name="connsiteY8" fmla="*/ 64181 h 128362"/>
                  <a:gd name="connsiteX9" fmla="*/ 62913 w 125825"/>
                  <a:gd name="connsiteY9" fmla="*/ 0 h 12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5825" h="128362">
                    <a:moveTo>
                      <a:pt x="62912" y="17447"/>
                    </a:moveTo>
                    <a:cubicBezTo>
                      <a:pt x="37095" y="17447"/>
                      <a:pt x="16195" y="38354"/>
                      <a:pt x="16195" y="64181"/>
                    </a:cubicBezTo>
                    <a:cubicBezTo>
                      <a:pt x="16195" y="90007"/>
                      <a:pt x="37095" y="110914"/>
                      <a:pt x="62912" y="110914"/>
                    </a:cubicBezTo>
                    <a:cubicBezTo>
                      <a:pt x="88730" y="110914"/>
                      <a:pt x="109629" y="90007"/>
                      <a:pt x="109629" y="64181"/>
                    </a:cubicBezTo>
                    <a:cubicBezTo>
                      <a:pt x="109629" y="38354"/>
                      <a:pt x="88730" y="17447"/>
                      <a:pt x="62912" y="17447"/>
                    </a:cubicBezTo>
                    <a:close/>
                    <a:moveTo>
                      <a:pt x="62913" y="0"/>
                    </a:moveTo>
                    <a:cubicBezTo>
                      <a:pt x="98687" y="0"/>
                      <a:pt x="125825" y="29622"/>
                      <a:pt x="125825" y="64181"/>
                    </a:cubicBezTo>
                    <a:cubicBezTo>
                      <a:pt x="125825" y="99974"/>
                      <a:pt x="98687" y="128362"/>
                      <a:pt x="62913" y="128362"/>
                    </a:cubicBezTo>
                    <a:cubicBezTo>
                      <a:pt x="28373" y="128362"/>
                      <a:pt x="0" y="99974"/>
                      <a:pt x="0" y="64181"/>
                    </a:cubicBezTo>
                    <a:cubicBezTo>
                      <a:pt x="0" y="29622"/>
                      <a:pt x="28373" y="0"/>
                      <a:pt x="629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2" name="Freeform 481">
                <a:extLst>
                  <a:ext uri="{FF2B5EF4-FFF2-40B4-BE49-F238E27FC236}">
                    <a16:creationId xmlns:a16="http://schemas.microsoft.com/office/drawing/2014/main" id="{403A8CA0-2196-054A-9030-749779FB7A8F}"/>
                  </a:ext>
                </a:extLst>
              </p:cNvPr>
              <p:cNvSpPr/>
              <p:nvPr/>
            </p:nvSpPr>
            <p:spPr>
              <a:xfrm>
                <a:off x="7140882" y="4763088"/>
                <a:ext cx="3650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4" h="14">
                    <a:moveTo>
                      <a:pt x="288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88" y="0"/>
                    </a:lnTo>
                    <a:cubicBezTo>
                      <a:pt x="291" y="0"/>
                      <a:pt x="294" y="3"/>
                      <a:pt x="294" y="7"/>
                    </a:cubicBezTo>
                    <a:cubicBezTo>
                      <a:pt x="294" y="11"/>
                      <a:pt x="291" y="14"/>
                      <a:pt x="288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8055216-7183-F949-A9D4-E3A66A05D6C7}"/>
                  </a:ext>
                </a:extLst>
              </p:cNvPr>
              <p:cNvSpPr/>
              <p:nvPr/>
            </p:nvSpPr>
            <p:spPr>
              <a:xfrm>
                <a:off x="7140882" y="4896435"/>
                <a:ext cx="3650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4" h="14">
                    <a:moveTo>
                      <a:pt x="288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88" y="0"/>
                    </a:lnTo>
                    <a:cubicBezTo>
                      <a:pt x="291" y="0"/>
                      <a:pt x="294" y="3"/>
                      <a:pt x="294" y="7"/>
                    </a:cubicBezTo>
                    <a:cubicBezTo>
                      <a:pt x="294" y="11"/>
                      <a:pt x="291" y="14"/>
                      <a:pt x="288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58" name="Group 657">
              <a:extLst>
                <a:ext uri="{FF2B5EF4-FFF2-40B4-BE49-F238E27FC236}">
                  <a16:creationId xmlns:a16="http://schemas.microsoft.com/office/drawing/2014/main" id="{4E067754-6508-1444-96C9-001BE4AB0D67}"/>
                </a:ext>
              </a:extLst>
            </p:cNvPr>
            <p:cNvGrpSpPr/>
            <p:nvPr/>
          </p:nvGrpSpPr>
          <p:grpSpPr>
            <a:xfrm>
              <a:off x="7846000" y="4535029"/>
              <a:ext cx="584276" cy="548341"/>
              <a:chOff x="7846000" y="4535029"/>
              <a:chExt cx="584276" cy="548341"/>
            </a:xfrm>
          </p:grpSpPr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6D51A4FA-22FF-CB40-B15C-67EC8608A605}"/>
                  </a:ext>
                </a:extLst>
              </p:cNvPr>
              <p:cNvSpPr/>
              <p:nvPr/>
            </p:nvSpPr>
            <p:spPr>
              <a:xfrm>
                <a:off x="7854720" y="4599832"/>
                <a:ext cx="566835" cy="4760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6" h="383">
                    <a:moveTo>
                      <a:pt x="456" y="383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456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56" name="Freeform 655">
                <a:extLst>
                  <a:ext uri="{FF2B5EF4-FFF2-40B4-BE49-F238E27FC236}">
                    <a16:creationId xmlns:a16="http://schemas.microsoft.com/office/drawing/2014/main" id="{3DB7564C-1875-1447-B74D-220FF4F62D83}"/>
                  </a:ext>
                </a:extLst>
              </p:cNvPr>
              <p:cNvSpPr/>
              <p:nvPr/>
            </p:nvSpPr>
            <p:spPr>
              <a:xfrm>
                <a:off x="7846000" y="4591109"/>
                <a:ext cx="584276" cy="492261"/>
              </a:xfrm>
              <a:custGeom>
                <a:avLst/>
                <a:gdLst>
                  <a:gd name="connsiteX0" fmla="*/ 16195 w 584276"/>
                  <a:gd name="connsiteY0" fmla="*/ 17447 h 492261"/>
                  <a:gd name="connsiteX1" fmla="*/ 16195 w 584276"/>
                  <a:gd name="connsiteY1" fmla="*/ 476059 h 492261"/>
                  <a:gd name="connsiteX2" fmla="*/ 568081 w 584276"/>
                  <a:gd name="connsiteY2" fmla="*/ 476059 h 492261"/>
                  <a:gd name="connsiteX3" fmla="*/ 568081 w 584276"/>
                  <a:gd name="connsiteY3" fmla="*/ 17447 h 492261"/>
                  <a:gd name="connsiteX4" fmla="*/ 8702 w 584276"/>
                  <a:gd name="connsiteY4" fmla="*/ 0 h 492261"/>
                  <a:gd name="connsiteX5" fmla="*/ 575574 w 584276"/>
                  <a:gd name="connsiteY5" fmla="*/ 0 h 492261"/>
                  <a:gd name="connsiteX6" fmla="*/ 584276 w 584276"/>
                  <a:gd name="connsiteY6" fmla="*/ 8702 h 492261"/>
                  <a:gd name="connsiteX7" fmla="*/ 584276 w 584276"/>
                  <a:gd name="connsiteY7" fmla="*/ 484803 h 492261"/>
                  <a:gd name="connsiteX8" fmla="*/ 575574 w 584276"/>
                  <a:gd name="connsiteY8" fmla="*/ 492261 h 492261"/>
                  <a:gd name="connsiteX9" fmla="*/ 8702 w 584276"/>
                  <a:gd name="connsiteY9" fmla="*/ 492261 h 492261"/>
                  <a:gd name="connsiteX10" fmla="*/ 0 w 584276"/>
                  <a:gd name="connsiteY10" fmla="*/ 484803 h 492261"/>
                  <a:gd name="connsiteX11" fmla="*/ 0 w 584276"/>
                  <a:gd name="connsiteY11" fmla="*/ 8702 h 492261"/>
                  <a:gd name="connsiteX12" fmla="*/ 8702 w 584276"/>
                  <a:gd name="connsiteY12" fmla="*/ 0 h 492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84276" h="492261">
                    <a:moveTo>
                      <a:pt x="16195" y="17447"/>
                    </a:moveTo>
                    <a:lnTo>
                      <a:pt x="16195" y="476059"/>
                    </a:lnTo>
                    <a:lnTo>
                      <a:pt x="568081" y="476059"/>
                    </a:lnTo>
                    <a:lnTo>
                      <a:pt x="568081" y="17447"/>
                    </a:lnTo>
                    <a:close/>
                    <a:moveTo>
                      <a:pt x="8702" y="0"/>
                    </a:moveTo>
                    <a:lnTo>
                      <a:pt x="575574" y="0"/>
                    </a:lnTo>
                    <a:cubicBezTo>
                      <a:pt x="580547" y="0"/>
                      <a:pt x="584276" y="3729"/>
                      <a:pt x="584276" y="8702"/>
                    </a:cubicBezTo>
                    <a:lnTo>
                      <a:pt x="584276" y="484803"/>
                    </a:lnTo>
                    <a:cubicBezTo>
                      <a:pt x="584276" y="488532"/>
                      <a:pt x="580547" y="492261"/>
                      <a:pt x="575574" y="492261"/>
                    </a:cubicBezTo>
                    <a:lnTo>
                      <a:pt x="8702" y="492261"/>
                    </a:lnTo>
                    <a:cubicBezTo>
                      <a:pt x="3730" y="492261"/>
                      <a:pt x="0" y="488532"/>
                      <a:pt x="0" y="484803"/>
                    </a:cubicBezTo>
                    <a:lnTo>
                      <a:pt x="0" y="8702"/>
                    </a:lnTo>
                    <a:cubicBezTo>
                      <a:pt x="0" y="3729"/>
                      <a:pt x="3730" y="0"/>
                      <a:pt x="87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7" name="Freeform 486">
                <a:extLst>
                  <a:ext uri="{FF2B5EF4-FFF2-40B4-BE49-F238E27FC236}">
                    <a16:creationId xmlns:a16="http://schemas.microsoft.com/office/drawing/2014/main" id="{86386009-75A1-1B47-AA34-6038C5A64C28}"/>
                  </a:ext>
                </a:extLst>
              </p:cNvPr>
              <p:cNvSpPr/>
              <p:nvPr/>
            </p:nvSpPr>
            <p:spPr>
              <a:xfrm>
                <a:off x="8082700" y="4543752"/>
                <a:ext cx="110875" cy="1109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" h="90">
                    <a:moveTo>
                      <a:pt x="90" y="45"/>
                    </a:moveTo>
                    <a:cubicBezTo>
                      <a:pt x="90" y="70"/>
                      <a:pt x="70" y="90"/>
                      <a:pt x="45" y="90"/>
                    </a:cubicBezTo>
                    <a:cubicBezTo>
                      <a:pt x="20" y="90"/>
                      <a:pt x="0" y="70"/>
                      <a:pt x="0" y="45"/>
                    </a:cubicBezTo>
                    <a:cubicBezTo>
                      <a:pt x="0" y="20"/>
                      <a:pt x="20" y="0"/>
                      <a:pt x="45" y="0"/>
                    </a:cubicBezTo>
                    <a:cubicBezTo>
                      <a:pt x="70" y="0"/>
                      <a:pt x="90" y="20"/>
                      <a:pt x="90" y="4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57" name="Freeform 656">
                <a:extLst>
                  <a:ext uri="{FF2B5EF4-FFF2-40B4-BE49-F238E27FC236}">
                    <a16:creationId xmlns:a16="http://schemas.microsoft.com/office/drawing/2014/main" id="{61147F3A-68C1-9944-8651-8C7C57A9ABAC}"/>
                  </a:ext>
                </a:extLst>
              </p:cNvPr>
              <p:cNvSpPr/>
              <p:nvPr/>
            </p:nvSpPr>
            <p:spPr>
              <a:xfrm>
                <a:off x="8073980" y="4535029"/>
                <a:ext cx="128317" cy="128362"/>
              </a:xfrm>
              <a:custGeom>
                <a:avLst/>
                <a:gdLst>
                  <a:gd name="connsiteX0" fmla="*/ 64158 w 128317"/>
                  <a:gd name="connsiteY0" fmla="*/ 17447 h 128362"/>
                  <a:gd name="connsiteX1" fmla="*/ 17441 w 128317"/>
                  <a:gd name="connsiteY1" fmla="*/ 64181 h 128362"/>
                  <a:gd name="connsiteX2" fmla="*/ 64158 w 128317"/>
                  <a:gd name="connsiteY2" fmla="*/ 110914 h 128362"/>
                  <a:gd name="connsiteX3" fmla="*/ 110875 w 128317"/>
                  <a:gd name="connsiteY3" fmla="*/ 64181 h 128362"/>
                  <a:gd name="connsiteX4" fmla="*/ 64158 w 128317"/>
                  <a:gd name="connsiteY4" fmla="*/ 17447 h 128362"/>
                  <a:gd name="connsiteX5" fmla="*/ 64159 w 128317"/>
                  <a:gd name="connsiteY5" fmla="*/ 0 h 128362"/>
                  <a:gd name="connsiteX6" fmla="*/ 128317 w 128317"/>
                  <a:gd name="connsiteY6" fmla="*/ 64181 h 128362"/>
                  <a:gd name="connsiteX7" fmla="*/ 64159 w 128317"/>
                  <a:gd name="connsiteY7" fmla="*/ 128362 h 128362"/>
                  <a:gd name="connsiteX8" fmla="*/ 0 w 128317"/>
                  <a:gd name="connsiteY8" fmla="*/ 64181 h 128362"/>
                  <a:gd name="connsiteX9" fmla="*/ 64159 w 128317"/>
                  <a:gd name="connsiteY9" fmla="*/ 0 h 12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8317" h="128362">
                    <a:moveTo>
                      <a:pt x="64158" y="17447"/>
                    </a:moveTo>
                    <a:cubicBezTo>
                      <a:pt x="38341" y="17447"/>
                      <a:pt x="17441" y="38354"/>
                      <a:pt x="17441" y="64181"/>
                    </a:cubicBezTo>
                    <a:cubicBezTo>
                      <a:pt x="17441" y="90007"/>
                      <a:pt x="38341" y="110914"/>
                      <a:pt x="64158" y="110914"/>
                    </a:cubicBezTo>
                    <a:cubicBezTo>
                      <a:pt x="89976" y="110914"/>
                      <a:pt x="110875" y="90007"/>
                      <a:pt x="110875" y="64181"/>
                    </a:cubicBezTo>
                    <a:cubicBezTo>
                      <a:pt x="110875" y="38354"/>
                      <a:pt x="89976" y="17447"/>
                      <a:pt x="64158" y="17447"/>
                    </a:cubicBezTo>
                    <a:close/>
                    <a:moveTo>
                      <a:pt x="64159" y="0"/>
                    </a:moveTo>
                    <a:cubicBezTo>
                      <a:pt x="98706" y="0"/>
                      <a:pt x="128317" y="29622"/>
                      <a:pt x="128317" y="64181"/>
                    </a:cubicBezTo>
                    <a:cubicBezTo>
                      <a:pt x="128317" y="99974"/>
                      <a:pt x="98706" y="128362"/>
                      <a:pt x="64159" y="128362"/>
                    </a:cubicBezTo>
                    <a:cubicBezTo>
                      <a:pt x="29612" y="128362"/>
                      <a:pt x="0" y="99974"/>
                      <a:pt x="0" y="64181"/>
                    </a:cubicBezTo>
                    <a:cubicBezTo>
                      <a:pt x="0" y="29622"/>
                      <a:pt x="29612" y="0"/>
                      <a:pt x="641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0" name="Freeform 489">
                <a:extLst>
                  <a:ext uri="{FF2B5EF4-FFF2-40B4-BE49-F238E27FC236}">
                    <a16:creationId xmlns:a16="http://schemas.microsoft.com/office/drawing/2014/main" id="{FC52F78C-93A4-2D4D-804D-16F82F68D152}"/>
                  </a:ext>
                </a:extLst>
              </p:cNvPr>
              <p:cNvSpPr/>
              <p:nvPr/>
            </p:nvSpPr>
            <p:spPr>
              <a:xfrm>
                <a:off x="7955629" y="4763088"/>
                <a:ext cx="3650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4" h="14">
                    <a:moveTo>
                      <a:pt x="287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87" y="0"/>
                    </a:lnTo>
                    <a:cubicBezTo>
                      <a:pt x="291" y="0"/>
                      <a:pt x="294" y="3"/>
                      <a:pt x="294" y="7"/>
                    </a:cubicBezTo>
                    <a:cubicBezTo>
                      <a:pt x="294" y="11"/>
                      <a:pt x="291" y="14"/>
                      <a:pt x="28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1" name="Freeform 490">
                <a:extLst>
                  <a:ext uri="{FF2B5EF4-FFF2-40B4-BE49-F238E27FC236}">
                    <a16:creationId xmlns:a16="http://schemas.microsoft.com/office/drawing/2014/main" id="{0FE1C55F-EE3E-0446-8662-E51FF18B46D4}"/>
                  </a:ext>
                </a:extLst>
              </p:cNvPr>
              <p:cNvSpPr/>
              <p:nvPr/>
            </p:nvSpPr>
            <p:spPr>
              <a:xfrm>
                <a:off x="7955629" y="4896435"/>
                <a:ext cx="3650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4" h="14">
                    <a:moveTo>
                      <a:pt x="287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87" y="0"/>
                    </a:lnTo>
                    <a:cubicBezTo>
                      <a:pt x="291" y="0"/>
                      <a:pt x="294" y="3"/>
                      <a:pt x="294" y="7"/>
                    </a:cubicBezTo>
                    <a:cubicBezTo>
                      <a:pt x="294" y="11"/>
                      <a:pt x="291" y="14"/>
                      <a:pt x="28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61" name="Group 660">
              <a:extLst>
                <a:ext uri="{FF2B5EF4-FFF2-40B4-BE49-F238E27FC236}">
                  <a16:creationId xmlns:a16="http://schemas.microsoft.com/office/drawing/2014/main" id="{22CE7D55-E293-0840-A650-28D09C9BAB39}"/>
                </a:ext>
              </a:extLst>
            </p:cNvPr>
            <p:cNvGrpSpPr/>
            <p:nvPr/>
          </p:nvGrpSpPr>
          <p:grpSpPr>
            <a:xfrm>
              <a:off x="5303339" y="4591109"/>
              <a:ext cx="827206" cy="1373345"/>
              <a:chOff x="5303339" y="4591109"/>
              <a:chExt cx="827206" cy="1373345"/>
            </a:xfrm>
          </p:grpSpPr>
          <p:sp>
            <p:nvSpPr>
              <p:cNvPr id="492" name="Freeform 491">
                <a:extLst>
                  <a:ext uri="{FF2B5EF4-FFF2-40B4-BE49-F238E27FC236}">
                    <a16:creationId xmlns:a16="http://schemas.microsoft.com/office/drawing/2014/main" id="{CF0213C0-B4BB-E740-A1B4-6AE1757A4FFE}"/>
                  </a:ext>
                </a:extLst>
              </p:cNvPr>
              <p:cNvSpPr/>
              <p:nvPr/>
            </p:nvSpPr>
            <p:spPr>
              <a:xfrm>
                <a:off x="5312059" y="4729440"/>
                <a:ext cx="809765" cy="12250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1" h="984">
                    <a:moveTo>
                      <a:pt x="556" y="0"/>
                    </a:moveTo>
                    <a:lnTo>
                      <a:pt x="325" y="0"/>
                    </a:lnTo>
                    <a:lnTo>
                      <a:pt x="95" y="0"/>
                    </a:lnTo>
                    <a:cubicBezTo>
                      <a:pt x="69" y="0"/>
                      <a:pt x="45" y="11"/>
                      <a:pt x="27" y="29"/>
                    </a:cubicBezTo>
                    <a:cubicBezTo>
                      <a:pt x="10" y="46"/>
                      <a:pt x="0" y="69"/>
                      <a:pt x="0" y="96"/>
                    </a:cubicBezTo>
                    <a:lnTo>
                      <a:pt x="0" y="493"/>
                    </a:lnTo>
                    <a:lnTo>
                      <a:pt x="0" y="889"/>
                    </a:lnTo>
                    <a:cubicBezTo>
                      <a:pt x="0" y="915"/>
                      <a:pt x="10" y="939"/>
                      <a:pt x="27" y="957"/>
                    </a:cubicBezTo>
                    <a:cubicBezTo>
                      <a:pt x="45" y="974"/>
                      <a:pt x="69" y="984"/>
                      <a:pt x="95" y="984"/>
                    </a:cubicBezTo>
                    <a:lnTo>
                      <a:pt x="325" y="984"/>
                    </a:lnTo>
                    <a:lnTo>
                      <a:pt x="556" y="984"/>
                    </a:lnTo>
                    <a:cubicBezTo>
                      <a:pt x="582" y="984"/>
                      <a:pt x="606" y="974"/>
                      <a:pt x="623" y="957"/>
                    </a:cubicBezTo>
                    <a:cubicBezTo>
                      <a:pt x="641" y="939"/>
                      <a:pt x="651" y="915"/>
                      <a:pt x="651" y="889"/>
                    </a:cubicBezTo>
                    <a:lnTo>
                      <a:pt x="651" y="493"/>
                    </a:lnTo>
                    <a:lnTo>
                      <a:pt x="651" y="96"/>
                    </a:lnTo>
                    <a:cubicBezTo>
                      <a:pt x="651" y="69"/>
                      <a:pt x="641" y="46"/>
                      <a:pt x="623" y="29"/>
                    </a:cubicBezTo>
                    <a:cubicBezTo>
                      <a:pt x="606" y="11"/>
                      <a:pt x="582" y="0"/>
                      <a:pt x="55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59" name="Freeform 658">
                <a:extLst>
                  <a:ext uri="{FF2B5EF4-FFF2-40B4-BE49-F238E27FC236}">
                    <a16:creationId xmlns:a16="http://schemas.microsoft.com/office/drawing/2014/main" id="{5F73AA18-5ABC-3948-B5AB-F8CAC3D00B87}"/>
                  </a:ext>
                </a:extLst>
              </p:cNvPr>
              <p:cNvSpPr/>
              <p:nvPr/>
            </p:nvSpPr>
            <p:spPr>
              <a:xfrm>
                <a:off x="5303339" y="4721963"/>
                <a:ext cx="827206" cy="1242491"/>
              </a:xfrm>
              <a:custGeom>
                <a:avLst/>
                <a:gdLst>
                  <a:gd name="connsiteX0" fmla="*/ 126899 w 827206"/>
                  <a:gd name="connsiteY0" fmla="*/ 16201 h 1242491"/>
                  <a:gd name="connsiteX1" fmla="*/ 48537 w 827206"/>
                  <a:gd name="connsiteY1" fmla="*/ 48570 h 1242491"/>
                  <a:gd name="connsiteX2" fmla="*/ 17441 w 827206"/>
                  <a:gd name="connsiteY2" fmla="*/ 127001 h 1242491"/>
                  <a:gd name="connsiteX3" fmla="*/ 17441 w 827206"/>
                  <a:gd name="connsiteY3" fmla="*/ 1114243 h 1242491"/>
                  <a:gd name="connsiteX4" fmla="*/ 48537 w 827206"/>
                  <a:gd name="connsiteY4" fmla="*/ 1192675 h 1242491"/>
                  <a:gd name="connsiteX5" fmla="*/ 126899 w 827206"/>
                  <a:gd name="connsiteY5" fmla="*/ 1225043 h 1242491"/>
                  <a:gd name="connsiteX6" fmla="*/ 700308 w 827206"/>
                  <a:gd name="connsiteY6" fmla="*/ 1225043 h 1242491"/>
                  <a:gd name="connsiteX7" fmla="*/ 777425 w 827206"/>
                  <a:gd name="connsiteY7" fmla="*/ 1192675 h 1242491"/>
                  <a:gd name="connsiteX8" fmla="*/ 809765 w 827206"/>
                  <a:gd name="connsiteY8" fmla="*/ 1114243 h 1242491"/>
                  <a:gd name="connsiteX9" fmla="*/ 809765 w 827206"/>
                  <a:gd name="connsiteY9" fmla="*/ 127001 h 1242491"/>
                  <a:gd name="connsiteX10" fmla="*/ 777425 w 827206"/>
                  <a:gd name="connsiteY10" fmla="*/ 48570 h 1242491"/>
                  <a:gd name="connsiteX11" fmla="*/ 700308 w 827206"/>
                  <a:gd name="connsiteY11" fmla="*/ 16201 h 1242491"/>
                  <a:gd name="connsiteX12" fmla="*/ 126880 w 827206"/>
                  <a:gd name="connsiteY12" fmla="*/ 0 h 1242491"/>
                  <a:gd name="connsiteX13" fmla="*/ 700327 w 827206"/>
                  <a:gd name="connsiteY13" fmla="*/ 0 h 1242491"/>
                  <a:gd name="connsiteX14" fmla="*/ 789889 w 827206"/>
                  <a:gd name="connsiteY14" fmla="*/ 37350 h 1242491"/>
                  <a:gd name="connsiteX15" fmla="*/ 827206 w 827206"/>
                  <a:gd name="connsiteY15" fmla="*/ 126988 h 1242491"/>
                  <a:gd name="connsiteX16" fmla="*/ 827206 w 827206"/>
                  <a:gd name="connsiteY16" fmla="*/ 1114258 h 1242491"/>
                  <a:gd name="connsiteX17" fmla="*/ 789889 w 827206"/>
                  <a:gd name="connsiteY17" fmla="*/ 1203897 h 1242491"/>
                  <a:gd name="connsiteX18" fmla="*/ 700327 w 827206"/>
                  <a:gd name="connsiteY18" fmla="*/ 1242491 h 1242491"/>
                  <a:gd name="connsiteX19" fmla="*/ 126880 w 827206"/>
                  <a:gd name="connsiteY19" fmla="*/ 1242491 h 1242491"/>
                  <a:gd name="connsiteX20" fmla="*/ 37318 w 827206"/>
                  <a:gd name="connsiteY20" fmla="*/ 1203897 h 1242491"/>
                  <a:gd name="connsiteX21" fmla="*/ 0 w 827206"/>
                  <a:gd name="connsiteY21" fmla="*/ 1114258 h 1242491"/>
                  <a:gd name="connsiteX22" fmla="*/ 0 w 827206"/>
                  <a:gd name="connsiteY22" fmla="*/ 126988 h 1242491"/>
                  <a:gd name="connsiteX23" fmla="*/ 37318 w 827206"/>
                  <a:gd name="connsiteY23" fmla="*/ 37350 h 1242491"/>
                  <a:gd name="connsiteX24" fmla="*/ 126880 w 827206"/>
                  <a:gd name="connsiteY24" fmla="*/ 0 h 1242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27206" h="1242491">
                    <a:moveTo>
                      <a:pt x="126899" y="16201"/>
                    </a:moveTo>
                    <a:cubicBezTo>
                      <a:pt x="98291" y="16201"/>
                      <a:pt x="69682" y="27406"/>
                      <a:pt x="48537" y="48570"/>
                    </a:cubicBezTo>
                    <a:cubicBezTo>
                      <a:pt x="28636" y="69734"/>
                      <a:pt x="17441" y="98368"/>
                      <a:pt x="17441" y="127001"/>
                    </a:cubicBezTo>
                    <a:lnTo>
                      <a:pt x="17441" y="1114243"/>
                    </a:lnTo>
                    <a:cubicBezTo>
                      <a:pt x="17441" y="1144122"/>
                      <a:pt x="28636" y="1171511"/>
                      <a:pt x="48537" y="1192675"/>
                    </a:cubicBezTo>
                    <a:cubicBezTo>
                      <a:pt x="69682" y="1212594"/>
                      <a:pt x="98291" y="1225043"/>
                      <a:pt x="126899" y="1225043"/>
                    </a:cubicBezTo>
                    <a:lnTo>
                      <a:pt x="700308" y="1225043"/>
                    </a:lnTo>
                    <a:cubicBezTo>
                      <a:pt x="730160" y="1225043"/>
                      <a:pt x="757524" y="1212594"/>
                      <a:pt x="777425" y="1192675"/>
                    </a:cubicBezTo>
                    <a:cubicBezTo>
                      <a:pt x="798571" y="1171511"/>
                      <a:pt x="809765" y="1144122"/>
                      <a:pt x="809765" y="1114243"/>
                    </a:cubicBezTo>
                    <a:lnTo>
                      <a:pt x="809765" y="127001"/>
                    </a:lnTo>
                    <a:cubicBezTo>
                      <a:pt x="809765" y="98368"/>
                      <a:pt x="798571" y="69734"/>
                      <a:pt x="777425" y="48570"/>
                    </a:cubicBezTo>
                    <a:cubicBezTo>
                      <a:pt x="757524" y="27406"/>
                      <a:pt x="730160" y="16201"/>
                      <a:pt x="700308" y="16201"/>
                    </a:cubicBezTo>
                    <a:close/>
                    <a:moveTo>
                      <a:pt x="126880" y="0"/>
                    </a:moveTo>
                    <a:lnTo>
                      <a:pt x="700327" y="0"/>
                    </a:lnTo>
                    <a:cubicBezTo>
                      <a:pt x="733912" y="0"/>
                      <a:pt x="766254" y="13695"/>
                      <a:pt x="789889" y="37350"/>
                    </a:cubicBezTo>
                    <a:cubicBezTo>
                      <a:pt x="813523" y="61004"/>
                      <a:pt x="827206" y="93374"/>
                      <a:pt x="827206" y="126988"/>
                    </a:cubicBezTo>
                    <a:lnTo>
                      <a:pt x="827206" y="1114258"/>
                    </a:lnTo>
                    <a:cubicBezTo>
                      <a:pt x="827206" y="1147873"/>
                      <a:pt x="813523" y="1180242"/>
                      <a:pt x="789889" y="1203897"/>
                    </a:cubicBezTo>
                    <a:cubicBezTo>
                      <a:pt x="766254" y="1228796"/>
                      <a:pt x="733912" y="1242491"/>
                      <a:pt x="700327" y="1242491"/>
                    </a:cubicBezTo>
                    <a:lnTo>
                      <a:pt x="126880" y="1242491"/>
                    </a:lnTo>
                    <a:cubicBezTo>
                      <a:pt x="93294" y="1242491"/>
                      <a:pt x="60952" y="1228796"/>
                      <a:pt x="37318" y="1203897"/>
                    </a:cubicBezTo>
                    <a:cubicBezTo>
                      <a:pt x="13683" y="1180242"/>
                      <a:pt x="0" y="1147873"/>
                      <a:pt x="0" y="1114258"/>
                    </a:cubicBezTo>
                    <a:lnTo>
                      <a:pt x="0" y="126988"/>
                    </a:lnTo>
                    <a:cubicBezTo>
                      <a:pt x="0" y="93374"/>
                      <a:pt x="13683" y="61004"/>
                      <a:pt x="37318" y="37350"/>
                    </a:cubicBezTo>
                    <a:cubicBezTo>
                      <a:pt x="60952" y="13695"/>
                      <a:pt x="93294" y="0"/>
                      <a:pt x="1268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5" name="Freeform 494">
                <a:extLst>
                  <a:ext uri="{FF2B5EF4-FFF2-40B4-BE49-F238E27FC236}">
                    <a16:creationId xmlns:a16="http://schemas.microsoft.com/office/drawing/2014/main" id="{2F857736-4E84-BB48-AA64-254BB6EA2444}"/>
                  </a:ext>
                </a:extLst>
              </p:cNvPr>
              <p:cNvSpPr/>
              <p:nvPr/>
            </p:nvSpPr>
            <p:spPr>
              <a:xfrm>
                <a:off x="5907548" y="4591109"/>
                <a:ext cx="139529" cy="3302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3" h="266">
                    <a:moveTo>
                      <a:pt x="56" y="266"/>
                    </a:moveTo>
                    <a:cubicBezTo>
                      <a:pt x="26" y="266"/>
                      <a:pt x="0" y="240"/>
                      <a:pt x="0" y="209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lnTo>
                      <a:pt x="14" y="209"/>
                    </a:lnTo>
                    <a:cubicBezTo>
                      <a:pt x="14" y="233"/>
                      <a:pt x="33" y="252"/>
                      <a:pt x="56" y="252"/>
                    </a:cubicBezTo>
                    <a:cubicBezTo>
                      <a:pt x="80" y="252"/>
                      <a:pt x="99" y="233"/>
                      <a:pt x="99" y="209"/>
                    </a:cubicBezTo>
                    <a:lnTo>
                      <a:pt x="99" y="41"/>
                    </a:lnTo>
                    <a:cubicBezTo>
                      <a:pt x="99" y="26"/>
                      <a:pt x="87" y="14"/>
                      <a:pt x="72" y="14"/>
                    </a:cubicBezTo>
                    <a:cubicBezTo>
                      <a:pt x="57" y="14"/>
                      <a:pt x="44" y="26"/>
                      <a:pt x="44" y="41"/>
                    </a:cubicBezTo>
                    <a:lnTo>
                      <a:pt x="44" y="189"/>
                    </a:lnTo>
                    <a:cubicBezTo>
                      <a:pt x="44" y="195"/>
                      <a:pt x="49" y="199"/>
                      <a:pt x="55" y="199"/>
                    </a:cubicBezTo>
                    <a:cubicBezTo>
                      <a:pt x="61" y="199"/>
                      <a:pt x="65" y="195"/>
                      <a:pt x="65" y="189"/>
                    </a:cubicBezTo>
                    <a:lnTo>
                      <a:pt x="65" y="80"/>
                    </a:lnTo>
                    <a:cubicBezTo>
                      <a:pt x="65" y="76"/>
                      <a:pt x="68" y="73"/>
                      <a:pt x="72" y="73"/>
                    </a:cubicBezTo>
                    <a:cubicBezTo>
                      <a:pt x="75" y="73"/>
                      <a:pt x="78" y="76"/>
                      <a:pt x="78" y="80"/>
                    </a:cubicBezTo>
                    <a:lnTo>
                      <a:pt x="78" y="189"/>
                    </a:lnTo>
                    <a:cubicBezTo>
                      <a:pt x="78" y="203"/>
                      <a:pt x="68" y="213"/>
                      <a:pt x="55" y="213"/>
                    </a:cubicBezTo>
                    <a:cubicBezTo>
                      <a:pt x="42" y="213"/>
                      <a:pt x="31" y="203"/>
                      <a:pt x="31" y="189"/>
                    </a:cubicBezTo>
                    <a:lnTo>
                      <a:pt x="31" y="41"/>
                    </a:lnTo>
                    <a:cubicBezTo>
                      <a:pt x="31" y="18"/>
                      <a:pt x="49" y="0"/>
                      <a:pt x="72" y="0"/>
                    </a:cubicBezTo>
                    <a:cubicBezTo>
                      <a:pt x="94" y="0"/>
                      <a:pt x="113" y="18"/>
                      <a:pt x="113" y="41"/>
                    </a:cubicBezTo>
                    <a:lnTo>
                      <a:pt x="113" y="209"/>
                    </a:lnTo>
                    <a:cubicBezTo>
                      <a:pt x="113" y="240"/>
                      <a:pt x="88" y="266"/>
                      <a:pt x="56" y="2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6" name="Freeform 495">
                <a:extLst>
                  <a:ext uri="{FF2B5EF4-FFF2-40B4-BE49-F238E27FC236}">
                    <a16:creationId xmlns:a16="http://schemas.microsoft.com/office/drawing/2014/main" id="{E068AFA6-8926-5D47-AC0D-86BBFF89B747}"/>
                  </a:ext>
                </a:extLst>
              </p:cNvPr>
              <p:cNvSpPr/>
              <p:nvPr/>
            </p:nvSpPr>
            <p:spPr>
              <a:xfrm>
                <a:off x="5396773" y="5109540"/>
                <a:ext cx="639091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4" h="13">
                    <a:moveTo>
                      <a:pt x="507" y="13"/>
                    </a:moveTo>
                    <a:lnTo>
                      <a:pt x="8" y="13"/>
                    </a:lnTo>
                    <a:cubicBezTo>
                      <a:pt x="4" y="13"/>
                      <a:pt x="0" y="10"/>
                      <a:pt x="0" y="7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507" y="0"/>
                    </a:lnTo>
                    <a:cubicBezTo>
                      <a:pt x="511" y="0"/>
                      <a:pt x="514" y="3"/>
                      <a:pt x="514" y="7"/>
                    </a:cubicBezTo>
                    <a:cubicBezTo>
                      <a:pt x="514" y="10"/>
                      <a:pt x="511" y="13"/>
                      <a:pt x="507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7" name="Freeform 496">
                <a:extLst>
                  <a:ext uri="{FF2B5EF4-FFF2-40B4-BE49-F238E27FC236}">
                    <a16:creationId xmlns:a16="http://schemas.microsoft.com/office/drawing/2014/main" id="{DC7EC58A-7423-944C-A154-32A993283769}"/>
                  </a:ext>
                </a:extLst>
              </p:cNvPr>
              <p:cNvSpPr/>
              <p:nvPr/>
            </p:nvSpPr>
            <p:spPr>
              <a:xfrm>
                <a:off x="5396773" y="5230424"/>
                <a:ext cx="639091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4" h="13">
                    <a:moveTo>
                      <a:pt x="507" y="13"/>
                    </a:moveTo>
                    <a:lnTo>
                      <a:pt x="8" y="13"/>
                    </a:lnTo>
                    <a:cubicBezTo>
                      <a:pt x="4" y="13"/>
                      <a:pt x="0" y="11"/>
                      <a:pt x="0" y="6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507" y="0"/>
                    </a:lnTo>
                    <a:cubicBezTo>
                      <a:pt x="511" y="0"/>
                      <a:pt x="514" y="3"/>
                      <a:pt x="514" y="6"/>
                    </a:cubicBezTo>
                    <a:cubicBezTo>
                      <a:pt x="514" y="11"/>
                      <a:pt x="511" y="13"/>
                      <a:pt x="507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8" name="Freeform 497">
                <a:extLst>
                  <a:ext uri="{FF2B5EF4-FFF2-40B4-BE49-F238E27FC236}">
                    <a16:creationId xmlns:a16="http://schemas.microsoft.com/office/drawing/2014/main" id="{0DFB1848-0B16-0F47-AB27-4CCC9CD9273E}"/>
                  </a:ext>
                </a:extLst>
              </p:cNvPr>
              <p:cNvSpPr/>
              <p:nvPr/>
            </p:nvSpPr>
            <p:spPr>
              <a:xfrm>
                <a:off x="5396773" y="5351309"/>
                <a:ext cx="34633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9" h="13">
                    <a:moveTo>
                      <a:pt x="272" y="13"/>
                    </a:moveTo>
                    <a:lnTo>
                      <a:pt x="8" y="13"/>
                    </a:lnTo>
                    <a:cubicBezTo>
                      <a:pt x="4" y="13"/>
                      <a:pt x="0" y="10"/>
                      <a:pt x="0" y="7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272" y="0"/>
                    </a:lnTo>
                    <a:cubicBezTo>
                      <a:pt x="276" y="0"/>
                      <a:pt x="279" y="3"/>
                      <a:pt x="279" y="7"/>
                    </a:cubicBezTo>
                    <a:cubicBezTo>
                      <a:pt x="279" y="10"/>
                      <a:pt x="276" y="13"/>
                      <a:pt x="272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9" name="Freeform 498">
                <a:extLst>
                  <a:ext uri="{FF2B5EF4-FFF2-40B4-BE49-F238E27FC236}">
                    <a16:creationId xmlns:a16="http://schemas.microsoft.com/office/drawing/2014/main" id="{91DACB88-FAAA-2E4A-9084-C58B2A6C53BD}"/>
                  </a:ext>
                </a:extLst>
              </p:cNvPr>
              <p:cNvSpPr/>
              <p:nvPr/>
            </p:nvSpPr>
            <p:spPr>
              <a:xfrm>
                <a:off x="5852733" y="5351309"/>
                <a:ext cx="175657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2" h="13">
                    <a:moveTo>
                      <a:pt x="135" y="13"/>
                    </a:moveTo>
                    <a:lnTo>
                      <a:pt x="6" y="13"/>
                    </a:lnTo>
                    <a:cubicBezTo>
                      <a:pt x="2" y="13"/>
                      <a:pt x="0" y="10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135" y="0"/>
                    </a:lnTo>
                    <a:cubicBezTo>
                      <a:pt x="139" y="0"/>
                      <a:pt x="142" y="3"/>
                      <a:pt x="142" y="7"/>
                    </a:cubicBezTo>
                    <a:cubicBezTo>
                      <a:pt x="142" y="10"/>
                      <a:pt x="139" y="13"/>
                      <a:pt x="135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0" name="Freeform 499">
                <a:extLst>
                  <a:ext uri="{FF2B5EF4-FFF2-40B4-BE49-F238E27FC236}">
                    <a16:creationId xmlns:a16="http://schemas.microsoft.com/office/drawing/2014/main" id="{346BA38C-DA18-8D49-B68F-6F6FA9AF7A10}"/>
                  </a:ext>
                </a:extLst>
              </p:cNvPr>
              <p:cNvSpPr/>
              <p:nvPr/>
            </p:nvSpPr>
            <p:spPr>
              <a:xfrm>
                <a:off x="5396773" y="5470947"/>
                <a:ext cx="63909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4" h="14">
                    <a:moveTo>
                      <a:pt x="507" y="14"/>
                    </a:moveTo>
                    <a:lnTo>
                      <a:pt x="8" y="14"/>
                    </a:lnTo>
                    <a:cubicBezTo>
                      <a:pt x="4" y="14"/>
                      <a:pt x="0" y="11"/>
                      <a:pt x="0" y="7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507" y="0"/>
                    </a:lnTo>
                    <a:cubicBezTo>
                      <a:pt x="511" y="0"/>
                      <a:pt x="514" y="3"/>
                      <a:pt x="514" y="7"/>
                    </a:cubicBezTo>
                    <a:cubicBezTo>
                      <a:pt x="514" y="11"/>
                      <a:pt x="511" y="14"/>
                      <a:pt x="50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1" name="Freeform 500">
                <a:extLst>
                  <a:ext uri="{FF2B5EF4-FFF2-40B4-BE49-F238E27FC236}">
                    <a16:creationId xmlns:a16="http://schemas.microsoft.com/office/drawing/2014/main" id="{24E2D94A-2493-AA48-A950-08C0B23883B1}"/>
                  </a:ext>
                </a:extLst>
              </p:cNvPr>
              <p:cNvSpPr/>
              <p:nvPr/>
            </p:nvSpPr>
            <p:spPr>
              <a:xfrm>
                <a:off x="5406740" y="5645419"/>
                <a:ext cx="620404" cy="12711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9" h="103">
                    <a:moveTo>
                      <a:pt x="448" y="103"/>
                    </a:moveTo>
                    <a:lnTo>
                      <a:pt x="249" y="103"/>
                    </a:lnTo>
                    <a:lnTo>
                      <a:pt x="50" y="103"/>
                    </a:lnTo>
                    <a:cubicBezTo>
                      <a:pt x="36" y="103"/>
                      <a:pt x="24" y="97"/>
                      <a:pt x="14" y="88"/>
                    </a:cubicBezTo>
                    <a:cubicBezTo>
                      <a:pt x="5" y="79"/>
                      <a:pt x="0" y="66"/>
                      <a:pt x="0" y="51"/>
                    </a:cubicBezTo>
                    <a:cubicBezTo>
                      <a:pt x="0" y="37"/>
                      <a:pt x="5" y="24"/>
                      <a:pt x="14" y="15"/>
                    </a:cubicBezTo>
                    <a:cubicBezTo>
                      <a:pt x="24" y="6"/>
                      <a:pt x="36" y="0"/>
                      <a:pt x="50" y="0"/>
                    </a:cubicBezTo>
                    <a:lnTo>
                      <a:pt x="249" y="0"/>
                    </a:lnTo>
                    <a:lnTo>
                      <a:pt x="448" y="0"/>
                    </a:lnTo>
                    <a:cubicBezTo>
                      <a:pt x="462" y="0"/>
                      <a:pt x="475" y="6"/>
                      <a:pt x="485" y="15"/>
                    </a:cubicBezTo>
                    <a:cubicBezTo>
                      <a:pt x="494" y="24"/>
                      <a:pt x="499" y="37"/>
                      <a:pt x="499" y="51"/>
                    </a:cubicBezTo>
                    <a:cubicBezTo>
                      <a:pt x="499" y="66"/>
                      <a:pt x="494" y="79"/>
                      <a:pt x="485" y="88"/>
                    </a:cubicBezTo>
                    <a:cubicBezTo>
                      <a:pt x="475" y="97"/>
                      <a:pt x="462" y="103"/>
                      <a:pt x="448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60" name="Freeform 659">
                <a:extLst>
                  <a:ext uri="{FF2B5EF4-FFF2-40B4-BE49-F238E27FC236}">
                    <a16:creationId xmlns:a16="http://schemas.microsoft.com/office/drawing/2014/main" id="{55C3BE38-FCE8-AF44-8A09-68D90AF36A53}"/>
                  </a:ext>
                </a:extLst>
              </p:cNvPr>
              <p:cNvSpPr/>
              <p:nvPr/>
            </p:nvSpPr>
            <p:spPr>
              <a:xfrm>
                <a:off x="5396773" y="5636695"/>
                <a:ext cx="639091" cy="143316"/>
              </a:xfrm>
              <a:custGeom>
                <a:avLst/>
                <a:gdLst>
                  <a:gd name="connsiteX0" fmla="*/ 72140 w 639091"/>
                  <a:gd name="connsiteY0" fmla="*/ 17447 h 143316"/>
                  <a:gd name="connsiteX1" fmla="*/ 33600 w 639091"/>
                  <a:gd name="connsiteY1" fmla="*/ 33466 h 143316"/>
                  <a:gd name="connsiteX2" fmla="*/ 17438 w 639091"/>
                  <a:gd name="connsiteY2" fmla="*/ 71665 h 143316"/>
                  <a:gd name="connsiteX3" fmla="*/ 33600 w 639091"/>
                  <a:gd name="connsiteY3" fmla="*/ 111096 h 143316"/>
                  <a:gd name="connsiteX4" fmla="*/ 72140 w 639091"/>
                  <a:gd name="connsiteY4" fmla="*/ 127115 h 143316"/>
                  <a:gd name="connsiteX5" fmla="*/ 566945 w 639091"/>
                  <a:gd name="connsiteY5" fmla="*/ 127115 h 143316"/>
                  <a:gd name="connsiteX6" fmla="*/ 606728 w 639091"/>
                  <a:gd name="connsiteY6" fmla="*/ 111096 h 143316"/>
                  <a:gd name="connsiteX7" fmla="*/ 621647 w 639091"/>
                  <a:gd name="connsiteY7" fmla="*/ 71665 h 143316"/>
                  <a:gd name="connsiteX8" fmla="*/ 606728 w 639091"/>
                  <a:gd name="connsiteY8" fmla="*/ 33466 h 143316"/>
                  <a:gd name="connsiteX9" fmla="*/ 566945 w 639091"/>
                  <a:gd name="connsiteY9" fmla="*/ 17447 h 143316"/>
                  <a:gd name="connsiteX10" fmla="*/ 72116 w 639091"/>
                  <a:gd name="connsiteY10" fmla="*/ 0 h 143316"/>
                  <a:gd name="connsiteX11" fmla="*/ 566976 w 639091"/>
                  <a:gd name="connsiteY11" fmla="*/ 0 h 143316"/>
                  <a:gd name="connsiteX12" fmla="*/ 617954 w 639091"/>
                  <a:gd name="connsiteY12" fmla="*/ 21003 h 143316"/>
                  <a:gd name="connsiteX13" fmla="*/ 639091 w 639091"/>
                  <a:gd name="connsiteY13" fmla="*/ 71658 h 143316"/>
                  <a:gd name="connsiteX14" fmla="*/ 617954 w 639091"/>
                  <a:gd name="connsiteY14" fmla="*/ 123549 h 143316"/>
                  <a:gd name="connsiteX15" fmla="*/ 566976 w 639091"/>
                  <a:gd name="connsiteY15" fmla="*/ 143316 h 143316"/>
                  <a:gd name="connsiteX16" fmla="*/ 72116 w 639091"/>
                  <a:gd name="connsiteY16" fmla="*/ 143316 h 143316"/>
                  <a:gd name="connsiteX17" fmla="*/ 21137 w 639091"/>
                  <a:gd name="connsiteY17" fmla="*/ 123549 h 143316"/>
                  <a:gd name="connsiteX18" fmla="*/ 0 w 639091"/>
                  <a:gd name="connsiteY18" fmla="*/ 71658 h 143316"/>
                  <a:gd name="connsiteX19" fmla="*/ 21137 w 639091"/>
                  <a:gd name="connsiteY19" fmla="*/ 21003 h 143316"/>
                  <a:gd name="connsiteX20" fmla="*/ 72116 w 639091"/>
                  <a:gd name="connsiteY20" fmla="*/ 0 h 143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9091" h="143316">
                    <a:moveTo>
                      <a:pt x="72140" y="17447"/>
                    </a:moveTo>
                    <a:cubicBezTo>
                      <a:pt x="58465" y="17447"/>
                      <a:pt x="44789" y="22376"/>
                      <a:pt x="33600" y="33466"/>
                    </a:cubicBezTo>
                    <a:cubicBezTo>
                      <a:pt x="23654" y="44556"/>
                      <a:pt x="17438" y="58111"/>
                      <a:pt x="17438" y="71665"/>
                    </a:cubicBezTo>
                    <a:cubicBezTo>
                      <a:pt x="17438" y="86452"/>
                      <a:pt x="23654" y="101239"/>
                      <a:pt x="33600" y="111096"/>
                    </a:cubicBezTo>
                    <a:cubicBezTo>
                      <a:pt x="44789" y="122186"/>
                      <a:pt x="58465" y="127115"/>
                      <a:pt x="72140" y="127115"/>
                    </a:cubicBezTo>
                    <a:lnTo>
                      <a:pt x="566945" y="127115"/>
                    </a:lnTo>
                    <a:cubicBezTo>
                      <a:pt x="581864" y="127115"/>
                      <a:pt x="595539" y="122186"/>
                      <a:pt x="606728" y="111096"/>
                    </a:cubicBezTo>
                    <a:cubicBezTo>
                      <a:pt x="616674" y="101239"/>
                      <a:pt x="621647" y="86452"/>
                      <a:pt x="621647" y="71665"/>
                    </a:cubicBezTo>
                    <a:cubicBezTo>
                      <a:pt x="621647" y="58111"/>
                      <a:pt x="616674" y="44556"/>
                      <a:pt x="606728" y="33466"/>
                    </a:cubicBezTo>
                    <a:cubicBezTo>
                      <a:pt x="595539" y="22376"/>
                      <a:pt x="581864" y="17447"/>
                      <a:pt x="566945" y="17447"/>
                    </a:cubicBezTo>
                    <a:close/>
                    <a:moveTo>
                      <a:pt x="72116" y="0"/>
                    </a:moveTo>
                    <a:lnTo>
                      <a:pt x="566976" y="0"/>
                    </a:lnTo>
                    <a:cubicBezTo>
                      <a:pt x="586870" y="0"/>
                      <a:pt x="605520" y="7413"/>
                      <a:pt x="617954" y="21003"/>
                    </a:cubicBezTo>
                    <a:cubicBezTo>
                      <a:pt x="631631" y="34594"/>
                      <a:pt x="639091" y="53126"/>
                      <a:pt x="639091" y="71658"/>
                    </a:cubicBezTo>
                    <a:cubicBezTo>
                      <a:pt x="639091" y="91426"/>
                      <a:pt x="631631" y="109958"/>
                      <a:pt x="617954" y="123549"/>
                    </a:cubicBezTo>
                    <a:cubicBezTo>
                      <a:pt x="605520" y="135903"/>
                      <a:pt x="586870" y="143316"/>
                      <a:pt x="566976" y="143316"/>
                    </a:cubicBezTo>
                    <a:lnTo>
                      <a:pt x="72116" y="143316"/>
                    </a:lnTo>
                    <a:cubicBezTo>
                      <a:pt x="53465" y="143316"/>
                      <a:pt x="34815" y="135903"/>
                      <a:pt x="21137" y="123549"/>
                    </a:cubicBezTo>
                    <a:cubicBezTo>
                      <a:pt x="7460" y="109958"/>
                      <a:pt x="0" y="91426"/>
                      <a:pt x="0" y="71658"/>
                    </a:cubicBezTo>
                    <a:cubicBezTo>
                      <a:pt x="0" y="53126"/>
                      <a:pt x="7460" y="34594"/>
                      <a:pt x="21137" y="21003"/>
                    </a:cubicBezTo>
                    <a:cubicBezTo>
                      <a:pt x="34815" y="7413"/>
                      <a:pt x="53465" y="0"/>
                      <a:pt x="721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82" name="Group 681">
              <a:extLst>
                <a:ext uri="{FF2B5EF4-FFF2-40B4-BE49-F238E27FC236}">
                  <a16:creationId xmlns:a16="http://schemas.microsoft.com/office/drawing/2014/main" id="{01EE7F5C-9370-8D4D-A4D4-1BBD9C44059D}"/>
                </a:ext>
              </a:extLst>
            </p:cNvPr>
            <p:cNvGrpSpPr/>
            <p:nvPr/>
          </p:nvGrpSpPr>
          <p:grpSpPr>
            <a:xfrm>
              <a:off x="5761787" y="6208715"/>
              <a:ext cx="5520103" cy="5174344"/>
              <a:chOff x="5761787" y="6208715"/>
              <a:chExt cx="5520103" cy="5174344"/>
            </a:xfrm>
          </p:grpSpPr>
          <p:sp>
            <p:nvSpPr>
              <p:cNvPr id="504" name="Freeform 503">
                <a:extLst>
                  <a:ext uri="{FF2B5EF4-FFF2-40B4-BE49-F238E27FC236}">
                    <a16:creationId xmlns:a16="http://schemas.microsoft.com/office/drawing/2014/main" id="{5FE0BE8A-1FEA-BB4C-958C-6E0098B16B62}"/>
                  </a:ext>
                </a:extLst>
              </p:cNvPr>
              <p:cNvSpPr/>
              <p:nvPr/>
            </p:nvSpPr>
            <p:spPr>
              <a:xfrm>
                <a:off x="5770511" y="7103507"/>
                <a:ext cx="5503908" cy="33598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19" h="2697">
                    <a:moveTo>
                      <a:pt x="4199" y="0"/>
                    </a:moveTo>
                    <a:lnTo>
                      <a:pt x="2210" y="0"/>
                    </a:lnTo>
                    <a:lnTo>
                      <a:pt x="220" y="0"/>
                    </a:lnTo>
                    <a:cubicBezTo>
                      <a:pt x="160" y="0"/>
                      <a:pt x="105" y="24"/>
                      <a:pt x="65" y="64"/>
                    </a:cubicBezTo>
                    <a:cubicBezTo>
                      <a:pt x="25" y="104"/>
                      <a:pt x="0" y="159"/>
                      <a:pt x="0" y="220"/>
                    </a:cubicBezTo>
                    <a:lnTo>
                      <a:pt x="0" y="1348"/>
                    </a:lnTo>
                    <a:lnTo>
                      <a:pt x="0" y="2477"/>
                    </a:lnTo>
                    <a:cubicBezTo>
                      <a:pt x="0" y="2539"/>
                      <a:pt x="25" y="2594"/>
                      <a:pt x="65" y="2633"/>
                    </a:cubicBezTo>
                    <a:cubicBezTo>
                      <a:pt x="105" y="2673"/>
                      <a:pt x="160" y="2697"/>
                      <a:pt x="220" y="2697"/>
                    </a:cubicBezTo>
                    <a:lnTo>
                      <a:pt x="2210" y="2697"/>
                    </a:lnTo>
                    <a:lnTo>
                      <a:pt x="4199" y="2697"/>
                    </a:lnTo>
                    <a:cubicBezTo>
                      <a:pt x="4259" y="2697"/>
                      <a:pt x="4315" y="2673"/>
                      <a:pt x="4354" y="2633"/>
                    </a:cubicBezTo>
                    <a:cubicBezTo>
                      <a:pt x="4394" y="2594"/>
                      <a:pt x="4419" y="2539"/>
                      <a:pt x="4419" y="2477"/>
                    </a:cubicBezTo>
                    <a:lnTo>
                      <a:pt x="4419" y="1348"/>
                    </a:lnTo>
                    <a:lnTo>
                      <a:pt x="4419" y="220"/>
                    </a:lnTo>
                    <a:cubicBezTo>
                      <a:pt x="4419" y="159"/>
                      <a:pt x="4394" y="104"/>
                      <a:pt x="4354" y="64"/>
                    </a:cubicBezTo>
                    <a:cubicBezTo>
                      <a:pt x="4315" y="24"/>
                      <a:pt x="4259" y="0"/>
                      <a:pt x="419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62" name="Freeform 661">
                <a:extLst>
                  <a:ext uri="{FF2B5EF4-FFF2-40B4-BE49-F238E27FC236}">
                    <a16:creationId xmlns:a16="http://schemas.microsoft.com/office/drawing/2014/main" id="{CDD93A29-271D-8544-A0B9-F5702905B6B9}"/>
                  </a:ext>
                </a:extLst>
              </p:cNvPr>
              <p:cNvSpPr/>
              <p:nvPr/>
            </p:nvSpPr>
            <p:spPr>
              <a:xfrm>
                <a:off x="5761787" y="7094784"/>
                <a:ext cx="5520103" cy="3377281"/>
              </a:xfrm>
              <a:custGeom>
                <a:avLst/>
                <a:gdLst>
                  <a:gd name="connsiteX0" fmla="*/ 282738 w 5520103"/>
                  <a:gd name="connsiteY0" fmla="*/ 17447 h 3377281"/>
                  <a:gd name="connsiteX1" fmla="*/ 95911 w 5520103"/>
                  <a:gd name="connsiteY1" fmla="*/ 94685 h 3377281"/>
                  <a:gd name="connsiteX2" fmla="*/ 17444 w 5520103"/>
                  <a:gd name="connsiteY2" fmla="*/ 282795 h 3377281"/>
                  <a:gd name="connsiteX3" fmla="*/ 17444 w 5520103"/>
                  <a:gd name="connsiteY3" fmla="*/ 3094486 h 3377281"/>
                  <a:gd name="connsiteX4" fmla="*/ 95911 w 5520103"/>
                  <a:gd name="connsiteY4" fmla="*/ 3282597 h 3377281"/>
                  <a:gd name="connsiteX5" fmla="*/ 282738 w 5520103"/>
                  <a:gd name="connsiteY5" fmla="*/ 3361080 h 3377281"/>
                  <a:gd name="connsiteX6" fmla="*/ 5238617 w 5520103"/>
                  <a:gd name="connsiteY6" fmla="*/ 3361080 h 3377281"/>
                  <a:gd name="connsiteX7" fmla="*/ 5426689 w 5520103"/>
                  <a:gd name="connsiteY7" fmla="*/ 3282597 h 3377281"/>
                  <a:gd name="connsiteX8" fmla="*/ 5503911 w 5520103"/>
                  <a:gd name="connsiteY8" fmla="*/ 3094486 h 3377281"/>
                  <a:gd name="connsiteX9" fmla="*/ 5503911 w 5520103"/>
                  <a:gd name="connsiteY9" fmla="*/ 282795 h 3377281"/>
                  <a:gd name="connsiteX10" fmla="*/ 5426689 w 5520103"/>
                  <a:gd name="connsiteY10" fmla="*/ 94685 h 3377281"/>
                  <a:gd name="connsiteX11" fmla="*/ 5238617 w 5520103"/>
                  <a:gd name="connsiteY11" fmla="*/ 17447 h 3377281"/>
                  <a:gd name="connsiteX12" fmla="*/ 282731 w 5520103"/>
                  <a:gd name="connsiteY12" fmla="*/ 0 h 3377281"/>
                  <a:gd name="connsiteX13" fmla="*/ 5238617 w 5520103"/>
                  <a:gd name="connsiteY13" fmla="*/ 0 h 3377281"/>
                  <a:gd name="connsiteX14" fmla="*/ 5437899 w 5520103"/>
                  <a:gd name="connsiteY14" fmla="*/ 82221 h 3377281"/>
                  <a:gd name="connsiteX15" fmla="*/ 5520103 w 5520103"/>
                  <a:gd name="connsiteY15" fmla="*/ 282790 h 3377281"/>
                  <a:gd name="connsiteX16" fmla="*/ 5520103 w 5520103"/>
                  <a:gd name="connsiteY16" fmla="*/ 3094491 h 3377281"/>
                  <a:gd name="connsiteX17" fmla="*/ 5437899 w 5520103"/>
                  <a:gd name="connsiteY17" fmla="*/ 3295060 h 3377281"/>
                  <a:gd name="connsiteX18" fmla="*/ 5238617 w 5520103"/>
                  <a:gd name="connsiteY18" fmla="*/ 3377281 h 3377281"/>
                  <a:gd name="connsiteX19" fmla="*/ 282731 w 5520103"/>
                  <a:gd name="connsiteY19" fmla="*/ 3377281 h 3377281"/>
                  <a:gd name="connsiteX20" fmla="*/ 83449 w 5520103"/>
                  <a:gd name="connsiteY20" fmla="*/ 3295060 h 3377281"/>
                  <a:gd name="connsiteX21" fmla="*/ 0 w 5520103"/>
                  <a:gd name="connsiteY21" fmla="*/ 3094491 h 3377281"/>
                  <a:gd name="connsiteX22" fmla="*/ 0 w 5520103"/>
                  <a:gd name="connsiteY22" fmla="*/ 282790 h 3377281"/>
                  <a:gd name="connsiteX23" fmla="*/ 83449 w 5520103"/>
                  <a:gd name="connsiteY23" fmla="*/ 82221 h 3377281"/>
                  <a:gd name="connsiteX24" fmla="*/ 282731 w 5520103"/>
                  <a:gd name="connsiteY24" fmla="*/ 0 h 3377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520103" h="3377281">
                    <a:moveTo>
                      <a:pt x="282738" y="17447"/>
                    </a:moveTo>
                    <a:cubicBezTo>
                      <a:pt x="211744" y="17447"/>
                      <a:pt x="144486" y="44854"/>
                      <a:pt x="95911" y="94685"/>
                    </a:cubicBezTo>
                    <a:cubicBezTo>
                      <a:pt x="44845" y="145761"/>
                      <a:pt x="17444" y="211787"/>
                      <a:pt x="17444" y="282795"/>
                    </a:cubicBezTo>
                    <a:lnTo>
                      <a:pt x="17444" y="3094486"/>
                    </a:lnTo>
                    <a:cubicBezTo>
                      <a:pt x="17444" y="3165495"/>
                      <a:pt x="44845" y="3232766"/>
                      <a:pt x="95911" y="3282597"/>
                    </a:cubicBezTo>
                    <a:cubicBezTo>
                      <a:pt x="144486" y="3333673"/>
                      <a:pt x="211744" y="3361080"/>
                      <a:pt x="282738" y="3361080"/>
                    </a:cubicBezTo>
                    <a:lnTo>
                      <a:pt x="5238617" y="3361080"/>
                    </a:lnTo>
                    <a:cubicBezTo>
                      <a:pt x="5308366" y="3361080"/>
                      <a:pt x="5375623" y="3333673"/>
                      <a:pt x="5426689" y="3282597"/>
                    </a:cubicBezTo>
                    <a:cubicBezTo>
                      <a:pt x="5476510" y="3232766"/>
                      <a:pt x="5503911" y="3165495"/>
                      <a:pt x="5503911" y="3094486"/>
                    </a:cubicBezTo>
                    <a:lnTo>
                      <a:pt x="5503911" y="282795"/>
                    </a:lnTo>
                    <a:cubicBezTo>
                      <a:pt x="5503911" y="211787"/>
                      <a:pt x="5476510" y="145761"/>
                      <a:pt x="5426689" y="94685"/>
                    </a:cubicBezTo>
                    <a:cubicBezTo>
                      <a:pt x="5375623" y="44854"/>
                      <a:pt x="5308366" y="17447"/>
                      <a:pt x="5238617" y="17447"/>
                    </a:cubicBezTo>
                    <a:close/>
                    <a:moveTo>
                      <a:pt x="282731" y="0"/>
                    </a:moveTo>
                    <a:lnTo>
                      <a:pt x="5238617" y="0"/>
                    </a:lnTo>
                    <a:cubicBezTo>
                      <a:pt x="5313348" y="0"/>
                      <a:pt x="5384343" y="29899"/>
                      <a:pt x="5437899" y="82221"/>
                    </a:cubicBezTo>
                    <a:cubicBezTo>
                      <a:pt x="5491457" y="137035"/>
                      <a:pt x="5520103" y="208044"/>
                      <a:pt x="5520103" y="282790"/>
                    </a:cubicBezTo>
                    <a:lnTo>
                      <a:pt x="5520103" y="3094491"/>
                    </a:lnTo>
                    <a:cubicBezTo>
                      <a:pt x="5520103" y="3170483"/>
                      <a:pt x="5491457" y="3241492"/>
                      <a:pt x="5437899" y="3295060"/>
                    </a:cubicBezTo>
                    <a:cubicBezTo>
                      <a:pt x="5384343" y="3348628"/>
                      <a:pt x="5313348" y="3377281"/>
                      <a:pt x="5238617" y="3377281"/>
                    </a:cubicBezTo>
                    <a:lnTo>
                      <a:pt x="282731" y="3377281"/>
                    </a:lnTo>
                    <a:cubicBezTo>
                      <a:pt x="208001" y="3377281"/>
                      <a:pt x="137006" y="3348628"/>
                      <a:pt x="83449" y="3295060"/>
                    </a:cubicBezTo>
                    <a:cubicBezTo>
                      <a:pt x="29893" y="3241492"/>
                      <a:pt x="0" y="3170483"/>
                      <a:pt x="0" y="3094491"/>
                    </a:cubicBezTo>
                    <a:lnTo>
                      <a:pt x="0" y="282790"/>
                    </a:lnTo>
                    <a:cubicBezTo>
                      <a:pt x="0" y="208044"/>
                      <a:pt x="29893" y="137035"/>
                      <a:pt x="83449" y="82221"/>
                    </a:cubicBezTo>
                    <a:cubicBezTo>
                      <a:pt x="137006" y="29899"/>
                      <a:pt x="208001" y="0"/>
                      <a:pt x="2827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63" name="Freeform 662">
                <a:extLst>
                  <a:ext uri="{FF2B5EF4-FFF2-40B4-BE49-F238E27FC236}">
                    <a16:creationId xmlns:a16="http://schemas.microsoft.com/office/drawing/2014/main" id="{D46E0B72-A9CD-3E47-AD93-175202B52E0D}"/>
                  </a:ext>
                </a:extLst>
              </p:cNvPr>
              <p:cNvSpPr/>
              <p:nvPr/>
            </p:nvSpPr>
            <p:spPr>
              <a:xfrm>
                <a:off x="5931214" y="7256793"/>
                <a:ext cx="5183736" cy="2817725"/>
              </a:xfrm>
              <a:custGeom>
                <a:avLst/>
                <a:gdLst>
                  <a:gd name="connsiteX0" fmla="*/ 108365 w 5183736"/>
                  <a:gd name="connsiteY0" fmla="*/ 16201 h 2817725"/>
                  <a:gd name="connsiteX1" fmla="*/ 42355 w 5183736"/>
                  <a:gd name="connsiteY1" fmla="*/ 43606 h 2817725"/>
                  <a:gd name="connsiteX2" fmla="*/ 16199 w 5183736"/>
                  <a:gd name="connsiteY2" fmla="*/ 108381 h 2817725"/>
                  <a:gd name="connsiteX3" fmla="*/ 16199 w 5183736"/>
                  <a:gd name="connsiteY3" fmla="*/ 2708097 h 2817725"/>
                  <a:gd name="connsiteX4" fmla="*/ 42355 w 5183736"/>
                  <a:gd name="connsiteY4" fmla="*/ 2772872 h 2817725"/>
                  <a:gd name="connsiteX5" fmla="*/ 108365 w 5183736"/>
                  <a:gd name="connsiteY5" fmla="*/ 2799031 h 2817725"/>
                  <a:gd name="connsiteX6" fmla="*/ 5074133 w 5183736"/>
                  <a:gd name="connsiteY6" fmla="*/ 2799031 h 2817725"/>
                  <a:gd name="connsiteX7" fmla="*/ 5138898 w 5183736"/>
                  <a:gd name="connsiteY7" fmla="*/ 2772872 h 2817725"/>
                  <a:gd name="connsiteX8" fmla="*/ 5166299 w 5183736"/>
                  <a:gd name="connsiteY8" fmla="*/ 2708097 h 2817725"/>
                  <a:gd name="connsiteX9" fmla="*/ 5166299 w 5183736"/>
                  <a:gd name="connsiteY9" fmla="*/ 108381 h 2817725"/>
                  <a:gd name="connsiteX10" fmla="*/ 5138898 w 5183736"/>
                  <a:gd name="connsiteY10" fmla="*/ 43606 h 2817725"/>
                  <a:gd name="connsiteX11" fmla="*/ 5074133 w 5183736"/>
                  <a:gd name="connsiteY11" fmla="*/ 16201 h 2817725"/>
                  <a:gd name="connsiteX12" fmla="*/ 108358 w 5183736"/>
                  <a:gd name="connsiteY12" fmla="*/ 0 h 2817725"/>
                  <a:gd name="connsiteX13" fmla="*/ 5074132 w 5183736"/>
                  <a:gd name="connsiteY13" fmla="*/ 0 h 2817725"/>
                  <a:gd name="connsiteX14" fmla="*/ 5151353 w 5183736"/>
                  <a:gd name="connsiteY14" fmla="*/ 32388 h 2817725"/>
                  <a:gd name="connsiteX15" fmla="*/ 5183736 w 5183736"/>
                  <a:gd name="connsiteY15" fmla="*/ 108374 h 2817725"/>
                  <a:gd name="connsiteX16" fmla="*/ 5183736 w 5183736"/>
                  <a:gd name="connsiteY16" fmla="*/ 2708105 h 2817725"/>
                  <a:gd name="connsiteX17" fmla="*/ 5151353 w 5183736"/>
                  <a:gd name="connsiteY17" fmla="*/ 2785337 h 2817725"/>
                  <a:gd name="connsiteX18" fmla="*/ 5074132 w 5183736"/>
                  <a:gd name="connsiteY18" fmla="*/ 2817725 h 2817725"/>
                  <a:gd name="connsiteX19" fmla="*/ 108358 w 5183736"/>
                  <a:gd name="connsiteY19" fmla="*/ 2817725 h 2817725"/>
                  <a:gd name="connsiteX20" fmla="*/ 31138 w 5183736"/>
                  <a:gd name="connsiteY20" fmla="*/ 2785337 h 2817725"/>
                  <a:gd name="connsiteX21" fmla="*/ 0 w 5183736"/>
                  <a:gd name="connsiteY21" fmla="*/ 2708105 h 2817725"/>
                  <a:gd name="connsiteX22" fmla="*/ 0 w 5183736"/>
                  <a:gd name="connsiteY22" fmla="*/ 108374 h 2817725"/>
                  <a:gd name="connsiteX23" fmla="*/ 31138 w 5183736"/>
                  <a:gd name="connsiteY23" fmla="*/ 32388 h 2817725"/>
                  <a:gd name="connsiteX24" fmla="*/ 108358 w 5183736"/>
                  <a:gd name="connsiteY24" fmla="*/ 0 h 281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183736" h="2817725">
                    <a:moveTo>
                      <a:pt x="108365" y="16201"/>
                    </a:moveTo>
                    <a:cubicBezTo>
                      <a:pt x="83456" y="16201"/>
                      <a:pt x="59791" y="26167"/>
                      <a:pt x="42355" y="43606"/>
                    </a:cubicBezTo>
                    <a:cubicBezTo>
                      <a:pt x="26163" y="61045"/>
                      <a:pt x="16199" y="84713"/>
                      <a:pt x="16199" y="108381"/>
                    </a:cubicBezTo>
                    <a:lnTo>
                      <a:pt x="16199" y="2708097"/>
                    </a:lnTo>
                    <a:cubicBezTo>
                      <a:pt x="16199" y="2733011"/>
                      <a:pt x="26163" y="2755433"/>
                      <a:pt x="42355" y="2772872"/>
                    </a:cubicBezTo>
                    <a:cubicBezTo>
                      <a:pt x="59791" y="2790311"/>
                      <a:pt x="83456" y="2799031"/>
                      <a:pt x="108365" y="2799031"/>
                    </a:cubicBezTo>
                    <a:lnTo>
                      <a:pt x="5074133" y="2799031"/>
                    </a:lnTo>
                    <a:cubicBezTo>
                      <a:pt x="5099042" y="2799031"/>
                      <a:pt x="5121462" y="2790311"/>
                      <a:pt x="5138898" y="2772872"/>
                    </a:cubicBezTo>
                    <a:cubicBezTo>
                      <a:pt x="5156335" y="2755433"/>
                      <a:pt x="5166299" y="2733011"/>
                      <a:pt x="5166299" y="2708097"/>
                    </a:cubicBezTo>
                    <a:lnTo>
                      <a:pt x="5166299" y="108381"/>
                    </a:lnTo>
                    <a:cubicBezTo>
                      <a:pt x="5166299" y="84713"/>
                      <a:pt x="5156335" y="61045"/>
                      <a:pt x="5138898" y="43606"/>
                    </a:cubicBezTo>
                    <a:cubicBezTo>
                      <a:pt x="5121462" y="26167"/>
                      <a:pt x="5099042" y="16201"/>
                      <a:pt x="5074133" y="16201"/>
                    </a:cubicBezTo>
                    <a:close/>
                    <a:moveTo>
                      <a:pt x="108358" y="0"/>
                    </a:moveTo>
                    <a:lnTo>
                      <a:pt x="5074132" y="0"/>
                    </a:lnTo>
                    <a:cubicBezTo>
                      <a:pt x="5104024" y="0"/>
                      <a:pt x="5131426" y="11211"/>
                      <a:pt x="5151353" y="32388"/>
                    </a:cubicBezTo>
                    <a:cubicBezTo>
                      <a:pt x="5172526" y="52319"/>
                      <a:pt x="5183736" y="79724"/>
                      <a:pt x="5183736" y="108374"/>
                    </a:cubicBezTo>
                    <a:lnTo>
                      <a:pt x="5183736" y="2708105"/>
                    </a:lnTo>
                    <a:cubicBezTo>
                      <a:pt x="5183736" y="2736756"/>
                      <a:pt x="5172526" y="2764161"/>
                      <a:pt x="5151353" y="2785337"/>
                    </a:cubicBezTo>
                    <a:cubicBezTo>
                      <a:pt x="5131426" y="2805268"/>
                      <a:pt x="5104024" y="2817725"/>
                      <a:pt x="5074132" y="2817725"/>
                    </a:cubicBezTo>
                    <a:lnTo>
                      <a:pt x="108358" y="2817725"/>
                    </a:lnTo>
                    <a:cubicBezTo>
                      <a:pt x="79712" y="2817725"/>
                      <a:pt x="52311" y="2805268"/>
                      <a:pt x="31138" y="2785337"/>
                    </a:cubicBezTo>
                    <a:cubicBezTo>
                      <a:pt x="11210" y="2764161"/>
                      <a:pt x="0" y="2736756"/>
                      <a:pt x="0" y="2708105"/>
                    </a:cubicBezTo>
                    <a:lnTo>
                      <a:pt x="0" y="108374"/>
                    </a:lnTo>
                    <a:cubicBezTo>
                      <a:pt x="0" y="79724"/>
                      <a:pt x="11210" y="52319"/>
                      <a:pt x="31138" y="32388"/>
                    </a:cubicBezTo>
                    <a:cubicBezTo>
                      <a:pt x="52311" y="11211"/>
                      <a:pt x="79712" y="0"/>
                      <a:pt x="108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9" name="Freeform 508">
                <a:extLst>
                  <a:ext uri="{FF2B5EF4-FFF2-40B4-BE49-F238E27FC236}">
                    <a16:creationId xmlns:a16="http://schemas.microsoft.com/office/drawing/2014/main" id="{9F36D948-6CC2-FC4F-BE08-35B4B436F363}"/>
                  </a:ext>
                </a:extLst>
              </p:cNvPr>
              <p:cNvSpPr/>
              <p:nvPr/>
            </p:nvSpPr>
            <p:spPr>
              <a:xfrm>
                <a:off x="8016673" y="10464588"/>
                <a:ext cx="1011583" cy="7664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3" h="616">
                    <a:moveTo>
                      <a:pt x="813" y="616"/>
                    </a:moveTo>
                    <a:lnTo>
                      <a:pt x="0" y="616"/>
                    </a:lnTo>
                    <a:lnTo>
                      <a:pt x="0" y="0"/>
                    </a:lnTo>
                    <a:lnTo>
                      <a:pt x="813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64" name="Freeform 663">
                <a:extLst>
                  <a:ext uri="{FF2B5EF4-FFF2-40B4-BE49-F238E27FC236}">
                    <a16:creationId xmlns:a16="http://schemas.microsoft.com/office/drawing/2014/main" id="{257FF587-27DF-104F-B95D-1EF5612AECBD}"/>
                  </a:ext>
                </a:extLst>
              </p:cNvPr>
              <p:cNvSpPr/>
              <p:nvPr/>
            </p:nvSpPr>
            <p:spPr>
              <a:xfrm>
                <a:off x="8007953" y="10457110"/>
                <a:ext cx="1029024" cy="782632"/>
              </a:xfrm>
              <a:custGeom>
                <a:avLst/>
                <a:gdLst>
                  <a:gd name="connsiteX0" fmla="*/ 17441 w 1029024"/>
                  <a:gd name="connsiteY0" fmla="*/ 16201 h 782632"/>
                  <a:gd name="connsiteX1" fmla="*/ 17441 w 1029024"/>
                  <a:gd name="connsiteY1" fmla="*/ 766431 h 782632"/>
                  <a:gd name="connsiteX2" fmla="*/ 1012829 w 1029024"/>
                  <a:gd name="connsiteY2" fmla="*/ 766431 h 782632"/>
                  <a:gd name="connsiteX3" fmla="*/ 1012829 w 1029024"/>
                  <a:gd name="connsiteY3" fmla="*/ 16201 h 782632"/>
                  <a:gd name="connsiteX4" fmla="*/ 0 w 1029024"/>
                  <a:gd name="connsiteY4" fmla="*/ 0 h 782632"/>
                  <a:gd name="connsiteX5" fmla="*/ 1029024 w 1029024"/>
                  <a:gd name="connsiteY5" fmla="*/ 0 h 782632"/>
                  <a:gd name="connsiteX6" fmla="*/ 1029024 w 1029024"/>
                  <a:gd name="connsiteY6" fmla="*/ 782632 h 782632"/>
                  <a:gd name="connsiteX7" fmla="*/ 0 w 1029024"/>
                  <a:gd name="connsiteY7" fmla="*/ 782632 h 782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29024" h="782632">
                    <a:moveTo>
                      <a:pt x="17441" y="16201"/>
                    </a:moveTo>
                    <a:lnTo>
                      <a:pt x="17441" y="766431"/>
                    </a:lnTo>
                    <a:lnTo>
                      <a:pt x="1012829" y="766431"/>
                    </a:lnTo>
                    <a:lnTo>
                      <a:pt x="1012829" y="16201"/>
                    </a:lnTo>
                    <a:close/>
                    <a:moveTo>
                      <a:pt x="0" y="0"/>
                    </a:moveTo>
                    <a:lnTo>
                      <a:pt x="1029024" y="0"/>
                    </a:lnTo>
                    <a:lnTo>
                      <a:pt x="1029024" y="782632"/>
                    </a:lnTo>
                    <a:lnTo>
                      <a:pt x="0" y="782632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12" name="Freeform 511">
                <a:extLst>
                  <a:ext uri="{FF2B5EF4-FFF2-40B4-BE49-F238E27FC236}">
                    <a16:creationId xmlns:a16="http://schemas.microsoft.com/office/drawing/2014/main" id="{62F915BE-2375-5845-9249-040D80A16513}"/>
                  </a:ext>
                </a:extLst>
              </p:cNvPr>
              <p:cNvSpPr/>
              <p:nvPr/>
            </p:nvSpPr>
            <p:spPr>
              <a:xfrm>
                <a:off x="7694013" y="11232261"/>
                <a:ext cx="1655657" cy="1420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30" h="115">
                    <a:moveTo>
                      <a:pt x="1273" y="0"/>
                    </a:moveTo>
                    <a:lnTo>
                      <a:pt x="58" y="0"/>
                    </a:lnTo>
                    <a:cubicBezTo>
                      <a:pt x="26" y="0"/>
                      <a:pt x="0" y="26"/>
                      <a:pt x="0" y="58"/>
                    </a:cubicBezTo>
                    <a:cubicBezTo>
                      <a:pt x="0" y="90"/>
                      <a:pt x="26" y="115"/>
                      <a:pt x="58" y="115"/>
                    </a:cubicBezTo>
                    <a:lnTo>
                      <a:pt x="1273" y="115"/>
                    </a:lnTo>
                    <a:cubicBezTo>
                      <a:pt x="1305" y="115"/>
                      <a:pt x="1330" y="90"/>
                      <a:pt x="1330" y="58"/>
                    </a:cubicBezTo>
                    <a:cubicBezTo>
                      <a:pt x="1330" y="26"/>
                      <a:pt x="1305" y="0"/>
                      <a:pt x="127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65" name="Freeform 664">
                <a:extLst>
                  <a:ext uri="{FF2B5EF4-FFF2-40B4-BE49-F238E27FC236}">
                    <a16:creationId xmlns:a16="http://schemas.microsoft.com/office/drawing/2014/main" id="{059C703F-3D6D-524E-B85B-5D1ECA774586}"/>
                  </a:ext>
                </a:extLst>
              </p:cNvPr>
              <p:cNvSpPr/>
              <p:nvPr/>
            </p:nvSpPr>
            <p:spPr>
              <a:xfrm>
                <a:off x="7685293" y="11224788"/>
                <a:ext cx="1673098" cy="158271"/>
              </a:xfrm>
              <a:custGeom>
                <a:avLst/>
                <a:gdLst>
                  <a:gd name="connsiteX0" fmla="*/ 80924 w 1673098"/>
                  <a:gd name="connsiteY0" fmla="*/ 16197 h 158271"/>
                  <a:gd name="connsiteX1" fmla="*/ 17437 w 1673098"/>
                  <a:gd name="connsiteY1" fmla="*/ 79125 h 158271"/>
                  <a:gd name="connsiteX2" fmla="*/ 80924 w 1673098"/>
                  <a:gd name="connsiteY2" fmla="*/ 140820 h 158271"/>
                  <a:gd name="connsiteX3" fmla="*/ 1593412 w 1673098"/>
                  <a:gd name="connsiteY3" fmla="*/ 140820 h 158271"/>
                  <a:gd name="connsiteX4" fmla="*/ 1656899 w 1673098"/>
                  <a:gd name="connsiteY4" fmla="*/ 79125 h 158271"/>
                  <a:gd name="connsiteX5" fmla="*/ 1593412 w 1673098"/>
                  <a:gd name="connsiteY5" fmla="*/ 16197 h 158271"/>
                  <a:gd name="connsiteX6" fmla="*/ 80916 w 1673098"/>
                  <a:gd name="connsiteY6" fmla="*/ 0 h 158271"/>
                  <a:gd name="connsiteX7" fmla="*/ 1593427 w 1673098"/>
                  <a:gd name="connsiteY7" fmla="*/ 0 h 158271"/>
                  <a:gd name="connsiteX8" fmla="*/ 1673098 w 1673098"/>
                  <a:gd name="connsiteY8" fmla="*/ 79136 h 158271"/>
                  <a:gd name="connsiteX9" fmla="*/ 1593427 w 1673098"/>
                  <a:gd name="connsiteY9" fmla="*/ 158271 h 158271"/>
                  <a:gd name="connsiteX10" fmla="*/ 80916 w 1673098"/>
                  <a:gd name="connsiteY10" fmla="*/ 158271 h 158271"/>
                  <a:gd name="connsiteX11" fmla="*/ 0 w 1673098"/>
                  <a:gd name="connsiteY11" fmla="*/ 79136 h 158271"/>
                  <a:gd name="connsiteX12" fmla="*/ 80916 w 1673098"/>
                  <a:gd name="connsiteY12" fmla="*/ 0 h 158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73098" h="158271">
                    <a:moveTo>
                      <a:pt x="80924" y="16197"/>
                    </a:moveTo>
                    <a:cubicBezTo>
                      <a:pt x="46069" y="16197"/>
                      <a:pt x="17437" y="44576"/>
                      <a:pt x="17437" y="79125"/>
                    </a:cubicBezTo>
                    <a:cubicBezTo>
                      <a:pt x="17437" y="112441"/>
                      <a:pt x="46069" y="140820"/>
                      <a:pt x="80924" y="140820"/>
                    </a:cubicBezTo>
                    <a:lnTo>
                      <a:pt x="1593412" y="140820"/>
                    </a:lnTo>
                    <a:cubicBezTo>
                      <a:pt x="1628267" y="140820"/>
                      <a:pt x="1656899" y="112441"/>
                      <a:pt x="1656899" y="79125"/>
                    </a:cubicBezTo>
                    <a:cubicBezTo>
                      <a:pt x="1656899" y="44576"/>
                      <a:pt x="1628267" y="16197"/>
                      <a:pt x="1593412" y="16197"/>
                    </a:cubicBezTo>
                    <a:close/>
                    <a:moveTo>
                      <a:pt x="80916" y="0"/>
                    </a:moveTo>
                    <a:lnTo>
                      <a:pt x="1593427" y="0"/>
                    </a:lnTo>
                    <a:cubicBezTo>
                      <a:pt x="1636997" y="0"/>
                      <a:pt x="1673098" y="34622"/>
                      <a:pt x="1673098" y="79136"/>
                    </a:cubicBezTo>
                    <a:cubicBezTo>
                      <a:pt x="1673098" y="122413"/>
                      <a:pt x="1636997" y="158271"/>
                      <a:pt x="1593427" y="158271"/>
                    </a:cubicBezTo>
                    <a:lnTo>
                      <a:pt x="80916" y="158271"/>
                    </a:lnTo>
                    <a:cubicBezTo>
                      <a:pt x="36101" y="158271"/>
                      <a:pt x="0" y="122413"/>
                      <a:pt x="0" y="79136"/>
                    </a:cubicBezTo>
                    <a:cubicBezTo>
                      <a:pt x="0" y="34622"/>
                      <a:pt x="36101" y="0"/>
                      <a:pt x="809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15" name="Freeform 514">
                <a:extLst>
                  <a:ext uri="{FF2B5EF4-FFF2-40B4-BE49-F238E27FC236}">
                    <a16:creationId xmlns:a16="http://schemas.microsoft.com/office/drawing/2014/main" id="{2924A3BC-26AD-C14D-A75F-E6117A54FB6D}"/>
                  </a:ext>
                </a:extLst>
              </p:cNvPr>
              <p:cNvSpPr/>
              <p:nvPr/>
            </p:nvSpPr>
            <p:spPr>
              <a:xfrm>
                <a:off x="8430276" y="10163000"/>
                <a:ext cx="184377" cy="1856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9" h="150">
                    <a:moveTo>
                      <a:pt x="149" y="75"/>
                    </a:moveTo>
                    <a:cubicBezTo>
                      <a:pt x="149" y="116"/>
                      <a:pt x="116" y="150"/>
                      <a:pt x="75" y="150"/>
                    </a:cubicBezTo>
                    <a:cubicBezTo>
                      <a:pt x="33" y="150"/>
                      <a:pt x="0" y="116"/>
                      <a:pt x="0" y="75"/>
                    </a:cubicBezTo>
                    <a:cubicBezTo>
                      <a:pt x="0" y="34"/>
                      <a:pt x="33" y="0"/>
                      <a:pt x="75" y="0"/>
                    </a:cubicBezTo>
                    <a:cubicBezTo>
                      <a:pt x="116" y="0"/>
                      <a:pt x="149" y="34"/>
                      <a:pt x="149" y="7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66" name="Freeform 665">
                <a:extLst>
                  <a:ext uri="{FF2B5EF4-FFF2-40B4-BE49-F238E27FC236}">
                    <a16:creationId xmlns:a16="http://schemas.microsoft.com/office/drawing/2014/main" id="{4CDC9362-12F0-AB43-B801-137B8A56AFC1}"/>
                  </a:ext>
                </a:extLst>
              </p:cNvPr>
              <p:cNvSpPr/>
              <p:nvPr/>
            </p:nvSpPr>
            <p:spPr>
              <a:xfrm>
                <a:off x="8421556" y="10155523"/>
                <a:ext cx="201818" cy="200643"/>
              </a:xfrm>
              <a:custGeom>
                <a:avLst/>
                <a:gdLst>
                  <a:gd name="connsiteX0" fmla="*/ 101527 w 201818"/>
                  <a:gd name="connsiteY0" fmla="*/ 16201 h 200643"/>
                  <a:gd name="connsiteX1" fmla="*/ 17441 w 201818"/>
                  <a:gd name="connsiteY1" fmla="*/ 100321 h 200643"/>
                  <a:gd name="connsiteX2" fmla="*/ 101527 w 201818"/>
                  <a:gd name="connsiteY2" fmla="*/ 184442 h 200643"/>
                  <a:gd name="connsiteX3" fmla="*/ 184377 w 201818"/>
                  <a:gd name="connsiteY3" fmla="*/ 100321 h 200643"/>
                  <a:gd name="connsiteX4" fmla="*/ 101527 w 201818"/>
                  <a:gd name="connsiteY4" fmla="*/ 16201 h 200643"/>
                  <a:gd name="connsiteX5" fmla="*/ 101528 w 201818"/>
                  <a:gd name="connsiteY5" fmla="*/ 0 h 200643"/>
                  <a:gd name="connsiteX6" fmla="*/ 201818 w 201818"/>
                  <a:gd name="connsiteY6" fmla="*/ 100321 h 200643"/>
                  <a:gd name="connsiteX7" fmla="*/ 101528 w 201818"/>
                  <a:gd name="connsiteY7" fmla="*/ 200643 h 200643"/>
                  <a:gd name="connsiteX8" fmla="*/ 0 w 201818"/>
                  <a:gd name="connsiteY8" fmla="*/ 100321 h 200643"/>
                  <a:gd name="connsiteX9" fmla="*/ 101528 w 201818"/>
                  <a:gd name="connsiteY9" fmla="*/ 0 h 200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1818" h="200643">
                    <a:moveTo>
                      <a:pt x="101527" y="16201"/>
                    </a:moveTo>
                    <a:cubicBezTo>
                      <a:pt x="54538" y="16201"/>
                      <a:pt x="17441" y="54550"/>
                      <a:pt x="17441" y="100321"/>
                    </a:cubicBezTo>
                    <a:cubicBezTo>
                      <a:pt x="17441" y="146093"/>
                      <a:pt x="54538" y="184442"/>
                      <a:pt x="101527" y="184442"/>
                    </a:cubicBezTo>
                    <a:cubicBezTo>
                      <a:pt x="147280" y="184442"/>
                      <a:pt x="184377" y="146093"/>
                      <a:pt x="184377" y="100321"/>
                    </a:cubicBezTo>
                    <a:cubicBezTo>
                      <a:pt x="184377" y="54550"/>
                      <a:pt x="147280" y="16201"/>
                      <a:pt x="101527" y="16201"/>
                    </a:cubicBezTo>
                    <a:close/>
                    <a:moveTo>
                      <a:pt x="101528" y="0"/>
                    </a:moveTo>
                    <a:cubicBezTo>
                      <a:pt x="156007" y="0"/>
                      <a:pt x="201818" y="44587"/>
                      <a:pt x="201818" y="100321"/>
                    </a:cubicBezTo>
                    <a:cubicBezTo>
                      <a:pt x="201818" y="156056"/>
                      <a:pt x="156007" y="200643"/>
                      <a:pt x="101528" y="200643"/>
                    </a:cubicBezTo>
                    <a:cubicBezTo>
                      <a:pt x="44573" y="200643"/>
                      <a:pt x="0" y="156056"/>
                      <a:pt x="0" y="100321"/>
                    </a:cubicBezTo>
                    <a:cubicBezTo>
                      <a:pt x="0" y="44587"/>
                      <a:pt x="44573" y="0"/>
                      <a:pt x="1015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18" name="Freeform 517">
                <a:extLst>
                  <a:ext uri="{FF2B5EF4-FFF2-40B4-BE49-F238E27FC236}">
                    <a16:creationId xmlns:a16="http://schemas.microsoft.com/office/drawing/2014/main" id="{CA14B8DC-0C0E-9347-8789-680C7876A938}"/>
                  </a:ext>
                </a:extLst>
              </p:cNvPr>
              <p:cNvSpPr/>
              <p:nvPr/>
            </p:nvSpPr>
            <p:spPr>
              <a:xfrm>
                <a:off x="8016673" y="10464588"/>
                <a:ext cx="1011583" cy="1171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3" h="95">
                    <a:moveTo>
                      <a:pt x="813" y="95"/>
                    </a:moveTo>
                    <a:lnTo>
                      <a:pt x="0" y="95"/>
                    </a:lnTo>
                    <a:lnTo>
                      <a:pt x="0" y="0"/>
                    </a:lnTo>
                    <a:lnTo>
                      <a:pt x="813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67" name="Freeform 666">
                <a:extLst>
                  <a:ext uri="{FF2B5EF4-FFF2-40B4-BE49-F238E27FC236}">
                    <a16:creationId xmlns:a16="http://schemas.microsoft.com/office/drawing/2014/main" id="{E0A76A61-68EA-A348-8B3E-28275268255A}"/>
                  </a:ext>
                </a:extLst>
              </p:cNvPr>
              <p:cNvSpPr/>
              <p:nvPr/>
            </p:nvSpPr>
            <p:spPr>
              <a:xfrm>
                <a:off x="8007953" y="10457110"/>
                <a:ext cx="1029024" cy="133347"/>
              </a:xfrm>
              <a:custGeom>
                <a:avLst/>
                <a:gdLst>
                  <a:gd name="connsiteX0" fmla="*/ 17441 w 1029024"/>
                  <a:gd name="connsiteY0" fmla="*/ 16201 h 133347"/>
                  <a:gd name="connsiteX1" fmla="*/ 17441 w 1029024"/>
                  <a:gd name="connsiteY1" fmla="*/ 115899 h 133347"/>
                  <a:gd name="connsiteX2" fmla="*/ 1012829 w 1029024"/>
                  <a:gd name="connsiteY2" fmla="*/ 115899 h 133347"/>
                  <a:gd name="connsiteX3" fmla="*/ 1012829 w 1029024"/>
                  <a:gd name="connsiteY3" fmla="*/ 16201 h 133347"/>
                  <a:gd name="connsiteX4" fmla="*/ 0 w 1029024"/>
                  <a:gd name="connsiteY4" fmla="*/ 0 h 133347"/>
                  <a:gd name="connsiteX5" fmla="*/ 1029024 w 1029024"/>
                  <a:gd name="connsiteY5" fmla="*/ 0 h 133347"/>
                  <a:gd name="connsiteX6" fmla="*/ 1029024 w 1029024"/>
                  <a:gd name="connsiteY6" fmla="*/ 133347 h 133347"/>
                  <a:gd name="connsiteX7" fmla="*/ 0 w 1029024"/>
                  <a:gd name="connsiteY7" fmla="*/ 133347 h 13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29024" h="133347">
                    <a:moveTo>
                      <a:pt x="17441" y="16201"/>
                    </a:moveTo>
                    <a:lnTo>
                      <a:pt x="17441" y="115899"/>
                    </a:lnTo>
                    <a:lnTo>
                      <a:pt x="1012829" y="115899"/>
                    </a:lnTo>
                    <a:lnTo>
                      <a:pt x="1012829" y="16201"/>
                    </a:lnTo>
                    <a:close/>
                    <a:moveTo>
                      <a:pt x="0" y="0"/>
                    </a:moveTo>
                    <a:lnTo>
                      <a:pt x="1029024" y="0"/>
                    </a:lnTo>
                    <a:lnTo>
                      <a:pt x="1029024" y="133347"/>
                    </a:lnTo>
                    <a:lnTo>
                      <a:pt x="0" y="133347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21" name="Freeform 520">
                <a:extLst>
                  <a:ext uri="{FF2B5EF4-FFF2-40B4-BE49-F238E27FC236}">
                    <a16:creationId xmlns:a16="http://schemas.microsoft.com/office/drawing/2014/main" id="{14CB6220-DCE5-F54C-B69F-8AC55C99F334}"/>
                  </a:ext>
                </a:extLst>
              </p:cNvPr>
              <p:cNvSpPr/>
              <p:nvPr/>
            </p:nvSpPr>
            <p:spPr>
              <a:xfrm>
                <a:off x="5938693" y="9673232"/>
                <a:ext cx="5167544" cy="3925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49" h="316">
                    <a:moveTo>
                      <a:pt x="81" y="316"/>
                    </a:moveTo>
                    <a:lnTo>
                      <a:pt x="4068" y="316"/>
                    </a:lnTo>
                    <a:cubicBezTo>
                      <a:pt x="4113" y="316"/>
                      <a:pt x="4149" y="279"/>
                      <a:pt x="4149" y="235"/>
                    </a:cubicBezTo>
                    <a:lnTo>
                      <a:pt x="4149" y="0"/>
                    </a:lnTo>
                    <a:lnTo>
                      <a:pt x="0" y="0"/>
                    </a:lnTo>
                    <a:lnTo>
                      <a:pt x="0" y="235"/>
                    </a:lnTo>
                    <a:cubicBezTo>
                      <a:pt x="0" y="279"/>
                      <a:pt x="36" y="316"/>
                      <a:pt x="81" y="31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F6514F84-51C8-3646-8651-B1732EF40E57}"/>
                  </a:ext>
                </a:extLst>
              </p:cNvPr>
              <p:cNvSpPr/>
              <p:nvPr/>
            </p:nvSpPr>
            <p:spPr>
              <a:xfrm>
                <a:off x="5938693" y="9673232"/>
                <a:ext cx="5167544" cy="3925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49" h="316">
                    <a:moveTo>
                      <a:pt x="81" y="316"/>
                    </a:moveTo>
                    <a:lnTo>
                      <a:pt x="2075" y="316"/>
                    </a:lnTo>
                    <a:lnTo>
                      <a:pt x="4068" y="316"/>
                    </a:lnTo>
                    <a:cubicBezTo>
                      <a:pt x="4090" y="316"/>
                      <a:pt x="4111" y="307"/>
                      <a:pt x="4125" y="292"/>
                    </a:cubicBezTo>
                    <a:cubicBezTo>
                      <a:pt x="4140" y="277"/>
                      <a:pt x="4149" y="257"/>
                      <a:pt x="4149" y="235"/>
                    </a:cubicBezTo>
                    <a:lnTo>
                      <a:pt x="4149" y="117"/>
                    </a:lnTo>
                    <a:lnTo>
                      <a:pt x="4149" y="0"/>
                    </a:lnTo>
                    <a:lnTo>
                      <a:pt x="2075" y="0"/>
                    </a:lnTo>
                    <a:lnTo>
                      <a:pt x="0" y="0"/>
                    </a:lnTo>
                    <a:lnTo>
                      <a:pt x="0" y="117"/>
                    </a:lnTo>
                    <a:lnTo>
                      <a:pt x="0" y="235"/>
                    </a:lnTo>
                    <a:cubicBezTo>
                      <a:pt x="0" y="257"/>
                      <a:pt x="9" y="277"/>
                      <a:pt x="23" y="292"/>
                    </a:cubicBezTo>
                    <a:cubicBezTo>
                      <a:pt x="38" y="307"/>
                      <a:pt x="58" y="316"/>
                      <a:pt x="81" y="31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69" name="Freeform 668">
                <a:extLst>
                  <a:ext uri="{FF2B5EF4-FFF2-40B4-BE49-F238E27FC236}">
                    <a16:creationId xmlns:a16="http://schemas.microsoft.com/office/drawing/2014/main" id="{2EE75439-7026-B742-A8C1-B9D0541BB25B}"/>
                  </a:ext>
                </a:extLst>
              </p:cNvPr>
              <p:cNvSpPr/>
              <p:nvPr/>
            </p:nvSpPr>
            <p:spPr>
              <a:xfrm>
                <a:off x="5931214" y="9664505"/>
                <a:ext cx="5183736" cy="410009"/>
              </a:xfrm>
              <a:custGeom>
                <a:avLst/>
                <a:gdLst>
                  <a:gd name="connsiteX0" fmla="*/ 16199 w 5183736"/>
                  <a:gd name="connsiteY0" fmla="*/ 16204 h 410009"/>
                  <a:gd name="connsiteX1" fmla="*/ 16199 w 5183736"/>
                  <a:gd name="connsiteY1" fmla="*/ 300645 h 410009"/>
                  <a:gd name="connsiteX2" fmla="*/ 108365 w 5183736"/>
                  <a:gd name="connsiteY2" fmla="*/ 391319 h 410009"/>
                  <a:gd name="connsiteX3" fmla="*/ 5074133 w 5183736"/>
                  <a:gd name="connsiteY3" fmla="*/ 391319 h 410009"/>
                  <a:gd name="connsiteX4" fmla="*/ 5166299 w 5183736"/>
                  <a:gd name="connsiteY4" fmla="*/ 300645 h 410009"/>
                  <a:gd name="connsiteX5" fmla="*/ 5166299 w 5183736"/>
                  <a:gd name="connsiteY5" fmla="*/ 16204 h 410009"/>
                  <a:gd name="connsiteX6" fmla="*/ 7473 w 5183736"/>
                  <a:gd name="connsiteY6" fmla="*/ 0 h 410009"/>
                  <a:gd name="connsiteX7" fmla="*/ 5175018 w 5183736"/>
                  <a:gd name="connsiteY7" fmla="*/ 0 h 410009"/>
                  <a:gd name="connsiteX8" fmla="*/ 5183736 w 5183736"/>
                  <a:gd name="connsiteY8" fmla="*/ 8697 h 410009"/>
                  <a:gd name="connsiteX9" fmla="*/ 5183736 w 5183736"/>
                  <a:gd name="connsiteY9" fmla="*/ 300673 h 410009"/>
                  <a:gd name="connsiteX10" fmla="*/ 5074132 w 5183736"/>
                  <a:gd name="connsiteY10" fmla="*/ 410009 h 410009"/>
                  <a:gd name="connsiteX11" fmla="*/ 108358 w 5183736"/>
                  <a:gd name="connsiteY11" fmla="*/ 410009 h 410009"/>
                  <a:gd name="connsiteX12" fmla="*/ 0 w 5183736"/>
                  <a:gd name="connsiteY12" fmla="*/ 300673 h 410009"/>
                  <a:gd name="connsiteX13" fmla="*/ 0 w 5183736"/>
                  <a:gd name="connsiteY13" fmla="*/ 8697 h 410009"/>
                  <a:gd name="connsiteX14" fmla="*/ 7473 w 5183736"/>
                  <a:gd name="connsiteY14" fmla="*/ 0 h 410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183736" h="410009">
                    <a:moveTo>
                      <a:pt x="16199" y="16204"/>
                    </a:moveTo>
                    <a:lnTo>
                      <a:pt x="16199" y="300645"/>
                    </a:lnTo>
                    <a:cubicBezTo>
                      <a:pt x="16199" y="350330"/>
                      <a:pt x="57300" y="391319"/>
                      <a:pt x="108365" y="391319"/>
                    </a:cubicBezTo>
                    <a:lnTo>
                      <a:pt x="5074133" y="391319"/>
                    </a:lnTo>
                    <a:cubicBezTo>
                      <a:pt x="5125198" y="391319"/>
                      <a:pt x="5166299" y="350330"/>
                      <a:pt x="5166299" y="300645"/>
                    </a:cubicBezTo>
                    <a:lnTo>
                      <a:pt x="5166299" y="16204"/>
                    </a:lnTo>
                    <a:close/>
                    <a:moveTo>
                      <a:pt x="7473" y="0"/>
                    </a:moveTo>
                    <a:lnTo>
                      <a:pt x="5175018" y="0"/>
                    </a:lnTo>
                    <a:cubicBezTo>
                      <a:pt x="5180000" y="0"/>
                      <a:pt x="5183736" y="3727"/>
                      <a:pt x="5183736" y="8697"/>
                    </a:cubicBezTo>
                    <a:lnTo>
                      <a:pt x="5183736" y="300673"/>
                    </a:lnTo>
                    <a:cubicBezTo>
                      <a:pt x="5183736" y="360311"/>
                      <a:pt x="5135162" y="410009"/>
                      <a:pt x="5074132" y="410009"/>
                    </a:cubicBezTo>
                    <a:lnTo>
                      <a:pt x="108358" y="410009"/>
                    </a:lnTo>
                    <a:cubicBezTo>
                      <a:pt x="48574" y="410009"/>
                      <a:pt x="0" y="360311"/>
                      <a:pt x="0" y="300673"/>
                    </a:cubicBezTo>
                    <a:lnTo>
                      <a:pt x="0" y="8697"/>
                    </a:lnTo>
                    <a:cubicBezTo>
                      <a:pt x="0" y="3727"/>
                      <a:pt x="2491" y="0"/>
                      <a:pt x="74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8F9D18BA-CD0A-E24A-B8BF-3DC354E04205}"/>
                  </a:ext>
                </a:extLst>
              </p:cNvPr>
              <p:cNvSpPr/>
              <p:nvPr/>
            </p:nvSpPr>
            <p:spPr>
              <a:xfrm>
                <a:off x="7995495" y="9738036"/>
                <a:ext cx="77239" cy="16325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" h="132">
                    <a:moveTo>
                      <a:pt x="34" y="132"/>
                    </a:moveTo>
                    <a:lnTo>
                      <a:pt x="28" y="132"/>
                    </a:lnTo>
                    <a:cubicBezTo>
                      <a:pt x="13" y="132"/>
                      <a:pt x="0" y="119"/>
                      <a:pt x="0" y="104"/>
                    </a:cubicBezTo>
                    <a:lnTo>
                      <a:pt x="0" y="29"/>
                    </a:lnTo>
                    <a:cubicBezTo>
                      <a:pt x="0" y="13"/>
                      <a:pt x="13" y="0"/>
                      <a:pt x="28" y="0"/>
                    </a:cubicBezTo>
                    <a:lnTo>
                      <a:pt x="34" y="0"/>
                    </a:lnTo>
                    <a:cubicBezTo>
                      <a:pt x="50" y="0"/>
                      <a:pt x="63" y="13"/>
                      <a:pt x="63" y="29"/>
                    </a:cubicBezTo>
                    <a:lnTo>
                      <a:pt x="63" y="104"/>
                    </a:lnTo>
                    <a:cubicBezTo>
                      <a:pt x="63" y="119"/>
                      <a:pt x="50" y="132"/>
                      <a:pt x="34" y="13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70" name="Freeform 669">
                <a:extLst>
                  <a:ext uri="{FF2B5EF4-FFF2-40B4-BE49-F238E27FC236}">
                    <a16:creationId xmlns:a16="http://schemas.microsoft.com/office/drawing/2014/main" id="{FB0F8CBE-5BA9-9D4F-B309-E0F5CCC3EE54}"/>
                  </a:ext>
                </a:extLst>
              </p:cNvPr>
              <p:cNvSpPr/>
              <p:nvPr/>
            </p:nvSpPr>
            <p:spPr>
              <a:xfrm>
                <a:off x="7986774" y="9729312"/>
                <a:ext cx="94680" cy="180703"/>
              </a:xfrm>
              <a:custGeom>
                <a:avLst/>
                <a:gdLst>
                  <a:gd name="connsiteX0" fmla="*/ 36967 w 94680"/>
                  <a:gd name="connsiteY0" fmla="*/ 17444 h 180703"/>
                  <a:gd name="connsiteX1" fmla="*/ 17441 w 94680"/>
                  <a:gd name="connsiteY1" fmla="*/ 38450 h 180703"/>
                  <a:gd name="connsiteX2" fmla="*/ 17441 w 94680"/>
                  <a:gd name="connsiteY2" fmla="*/ 143482 h 180703"/>
                  <a:gd name="connsiteX3" fmla="*/ 36967 w 94680"/>
                  <a:gd name="connsiteY3" fmla="*/ 163253 h 180703"/>
                  <a:gd name="connsiteX4" fmla="*/ 56493 w 94680"/>
                  <a:gd name="connsiteY4" fmla="*/ 163253 h 180703"/>
                  <a:gd name="connsiteX5" fmla="*/ 77239 w 94680"/>
                  <a:gd name="connsiteY5" fmla="*/ 143482 h 180703"/>
                  <a:gd name="connsiteX6" fmla="*/ 77239 w 94680"/>
                  <a:gd name="connsiteY6" fmla="*/ 38450 h 180703"/>
                  <a:gd name="connsiteX7" fmla="*/ 56493 w 94680"/>
                  <a:gd name="connsiteY7" fmla="*/ 17444 h 180703"/>
                  <a:gd name="connsiteX8" fmla="*/ 36889 w 94680"/>
                  <a:gd name="connsiteY8" fmla="*/ 0 h 180703"/>
                  <a:gd name="connsiteX9" fmla="*/ 56562 w 94680"/>
                  <a:gd name="connsiteY9" fmla="*/ 0 h 180703"/>
                  <a:gd name="connsiteX10" fmla="*/ 94680 w 94680"/>
                  <a:gd name="connsiteY10" fmla="*/ 38368 h 180703"/>
                  <a:gd name="connsiteX11" fmla="*/ 94680 w 94680"/>
                  <a:gd name="connsiteY11" fmla="*/ 143572 h 180703"/>
                  <a:gd name="connsiteX12" fmla="*/ 56562 w 94680"/>
                  <a:gd name="connsiteY12" fmla="*/ 180703 h 180703"/>
                  <a:gd name="connsiteX13" fmla="*/ 36889 w 94680"/>
                  <a:gd name="connsiteY13" fmla="*/ 180703 h 180703"/>
                  <a:gd name="connsiteX14" fmla="*/ 0 w 94680"/>
                  <a:gd name="connsiteY14" fmla="*/ 143572 h 180703"/>
                  <a:gd name="connsiteX15" fmla="*/ 0 w 94680"/>
                  <a:gd name="connsiteY15" fmla="*/ 38368 h 180703"/>
                  <a:gd name="connsiteX16" fmla="*/ 36889 w 94680"/>
                  <a:gd name="connsiteY16" fmla="*/ 0 h 180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4680" h="180703">
                    <a:moveTo>
                      <a:pt x="36967" y="17444"/>
                    </a:moveTo>
                    <a:cubicBezTo>
                      <a:pt x="25984" y="17444"/>
                      <a:pt x="17441" y="26094"/>
                      <a:pt x="17441" y="38450"/>
                    </a:cubicBezTo>
                    <a:lnTo>
                      <a:pt x="17441" y="143482"/>
                    </a:lnTo>
                    <a:cubicBezTo>
                      <a:pt x="17441" y="154603"/>
                      <a:pt x="25984" y="163253"/>
                      <a:pt x="36967" y="163253"/>
                    </a:cubicBezTo>
                    <a:lnTo>
                      <a:pt x="56493" y="163253"/>
                    </a:lnTo>
                    <a:cubicBezTo>
                      <a:pt x="68697" y="163253"/>
                      <a:pt x="77239" y="154603"/>
                      <a:pt x="77239" y="143482"/>
                    </a:cubicBezTo>
                    <a:lnTo>
                      <a:pt x="77239" y="38450"/>
                    </a:lnTo>
                    <a:cubicBezTo>
                      <a:pt x="77239" y="26094"/>
                      <a:pt x="68697" y="17444"/>
                      <a:pt x="56493" y="17444"/>
                    </a:cubicBezTo>
                    <a:close/>
                    <a:moveTo>
                      <a:pt x="36889" y="0"/>
                    </a:moveTo>
                    <a:lnTo>
                      <a:pt x="56562" y="0"/>
                    </a:lnTo>
                    <a:cubicBezTo>
                      <a:pt x="77466" y="0"/>
                      <a:pt x="94680" y="17328"/>
                      <a:pt x="94680" y="38368"/>
                    </a:cubicBezTo>
                    <a:lnTo>
                      <a:pt x="94680" y="143572"/>
                    </a:lnTo>
                    <a:cubicBezTo>
                      <a:pt x="94680" y="163375"/>
                      <a:pt x="77466" y="180703"/>
                      <a:pt x="56562" y="180703"/>
                    </a:cubicBezTo>
                    <a:lnTo>
                      <a:pt x="36889" y="180703"/>
                    </a:lnTo>
                    <a:cubicBezTo>
                      <a:pt x="17215" y="180703"/>
                      <a:pt x="0" y="163375"/>
                      <a:pt x="0" y="143572"/>
                    </a:cubicBezTo>
                    <a:lnTo>
                      <a:pt x="0" y="38368"/>
                    </a:lnTo>
                    <a:cubicBezTo>
                      <a:pt x="0" y="17328"/>
                      <a:pt x="17215" y="0"/>
                      <a:pt x="368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28" name="Freeform 527">
                <a:extLst>
                  <a:ext uri="{FF2B5EF4-FFF2-40B4-BE49-F238E27FC236}">
                    <a16:creationId xmlns:a16="http://schemas.microsoft.com/office/drawing/2014/main" id="{6AE9D91E-7640-2145-8F31-7EF8FF1A3A75}"/>
                  </a:ext>
                </a:extLst>
              </p:cNvPr>
              <p:cNvSpPr/>
              <p:nvPr/>
            </p:nvSpPr>
            <p:spPr>
              <a:xfrm>
                <a:off x="7956875" y="9841473"/>
                <a:ext cx="154478" cy="1084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5" h="88">
                    <a:moveTo>
                      <a:pt x="63" y="88"/>
                    </a:moveTo>
                    <a:cubicBezTo>
                      <a:pt x="28" y="88"/>
                      <a:pt x="0" y="64"/>
                      <a:pt x="0" y="35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6"/>
                    </a:cubicBezTo>
                    <a:lnTo>
                      <a:pt x="14" y="35"/>
                    </a:lnTo>
                    <a:cubicBezTo>
                      <a:pt x="14" y="57"/>
                      <a:pt x="36" y="74"/>
                      <a:pt x="63" y="74"/>
                    </a:cubicBezTo>
                    <a:cubicBezTo>
                      <a:pt x="90" y="74"/>
                      <a:pt x="111" y="57"/>
                      <a:pt x="111" y="35"/>
                    </a:cubicBezTo>
                    <a:lnTo>
                      <a:pt x="111" y="6"/>
                    </a:lnTo>
                    <a:cubicBezTo>
                      <a:pt x="111" y="3"/>
                      <a:pt x="114" y="0"/>
                      <a:pt x="118" y="0"/>
                    </a:cubicBezTo>
                    <a:cubicBezTo>
                      <a:pt x="122" y="0"/>
                      <a:pt x="125" y="3"/>
                      <a:pt x="125" y="6"/>
                    </a:cubicBezTo>
                    <a:lnTo>
                      <a:pt x="125" y="35"/>
                    </a:lnTo>
                    <a:cubicBezTo>
                      <a:pt x="125" y="64"/>
                      <a:pt x="97" y="88"/>
                      <a:pt x="63" y="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29" name="Freeform 528">
                <a:extLst>
                  <a:ext uri="{FF2B5EF4-FFF2-40B4-BE49-F238E27FC236}">
                    <a16:creationId xmlns:a16="http://schemas.microsoft.com/office/drawing/2014/main" id="{1774D36F-EA30-F54D-9657-361295BA0F86}"/>
                  </a:ext>
                </a:extLst>
              </p:cNvPr>
              <p:cNvSpPr/>
              <p:nvPr/>
            </p:nvSpPr>
            <p:spPr>
              <a:xfrm>
                <a:off x="8026640" y="9933694"/>
                <a:ext cx="14950" cy="685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56">
                    <a:moveTo>
                      <a:pt x="7" y="56"/>
                    </a:moveTo>
                    <a:cubicBezTo>
                      <a:pt x="3" y="56"/>
                      <a:pt x="0" y="53"/>
                      <a:pt x="0" y="49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49"/>
                    </a:lnTo>
                    <a:cubicBezTo>
                      <a:pt x="13" y="53"/>
                      <a:pt x="10" y="56"/>
                      <a:pt x="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30" name="Freeform 529">
                <a:extLst>
                  <a:ext uri="{FF2B5EF4-FFF2-40B4-BE49-F238E27FC236}">
                    <a16:creationId xmlns:a16="http://schemas.microsoft.com/office/drawing/2014/main" id="{B94CA903-FCED-7A40-948A-5E2425D91AFF}"/>
                  </a:ext>
                </a:extLst>
              </p:cNvPr>
              <p:cNvSpPr/>
              <p:nvPr/>
            </p:nvSpPr>
            <p:spPr>
              <a:xfrm>
                <a:off x="7991757" y="9986032"/>
                <a:ext cx="84714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" h="14">
                    <a:moveTo>
                      <a:pt x="62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4"/>
                      <a:pt x="3" y="0"/>
                      <a:pt x="6" y="0"/>
                    </a:cubicBezTo>
                    <a:lnTo>
                      <a:pt x="62" y="0"/>
                    </a:lnTo>
                    <a:cubicBezTo>
                      <a:pt x="66" y="0"/>
                      <a:pt x="69" y="4"/>
                      <a:pt x="69" y="7"/>
                    </a:cubicBezTo>
                    <a:cubicBezTo>
                      <a:pt x="69" y="11"/>
                      <a:pt x="66" y="14"/>
                      <a:pt x="6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31" name="Freeform 530">
                <a:extLst>
                  <a:ext uri="{FF2B5EF4-FFF2-40B4-BE49-F238E27FC236}">
                    <a16:creationId xmlns:a16="http://schemas.microsoft.com/office/drawing/2014/main" id="{040570CE-8A77-644A-8E55-0E90D3A6CF48}"/>
                  </a:ext>
                </a:extLst>
              </p:cNvPr>
              <p:cNvSpPr/>
              <p:nvPr/>
            </p:nvSpPr>
            <p:spPr>
              <a:xfrm>
                <a:off x="7467279" y="9785393"/>
                <a:ext cx="292761" cy="1607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6" h="130">
                    <a:moveTo>
                      <a:pt x="225" y="23"/>
                    </a:moveTo>
                    <a:lnTo>
                      <a:pt x="188" y="40"/>
                    </a:lnTo>
                    <a:lnTo>
                      <a:pt x="188" y="20"/>
                    </a:lnTo>
                    <a:cubicBezTo>
                      <a:pt x="188" y="9"/>
                      <a:pt x="179" y="0"/>
                      <a:pt x="168" y="0"/>
                    </a:cubicBezTo>
                    <a:lnTo>
                      <a:pt x="20" y="0"/>
                    </a:lnTo>
                    <a:cubicBezTo>
                      <a:pt x="9" y="0"/>
                      <a:pt x="0" y="9"/>
                      <a:pt x="0" y="20"/>
                    </a:cubicBezTo>
                    <a:lnTo>
                      <a:pt x="0" y="110"/>
                    </a:lnTo>
                    <a:cubicBezTo>
                      <a:pt x="0" y="122"/>
                      <a:pt x="9" y="130"/>
                      <a:pt x="20" y="130"/>
                    </a:cubicBezTo>
                    <a:lnTo>
                      <a:pt x="168" y="130"/>
                    </a:lnTo>
                    <a:cubicBezTo>
                      <a:pt x="179" y="130"/>
                      <a:pt x="188" y="122"/>
                      <a:pt x="188" y="110"/>
                    </a:cubicBezTo>
                    <a:lnTo>
                      <a:pt x="188" y="92"/>
                    </a:lnTo>
                    <a:lnTo>
                      <a:pt x="226" y="107"/>
                    </a:lnTo>
                    <a:cubicBezTo>
                      <a:pt x="231" y="108"/>
                      <a:pt x="236" y="105"/>
                      <a:pt x="236" y="99"/>
                    </a:cubicBezTo>
                    <a:lnTo>
                      <a:pt x="236" y="30"/>
                    </a:lnTo>
                    <a:cubicBezTo>
                      <a:pt x="236" y="25"/>
                      <a:pt x="230" y="21"/>
                      <a:pt x="225" y="2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71" name="Freeform 670">
                <a:extLst>
                  <a:ext uri="{FF2B5EF4-FFF2-40B4-BE49-F238E27FC236}">
                    <a16:creationId xmlns:a16="http://schemas.microsoft.com/office/drawing/2014/main" id="{F4CA077A-C9C3-6844-85F2-40D7C0F16C23}"/>
                  </a:ext>
                </a:extLst>
              </p:cNvPr>
              <p:cNvSpPr/>
              <p:nvPr/>
            </p:nvSpPr>
            <p:spPr>
              <a:xfrm>
                <a:off x="7458559" y="9776669"/>
                <a:ext cx="310202" cy="178211"/>
              </a:xfrm>
              <a:custGeom>
                <a:avLst/>
                <a:gdLst>
                  <a:gd name="connsiteX0" fmla="*/ 33564 w 310202"/>
                  <a:gd name="connsiteY0" fmla="*/ 17447 h 178211"/>
                  <a:gd name="connsiteX1" fmla="*/ 17441 w 310202"/>
                  <a:gd name="connsiteY1" fmla="*/ 33510 h 178211"/>
                  <a:gd name="connsiteX2" fmla="*/ 17441 w 310202"/>
                  <a:gd name="connsiteY2" fmla="*/ 144712 h 178211"/>
                  <a:gd name="connsiteX3" fmla="*/ 33564 w 310202"/>
                  <a:gd name="connsiteY3" fmla="*/ 162010 h 178211"/>
                  <a:gd name="connsiteX4" fmla="*/ 217110 w 310202"/>
                  <a:gd name="connsiteY4" fmla="*/ 162010 h 178211"/>
                  <a:gd name="connsiteX5" fmla="*/ 234473 w 310202"/>
                  <a:gd name="connsiteY5" fmla="*/ 144712 h 178211"/>
                  <a:gd name="connsiteX6" fmla="*/ 234473 w 310202"/>
                  <a:gd name="connsiteY6" fmla="*/ 122471 h 178211"/>
                  <a:gd name="connsiteX7" fmla="*/ 238193 w 310202"/>
                  <a:gd name="connsiteY7" fmla="*/ 116293 h 178211"/>
                  <a:gd name="connsiteX8" fmla="*/ 245634 w 310202"/>
                  <a:gd name="connsiteY8" fmla="*/ 115058 h 178211"/>
                  <a:gd name="connsiteX9" fmla="*/ 291521 w 310202"/>
                  <a:gd name="connsiteY9" fmla="*/ 132356 h 178211"/>
                  <a:gd name="connsiteX10" fmla="*/ 292761 w 310202"/>
                  <a:gd name="connsiteY10" fmla="*/ 132356 h 178211"/>
                  <a:gd name="connsiteX11" fmla="*/ 292761 w 310202"/>
                  <a:gd name="connsiteY11" fmla="*/ 131120 h 178211"/>
                  <a:gd name="connsiteX12" fmla="*/ 292761 w 310202"/>
                  <a:gd name="connsiteY12" fmla="*/ 45865 h 178211"/>
                  <a:gd name="connsiteX13" fmla="*/ 292761 w 310202"/>
                  <a:gd name="connsiteY13" fmla="*/ 44630 h 178211"/>
                  <a:gd name="connsiteX14" fmla="*/ 291521 w 310202"/>
                  <a:gd name="connsiteY14" fmla="*/ 44630 h 178211"/>
                  <a:gd name="connsiteX15" fmla="*/ 245634 w 310202"/>
                  <a:gd name="connsiteY15" fmla="*/ 65635 h 178211"/>
                  <a:gd name="connsiteX16" fmla="*/ 238193 w 310202"/>
                  <a:gd name="connsiteY16" fmla="*/ 64399 h 178211"/>
                  <a:gd name="connsiteX17" fmla="*/ 234473 w 310202"/>
                  <a:gd name="connsiteY17" fmla="*/ 58221 h 178211"/>
                  <a:gd name="connsiteX18" fmla="*/ 234473 w 310202"/>
                  <a:gd name="connsiteY18" fmla="*/ 33510 h 178211"/>
                  <a:gd name="connsiteX19" fmla="*/ 217110 w 310202"/>
                  <a:gd name="connsiteY19" fmla="*/ 17447 h 178211"/>
                  <a:gd name="connsiteX20" fmla="*/ 33502 w 310202"/>
                  <a:gd name="connsiteY20" fmla="*/ 0 h 178211"/>
                  <a:gd name="connsiteX21" fmla="*/ 217142 w 310202"/>
                  <a:gd name="connsiteY21" fmla="*/ 0 h 178211"/>
                  <a:gd name="connsiteX22" fmla="*/ 250643 w 310202"/>
                  <a:gd name="connsiteY22" fmla="*/ 33415 h 178211"/>
                  <a:gd name="connsiteX23" fmla="*/ 250643 w 310202"/>
                  <a:gd name="connsiteY23" fmla="*/ 44553 h 178211"/>
                  <a:gd name="connsiteX24" fmla="*/ 284145 w 310202"/>
                  <a:gd name="connsiteY24" fmla="*/ 28464 h 178211"/>
                  <a:gd name="connsiteX25" fmla="*/ 301517 w 310202"/>
                  <a:gd name="connsiteY25" fmla="*/ 30939 h 178211"/>
                  <a:gd name="connsiteX26" fmla="*/ 310202 w 310202"/>
                  <a:gd name="connsiteY26" fmla="*/ 45790 h 178211"/>
                  <a:gd name="connsiteX27" fmla="*/ 310202 w 310202"/>
                  <a:gd name="connsiteY27" fmla="*/ 131183 h 178211"/>
                  <a:gd name="connsiteX28" fmla="*/ 302757 w 310202"/>
                  <a:gd name="connsiteY28" fmla="*/ 146034 h 178211"/>
                  <a:gd name="connsiteX29" fmla="*/ 285386 w 310202"/>
                  <a:gd name="connsiteY29" fmla="*/ 148509 h 178211"/>
                  <a:gd name="connsiteX30" fmla="*/ 250643 w 310202"/>
                  <a:gd name="connsiteY30" fmla="*/ 134896 h 178211"/>
                  <a:gd name="connsiteX31" fmla="*/ 250643 w 310202"/>
                  <a:gd name="connsiteY31" fmla="*/ 144796 h 178211"/>
                  <a:gd name="connsiteX32" fmla="*/ 217142 w 310202"/>
                  <a:gd name="connsiteY32" fmla="*/ 178211 h 178211"/>
                  <a:gd name="connsiteX33" fmla="*/ 33502 w 310202"/>
                  <a:gd name="connsiteY33" fmla="*/ 178211 h 178211"/>
                  <a:gd name="connsiteX34" fmla="*/ 0 w 310202"/>
                  <a:gd name="connsiteY34" fmla="*/ 144796 h 178211"/>
                  <a:gd name="connsiteX35" fmla="*/ 0 w 310202"/>
                  <a:gd name="connsiteY35" fmla="*/ 33415 h 178211"/>
                  <a:gd name="connsiteX36" fmla="*/ 33502 w 310202"/>
                  <a:gd name="connsiteY36" fmla="*/ 0 h 178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310202" h="178211">
                    <a:moveTo>
                      <a:pt x="33564" y="17447"/>
                    </a:moveTo>
                    <a:cubicBezTo>
                      <a:pt x="23642" y="17447"/>
                      <a:pt x="17441" y="24860"/>
                      <a:pt x="17441" y="33510"/>
                    </a:cubicBezTo>
                    <a:lnTo>
                      <a:pt x="17441" y="144712"/>
                    </a:lnTo>
                    <a:cubicBezTo>
                      <a:pt x="17441" y="154597"/>
                      <a:pt x="23642" y="162010"/>
                      <a:pt x="33564" y="162010"/>
                    </a:cubicBezTo>
                    <a:lnTo>
                      <a:pt x="217110" y="162010"/>
                    </a:lnTo>
                    <a:cubicBezTo>
                      <a:pt x="225792" y="162010"/>
                      <a:pt x="234473" y="154597"/>
                      <a:pt x="234473" y="144712"/>
                    </a:cubicBezTo>
                    <a:lnTo>
                      <a:pt x="234473" y="122471"/>
                    </a:lnTo>
                    <a:cubicBezTo>
                      <a:pt x="234473" y="121236"/>
                      <a:pt x="235713" y="117529"/>
                      <a:pt x="238193" y="116293"/>
                    </a:cubicBezTo>
                    <a:cubicBezTo>
                      <a:pt x="239433" y="115058"/>
                      <a:pt x="243154" y="115058"/>
                      <a:pt x="245634" y="115058"/>
                    </a:cubicBezTo>
                    <a:lnTo>
                      <a:pt x="291521" y="132356"/>
                    </a:lnTo>
                    <a:lnTo>
                      <a:pt x="292761" y="132356"/>
                    </a:lnTo>
                    <a:lnTo>
                      <a:pt x="292761" y="131120"/>
                    </a:lnTo>
                    <a:lnTo>
                      <a:pt x="292761" y="45865"/>
                    </a:lnTo>
                    <a:lnTo>
                      <a:pt x="292761" y="44630"/>
                    </a:lnTo>
                    <a:cubicBezTo>
                      <a:pt x="291521" y="44630"/>
                      <a:pt x="291521" y="44630"/>
                      <a:pt x="291521" y="44630"/>
                    </a:cubicBezTo>
                    <a:lnTo>
                      <a:pt x="245634" y="65635"/>
                    </a:lnTo>
                    <a:cubicBezTo>
                      <a:pt x="243154" y="65635"/>
                      <a:pt x="239433" y="65635"/>
                      <a:pt x="238193" y="64399"/>
                    </a:cubicBezTo>
                    <a:cubicBezTo>
                      <a:pt x="235713" y="63164"/>
                      <a:pt x="234473" y="60692"/>
                      <a:pt x="234473" y="58221"/>
                    </a:cubicBezTo>
                    <a:lnTo>
                      <a:pt x="234473" y="33510"/>
                    </a:lnTo>
                    <a:cubicBezTo>
                      <a:pt x="234473" y="24860"/>
                      <a:pt x="225792" y="17447"/>
                      <a:pt x="217110" y="17447"/>
                    </a:cubicBezTo>
                    <a:close/>
                    <a:moveTo>
                      <a:pt x="33502" y="0"/>
                    </a:moveTo>
                    <a:lnTo>
                      <a:pt x="217142" y="0"/>
                    </a:lnTo>
                    <a:cubicBezTo>
                      <a:pt x="235754" y="0"/>
                      <a:pt x="250643" y="14851"/>
                      <a:pt x="250643" y="33415"/>
                    </a:cubicBezTo>
                    <a:lnTo>
                      <a:pt x="250643" y="44553"/>
                    </a:lnTo>
                    <a:lnTo>
                      <a:pt x="284145" y="28464"/>
                    </a:lnTo>
                    <a:cubicBezTo>
                      <a:pt x="290349" y="27227"/>
                      <a:pt x="296553" y="27227"/>
                      <a:pt x="301517" y="30939"/>
                    </a:cubicBezTo>
                    <a:cubicBezTo>
                      <a:pt x="306480" y="33415"/>
                      <a:pt x="310202" y="39602"/>
                      <a:pt x="310202" y="45790"/>
                    </a:cubicBezTo>
                    <a:lnTo>
                      <a:pt x="310202" y="131183"/>
                    </a:lnTo>
                    <a:cubicBezTo>
                      <a:pt x="310202" y="137371"/>
                      <a:pt x="306480" y="142321"/>
                      <a:pt x="302757" y="146034"/>
                    </a:cubicBezTo>
                    <a:cubicBezTo>
                      <a:pt x="296553" y="149747"/>
                      <a:pt x="290349" y="149747"/>
                      <a:pt x="285386" y="148509"/>
                    </a:cubicBezTo>
                    <a:lnTo>
                      <a:pt x="250643" y="134896"/>
                    </a:lnTo>
                    <a:lnTo>
                      <a:pt x="250643" y="144796"/>
                    </a:lnTo>
                    <a:cubicBezTo>
                      <a:pt x="250643" y="163360"/>
                      <a:pt x="235754" y="178211"/>
                      <a:pt x="217142" y="178211"/>
                    </a:cubicBezTo>
                    <a:lnTo>
                      <a:pt x="33502" y="178211"/>
                    </a:lnTo>
                    <a:cubicBezTo>
                      <a:pt x="14890" y="178211"/>
                      <a:pt x="0" y="163360"/>
                      <a:pt x="0" y="144796"/>
                    </a:cubicBezTo>
                    <a:lnTo>
                      <a:pt x="0" y="33415"/>
                    </a:lnTo>
                    <a:cubicBezTo>
                      <a:pt x="0" y="14851"/>
                      <a:pt x="14890" y="0"/>
                      <a:pt x="335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2B462962-563C-784C-ACEF-65C60ACC1005}"/>
                  </a:ext>
                </a:extLst>
              </p:cNvPr>
              <p:cNvSpPr/>
              <p:nvPr/>
            </p:nvSpPr>
            <p:spPr>
              <a:xfrm>
                <a:off x="8331859" y="9782900"/>
                <a:ext cx="396162" cy="1669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9" h="135">
                    <a:moveTo>
                      <a:pt x="319" y="72"/>
                    </a:moveTo>
                    <a:cubicBezTo>
                      <a:pt x="319" y="-19"/>
                      <a:pt x="0" y="-29"/>
                      <a:pt x="0" y="72"/>
                    </a:cubicBezTo>
                    <a:cubicBezTo>
                      <a:pt x="0" y="128"/>
                      <a:pt x="22" y="137"/>
                      <a:pt x="61" y="134"/>
                    </a:cubicBezTo>
                    <a:cubicBezTo>
                      <a:pt x="100" y="132"/>
                      <a:pt x="94" y="74"/>
                      <a:pt x="105" y="58"/>
                    </a:cubicBezTo>
                    <a:cubicBezTo>
                      <a:pt x="114" y="42"/>
                      <a:pt x="205" y="42"/>
                      <a:pt x="215" y="58"/>
                    </a:cubicBezTo>
                    <a:cubicBezTo>
                      <a:pt x="225" y="74"/>
                      <a:pt x="220" y="132"/>
                      <a:pt x="258" y="134"/>
                    </a:cubicBezTo>
                    <a:cubicBezTo>
                      <a:pt x="297" y="137"/>
                      <a:pt x="319" y="128"/>
                      <a:pt x="319" y="7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72" name="Freeform 671">
                <a:extLst>
                  <a:ext uri="{FF2B5EF4-FFF2-40B4-BE49-F238E27FC236}">
                    <a16:creationId xmlns:a16="http://schemas.microsoft.com/office/drawing/2014/main" id="{E47E7FEE-477A-3B4A-8D24-245A0E7DFBE8}"/>
                  </a:ext>
                </a:extLst>
              </p:cNvPr>
              <p:cNvSpPr/>
              <p:nvPr/>
            </p:nvSpPr>
            <p:spPr>
              <a:xfrm>
                <a:off x="8323138" y="9774177"/>
                <a:ext cx="413603" cy="184442"/>
              </a:xfrm>
              <a:custGeom>
                <a:avLst/>
                <a:gdLst>
                  <a:gd name="connsiteX0" fmla="*/ 199970 w 413603"/>
                  <a:gd name="connsiteY0" fmla="*/ 16201 h 184442"/>
                  <a:gd name="connsiteX1" fmla="*/ 70834 w 413603"/>
                  <a:gd name="connsiteY1" fmla="*/ 37213 h 184442"/>
                  <a:gd name="connsiteX2" fmla="*/ 18683 w 413603"/>
                  <a:gd name="connsiteY2" fmla="*/ 97778 h 184442"/>
                  <a:gd name="connsiteX3" fmla="*/ 33584 w 413603"/>
                  <a:gd name="connsiteY3" fmla="*/ 157107 h 184442"/>
                  <a:gd name="connsiteX4" fmla="*/ 84493 w 413603"/>
                  <a:gd name="connsiteY4" fmla="*/ 165759 h 184442"/>
                  <a:gd name="connsiteX5" fmla="*/ 121744 w 413603"/>
                  <a:gd name="connsiteY5" fmla="*/ 107666 h 184442"/>
                  <a:gd name="connsiteX6" fmla="*/ 131677 w 413603"/>
                  <a:gd name="connsiteY6" fmla="*/ 75530 h 184442"/>
                  <a:gd name="connsiteX7" fmla="*/ 207420 w 413603"/>
                  <a:gd name="connsiteY7" fmla="*/ 56990 h 184442"/>
                  <a:gd name="connsiteX8" fmla="*/ 281922 w 413603"/>
                  <a:gd name="connsiteY8" fmla="*/ 75530 h 184442"/>
                  <a:gd name="connsiteX9" fmla="*/ 291856 w 413603"/>
                  <a:gd name="connsiteY9" fmla="*/ 107666 h 184442"/>
                  <a:gd name="connsiteX10" fmla="*/ 329107 w 413603"/>
                  <a:gd name="connsiteY10" fmla="*/ 165759 h 184442"/>
                  <a:gd name="connsiteX11" fmla="*/ 381258 w 413603"/>
                  <a:gd name="connsiteY11" fmla="*/ 157107 h 184442"/>
                  <a:gd name="connsiteX12" fmla="*/ 396158 w 413603"/>
                  <a:gd name="connsiteY12" fmla="*/ 97778 h 184442"/>
                  <a:gd name="connsiteX13" fmla="*/ 199970 w 413603"/>
                  <a:gd name="connsiteY13" fmla="*/ 16201 h 184442"/>
                  <a:gd name="connsiteX14" fmla="*/ 199970 w 413603"/>
                  <a:gd name="connsiteY14" fmla="*/ 0 h 184442"/>
                  <a:gd name="connsiteX15" fmla="*/ 413603 w 413603"/>
                  <a:gd name="connsiteY15" fmla="*/ 97791 h 184442"/>
                  <a:gd name="connsiteX16" fmla="*/ 392488 w 413603"/>
                  <a:gd name="connsiteY16" fmla="*/ 168350 h 184442"/>
                  <a:gd name="connsiteX17" fmla="*/ 344048 w 413603"/>
                  <a:gd name="connsiteY17" fmla="*/ 184442 h 184442"/>
                  <a:gd name="connsiteX18" fmla="*/ 327901 w 413603"/>
                  <a:gd name="connsiteY18" fmla="*/ 183204 h 184442"/>
                  <a:gd name="connsiteX19" fmla="*/ 275735 w 413603"/>
                  <a:gd name="connsiteY19" fmla="*/ 110170 h 184442"/>
                  <a:gd name="connsiteX20" fmla="*/ 268283 w 413603"/>
                  <a:gd name="connsiteY20" fmla="*/ 84175 h 184442"/>
                  <a:gd name="connsiteX21" fmla="*/ 207423 w 413603"/>
                  <a:gd name="connsiteY21" fmla="*/ 74272 h 184442"/>
                  <a:gd name="connsiteX22" fmla="*/ 145320 w 413603"/>
                  <a:gd name="connsiteY22" fmla="*/ 84175 h 184442"/>
                  <a:gd name="connsiteX23" fmla="*/ 139110 w 413603"/>
                  <a:gd name="connsiteY23" fmla="*/ 110170 h 184442"/>
                  <a:gd name="connsiteX24" fmla="*/ 85702 w 413603"/>
                  <a:gd name="connsiteY24" fmla="*/ 183204 h 184442"/>
                  <a:gd name="connsiteX25" fmla="*/ 21115 w 413603"/>
                  <a:gd name="connsiteY25" fmla="*/ 168350 h 184442"/>
                  <a:gd name="connsiteX26" fmla="*/ 0 w 413603"/>
                  <a:gd name="connsiteY26" fmla="*/ 97791 h 184442"/>
                  <a:gd name="connsiteX27" fmla="*/ 64587 w 413603"/>
                  <a:gd name="connsiteY27" fmla="*/ 22282 h 184442"/>
                  <a:gd name="connsiteX28" fmla="*/ 199970 w 413603"/>
                  <a:gd name="connsiteY28" fmla="*/ 0 h 184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13603" h="184442">
                    <a:moveTo>
                      <a:pt x="199970" y="16201"/>
                    </a:moveTo>
                    <a:cubicBezTo>
                      <a:pt x="150303" y="16201"/>
                      <a:pt x="104360" y="23617"/>
                      <a:pt x="70834" y="37213"/>
                    </a:cubicBezTo>
                    <a:cubicBezTo>
                      <a:pt x="47242" y="48337"/>
                      <a:pt x="18683" y="66878"/>
                      <a:pt x="18683" y="97778"/>
                    </a:cubicBezTo>
                    <a:cubicBezTo>
                      <a:pt x="18683" y="127442"/>
                      <a:pt x="22408" y="145983"/>
                      <a:pt x="33584" y="157107"/>
                    </a:cubicBezTo>
                    <a:cubicBezTo>
                      <a:pt x="42275" y="165759"/>
                      <a:pt x="57176" y="168231"/>
                      <a:pt x="84493" y="165759"/>
                    </a:cubicBezTo>
                    <a:cubicBezTo>
                      <a:pt x="109327" y="164523"/>
                      <a:pt x="115535" y="139803"/>
                      <a:pt x="121744" y="107666"/>
                    </a:cubicBezTo>
                    <a:cubicBezTo>
                      <a:pt x="125469" y="94070"/>
                      <a:pt x="126710" y="82946"/>
                      <a:pt x="131677" y="75530"/>
                    </a:cubicBezTo>
                    <a:cubicBezTo>
                      <a:pt x="142852" y="59462"/>
                      <a:pt x="188795" y="56990"/>
                      <a:pt x="207420" y="56990"/>
                    </a:cubicBezTo>
                    <a:cubicBezTo>
                      <a:pt x="226046" y="56990"/>
                      <a:pt x="271989" y="59462"/>
                      <a:pt x="281922" y="75530"/>
                    </a:cubicBezTo>
                    <a:cubicBezTo>
                      <a:pt x="286889" y="82946"/>
                      <a:pt x="289372" y="94070"/>
                      <a:pt x="291856" y="107666"/>
                    </a:cubicBezTo>
                    <a:cubicBezTo>
                      <a:pt x="298064" y="139803"/>
                      <a:pt x="305514" y="164523"/>
                      <a:pt x="329107" y="165759"/>
                    </a:cubicBezTo>
                    <a:cubicBezTo>
                      <a:pt x="356424" y="168231"/>
                      <a:pt x="371324" y="165759"/>
                      <a:pt x="381258" y="157107"/>
                    </a:cubicBezTo>
                    <a:cubicBezTo>
                      <a:pt x="391191" y="145983"/>
                      <a:pt x="396158" y="127442"/>
                      <a:pt x="396158" y="97778"/>
                    </a:cubicBezTo>
                    <a:cubicBezTo>
                      <a:pt x="396158" y="47101"/>
                      <a:pt x="295581" y="16201"/>
                      <a:pt x="199970" y="16201"/>
                    </a:cubicBezTo>
                    <a:close/>
                    <a:moveTo>
                      <a:pt x="199970" y="0"/>
                    </a:moveTo>
                    <a:cubicBezTo>
                      <a:pt x="305545" y="0"/>
                      <a:pt x="413603" y="33422"/>
                      <a:pt x="413603" y="97791"/>
                    </a:cubicBezTo>
                    <a:cubicBezTo>
                      <a:pt x="413603" y="132452"/>
                      <a:pt x="406151" y="155971"/>
                      <a:pt x="392488" y="168350"/>
                    </a:cubicBezTo>
                    <a:cubicBezTo>
                      <a:pt x="380068" y="180728"/>
                      <a:pt x="361437" y="184442"/>
                      <a:pt x="344048" y="184442"/>
                    </a:cubicBezTo>
                    <a:cubicBezTo>
                      <a:pt x="339080" y="184442"/>
                      <a:pt x="334112" y="184442"/>
                      <a:pt x="327901" y="183204"/>
                    </a:cubicBezTo>
                    <a:cubicBezTo>
                      <a:pt x="289398" y="180728"/>
                      <a:pt x="280704" y="138641"/>
                      <a:pt x="275735" y="110170"/>
                    </a:cubicBezTo>
                    <a:cubicBezTo>
                      <a:pt x="273251" y="100267"/>
                      <a:pt x="270767" y="89126"/>
                      <a:pt x="268283" y="84175"/>
                    </a:cubicBezTo>
                    <a:cubicBezTo>
                      <a:pt x="265799" y="80461"/>
                      <a:pt x="245926" y="74272"/>
                      <a:pt x="207423" y="74272"/>
                    </a:cubicBezTo>
                    <a:cubicBezTo>
                      <a:pt x="168919" y="74272"/>
                      <a:pt x="147804" y="80461"/>
                      <a:pt x="145320" y="84175"/>
                    </a:cubicBezTo>
                    <a:cubicBezTo>
                      <a:pt x="142836" y="89126"/>
                      <a:pt x="141594" y="100267"/>
                      <a:pt x="139110" y="110170"/>
                    </a:cubicBezTo>
                    <a:cubicBezTo>
                      <a:pt x="132899" y="138641"/>
                      <a:pt x="125447" y="180728"/>
                      <a:pt x="85702" y="183204"/>
                    </a:cubicBezTo>
                    <a:cubicBezTo>
                      <a:pt x="62103" y="184442"/>
                      <a:pt x="37262" y="184442"/>
                      <a:pt x="21115" y="168350"/>
                    </a:cubicBezTo>
                    <a:cubicBezTo>
                      <a:pt x="7453" y="155971"/>
                      <a:pt x="0" y="132452"/>
                      <a:pt x="0" y="97791"/>
                    </a:cubicBezTo>
                    <a:cubicBezTo>
                      <a:pt x="0" y="65607"/>
                      <a:pt x="23599" y="39612"/>
                      <a:pt x="64587" y="22282"/>
                    </a:cubicBezTo>
                    <a:cubicBezTo>
                      <a:pt x="99364" y="8665"/>
                      <a:pt x="147804" y="0"/>
                      <a:pt x="1999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38" name="Freeform 537">
                <a:extLst>
                  <a:ext uri="{FF2B5EF4-FFF2-40B4-BE49-F238E27FC236}">
                    <a16:creationId xmlns:a16="http://schemas.microsoft.com/office/drawing/2014/main" id="{35ABF424-C07B-6F4C-9F5C-23D79D57D8F3}"/>
                  </a:ext>
                </a:extLst>
              </p:cNvPr>
              <p:cNvSpPr/>
              <p:nvPr/>
            </p:nvSpPr>
            <p:spPr>
              <a:xfrm>
                <a:off x="8958492" y="9791624"/>
                <a:ext cx="265354" cy="2068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4" h="167">
                    <a:moveTo>
                      <a:pt x="197" y="0"/>
                    </a:moveTo>
                    <a:lnTo>
                      <a:pt x="17" y="0"/>
                    </a:lnTo>
                    <a:cubicBezTo>
                      <a:pt x="7" y="0"/>
                      <a:pt x="0" y="8"/>
                      <a:pt x="0" y="18"/>
                    </a:cubicBezTo>
                    <a:lnTo>
                      <a:pt x="0" y="115"/>
                    </a:lnTo>
                    <a:cubicBezTo>
                      <a:pt x="0" y="125"/>
                      <a:pt x="7" y="133"/>
                      <a:pt x="17" y="133"/>
                    </a:cubicBezTo>
                    <a:lnTo>
                      <a:pt x="161" y="133"/>
                    </a:lnTo>
                    <a:lnTo>
                      <a:pt x="202" y="166"/>
                    </a:lnTo>
                    <a:cubicBezTo>
                      <a:pt x="207" y="169"/>
                      <a:pt x="214" y="166"/>
                      <a:pt x="214" y="160"/>
                    </a:cubicBezTo>
                    <a:lnTo>
                      <a:pt x="214" y="18"/>
                    </a:lnTo>
                    <a:cubicBezTo>
                      <a:pt x="214" y="8"/>
                      <a:pt x="206" y="0"/>
                      <a:pt x="19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73" name="Freeform 672">
                <a:extLst>
                  <a:ext uri="{FF2B5EF4-FFF2-40B4-BE49-F238E27FC236}">
                    <a16:creationId xmlns:a16="http://schemas.microsoft.com/office/drawing/2014/main" id="{A84F474C-4513-9F47-8D3A-92E48E16F2C1}"/>
                  </a:ext>
                </a:extLst>
              </p:cNvPr>
              <p:cNvSpPr/>
              <p:nvPr/>
            </p:nvSpPr>
            <p:spPr>
              <a:xfrm>
                <a:off x="8949771" y="9782900"/>
                <a:ext cx="282795" cy="224321"/>
              </a:xfrm>
              <a:custGeom>
                <a:avLst/>
                <a:gdLst>
                  <a:gd name="connsiteX0" fmla="*/ 29828 w 282795"/>
                  <a:gd name="connsiteY0" fmla="*/ 17447 h 224321"/>
                  <a:gd name="connsiteX1" fmla="*/ 16192 w 282795"/>
                  <a:gd name="connsiteY1" fmla="*/ 31066 h 224321"/>
                  <a:gd name="connsiteX2" fmla="*/ 16192 w 282795"/>
                  <a:gd name="connsiteY2" fmla="*/ 151160 h 224321"/>
                  <a:gd name="connsiteX3" fmla="*/ 29828 w 282795"/>
                  <a:gd name="connsiteY3" fmla="*/ 164779 h 224321"/>
                  <a:gd name="connsiteX4" fmla="*/ 208329 w 282795"/>
                  <a:gd name="connsiteY4" fmla="*/ 164779 h 224321"/>
                  <a:gd name="connsiteX5" fmla="*/ 214527 w 282795"/>
                  <a:gd name="connsiteY5" fmla="*/ 166017 h 224321"/>
                  <a:gd name="connsiteX6" fmla="*/ 265350 w 282795"/>
                  <a:gd name="connsiteY6" fmla="*/ 206874 h 224321"/>
                  <a:gd name="connsiteX7" fmla="*/ 265350 w 282795"/>
                  <a:gd name="connsiteY7" fmla="*/ 31066 h 224321"/>
                  <a:gd name="connsiteX8" fmla="*/ 252954 w 282795"/>
                  <a:gd name="connsiteY8" fmla="*/ 17447 h 224321"/>
                  <a:gd name="connsiteX9" fmla="*/ 29768 w 282795"/>
                  <a:gd name="connsiteY9" fmla="*/ 0 h 224321"/>
                  <a:gd name="connsiteX10" fmla="*/ 253027 w 282795"/>
                  <a:gd name="connsiteY10" fmla="*/ 0 h 224321"/>
                  <a:gd name="connsiteX11" fmla="*/ 282795 w 282795"/>
                  <a:gd name="connsiteY11" fmla="*/ 30984 h 224321"/>
                  <a:gd name="connsiteX12" fmla="*/ 282795 w 282795"/>
                  <a:gd name="connsiteY12" fmla="*/ 206970 h 224321"/>
                  <a:gd name="connsiteX13" fmla="*/ 272872 w 282795"/>
                  <a:gd name="connsiteY13" fmla="*/ 223082 h 224321"/>
                  <a:gd name="connsiteX14" fmla="*/ 265430 w 282795"/>
                  <a:gd name="connsiteY14" fmla="*/ 224321 h 224321"/>
                  <a:gd name="connsiteX15" fmla="*/ 254267 w 282795"/>
                  <a:gd name="connsiteY15" fmla="*/ 220603 h 224321"/>
                  <a:gd name="connsiteX16" fmla="*/ 205895 w 282795"/>
                  <a:gd name="connsiteY16" fmla="*/ 180944 h 224321"/>
                  <a:gd name="connsiteX17" fmla="*/ 29768 w 282795"/>
                  <a:gd name="connsiteY17" fmla="*/ 180944 h 224321"/>
                  <a:gd name="connsiteX18" fmla="*/ 0 w 282795"/>
                  <a:gd name="connsiteY18" fmla="*/ 151200 h 224321"/>
                  <a:gd name="connsiteX19" fmla="*/ 0 w 282795"/>
                  <a:gd name="connsiteY19" fmla="*/ 30984 h 224321"/>
                  <a:gd name="connsiteX20" fmla="*/ 29768 w 282795"/>
                  <a:gd name="connsiteY20" fmla="*/ 0 h 22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82795" h="224321">
                    <a:moveTo>
                      <a:pt x="29828" y="17447"/>
                    </a:moveTo>
                    <a:cubicBezTo>
                      <a:pt x="22390" y="17447"/>
                      <a:pt x="16192" y="22399"/>
                      <a:pt x="16192" y="31066"/>
                    </a:cubicBezTo>
                    <a:lnTo>
                      <a:pt x="16192" y="151160"/>
                    </a:lnTo>
                    <a:cubicBezTo>
                      <a:pt x="16192" y="158589"/>
                      <a:pt x="22390" y="164779"/>
                      <a:pt x="29828" y="164779"/>
                    </a:cubicBezTo>
                    <a:lnTo>
                      <a:pt x="208329" y="164779"/>
                    </a:lnTo>
                    <a:cubicBezTo>
                      <a:pt x="210808" y="164779"/>
                      <a:pt x="212048" y="164779"/>
                      <a:pt x="214527" y="166017"/>
                    </a:cubicBezTo>
                    <a:lnTo>
                      <a:pt x="265350" y="206874"/>
                    </a:lnTo>
                    <a:lnTo>
                      <a:pt x="265350" y="31066"/>
                    </a:lnTo>
                    <a:cubicBezTo>
                      <a:pt x="265350" y="22399"/>
                      <a:pt x="259152" y="17447"/>
                      <a:pt x="252954" y="17447"/>
                    </a:cubicBezTo>
                    <a:close/>
                    <a:moveTo>
                      <a:pt x="29768" y="0"/>
                    </a:moveTo>
                    <a:lnTo>
                      <a:pt x="253027" y="0"/>
                    </a:lnTo>
                    <a:cubicBezTo>
                      <a:pt x="269151" y="0"/>
                      <a:pt x="282795" y="13633"/>
                      <a:pt x="282795" y="30984"/>
                    </a:cubicBezTo>
                    <a:lnTo>
                      <a:pt x="282795" y="206970"/>
                    </a:lnTo>
                    <a:cubicBezTo>
                      <a:pt x="282795" y="214406"/>
                      <a:pt x="279074" y="220603"/>
                      <a:pt x="272872" y="223082"/>
                    </a:cubicBezTo>
                    <a:cubicBezTo>
                      <a:pt x="270392" y="224321"/>
                      <a:pt x="266671" y="224321"/>
                      <a:pt x="265430" y="224321"/>
                    </a:cubicBezTo>
                    <a:cubicBezTo>
                      <a:pt x="261709" y="224321"/>
                      <a:pt x="256748" y="223082"/>
                      <a:pt x="254267" y="220603"/>
                    </a:cubicBezTo>
                    <a:lnTo>
                      <a:pt x="205895" y="180944"/>
                    </a:lnTo>
                    <a:lnTo>
                      <a:pt x="29768" y="180944"/>
                    </a:lnTo>
                    <a:cubicBezTo>
                      <a:pt x="13644" y="180944"/>
                      <a:pt x="0" y="167311"/>
                      <a:pt x="0" y="151200"/>
                    </a:cubicBezTo>
                    <a:lnTo>
                      <a:pt x="0" y="30984"/>
                    </a:lnTo>
                    <a:cubicBezTo>
                      <a:pt x="0" y="13633"/>
                      <a:pt x="13644" y="0"/>
                      <a:pt x="297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41" name="Freeform 540">
                <a:extLst>
                  <a:ext uri="{FF2B5EF4-FFF2-40B4-BE49-F238E27FC236}">
                    <a16:creationId xmlns:a16="http://schemas.microsoft.com/office/drawing/2014/main" id="{73EC5F3A-E073-2B47-B483-CAB24D924AA9}"/>
                  </a:ext>
                </a:extLst>
              </p:cNvPr>
              <p:cNvSpPr/>
              <p:nvPr/>
            </p:nvSpPr>
            <p:spPr>
              <a:xfrm>
                <a:off x="9389532" y="9861413"/>
                <a:ext cx="47340" cy="473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" h="39">
                    <a:moveTo>
                      <a:pt x="39" y="20"/>
                    </a:moveTo>
                    <a:cubicBezTo>
                      <a:pt x="39" y="31"/>
                      <a:pt x="31" y="39"/>
                      <a:pt x="20" y="39"/>
                    </a:cubicBezTo>
                    <a:cubicBezTo>
                      <a:pt x="9" y="39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39" y="9"/>
                      <a:pt x="39" y="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74" name="Freeform 673">
                <a:extLst>
                  <a:ext uri="{FF2B5EF4-FFF2-40B4-BE49-F238E27FC236}">
                    <a16:creationId xmlns:a16="http://schemas.microsoft.com/office/drawing/2014/main" id="{03571133-42C4-6342-849D-E08741F1D70A}"/>
                  </a:ext>
                </a:extLst>
              </p:cNvPr>
              <p:cNvSpPr/>
              <p:nvPr/>
            </p:nvSpPr>
            <p:spPr>
              <a:xfrm>
                <a:off x="9380812" y="9853935"/>
                <a:ext cx="64781" cy="63558"/>
              </a:xfrm>
              <a:custGeom>
                <a:avLst/>
                <a:gdLst>
                  <a:gd name="connsiteX0" fmla="*/ 32991 w 64781"/>
                  <a:gd name="connsiteY0" fmla="*/ 16201 h 63558"/>
                  <a:gd name="connsiteX1" fmla="*/ 17444 w 64781"/>
                  <a:gd name="connsiteY1" fmla="*/ 31779 h 63558"/>
                  <a:gd name="connsiteX2" fmla="*/ 32991 w 64781"/>
                  <a:gd name="connsiteY2" fmla="*/ 47357 h 63558"/>
                  <a:gd name="connsiteX3" fmla="*/ 47343 w 64781"/>
                  <a:gd name="connsiteY3" fmla="*/ 31779 h 63558"/>
                  <a:gd name="connsiteX4" fmla="*/ 32991 w 64781"/>
                  <a:gd name="connsiteY4" fmla="*/ 16201 h 63558"/>
                  <a:gd name="connsiteX5" fmla="*/ 33002 w 64781"/>
                  <a:gd name="connsiteY5" fmla="*/ 0 h 63558"/>
                  <a:gd name="connsiteX6" fmla="*/ 64781 w 64781"/>
                  <a:gd name="connsiteY6" fmla="*/ 31779 h 63558"/>
                  <a:gd name="connsiteX7" fmla="*/ 33002 w 64781"/>
                  <a:gd name="connsiteY7" fmla="*/ 63558 h 63558"/>
                  <a:gd name="connsiteX8" fmla="*/ 0 w 64781"/>
                  <a:gd name="connsiteY8" fmla="*/ 31779 h 63558"/>
                  <a:gd name="connsiteX9" fmla="*/ 33002 w 64781"/>
                  <a:gd name="connsiteY9" fmla="*/ 0 h 63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781" h="63558">
                    <a:moveTo>
                      <a:pt x="32991" y="16201"/>
                    </a:moveTo>
                    <a:cubicBezTo>
                      <a:pt x="24620" y="16201"/>
                      <a:pt x="17444" y="22193"/>
                      <a:pt x="17444" y="31779"/>
                    </a:cubicBezTo>
                    <a:cubicBezTo>
                      <a:pt x="17444" y="38969"/>
                      <a:pt x="24620" y="47357"/>
                      <a:pt x="32991" y="47357"/>
                    </a:cubicBezTo>
                    <a:cubicBezTo>
                      <a:pt x="41363" y="47357"/>
                      <a:pt x="47343" y="38969"/>
                      <a:pt x="47343" y="31779"/>
                    </a:cubicBezTo>
                    <a:cubicBezTo>
                      <a:pt x="47343" y="22193"/>
                      <a:pt x="41363" y="16201"/>
                      <a:pt x="32991" y="16201"/>
                    </a:cubicBezTo>
                    <a:close/>
                    <a:moveTo>
                      <a:pt x="33002" y="0"/>
                    </a:moveTo>
                    <a:cubicBezTo>
                      <a:pt x="50114" y="0"/>
                      <a:pt x="64781" y="13445"/>
                      <a:pt x="64781" y="31779"/>
                    </a:cubicBezTo>
                    <a:cubicBezTo>
                      <a:pt x="64781" y="50113"/>
                      <a:pt x="50114" y="63558"/>
                      <a:pt x="33002" y="63558"/>
                    </a:cubicBezTo>
                    <a:cubicBezTo>
                      <a:pt x="14667" y="63558"/>
                      <a:pt x="0" y="50113"/>
                      <a:pt x="0" y="31779"/>
                    </a:cubicBezTo>
                    <a:cubicBezTo>
                      <a:pt x="0" y="13445"/>
                      <a:pt x="14667" y="0"/>
                      <a:pt x="330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52190C51-5727-DA4C-BCC8-F2001B8DAB0E}"/>
                  </a:ext>
                </a:extLst>
              </p:cNvPr>
              <p:cNvSpPr/>
              <p:nvPr/>
            </p:nvSpPr>
            <p:spPr>
              <a:xfrm>
                <a:off x="9517849" y="9861413"/>
                <a:ext cx="47340" cy="473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" h="39">
                    <a:moveTo>
                      <a:pt x="39" y="20"/>
                    </a:moveTo>
                    <a:cubicBezTo>
                      <a:pt x="39" y="31"/>
                      <a:pt x="31" y="39"/>
                      <a:pt x="20" y="39"/>
                    </a:cubicBezTo>
                    <a:cubicBezTo>
                      <a:pt x="9" y="39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39" y="9"/>
                      <a:pt x="39" y="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75" name="Freeform 674">
                <a:extLst>
                  <a:ext uri="{FF2B5EF4-FFF2-40B4-BE49-F238E27FC236}">
                    <a16:creationId xmlns:a16="http://schemas.microsoft.com/office/drawing/2014/main" id="{64E363BA-4C25-5F43-9F20-9C983FD7FEB3}"/>
                  </a:ext>
                </a:extLst>
              </p:cNvPr>
              <p:cNvSpPr/>
              <p:nvPr/>
            </p:nvSpPr>
            <p:spPr>
              <a:xfrm>
                <a:off x="9510377" y="9853935"/>
                <a:ext cx="63535" cy="63558"/>
              </a:xfrm>
              <a:custGeom>
                <a:avLst/>
                <a:gdLst>
                  <a:gd name="connsiteX0" fmla="*/ 31765 w 63535"/>
                  <a:gd name="connsiteY0" fmla="*/ 16201 h 63558"/>
                  <a:gd name="connsiteX1" fmla="*/ 16192 w 63535"/>
                  <a:gd name="connsiteY1" fmla="*/ 31779 h 63558"/>
                  <a:gd name="connsiteX2" fmla="*/ 31765 w 63535"/>
                  <a:gd name="connsiteY2" fmla="*/ 47357 h 63558"/>
                  <a:gd name="connsiteX3" fmla="*/ 47337 w 63535"/>
                  <a:gd name="connsiteY3" fmla="*/ 31779 h 63558"/>
                  <a:gd name="connsiteX4" fmla="*/ 31765 w 63535"/>
                  <a:gd name="connsiteY4" fmla="*/ 16201 h 63558"/>
                  <a:gd name="connsiteX5" fmla="*/ 31767 w 63535"/>
                  <a:gd name="connsiteY5" fmla="*/ 0 h 63558"/>
                  <a:gd name="connsiteX6" fmla="*/ 63535 w 63535"/>
                  <a:gd name="connsiteY6" fmla="*/ 31779 h 63558"/>
                  <a:gd name="connsiteX7" fmla="*/ 31767 w 63535"/>
                  <a:gd name="connsiteY7" fmla="*/ 63558 h 63558"/>
                  <a:gd name="connsiteX8" fmla="*/ 0 w 63535"/>
                  <a:gd name="connsiteY8" fmla="*/ 31779 h 63558"/>
                  <a:gd name="connsiteX9" fmla="*/ 31767 w 63535"/>
                  <a:gd name="connsiteY9" fmla="*/ 0 h 63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3535" h="63558">
                    <a:moveTo>
                      <a:pt x="31765" y="16201"/>
                    </a:moveTo>
                    <a:cubicBezTo>
                      <a:pt x="23379" y="16201"/>
                      <a:pt x="16192" y="22193"/>
                      <a:pt x="16192" y="31779"/>
                    </a:cubicBezTo>
                    <a:cubicBezTo>
                      <a:pt x="16192" y="38969"/>
                      <a:pt x="23379" y="47357"/>
                      <a:pt x="31765" y="47357"/>
                    </a:cubicBezTo>
                    <a:cubicBezTo>
                      <a:pt x="40150" y="47357"/>
                      <a:pt x="47337" y="38969"/>
                      <a:pt x="47337" y="31779"/>
                    </a:cubicBezTo>
                    <a:cubicBezTo>
                      <a:pt x="47337" y="22193"/>
                      <a:pt x="40150" y="16201"/>
                      <a:pt x="31765" y="16201"/>
                    </a:cubicBezTo>
                    <a:close/>
                    <a:moveTo>
                      <a:pt x="31767" y="0"/>
                    </a:moveTo>
                    <a:cubicBezTo>
                      <a:pt x="48873" y="0"/>
                      <a:pt x="63535" y="13445"/>
                      <a:pt x="63535" y="31779"/>
                    </a:cubicBezTo>
                    <a:cubicBezTo>
                      <a:pt x="63535" y="50113"/>
                      <a:pt x="48873" y="63558"/>
                      <a:pt x="31767" y="63558"/>
                    </a:cubicBezTo>
                    <a:cubicBezTo>
                      <a:pt x="13440" y="63558"/>
                      <a:pt x="0" y="50113"/>
                      <a:pt x="0" y="31779"/>
                    </a:cubicBezTo>
                    <a:cubicBezTo>
                      <a:pt x="0" y="13445"/>
                      <a:pt x="13440" y="0"/>
                      <a:pt x="317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47" name="Freeform 546">
                <a:extLst>
                  <a:ext uri="{FF2B5EF4-FFF2-40B4-BE49-F238E27FC236}">
                    <a16:creationId xmlns:a16="http://schemas.microsoft.com/office/drawing/2014/main" id="{F8AB2EFB-3025-4446-8DD0-09F635554FB3}"/>
                  </a:ext>
                </a:extLst>
              </p:cNvPr>
              <p:cNvSpPr/>
              <p:nvPr/>
            </p:nvSpPr>
            <p:spPr>
              <a:xfrm>
                <a:off x="9646165" y="9861413"/>
                <a:ext cx="47340" cy="473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" h="39">
                    <a:moveTo>
                      <a:pt x="39" y="20"/>
                    </a:moveTo>
                    <a:cubicBezTo>
                      <a:pt x="39" y="31"/>
                      <a:pt x="31" y="39"/>
                      <a:pt x="20" y="39"/>
                    </a:cubicBezTo>
                    <a:cubicBezTo>
                      <a:pt x="9" y="39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39" y="9"/>
                      <a:pt x="39" y="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76" name="Freeform 675">
                <a:extLst>
                  <a:ext uri="{FF2B5EF4-FFF2-40B4-BE49-F238E27FC236}">
                    <a16:creationId xmlns:a16="http://schemas.microsoft.com/office/drawing/2014/main" id="{0B78A2B0-65D5-0D45-BD0B-9AC2894E3774}"/>
                  </a:ext>
                </a:extLst>
              </p:cNvPr>
              <p:cNvSpPr/>
              <p:nvPr/>
            </p:nvSpPr>
            <p:spPr>
              <a:xfrm>
                <a:off x="9637445" y="9853935"/>
                <a:ext cx="64781" cy="63558"/>
              </a:xfrm>
              <a:custGeom>
                <a:avLst/>
                <a:gdLst>
                  <a:gd name="connsiteX0" fmla="*/ 33017 w 64781"/>
                  <a:gd name="connsiteY0" fmla="*/ 16201 h 63558"/>
                  <a:gd name="connsiteX1" fmla="*/ 17444 w 64781"/>
                  <a:gd name="connsiteY1" fmla="*/ 31779 h 63558"/>
                  <a:gd name="connsiteX2" fmla="*/ 33017 w 64781"/>
                  <a:gd name="connsiteY2" fmla="*/ 47357 h 63558"/>
                  <a:gd name="connsiteX3" fmla="*/ 48589 w 64781"/>
                  <a:gd name="connsiteY3" fmla="*/ 31779 h 63558"/>
                  <a:gd name="connsiteX4" fmla="*/ 33017 w 64781"/>
                  <a:gd name="connsiteY4" fmla="*/ 16201 h 63558"/>
                  <a:gd name="connsiteX5" fmla="*/ 33002 w 64781"/>
                  <a:gd name="connsiteY5" fmla="*/ 0 h 63558"/>
                  <a:gd name="connsiteX6" fmla="*/ 64781 w 64781"/>
                  <a:gd name="connsiteY6" fmla="*/ 31779 h 63558"/>
                  <a:gd name="connsiteX7" fmla="*/ 33002 w 64781"/>
                  <a:gd name="connsiteY7" fmla="*/ 63558 h 63558"/>
                  <a:gd name="connsiteX8" fmla="*/ 0 w 64781"/>
                  <a:gd name="connsiteY8" fmla="*/ 31779 h 63558"/>
                  <a:gd name="connsiteX9" fmla="*/ 33002 w 64781"/>
                  <a:gd name="connsiteY9" fmla="*/ 0 h 63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781" h="63558">
                    <a:moveTo>
                      <a:pt x="33017" y="16201"/>
                    </a:moveTo>
                    <a:cubicBezTo>
                      <a:pt x="24631" y="16201"/>
                      <a:pt x="17444" y="22193"/>
                      <a:pt x="17444" y="31779"/>
                    </a:cubicBezTo>
                    <a:cubicBezTo>
                      <a:pt x="17444" y="38969"/>
                      <a:pt x="24631" y="47357"/>
                      <a:pt x="33017" y="47357"/>
                    </a:cubicBezTo>
                    <a:cubicBezTo>
                      <a:pt x="41402" y="47357"/>
                      <a:pt x="48589" y="38969"/>
                      <a:pt x="48589" y="31779"/>
                    </a:cubicBezTo>
                    <a:cubicBezTo>
                      <a:pt x="48589" y="22193"/>
                      <a:pt x="41402" y="16201"/>
                      <a:pt x="33017" y="16201"/>
                    </a:cubicBezTo>
                    <a:close/>
                    <a:moveTo>
                      <a:pt x="33002" y="0"/>
                    </a:moveTo>
                    <a:cubicBezTo>
                      <a:pt x="50114" y="0"/>
                      <a:pt x="64781" y="13445"/>
                      <a:pt x="64781" y="31779"/>
                    </a:cubicBezTo>
                    <a:cubicBezTo>
                      <a:pt x="64781" y="50113"/>
                      <a:pt x="50114" y="63558"/>
                      <a:pt x="33002" y="63558"/>
                    </a:cubicBezTo>
                    <a:cubicBezTo>
                      <a:pt x="14667" y="63558"/>
                      <a:pt x="0" y="50113"/>
                      <a:pt x="0" y="31779"/>
                    </a:cubicBezTo>
                    <a:cubicBezTo>
                      <a:pt x="0" y="13445"/>
                      <a:pt x="14667" y="0"/>
                      <a:pt x="330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A4ECFDF2-03CD-5847-BEC2-2D33CFFEC033}"/>
                  </a:ext>
                </a:extLst>
              </p:cNvPr>
              <p:cNvSpPr/>
              <p:nvPr/>
            </p:nvSpPr>
            <p:spPr>
              <a:xfrm>
                <a:off x="6182868" y="9311826"/>
                <a:ext cx="958014" cy="922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70" h="75">
                    <a:moveTo>
                      <a:pt x="732" y="75"/>
                    </a:moveTo>
                    <a:lnTo>
                      <a:pt x="385" y="75"/>
                    </a:lnTo>
                    <a:lnTo>
                      <a:pt x="38" y="75"/>
                    </a:lnTo>
                    <a:cubicBezTo>
                      <a:pt x="28" y="75"/>
                      <a:pt x="18" y="71"/>
                      <a:pt x="11" y="64"/>
                    </a:cubicBezTo>
                    <a:cubicBezTo>
                      <a:pt x="4" y="57"/>
                      <a:pt x="0" y="48"/>
                      <a:pt x="0" y="38"/>
                    </a:cubicBezTo>
                    <a:cubicBezTo>
                      <a:pt x="0" y="27"/>
                      <a:pt x="4" y="17"/>
                      <a:pt x="11" y="11"/>
                    </a:cubicBezTo>
                    <a:cubicBezTo>
                      <a:pt x="18" y="4"/>
                      <a:pt x="28" y="0"/>
                      <a:pt x="38" y="0"/>
                    </a:cubicBezTo>
                    <a:lnTo>
                      <a:pt x="385" y="0"/>
                    </a:lnTo>
                    <a:lnTo>
                      <a:pt x="732" y="0"/>
                    </a:lnTo>
                    <a:cubicBezTo>
                      <a:pt x="742" y="0"/>
                      <a:pt x="752" y="4"/>
                      <a:pt x="759" y="11"/>
                    </a:cubicBezTo>
                    <a:cubicBezTo>
                      <a:pt x="765" y="17"/>
                      <a:pt x="770" y="27"/>
                      <a:pt x="770" y="38"/>
                    </a:cubicBezTo>
                    <a:cubicBezTo>
                      <a:pt x="770" y="48"/>
                      <a:pt x="765" y="57"/>
                      <a:pt x="759" y="64"/>
                    </a:cubicBezTo>
                    <a:cubicBezTo>
                      <a:pt x="752" y="71"/>
                      <a:pt x="742" y="75"/>
                      <a:pt x="732" y="75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77" name="Freeform 676">
                <a:extLst>
                  <a:ext uri="{FF2B5EF4-FFF2-40B4-BE49-F238E27FC236}">
                    <a16:creationId xmlns:a16="http://schemas.microsoft.com/office/drawing/2014/main" id="{CAE0D771-B646-814D-BF36-0505E2B8736B}"/>
                  </a:ext>
                </a:extLst>
              </p:cNvPr>
              <p:cNvSpPr/>
              <p:nvPr/>
            </p:nvSpPr>
            <p:spPr>
              <a:xfrm>
                <a:off x="6174147" y="9303102"/>
                <a:ext cx="974209" cy="109668"/>
              </a:xfrm>
              <a:custGeom>
                <a:avLst/>
                <a:gdLst>
                  <a:gd name="connsiteX0" fmla="*/ 56010 w 974209"/>
                  <a:gd name="connsiteY0" fmla="*/ 16201 h 109668"/>
                  <a:gd name="connsiteX1" fmla="*/ 28639 w 974209"/>
                  <a:gd name="connsiteY1" fmla="*/ 28462 h 109668"/>
                  <a:gd name="connsiteX2" fmla="*/ 17441 w 974209"/>
                  <a:gd name="connsiteY2" fmla="*/ 55437 h 109668"/>
                  <a:gd name="connsiteX3" fmla="*/ 28639 w 974209"/>
                  <a:gd name="connsiteY3" fmla="*/ 82412 h 109668"/>
                  <a:gd name="connsiteX4" fmla="*/ 56010 w 974209"/>
                  <a:gd name="connsiteY4" fmla="*/ 92221 h 109668"/>
                  <a:gd name="connsiteX5" fmla="*/ 919446 w 974209"/>
                  <a:gd name="connsiteY5" fmla="*/ 92221 h 109668"/>
                  <a:gd name="connsiteX6" fmla="*/ 946817 w 974209"/>
                  <a:gd name="connsiteY6" fmla="*/ 82412 h 109668"/>
                  <a:gd name="connsiteX7" fmla="*/ 958014 w 974209"/>
                  <a:gd name="connsiteY7" fmla="*/ 55437 h 109668"/>
                  <a:gd name="connsiteX8" fmla="*/ 946817 w 974209"/>
                  <a:gd name="connsiteY8" fmla="*/ 28462 h 109668"/>
                  <a:gd name="connsiteX9" fmla="*/ 919446 w 974209"/>
                  <a:gd name="connsiteY9" fmla="*/ 16201 h 109668"/>
                  <a:gd name="connsiteX10" fmla="*/ 55989 w 974209"/>
                  <a:gd name="connsiteY10" fmla="*/ 0 h 109668"/>
                  <a:gd name="connsiteX11" fmla="*/ 919464 w 974209"/>
                  <a:gd name="connsiteY11" fmla="*/ 0 h 109668"/>
                  <a:gd name="connsiteX12" fmla="*/ 959279 w 974209"/>
                  <a:gd name="connsiteY12" fmla="*/ 16019 h 109668"/>
                  <a:gd name="connsiteX13" fmla="*/ 974209 w 974209"/>
                  <a:gd name="connsiteY13" fmla="*/ 55450 h 109668"/>
                  <a:gd name="connsiteX14" fmla="*/ 959279 w 974209"/>
                  <a:gd name="connsiteY14" fmla="*/ 93649 h 109668"/>
                  <a:gd name="connsiteX15" fmla="*/ 919464 w 974209"/>
                  <a:gd name="connsiteY15" fmla="*/ 109668 h 109668"/>
                  <a:gd name="connsiteX16" fmla="*/ 55989 w 974209"/>
                  <a:gd name="connsiteY16" fmla="*/ 109668 h 109668"/>
                  <a:gd name="connsiteX17" fmla="*/ 17419 w 974209"/>
                  <a:gd name="connsiteY17" fmla="*/ 93649 h 109668"/>
                  <a:gd name="connsiteX18" fmla="*/ 0 w 974209"/>
                  <a:gd name="connsiteY18" fmla="*/ 55450 h 109668"/>
                  <a:gd name="connsiteX19" fmla="*/ 17419 w 974209"/>
                  <a:gd name="connsiteY19" fmla="*/ 16019 h 109668"/>
                  <a:gd name="connsiteX20" fmla="*/ 55989 w 974209"/>
                  <a:gd name="connsiteY20" fmla="*/ 0 h 109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74209" h="109668">
                    <a:moveTo>
                      <a:pt x="56010" y="16201"/>
                    </a:moveTo>
                    <a:cubicBezTo>
                      <a:pt x="46057" y="16201"/>
                      <a:pt x="36103" y="21106"/>
                      <a:pt x="28639" y="28462"/>
                    </a:cubicBezTo>
                    <a:cubicBezTo>
                      <a:pt x="21174" y="34593"/>
                      <a:pt x="17441" y="44402"/>
                      <a:pt x="17441" y="55437"/>
                    </a:cubicBezTo>
                    <a:cubicBezTo>
                      <a:pt x="17441" y="65246"/>
                      <a:pt x="21174" y="73829"/>
                      <a:pt x="28639" y="82412"/>
                    </a:cubicBezTo>
                    <a:cubicBezTo>
                      <a:pt x="36103" y="88543"/>
                      <a:pt x="46057" y="92221"/>
                      <a:pt x="56010" y="92221"/>
                    </a:cubicBezTo>
                    <a:lnTo>
                      <a:pt x="919446" y="92221"/>
                    </a:lnTo>
                    <a:cubicBezTo>
                      <a:pt x="929399" y="92221"/>
                      <a:pt x="939352" y="88543"/>
                      <a:pt x="946817" y="82412"/>
                    </a:cubicBezTo>
                    <a:cubicBezTo>
                      <a:pt x="953038" y="73829"/>
                      <a:pt x="958014" y="65246"/>
                      <a:pt x="958014" y="55437"/>
                    </a:cubicBezTo>
                    <a:cubicBezTo>
                      <a:pt x="958014" y="44402"/>
                      <a:pt x="953038" y="34593"/>
                      <a:pt x="946817" y="28462"/>
                    </a:cubicBezTo>
                    <a:cubicBezTo>
                      <a:pt x="939352" y="21106"/>
                      <a:pt x="929399" y="16201"/>
                      <a:pt x="919446" y="16201"/>
                    </a:cubicBezTo>
                    <a:close/>
                    <a:moveTo>
                      <a:pt x="55989" y="0"/>
                    </a:moveTo>
                    <a:lnTo>
                      <a:pt x="919464" y="0"/>
                    </a:lnTo>
                    <a:cubicBezTo>
                      <a:pt x="934395" y="0"/>
                      <a:pt x="948081" y="4929"/>
                      <a:pt x="959279" y="16019"/>
                    </a:cubicBezTo>
                    <a:cubicBezTo>
                      <a:pt x="969232" y="25877"/>
                      <a:pt x="974209" y="39431"/>
                      <a:pt x="974209" y="55450"/>
                    </a:cubicBezTo>
                    <a:cubicBezTo>
                      <a:pt x="974209" y="69005"/>
                      <a:pt x="969232" y="82559"/>
                      <a:pt x="959279" y="93649"/>
                    </a:cubicBezTo>
                    <a:cubicBezTo>
                      <a:pt x="948081" y="103507"/>
                      <a:pt x="934395" y="109668"/>
                      <a:pt x="919464" y="109668"/>
                    </a:cubicBezTo>
                    <a:lnTo>
                      <a:pt x="55989" y="109668"/>
                    </a:lnTo>
                    <a:cubicBezTo>
                      <a:pt x="41059" y="109668"/>
                      <a:pt x="27373" y="103507"/>
                      <a:pt x="17419" y="93649"/>
                    </a:cubicBezTo>
                    <a:cubicBezTo>
                      <a:pt x="6221" y="82559"/>
                      <a:pt x="0" y="69005"/>
                      <a:pt x="0" y="55450"/>
                    </a:cubicBezTo>
                    <a:cubicBezTo>
                      <a:pt x="0" y="39431"/>
                      <a:pt x="6221" y="25877"/>
                      <a:pt x="17419" y="16019"/>
                    </a:cubicBezTo>
                    <a:cubicBezTo>
                      <a:pt x="27373" y="4929"/>
                      <a:pt x="41059" y="0"/>
                      <a:pt x="559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45369A3E-FC6E-414B-B269-4411B7CF240D}"/>
                  </a:ext>
                </a:extLst>
              </p:cNvPr>
              <p:cNvSpPr/>
              <p:nvPr/>
            </p:nvSpPr>
            <p:spPr>
              <a:xfrm>
                <a:off x="6174147" y="9507484"/>
                <a:ext cx="42606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3" h="14">
                    <a:moveTo>
                      <a:pt x="336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336" y="0"/>
                    </a:lnTo>
                    <a:cubicBezTo>
                      <a:pt x="340" y="0"/>
                      <a:pt x="343" y="3"/>
                      <a:pt x="343" y="7"/>
                    </a:cubicBezTo>
                    <a:cubicBezTo>
                      <a:pt x="343" y="11"/>
                      <a:pt x="340" y="14"/>
                      <a:pt x="33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4" name="Freeform 553">
                <a:extLst>
                  <a:ext uri="{FF2B5EF4-FFF2-40B4-BE49-F238E27FC236}">
                    <a16:creationId xmlns:a16="http://schemas.microsoft.com/office/drawing/2014/main" id="{32F94B1A-0C33-F545-AE47-B0DCCC61D554}"/>
                  </a:ext>
                </a:extLst>
              </p:cNvPr>
              <p:cNvSpPr/>
              <p:nvPr/>
            </p:nvSpPr>
            <p:spPr>
              <a:xfrm>
                <a:off x="10067246" y="7916049"/>
                <a:ext cx="830943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8" h="14">
                    <a:moveTo>
                      <a:pt x="661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4"/>
                      <a:pt x="3" y="0"/>
                      <a:pt x="6" y="0"/>
                    </a:cubicBezTo>
                    <a:lnTo>
                      <a:pt x="661" y="0"/>
                    </a:lnTo>
                    <a:cubicBezTo>
                      <a:pt x="665" y="0"/>
                      <a:pt x="668" y="4"/>
                      <a:pt x="668" y="7"/>
                    </a:cubicBezTo>
                    <a:cubicBezTo>
                      <a:pt x="668" y="11"/>
                      <a:pt x="665" y="14"/>
                      <a:pt x="661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5" name="Freeform 554">
                <a:extLst>
                  <a:ext uri="{FF2B5EF4-FFF2-40B4-BE49-F238E27FC236}">
                    <a16:creationId xmlns:a16="http://schemas.microsoft.com/office/drawing/2014/main" id="{D091A71E-AF46-984C-AF56-5FDD4EBB79D3}"/>
                  </a:ext>
                </a:extLst>
              </p:cNvPr>
              <p:cNvSpPr/>
              <p:nvPr/>
            </p:nvSpPr>
            <p:spPr>
              <a:xfrm>
                <a:off x="10432263" y="8051888"/>
                <a:ext cx="465926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5" h="14">
                    <a:moveTo>
                      <a:pt x="368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4"/>
                      <a:pt x="3" y="0"/>
                      <a:pt x="6" y="0"/>
                    </a:cubicBezTo>
                    <a:lnTo>
                      <a:pt x="368" y="0"/>
                    </a:lnTo>
                    <a:cubicBezTo>
                      <a:pt x="372" y="0"/>
                      <a:pt x="375" y="4"/>
                      <a:pt x="375" y="7"/>
                    </a:cubicBezTo>
                    <a:cubicBezTo>
                      <a:pt x="375" y="11"/>
                      <a:pt x="372" y="14"/>
                      <a:pt x="368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6" name="Freeform 555">
                <a:extLst>
                  <a:ext uri="{FF2B5EF4-FFF2-40B4-BE49-F238E27FC236}">
                    <a16:creationId xmlns:a16="http://schemas.microsoft.com/office/drawing/2014/main" id="{FC3F1F9B-715B-4343-9722-BFA8DFA41C1B}"/>
                  </a:ext>
                </a:extLst>
              </p:cNvPr>
              <p:cNvSpPr/>
              <p:nvPr/>
            </p:nvSpPr>
            <p:spPr>
              <a:xfrm>
                <a:off x="6126807" y="6815628"/>
                <a:ext cx="1993267" cy="16898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01" h="1357">
                    <a:moveTo>
                      <a:pt x="1514" y="514"/>
                    </a:moveTo>
                    <a:cubicBezTo>
                      <a:pt x="1514" y="514"/>
                      <a:pt x="1387" y="555"/>
                      <a:pt x="1103" y="876"/>
                    </a:cubicBezTo>
                    <a:cubicBezTo>
                      <a:pt x="1103" y="876"/>
                      <a:pt x="723" y="413"/>
                      <a:pt x="615" y="245"/>
                    </a:cubicBezTo>
                    <a:cubicBezTo>
                      <a:pt x="615" y="245"/>
                      <a:pt x="620" y="131"/>
                      <a:pt x="509" y="61"/>
                    </a:cubicBezTo>
                    <a:cubicBezTo>
                      <a:pt x="398" y="-7"/>
                      <a:pt x="256" y="-14"/>
                      <a:pt x="270" y="18"/>
                    </a:cubicBezTo>
                    <a:cubicBezTo>
                      <a:pt x="284" y="49"/>
                      <a:pt x="337" y="82"/>
                      <a:pt x="359" y="91"/>
                    </a:cubicBezTo>
                    <a:cubicBezTo>
                      <a:pt x="381" y="100"/>
                      <a:pt x="395" y="122"/>
                      <a:pt x="395" y="122"/>
                    </a:cubicBezTo>
                    <a:cubicBezTo>
                      <a:pt x="395" y="122"/>
                      <a:pt x="244" y="185"/>
                      <a:pt x="220" y="175"/>
                    </a:cubicBezTo>
                    <a:cubicBezTo>
                      <a:pt x="220" y="175"/>
                      <a:pt x="66" y="134"/>
                      <a:pt x="107" y="205"/>
                    </a:cubicBezTo>
                    <a:cubicBezTo>
                      <a:pt x="107" y="205"/>
                      <a:pt x="34" y="208"/>
                      <a:pt x="34" y="248"/>
                    </a:cubicBezTo>
                    <a:cubicBezTo>
                      <a:pt x="34" y="248"/>
                      <a:pt x="-43" y="274"/>
                      <a:pt x="34" y="306"/>
                    </a:cubicBezTo>
                    <a:cubicBezTo>
                      <a:pt x="111" y="337"/>
                      <a:pt x="171" y="354"/>
                      <a:pt x="197" y="355"/>
                    </a:cubicBezTo>
                    <a:cubicBezTo>
                      <a:pt x="225" y="356"/>
                      <a:pt x="391" y="325"/>
                      <a:pt x="399" y="332"/>
                    </a:cubicBezTo>
                    <a:cubicBezTo>
                      <a:pt x="407" y="341"/>
                      <a:pt x="601" y="689"/>
                      <a:pt x="669" y="813"/>
                    </a:cubicBezTo>
                    <a:cubicBezTo>
                      <a:pt x="737" y="937"/>
                      <a:pt x="934" y="1308"/>
                      <a:pt x="1094" y="1353"/>
                    </a:cubicBezTo>
                    <a:cubicBezTo>
                      <a:pt x="1256" y="1397"/>
                      <a:pt x="1564" y="1047"/>
                      <a:pt x="1564" y="1047"/>
                    </a:cubicBezTo>
                    <a:cubicBezTo>
                      <a:pt x="1564" y="1047"/>
                      <a:pt x="1675" y="605"/>
                      <a:pt x="1514" y="51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78" name="Freeform 677">
                <a:extLst>
                  <a:ext uri="{FF2B5EF4-FFF2-40B4-BE49-F238E27FC236}">
                    <a16:creationId xmlns:a16="http://schemas.microsoft.com/office/drawing/2014/main" id="{F1D43E25-D87D-BB46-853E-0C1E1CEF7723}"/>
                  </a:ext>
                </a:extLst>
              </p:cNvPr>
              <p:cNvSpPr/>
              <p:nvPr/>
            </p:nvSpPr>
            <p:spPr>
              <a:xfrm>
                <a:off x="6118021" y="6806605"/>
                <a:ext cx="2011045" cy="1707634"/>
              </a:xfrm>
              <a:custGeom>
                <a:avLst/>
                <a:gdLst>
                  <a:gd name="connsiteX0" fmla="*/ 389608 w 2011045"/>
                  <a:gd name="connsiteY0" fmla="*/ 16307 h 1707634"/>
                  <a:gd name="connsiteX1" fmla="*/ 353658 w 2011045"/>
                  <a:gd name="connsiteY1" fmla="*/ 23973 h 1707634"/>
                  <a:gd name="connsiteX2" fmla="*/ 352413 w 2011045"/>
                  <a:gd name="connsiteY2" fmla="*/ 26464 h 1707634"/>
                  <a:gd name="connsiteX3" fmla="*/ 458239 w 2011045"/>
                  <a:gd name="connsiteY3" fmla="*/ 114880 h 1707634"/>
                  <a:gd name="connsiteX4" fmla="*/ 506794 w 2011045"/>
                  <a:gd name="connsiteY4" fmla="*/ 154730 h 1707634"/>
                  <a:gd name="connsiteX5" fmla="*/ 508039 w 2011045"/>
                  <a:gd name="connsiteY5" fmla="*/ 162202 h 1707634"/>
                  <a:gd name="connsiteX6" fmla="*/ 503059 w 2011045"/>
                  <a:gd name="connsiteY6" fmla="*/ 168428 h 1707634"/>
                  <a:gd name="connsiteX7" fmla="*/ 280203 w 2011045"/>
                  <a:gd name="connsiteY7" fmla="*/ 234429 h 1707634"/>
                  <a:gd name="connsiteX8" fmla="*/ 144497 w 2011045"/>
                  <a:gd name="connsiteY8" fmla="*/ 230693 h 1707634"/>
                  <a:gd name="connsiteX9" fmla="*/ 149477 w 2011045"/>
                  <a:gd name="connsiteY9" fmla="*/ 260580 h 1707634"/>
                  <a:gd name="connsiteX10" fmla="*/ 149477 w 2011045"/>
                  <a:gd name="connsiteY10" fmla="*/ 269298 h 1707634"/>
                  <a:gd name="connsiteX11" fmla="*/ 142007 w 2011045"/>
                  <a:gd name="connsiteY11" fmla="*/ 273033 h 1707634"/>
                  <a:gd name="connsiteX12" fmla="*/ 58591 w 2011045"/>
                  <a:gd name="connsiteY12" fmla="*/ 317864 h 1707634"/>
                  <a:gd name="connsiteX13" fmla="*/ 53611 w 2011045"/>
                  <a:gd name="connsiteY13" fmla="*/ 325336 h 1707634"/>
                  <a:gd name="connsiteX14" fmla="*/ 16261 w 2011045"/>
                  <a:gd name="connsiteY14" fmla="*/ 353978 h 1707634"/>
                  <a:gd name="connsiteX15" fmla="*/ 53611 w 2011045"/>
                  <a:gd name="connsiteY15" fmla="*/ 382620 h 1707634"/>
                  <a:gd name="connsiteX16" fmla="*/ 255303 w 2011045"/>
                  <a:gd name="connsiteY16" fmla="*/ 442395 h 1707634"/>
                  <a:gd name="connsiteX17" fmla="*/ 364863 w 2011045"/>
                  <a:gd name="connsiteY17" fmla="*/ 428696 h 1707634"/>
                  <a:gd name="connsiteX18" fmla="*/ 494344 w 2011045"/>
                  <a:gd name="connsiteY18" fmla="*/ 413753 h 1707634"/>
                  <a:gd name="connsiteX19" fmla="*/ 511774 w 2011045"/>
                  <a:gd name="connsiteY19" fmla="*/ 417489 h 1707634"/>
                  <a:gd name="connsiteX20" fmla="*/ 850416 w 2011045"/>
                  <a:gd name="connsiteY20" fmla="*/ 1016479 h 1707634"/>
                  <a:gd name="connsiteX21" fmla="*/ 861621 w 2011045"/>
                  <a:gd name="connsiteY21" fmla="*/ 1038894 h 1707634"/>
                  <a:gd name="connsiteX22" fmla="*/ 1373319 w 2011045"/>
                  <a:gd name="connsiteY22" fmla="*/ 1685206 h 1707634"/>
                  <a:gd name="connsiteX23" fmla="*/ 1948512 w 2011045"/>
                  <a:gd name="connsiteY23" fmla="*/ 1307879 h 1707634"/>
                  <a:gd name="connsiteX24" fmla="*/ 1892487 w 2011045"/>
                  <a:gd name="connsiteY24" fmla="*/ 657832 h 1707634"/>
                  <a:gd name="connsiteX25" fmla="*/ 1772966 w 2011045"/>
                  <a:gd name="connsiteY25" fmla="*/ 732550 h 1707634"/>
                  <a:gd name="connsiteX26" fmla="*/ 1388259 w 2011045"/>
                  <a:gd name="connsiteY26" fmla="*/ 1104895 h 1707634"/>
                  <a:gd name="connsiteX27" fmla="*/ 1380789 w 2011045"/>
                  <a:gd name="connsiteY27" fmla="*/ 1107386 h 1707634"/>
                  <a:gd name="connsiteX28" fmla="*/ 1374564 w 2011045"/>
                  <a:gd name="connsiteY28" fmla="*/ 1104895 h 1707634"/>
                  <a:gd name="connsiteX29" fmla="*/ 768245 w 2011045"/>
                  <a:gd name="connsiteY29" fmla="*/ 319110 h 1707634"/>
                  <a:gd name="connsiteX30" fmla="*/ 767000 w 2011045"/>
                  <a:gd name="connsiteY30" fmla="*/ 314128 h 1707634"/>
                  <a:gd name="connsiteX31" fmla="*/ 637520 w 2011045"/>
                  <a:gd name="connsiteY31" fmla="*/ 93710 h 1707634"/>
                  <a:gd name="connsiteX32" fmla="*/ 389608 w 2011045"/>
                  <a:gd name="connsiteY32" fmla="*/ 16307 h 1707634"/>
                  <a:gd name="connsiteX33" fmla="*/ 385906 w 2011045"/>
                  <a:gd name="connsiteY33" fmla="*/ 125 h 1707634"/>
                  <a:gd name="connsiteX34" fmla="*/ 647477 w 2011045"/>
                  <a:gd name="connsiteY34" fmla="*/ 78755 h 1707634"/>
                  <a:gd name="connsiteX35" fmla="*/ 783184 w 2011045"/>
                  <a:gd name="connsiteY35" fmla="*/ 311630 h 1707634"/>
                  <a:gd name="connsiteX36" fmla="*/ 1382039 w 2011045"/>
                  <a:gd name="connsiteY36" fmla="*/ 1086219 h 1707634"/>
                  <a:gd name="connsiteX37" fmla="*/ 1891252 w 2011045"/>
                  <a:gd name="connsiteY37" fmla="*/ 640395 h 1707634"/>
                  <a:gd name="connsiteX38" fmla="*/ 1898722 w 2011045"/>
                  <a:gd name="connsiteY38" fmla="*/ 640395 h 1707634"/>
                  <a:gd name="connsiteX39" fmla="*/ 2008284 w 2011045"/>
                  <a:gd name="connsiteY39" fmla="*/ 1022708 h 1707634"/>
                  <a:gd name="connsiteX40" fmla="*/ 1964708 w 2011045"/>
                  <a:gd name="connsiteY40" fmla="*/ 1314113 h 1707634"/>
                  <a:gd name="connsiteX41" fmla="*/ 1963463 w 2011045"/>
                  <a:gd name="connsiteY41" fmla="*/ 1317849 h 1707634"/>
                  <a:gd name="connsiteX42" fmla="*/ 1409429 w 2011045"/>
                  <a:gd name="connsiteY42" fmla="*/ 1707634 h 1707634"/>
                  <a:gd name="connsiteX43" fmla="*/ 1368344 w 2011045"/>
                  <a:gd name="connsiteY43" fmla="*/ 1701407 h 1707634"/>
                  <a:gd name="connsiteX44" fmla="*/ 846680 w 2011045"/>
                  <a:gd name="connsiteY44" fmla="*/ 1046369 h 1707634"/>
                  <a:gd name="connsiteX45" fmla="*/ 834230 w 2011045"/>
                  <a:gd name="connsiteY45" fmla="*/ 1025199 h 1707634"/>
                  <a:gd name="connsiteX46" fmla="*/ 500564 w 2011045"/>
                  <a:gd name="connsiteY46" fmla="*/ 431181 h 1707634"/>
                  <a:gd name="connsiteX47" fmla="*/ 367347 w 2011045"/>
                  <a:gd name="connsiteY47" fmla="*/ 446125 h 1707634"/>
                  <a:gd name="connsiteX48" fmla="*/ 254050 w 2011045"/>
                  <a:gd name="connsiteY48" fmla="*/ 459823 h 1707634"/>
                  <a:gd name="connsiteX49" fmla="*/ 48622 w 2011045"/>
                  <a:gd name="connsiteY49" fmla="*/ 397557 h 1707634"/>
                  <a:gd name="connsiteX50" fmla="*/ 66 w 2011045"/>
                  <a:gd name="connsiteY50" fmla="*/ 352726 h 1707634"/>
                  <a:gd name="connsiteX51" fmla="*/ 42397 w 2011045"/>
                  <a:gd name="connsiteY51" fmla="*/ 311630 h 1707634"/>
                  <a:gd name="connsiteX52" fmla="*/ 129548 w 2011045"/>
                  <a:gd name="connsiteY52" fmla="*/ 256836 h 1707634"/>
                  <a:gd name="connsiteX53" fmla="*/ 130793 w 2011045"/>
                  <a:gd name="connsiteY53" fmla="*/ 220722 h 1707634"/>
                  <a:gd name="connsiteX54" fmla="*/ 285176 w 2011045"/>
                  <a:gd name="connsiteY54" fmla="*/ 219477 h 1707634"/>
                  <a:gd name="connsiteX55" fmla="*/ 486869 w 2011045"/>
                  <a:gd name="connsiteY55" fmla="*/ 155965 h 1707634"/>
                  <a:gd name="connsiteX56" fmla="*/ 452009 w 2011045"/>
                  <a:gd name="connsiteY56" fmla="*/ 129814 h 1707634"/>
                  <a:gd name="connsiteX57" fmla="*/ 337467 w 2011045"/>
                  <a:gd name="connsiteY57" fmla="*/ 33924 h 1707634"/>
                  <a:gd name="connsiteX58" fmla="*/ 342447 w 2011045"/>
                  <a:gd name="connsiteY58" fmla="*/ 11508 h 1707634"/>
                  <a:gd name="connsiteX59" fmla="*/ 385906 w 2011045"/>
                  <a:gd name="connsiteY59" fmla="*/ 125 h 170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2011045" h="1707634">
                    <a:moveTo>
                      <a:pt x="389608" y="16307"/>
                    </a:moveTo>
                    <a:cubicBezTo>
                      <a:pt x="371400" y="16579"/>
                      <a:pt x="358638" y="19303"/>
                      <a:pt x="353658" y="23973"/>
                    </a:cubicBezTo>
                    <a:cubicBezTo>
                      <a:pt x="351168" y="25218"/>
                      <a:pt x="351168" y="25218"/>
                      <a:pt x="352413" y="26464"/>
                    </a:cubicBezTo>
                    <a:cubicBezTo>
                      <a:pt x="367353" y="62577"/>
                      <a:pt x="428359" y="101182"/>
                      <a:pt x="458239" y="114880"/>
                    </a:cubicBezTo>
                    <a:cubicBezTo>
                      <a:pt x="488119" y="127333"/>
                      <a:pt x="506794" y="154730"/>
                      <a:pt x="506794" y="154730"/>
                    </a:cubicBezTo>
                    <a:cubicBezTo>
                      <a:pt x="508039" y="157220"/>
                      <a:pt x="509284" y="160956"/>
                      <a:pt x="508039" y="162202"/>
                    </a:cubicBezTo>
                    <a:cubicBezTo>
                      <a:pt x="508039" y="164692"/>
                      <a:pt x="505549" y="167183"/>
                      <a:pt x="503059" y="168428"/>
                    </a:cubicBezTo>
                    <a:cubicBezTo>
                      <a:pt x="471934" y="180881"/>
                      <a:pt x="312573" y="246882"/>
                      <a:pt x="280203" y="234429"/>
                    </a:cubicBezTo>
                    <a:cubicBezTo>
                      <a:pt x="231647" y="221976"/>
                      <a:pt x="158192" y="213259"/>
                      <a:pt x="144497" y="230693"/>
                    </a:cubicBezTo>
                    <a:cubicBezTo>
                      <a:pt x="139517" y="239410"/>
                      <a:pt x="144497" y="250618"/>
                      <a:pt x="149477" y="260580"/>
                    </a:cubicBezTo>
                    <a:cubicBezTo>
                      <a:pt x="151967" y="263071"/>
                      <a:pt x="151967" y="265562"/>
                      <a:pt x="149477" y="269298"/>
                    </a:cubicBezTo>
                    <a:cubicBezTo>
                      <a:pt x="148232" y="271788"/>
                      <a:pt x="145742" y="273033"/>
                      <a:pt x="142007" y="273033"/>
                    </a:cubicBezTo>
                    <a:cubicBezTo>
                      <a:pt x="142007" y="273033"/>
                      <a:pt x="58591" y="276769"/>
                      <a:pt x="58591" y="317864"/>
                    </a:cubicBezTo>
                    <a:cubicBezTo>
                      <a:pt x="58591" y="320355"/>
                      <a:pt x="57346" y="324091"/>
                      <a:pt x="53611" y="325336"/>
                    </a:cubicBezTo>
                    <a:cubicBezTo>
                      <a:pt x="42406" y="329072"/>
                      <a:pt x="16261" y="341525"/>
                      <a:pt x="16261" y="353978"/>
                    </a:cubicBezTo>
                    <a:cubicBezTo>
                      <a:pt x="16261" y="357714"/>
                      <a:pt x="19996" y="368922"/>
                      <a:pt x="53611" y="382620"/>
                    </a:cubicBezTo>
                    <a:cubicBezTo>
                      <a:pt x="158192" y="424960"/>
                      <a:pt x="227912" y="441149"/>
                      <a:pt x="255303" y="442395"/>
                    </a:cubicBezTo>
                    <a:cubicBezTo>
                      <a:pt x="268998" y="442395"/>
                      <a:pt x="318798" y="436168"/>
                      <a:pt x="364863" y="428696"/>
                    </a:cubicBezTo>
                    <a:cubicBezTo>
                      <a:pt x="439564" y="417489"/>
                      <a:pt x="476914" y="413753"/>
                      <a:pt x="494344" y="413753"/>
                    </a:cubicBezTo>
                    <a:cubicBezTo>
                      <a:pt x="504304" y="413753"/>
                      <a:pt x="509284" y="414998"/>
                      <a:pt x="511774" y="417489"/>
                    </a:cubicBezTo>
                    <a:cubicBezTo>
                      <a:pt x="524224" y="428696"/>
                      <a:pt x="788166" y="905647"/>
                      <a:pt x="850416" y="1016479"/>
                    </a:cubicBezTo>
                    <a:lnTo>
                      <a:pt x="861621" y="1038894"/>
                    </a:lnTo>
                    <a:cubicBezTo>
                      <a:pt x="950016" y="1200783"/>
                      <a:pt x="1185323" y="1632903"/>
                      <a:pt x="1373319" y="1685206"/>
                    </a:cubicBezTo>
                    <a:cubicBezTo>
                      <a:pt x="1561315" y="1736263"/>
                      <a:pt x="1923612" y="1336521"/>
                      <a:pt x="1948512" y="1307879"/>
                    </a:cubicBezTo>
                    <a:cubicBezTo>
                      <a:pt x="1957227" y="1271766"/>
                      <a:pt x="2074258" y="767418"/>
                      <a:pt x="1892487" y="657832"/>
                    </a:cubicBezTo>
                    <a:cubicBezTo>
                      <a:pt x="1881282" y="662813"/>
                      <a:pt x="1842686" y="680247"/>
                      <a:pt x="1772966" y="732550"/>
                    </a:cubicBezTo>
                    <a:cubicBezTo>
                      <a:pt x="1698266" y="789834"/>
                      <a:pt x="1568785" y="900666"/>
                      <a:pt x="1388259" y="1104895"/>
                    </a:cubicBezTo>
                    <a:cubicBezTo>
                      <a:pt x="1387014" y="1107386"/>
                      <a:pt x="1384524" y="1107386"/>
                      <a:pt x="1380789" y="1107386"/>
                    </a:cubicBezTo>
                    <a:cubicBezTo>
                      <a:pt x="1379544" y="1107386"/>
                      <a:pt x="1377054" y="1106141"/>
                      <a:pt x="1374564" y="1104895"/>
                    </a:cubicBezTo>
                    <a:cubicBezTo>
                      <a:pt x="1370829" y="1098669"/>
                      <a:pt x="900216" y="525830"/>
                      <a:pt x="768245" y="319110"/>
                    </a:cubicBezTo>
                    <a:cubicBezTo>
                      <a:pt x="767000" y="317864"/>
                      <a:pt x="767000" y="315374"/>
                      <a:pt x="767000" y="314128"/>
                    </a:cubicBezTo>
                    <a:cubicBezTo>
                      <a:pt x="767000" y="312883"/>
                      <a:pt x="770735" y="174655"/>
                      <a:pt x="637520" y="93710"/>
                    </a:cubicBezTo>
                    <a:cubicBezTo>
                      <a:pt x="547879" y="36738"/>
                      <a:pt x="444232" y="15490"/>
                      <a:pt x="389608" y="16307"/>
                    </a:cubicBezTo>
                    <a:close/>
                    <a:moveTo>
                      <a:pt x="385906" y="125"/>
                    </a:moveTo>
                    <a:cubicBezTo>
                      <a:pt x="447884" y="-2035"/>
                      <a:pt x="557835" y="23650"/>
                      <a:pt x="647477" y="78755"/>
                    </a:cubicBezTo>
                    <a:cubicBezTo>
                      <a:pt x="776959" y="159701"/>
                      <a:pt x="783184" y="290460"/>
                      <a:pt x="783184" y="311630"/>
                    </a:cubicBezTo>
                    <a:cubicBezTo>
                      <a:pt x="908931" y="507146"/>
                      <a:pt x="1326013" y="1016482"/>
                      <a:pt x="1382039" y="1086219"/>
                    </a:cubicBezTo>
                    <a:cubicBezTo>
                      <a:pt x="1728155" y="696434"/>
                      <a:pt x="1885027" y="642885"/>
                      <a:pt x="1891252" y="640395"/>
                    </a:cubicBezTo>
                    <a:cubicBezTo>
                      <a:pt x="1893742" y="639149"/>
                      <a:pt x="1896232" y="640395"/>
                      <a:pt x="1898722" y="640395"/>
                    </a:cubicBezTo>
                    <a:cubicBezTo>
                      <a:pt x="1984629" y="690208"/>
                      <a:pt x="2021979" y="818476"/>
                      <a:pt x="2008284" y="1022708"/>
                    </a:cubicBezTo>
                    <a:cubicBezTo>
                      <a:pt x="1999569" y="1173392"/>
                      <a:pt x="1964708" y="1312868"/>
                      <a:pt x="1964708" y="1314113"/>
                    </a:cubicBezTo>
                    <a:cubicBezTo>
                      <a:pt x="1964708" y="1315358"/>
                      <a:pt x="1963463" y="1316604"/>
                      <a:pt x="1963463" y="1317849"/>
                    </a:cubicBezTo>
                    <a:cubicBezTo>
                      <a:pt x="1947278" y="1335283"/>
                      <a:pt x="1617348" y="1707634"/>
                      <a:pt x="1409429" y="1707634"/>
                    </a:cubicBezTo>
                    <a:cubicBezTo>
                      <a:pt x="1395734" y="1707634"/>
                      <a:pt x="1382039" y="1705143"/>
                      <a:pt x="1368344" y="1701407"/>
                    </a:cubicBezTo>
                    <a:cubicBezTo>
                      <a:pt x="1174120" y="1647859"/>
                      <a:pt x="943792" y="1226941"/>
                      <a:pt x="846680" y="1046369"/>
                    </a:cubicBezTo>
                    <a:lnTo>
                      <a:pt x="834230" y="1025199"/>
                    </a:lnTo>
                    <a:cubicBezTo>
                      <a:pt x="744588" y="860816"/>
                      <a:pt x="520485" y="461069"/>
                      <a:pt x="500564" y="431181"/>
                    </a:cubicBezTo>
                    <a:cubicBezTo>
                      <a:pt x="486869" y="428690"/>
                      <a:pt x="418393" y="438653"/>
                      <a:pt x="367347" y="446125"/>
                    </a:cubicBezTo>
                    <a:cubicBezTo>
                      <a:pt x="315056" y="453597"/>
                      <a:pt x="270236" y="461069"/>
                      <a:pt x="254050" y="459823"/>
                    </a:cubicBezTo>
                    <a:cubicBezTo>
                      <a:pt x="215455" y="457333"/>
                      <a:pt x="135773" y="433672"/>
                      <a:pt x="48622" y="397557"/>
                    </a:cubicBezTo>
                    <a:cubicBezTo>
                      <a:pt x="15006" y="383859"/>
                      <a:pt x="-1179" y="370160"/>
                      <a:pt x="66" y="352726"/>
                    </a:cubicBezTo>
                    <a:cubicBezTo>
                      <a:pt x="66" y="330310"/>
                      <a:pt x="29947" y="316612"/>
                      <a:pt x="42397" y="311630"/>
                    </a:cubicBezTo>
                    <a:cubicBezTo>
                      <a:pt x="48622" y="270535"/>
                      <a:pt x="103403" y="260572"/>
                      <a:pt x="129548" y="256836"/>
                    </a:cubicBezTo>
                    <a:cubicBezTo>
                      <a:pt x="123323" y="241892"/>
                      <a:pt x="123323" y="230684"/>
                      <a:pt x="130793" y="220722"/>
                    </a:cubicBezTo>
                    <a:cubicBezTo>
                      <a:pt x="158184" y="187098"/>
                      <a:pt x="264011" y="213250"/>
                      <a:pt x="285176" y="219477"/>
                    </a:cubicBezTo>
                    <a:cubicBezTo>
                      <a:pt x="303851" y="225703"/>
                      <a:pt x="409678" y="188344"/>
                      <a:pt x="486869" y="155965"/>
                    </a:cubicBezTo>
                    <a:cubicBezTo>
                      <a:pt x="479399" y="148493"/>
                      <a:pt x="466949" y="136040"/>
                      <a:pt x="452009" y="129814"/>
                    </a:cubicBezTo>
                    <a:cubicBezTo>
                      <a:pt x="428353" y="119851"/>
                      <a:pt x="357387" y="78755"/>
                      <a:pt x="337467" y="33924"/>
                    </a:cubicBezTo>
                    <a:cubicBezTo>
                      <a:pt x="333732" y="25207"/>
                      <a:pt x="334977" y="17735"/>
                      <a:pt x="342447" y="11508"/>
                    </a:cubicBezTo>
                    <a:cubicBezTo>
                      <a:pt x="349917" y="4659"/>
                      <a:pt x="365246" y="845"/>
                      <a:pt x="385906" y="1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7FF9BB1D-84AF-EF4D-BE27-AE3575237CA9}"/>
                  </a:ext>
                </a:extLst>
              </p:cNvPr>
              <p:cNvSpPr/>
              <p:nvPr/>
            </p:nvSpPr>
            <p:spPr>
              <a:xfrm>
                <a:off x="8007953" y="7324090"/>
                <a:ext cx="1308081" cy="18606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51" h="1494">
                    <a:moveTo>
                      <a:pt x="245" y="39"/>
                    </a:moveTo>
                    <a:cubicBezTo>
                      <a:pt x="245" y="39"/>
                      <a:pt x="85" y="75"/>
                      <a:pt x="2" y="102"/>
                    </a:cubicBezTo>
                    <a:cubicBezTo>
                      <a:pt x="2" y="102"/>
                      <a:pt x="32" y="274"/>
                      <a:pt x="31" y="537"/>
                    </a:cubicBezTo>
                    <a:cubicBezTo>
                      <a:pt x="31" y="799"/>
                      <a:pt x="-59" y="920"/>
                      <a:pt x="68" y="1018"/>
                    </a:cubicBezTo>
                    <a:lnTo>
                      <a:pt x="77" y="1446"/>
                    </a:lnTo>
                    <a:cubicBezTo>
                      <a:pt x="77" y="1446"/>
                      <a:pt x="609" y="1565"/>
                      <a:pt x="1041" y="1427"/>
                    </a:cubicBezTo>
                    <a:cubicBezTo>
                      <a:pt x="1041" y="1427"/>
                      <a:pt x="1055" y="1106"/>
                      <a:pt x="1050" y="1003"/>
                    </a:cubicBezTo>
                    <a:cubicBezTo>
                      <a:pt x="1045" y="900"/>
                      <a:pt x="903" y="62"/>
                      <a:pt x="903" y="62"/>
                    </a:cubicBezTo>
                    <a:lnTo>
                      <a:pt x="53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79" name="Freeform 678">
                <a:extLst>
                  <a:ext uri="{FF2B5EF4-FFF2-40B4-BE49-F238E27FC236}">
                    <a16:creationId xmlns:a16="http://schemas.microsoft.com/office/drawing/2014/main" id="{FD54073E-88EE-754B-B3A0-43D07A1FE526}"/>
                  </a:ext>
                </a:extLst>
              </p:cNvPr>
              <p:cNvSpPr/>
              <p:nvPr/>
            </p:nvSpPr>
            <p:spPr>
              <a:xfrm>
                <a:off x="7999357" y="7315366"/>
                <a:ext cx="1325495" cy="1876821"/>
              </a:xfrm>
              <a:custGeom>
                <a:avLst/>
                <a:gdLst>
                  <a:gd name="connsiteX0" fmla="*/ 679438 w 1325495"/>
                  <a:gd name="connsiteY0" fmla="*/ 17447 h 1876821"/>
                  <a:gd name="connsiteX1" fmla="*/ 316018 w 1325495"/>
                  <a:gd name="connsiteY1" fmla="*/ 66017 h 1876821"/>
                  <a:gd name="connsiteX2" fmla="*/ 19805 w 1325495"/>
                  <a:gd name="connsiteY2" fmla="*/ 140741 h 1876821"/>
                  <a:gd name="connsiteX3" fmla="*/ 55898 w 1325495"/>
                  <a:gd name="connsiteY3" fmla="*/ 677502 h 1876821"/>
                  <a:gd name="connsiteX4" fmla="*/ 31006 w 1325495"/>
                  <a:gd name="connsiteY4" fmla="*/ 956469 h 1876821"/>
                  <a:gd name="connsiteX5" fmla="*/ 98214 w 1325495"/>
                  <a:gd name="connsiteY5" fmla="*/ 1270306 h 1876821"/>
                  <a:gd name="connsiteX6" fmla="*/ 101948 w 1325495"/>
                  <a:gd name="connsiteY6" fmla="*/ 1276533 h 1876821"/>
                  <a:gd name="connsiteX7" fmla="*/ 113149 w 1325495"/>
                  <a:gd name="connsiteY7" fmla="*/ 1802086 h 1876821"/>
                  <a:gd name="connsiteX8" fmla="*/ 1295511 w 1325495"/>
                  <a:gd name="connsiteY8" fmla="*/ 1778424 h 1876821"/>
                  <a:gd name="connsiteX9" fmla="*/ 1307957 w 1325495"/>
                  <a:gd name="connsiteY9" fmla="*/ 1257852 h 1876821"/>
                  <a:gd name="connsiteX10" fmla="*/ 1125002 w 1325495"/>
                  <a:gd name="connsiteY10" fmla="*/ 92170 h 1876821"/>
                  <a:gd name="connsiteX11" fmla="*/ 678195 w 1325495"/>
                  <a:gd name="connsiteY11" fmla="*/ 0 h 1876821"/>
                  <a:gd name="connsiteX12" fmla="*/ 680684 w 1325495"/>
                  <a:gd name="connsiteY12" fmla="*/ 0 h 1876821"/>
                  <a:gd name="connsiteX13" fmla="*/ 1133726 w 1325495"/>
                  <a:gd name="connsiteY13" fmla="*/ 77215 h 1876821"/>
                  <a:gd name="connsiteX14" fmla="*/ 1141194 w 1325495"/>
                  <a:gd name="connsiteY14" fmla="*/ 84688 h 1876821"/>
                  <a:gd name="connsiteX15" fmla="*/ 1324153 w 1325495"/>
                  <a:gd name="connsiteY15" fmla="*/ 1257856 h 1876821"/>
                  <a:gd name="connsiteX16" fmla="*/ 1312952 w 1325495"/>
                  <a:gd name="connsiteY16" fmla="*/ 1785907 h 1876821"/>
                  <a:gd name="connsiteX17" fmla="*/ 1306729 w 1325495"/>
                  <a:gd name="connsiteY17" fmla="*/ 1793379 h 1876821"/>
                  <a:gd name="connsiteX18" fmla="*/ 699353 w 1325495"/>
                  <a:gd name="connsiteY18" fmla="*/ 1876821 h 1876821"/>
                  <a:gd name="connsiteX19" fmla="*/ 101935 w 1325495"/>
                  <a:gd name="connsiteY19" fmla="*/ 1818287 h 1876821"/>
                  <a:gd name="connsiteX20" fmla="*/ 95712 w 1325495"/>
                  <a:gd name="connsiteY20" fmla="*/ 1810815 h 1876821"/>
                  <a:gd name="connsiteX21" fmla="*/ 84511 w 1325495"/>
                  <a:gd name="connsiteY21" fmla="*/ 1280273 h 1876821"/>
                  <a:gd name="connsiteX22" fmla="*/ 14812 w 1325495"/>
                  <a:gd name="connsiteY22" fmla="*/ 953978 h 1876821"/>
                  <a:gd name="connsiteX23" fmla="*/ 39704 w 1325495"/>
                  <a:gd name="connsiteY23" fmla="*/ 677499 h 1876821"/>
                  <a:gd name="connsiteX24" fmla="*/ 2365 w 1325495"/>
                  <a:gd name="connsiteY24" fmla="*/ 136994 h 1876821"/>
                  <a:gd name="connsiteX25" fmla="*/ 8589 w 1325495"/>
                  <a:gd name="connsiteY25" fmla="*/ 127031 h 1876821"/>
                  <a:gd name="connsiteX26" fmla="*/ 312276 w 1325495"/>
                  <a:gd name="connsiteY26" fmla="*/ 49816 h 1876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325495" h="1876821">
                    <a:moveTo>
                      <a:pt x="679438" y="17447"/>
                    </a:moveTo>
                    <a:lnTo>
                      <a:pt x="316018" y="66017"/>
                    </a:lnTo>
                    <a:cubicBezTo>
                      <a:pt x="306061" y="68508"/>
                      <a:pt x="121862" y="108360"/>
                      <a:pt x="19805" y="140741"/>
                    </a:cubicBezTo>
                    <a:cubicBezTo>
                      <a:pt x="27273" y="181838"/>
                      <a:pt x="57143" y="386082"/>
                      <a:pt x="55898" y="677502"/>
                    </a:cubicBezTo>
                    <a:cubicBezTo>
                      <a:pt x="55898" y="788342"/>
                      <a:pt x="42208" y="881746"/>
                      <a:pt x="31006" y="956469"/>
                    </a:cubicBezTo>
                    <a:cubicBezTo>
                      <a:pt x="9848" y="1103424"/>
                      <a:pt x="-2598" y="1191847"/>
                      <a:pt x="98214" y="1270306"/>
                    </a:cubicBezTo>
                    <a:cubicBezTo>
                      <a:pt x="100703" y="1271552"/>
                      <a:pt x="101948" y="1272797"/>
                      <a:pt x="101948" y="1276533"/>
                    </a:cubicBezTo>
                    <a:lnTo>
                      <a:pt x="113149" y="1802086"/>
                    </a:lnTo>
                    <a:cubicBezTo>
                      <a:pt x="182847" y="1817031"/>
                      <a:pt x="795185" y="1937833"/>
                      <a:pt x="1295511" y="1778424"/>
                    </a:cubicBezTo>
                    <a:cubicBezTo>
                      <a:pt x="1298000" y="1728608"/>
                      <a:pt x="1312935" y="1376164"/>
                      <a:pt x="1307957" y="1257852"/>
                    </a:cubicBezTo>
                    <a:cubicBezTo>
                      <a:pt x="1301734" y="1138295"/>
                      <a:pt x="1138692" y="178102"/>
                      <a:pt x="1125002" y="92170"/>
                    </a:cubicBezTo>
                    <a:close/>
                    <a:moveTo>
                      <a:pt x="678195" y="0"/>
                    </a:moveTo>
                    <a:cubicBezTo>
                      <a:pt x="679439" y="0"/>
                      <a:pt x="680684" y="0"/>
                      <a:pt x="680684" y="0"/>
                    </a:cubicBezTo>
                    <a:lnTo>
                      <a:pt x="1133726" y="77215"/>
                    </a:lnTo>
                    <a:cubicBezTo>
                      <a:pt x="1136216" y="77215"/>
                      <a:pt x="1139949" y="80951"/>
                      <a:pt x="1141194" y="84688"/>
                    </a:cubicBezTo>
                    <a:cubicBezTo>
                      <a:pt x="1147417" y="127031"/>
                      <a:pt x="1317930" y="1130825"/>
                      <a:pt x="1324153" y="1257856"/>
                    </a:cubicBezTo>
                    <a:cubicBezTo>
                      <a:pt x="1330376" y="1384887"/>
                      <a:pt x="1312952" y="1780925"/>
                      <a:pt x="1312952" y="1785907"/>
                    </a:cubicBezTo>
                    <a:cubicBezTo>
                      <a:pt x="1312952" y="1788398"/>
                      <a:pt x="1310462" y="1792134"/>
                      <a:pt x="1306729" y="1793379"/>
                    </a:cubicBezTo>
                    <a:cubicBezTo>
                      <a:pt x="1108834" y="1856895"/>
                      <a:pt x="892270" y="1876821"/>
                      <a:pt x="699353" y="1876821"/>
                    </a:cubicBezTo>
                    <a:cubicBezTo>
                      <a:pt x="370773" y="1876821"/>
                      <a:pt x="106914" y="1818287"/>
                      <a:pt x="101935" y="1818287"/>
                    </a:cubicBezTo>
                    <a:cubicBezTo>
                      <a:pt x="98201" y="1817042"/>
                      <a:pt x="95712" y="1814551"/>
                      <a:pt x="95712" y="1810815"/>
                    </a:cubicBezTo>
                    <a:lnTo>
                      <a:pt x="84511" y="1280273"/>
                    </a:lnTo>
                    <a:cubicBezTo>
                      <a:pt x="-20038" y="1198077"/>
                      <a:pt x="-6347" y="1100936"/>
                      <a:pt x="14812" y="953978"/>
                    </a:cubicBezTo>
                    <a:cubicBezTo>
                      <a:pt x="26013" y="879254"/>
                      <a:pt x="38460" y="787094"/>
                      <a:pt x="39704" y="677499"/>
                    </a:cubicBezTo>
                    <a:cubicBezTo>
                      <a:pt x="39704" y="354940"/>
                      <a:pt x="2365" y="138240"/>
                      <a:pt x="2365" y="136994"/>
                    </a:cubicBezTo>
                    <a:cubicBezTo>
                      <a:pt x="2365" y="132013"/>
                      <a:pt x="4855" y="128277"/>
                      <a:pt x="8589" y="127031"/>
                    </a:cubicBezTo>
                    <a:cubicBezTo>
                      <a:pt x="110648" y="93405"/>
                      <a:pt x="309787" y="49816"/>
                      <a:pt x="312276" y="498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2" name="Freeform 561">
                <a:extLst>
                  <a:ext uri="{FF2B5EF4-FFF2-40B4-BE49-F238E27FC236}">
                    <a16:creationId xmlns:a16="http://schemas.microsoft.com/office/drawing/2014/main" id="{1973DCD4-0CD2-5A4D-A375-1042272F74AA}"/>
                  </a:ext>
                </a:extLst>
              </p:cNvPr>
              <p:cNvSpPr/>
              <p:nvPr/>
            </p:nvSpPr>
            <p:spPr>
              <a:xfrm>
                <a:off x="7953138" y="6263549"/>
                <a:ext cx="428552" cy="10119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5" h="813">
                    <a:moveTo>
                      <a:pt x="253" y="6"/>
                    </a:moveTo>
                    <a:cubicBezTo>
                      <a:pt x="253" y="4"/>
                      <a:pt x="251" y="2"/>
                      <a:pt x="250" y="0"/>
                    </a:cubicBezTo>
                    <a:cubicBezTo>
                      <a:pt x="247" y="0"/>
                      <a:pt x="245" y="0"/>
                      <a:pt x="243" y="1"/>
                    </a:cubicBezTo>
                    <a:cubicBezTo>
                      <a:pt x="238" y="4"/>
                      <a:pt x="100" y="87"/>
                      <a:pt x="67" y="390"/>
                    </a:cubicBezTo>
                    <a:cubicBezTo>
                      <a:pt x="54" y="516"/>
                      <a:pt x="31" y="594"/>
                      <a:pt x="16" y="646"/>
                    </a:cubicBezTo>
                    <a:cubicBezTo>
                      <a:pt x="-5" y="719"/>
                      <a:pt x="-13" y="746"/>
                      <a:pt x="45" y="781"/>
                    </a:cubicBezTo>
                    <a:cubicBezTo>
                      <a:pt x="85" y="805"/>
                      <a:pt x="145" y="813"/>
                      <a:pt x="199" y="813"/>
                    </a:cubicBezTo>
                    <a:cubicBezTo>
                      <a:pt x="271" y="813"/>
                      <a:pt x="334" y="800"/>
                      <a:pt x="339" y="800"/>
                    </a:cubicBezTo>
                    <a:cubicBezTo>
                      <a:pt x="342" y="799"/>
                      <a:pt x="345" y="796"/>
                      <a:pt x="345" y="79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3" name="Freeform 562">
                <a:extLst>
                  <a:ext uri="{FF2B5EF4-FFF2-40B4-BE49-F238E27FC236}">
                    <a16:creationId xmlns:a16="http://schemas.microsoft.com/office/drawing/2014/main" id="{291E9760-E6E5-C747-BC3C-A040A6127344}"/>
                  </a:ext>
                </a:extLst>
              </p:cNvPr>
              <p:cNvSpPr/>
              <p:nvPr/>
            </p:nvSpPr>
            <p:spPr>
              <a:xfrm>
                <a:off x="8149973" y="6352031"/>
                <a:ext cx="621650" cy="13135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0" h="1055">
                    <a:moveTo>
                      <a:pt x="425" y="781"/>
                    </a:moveTo>
                    <a:lnTo>
                      <a:pt x="425" y="603"/>
                    </a:lnTo>
                    <a:cubicBezTo>
                      <a:pt x="425" y="597"/>
                      <a:pt x="427" y="591"/>
                      <a:pt x="432" y="588"/>
                    </a:cubicBezTo>
                    <a:cubicBezTo>
                      <a:pt x="487" y="535"/>
                      <a:pt x="500" y="435"/>
                      <a:pt x="500" y="342"/>
                    </a:cubicBezTo>
                    <a:cubicBezTo>
                      <a:pt x="500" y="70"/>
                      <a:pt x="341" y="0"/>
                      <a:pt x="226" y="0"/>
                    </a:cubicBezTo>
                    <a:cubicBezTo>
                      <a:pt x="111" y="0"/>
                      <a:pt x="0" y="11"/>
                      <a:pt x="0" y="245"/>
                    </a:cubicBezTo>
                    <a:cubicBezTo>
                      <a:pt x="0" y="387"/>
                      <a:pt x="-9" y="636"/>
                      <a:pt x="124" y="636"/>
                    </a:cubicBezTo>
                    <a:cubicBezTo>
                      <a:pt x="126" y="636"/>
                      <a:pt x="129" y="636"/>
                      <a:pt x="131" y="636"/>
                    </a:cubicBezTo>
                    <a:lnTo>
                      <a:pt x="131" y="820"/>
                    </a:lnTo>
                    <a:cubicBezTo>
                      <a:pt x="131" y="820"/>
                      <a:pt x="102" y="1061"/>
                      <a:pt x="180" y="1055"/>
                    </a:cubicBezTo>
                    <a:cubicBezTo>
                      <a:pt x="233" y="1051"/>
                      <a:pt x="339" y="957"/>
                      <a:pt x="385" y="887"/>
                    </a:cubicBezTo>
                    <a:cubicBezTo>
                      <a:pt x="404" y="858"/>
                      <a:pt x="425" y="816"/>
                      <a:pt x="425" y="78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80" name="Freeform 679">
                <a:extLst>
                  <a:ext uri="{FF2B5EF4-FFF2-40B4-BE49-F238E27FC236}">
                    <a16:creationId xmlns:a16="http://schemas.microsoft.com/office/drawing/2014/main" id="{3AC05F58-B6FF-AC41-9E0D-88E9EB278B8A}"/>
                  </a:ext>
                </a:extLst>
              </p:cNvPr>
              <p:cNvSpPr/>
              <p:nvPr/>
            </p:nvSpPr>
            <p:spPr>
              <a:xfrm>
                <a:off x="8140991" y="6344554"/>
                <a:ext cx="636861" cy="1329727"/>
              </a:xfrm>
              <a:custGeom>
                <a:avLst/>
                <a:gdLst>
                  <a:gd name="connsiteX0" fmla="*/ 289969 w 636861"/>
                  <a:gd name="connsiteY0" fmla="*/ 16200 h 1329727"/>
                  <a:gd name="connsiteX1" fmla="*/ 18945 w 636861"/>
                  <a:gd name="connsiteY1" fmla="*/ 312518 h 1329727"/>
                  <a:gd name="connsiteX2" fmla="*/ 17702 w 636861"/>
                  <a:gd name="connsiteY2" fmla="*/ 346134 h 1329727"/>
                  <a:gd name="connsiteX3" fmla="*/ 91053 w 636861"/>
                  <a:gd name="connsiteY3" fmla="*/ 761975 h 1329727"/>
                  <a:gd name="connsiteX4" fmla="*/ 163160 w 636861"/>
                  <a:gd name="connsiteY4" fmla="*/ 790611 h 1329727"/>
                  <a:gd name="connsiteX5" fmla="*/ 168133 w 636861"/>
                  <a:gd name="connsiteY5" fmla="*/ 790611 h 1329727"/>
                  <a:gd name="connsiteX6" fmla="*/ 171863 w 636861"/>
                  <a:gd name="connsiteY6" fmla="*/ 790611 h 1329727"/>
                  <a:gd name="connsiteX7" fmla="*/ 178079 w 636861"/>
                  <a:gd name="connsiteY7" fmla="*/ 793101 h 1329727"/>
                  <a:gd name="connsiteX8" fmla="*/ 180565 w 636861"/>
                  <a:gd name="connsiteY8" fmla="*/ 799326 h 1329727"/>
                  <a:gd name="connsiteX9" fmla="*/ 180565 w 636861"/>
                  <a:gd name="connsiteY9" fmla="*/ 1028412 h 1329727"/>
                  <a:gd name="connsiteX10" fmla="*/ 180565 w 636861"/>
                  <a:gd name="connsiteY10" fmla="*/ 1030902 h 1329727"/>
                  <a:gd name="connsiteX11" fmla="*/ 205430 w 636861"/>
                  <a:gd name="connsiteY11" fmla="*/ 1301074 h 1329727"/>
                  <a:gd name="connsiteX12" fmla="*/ 231538 w 636861"/>
                  <a:gd name="connsiteY12" fmla="*/ 1312279 h 1329727"/>
                  <a:gd name="connsiteX13" fmla="*/ 481426 w 636861"/>
                  <a:gd name="connsiteY13" fmla="*/ 1106849 h 1329727"/>
                  <a:gd name="connsiteX14" fmla="*/ 528669 w 636861"/>
                  <a:gd name="connsiteY14" fmla="*/ 979855 h 1329727"/>
                  <a:gd name="connsiteX15" fmla="*/ 528669 w 636861"/>
                  <a:gd name="connsiteY15" fmla="*/ 758240 h 1329727"/>
                  <a:gd name="connsiteX16" fmla="*/ 539858 w 636861"/>
                  <a:gd name="connsiteY16" fmla="*/ 733339 h 1329727"/>
                  <a:gd name="connsiteX17" fmla="*/ 621911 w 636861"/>
                  <a:gd name="connsiteY17" fmla="*/ 433286 h 1329727"/>
                  <a:gd name="connsiteX18" fmla="*/ 289969 w 636861"/>
                  <a:gd name="connsiteY18" fmla="*/ 16200 h 1329727"/>
                  <a:gd name="connsiteX19" fmla="*/ 288720 w 636861"/>
                  <a:gd name="connsiteY19" fmla="*/ 0 h 1329727"/>
                  <a:gd name="connsiteX20" fmla="*/ 517499 w 636861"/>
                  <a:gd name="connsiteY20" fmla="*/ 87155 h 1329727"/>
                  <a:gd name="connsiteX21" fmla="*/ 636861 w 636861"/>
                  <a:gd name="connsiteY21" fmla="*/ 433282 h 1329727"/>
                  <a:gd name="connsiteX22" fmla="*/ 551069 w 636861"/>
                  <a:gd name="connsiteY22" fmla="*/ 744548 h 1329727"/>
                  <a:gd name="connsiteX23" fmla="*/ 544852 w 636861"/>
                  <a:gd name="connsiteY23" fmla="*/ 758243 h 1329727"/>
                  <a:gd name="connsiteX24" fmla="*/ 544852 w 636861"/>
                  <a:gd name="connsiteY24" fmla="*/ 979865 h 1329727"/>
                  <a:gd name="connsiteX25" fmla="*/ 493875 w 636861"/>
                  <a:gd name="connsiteY25" fmla="*/ 1115576 h 1329727"/>
                  <a:gd name="connsiteX26" fmla="*/ 231526 w 636861"/>
                  <a:gd name="connsiteY26" fmla="*/ 1328482 h 1329727"/>
                  <a:gd name="connsiteX27" fmla="*/ 227796 w 636861"/>
                  <a:gd name="connsiteY27" fmla="*/ 1329727 h 1329727"/>
                  <a:gd name="connsiteX28" fmla="*/ 191739 w 636861"/>
                  <a:gd name="connsiteY28" fmla="*/ 1313541 h 1329727"/>
                  <a:gd name="connsiteX29" fmla="*/ 163141 w 636861"/>
                  <a:gd name="connsiteY29" fmla="*/ 1028422 h 1329727"/>
                  <a:gd name="connsiteX30" fmla="*/ 163141 w 636861"/>
                  <a:gd name="connsiteY30" fmla="*/ 808046 h 1329727"/>
                  <a:gd name="connsiteX31" fmla="*/ 161898 w 636861"/>
                  <a:gd name="connsiteY31" fmla="*/ 808046 h 1329727"/>
                  <a:gd name="connsiteX32" fmla="*/ 78593 w 636861"/>
                  <a:gd name="connsiteY32" fmla="*/ 773184 h 1329727"/>
                  <a:gd name="connsiteX33" fmla="*/ 261 w 636861"/>
                  <a:gd name="connsiteY33" fmla="*/ 346128 h 1329727"/>
                  <a:gd name="connsiteX34" fmla="*/ 261 w 636861"/>
                  <a:gd name="connsiteY34" fmla="*/ 312511 h 1329727"/>
                  <a:gd name="connsiteX35" fmla="*/ 288720 w 636861"/>
                  <a:gd name="connsiteY35" fmla="*/ 0 h 1329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636861" h="1329727">
                    <a:moveTo>
                      <a:pt x="289969" y="16200"/>
                    </a:moveTo>
                    <a:cubicBezTo>
                      <a:pt x="135809" y="16200"/>
                      <a:pt x="18945" y="38611"/>
                      <a:pt x="18945" y="312518"/>
                    </a:cubicBezTo>
                    <a:cubicBezTo>
                      <a:pt x="18945" y="323723"/>
                      <a:pt x="17702" y="334929"/>
                      <a:pt x="17702" y="346134"/>
                    </a:cubicBezTo>
                    <a:cubicBezTo>
                      <a:pt x="17702" y="490558"/>
                      <a:pt x="17702" y="687273"/>
                      <a:pt x="91053" y="761975"/>
                    </a:cubicBezTo>
                    <a:cubicBezTo>
                      <a:pt x="110944" y="781895"/>
                      <a:pt x="134566" y="790611"/>
                      <a:pt x="163160" y="790611"/>
                    </a:cubicBezTo>
                    <a:cubicBezTo>
                      <a:pt x="164403" y="790611"/>
                      <a:pt x="166890" y="790611"/>
                      <a:pt x="168133" y="790611"/>
                    </a:cubicBezTo>
                    <a:lnTo>
                      <a:pt x="171863" y="790611"/>
                    </a:lnTo>
                    <a:cubicBezTo>
                      <a:pt x="174349" y="790611"/>
                      <a:pt x="175592" y="791856"/>
                      <a:pt x="178079" y="793101"/>
                    </a:cubicBezTo>
                    <a:cubicBezTo>
                      <a:pt x="180565" y="794346"/>
                      <a:pt x="180565" y="796836"/>
                      <a:pt x="180565" y="799326"/>
                    </a:cubicBezTo>
                    <a:lnTo>
                      <a:pt x="180565" y="1028412"/>
                    </a:lnTo>
                    <a:cubicBezTo>
                      <a:pt x="180565" y="1029657"/>
                      <a:pt x="180565" y="1029657"/>
                      <a:pt x="180565" y="1030902"/>
                    </a:cubicBezTo>
                    <a:cubicBezTo>
                      <a:pt x="180565" y="1033392"/>
                      <a:pt x="154457" y="1248783"/>
                      <a:pt x="205430" y="1301074"/>
                    </a:cubicBezTo>
                    <a:cubicBezTo>
                      <a:pt x="212889" y="1309789"/>
                      <a:pt x="221592" y="1313524"/>
                      <a:pt x="231538" y="1312279"/>
                    </a:cubicBezTo>
                    <a:cubicBezTo>
                      <a:pt x="293699" y="1307299"/>
                      <a:pt x="424238" y="1192756"/>
                      <a:pt x="481426" y="1106849"/>
                    </a:cubicBezTo>
                    <a:cubicBezTo>
                      <a:pt x="492615" y="1089418"/>
                      <a:pt x="528669" y="1030902"/>
                      <a:pt x="528669" y="979855"/>
                    </a:cubicBezTo>
                    <a:lnTo>
                      <a:pt x="528669" y="758240"/>
                    </a:lnTo>
                    <a:cubicBezTo>
                      <a:pt x="528669" y="748279"/>
                      <a:pt x="532399" y="739564"/>
                      <a:pt x="539858" y="733339"/>
                    </a:cubicBezTo>
                    <a:cubicBezTo>
                      <a:pt x="594560" y="681048"/>
                      <a:pt x="621911" y="582690"/>
                      <a:pt x="621911" y="433286"/>
                    </a:cubicBezTo>
                    <a:cubicBezTo>
                      <a:pt x="621911" y="47326"/>
                      <a:pt x="367049" y="16200"/>
                      <a:pt x="289969" y="16200"/>
                    </a:cubicBezTo>
                    <a:close/>
                    <a:moveTo>
                      <a:pt x="288720" y="0"/>
                    </a:moveTo>
                    <a:cubicBezTo>
                      <a:pt x="339698" y="0"/>
                      <a:pt x="436680" y="11206"/>
                      <a:pt x="517499" y="87155"/>
                    </a:cubicBezTo>
                    <a:cubicBezTo>
                      <a:pt x="597073" y="161858"/>
                      <a:pt x="636861" y="278894"/>
                      <a:pt x="636861" y="433282"/>
                    </a:cubicBezTo>
                    <a:cubicBezTo>
                      <a:pt x="636861" y="587670"/>
                      <a:pt x="609507" y="689765"/>
                      <a:pt x="551069" y="744548"/>
                    </a:cubicBezTo>
                    <a:cubicBezTo>
                      <a:pt x="547339" y="748283"/>
                      <a:pt x="544852" y="753263"/>
                      <a:pt x="544852" y="758243"/>
                    </a:cubicBezTo>
                    <a:lnTo>
                      <a:pt x="544852" y="979865"/>
                    </a:lnTo>
                    <a:cubicBezTo>
                      <a:pt x="544852" y="1033402"/>
                      <a:pt x="508795" y="1093165"/>
                      <a:pt x="493875" y="1115576"/>
                    </a:cubicBezTo>
                    <a:cubicBezTo>
                      <a:pt x="434193" y="1207711"/>
                      <a:pt x="301154" y="1323502"/>
                      <a:pt x="231526" y="1328482"/>
                    </a:cubicBezTo>
                    <a:cubicBezTo>
                      <a:pt x="230283" y="1329727"/>
                      <a:pt x="229039" y="1329727"/>
                      <a:pt x="227796" y="1329727"/>
                    </a:cubicBezTo>
                    <a:cubicBezTo>
                      <a:pt x="214119" y="1329727"/>
                      <a:pt x="201685" y="1324747"/>
                      <a:pt x="191739" y="1313541"/>
                    </a:cubicBezTo>
                    <a:cubicBezTo>
                      <a:pt x="135787" y="1255023"/>
                      <a:pt x="160655" y="1043363"/>
                      <a:pt x="163141" y="1028422"/>
                    </a:cubicBezTo>
                    <a:lnTo>
                      <a:pt x="163141" y="808046"/>
                    </a:lnTo>
                    <a:lnTo>
                      <a:pt x="161898" y="808046"/>
                    </a:lnTo>
                    <a:cubicBezTo>
                      <a:pt x="128327" y="808046"/>
                      <a:pt x="100973" y="795595"/>
                      <a:pt x="78593" y="773184"/>
                    </a:cubicBezTo>
                    <a:cubicBezTo>
                      <a:pt x="-983" y="693500"/>
                      <a:pt x="-983" y="493045"/>
                      <a:pt x="261" y="346128"/>
                    </a:cubicBezTo>
                    <a:cubicBezTo>
                      <a:pt x="261" y="334922"/>
                      <a:pt x="261" y="323717"/>
                      <a:pt x="261" y="312511"/>
                    </a:cubicBezTo>
                    <a:cubicBezTo>
                      <a:pt x="261" y="23656"/>
                      <a:pt x="130814" y="0"/>
                      <a:pt x="288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6" name="Freeform 565">
                <a:extLst>
                  <a:ext uri="{FF2B5EF4-FFF2-40B4-BE49-F238E27FC236}">
                    <a16:creationId xmlns:a16="http://schemas.microsoft.com/office/drawing/2014/main" id="{A19EA2DC-FAC5-0241-B3B0-02E2C51B0208}"/>
                  </a:ext>
                </a:extLst>
              </p:cNvPr>
              <p:cNvSpPr/>
              <p:nvPr/>
            </p:nvSpPr>
            <p:spPr>
              <a:xfrm>
                <a:off x="8298219" y="7124693"/>
                <a:ext cx="122088" cy="261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9" h="22">
                    <a:moveTo>
                      <a:pt x="15" y="22"/>
                    </a:moveTo>
                    <a:cubicBezTo>
                      <a:pt x="10" y="22"/>
                      <a:pt x="6" y="22"/>
                      <a:pt x="6" y="22"/>
                    </a:cubicBezTo>
                    <a:cubicBezTo>
                      <a:pt x="2" y="21"/>
                      <a:pt x="0" y="18"/>
                      <a:pt x="0" y="15"/>
                    </a:cubicBezTo>
                    <a:cubicBezTo>
                      <a:pt x="0" y="11"/>
                      <a:pt x="3" y="8"/>
                      <a:pt x="7" y="8"/>
                    </a:cubicBezTo>
                    <a:cubicBezTo>
                      <a:pt x="7" y="8"/>
                      <a:pt x="45" y="10"/>
                      <a:pt x="91" y="0"/>
                    </a:cubicBezTo>
                    <a:cubicBezTo>
                      <a:pt x="94" y="0"/>
                      <a:pt x="98" y="2"/>
                      <a:pt x="99" y="6"/>
                    </a:cubicBezTo>
                    <a:cubicBezTo>
                      <a:pt x="99" y="9"/>
                      <a:pt x="97" y="13"/>
                      <a:pt x="93" y="14"/>
                    </a:cubicBezTo>
                    <a:cubicBezTo>
                      <a:pt x="59" y="21"/>
                      <a:pt x="30" y="22"/>
                      <a:pt x="15" y="2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7" name="Freeform 566">
                <a:extLst>
                  <a:ext uri="{FF2B5EF4-FFF2-40B4-BE49-F238E27FC236}">
                    <a16:creationId xmlns:a16="http://schemas.microsoft.com/office/drawing/2014/main" id="{344D72E5-A670-4A46-95B4-454A47728EE6}"/>
                  </a:ext>
                </a:extLst>
              </p:cNvPr>
              <p:cNvSpPr/>
              <p:nvPr/>
            </p:nvSpPr>
            <p:spPr>
              <a:xfrm>
                <a:off x="8146236" y="6208715"/>
                <a:ext cx="862088" cy="10730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3" h="862">
                    <a:moveTo>
                      <a:pt x="636" y="479"/>
                    </a:moveTo>
                    <a:cubicBezTo>
                      <a:pt x="619" y="433"/>
                      <a:pt x="600" y="386"/>
                      <a:pt x="589" y="342"/>
                    </a:cubicBezTo>
                    <a:cubicBezTo>
                      <a:pt x="557" y="214"/>
                      <a:pt x="470" y="0"/>
                      <a:pt x="253" y="0"/>
                    </a:cubicBezTo>
                    <a:lnTo>
                      <a:pt x="252" y="0"/>
                    </a:lnTo>
                    <a:cubicBezTo>
                      <a:pt x="169" y="0"/>
                      <a:pt x="106" y="22"/>
                      <a:pt x="64" y="66"/>
                    </a:cubicBezTo>
                    <a:cubicBezTo>
                      <a:pt x="17" y="115"/>
                      <a:pt x="-4" y="190"/>
                      <a:pt x="1" y="290"/>
                    </a:cubicBezTo>
                    <a:cubicBezTo>
                      <a:pt x="1" y="293"/>
                      <a:pt x="3" y="295"/>
                      <a:pt x="5" y="296"/>
                    </a:cubicBezTo>
                    <a:cubicBezTo>
                      <a:pt x="7" y="297"/>
                      <a:pt x="10" y="296"/>
                      <a:pt x="12" y="295"/>
                    </a:cubicBezTo>
                    <a:cubicBezTo>
                      <a:pt x="14" y="293"/>
                      <a:pt x="65" y="255"/>
                      <a:pt x="105" y="188"/>
                    </a:cubicBezTo>
                    <a:cubicBezTo>
                      <a:pt x="121" y="238"/>
                      <a:pt x="183" y="391"/>
                      <a:pt x="345" y="434"/>
                    </a:cubicBezTo>
                    <a:cubicBezTo>
                      <a:pt x="348" y="435"/>
                      <a:pt x="352" y="433"/>
                      <a:pt x="353" y="431"/>
                    </a:cubicBezTo>
                    <a:cubicBezTo>
                      <a:pt x="353" y="429"/>
                      <a:pt x="371" y="391"/>
                      <a:pt x="403" y="400"/>
                    </a:cubicBezTo>
                    <a:cubicBezTo>
                      <a:pt x="419" y="405"/>
                      <a:pt x="431" y="438"/>
                      <a:pt x="428" y="471"/>
                    </a:cubicBezTo>
                    <a:cubicBezTo>
                      <a:pt x="426" y="486"/>
                      <a:pt x="416" y="538"/>
                      <a:pt x="359" y="543"/>
                    </a:cubicBezTo>
                    <a:cubicBezTo>
                      <a:pt x="356" y="543"/>
                      <a:pt x="353" y="545"/>
                      <a:pt x="353" y="548"/>
                    </a:cubicBezTo>
                    <a:cubicBezTo>
                      <a:pt x="352" y="549"/>
                      <a:pt x="342" y="611"/>
                      <a:pt x="340" y="677"/>
                    </a:cubicBezTo>
                    <a:cubicBezTo>
                      <a:pt x="337" y="767"/>
                      <a:pt x="348" y="823"/>
                      <a:pt x="375" y="842"/>
                    </a:cubicBezTo>
                    <a:cubicBezTo>
                      <a:pt x="393" y="855"/>
                      <a:pt x="419" y="862"/>
                      <a:pt x="452" y="862"/>
                    </a:cubicBezTo>
                    <a:cubicBezTo>
                      <a:pt x="469" y="862"/>
                      <a:pt x="488" y="860"/>
                      <a:pt x="508" y="857"/>
                    </a:cubicBezTo>
                    <a:cubicBezTo>
                      <a:pt x="566" y="845"/>
                      <a:pt x="640" y="812"/>
                      <a:pt x="675" y="754"/>
                    </a:cubicBezTo>
                    <a:cubicBezTo>
                      <a:pt x="717" y="687"/>
                      <a:pt x="678" y="586"/>
                      <a:pt x="636" y="4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8" name="Freeform 567">
                <a:extLst>
                  <a:ext uri="{FF2B5EF4-FFF2-40B4-BE49-F238E27FC236}">
                    <a16:creationId xmlns:a16="http://schemas.microsoft.com/office/drawing/2014/main" id="{240A7AA2-D590-6144-829A-4F583E17EF95}"/>
                  </a:ext>
                </a:extLst>
              </p:cNvPr>
              <p:cNvSpPr/>
              <p:nvPr/>
            </p:nvSpPr>
            <p:spPr>
              <a:xfrm>
                <a:off x="7986774" y="9093735"/>
                <a:ext cx="1458822" cy="5869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72" h="472">
                    <a:moveTo>
                      <a:pt x="1064" y="4"/>
                    </a:moveTo>
                    <a:cubicBezTo>
                      <a:pt x="1063" y="1"/>
                      <a:pt x="1059" y="-1"/>
                      <a:pt x="1056" y="1"/>
                    </a:cubicBezTo>
                    <a:cubicBezTo>
                      <a:pt x="1052" y="2"/>
                      <a:pt x="609" y="121"/>
                      <a:pt x="96" y="20"/>
                    </a:cubicBezTo>
                    <a:cubicBezTo>
                      <a:pt x="92" y="20"/>
                      <a:pt x="88" y="22"/>
                      <a:pt x="88" y="25"/>
                    </a:cubicBezTo>
                    <a:cubicBezTo>
                      <a:pt x="87" y="28"/>
                      <a:pt x="21" y="244"/>
                      <a:pt x="0" y="465"/>
                    </a:cubicBezTo>
                    <a:cubicBezTo>
                      <a:pt x="0" y="467"/>
                      <a:pt x="1" y="469"/>
                      <a:pt x="2" y="470"/>
                    </a:cubicBezTo>
                    <a:cubicBezTo>
                      <a:pt x="3" y="472"/>
                      <a:pt x="5" y="472"/>
                      <a:pt x="7" y="472"/>
                    </a:cubicBezTo>
                    <a:lnTo>
                      <a:pt x="1165" y="472"/>
                    </a:lnTo>
                    <a:cubicBezTo>
                      <a:pt x="1167" y="472"/>
                      <a:pt x="1169" y="472"/>
                      <a:pt x="1170" y="470"/>
                    </a:cubicBezTo>
                    <a:cubicBezTo>
                      <a:pt x="1172" y="469"/>
                      <a:pt x="1172" y="467"/>
                      <a:pt x="1172" y="466"/>
                    </a:cubicBezTo>
                    <a:cubicBezTo>
                      <a:pt x="1172" y="463"/>
                      <a:pt x="1165" y="225"/>
                      <a:pt x="1064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9" name="Freeform 568">
                <a:extLst>
                  <a:ext uri="{FF2B5EF4-FFF2-40B4-BE49-F238E27FC236}">
                    <a16:creationId xmlns:a16="http://schemas.microsoft.com/office/drawing/2014/main" id="{27AD38E6-B29E-E248-8DEB-49153617123D}"/>
                  </a:ext>
                </a:extLst>
              </p:cNvPr>
              <p:cNvSpPr/>
              <p:nvPr/>
            </p:nvSpPr>
            <p:spPr>
              <a:xfrm>
                <a:off x="9058155" y="7401356"/>
                <a:ext cx="1124950" cy="22706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4" h="1823">
                    <a:moveTo>
                      <a:pt x="59" y="0"/>
                    </a:moveTo>
                    <a:cubicBezTo>
                      <a:pt x="59" y="0"/>
                      <a:pt x="-146" y="269"/>
                      <a:pt x="206" y="941"/>
                    </a:cubicBezTo>
                    <a:cubicBezTo>
                      <a:pt x="558" y="1613"/>
                      <a:pt x="690" y="1823"/>
                      <a:pt x="690" y="1823"/>
                    </a:cubicBezTo>
                    <a:lnTo>
                      <a:pt x="904" y="1823"/>
                    </a:lnTo>
                    <a:cubicBezTo>
                      <a:pt x="904" y="1823"/>
                      <a:pt x="724" y="1220"/>
                      <a:pt x="533" y="746"/>
                    </a:cubicBezTo>
                    <a:cubicBezTo>
                      <a:pt x="350" y="290"/>
                      <a:pt x="338" y="23"/>
                      <a:pt x="5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81" name="Freeform 680">
                <a:extLst>
                  <a:ext uri="{FF2B5EF4-FFF2-40B4-BE49-F238E27FC236}">
                    <a16:creationId xmlns:a16="http://schemas.microsoft.com/office/drawing/2014/main" id="{A442A7EC-175A-A944-A369-9DEB4BBF79A3}"/>
                  </a:ext>
                </a:extLst>
              </p:cNvPr>
              <p:cNvSpPr/>
              <p:nvPr/>
            </p:nvSpPr>
            <p:spPr>
              <a:xfrm>
                <a:off x="9049782" y="7392632"/>
                <a:ext cx="1142044" cy="2286831"/>
              </a:xfrm>
              <a:custGeom>
                <a:avLst/>
                <a:gdLst>
                  <a:gd name="connsiteX0" fmla="*/ 86780 w 1142044"/>
                  <a:gd name="connsiteY0" fmla="*/ 17448 h 2286831"/>
                  <a:gd name="connsiteX1" fmla="*/ 19583 w 1142044"/>
                  <a:gd name="connsiteY1" fmla="*/ 282748 h 2286831"/>
                  <a:gd name="connsiteX2" fmla="*/ 273438 w 1142044"/>
                  <a:gd name="connsiteY2" fmla="*/ 1177046 h 2286831"/>
                  <a:gd name="connsiteX3" fmla="*/ 873233 w 1142044"/>
                  <a:gd name="connsiteY3" fmla="*/ 2270631 h 2286831"/>
                  <a:gd name="connsiteX4" fmla="*/ 1122110 w 1142044"/>
                  <a:gd name="connsiteY4" fmla="*/ 2270631 h 2286831"/>
                  <a:gd name="connsiteX5" fmla="*/ 665420 w 1142044"/>
                  <a:gd name="connsiteY5" fmla="*/ 940394 h 2286831"/>
                  <a:gd name="connsiteX6" fmla="*/ 534759 w 1142044"/>
                  <a:gd name="connsiteY6" fmla="*/ 586660 h 2286831"/>
                  <a:gd name="connsiteX7" fmla="*/ 86780 w 1142044"/>
                  <a:gd name="connsiteY7" fmla="*/ 17448 h 2286831"/>
                  <a:gd name="connsiteX8" fmla="*/ 84275 w 1142044"/>
                  <a:gd name="connsiteY8" fmla="*/ 0 h 2286831"/>
                  <a:gd name="connsiteX9" fmla="*/ 550938 w 1142044"/>
                  <a:gd name="connsiteY9" fmla="*/ 580427 h 2286831"/>
                  <a:gd name="connsiteX10" fmla="*/ 680359 w 1142044"/>
                  <a:gd name="connsiteY10" fmla="*/ 934163 h 2286831"/>
                  <a:gd name="connsiteX11" fmla="*/ 1142044 w 1142044"/>
                  <a:gd name="connsiteY11" fmla="*/ 2276866 h 2286831"/>
                  <a:gd name="connsiteX12" fmla="*/ 1140800 w 1142044"/>
                  <a:gd name="connsiteY12" fmla="*/ 2283094 h 2286831"/>
                  <a:gd name="connsiteX13" fmla="*/ 1134577 w 1142044"/>
                  <a:gd name="connsiteY13" fmla="*/ 2286831 h 2286831"/>
                  <a:gd name="connsiteX14" fmla="*/ 868268 w 1142044"/>
                  <a:gd name="connsiteY14" fmla="*/ 2286831 h 2286831"/>
                  <a:gd name="connsiteX15" fmla="*/ 860802 w 1142044"/>
                  <a:gd name="connsiteY15" fmla="*/ 2283094 h 2286831"/>
                  <a:gd name="connsiteX16" fmla="*/ 258495 w 1142044"/>
                  <a:gd name="connsiteY16" fmla="*/ 1184519 h 2286831"/>
                  <a:gd name="connsiteX17" fmla="*/ 897 w 1142044"/>
                  <a:gd name="connsiteY17" fmla="*/ 280249 h 2286831"/>
                  <a:gd name="connsiteX18" fmla="*/ 75564 w 1142044"/>
                  <a:gd name="connsiteY18" fmla="*/ 3737 h 2286831"/>
                  <a:gd name="connsiteX19" fmla="*/ 84275 w 1142044"/>
                  <a:gd name="connsiteY19" fmla="*/ 0 h 2286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142044" h="2286831">
                    <a:moveTo>
                      <a:pt x="86780" y="17448"/>
                    </a:moveTo>
                    <a:cubicBezTo>
                      <a:pt x="75581" y="34886"/>
                      <a:pt x="25805" y="119583"/>
                      <a:pt x="19583" y="282748"/>
                    </a:cubicBezTo>
                    <a:cubicBezTo>
                      <a:pt x="10873" y="453387"/>
                      <a:pt x="48204" y="747335"/>
                      <a:pt x="273438" y="1177046"/>
                    </a:cubicBezTo>
                    <a:cubicBezTo>
                      <a:pt x="677864" y="1950527"/>
                      <a:pt x="850834" y="2234510"/>
                      <a:pt x="873233" y="2270631"/>
                    </a:cubicBezTo>
                    <a:lnTo>
                      <a:pt x="1122110" y="2270631"/>
                    </a:lnTo>
                    <a:cubicBezTo>
                      <a:pt x="1093489" y="2175970"/>
                      <a:pt x="884432" y="1485940"/>
                      <a:pt x="665420" y="940394"/>
                    </a:cubicBezTo>
                    <a:cubicBezTo>
                      <a:pt x="613156" y="809612"/>
                      <a:pt x="572091" y="691286"/>
                      <a:pt x="534759" y="586660"/>
                    </a:cubicBezTo>
                    <a:cubicBezTo>
                      <a:pt x="412810" y="235418"/>
                      <a:pt x="344368" y="41114"/>
                      <a:pt x="86780" y="17448"/>
                    </a:cubicBezTo>
                    <a:close/>
                    <a:moveTo>
                      <a:pt x="84275" y="0"/>
                    </a:moveTo>
                    <a:cubicBezTo>
                      <a:pt x="356806" y="22420"/>
                      <a:pt x="430227" y="232918"/>
                      <a:pt x="550938" y="580427"/>
                    </a:cubicBezTo>
                    <a:cubicBezTo>
                      <a:pt x="587026" y="685053"/>
                      <a:pt x="628092" y="804626"/>
                      <a:pt x="680359" y="934163"/>
                    </a:cubicBezTo>
                    <a:cubicBezTo>
                      <a:pt x="915557" y="1518326"/>
                      <a:pt x="1139555" y="2269393"/>
                      <a:pt x="1142044" y="2276866"/>
                    </a:cubicBezTo>
                    <a:cubicBezTo>
                      <a:pt x="1142044" y="2279358"/>
                      <a:pt x="1142044" y="2281849"/>
                      <a:pt x="1140800" y="2283094"/>
                    </a:cubicBezTo>
                    <a:cubicBezTo>
                      <a:pt x="1138311" y="2285586"/>
                      <a:pt x="1135822" y="2286831"/>
                      <a:pt x="1134577" y="2286831"/>
                    </a:cubicBezTo>
                    <a:lnTo>
                      <a:pt x="868268" y="2286831"/>
                    </a:lnTo>
                    <a:cubicBezTo>
                      <a:pt x="865780" y="2286831"/>
                      <a:pt x="862046" y="2285586"/>
                      <a:pt x="860802" y="2283094"/>
                    </a:cubicBezTo>
                    <a:cubicBezTo>
                      <a:pt x="859557" y="2280603"/>
                      <a:pt x="691559" y="2012810"/>
                      <a:pt x="258495" y="1184519"/>
                    </a:cubicBezTo>
                    <a:cubicBezTo>
                      <a:pt x="132808" y="945373"/>
                      <a:pt x="-12791" y="594128"/>
                      <a:pt x="897" y="280249"/>
                    </a:cubicBezTo>
                    <a:cubicBezTo>
                      <a:pt x="10853" y="92171"/>
                      <a:pt x="73075" y="7474"/>
                      <a:pt x="75564" y="3737"/>
                    </a:cubicBezTo>
                    <a:cubicBezTo>
                      <a:pt x="78052" y="1246"/>
                      <a:pt x="80541" y="0"/>
                      <a:pt x="842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72" name="Freeform 571">
                <a:extLst>
                  <a:ext uri="{FF2B5EF4-FFF2-40B4-BE49-F238E27FC236}">
                    <a16:creationId xmlns:a16="http://schemas.microsoft.com/office/drawing/2014/main" id="{8714BAA7-CDBF-E949-B6E3-AD6A9C2FE1B2}"/>
                  </a:ext>
                </a:extLst>
              </p:cNvPr>
              <p:cNvSpPr/>
              <p:nvPr/>
            </p:nvSpPr>
            <p:spPr>
              <a:xfrm>
                <a:off x="8638323" y="8385877"/>
                <a:ext cx="164445" cy="1931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3" h="156">
                    <a:moveTo>
                      <a:pt x="126" y="156"/>
                    </a:moveTo>
                    <a:lnTo>
                      <a:pt x="125" y="156"/>
                    </a:lnTo>
                    <a:cubicBezTo>
                      <a:pt x="-1" y="130"/>
                      <a:pt x="0" y="8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0" y="0"/>
                      <a:pt x="14" y="3"/>
                      <a:pt x="14" y="7"/>
                    </a:cubicBezTo>
                    <a:cubicBezTo>
                      <a:pt x="14" y="12"/>
                      <a:pt x="13" y="119"/>
                      <a:pt x="128" y="142"/>
                    </a:cubicBezTo>
                    <a:cubicBezTo>
                      <a:pt x="131" y="143"/>
                      <a:pt x="134" y="146"/>
                      <a:pt x="133" y="150"/>
                    </a:cubicBezTo>
                    <a:cubicBezTo>
                      <a:pt x="132" y="153"/>
                      <a:pt x="130" y="156"/>
                      <a:pt x="126" y="1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73" name="Freeform 572">
                <a:extLst>
                  <a:ext uri="{FF2B5EF4-FFF2-40B4-BE49-F238E27FC236}">
                    <a16:creationId xmlns:a16="http://schemas.microsoft.com/office/drawing/2014/main" id="{B0A7E7FE-1236-FD43-942C-F9D87AC46093}"/>
                  </a:ext>
                </a:extLst>
              </p:cNvPr>
              <p:cNvSpPr/>
              <p:nvPr/>
            </p:nvSpPr>
            <p:spPr>
              <a:xfrm>
                <a:off x="8092667" y="8592751"/>
                <a:ext cx="54815" cy="211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" h="18">
                    <a:moveTo>
                      <a:pt x="0" y="0"/>
                    </a:moveTo>
                    <a:cubicBezTo>
                      <a:pt x="0" y="0"/>
                      <a:pt x="12" y="12"/>
                      <a:pt x="45" y="1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74" name="Freeform 573">
                <a:extLst>
                  <a:ext uri="{FF2B5EF4-FFF2-40B4-BE49-F238E27FC236}">
                    <a16:creationId xmlns:a16="http://schemas.microsoft.com/office/drawing/2014/main" id="{2D9595E4-3F0E-2343-9842-45E606635EFF}"/>
                  </a:ext>
                </a:extLst>
              </p:cNvPr>
              <p:cNvSpPr/>
              <p:nvPr/>
            </p:nvSpPr>
            <p:spPr>
              <a:xfrm>
                <a:off x="8083946" y="8585274"/>
                <a:ext cx="72256" cy="361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9" h="30">
                    <a:moveTo>
                      <a:pt x="52" y="30"/>
                    </a:moveTo>
                    <a:lnTo>
                      <a:pt x="51" y="30"/>
                    </a:lnTo>
                    <a:cubicBezTo>
                      <a:pt x="16" y="24"/>
                      <a:pt x="3" y="12"/>
                      <a:pt x="2" y="10"/>
                    </a:cubicBezTo>
                    <a:cubicBezTo>
                      <a:pt x="-1" y="8"/>
                      <a:pt x="0" y="3"/>
                      <a:pt x="2" y="1"/>
                    </a:cubicBezTo>
                    <a:cubicBezTo>
                      <a:pt x="5" y="0"/>
                      <a:pt x="9" y="0"/>
                      <a:pt x="12" y="1"/>
                    </a:cubicBezTo>
                    <a:cubicBezTo>
                      <a:pt x="12" y="2"/>
                      <a:pt x="23" y="12"/>
                      <a:pt x="53" y="17"/>
                    </a:cubicBezTo>
                    <a:cubicBezTo>
                      <a:pt x="57" y="18"/>
                      <a:pt x="60" y="21"/>
                      <a:pt x="59" y="25"/>
                    </a:cubicBezTo>
                    <a:cubicBezTo>
                      <a:pt x="58" y="28"/>
                      <a:pt x="55" y="30"/>
                      <a:pt x="52" y="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67" name="Freeform 66">
            <a:extLst>
              <a:ext uri="{FF2B5EF4-FFF2-40B4-BE49-F238E27FC236}">
                <a16:creationId xmlns:a16="http://schemas.microsoft.com/office/drawing/2014/main" id="{86853EDD-A8CA-0049-924E-BF5BECF1EC59}"/>
              </a:ext>
            </a:extLst>
          </p:cNvPr>
          <p:cNvSpPr/>
          <p:nvPr/>
        </p:nvSpPr>
        <p:spPr>
          <a:xfrm>
            <a:off x="17393748" y="3548015"/>
            <a:ext cx="5464043" cy="235786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87" h="1893">
                <a:moveTo>
                  <a:pt x="3440" y="1893"/>
                </a:moveTo>
                <a:lnTo>
                  <a:pt x="0" y="1893"/>
                </a:lnTo>
                <a:lnTo>
                  <a:pt x="0" y="0"/>
                </a:lnTo>
                <a:lnTo>
                  <a:pt x="3440" y="0"/>
                </a:lnTo>
                <a:cubicBezTo>
                  <a:pt x="3963" y="0"/>
                  <a:pt x="4387" y="424"/>
                  <a:pt x="4387" y="947"/>
                </a:cubicBezTo>
                <a:cubicBezTo>
                  <a:pt x="4387" y="1470"/>
                  <a:pt x="3963" y="1893"/>
                  <a:pt x="3440" y="1893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8" name="Freeform 67">
            <a:extLst>
              <a:ext uri="{FF2B5EF4-FFF2-40B4-BE49-F238E27FC236}">
                <a16:creationId xmlns:a16="http://schemas.microsoft.com/office/drawing/2014/main" id="{5C24C26F-6978-FF48-A515-DEC060829C9B}"/>
              </a:ext>
            </a:extLst>
          </p:cNvPr>
          <p:cNvSpPr/>
          <p:nvPr/>
        </p:nvSpPr>
        <p:spPr>
          <a:xfrm>
            <a:off x="17272906" y="3420900"/>
            <a:ext cx="5464043" cy="235786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87" h="1893">
                <a:moveTo>
                  <a:pt x="3441" y="1893"/>
                </a:moveTo>
                <a:lnTo>
                  <a:pt x="0" y="1893"/>
                </a:lnTo>
                <a:lnTo>
                  <a:pt x="0" y="0"/>
                </a:lnTo>
                <a:lnTo>
                  <a:pt x="3441" y="0"/>
                </a:lnTo>
                <a:cubicBezTo>
                  <a:pt x="3964" y="0"/>
                  <a:pt x="4387" y="424"/>
                  <a:pt x="4387" y="946"/>
                </a:cubicBezTo>
                <a:cubicBezTo>
                  <a:pt x="4387" y="1469"/>
                  <a:pt x="3964" y="1893"/>
                  <a:pt x="3441" y="1893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26" name="Freeform 125">
            <a:extLst>
              <a:ext uri="{FF2B5EF4-FFF2-40B4-BE49-F238E27FC236}">
                <a16:creationId xmlns:a16="http://schemas.microsoft.com/office/drawing/2014/main" id="{311BEF6C-B221-354C-961D-4D17A481CF6C}"/>
              </a:ext>
            </a:extLst>
          </p:cNvPr>
          <p:cNvSpPr/>
          <p:nvPr/>
        </p:nvSpPr>
        <p:spPr>
          <a:xfrm>
            <a:off x="16390885" y="3717502"/>
            <a:ext cx="1764041" cy="176466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7" h="1417">
                <a:moveTo>
                  <a:pt x="1417" y="708"/>
                </a:moveTo>
                <a:cubicBezTo>
                  <a:pt x="1417" y="1100"/>
                  <a:pt x="1100" y="1417"/>
                  <a:pt x="708" y="1417"/>
                </a:cubicBezTo>
                <a:cubicBezTo>
                  <a:pt x="317" y="1417"/>
                  <a:pt x="0" y="1100"/>
                  <a:pt x="0" y="708"/>
                </a:cubicBezTo>
                <a:cubicBezTo>
                  <a:pt x="0" y="318"/>
                  <a:pt x="317" y="0"/>
                  <a:pt x="708" y="0"/>
                </a:cubicBezTo>
                <a:cubicBezTo>
                  <a:pt x="1100" y="0"/>
                  <a:pt x="1417" y="318"/>
                  <a:pt x="1417" y="708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28" name="Freeform 127">
            <a:extLst>
              <a:ext uri="{FF2B5EF4-FFF2-40B4-BE49-F238E27FC236}">
                <a16:creationId xmlns:a16="http://schemas.microsoft.com/office/drawing/2014/main" id="{4939A6AE-6FDA-9145-BBFE-348A9716CD0D}"/>
              </a:ext>
            </a:extLst>
          </p:cNvPr>
          <p:cNvSpPr/>
          <p:nvPr/>
        </p:nvSpPr>
        <p:spPr>
          <a:xfrm>
            <a:off x="16536643" y="3864557"/>
            <a:ext cx="1472526" cy="14717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83" h="1182">
                <a:moveTo>
                  <a:pt x="1183" y="590"/>
                </a:moveTo>
                <a:cubicBezTo>
                  <a:pt x="1183" y="917"/>
                  <a:pt x="918" y="1182"/>
                  <a:pt x="591" y="1182"/>
                </a:cubicBezTo>
                <a:cubicBezTo>
                  <a:pt x="265" y="1182"/>
                  <a:pt x="0" y="917"/>
                  <a:pt x="0" y="590"/>
                </a:cubicBezTo>
                <a:cubicBezTo>
                  <a:pt x="0" y="264"/>
                  <a:pt x="265" y="0"/>
                  <a:pt x="591" y="0"/>
                </a:cubicBezTo>
                <a:cubicBezTo>
                  <a:pt x="918" y="0"/>
                  <a:pt x="1183" y="264"/>
                  <a:pt x="1183" y="59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78" name="Freeform 577">
            <a:extLst>
              <a:ext uri="{FF2B5EF4-FFF2-40B4-BE49-F238E27FC236}">
                <a16:creationId xmlns:a16="http://schemas.microsoft.com/office/drawing/2014/main" id="{03697FEE-078E-E04D-837C-D942A00A1852}"/>
              </a:ext>
            </a:extLst>
          </p:cNvPr>
          <p:cNvSpPr/>
          <p:nvPr/>
        </p:nvSpPr>
        <p:spPr>
          <a:xfrm>
            <a:off x="16896676" y="4172376"/>
            <a:ext cx="752460" cy="856160"/>
          </a:xfrm>
          <a:custGeom>
            <a:avLst/>
            <a:gdLst>
              <a:gd name="connsiteX0" fmla="*/ 37312 w 752460"/>
              <a:gd name="connsiteY0" fmla="*/ 782632 h 856160"/>
              <a:gd name="connsiteX1" fmla="*/ 22424 w 752460"/>
              <a:gd name="connsiteY1" fmla="*/ 798447 h 856160"/>
              <a:gd name="connsiteX2" fmla="*/ 22424 w 752460"/>
              <a:gd name="connsiteY2" fmla="*/ 817912 h 856160"/>
              <a:gd name="connsiteX3" fmla="*/ 37312 w 752460"/>
              <a:gd name="connsiteY3" fmla="*/ 833727 h 856160"/>
              <a:gd name="connsiteX4" fmla="*/ 315186 w 752460"/>
              <a:gd name="connsiteY4" fmla="*/ 833727 h 856160"/>
              <a:gd name="connsiteX5" fmla="*/ 308984 w 752460"/>
              <a:gd name="connsiteY5" fmla="*/ 806963 h 856160"/>
              <a:gd name="connsiteX6" fmla="*/ 315186 w 752460"/>
              <a:gd name="connsiteY6" fmla="*/ 782632 h 856160"/>
              <a:gd name="connsiteX7" fmla="*/ 88316 w 752460"/>
              <a:gd name="connsiteY7" fmla="*/ 601925 h 856160"/>
              <a:gd name="connsiteX8" fmla="*/ 167074 w 752460"/>
              <a:gd name="connsiteY8" fmla="*/ 601925 h 856160"/>
              <a:gd name="connsiteX9" fmla="*/ 178148 w 752460"/>
              <a:gd name="connsiteY9" fmla="*/ 613695 h 856160"/>
              <a:gd name="connsiteX10" fmla="*/ 167074 w 752460"/>
              <a:gd name="connsiteY10" fmla="*/ 623111 h 856160"/>
              <a:gd name="connsiteX11" fmla="*/ 88316 w 752460"/>
              <a:gd name="connsiteY11" fmla="*/ 623111 h 856160"/>
              <a:gd name="connsiteX12" fmla="*/ 77240 w 752460"/>
              <a:gd name="connsiteY12" fmla="*/ 613695 h 856160"/>
              <a:gd name="connsiteX13" fmla="*/ 88316 w 752460"/>
              <a:gd name="connsiteY13" fmla="*/ 601925 h 856160"/>
              <a:gd name="connsiteX14" fmla="*/ 87130 w 752460"/>
              <a:gd name="connsiteY14" fmla="*/ 548341 h 856160"/>
              <a:gd name="connsiteX15" fmla="*/ 246744 w 752460"/>
              <a:gd name="connsiteY15" fmla="*/ 548341 h 856160"/>
              <a:gd name="connsiteX16" fmla="*/ 257880 w 752460"/>
              <a:gd name="connsiteY16" fmla="*/ 557757 h 856160"/>
              <a:gd name="connsiteX17" fmla="*/ 246744 w 752460"/>
              <a:gd name="connsiteY17" fmla="*/ 569527 h 856160"/>
              <a:gd name="connsiteX18" fmla="*/ 87130 w 752460"/>
              <a:gd name="connsiteY18" fmla="*/ 569527 h 856160"/>
              <a:gd name="connsiteX19" fmla="*/ 75994 w 752460"/>
              <a:gd name="connsiteY19" fmla="*/ 557757 h 856160"/>
              <a:gd name="connsiteX20" fmla="*/ 87130 w 752460"/>
              <a:gd name="connsiteY20" fmla="*/ 548341 h 856160"/>
              <a:gd name="connsiteX21" fmla="*/ 87072 w 752460"/>
              <a:gd name="connsiteY21" fmla="*/ 493503 h 856160"/>
              <a:gd name="connsiteX22" fmla="*/ 167072 w 752460"/>
              <a:gd name="connsiteY22" fmla="*/ 493503 h 856160"/>
              <a:gd name="connsiteX23" fmla="*/ 178148 w 752460"/>
              <a:gd name="connsiteY23" fmla="*/ 504096 h 856160"/>
              <a:gd name="connsiteX24" fmla="*/ 167072 w 752460"/>
              <a:gd name="connsiteY24" fmla="*/ 514689 h 856160"/>
              <a:gd name="connsiteX25" fmla="*/ 87072 w 752460"/>
              <a:gd name="connsiteY25" fmla="*/ 514689 h 856160"/>
              <a:gd name="connsiteX26" fmla="*/ 75994 w 752460"/>
              <a:gd name="connsiteY26" fmla="*/ 504096 h 856160"/>
              <a:gd name="connsiteX27" fmla="*/ 87072 w 752460"/>
              <a:gd name="connsiteY27" fmla="*/ 493503 h 856160"/>
              <a:gd name="connsiteX28" fmla="*/ 86982 w 752460"/>
              <a:gd name="connsiteY28" fmla="*/ 438673 h 856160"/>
              <a:gd name="connsiteX29" fmla="*/ 126050 w 752460"/>
              <a:gd name="connsiteY29" fmla="*/ 438673 h 856160"/>
              <a:gd name="connsiteX30" fmla="*/ 137038 w 752460"/>
              <a:gd name="connsiteY30" fmla="*/ 449266 h 856160"/>
              <a:gd name="connsiteX31" fmla="*/ 126050 w 752460"/>
              <a:gd name="connsiteY31" fmla="*/ 459859 h 856160"/>
              <a:gd name="connsiteX32" fmla="*/ 86982 w 752460"/>
              <a:gd name="connsiteY32" fmla="*/ 459859 h 856160"/>
              <a:gd name="connsiteX33" fmla="*/ 75994 w 752460"/>
              <a:gd name="connsiteY33" fmla="*/ 449266 h 856160"/>
              <a:gd name="connsiteX34" fmla="*/ 86982 w 752460"/>
              <a:gd name="connsiteY34" fmla="*/ 438673 h 856160"/>
              <a:gd name="connsiteX35" fmla="*/ 37314 w 752460"/>
              <a:gd name="connsiteY35" fmla="*/ 342713 h 856160"/>
              <a:gd name="connsiteX36" fmla="*/ 22424 w 752460"/>
              <a:gd name="connsiteY36" fmla="*/ 357624 h 856160"/>
              <a:gd name="connsiteX37" fmla="*/ 22424 w 752460"/>
              <a:gd name="connsiteY37" fmla="*/ 762692 h 856160"/>
              <a:gd name="connsiteX38" fmla="*/ 37314 w 752460"/>
              <a:gd name="connsiteY38" fmla="*/ 760207 h 856160"/>
              <a:gd name="connsiteX39" fmla="*/ 325152 w 752460"/>
              <a:gd name="connsiteY39" fmla="*/ 760207 h 856160"/>
              <a:gd name="connsiteX40" fmla="*/ 325152 w 752460"/>
              <a:gd name="connsiteY40" fmla="*/ 357624 h 856160"/>
              <a:gd name="connsiteX41" fmla="*/ 310264 w 752460"/>
              <a:gd name="connsiteY41" fmla="*/ 342713 h 856160"/>
              <a:gd name="connsiteX42" fmla="*/ 653678 w 752460"/>
              <a:gd name="connsiteY42" fmla="*/ 183196 h 856160"/>
              <a:gd name="connsiteX43" fmla="*/ 622896 w 752460"/>
              <a:gd name="connsiteY43" fmla="*/ 312804 h 856160"/>
              <a:gd name="connsiteX44" fmla="*/ 728788 w 752460"/>
              <a:gd name="connsiteY44" fmla="*/ 183196 h 856160"/>
              <a:gd name="connsiteX45" fmla="*/ 533200 w 752460"/>
              <a:gd name="connsiteY45" fmla="*/ 183196 h 856160"/>
              <a:gd name="connsiteX46" fmla="*/ 581162 w 752460"/>
              <a:gd name="connsiteY46" fmla="*/ 319035 h 856160"/>
              <a:gd name="connsiteX47" fmla="*/ 629124 w 752460"/>
              <a:gd name="connsiteY47" fmla="*/ 183196 h 856160"/>
              <a:gd name="connsiteX48" fmla="*/ 434782 w 752460"/>
              <a:gd name="connsiteY48" fmla="*/ 183196 h 856160"/>
              <a:gd name="connsiteX49" fmla="*/ 540674 w 752460"/>
              <a:gd name="connsiteY49" fmla="*/ 312804 h 856160"/>
              <a:gd name="connsiteX50" fmla="*/ 509892 w 752460"/>
              <a:gd name="connsiteY50" fmla="*/ 183196 h 856160"/>
              <a:gd name="connsiteX51" fmla="*/ 622896 w 752460"/>
              <a:gd name="connsiteY51" fmla="*/ 27417 h 856160"/>
              <a:gd name="connsiteX52" fmla="*/ 653678 w 752460"/>
              <a:gd name="connsiteY52" fmla="*/ 158271 h 856160"/>
              <a:gd name="connsiteX53" fmla="*/ 728788 w 752460"/>
              <a:gd name="connsiteY53" fmla="*/ 158271 h 856160"/>
              <a:gd name="connsiteX54" fmla="*/ 622896 w 752460"/>
              <a:gd name="connsiteY54" fmla="*/ 27417 h 856160"/>
              <a:gd name="connsiteX55" fmla="*/ 540674 w 752460"/>
              <a:gd name="connsiteY55" fmla="*/ 27417 h 856160"/>
              <a:gd name="connsiteX56" fmla="*/ 434782 w 752460"/>
              <a:gd name="connsiteY56" fmla="*/ 158271 h 856160"/>
              <a:gd name="connsiteX57" fmla="*/ 509892 w 752460"/>
              <a:gd name="connsiteY57" fmla="*/ 158271 h 856160"/>
              <a:gd name="connsiteX58" fmla="*/ 540674 w 752460"/>
              <a:gd name="connsiteY58" fmla="*/ 27417 h 856160"/>
              <a:gd name="connsiteX59" fmla="*/ 581162 w 752460"/>
              <a:gd name="connsiteY59" fmla="*/ 21186 h 856160"/>
              <a:gd name="connsiteX60" fmla="*/ 533200 w 752460"/>
              <a:gd name="connsiteY60" fmla="*/ 158271 h 856160"/>
              <a:gd name="connsiteX61" fmla="*/ 629124 w 752460"/>
              <a:gd name="connsiteY61" fmla="*/ 158271 h 856160"/>
              <a:gd name="connsiteX62" fmla="*/ 581162 w 752460"/>
              <a:gd name="connsiteY62" fmla="*/ 21186 h 856160"/>
              <a:gd name="connsiteX63" fmla="*/ 580824 w 752460"/>
              <a:gd name="connsiteY63" fmla="*/ 0 h 856160"/>
              <a:gd name="connsiteX64" fmla="*/ 752460 w 752460"/>
              <a:gd name="connsiteY64" fmla="*/ 170486 h 856160"/>
              <a:gd name="connsiteX65" fmla="*/ 592018 w 752460"/>
              <a:gd name="connsiteY65" fmla="*/ 340971 h 856160"/>
              <a:gd name="connsiteX66" fmla="*/ 592018 w 752460"/>
              <a:gd name="connsiteY66" fmla="*/ 563722 h 856160"/>
              <a:gd name="connsiteX67" fmla="*/ 534806 w 752460"/>
              <a:gd name="connsiteY67" fmla="*/ 622210 h 856160"/>
              <a:gd name="connsiteX68" fmla="*/ 349490 w 752460"/>
              <a:gd name="connsiteY68" fmla="*/ 622210 h 856160"/>
              <a:gd name="connsiteX69" fmla="*/ 349490 w 752460"/>
              <a:gd name="connsiteY69" fmla="*/ 771540 h 856160"/>
              <a:gd name="connsiteX70" fmla="*/ 348246 w 752460"/>
              <a:gd name="connsiteY70" fmla="*/ 774029 h 856160"/>
              <a:gd name="connsiteX71" fmla="*/ 348246 w 752460"/>
              <a:gd name="connsiteY71" fmla="*/ 776517 h 856160"/>
              <a:gd name="connsiteX72" fmla="*/ 347002 w 752460"/>
              <a:gd name="connsiteY72" fmla="*/ 776517 h 856160"/>
              <a:gd name="connsiteX73" fmla="*/ 345758 w 752460"/>
              <a:gd name="connsiteY73" fmla="*/ 779006 h 856160"/>
              <a:gd name="connsiteX74" fmla="*/ 344514 w 752460"/>
              <a:gd name="connsiteY74" fmla="*/ 779006 h 856160"/>
              <a:gd name="connsiteX75" fmla="*/ 332078 w 752460"/>
              <a:gd name="connsiteY75" fmla="*/ 806383 h 856160"/>
              <a:gd name="connsiteX76" fmla="*/ 343272 w 752460"/>
              <a:gd name="connsiteY76" fmla="*/ 835005 h 856160"/>
              <a:gd name="connsiteX77" fmla="*/ 345758 w 752460"/>
              <a:gd name="connsiteY77" fmla="*/ 836250 h 856160"/>
              <a:gd name="connsiteX78" fmla="*/ 348246 w 752460"/>
              <a:gd name="connsiteY78" fmla="*/ 848694 h 856160"/>
              <a:gd name="connsiteX79" fmla="*/ 338296 w 752460"/>
              <a:gd name="connsiteY79" fmla="*/ 856160 h 856160"/>
              <a:gd name="connsiteX80" fmla="*/ 37312 w 752460"/>
              <a:gd name="connsiteY80" fmla="*/ 856160 h 856160"/>
              <a:gd name="connsiteX81" fmla="*/ 0 w 752460"/>
              <a:gd name="connsiteY81" fmla="*/ 817583 h 856160"/>
              <a:gd name="connsiteX82" fmla="*/ 0 w 752460"/>
              <a:gd name="connsiteY82" fmla="*/ 797673 h 856160"/>
              <a:gd name="connsiteX83" fmla="*/ 0 w 752460"/>
              <a:gd name="connsiteY83" fmla="*/ 796428 h 856160"/>
              <a:gd name="connsiteX84" fmla="*/ 0 w 752460"/>
              <a:gd name="connsiteY84" fmla="*/ 795184 h 856160"/>
              <a:gd name="connsiteX85" fmla="*/ 0 w 752460"/>
              <a:gd name="connsiteY85" fmla="*/ 357148 h 856160"/>
              <a:gd name="connsiteX86" fmla="*/ 37312 w 752460"/>
              <a:gd name="connsiteY86" fmla="*/ 319816 h 856160"/>
              <a:gd name="connsiteX87" fmla="*/ 310934 w 752460"/>
              <a:gd name="connsiteY87" fmla="*/ 319816 h 856160"/>
              <a:gd name="connsiteX88" fmla="*/ 349490 w 752460"/>
              <a:gd name="connsiteY88" fmla="*/ 357148 h 856160"/>
              <a:gd name="connsiteX89" fmla="*/ 349490 w 752460"/>
              <a:gd name="connsiteY89" fmla="*/ 599810 h 856160"/>
              <a:gd name="connsiteX90" fmla="*/ 534806 w 752460"/>
              <a:gd name="connsiteY90" fmla="*/ 599810 h 856160"/>
              <a:gd name="connsiteX91" fmla="*/ 570874 w 752460"/>
              <a:gd name="connsiteY91" fmla="*/ 563722 h 856160"/>
              <a:gd name="connsiteX92" fmla="*/ 570874 w 752460"/>
              <a:gd name="connsiteY92" fmla="*/ 340971 h 856160"/>
              <a:gd name="connsiteX93" fmla="*/ 410432 w 752460"/>
              <a:gd name="connsiteY93" fmla="*/ 170486 h 856160"/>
              <a:gd name="connsiteX94" fmla="*/ 580824 w 752460"/>
              <a:gd name="connsiteY94" fmla="*/ 0 h 85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52460" h="856160">
                <a:moveTo>
                  <a:pt x="37312" y="782632"/>
                </a:moveTo>
                <a:cubicBezTo>
                  <a:pt x="28628" y="782632"/>
                  <a:pt x="22424" y="789932"/>
                  <a:pt x="22424" y="798447"/>
                </a:cubicBezTo>
                <a:lnTo>
                  <a:pt x="22424" y="817912"/>
                </a:lnTo>
                <a:cubicBezTo>
                  <a:pt x="22424" y="826428"/>
                  <a:pt x="28628" y="833727"/>
                  <a:pt x="37312" y="833727"/>
                </a:cubicBezTo>
                <a:lnTo>
                  <a:pt x="315186" y="833727"/>
                </a:lnTo>
                <a:cubicBezTo>
                  <a:pt x="310224" y="825211"/>
                  <a:pt x="308984" y="815479"/>
                  <a:pt x="308984" y="806963"/>
                </a:cubicBezTo>
                <a:cubicBezTo>
                  <a:pt x="308984" y="798447"/>
                  <a:pt x="311464" y="791148"/>
                  <a:pt x="315186" y="782632"/>
                </a:cubicBezTo>
                <a:close/>
                <a:moveTo>
                  <a:pt x="88316" y="601925"/>
                </a:moveTo>
                <a:lnTo>
                  <a:pt x="167074" y="601925"/>
                </a:lnTo>
                <a:cubicBezTo>
                  <a:pt x="173226" y="601925"/>
                  <a:pt x="178148" y="607810"/>
                  <a:pt x="178148" y="613695"/>
                </a:cubicBezTo>
                <a:cubicBezTo>
                  <a:pt x="178148" y="619580"/>
                  <a:pt x="173226" y="623111"/>
                  <a:pt x="167074" y="623111"/>
                </a:cubicBezTo>
                <a:lnTo>
                  <a:pt x="88316" y="623111"/>
                </a:lnTo>
                <a:cubicBezTo>
                  <a:pt x="82162" y="623111"/>
                  <a:pt x="77240" y="619580"/>
                  <a:pt x="77240" y="613695"/>
                </a:cubicBezTo>
                <a:cubicBezTo>
                  <a:pt x="77240" y="607810"/>
                  <a:pt x="82162" y="601925"/>
                  <a:pt x="88316" y="601925"/>
                </a:cubicBezTo>
                <a:close/>
                <a:moveTo>
                  <a:pt x="87130" y="548341"/>
                </a:moveTo>
                <a:lnTo>
                  <a:pt x="246744" y="548341"/>
                </a:lnTo>
                <a:cubicBezTo>
                  <a:pt x="252930" y="548341"/>
                  <a:pt x="257880" y="553049"/>
                  <a:pt x="257880" y="557757"/>
                </a:cubicBezTo>
                <a:cubicBezTo>
                  <a:pt x="257880" y="563642"/>
                  <a:pt x="252930" y="569527"/>
                  <a:pt x="246744" y="569527"/>
                </a:cubicBezTo>
                <a:lnTo>
                  <a:pt x="87130" y="569527"/>
                </a:lnTo>
                <a:cubicBezTo>
                  <a:pt x="80944" y="569527"/>
                  <a:pt x="75994" y="563642"/>
                  <a:pt x="75994" y="557757"/>
                </a:cubicBezTo>
                <a:cubicBezTo>
                  <a:pt x="75994" y="553049"/>
                  <a:pt x="80944" y="548341"/>
                  <a:pt x="87130" y="548341"/>
                </a:cubicBezTo>
                <a:close/>
                <a:moveTo>
                  <a:pt x="87072" y="493503"/>
                </a:moveTo>
                <a:lnTo>
                  <a:pt x="167072" y="493503"/>
                </a:lnTo>
                <a:cubicBezTo>
                  <a:pt x="171996" y="493503"/>
                  <a:pt x="178148" y="498211"/>
                  <a:pt x="178148" y="504096"/>
                </a:cubicBezTo>
                <a:cubicBezTo>
                  <a:pt x="178148" y="509981"/>
                  <a:pt x="171996" y="514689"/>
                  <a:pt x="167072" y="514689"/>
                </a:cubicBezTo>
                <a:lnTo>
                  <a:pt x="87072" y="514689"/>
                </a:lnTo>
                <a:cubicBezTo>
                  <a:pt x="80918" y="514689"/>
                  <a:pt x="75994" y="509981"/>
                  <a:pt x="75994" y="504096"/>
                </a:cubicBezTo>
                <a:cubicBezTo>
                  <a:pt x="75994" y="498211"/>
                  <a:pt x="80918" y="493503"/>
                  <a:pt x="87072" y="493503"/>
                </a:cubicBezTo>
                <a:close/>
                <a:moveTo>
                  <a:pt x="86982" y="438673"/>
                </a:moveTo>
                <a:lnTo>
                  <a:pt x="126050" y="438673"/>
                </a:lnTo>
                <a:cubicBezTo>
                  <a:pt x="132154" y="438673"/>
                  <a:pt x="137038" y="443381"/>
                  <a:pt x="137038" y="449266"/>
                </a:cubicBezTo>
                <a:cubicBezTo>
                  <a:pt x="137038" y="455151"/>
                  <a:pt x="132154" y="459859"/>
                  <a:pt x="126050" y="459859"/>
                </a:cubicBezTo>
                <a:lnTo>
                  <a:pt x="86982" y="459859"/>
                </a:lnTo>
                <a:cubicBezTo>
                  <a:pt x="80878" y="459859"/>
                  <a:pt x="75994" y="455151"/>
                  <a:pt x="75994" y="449266"/>
                </a:cubicBezTo>
                <a:cubicBezTo>
                  <a:pt x="75994" y="443381"/>
                  <a:pt x="80878" y="438673"/>
                  <a:pt x="86982" y="438673"/>
                </a:cubicBezTo>
                <a:close/>
                <a:moveTo>
                  <a:pt x="37314" y="342713"/>
                </a:moveTo>
                <a:cubicBezTo>
                  <a:pt x="28628" y="342713"/>
                  <a:pt x="22424" y="348926"/>
                  <a:pt x="22424" y="357624"/>
                </a:cubicBezTo>
                <a:lnTo>
                  <a:pt x="22424" y="762692"/>
                </a:lnTo>
                <a:cubicBezTo>
                  <a:pt x="26148" y="761450"/>
                  <a:pt x="32350" y="760207"/>
                  <a:pt x="37314" y="760207"/>
                </a:cubicBezTo>
                <a:lnTo>
                  <a:pt x="325152" y="760207"/>
                </a:lnTo>
                <a:lnTo>
                  <a:pt x="325152" y="357624"/>
                </a:lnTo>
                <a:cubicBezTo>
                  <a:pt x="325152" y="348926"/>
                  <a:pt x="318948" y="342713"/>
                  <a:pt x="310264" y="342713"/>
                </a:cubicBezTo>
                <a:close/>
                <a:moveTo>
                  <a:pt x="653678" y="183196"/>
                </a:moveTo>
                <a:cubicBezTo>
                  <a:pt x="651216" y="232571"/>
                  <a:pt x="641366" y="283180"/>
                  <a:pt x="622896" y="312804"/>
                </a:cubicBezTo>
                <a:cubicBezTo>
                  <a:pt x="680768" y="296758"/>
                  <a:pt x="725094" y="244914"/>
                  <a:pt x="728788" y="183196"/>
                </a:cubicBezTo>
                <a:close/>
                <a:moveTo>
                  <a:pt x="533200" y="183196"/>
                </a:moveTo>
                <a:cubicBezTo>
                  <a:pt x="535658" y="267169"/>
                  <a:pt x="562714" y="319035"/>
                  <a:pt x="581162" y="319035"/>
                </a:cubicBezTo>
                <a:cubicBezTo>
                  <a:pt x="600840" y="319035"/>
                  <a:pt x="626666" y="267169"/>
                  <a:pt x="629124" y="183196"/>
                </a:cubicBezTo>
                <a:close/>
                <a:moveTo>
                  <a:pt x="434782" y="183196"/>
                </a:moveTo>
                <a:cubicBezTo>
                  <a:pt x="438476" y="244914"/>
                  <a:pt x="482802" y="296758"/>
                  <a:pt x="540674" y="312804"/>
                </a:cubicBezTo>
                <a:cubicBezTo>
                  <a:pt x="522204" y="283180"/>
                  <a:pt x="512354" y="232571"/>
                  <a:pt x="509892" y="183196"/>
                </a:cubicBezTo>
                <a:close/>
                <a:moveTo>
                  <a:pt x="622896" y="27417"/>
                </a:moveTo>
                <a:cubicBezTo>
                  <a:pt x="641366" y="58279"/>
                  <a:pt x="651216" y="108892"/>
                  <a:pt x="653678" y="158271"/>
                </a:cubicBezTo>
                <a:lnTo>
                  <a:pt x="728788" y="158271"/>
                </a:lnTo>
                <a:cubicBezTo>
                  <a:pt x="725094" y="95313"/>
                  <a:pt x="680768" y="44700"/>
                  <a:pt x="622896" y="27417"/>
                </a:cubicBezTo>
                <a:close/>
                <a:moveTo>
                  <a:pt x="540674" y="27417"/>
                </a:moveTo>
                <a:cubicBezTo>
                  <a:pt x="482802" y="44700"/>
                  <a:pt x="438476" y="95313"/>
                  <a:pt x="434782" y="158271"/>
                </a:cubicBezTo>
                <a:lnTo>
                  <a:pt x="509892" y="158271"/>
                </a:lnTo>
                <a:cubicBezTo>
                  <a:pt x="512354" y="108892"/>
                  <a:pt x="522204" y="58279"/>
                  <a:pt x="540674" y="27417"/>
                </a:cubicBezTo>
                <a:close/>
                <a:moveTo>
                  <a:pt x="581162" y="21186"/>
                </a:moveTo>
                <a:cubicBezTo>
                  <a:pt x="562714" y="21186"/>
                  <a:pt x="535658" y="74291"/>
                  <a:pt x="533200" y="158271"/>
                </a:cubicBezTo>
                <a:lnTo>
                  <a:pt x="629124" y="158271"/>
                </a:lnTo>
                <a:cubicBezTo>
                  <a:pt x="626666" y="74291"/>
                  <a:pt x="600840" y="21186"/>
                  <a:pt x="581162" y="21186"/>
                </a:cubicBezTo>
                <a:close/>
                <a:moveTo>
                  <a:pt x="580824" y="0"/>
                </a:moveTo>
                <a:cubicBezTo>
                  <a:pt x="675348" y="0"/>
                  <a:pt x="752460" y="77154"/>
                  <a:pt x="752460" y="170486"/>
                </a:cubicBezTo>
                <a:cubicBezTo>
                  <a:pt x="752460" y="261328"/>
                  <a:pt x="681566" y="335993"/>
                  <a:pt x="592018" y="340971"/>
                </a:cubicBezTo>
                <a:lnTo>
                  <a:pt x="592018" y="563722"/>
                </a:lnTo>
                <a:cubicBezTo>
                  <a:pt x="592018" y="596077"/>
                  <a:pt x="567142" y="622210"/>
                  <a:pt x="534806" y="622210"/>
                </a:cubicBezTo>
                <a:lnTo>
                  <a:pt x="349490" y="622210"/>
                </a:lnTo>
                <a:lnTo>
                  <a:pt x="349490" y="771540"/>
                </a:lnTo>
                <a:cubicBezTo>
                  <a:pt x="349490" y="771540"/>
                  <a:pt x="349490" y="772784"/>
                  <a:pt x="348246" y="774029"/>
                </a:cubicBezTo>
                <a:cubicBezTo>
                  <a:pt x="348246" y="775273"/>
                  <a:pt x="348246" y="776517"/>
                  <a:pt x="348246" y="776517"/>
                </a:cubicBezTo>
                <a:lnTo>
                  <a:pt x="347002" y="776517"/>
                </a:lnTo>
                <a:cubicBezTo>
                  <a:pt x="347002" y="777762"/>
                  <a:pt x="345758" y="779006"/>
                  <a:pt x="345758" y="779006"/>
                </a:cubicBezTo>
                <a:cubicBezTo>
                  <a:pt x="345758" y="779006"/>
                  <a:pt x="345758" y="779006"/>
                  <a:pt x="344514" y="779006"/>
                </a:cubicBezTo>
                <a:cubicBezTo>
                  <a:pt x="337052" y="786473"/>
                  <a:pt x="332078" y="796428"/>
                  <a:pt x="332078" y="806383"/>
                </a:cubicBezTo>
                <a:cubicBezTo>
                  <a:pt x="332078" y="816339"/>
                  <a:pt x="335808" y="827539"/>
                  <a:pt x="343272" y="835005"/>
                </a:cubicBezTo>
                <a:lnTo>
                  <a:pt x="345758" y="836250"/>
                </a:lnTo>
                <a:cubicBezTo>
                  <a:pt x="348246" y="839983"/>
                  <a:pt x="349490" y="843716"/>
                  <a:pt x="348246" y="848694"/>
                </a:cubicBezTo>
                <a:cubicBezTo>
                  <a:pt x="345758" y="852427"/>
                  <a:pt x="342028" y="856160"/>
                  <a:pt x="338296" y="856160"/>
                </a:cubicBezTo>
                <a:lnTo>
                  <a:pt x="37312" y="856160"/>
                </a:lnTo>
                <a:cubicBezTo>
                  <a:pt x="16170" y="856160"/>
                  <a:pt x="0" y="838738"/>
                  <a:pt x="0" y="817583"/>
                </a:cubicBezTo>
                <a:lnTo>
                  <a:pt x="0" y="797673"/>
                </a:lnTo>
                <a:lnTo>
                  <a:pt x="0" y="796428"/>
                </a:lnTo>
                <a:lnTo>
                  <a:pt x="0" y="795184"/>
                </a:lnTo>
                <a:lnTo>
                  <a:pt x="0" y="357148"/>
                </a:lnTo>
                <a:cubicBezTo>
                  <a:pt x="0" y="335993"/>
                  <a:pt x="16170" y="319816"/>
                  <a:pt x="37312" y="319816"/>
                </a:cubicBezTo>
                <a:lnTo>
                  <a:pt x="310934" y="319816"/>
                </a:lnTo>
                <a:cubicBezTo>
                  <a:pt x="332078" y="319816"/>
                  <a:pt x="349490" y="335993"/>
                  <a:pt x="349490" y="357148"/>
                </a:cubicBezTo>
                <a:lnTo>
                  <a:pt x="349490" y="599810"/>
                </a:lnTo>
                <a:lnTo>
                  <a:pt x="534806" y="599810"/>
                </a:lnTo>
                <a:cubicBezTo>
                  <a:pt x="554706" y="599810"/>
                  <a:pt x="570874" y="583633"/>
                  <a:pt x="570874" y="563722"/>
                </a:cubicBezTo>
                <a:lnTo>
                  <a:pt x="570874" y="340971"/>
                </a:lnTo>
                <a:cubicBezTo>
                  <a:pt x="481326" y="335993"/>
                  <a:pt x="410432" y="261328"/>
                  <a:pt x="410432" y="170486"/>
                </a:cubicBezTo>
                <a:cubicBezTo>
                  <a:pt x="410432" y="77154"/>
                  <a:pt x="486300" y="0"/>
                  <a:pt x="580824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43" name="Freeform 142">
            <a:extLst>
              <a:ext uri="{FF2B5EF4-FFF2-40B4-BE49-F238E27FC236}">
                <a16:creationId xmlns:a16="http://schemas.microsoft.com/office/drawing/2014/main" id="{B85B1203-F89D-D24E-9F60-51A6D2E345B0}"/>
              </a:ext>
            </a:extLst>
          </p:cNvPr>
          <p:cNvSpPr/>
          <p:nvPr/>
        </p:nvSpPr>
        <p:spPr>
          <a:xfrm>
            <a:off x="17393748" y="7016271"/>
            <a:ext cx="5464043" cy="235911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87" h="1894">
                <a:moveTo>
                  <a:pt x="3440" y="1894"/>
                </a:moveTo>
                <a:lnTo>
                  <a:pt x="0" y="1894"/>
                </a:lnTo>
                <a:lnTo>
                  <a:pt x="0" y="0"/>
                </a:lnTo>
                <a:lnTo>
                  <a:pt x="3440" y="0"/>
                </a:lnTo>
                <a:cubicBezTo>
                  <a:pt x="3963" y="0"/>
                  <a:pt x="4387" y="424"/>
                  <a:pt x="4387" y="947"/>
                </a:cubicBezTo>
                <a:cubicBezTo>
                  <a:pt x="4387" y="1470"/>
                  <a:pt x="3963" y="1894"/>
                  <a:pt x="3440" y="1894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144" name="Freeform 143">
            <a:extLst>
              <a:ext uri="{FF2B5EF4-FFF2-40B4-BE49-F238E27FC236}">
                <a16:creationId xmlns:a16="http://schemas.microsoft.com/office/drawing/2014/main" id="{8BB0FD99-636B-E748-A84C-23EE56775065}"/>
              </a:ext>
            </a:extLst>
          </p:cNvPr>
          <p:cNvSpPr/>
          <p:nvPr/>
        </p:nvSpPr>
        <p:spPr>
          <a:xfrm>
            <a:off x="17272906" y="6889156"/>
            <a:ext cx="5464043" cy="235786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87" h="1893">
                <a:moveTo>
                  <a:pt x="3441" y="1893"/>
                </a:moveTo>
                <a:lnTo>
                  <a:pt x="0" y="1893"/>
                </a:lnTo>
                <a:lnTo>
                  <a:pt x="0" y="0"/>
                </a:lnTo>
                <a:lnTo>
                  <a:pt x="3441" y="0"/>
                </a:lnTo>
                <a:cubicBezTo>
                  <a:pt x="3964" y="0"/>
                  <a:pt x="4387" y="424"/>
                  <a:pt x="4387" y="947"/>
                </a:cubicBezTo>
                <a:cubicBezTo>
                  <a:pt x="4387" y="1470"/>
                  <a:pt x="3964" y="1893"/>
                  <a:pt x="3441" y="1893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02" name="Freeform 201">
            <a:extLst>
              <a:ext uri="{FF2B5EF4-FFF2-40B4-BE49-F238E27FC236}">
                <a16:creationId xmlns:a16="http://schemas.microsoft.com/office/drawing/2014/main" id="{DD3B8216-160D-AA49-B189-A6474BB94411}"/>
              </a:ext>
            </a:extLst>
          </p:cNvPr>
          <p:cNvSpPr/>
          <p:nvPr/>
        </p:nvSpPr>
        <p:spPr>
          <a:xfrm>
            <a:off x="16390885" y="7185758"/>
            <a:ext cx="1764041" cy="176466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7" h="1417">
                <a:moveTo>
                  <a:pt x="1417" y="709"/>
                </a:moveTo>
                <a:cubicBezTo>
                  <a:pt x="1417" y="1100"/>
                  <a:pt x="1100" y="1417"/>
                  <a:pt x="708" y="1417"/>
                </a:cubicBezTo>
                <a:cubicBezTo>
                  <a:pt x="317" y="1417"/>
                  <a:pt x="0" y="1100"/>
                  <a:pt x="0" y="709"/>
                </a:cubicBezTo>
                <a:cubicBezTo>
                  <a:pt x="0" y="318"/>
                  <a:pt x="317" y="0"/>
                  <a:pt x="708" y="0"/>
                </a:cubicBezTo>
                <a:cubicBezTo>
                  <a:pt x="1100" y="0"/>
                  <a:pt x="1417" y="318"/>
                  <a:pt x="1417" y="709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04" name="Freeform 203">
            <a:extLst>
              <a:ext uri="{FF2B5EF4-FFF2-40B4-BE49-F238E27FC236}">
                <a16:creationId xmlns:a16="http://schemas.microsoft.com/office/drawing/2014/main" id="{073ADEED-9A55-D645-8C2F-C8DC4AFC3AA1}"/>
              </a:ext>
            </a:extLst>
          </p:cNvPr>
          <p:cNvSpPr/>
          <p:nvPr/>
        </p:nvSpPr>
        <p:spPr>
          <a:xfrm>
            <a:off x="16536643" y="7332813"/>
            <a:ext cx="1472526" cy="14717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83" h="1182">
                <a:moveTo>
                  <a:pt x="1183" y="591"/>
                </a:moveTo>
                <a:cubicBezTo>
                  <a:pt x="1183" y="917"/>
                  <a:pt x="918" y="1182"/>
                  <a:pt x="591" y="1182"/>
                </a:cubicBezTo>
                <a:cubicBezTo>
                  <a:pt x="265" y="1182"/>
                  <a:pt x="0" y="917"/>
                  <a:pt x="0" y="591"/>
                </a:cubicBezTo>
                <a:cubicBezTo>
                  <a:pt x="0" y="264"/>
                  <a:pt x="265" y="0"/>
                  <a:pt x="591" y="0"/>
                </a:cubicBezTo>
                <a:cubicBezTo>
                  <a:pt x="918" y="0"/>
                  <a:pt x="1183" y="264"/>
                  <a:pt x="1183" y="591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87" name="Freeform 586">
            <a:extLst>
              <a:ext uri="{FF2B5EF4-FFF2-40B4-BE49-F238E27FC236}">
                <a16:creationId xmlns:a16="http://schemas.microsoft.com/office/drawing/2014/main" id="{F978D4C9-8F09-0341-82E4-2CFC6FC82F69}"/>
              </a:ext>
            </a:extLst>
          </p:cNvPr>
          <p:cNvSpPr/>
          <p:nvPr/>
        </p:nvSpPr>
        <p:spPr>
          <a:xfrm>
            <a:off x="16845600" y="7715406"/>
            <a:ext cx="854612" cy="690411"/>
          </a:xfrm>
          <a:custGeom>
            <a:avLst/>
            <a:gdLst>
              <a:gd name="connsiteX0" fmla="*/ 368754 w 854612"/>
              <a:gd name="connsiteY0" fmla="*/ 499738 h 690411"/>
              <a:gd name="connsiteX1" fmla="*/ 368754 w 854612"/>
              <a:gd name="connsiteY1" fmla="*/ 521530 h 690411"/>
              <a:gd name="connsiteX2" fmla="*/ 388188 w 854612"/>
              <a:gd name="connsiteY2" fmla="*/ 542110 h 690411"/>
              <a:gd name="connsiteX3" fmla="*/ 406408 w 854612"/>
              <a:gd name="connsiteY3" fmla="*/ 542110 h 690411"/>
              <a:gd name="connsiteX4" fmla="*/ 417340 w 854612"/>
              <a:gd name="connsiteY4" fmla="*/ 499738 h 690411"/>
              <a:gd name="connsiteX5" fmla="*/ 305868 w 854612"/>
              <a:gd name="connsiteY5" fmla="*/ 499738 h 690411"/>
              <a:gd name="connsiteX6" fmla="*/ 305868 w 854612"/>
              <a:gd name="connsiteY6" fmla="*/ 523138 h 690411"/>
              <a:gd name="connsiteX7" fmla="*/ 263786 w 854612"/>
              <a:gd name="connsiteY7" fmla="*/ 565011 h 690411"/>
              <a:gd name="connsiteX8" fmla="*/ 234080 w 854612"/>
              <a:gd name="connsiteY8" fmla="*/ 565011 h 690411"/>
              <a:gd name="connsiteX9" fmla="*/ 214276 w 854612"/>
              <a:gd name="connsiteY9" fmla="*/ 584716 h 690411"/>
              <a:gd name="connsiteX10" fmla="*/ 234080 w 854612"/>
              <a:gd name="connsiteY10" fmla="*/ 604421 h 690411"/>
              <a:gd name="connsiteX11" fmla="*/ 406128 w 854612"/>
              <a:gd name="connsiteY11" fmla="*/ 604421 h 690411"/>
              <a:gd name="connsiteX12" fmla="*/ 406128 w 854612"/>
              <a:gd name="connsiteY12" fmla="*/ 565011 h 690411"/>
              <a:gd name="connsiteX13" fmla="*/ 387560 w 854612"/>
              <a:gd name="connsiteY13" fmla="*/ 565011 h 690411"/>
              <a:gd name="connsiteX14" fmla="*/ 345478 w 854612"/>
              <a:gd name="connsiteY14" fmla="*/ 523138 h 690411"/>
              <a:gd name="connsiteX15" fmla="*/ 345478 w 854612"/>
              <a:gd name="connsiteY15" fmla="*/ 499738 h 690411"/>
              <a:gd name="connsiteX16" fmla="*/ 575556 w 854612"/>
              <a:gd name="connsiteY16" fmla="*/ 454873 h 690411"/>
              <a:gd name="connsiteX17" fmla="*/ 629754 w 854612"/>
              <a:gd name="connsiteY17" fmla="*/ 621877 h 690411"/>
              <a:gd name="connsiteX18" fmla="*/ 630986 w 854612"/>
              <a:gd name="connsiteY18" fmla="*/ 621877 h 690411"/>
              <a:gd name="connsiteX19" fmla="*/ 685184 w 854612"/>
              <a:gd name="connsiteY19" fmla="*/ 454873 h 690411"/>
              <a:gd name="connsiteX20" fmla="*/ 521700 w 854612"/>
              <a:gd name="connsiteY20" fmla="*/ 454873 h 690411"/>
              <a:gd name="connsiteX21" fmla="*/ 428552 w 854612"/>
              <a:gd name="connsiteY21" fmla="*/ 547800 h 690411"/>
              <a:gd name="connsiteX22" fmla="*/ 428552 w 854612"/>
              <a:gd name="connsiteY22" fmla="*/ 641966 h 690411"/>
              <a:gd name="connsiteX23" fmla="*/ 457118 w 854612"/>
              <a:gd name="connsiteY23" fmla="*/ 669224 h 690411"/>
              <a:gd name="connsiteX24" fmla="*/ 804866 w 854612"/>
              <a:gd name="connsiteY24" fmla="*/ 669224 h 690411"/>
              <a:gd name="connsiteX25" fmla="*/ 832188 w 854612"/>
              <a:gd name="connsiteY25" fmla="*/ 641966 h 690411"/>
              <a:gd name="connsiteX26" fmla="*/ 832188 w 854612"/>
              <a:gd name="connsiteY26" fmla="*/ 547800 h 690411"/>
              <a:gd name="connsiteX27" fmla="*/ 740284 w 854612"/>
              <a:gd name="connsiteY27" fmla="*/ 454873 h 690411"/>
              <a:gd name="connsiteX28" fmla="*/ 709234 w 854612"/>
              <a:gd name="connsiteY28" fmla="*/ 454873 h 690411"/>
              <a:gd name="connsiteX29" fmla="*/ 652104 w 854612"/>
              <a:gd name="connsiteY29" fmla="*/ 628336 h 690411"/>
              <a:gd name="connsiteX30" fmla="*/ 629750 w 854612"/>
              <a:gd name="connsiteY30" fmla="*/ 645683 h 690411"/>
              <a:gd name="connsiteX31" fmla="*/ 608636 w 854612"/>
              <a:gd name="connsiteY31" fmla="*/ 628336 h 690411"/>
              <a:gd name="connsiteX32" fmla="*/ 551506 w 854612"/>
              <a:gd name="connsiteY32" fmla="*/ 454873 h 690411"/>
              <a:gd name="connsiteX33" fmla="*/ 276304 w 854612"/>
              <a:gd name="connsiteY33" fmla="*/ 322773 h 690411"/>
              <a:gd name="connsiteX34" fmla="*/ 240436 w 854612"/>
              <a:gd name="connsiteY34" fmla="*/ 358390 h 690411"/>
              <a:gd name="connsiteX35" fmla="*/ 240436 w 854612"/>
              <a:gd name="connsiteY35" fmla="*/ 398920 h 690411"/>
              <a:gd name="connsiteX36" fmla="*/ 249094 w 854612"/>
              <a:gd name="connsiteY36" fmla="*/ 407517 h 690411"/>
              <a:gd name="connsiteX37" fmla="*/ 403698 w 854612"/>
              <a:gd name="connsiteY37" fmla="*/ 407517 h 690411"/>
              <a:gd name="connsiteX38" fmla="*/ 412356 w 854612"/>
              <a:gd name="connsiteY38" fmla="*/ 398920 h 690411"/>
              <a:gd name="connsiteX39" fmla="*/ 412356 w 854612"/>
              <a:gd name="connsiteY39" fmla="*/ 358390 h 690411"/>
              <a:gd name="connsiteX40" fmla="*/ 376488 w 854612"/>
              <a:gd name="connsiteY40" fmla="*/ 322773 h 690411"/>
              <a:gd name="connsiteX41" fmla="*/ 276226 w 854612"/>
              <a:gd name="connsiteY41" fmla="*/ 300341 h 690411"/>
              <a:gd name="connsiteX42" fmla="*/ 376560 w 854612"/>
              <a:gd name="connsiteY42" fmla="*/ 300341 h 690411"/>
              <a:gd name="connsiteX43" fmla="*/ 434776 w 854612"/>
              <a:gd name="connsiteY43" fmla="*/ 358356 h 690411"/>
              <a:gd name="connsiteX44" fmla="*/ 434776 w 854612"/>
              <a:gd name="connsiteY44" fmla="*/ 399090 h 690411"/>
              <a:gd name="connsiteX45" fmla="*/ 403810 w 854612"/>
              <a:gd name="connsiteY45" fmla="*/ 429949 h 690411"/>
              <a:gd name="connsiteX46" fmla="*/ 248976 w 854612"/>
              <a:gd name="connsiteY46" fmla="*/ 429949 h 690411"/>
              <a:gd name="connsiteX47" fmla="*/ 218008 w 854612"/>
              <a:gd name="connsiteY47" fmla="*/ 399090 h 690411"/>
              <a:gd name="connsiteX48" fmla="*/ 218008 w 854612"/>
              <a:gd name="connsiteY48" fmla="*/ 358356 h 690411"/>
              <a:gd name="connsiteX49" fmla="*/ 276226 w 854612"/>
              <a:gd name="connsiteY49" fmla="*/ 300341 h 690411"/>
              <a:gd name="connsiteX50" fmla="*/ 640922 w 854612"/>
              <a:gd name="connsiteY50" fmla="*/ 219336 h 690411"/>
              <a:gd name="connsiteX51" fmla="*/ 525696 w 854612"/>
              <a:gd name="connsiteY51" fmla="*/ 278684 h 690411"/>
              <a:gd name="connsiteX52" fmla="*/ 520740 w 854612"/>
              <a:gd name="connsiteY52" fmla="*/ 279921 h 690411"/>
              <a:gd name="connsiteX53" fmla="*/ 633488 w 854612"/>
              <a:gd name="connsiteY53" fmla="*/ 376361 h 690411"/>
              <a:gd name="connsiteX54" fmla="*/ 747474 w 854612"/>
              <a:gd name="connsiteY54" fmla="*/ 273739 h 690411"/>
              <a:gd name="connsiteX55" fmla="*/ 642160 w 854612"/>
              <a:gd name="connsiteY55" fmla="*/ 221809 h 690411"/>
              <a:gd name="connsiteX56" fmla="*/ 697106 w 854612"/>
              <a:gd name="connsiteY56" fmla="*/ 168241 h 690411"/>
              <a:gd name="connsiteX57" fmla="*/ 659024 w 854612"/>
              <a:gd name="connsiteY57" fmla="*/ 205062 h 690411"/>
              <a:gd name="connsiteX58" fmla="*/ 747474 w 854612"/>
              <a:gd name="connsiteY58" fmla="*/ 249246 h 690411"/>
              <a:gd name="connsiteX59" fmla="*/ 697106 w 854612"/>
              <a:gd name="connsiteY59" fmla="*/ 168241 h 690411"/>
              <a:gd name="connsiteX60" fmla="*/ 325770 w 854612"/>
              <a:gd name="connsiteY60" fmla="*/ 165745 h 690411"/>
              <a:gd name="connsiteX61" fmla="*/ 279052 w 854612"/>
              <a:gd name="connsiteY61" fmla="*/ 211241 h 690411"/>
              <a:gd name="connsiteX62" fmla="*/ 325770 w 854612"/>
              <a:gd name="connsiteY62" fmla="*/ 257966 h 690411"/>
              <a:gd name="connsiteX63" fmla="*/ 372488 w 854612"/>
              <a:gd name="connsiteY63" fmla="*/ 211241 h 690411"/>
              <a:gd name="connsiteX64" fmla="*/ 325770 w 854612"/>
              <a:gd name="connsiteY64" fmla="*/ 165745 h 690411"/>
              <a:gd name="connsiteX65" fmla="*/ 633204 w 854612"/>
              <a:gd name="connsiteY65" fmla="*/ 148301 h 690411"/>
              <a:gd name="connsiteX66" fmla="*/ 519494 w 854612"/>
              <a:gd name="connsiteY66" fmla="*/ 256723 h 690411"/>
              <a:gd name="connsiteX67" fmla="*/ 676464 w 854612"/>
              <a:gd name="connsiteY67" fmla="*/ 155694 h 690411"/>
              <a:gd name="connsiteX68" fmla="*/ 633204 w 854612"/>
              <a:gd name="connsiteY68" fmla="*/ 148301 h 690411"/>
              <a:gd name="connsiteX69" fmla="*/ 325776 w 854612"/>
              <a:gd name="connsiteY69" fmla="*/ 143316 h 690411"/>
              <a:gd name="connsiteX70" fmla="*/ 394912 w 854612"/>
              <a:gd name="connsiteY70" fmla="*/ 211241 h 690411"/>
              <a:gd name="connsiteX71" fmla="*/ 325776 w 854612"/>
              <a:gd name="connsiteY71" fmla="*/ 280401 h 690411"/>
              <a:gd name="connsiteX72" fmla="*/ 257876 w 854612"/>
              <a:gd name="connsiteY72" fmla="*/ 211241 h 690411"/>
              <a:gd name="connsiteX73" fmla="*/ 325776 w 854612"/>
              <a:gd name="connsiteY73" fmla="*/ 143316 h 690411"/>
              <a:gd name="connsiteX74" fmla="*/ 156346 w 854612"/>
              <a:gd name="connsiteY74" fmla="*/ 36140 h 690411"/>
              <a:gd name="connsiteX75" fmla="*/ 168180 w 854612"/>
              <a:gd name="connsiteY75" fmla="*/ 48009 h 690411"/>
              <a:gd name="connsiteX76" fmla="*/ 156346 w 854612"/>
              <a:gd name="connsiteY76" fmla="*/ 61065 h 690411"/>
              <a:gd name="connsiteX77" fmla="*/ 144512 w 854612"/>
              <a:gd name="connsiteY77" fmla="*/ 48009 h 690411"/>
              <a:gd name="connsiteX78" fmla="*/ 156346 w 854612"/>
              <a:gd name="connsiteY78" fmla="*/ 36140 h 690411"/>
              <a:gd name="connsiteX79" fmla="*/ 107760 w 854612"/>
              <a:gd name="connsiteY79" fmla="*/ 36140 h 690411"/>
              <a:gd name="connsiteX80" fmla="*/ 119596 w 854612"/>
              <a:gd name="connsiteY80" fmla="*/ 48009 h 690411"/>
              <a:gd name="connsiteX81" fmla="*/ 107760 w 854612"/>
              <a:gd name="connsiteY81" fmla="*/ 61065 h 690411"/>
              <a:gd name="connsiteX82" fmla="*/ 95924 w 854612"/>
              <a:gd name="connsiteY82" fmla="*/ 48009 h 690411"/>
              <a:gd name="connsiteX83" fmla="*/ 107760 w 854612"/>
              <a:gd name="connsiteY83" fmla="*/ 36140 h 690411"/>
              <a:gd name="connsiteX84" fmla="*/ 59142 w 854612"/>
              <a:gd name="connsiteY84" fmla="*/ 36140 h 690411"/>
              <a:gd name="connsiteX85" fmla="*/ 69764 w 854612"/>
              <a:gd name="connsiteY85" fmla="*/ 48009 h 690411"/>
              <a:gd name="connsiteX86" fmla="*/ 59142 w 854612"/>
              <a:gd name="connsiteY86" fmla="*/ 61065 h 690411"/>
              <a:gd name="connsiteX87" fmla="*/ 47340 w 854612"/>
              <a:gd name="connsiteY87" fmla="*/ 48009 h 690411"/>
              <a:gd name="connsiteX88" fmla="*/ 59142 w 854612"/>
              <a:gd name="connsiteY88" fmla="*/ 36140 h 690411"/>
              <a:gd name="connsiteX89" fmla="*/ 41068 w 854612"/>
              <a:gd name="connsiteY89" fmla="*/ 22432 h 690411"/>
              <a:gd name="connsiteX90" fmla="*/ 22420 w 854612"/>
              <a:gd name="connsiteY90" fmla="*/ 40691 h 690411"/>
              <a:gd name="connsiteX91" fmla="*/ 22420 w 854612"/>
              <a:gd name="connsiteY91" fmla="*/ 74774 h 690411"/>
              <a:gd name="connsiteX92" fmla="*/ 629120 w 854612"/>
              <a:gd name="connsiteY92" fmla="*/ 74774 h 690411"/>
              <a:gd name="connsiteX93" fmla="*/ 629120 w 854612"/>
              <a:gd name="connsiteY93" fmla="*/ 40691 h 690411"/>
              <a:gd name="connsiteX94" fmla="*/ 611716 w 854612"/>
              <a:gd name="connsiteY94" fmla="*/ 22432 h 690411"/>
              <a:gd name="connsiteX95" fmla="*/ 41050 w 854612"/>
              <a:gd name="connsiteY95" fmla="*/ 0 h 690411"/>
              <a:gd name="connsiteX96" fmla="*/ 612036 w 854612"/>
              <a:gd name="connsiteY96" fmla="*/ 0 h 690411"/>
              <a:gd name="connsiteX97" fmla="*/ 653088 w 854612"/>
              <a:gd name="connsiteY97" fmla="*/ 41052 h 690411"/>
              <a:gd name="connsiteX98" fmla="*/ 653088 w 854612"/>
              <a:gd name="connsiteY98" fmla="*/ 126887 h 690411"/>
              <a:gd name="connsiteX99" fmla="*/ 699114 w 854612"/>
              <a:gd name="connsiteY99" fmla="*/ 141814 h 690411"/>
              <a:gd name="connsiteX100" fmla="*/ 700358 w 854612"/>
              <a:gd name="connsiteY100" fmla="*/ 143058 h 690411"/>
              <a:gd name="connsiteX101" fmla="*/ 771266 w 854612"/>
              <a:gd name="connsiteY101" fmla="*/ 262481 h 690411"/>
              <a:gd name="connsiteX102" fmla="*/ 771266 w 854612"/>
              <a:gd name="connsiteY102" fmla="*/ 263725 h 690411"/>
              <a:gd name="connsiteX103" fmla="*/ 633184 w 854612"/>
              <a:gd name="connsiteY103" fmla="*/ 400563 h 690411"/>
              <a:gd name="connsiteX104" fmla="*/ 496346 w 854612"/>
              <a:gd name="connsiteY104" fmla="*/ 262481 h 690411"/>
              <a:gd name="connsiteX105" fmla="*/ 630696 w 854612"/>
              <a:gd name="connsiteY105" fmla="*/ 125643 h 690411"/>
              <a:gd name="connsiteX106" fmla="*/ 629452 w 854612"/>
              <a:gd name="connsiteY106" fmla="*/ 97031 h 690411"/>
              <a:gd name="connsiteX107" fmla="*/ 22390 w 854612"/>
              <a:gd name="connsiteY107" fmla="*/ 97031 h 690411"/>
              <a:gd name="connsiteX108" fmla="*/ 22390 w 854612"/>
              <a:gd name="connsiteY108" fmla="*/ 457786 h 690411"/>
              <a:gd name="connsiteX109" fmla="*/ 41050 w 854612"/>
              <a:gd name="connsiteY109" fmla="*/ 475202 h 690411"/>
              <a:gd name="connsiteX110" fmla="*/ 431660 w 854612"/>
              <a:gd name="connsiteY110" fmla="*/ 475202 h 690411"/>
              <a:gd name="connsiteX111" fmla="*/ 521226 w 854612"/>
              <a:gd name="connsiteY111" fmla="*/ 432907 h 690411"/>
              <a:gd name="connsiteX112" fmla="*/ 740166 w 854612"/>
              <a:gd name="connsiteY112" fmla="*/ 432907 h 690411"/>
              <a:gd name="connsiteX113" fmla="*/ 854612 w 854612"/>
              <a:gd name="connsiteY113" fmla="*/ 547353 h 690411"/>
              <a:gd name="connsiteX114" fmla="*/ 854612 w 854612"/>
              <a:gd name="connsiteY114" fmla="*/ 641896 h 690411"/>
              <a:gd name="connsiteX115" fmla="*/ 804852 w 854612"/>
              <a:gd name="connsiteY115" fmla="*/ 690411 h 690411"/>
              <a:gd name="connsiteX116" fmla="*/ 456540 w 854612"/>
              <a:gd name="connsiteY116" fmla="*/ 690411 h 690411"/>
              <a:gd name="connsiteX117" fmla="*/ 406780 w 854612"/>
              <a:gd name="connsiteY117" fmla="*/ 641896 h 690411"/>
              <a:gd name="connsiteX118" fmla="*/ 406780 w 854612"/>
              <a:gd name="connsiteY118" fmla="*/ 625724 h 690411"/>
              <a:gd name="connsiteX119" fmla="*/ 233866 w 854612"/>
              <a:gd name="connsiteY119" fmla="*/ 625724 h 690411"/>
              <a:gd name="connsiteX120" fmla="*/ 191572 w 854612"/>
              <a:gd name="connsiteY120" fmla="*/ 584673 h 690411"/>
              <a:gd name="connsiteX121" fmla="*/ 233866 w 854612"/>
              <a:gd name="connsiteY121" fmla="*/ 542377 h 690411"/>
              <a:gd name="connsiteX122" fmla="*/ 263722 w 854612"/>
              <a:gd name="connsiteY122" fmla="*/ 542377 h 690411"/>
              <a:gd name="connsiteX123" fmla="*/ 283626 w 854612"/>
              <a:gd name="connsiteY123" fmla="*/ 521229 h 690411"/>
              <a:gd name="connsiteX124" fmla="*/ 283626 w 854612"/>
              <a:gd name="connsiteY124" fmla="*/ 498838 h 690411"/>
              <a:gd name="connsiteX125" fmla="*/ 41050 w 854612"/>
              <a:gd name="connsiteY125" fmla="*/ 498838 h 690411"/>
              <a:gd name="connsiteX126" fmla="*/ 0 w 854612"/>
              <a:gd name="connsiteY126" fmla="*/ 457786 h 690411"/>
              <a:gd name="connsiteX127" fmla="*/ 0 w 854612"/>
              <a:gd name="connsiteY127" fmla="*/ 41052 h 690411"/>
              <a:gd name="connsiteX128" fmla="*/ 41050 w 854612"/>
              <a:gd name="connsiteY128" fmla="*/ 0 h 690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854612" h="690411">
                <a:moveTo>
                  <a:pt x="368754" y="499738"/>
                </a:moveTo>
                <a:lnTo>
                  <a:pt x="368754" y="521530"/>
                </a:lnTo>
                <a:cubicBezTo>
                  <a:pt x="368754" y="533636"/>
                  <a:pt x="377256" y="542110"/>
                  <a:pt x="388188" y="542110"/>
                </a:cubicBezTo>
                <a:lnTo>
                  <a:pt x="406408" y="542110"/>
                </a:lnTo>
                <a:cubicBezTo>
                  <a:pt x="406408" y="526372"/>
                  <a:pt x="410052" y="511845"/>
                  <a:pt x="417340" y="499738"/>
                </a:cubicBezTo>
                <a:close/>
                <a:moveTo>
                  <a:pt x="305868" y="499738"/>
                </a:moveTo>
                <a:lnTo>
                  <a:pt x="305868" y="523138"/>
                </a:lnTo>
                <a:cubicBezTo>
                  <a:pt x="305868" y="546538"/>
                  <a:pt x="287302" y="565011"/>
                  <a:pt x="263786" y="565011"/>
                </a:cubicBezTo>
                <a:lnTo>
                  <a:pt x="234080" y="565011"/>
                </a:lnTo>
                <a:cubicBezTo>
                  <a:pt x="222940" y="565011"/>
                  <a:pt x="214276" y="573632"/>
                  <a:pt x="214276" y="584716"/>
                </a:cubicBezTo>
                <a:cubicBezTo>
                  <a:pt x="214276" y="594569"/>
                  <a:pt x="222940" y="604421"/>
                  <a:pt x="234080" y="604421"/>
                </a:cubicBezTo>
                <a:lnTo>
                  <a:pt x="406128" y="604421"/>
                </a:lnTo>
                <a:lnTo>
                  <a:pt x="406128" y="565011"/>
                </a:lnTo>
                <a:lnTo>
                  <a:pt x="387560" y="565011"/>
                </a:lnTo>
                <a:cubicBezTo>
                  <a:pt x="364044" y="565011"/>
                  <a:pt x="345478" y="546538"/>
                  <a:pt x="345478" y="523138"/>
                </a:cubicBezTo>
                <a:lnTo>
                  <a:pt x="345478" y="499738"/>
                </a:lnTo>
                <a:close/>
                <a:moveTo>
                  <a:pt x="575556" y="454873"/>
                </a:moveTo>
                <a:lnTo>
                  <a:pt x="629754" y="621877"/>
                </a:lnTo>
                <a:cubicBezTo>
                  <a:pt x="629754" y="623114"/>
                  <a:pt x="630986" y="623114"/>
                  <a:pt x="630986" y="621877"/>
                </a:cubicBezTo>
                <a:lnTo>
                  <a:pt x="685184" y="454873"/>
                </a:lnTo>
                <a:close/>
                <a:moveTo>
                  <a:pt x="521700" y="454873"/>
                </a:moveTo>
                <a:cubicBezTo>
                  <a:pt x="470778" y="454873"/>
                  <a:pt x="428552" y="497000"/>
                  <a:pt x="428552" y="547800"/>
                </a:cubicBezTo>
                <a:lnTo>
                  <a:pt x="428552" y="641966"/>
                </a:lnTo>
                <a:cubicBezTo>
                  <a:pt x="428552" y="656834"/>
                  <a:pt x="440972" y="669224"/>
                  <a:pt x="457118" y="669224"/>
                </a:cubicBezTo>
                <a:lnTo>
                  <a:pt x="804866" y="669224"/>
                </a:lnTo>
                <a:cubicBezTo>
                  <a:pt x="819770" y="669224"/>
                  <a:pt x="832188" y="656834"/>
                  <a:pt x="832188" y="641966"/>
                </a:cubicBezTo>
                <a:lnTo>
                  <a:pt x="832188" y="547800"/>
                </a:lnTo>
                <a:cubicBezTo>
                  <a:pt x="832188" y="497000"/>
                  <a:pt x="791204" y="454873"/>
                  <a:pt x="740284" y="454873"/>
                </a:cubicBezTo>
                <a:lnTo>
                  <a:pt x="709234" y="454873"/>
                </a:lnTo>
                <a:lnTo>
                  <a:pt x="652104" y="628336"/>
                </a:lnTo>
                <a:cubicBezTo>
                  <a:pt x="649620" y="638249"/>
                  <a:pt x="640928" y="645683"/>
                  <a:pt x="629750" y="645683"/>
                </a:cubicBezTo>
                <a:cubicBezTo>
                  <a:pt x="621056" y="645683"/>
                  <a:pt x="611120" y="638249"/>
                  <a:pt x="608636" y="628336"/>
                </a:cubicBezTo>
                <a:lnTo>
                  <a:pt x="551506" y="454873"/>
                </a:lnTo>
                <a:close/>
                <a:moveTo>
                  <a:pt x="276304" y="322773"/>
                </a:moveTo>
                <a:cubicBezTo>
                  <a:pt x="256516" y="322773"/>
                  <a:pt x="240436" y="338740"/>
                  <a:pt x="240436" y="358390"/>
                </a:cubicBezTo>
                <a:lnTo>
                  <a:pt x="240436" y="398920"/>
                </a:lnTo>
                <a:cubicBezTo>
                  <a:pt x="240436" y="403833"/>
                  <a:pt x="244148" y="407517"/>
                  <a:pt x="249094" y="407517"/>
                </a:cubicBezTo>
                <a:lnTo>
                  <a:pt x="403698" y="407517"/>
                </a:lnTo>
                <a:cubicBezTo>
                  <a:pt x="407408" y="407517"/>
                  <a:pt x="412356" y="403833"/>
                  <a:pt x="412356" y="398920"/>
                </a:cubicBezTo>
                <a:lnTo>
                  <a:pt x="412356" y="358390"/>
                </a:lnTo>
                <a:cubicBezTo>
                  <a:pt x="412356" y="338740"/>
                  <a:pt x="396278" y="322773"/>
                  <a:pt x="376488" y="322773"/>
                </a:cubicBezTo>
                <a:close/>
                <a:moveTo>
                  <a:pt x="276226" y="300341"/>
                </a:moveTo>
                <a:lnTo>
                  <a:pt x="376560" y="300341"/>
                </a:lnTo>
                <a:cubicBezTo>
                  <a:pt x="407526" y="300341"/>
                  <a:pt x="434776" y="326263"/>
                  <a:pt x="434776" y="358356"/>
                </a:cubicBezTo>
                <a:lnTo>
                  <a:pt x="434776" y="399090"/>
                </a:lnTo>
                <a:cubicBezTo>
                  <a:pt x="434776" y="416371"/>
                  <a:pt x="419912" y="429949"/>
                  <a:pt x="403810" y="429949"/>
                </a:cubicBezTo>
                <a:lnTo>
                  <a:pt x="248976" y="429949"/>
                </a:lnTo>
                <a:cubicBezTo>
                  <a:pt x="231634" y="429949"/>
                  <a:pt x="218008" y="416371"/>
                  <a:pt x="218008" y="399090"/>
                </a:cubicBezTo>
                <a:lnTo>
                  <a:pt x="218008" y="358356"/>
                </a:lnTo>
                <a:cubicBezTo>
                  <a:pt x="218008" y="326263"/>
                  <a:pt x="244022" y="300341"/>
                  <a:pt x="276226" y="300341"/>
                </a:cubicBezTo>
                <a:close/>
                <a:moveTo>
                  <a:pt x="640922" y="219336"/>
                </a:moveTo>
                <a:cubicBezTo>
                  <a:pt x="606230" y="246537"/>
                  <a:pt x="567822" y="265084"/>
                  <a:pt x="525696" y="278684"/>
                </a:cubicBezTo>
                <a:lnTo>
                  <a:pt x="520740" y="279921"/>
                </a:lnTo>
                <a:cubicBezTo>
                  <a:pt x="528174" y="335559"/>
                  <a:pt x="575256" y="376361"/>
                  <a:pt x="633488" y="376361"/>
                </a:cubicBezTo>
                <a:cubicBezTo>
                  <a:pt x="692958" y="376361"/>
                  <a:pt x="742518" y="331850"/>
                  <a:pt x="747474" y="273739"/>
                </a:cubicBezTo>
                <a:cubicBezTo>
                  <a:pt x="707826" y="268793"/>
                  <a:pt x="670658" y="250247"/>
                  <a:pt x="642160" y="221809"/>
                </a:cubicBezTo>
                <a:close/>
                <a:moveTo>
                  <a:pt x="697106" y="168241"/>
                </a:moveTo>
                <a:cubicBezTo>
                  <a:pt x="684822" y="181742"/>
                  <a:pt x="672536" y="194016"/>
                  <a:pt x="659024" y="205062"/>
                </a:cubicBezTo>
                <a:cubicBezTo>
                  <a:pt x="682364" y="229609"/>
                  <a:pt x="714304" y="245564"/>
                  <a:pt x="747474" y="249246"/>
                </a:cubicBezTo>
                <a:cubicBezTo>
                  <a:pt x="743788" y="216108"/>
                  <a:pt x="724132" y="185424"/>
                  <a:pt x="697106" y="168241"/>
                </a:cubicBezTo>
                <a:close/>
                <a:moveTo>
                  <a:pt x="325770" y="165745"/>
                </a:moveTo>
                <a:cubicBezTo>
                  <a:pt x="301182" y="165745"/>
                  <a:pt x="279052" y="185419"/>
                  <a:pt x="279052" y="211241"/>
                </a:cubicBezTo>
                <a:cubicBezTo>
                  <a:pt x="279052" y="237063"/>
                  <a:pt x="301182" y="257966"/>
                  <a:pt x="325770" y="257966"/>
                </a:cubicBezTo>
                <a:cubicBezTo>
                  <a:pt x="351588" y="257966"/>
                  <a:pt x="372488" y="237063"/>
                  <a:pt x="372488" y="211241"/>
                </a:cubicBezTo>
                <a:cubicBezTo>
                  <a:pt x="372488" y="185419"/>
                  <a:pt x="351588" y="165745"/>
                  <a:pt x="325770" y="165745"/>
                </a:cubicBezTo>
                <a:close/>
                <a:moveTo>
                  <a:pt x="633204" y="148301"/>
                </a:moveTo>
                <a:cubicBezTo>
                  <a:pt x="571406" y="148301"/>
                  <a:pt x="521966" y="196352"/>
                  <a:pt x="519494" y="256723"/>
                </a:cubicBezTo>
                <a:cubicBezTo>
                  <a:pt x="580058" y="237010"/>
                  <a:pt x="634440" y="202512"/>
                  <a:pt x="676464" y="155694"/>
                </a:cubicBezTo>
                <a:cubicBezTo>
                  <a:pt x="662868" y="150765"/>
                  <a:pt x="648036" y="148301"/>
                  <a:pt x="633204" y="148301"/>
                </a:cubicBezTo>
                <a:close/>
                <a:moveTo>
                  <a:pt x="325776" y="143316"/>
                </a:moveTo>
                <a:cubicBezTo>
                  <a:pt x="364048" y="143316"/>
                  <a:pt x="394912" y="172956"/>
                  <a:pt x="394912" y="211241"/>
                </a:cubicBezTo>
                <a:cubicBezTo>
                  <a:pt x="394912" y="249526"/>
                  <a:pt x="364048" y="280401"/>
                  <a:pt x="325776" y="280401"/>
                </a:cubicBezTo>
                <a:cubicBezTo>
                  <a:pt x="288740" y="280401"/>
                  <a:pt x="257876" y="249526"/>
                  <a:pt x="257876" y="211241"/>
                </a:cubicBezTo>
                <a:cubicBezTo>
                  <a:pt x="257876" y="172956"/>
                  <a:pt x="288740" y="143316"/>
                  <a:pt x="325776" y="143316"/>
                </a:cubicBezTo>
                <a:close/>
                <a:moveTo>
                  <a:pt x="156346" y="36140"/>
                </a:moveTo>
                <a:cubicBezTo>
                  <a:pt x="163448" y="36140"/>
                  <a:pt x="168180" y="42075"/>
                  <a:pt x="168180" y="48009"/>
                </a:cubicBezTo>
                <a:cubicBezTo>
                  <a:pt x="168180" y="55131"/>
                  <a:pt x="163448" y="61065"/>
                  <a:pt x="156346" y="61065"/>
                </a:cubicBezTo>
                <a:cubicBezTo>
                  <a:pt x="149244" y="61065"/>
                  <a:pt x="144512" y="55131"/>
                  <a:pt x="144512" y="48009"/>
                </a:cubicBezTo>
                <a:cubicBezTo>
                  <a:pt x="144512" y="42075"/>
                  <a:pt x="149244" y="36140"/>
                  <a:pt x="156346" y="36140"/>
                </a:cubicBezTo>
                <a:close/>
                <a:moveTo>
                  <a:pt x="107760" y="36140"/>
                </a:moveTo>
                <a:cubicBezTo>
                  <a:pt x="113678" y="36140"/>
                  <a:pt x="119596" y="42075"/>
                  <a:pt x="119596" y="48009"/>
                </a:cubicBezTo>
                <a:cubicBezTo>
                  <a:pt x="119596" y="55131"/>
                  <a:pt x="113678" y="61065"/>
                  <a:pt x="107760" y="61065"/>
                </a:cubicBezTo>
                <a:cubicBezTo>
                  <a:pt x="100660" y="61065"/>
                  <a:pt x="95924" y="55131"/>
                  <a:pt x="95924" y="48009"/>
                </a:cubicBezTo>
                <a:cubicBezTo>
                  <a:pt x="95924" y="42075"/>
                  <a:pt x="100660" y="36140"/>
                  <a:pt x="107760" y="36140"/>
                </a:cubicBezTo>
                <a:close/>
                <a:moveTo>
                  <a:pt x="59142" y="36140"/>
                </a:moveTo>
                <a:cubicBezTo>
                  <a:pt x="65042" y="36140"/>
                  <a:pt x="69764" y="42075"/>
                  <a:pt x="69764" y="48009"/>
                </a:cubicBezTo>
                <a:cubicBezTo>
                  <a:pt x="69764" y="55131"/>
                  <a:pt x="65042" y="61065"/>
                  <a:pt x="59142" y="61065"/>
                </a:cubicBezTo>
                <a:cubicBezTo>
                  <a:pt x="52060" y="61065"/>
                  <a:pt x="47340" y="55131"/>
                  <a:pt x="47340" y="48009"/>
                </a:cubicBezTo>
                <a:cubicBezTo>
                  <a:pt x="47340" y="42075"/>
                  <a:pt x="52060" y="36140"/>
                  <a:pt x="59142" y="36140"/>
                </a:cubicBezTo>
                <a:close/>
                <a:moveTo>
                  <a:pt x="41068" y="22432"/>
                </a:moveTo>
                <a:cubicBezTo>
                  <a:pt x="29880" y="22432"/>
                  <a:pt x="22420" y="30953"/>
                  <a:pt x="22420" y="40691"/>
                </a:cubicBezTo>
                <a:lnTo>
                  <a:pt x="22420" y="74774"/>
                </a:lnTo>
                <a:lnTo>
                  <a:pt x="629120" y="74774"/>
                </a:lnTo>
                <a:lnTo>
                  <a:pt x="629120" y="40691"/>
                </a:lnTo>
                <a:cubicBezTo>
                  <a:pt x="629120" y="30953"/>
                  <a:pt x="621662" y="22432"/>
                  <a:pt x="611716" y="22432"/>
                </a:cubicBezTo>
                <a:close/>
                <a:moveTo>
                  <a:pt x="41050" y="0"/>
                </a:moveTo>
                <a:lnTo>
                  <a:pt x="612036" y="0"/>
                </a:lnTo>
                <a:cubicBezTo>
                  <a:pt x="634428" y="0"/>
                  <a:pt x="653088" y="18660"/>
                  <a:pt x="653088" y="41052"/>
                </a:cubicBezTo>
                <a:lnTo>
                  <a:pt x="653088" y="126887"/>
                </a:lnTo>
                <a:cubicBezTo>
                  <a:pt x="669260" y="129375"/>
                  <a:pt x="685432" y="134350"/>
                  <a:pt x="699114" y="141814"/>
                </a:cubicBezTo>
                <a:lnTo>
                  <a:pt x="700358" y="143058"/>
                </a:lnTo>
                <a:cubicBezTo>
                  <a:pt x="742654" y="167938"/>
                  <a:pt x="771266" y="211477"/>
                  <a:pt x="771266" y="262481"/>
                </a:cubicBezTo>
                <a:lnTo>
                  <a:pt x="771266" y="263725"/>
                </a:lnTo>
                <a:cubicBezTo>
                  <a:pt x="770022" y="338364"/>
                  <a:pt x="707822" y="400563"/>
                  <a:pt x="633184" y="400563"/>
                </a:cubicBezTo>
                <a:cubicBezTo>
                  <a:pt x="557302" y="400563"/>
                  <a:pt x="496346" y="338364"/>
                  <a:pt x="496346" y="262481"/>
                </a:cubicBezTo>
                <a:cubicBezTo>
                  <a:pt x="496346" y="187842"/>
                  <a:pt x="556058" y="126887"/>
                  <a:pt x="630696" y="125643"/>
                </a:cubicBezTo>
                <a:lnTo>
                  <a:pt x="629452" y="97031"/>
                </a:lnTo>
                <a:lnTo>
                  <a:pt x="22390" y="97031"/>
                </a:lnTo>
                <a:lnTo>
                  <a:pt x="22390" y="457786"/>
                </a:lnTo>
                <a:cubicBezTo>
                  <a:pt x="22390" y="467738"/>
                  <a:pt x="29854" y="475202"/>
                  <a:pt x="41050" y="475202"/>
                </a:cubicBezTo>
                <a:lnTo>
                  <a:pt x="431660" y="475202"/>
                </a:lnTo>
                <a:cubicBezTo>
                  <a:pt x="452808" y="449078"/>
                  <a:pt x="485150" y="432907"/>
                  <a:pt x="521226" y="432907"/>
                </a:cubicBezTo>
                <a:lnTo>
                  <a:pt x="740166" y="432907"/>
                </a:lnTo>
                <a:cubicBezTo>
                  <a:pt x="802364" y="432907"/>
                  <a:pt x="854612" y="483910"/>
                  <a:pt x="854612" y="547353"/>
                </a:cubicBezTo>
                <a:lnTo>
                  <a:pt x="854612" y="641896"/>
                </a:lnTo>
                <a:cubicBezTo>
                  <a:pt x="854612" y="669263"/>
                  <a:pt x="830976" y="690411"/>
                  <a:pt x="804852" y="690411"/>
                </a:cubicBezTo>
                <a:lnTo>
                  <a:pt x="456540" y="690411"/>
                </a:lnTo>
                <a:cubicBezTo>
                  <a:pt x="427928" y="690411"/>
                  <a:pt x="406780" y="669263"/>
                  <a:pt x="406780" y="641896"/>
                </a:cubicBezTo>
                <a:lnTo>
                  <a:pt x="406780" y="625724"/>
                </a:lnTo>
                <a:lnTo>
                  <a:pt x="233866" y="625724"/>
                </a:lnTo>
                <a:cubicBezTo>
                  <a:pt x="210232" y="625724"/>
                  <a:pt x="191572" y="607064"/>
                  <a:pt x="191572" y="584673"/>
                </a:cubicBezTo>
                <a:cubicBezTo>
                  <a:pt x="191572" y="561037"/>
                  <a:pt x="210232" y="542377"/>
                  <a:pt x="233866" y="542377"/>
                </a:cubicBezTo>
                <a:lnTo>
                  <a:pt x="263722" y="542377"/>
                </a:lnTo>
                <a:cubicBezTo>
                  <a:pt x="274918" y="542377"/>
                  <a:pt x="283626" y="533669"/>
                  <a:pt x="283626" y="521229"/>
                </a:cubicBezTo>
                <a:lnTo>
                  <a:pt x="283626" y="498838"/>
                </a:lnTo>
                <a:lnTo>
                  <a:pt x="41050" y="498838"/>
                </a:lnTo>
                <a:cubicBezTo>
                  <a:pt x="18658" y="498838"/>
                  <a:pt x="0" y="478934"/>
                  <a:pt x="0" y="457786"/>
                </a:cubicBezTo>
                <a:lnTo>
                  <a:pt x="0" y="41052"/>
                </a:lnTo>
                <a:cubicBezTo>
                  <a:pt x="0" y="18660"/>
                  <a:pt x="18658" y="0"/>
                  <a:pt x="41050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22" name="Freeform 221">
            <a:extLst>
              <a:ext uri="{FF2B5EF4-FFF2-40B4-BE49-F238E27FC236}">
                <a16:creationId xmlns:a16="http://schemas.microsoft.com/office/drawing/2014/main" id="{81EBD042-54CD-FA44-8A23-EF9FC8BAF517}"/>
              </a:ext>
            </a:extLst>
          </p:cNvPr>
          <p:cNvSpPr/>
          <p:nvPr/>
        </p:nvSpPr>
        <p:spPr>
          <a:xfrm>
            <a:off x="17393748" y="10487016"/>
            <a:ext cx="5464043" cy="235786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87" h="1893">
                <a:moveTo>
                  <a:pt x="3440" y="1893"/>
                </a:moveTo>
                <a:lnTo>
                  <a:pt x="0" y="1893"/>
                </a:lnTo>
                <a:lnTo>
                  <a:pt x="0" y="0"/>
                </a:lnTo>
                <a:lnTo>
                  <a:pt x="3440" y="0"/>
                </a:lnTo>
                <a:cubicBezTo>
                  <a:pt x="3963" y="0"/>
                  <a:pt x="4387" y="424"/>
                  <a:pt x="4387" y="946"/>
                </a:cubicBezTo>
                <a:cubicBezTo>
                  <a:pt x="4387" y="1469"/>
                  <a:pt x="3963" y="1893"/>
                  <a:pt x="3440" y="1893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23" name="Freeform 222">
            <a:extLst>
              <a:ext uri="{FF2B5EF4-FFF2-40B4-BE49-F238E27FC236}">
                <a16:creationId xmlns:a16="http://schemas.microsoft.com/office/drawing/2014/main" id="{706C8E1C-8E19-144F-81E2-08B326193B7C}"/>
              </a:ext>
            </a:extLst>
          </p:cNvPr>
          <p:cNvSpPr/>
          <p:nvPr/>
        </p:nvSpPr>
        <p:spPr>
          <a:xfrm>
            <a:off x="17272906" y="10358658"/>
            <a:ext cx="5464043" cy="235911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87" h="1894">
                <a:moveTo>
                  <a:pt x="3441" y="1894"/>
                </a:moveTo>
                <a:lnTo>
                  <a:pt x="0" y="1894"/>
                </a:lnTo>
                <a:lnTo>
                  <a:pt x="0" y="0"/>
                </a:lnTo>
                <a:lnTo>
                  <a:pt x="3441" y="0"/>
                </a:lnTo>
                <a:cubicBezTo>
                  <a:pt x="3964" y="0"/>
                  <a:pt x="4387" y="424"/>
                  <a:pt x="4387" y="947"/>
                </a:cubicBezTo>
                <a:cubicBezTo>
                  <a:pt x="4387" y="1470"/>
                  <a:pt x="3964" y="1894"/>
                  <a:pt x="3441" y="1894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81" name="Freeform 280">
            <a:extLst>
              <a:ext uri="{FF2B5EF4-FFF2-40B4-BE49-F238E27FC236}">
                <a16:creationId xmlns:a16="http://schemas.microsoft.com/office/drawing/2014/main" id="{F1E7D2FD-E774-7A46-A551-AB7627D25762}"/>
              </a:ext>
            </a:extLst>
          </p:cNvPr>
          <p:cNvSpPr/>
          <p:nvPr/>
        </p:nvSpPr>
        <p:spPr>
          <a:xfrm>
            <a:off x="16390885" y="10656507"/>
            <a:ext cx="1764041" cy="176341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7" h="1416">
                <a:moveTo>
                  <a:pt x="1417" y="708"/>
                </a:moveTo>
                <a:cubicBezTo>
                  <a:pt x="1417" y="1100"/>
                  <a:pt x="1100" y="1416"/>
                  <a:pt x="708" y="1416"/>
                </a:cubicBezTo>
                <a:cubicBezTo>
                  <a:pt x="317" y="1416"/>
                  <a:pt x="0" y="1100"/>
                  <a:pt x="0" y="708"/>
                </a:cubicBezTo>
                <a:cubicBezTo>
                  <a:pt x="0" y="317"/>
                  <a:pt x="317" y="0"/>
                  <a:pt x="708" y="0"/>
                </a:cubicBezTo>
                <a:cubicBezTo>
                  <a:pt x="1100" y="0"/>
                  <a:pt x="1417" y="317"/>
                  <a:pt x="1417" y="708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83" name="Freeform 282">
            <a:extLst>
              <a:ext uri="{FF2B5EF4-FFF2-40B4-BE49-F238E27FC236}">
                <a16:creationId xmlns:a16="http://schemas.microsoft.com/office/drawing/2014/main" id="{D65F0031-A371-EF42-AB79-42F6C2DFD9D7}"/>
              </a:ext>
            </a:extLst>
          </p:cNvPr>
          <p:cNvSpPr/>
          <p:nvPr/>
        </p:nvSpPr>
        <p:spPr>
          <a:xfrm>
            <a:off x="16536643" y="10802316"/>
            <a:ext cx="1472526" cy="147304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83" h="1183">
                <a:moveTo>
                  <a:pt x="1183" y="591"/>
                </a:moveTo>
                <a:cubicBezTo>
                  <a:pt x="1183" y="918"/>
                  <a:pt x="918" y="1183"/>
                  <a:pt x="591" y="1183"/>
                </a:cubicBezTo>
                <a:cubicBezTo>
                  <a:pt x="265" y="1183"/>
                  <a:pt x="0" y="918"/>
                  <a:pt x="0" y="591"/>
                </a:cubicBezTo>
                <a:cubicBezTo>
                  <a:pt x="0" y="265"/>
                  <a:pt x="265" y="0"/>
                  <a:pt x="591" y="0"/>
                </a:cubicBezTo>
                <a:cubicBezTo>
                  <a:pt x="918" y="0"/>
                  <a:pt x="1183" y="265"/>
                  <a:pt x="1183" y="591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90" name="Freeform 589">
            <a:extLst>
              <a:ext uri="{FF2B5EF4-FFF2-40B4-BE49-F238E27FC236}">
                <a16:creationId xmlns:a16="http://schemas.microsoft.com/office/drawing/2014/main" id="{6E97A3CE-FC48-E644-9AA2-0713F3707E83}"/>
              </a:ext>
            </a:extLst>
          </p:cNvPr>
          <p:cNvSpPr/>
          <p:nvPr/>
        </p:nvSpPr>
        <p:spPr>
          <a:xfrm>
            <a:off x="16925330" y="11110131"/>
            <a:ext cx="695152" cy="854913"/>
          </a:xfrm>
          <a:custGeom>
            <a:avLst/>
            <a:gdLst>
              <a:gd name="connsiteX0" fmla="*/ 210178 w 695152"/>
              <a:gd name="connsiteY0" fmla="*/ 454877 h 854913"/>
              <a:gd name="connsiteX1" fmla="*/ 22424 w 695152"/>
              <a:gd name="connsiteY1" fmla="*/ 643683 h 854913"/>
              <a:gd name="connsiteX2" fmla="*/ 210178 w 695152"/>
              <a:gd name="connsiteY2" fmla="*/ 833731 h 854913"/>
              <a:gd name="connsiteX3" fmla="*/ 576984 w 695152"/>
              <a:gd name="connsiteY3" fmla="*/ 833731 h 854913"/>
              <a:gd name="connsiteX4" fmla="*/ 672726 w 695152"/>
              <a:gd name="connsiteY4" fmla="*/ 736844 h 854913"/>
              <a:gd name="connsiteX5" fmla="*/ 576984 w 695152"/>
              <a:gd name="connsiteY5" fmla="*/ 639957 h 854913"/>
              <a:gd name="connsiteX6" fmla="*/ 537196 w 695152"/>
              <a:gd name="connsiteY6" fmla="*/ 648651 h 854913"/>
              <a:gd name="connsiteX7" fmla="*/ 522274 w 695152"/>
              <a:gd name="connsiteY7" fmla="*/ 643683 h 854913"/>
              <a:gd name="connsiteX8" fmla="*/ 528492 w 695152"/>
              <a:gd name="connsiteY8" fmla="*/ 627535 h 854913"/>
              <a:gd name="connsiteX9" fmla="*/ 555846 w 695152"/>
              <a:gd name="connsiteY9" fmla="*/ 620082 h 854913"/>
              <a:gd name="connsiteX10" fmla="*/ 553360 w 695152"/>
              <a:gd name="connsiteY10" fmla="*/ 606419 h 854913"/>
              <a:gd name="connsiteX11" fmla="*/ 427776 w 695152"/>
              <a:gd name="connsiteY11" fmla="*/ 512016 h 854913"/>
              <a:gd name="connsiteX12" fmla="*/ 368092 w 695152"/>
              <a:gd name="connsiteY12" fmla="*/ 526921 h 854913"/>
              <a:gd name="connsiteX13" fmla="*/ 317112 w 695152"/>
              <a:gd name="connsiteY13" fmla="*/ 574123 h 854913"/>
              <a:gd name="connsiteX14" fmla="*/ 300948 w 695152"/>
              <a:gd name="connsiteY14" fmla="*/ 577849 h 854913"/>
              <a:gd name="connsiteX15" fmla="*/ 297218 w 695152"/>
              <a:gd name="connsiteY15" fmla="*/ 561701 h 854913"/>
              <a:gd name="connsiteX16" fmla="*/ 345710 w 695152"/>
              <a:gd name="connsiteY16" fmla="*/ 513258 h 854913"/>
              <a:gd name="connsiteX17" fmla="*/ 210178 w 695152"/>
              <a:gd name="connsiteY17" fmla="*/ 454877 h 854913"/>
              <a:gd name="connsiteX18" fmla="*/ 389836 w 695152"/>
              <a:gd name="connsiteY18" fmla="*/ 262950 h 854913"/>
              <a:gd name="connsiteX19" fmla="*/ 404552 w 695152"/>
              <a:gd name="connsiteY19" fmla="*/ 269138 h 854913"/>
              <a:gd name="connsiteX20" fmla="*/ 460962 w 695152"/>
              <a:gd name="connsiteY20" fmla="*/ 426317 h 854913"/>
              <a:gd name="connsiteX21" fmla="*/ 456058 w 695152"/>
              <a:gd name="connsiteY21" fmla="*/ 441169 h 854913"/>
              <a:gd name="connsiteX22" fmla="*/ 452378 w 695152"/>
              <a:gd name="connsiteY22" fmla="*/ 441169 h 854913"/>
              <a:gd name="connsiteX23" fmla="*/ 441342 w 695152"/>
              <a:gd name="connsiteY23" fmla="*/ 434981 h 854913"/>
              <a:gd name="connsiteX24" fmla="*/ 383704 w 695152"/>
              <a:gd name="connsiteY24" fmla="*/ 277801 h 854913"/>
              <a:gd name="connsiteX25" fmla="*/ 389836 w 695152"/>
              <a:gd name="connsiteY25" fmla="*/ 262950 h 854913"/>
              <a:gd name="connsiteX26" fmla="*/ 576624 w 695152"/>
              <a:gd name="connsiteY26" fmla="*/ 249246 h 854913"/>
              <a:gd name="connsiteX27" fmla="*/ 560606 w 695152"/>
              <a:gd name="connsiteY27" fmla="*/ 265399 h 854913"/>
              <a:gd name="connsiteX28" fmla="*/ 560606 w 695152"/>
              <a:gd name="connsiteY28" fmla="*/ 559876 h 854913"/>
              <a:gd name="connsiteX29" fmla="*/ 560606 w 695152"/>
              <a:gd name="connsiteY29" fmla="*/ 564846 h 854913"/>
              <a:gd name="connsiteX30" fmla="*/ 575392 w 695152"/>
              <a:gd name="connsiteY30" fmla="*/ 599637 h 854913"/>
              <a:gd name="connsiteX31" fmla="*/ 579088 w 695152"/>
              <a:gd name="connsiteY31" fmla="*/ 618275 h 854913"/>
              <a:gd name="connsiteX32" fmla="*/ 672726 w 695152"/>
              <a:gd name="connsiteY32" fmla="*/ 666733 h 854913"/>
              <a:gd name="connsiteX33" fmla="*/ 672726 w 695152"/>
              <a:gd name="connsiteY33" fmla="*/ 549936 h 854913"/>
              <a:gd name="connsiteX34" fmla="*/ 649318 w 695152"/>
              <a:gd name="connsiteY34" fmla="*/ 549936 h 854913"/>
              <a:gd name="connsiteX35" fmla="*/ 638228 w 695152"/>
              <a:gd name="connsiteY35" fmla="*/ 539996 h 854913"/>
              <a:gd name="connsiteX36" fmla="*/ 649318 w 695152"/>
              <a:gd name="connsiteY36" fmla="*/ 527571 h 854913"/>
              <a:gd name="connsiteX37" fmla="*/ 672726 w 695152"/>
              <a:gd name="connsiteY37" fmla="*/ 527571 h 854913"/>
              <a:gd name="connsiteX38" fmla="*/ 672726 w 695152"/>
              <a:gd name="connsiteY38" fmla="*/ 482840 h 854913"/>
              <a:gd name="connsiteX39" fmla="*/ 649318 w 695152"/>
              <a:gd name="connsiteY39" fmla="*/ 482840 h 854913"/>
              <a:gd name="connsiteX40" fmla="*/ 638228 w 695152"/>
              <a:gd name="connsiteY40" fmla="*/ 472900 h 854913"/>
              <a:gd name="connsiteX41" fmla="*/ 649318 w 695152"/>
              <a:gd name="connsiteY41" fmla="*/ 461717 h 854913"/>
              <a:gd name="connsiteX42" fmla="*/ 672726 w 695152"/>
              <a:gd name="connsiteY42" fmla="*/ 461717 h 854913"/>
              <a:gd name="connsiteX43" fmla="*/ 672726 w 695152"/>
              <a:gd name="connsiteY43" fmla="*/ 415744 h 854913"/>
              <a:gd name="connsiteX44" fmla="*/ 649318 w 695152"/>
              <a:gd name="connsiteY44" fmla="*/ 415744 h 854913"/>
              <a:gd name="connsiteX45" fmla="*/ 638228 w 695152"/>
              <a:gd name="connsiteY45" fmla="*/ 405804 h 854913"/>
              <a:gd name="connsiteX46" fmla="*/ 649318 w 695152"/>
              <a:gd name="connsiteY46" fmla="*/ 394621 h 854913"/>
              <a:gd name="connsiteX47" fmla="*/ 672726 w 695152"/>
              <a:gd name="connsiteY47" fmla="*/ 394621 h 854913"/>
              <a:gd name="connsiteX48" fmla="*/ 672726 w 695152"/>
              <a:gd name="connsiteY48" fmla="*/ 349890 h 854913"/>
              <a:gd name="connsiteX49" fmla="*/ 649318 w 695152"/>
              <a:gd name="connsiteY49" fmla="*/ 349890 h 854913"/>
              <a:gd name="connsiteX50" fmla="*/ 638228 w 695152"/>
              <a:gd name="connsiteY50" fmla="*/ 338707 h 854913"/>
              <a:gd name="connsiteX51" fmla="*/ 649318 w 695152"/>
              <a:gd name="connsiteY51" fmla="*/ 327525 h 854913"/>
              <a:gd name="connsiteX52" fmla="*/ 672726 w 695152"/>
              <a:gd name="connsiteY52" fmla="*/ 327525 h 854913"/>
              <a:gd name="connsiteX53" fmla="*/ 672726 w 695152"/>
              <a:gd name="connsiteY53" fmla="*/ 265399 h 854913"/>
              <a:gd name="connsiteX54" fmla="*/ 656710 w 695152"/>
              <a:gd name="connsiteY54" fmla="*/ 249246 h 854913"/>
              <a:gd name="connsiteX55" fmla="*/ 360990 w 695152"/>
              <a:gd name="connsiteY55" fmla="*/ 132100 h 854913"/>
              <a:gd name="connsiteX56" fmla="*/ 341346 w 695152"/>
              <a:gd name="connsiteY56" fmla="*/ 209366 h 854913"/>
              <a:gd name="connsiteX57" fmla="*/ 426062 w 695152"/>
              <a:gd name="connsiteY57" fmla="*/ 178705 h 854913"/>
              <a:gd name="connsiteX58" fmla="*/ 110630 w 695152"/>
              <a:gd name="connsiteY58" fmla="*/ 97206 h 854913"/>
              <a:gd name="connsiteX59" fmla="*/ 248144 w 695152"/>
              <a:gd name="connsiteY59" fmla="*/ 97206 h 854913"/>
              <a:gd name="connsiteX60" fmla="*/ 290266 w 695152"/>
              <a:gd name="connsiteY60" fmla="*/ 140383 h 854913"/>
              <a:gd name="connsiteX61" fmla="*/ 290266 w 695152"/>
              <a:gd name="connsiteY61" fmla="*/ 174925 h 854913"/>
              <a:gd name="connsiteX62" fmla="*/ 279116 w 695152"/>
              <a:gd name="connsiteY62" fmla="*/ 186028 h 854913"/>
              <a:gd name="connsiteX63" fmla="*/ 267966 w 695152"/>
              <a:gd name="connsiteY63" fmla="*/ 174925 h 854913"/>
              <a:gd name="connsiteX64" fmla="*/ 267966 w 695152"/>
              <a:gd name="connsiteY64" fmla="*/ 140383 h 854913"/>
              <a:gd name="connsiteX65" fmla="*/ 248144 w 695152"/>
              <a:gd name="connsiteY65" fmla="*/ 119411 h 854913"/>
              <a:gd name="connsiteX66" fmla="*/ 110630 w 695152"/>
              <a:gd name="connsiteY66" fmla="*/ 119411 h 854913"/>
              <a:gd name="connsiteX67" fmla="*/ 89568 w 695152"/>
              <a:gd name="connsiteY67" fmla="*/ 140383 h 854913"/>
              <a:gd name="connsiteX68" fmla="*/ 89568 w 695152"/>
              <a:gd name="connsiteY68" fmla="*/ 176159 h 854913"/>
              <a:gd name="connsiteX69" fmla="*/ 110630 w 695152"/>
              <a:gd name="connsiteY69" fmla="*/ 197131 h 854913"/>
              <a:gd name="connsiteX70" fmla="*/ 245666 w 695152"/>
              <a:gd name="connsiteY70" fmla="*/ 197131 h 854913"/>
              <a:gd name="connsiteX71" fmla="*/ 256816 w 695152"/>
              <a:gd name="connsiteY71" fmla="*/ 207000 h 854913"/>
              <a:gd name="connsiteX72" fmla="*/ 245666 w 695152"/>
              <a:gd name="connsiteY72" fmla="*/ 219336 h 854913"/>
              <a:gd name="connsiteX73" fmla="*/ 110630 w 695152"/>
              <a:gd name="connsiteY73" fmla="*/ 219336 h 854913"/>
              <a:gd name="connsiteX74" fmla="*/ 67270 w 695152"/>
              <a:gd name="connsiteY74" fmla="*/ 176159 h 854913"/>
              <a:gd name="connsiteX75" fmla="*/ 67270 w 695152"/>
              <a:gd name="connsiteY75" fmla="*/ 140383 h 854913"/>
              <a:gd name="connsiteX76" fmla="*/ 110630 w 695152"/>
              <a:gd name="connsiteY76" fmla="*/ 97206 h 854913"/>
              <a:gd name="connsiteX77" fmla="*/ 34820 w 695152"/>
              <a:gd name="connsiteY77" fmla="*/ 0 h 854913"/>
              <a:gd name="connsiteX78" fmla="*/ 324570 w 695152"/>
              <a:gd name="connsiteY78" fmla="*/ 0 h 854913"/>
              <a:gd name="connsiteX79" fmla="*/ 358146 w 695152"/>
              <a:gd name="connsiteY79" fmla="*/ 34844 h 854913"/>
              <a:gd name="connsiteX80" fmla="*/ 358146 w 695152"/>
              <a:gd name="connsiteY80" fmla="*/ 62221 h 854913"/>
              <a:gd name="connsiteX81" fmla="*/ 346954 w 695152"/>
              <a:gd name="connsiteY81" fmla="*/ 73420 h 854913"/>
              <a:gd name="connsiteX82" fmla="*/ 335762 w 695152"/>
              <a:gd name="connsiteY82" fmla="*/ 62221 h 854913"/>
              <a:gd name="connsiteX83" fmla="*/ 335762 w 695152"/>
              <a:gd name="connsiteY83" fmla="*/ 34844 h 854913"/>
              <a:gd name="connsiteX84" fmla="*/ 324570 w 695152"/>
              <a:gd name="connsiteY84" fmla="*/ 23644 h 854913"/>
              <a:gd name="connsiteX85" fmla="*/ 34820 w 695152"/>
              <a:gd name="connsiteY85" fmla="*/ 23644 h 854913"/>
              <a:gd name="connsiteX86" fmla="*/ 22384 w 695152"/>
              <a:gd name="connsiteY86" fmla="*/ 34844 h 854913"/>
              <a:gd name="connsiteX87" fmla="*/ 22384 w 695152"/>
              <a:gd name="connsiteY87" fmla="*/ 548787 h 854913"/>
              <a:gd name="connsiteX88" fmla="*/ 210162 w 695152"/>
              <a:gd name="connsiteY88" fmla="*/ 431812 h 854913"/>
              <a:gd name="connsiteX89" fmla="*/ 365608 w 695152"/>
              <a:gd name="connsiteY89" fmla="*/ 502744 h 854913"/>
              <a:gd name="connsiteX90" fmla="*/ 409132 w 695152"/>
              <a:gd name="connsiteY90" fmla="*/ 490299 h 854913"/>
              <a:gd name="connsiteX91" fmla="*/ 313378 w 695152"/>
              <a:gd name="connsiteY91" fmla="*/ 232706 h 854913"/>
              <a:gd name="connsiteX92" fmla="*/ 313378 w 695152"/>
              <a:gd name="connsiteY92" fmla="*/ 231461 h 854913"/>
              <a:gd name="connsiteX93" fmla="*/ 313378 w 695152"/>
              <a:gd name="connsiteY93" fmla="*/ 230217 h 854913"/>
              <a:gd name="connsiteX94" fmla="*/ 313378 w 695152"/>
              <a:gd name="connsiteY94" fmla="*/ 228972 h 854913"/>
              <a:gd name="connsiteX95" fmla="*/ 313378 w 695152"/>
              <a:gd name="connsiteY95" fmla="*/ 227728 h 854913"/>
              <a:gd name="connsiteX96" fmla="*/ 313378 w 695152"/>
              <a:gd name="connsiteY96" fmla="*/ 225239 h 854913"/>
              <a:gd name="connsiteX97" fmla="*/ 341980 w 695152"/>
              <a:gd name="connsiteY97" fmla="*/ 110753 h 854913"/>
              <a:gd name="connsiteX98" fmla="*/ 349442 w 695152"/>
              <a:gd name="connsiteY98" fmla="*/ 103286 h 854913"/>
              <a:gd name="connsiteX99" fmla="*/ 360634 w 695152"/>
              <a:gd name="connsiteY99" fmla="*/ 104531 h 854913"/>
              <a:gd name="connsiteX100" fmla="*/ 456388 w 695152"/>
              <a:gd name="connsiteY100" fmla="*/ 172974 h 854913"/>
              <a:gd name="connsiteX101" fmla="*/ 457632 w 695152"/>
              <a:gd name="connsiteY101" fmla="*/ 175463 h 854913"/>
              <a:gd name="connsiteX102" fmla="*/ 458874 w 695152"/>
              <a:gd name="connsiteY102" fmla="*/ 175463 h 854913"/>
              <a:gd name="connsiteX103" fmla="*/ 460118 w 695152"/>
              <a:gd name="connsiteY103" fmla="*/ 176707 h 854913"/>
              <a:gd name="connsiteX104" fmla="*/ 460118 w 695152"/>
              <a:gd name="connsiteY104" fmla="*/ 177951 h 854913"/>
              <a:gd name="connsiteX105" fmla="*/ 460118 w 695152"/>
              <a:gd name="connsiteY105" fmla="*/ 179196 h 854913"/>
              <a:gd name="connsiteX106" fmla="*/ 512348 w 695152"/>
              <a:gd name="connsiteY106" fmla="*/ 318570 h 854913"/>
              <a:gd name="connsiteX107" fmla="*/ 504886 w 695152"/>
              <a:gd name="connsiteY107" fmla="*/ 333503 h 854913"/>
              <a:gd name="connsiteX108" fmla="*/ 491208 w 695152"/>
              <a:gd name="connsiteY108" fmla="*/ 327281 h 854913"/>
              <a:gd name="connsiteX109" fmla="*/ 442708 w 695152"/>
              <a:gd name="connsiteY109" fmla="*/ 196618 h 854913"/>
              <a:gd name="connsiteX110" fmla="*/ 391722 w 695152"/>
              <a:gd name="connsiteY110" fmla="*/ 216528 h 854913"/>
              <a:gd name="connsiteX111" fmla="*/ 344468 w 695152"/>
              <a:gd name="connsiteY111" fmla="*/ 232706 h 854913"/>
              <a:gd name="connsiteX112" fmla="*/ 338250 w 695152"/>
              <a:gd name="connsiteY112" fmla="*/ 235194 h 854913"/>
              <a:gd name="connsiteX113" fmla="*/ 432760 w 695152"/>
              <a:gd name="connsiteY113" fmla="*/ 489055 h 854913"/>
              <a:gd name="connsiteX114" fmla="*/ 538462 w 695152"/>
              <a:gd name="connsiteY114" fmla="*/ 536343 h 854913"/>
              <a:gd name="connsiteX115" fmla="*/ 538462 w 695152"/>
              <a:gd name="connsiteY115" fmla="*/ 265060 h 854913"/>
              <a:gd name="connsiteX116" fmla="*/ 575770 w 695152"/>
              <a:gd name="connsiteY116" fmla="*/ 226483 h 854913"/>
              <a:gd name="connsiteX117" fmla="*/ 656602 w 695152"/>
              <a:gd name="connsiteY117" fmla="*/ 226483 h 854913"/>
              <a:gd name="connsiteX118" fmla="*/ 695152 w 695152"/>
              <a:gd name="connsiteY118" fmla="*/ 265060 h 854913"/>
              <a:gd name="connsiteX119" fmla="*/ 695152 w 695152"/>
              <a:gd name="connsiteY119" fmla="*/ 731716 h 854913"/>
              <a:gd name="connsiteX120" fmla="*/ 695152 w 695152"/>
              <a:gd name="connsiteY120" fmla="*/ 734205 h 854913"/>
              <a:gd name="connsiteX121" fmla="*/ 695152 w 695152"/>
              <a:gd name="connsiteY121" fmla="*/ 736694 h 854913"/>
              <a:gd name="connsiteX122" fmla="*/ 577014 w 695152"/>
              <a:gd name="connsiteY122" fmla="*/ 854913 h 854913"/>
              <a:gd name="connsiteX123" fmla="*/ 210162 w 695152"/>
              <a:gd name="connsiteY123" fmla="*/ 854913 h 854913"/>
              <a:gd name="connsiteX124" fmla="*/ 0 w 695152"/>
              <a:gd name="connsiteY124" fmla="*/ 643363 h 854913"/>
              <a:gd name="connsiteX125" fmla="*/ 0 w 695152"/>
              <a:gd name="connsiteY125" fmla="*/ 642118 h 854913"/>
              <a:gd name="connsiteX126" fmla="*/ 0 w 695152"/>
              <a:gd name="connsiteY126" fmla="*/ 640874 h 854913"/>
              <a:gd name="connsiteX127" fmla="*/ 0 w 695152"/>
              <a:gd name="connsiteY127" fmla="*/ 34844 h 854913"/>
              <a:gd name="connsiteX128" fmla="*/ 34820 w 695152"/>
              <a:gd name="connsiteY128" fmla="*/ 0 h 854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</a:cxnLst>
            <a:rect l="l" t="t" r="r" b="b"/>
            <a:pathLst>
              <a:path w="695152" h="854913">
                <a:moveTo>
                  <a:pt x="210178" y="454877"/>
                </a:moveTo>
                <a:cubicBezTo>
                  <a:pt x="106976" y="454877"/>
                  <a:pt x="22424" y="540585"/>
                  <a:pt x="22424" y="643683"/>
                </a:cubicBezTo>
                <a:cubicBezTo>
                  <a:pt x="22424" y="748023"/>
                  <a:pt x="106976" y="833731"/>
                  <a:pt x="210178" y="833731"/>
                </a:cubicBezTo>
                <a:lnTo>
                  <a:pt x="576984" y="833731"/>
                </a:lnTo>
                <a:cubicBezTo>
                  <a:pt x="629208" y="833731"/>
                  <a:pt x="672726" y="790256"/>
                  <a:pt x="672726" y="736844"/>
                </a:cubicBezTo>
                <a:cubicBezTo>
                  <a:pt x="672726" y="683432"/>
                  <a:pt x="629208" y="639957"/>
                  <a:pt x="576984" y="639957"/>
                </a:cubicBezTo>
                <a:cubicBezTo>
                  <a:pt x="563306" y="639957"/>
                  <a:pt x="549630" y="643683"/>
                  <a:pt x="537196" y="648651"/>
                </a:cubicBezTo>
                <a:cubicBezTo>
                  <a:pt x="532222" y="651136"/>
                  <a:pt x="524762" y="648651"/>
                  <a:pt x="522274" y="643683"/>
                </a:cubicBezTo>
                <a:cubicBezTo>
                  <a:pt x="519788" y="637472"/>
                  <a:pt x="522274" y="631261"/>
                  <a:pt x="528492" y="627535"/>
                </a:cubicBezTo>
                <a:cubicBezTo>
                  <a:pt x="537196" y="623809"/>
                  <a:pt x="545900" y="621324"/>
                  <a:pt x="555846" y="620082"/>
                </a:cubicBezTo>
                <a:cubicBezTo>
                  <a:pt x="555846" y="615114"/>
                  <a:pt x="554604" y="610145"/>
                  <a:pt x="553360" y="606419"/>
                </a:cubicBezTo>
                <a:cubicBezTo>
                  <a:pt x="537196" y="550522"/>
                  <a:pt x="484972" y="512016"/>
                  <a:pt x="427776" y="512016"/>
                </a:cubicBezTo>
                <a:cubicBezTo>
                  <a:pt x="406638" y="512016"/>
                  <a:pt x="386742" y="516984"/>
                  <a:pt x="368092" y="526921"/>
                </a:cubicBezTo>
                <a:cubicBezTo>
                  <a:pt x="346954" y="536859"/>
                  <a:pt x="328302" y="554249"/>
                  <a:pt x="317112" y="574123"/>
                </a:cubicBezTo>
                <a:cubicBezTo>
                  <a:pt x="313382" y="579091"/>
                  <a:pt x="305922" y="581576"/>
                  <a:pt x="300948" y="577849"/>
                </a:cubicBezTo>
                <a:cubicBezTo>
                  <a:pt x="295974" y="574123"/>
                  <a:pt x="294730" y="567912"/>
                  <a:pt x="297218" y="561701"/>
                </a:cubicBezTo>
                <a:cubicBezTo>
                  <a:pt x="309652" y="541827"/>
                  <a:pt x="327060" y="525679"/>
                  <a:pt x="345710" y="513258"/>
                </a:cubicBezTo>
                <a:cubicBezTo>
                  <a:pt x="310894" y="475993"/>
                  <a:pt x="262402" y="454877"/>
                  <a:pt x="210178" y="454877"/>
                </a:cubicBezTo>
                <a:close/>
                <a:moveTo>
                  <a:pt x="389836" y="262950"/>
                </a:moveTo>
                <a:cubicBezTo>
                  <a:pt x="395968" y="260474"/>
                  <a:pt x="402098" y="262950"/>
                  <a:pt x="404552" y="269138"/>
                </a:cubicBezTo>
                <a:lnTo>
                  <a:pt x="460962" y="426317"/>
                </a:lnTo>
                <a:cubicBezTo>
                  <a:pt x="463416" y="432506"/>
                  <a:pt x="460962" y="438694"/>
                  <a:pt x="456058" y="441169"/>
                </a:cubicBezTo>
                <a:cubicBezTo>
                  <a:pt x="453604" y="441169"/>
                  <a:pt x="452378" y="441169"/>
                  <a:pt x="452378" y="441169"/>
                </a:cubicBezTo>
                <a:cubicBezTo>
                  <a:pt x="447474" y="441169"/>
                  <a:pt x="442568" y="439931"/>
                  <a:pt x="441342" y="434981"/>
                </a:cubicBezTo>
                <a:lnTo>
                  <a:pt x="383704" y="277801"/>
                </a:lnTo>
                <a:cubicBezTo>
                  <a:pt x="382478" y="271613"/>
                  <a:pt x="383704" y="265425"/>
                  <a:pt x="389836" y="262950"/>
                </a:cubicBezTo>
                <a:close/>
                <a:moveTo>
                  <a:pt x="576624" y="249246"/>
                </a:moveTo>
                <a:cubicBezTo>
                  <a:pt x="567998" y="249246"/>
                  <a:pt x="560606" y="255459"/>
                  <a:pt x="560606" y="265399"/>
                </a:cubicBezTo>
                <a:lnTo>
                  <a:pt x="560606" y="559876"/>
                </a:lnTo>
                <a:cubicBezTo>
                  <a:pt x="560606" y="561119"/>
                  <a:pt x="560606" y="562361"/>
                  <a:pt x="560606" y="564846"/>
                </a:cubicBezTo>
                <a:cubicBezTo>
                  <a:pt x="566766" y="574786"/>
                  <a:pt x="571694" y="587212"/>
                  <a:pt x="575392" y="599637"/>
                </a:cubicBezTo>
                <a:cubicBezTo>
                  <a:pt x="576624" y="605849"/>
                  <a:pt x="577856" y="612062"/>
                  <a:pt x="579088" y="618275"/>
                </a:cubicBezTo>
                <a:cubicBezTo>
                  <a:pt x="617282" y="618275"/>
                  <a:pt x="651782" y="636913"/>
                  <a:pt x="672726" y="666733"/>
                </a:cubicBezTo>
                <a:lnTo>
                  <a:pt x="672726" y="549936"/>
                </a:lnTo>
                <a:lnTo>
                  <a:pt x="649318" y="549936"/>
                </a:lnTo>
                <a:cubicBezTo>
                  <a:pt x="644388" y="549936"/>
                  <a:pt x="638228" y="544966"/>
                  <a:pt x="638228" y="539996"/>
                </a:cubicBezTo>
                <a:cubicBezTo>
                  <a:pt x="638228" y="532541"/>
                  <a:pt x="644388" y="527571"/>
                  <a:pt x="649318" y="527571"/>
                </a:cubicBezTo>
                <a:lnTo>
                  <a:pt x="672726" y="527571"/>
                </a:lnTo>
                <a:lnTo>
                  <a:pt x="672726" y="482840"/>
                </a:lnTo>
                <a:lnTo>
                  <a:pt x="649318" y="482840"/>
                </a:lnTo>
                <a:cubicBezTo>
                  <a:pt x="644388" y="482840"/>
                  <a:pt x="638228" y="479112"/>
                  <a:pt x="638228" y="472900"/>
                </a:cubicBezTo>
                <a:cubicBezTo>
                  <a:pt x="638228" y="465445"/>
                  <a:pt x="644388" y="461717"/>
                  <a:pt x="649318" y="461717"/>
                </a:cubicBezTo>
                <a:lnTo>
                  <a:pt x="672726" y="461717"/>
                </a:lnTo>
                <a:lnTo>
                  <a:pt x="672726" y="415744"/>
                </a:lnTo>
                <a:lnTo>
                  <a:pt x="649318" y="415744"/>
                </a:lnTo>
                <a:cubicBezTo>
                  <a:pt x="644388" y="415744"/>
                  <a:pt x="638228" y="412016"/>
                  <a:pt x="638228" y="405804"/>
                </a:cubicBezTo>
                <a:cubicBezTo>
                  <a:pt x="638228" y="399591"/>
                  <a:pt x="644388" y="394621"/>
                  <a:pt x="649318" y="394621"/>
                </a:cubicBezTo>
                <a:lnTo>
                  <a:pt x="672726" y="394621"/>
                </a:lnTo>
                <a:lnTo>
                  <a:pt x="672726" y="349890"/>
                </a:lnTo>
                <a:lnTo>
                  <a:pt x="649318" y="349890"/>
                </a:lnTo>
                <a:cubicBezTo>
                  <a:pt x="644388" y="349890"/>
                  <a:pt x="638228" y="344920"/>
                  <a:pt x="638228" y="338707"/>
                </a:cubicBezTo>
                <a:cubicBezTo>
                  <a:pt x="638228" y="332495"/>
                  <a:pt x="644388" y="327525"/>
                  <a:pt x="649318" y="327525"/>
                </a:cubicBezTo>
                <a:lnTo>
                  <a:pt x="672726" y="327525"/>
                </a:lnTo>
                <a:lnTo>
                  <a:pt x="672726" y="265399"/>
                </a:lnTo>
                <a:cubicBezTo>
                  <a:pt x="672726" y="255459"/>
                  <a:pt x="665334" y="249246"/>
                  <a:pt x="656710" y="249246"/>
                </a:cubicBezTo>
                <a:close/>
                <a:moveTo>
                  <a:pt x="360990" y="132100"/>
                </a:moveTo>
                <a:lnTo>
                  <a:pt x="341346" y="209366"/>
                </a:lnTo>
                <a:lnTo>
                  <a:pt x="426062" y="178705"/>
                </a:lnTo>
                <a:close/>
                <a:moveTo>
                  <a:pt x="110630" y="97206"/>
                </a:moveTo>
                <a:lnTo>
                  <a:pt x="248144" y="97206"/>
                </a:lnTo>
                <a:cubicBezTo>
                  <a:pt x="270444" y="97206"/>
                  <a:pt x="290266" y="116944"/>
                  <a:pt x="290266" y="140383"/>
                </a:cubicBezTo>
                <a:lnTo>
                  <a:pt x="290266" y="174925"/>
                </a:lnTo>
                <a:cubicBezTo>
                  <a:pt x="290266" y="181093"/>
                  <a:pt x="285310" y="186028"/>
                  <a:pt x="279116" y="186028"/>
                </a:cubicBezTo>
                <a:cubicBezTo>
                  <a:pt x="272922" y="186028"/>
                  <a:pt x="267966" y="181093"/>
                  <a:pt x="267966" y="174925"/>
                </a:cubicBezTo>
                <a:lnTo>
                  <a:pt x="267966" y="140383"/>
                </a:lnTo>
                <a:cubicBezTo>
                  <a:pt x="267966" y="128047"/>
                  <a:pt x="259294" y="119411"/>
                  <a:pt x="248144" y="119411"/>
                </a:cubicBezTo>
                <a:lnTo>
                  <a:pt x="110630" y="119411"/>
                </a:lnTo>
                <a:cubicBezTo>
                  <a:pt x="99480" y="119411"/>
                  <a:pt x="89568" y="128047"/>
                  <a:pt x="89568" y="140383"/>
                </a:cubicBezTo>
                <a:lnTo>
                  <a:pt x="89568" y="176159"/>
                </a:lnTo>
                <a:cubicBezTo>
                  <a:pt x="89568" y="188495"/>
                  <a:pt x="99480" y="197131"/>
                  <a:pt x="110630" y="197131"/>
                </a:cubicBezTo>
                <a:lnTo>
                  <a:pt x="245666" y="197131"/>
                </a:lnTo>
                <a:cubicBezTo>
                  <a:pt x="251860" y="197131"/>
                  <a:pt x="256816" y="202065"/>
                  <a:pt x="256816" y="207000"/>
                </a:cubicBezTo>
                <a:cubicBezTo>
                  <a:pt x="256816" y="213168"/>
                  <a:pt x="251860" y="219336"/>
                  <a:pt x="245666" y="219336"/>
                </a:cubicBezTo>
                <a:lnTo>
                  <a:pt x="110630" y="219336"/>
                </a:lnTo>
                <a:cubicBezTo>
                  <a:pt x="87090" y="219336"/>
                  <a:pt x="67270" y="199598"/>
                  <a:pt x="67270" y="176159"/>
                </a:cubicBezTo>
                <a:lnTo>
                  <a:pt x="67270" y="140383"/>
                </a:lnTo>
                <a:cubicBezTo>
                  <a:pt x="67270" y="116944"/>
                  <a:pt x="87090" y="97206"/>
                  <a:pt x="110630" y="97206"/>
                </a:cubicBezTo>
                <a:close/>
                <a:moveTo>
                  <a:pt x="34820" y="0"/>
                </a:moveTo>
                <a:lnTo>
                  <a:pt x="324570" y="0"/>
                </a:lnTo>
                <a:cubicBezTo>
                  <a:pt x="343224" y="0"/>
                  <a:pt x="358146" y="16177"/>
                  <a:pt x="358146" y="34844"/>
                </a:cubicBezTo>
                <a:lnTo>
                  <a:pt x="358146" y="62221"/>
                </a:lnTo>
                <a:cubicBezTo>
                  <a:pt x="358146" y="68443"/>
                  <a:pt x="354416" y="73420"/>
                  <a:pt x="346954" y="73420"/>
                </a:cubicBezTo>
                <a:cubicBezTo>
                  <a:pt x="340736" y="73420"/>
                  <a:pt x="335762" y="68443"/>
                  <a:pt x="335762" y="62221"/>
                </a:cubicBezTo>
                <a:lnTo>
                  <a:pt x="335762" y="34844"/>
                </a:lnTo>
                <a:cubicBezTo>
                  <a:pt x="335762" y="27377"/>
                  <a:pt x="330788" y="23644"/>
                  <a:pt x="324570" y="23644"/>
                </a:cubicBezTo>
                <a:lnTo>
                  <a:pt x="34820" y="23644"/>
                </a:lnTo>
                <a:cubicBezTo>
                  <a:pt x="27358" y="23644"/>
                  <a:pt x="22384" y="27377"/>
                  <a:pt x="22384" y="34844"/>
                </a:cubicBezTo>
                <a:lnTo>
                  <a:pt x="22384" y="548787"/>
                </a:lnTo>
                <a:cubicBezTo>
                  <a:pt x="57204" y="479100"/>
                  <a:pt x="128088" y="431812"/>
                  <a:pt x="210162" y="431812"/>
                </a:cubicBezTo>
                <a:cubicBezTo>
                  <a:pt x="269854" y="431812"/>
                  <a:pt x="327058" y="456700"/>
                  <a:pt x="365608" y="502744"/>
                </a:cubicBezTo>
                <a:cubicBezTo>
                  <a:pt x="379286" y="496522"/>
                  <a:pt x="394210" y="491544"/>
                  <a:pt x="409132" y="490299"/>
                </a:cubicBezTo>
                <a:lnTo>
                  <a:pt x="313378" y="232706"/>
                </a:lnTo>
                <a:cubicBezTo>
                  <a:pt x="313378" y="232706"/>
                  <a:pt x="313378" y="232706"/>
                  <a:pt x="313378" y="231461"/>
                </a:cubicBezTo>
                <a:cubicBezTo>
                  <a:pt x="313378" y="231461"/>
                  <a:pt x="313378" y="231461"/>
                  <a:pt x="313378" y="230217"/>
                </a:cubicBezTo>
                <a:cubicBezTo>
                  <a:pt x="313378" y="230217"/>
                  <a:pt x="313378" y="230217"/>
                  <a:pt x="313378" y="228972"/>
                </a:cubicBezTo>
                <a:lnTo>
                  <a:pt x="313378" y="227728"/>
                </a:lnTo>
                <a:cubicBezTo>
                  <a:pt x="313378" y="227728"/>
                  <a:pt x="313378" y="226483"/>
                  <a:pt x="313378" y="225239"/>
                </a:cubicBezTo>
                <a:lnTo>
                  <a:pt x="341980" y="110753"/>
                </a:lnTo>
                <a:cubicBezTo>
                  <a:pt x="343224" y="108264"/>
                  <a:pt x="346954" y="104531"/>
                  <a:pt x="349442" y="103286"/>
                </a:cubicBezTo>
                <a:cubicBezTo>
                  <a:pt x="353172" y="102042"/>
                  <a:pt x="356902" y="103286"/>
                  <a:pt x="360634" y="104531"/>
                </a:cubicBezTo>
                <a:lnTo>
                  <a:pt x="456388" y="172974"/>
                </a:lnTo>
                <a:cubicBezTo>
                  <a:pt x="456388" y="172974"/>
                  <a:pt x="457632" y="174218"/>
                  <a:pt x="457632" y="175463"/>
                </a:cubicBezTo>
                <a:cubicBezTo>
                  <a:pt x="457632" y="175463"/>
                  <a:pt x="457632" y="175463"/>
                  <a:pt x="458874" y="175463"/>
                </a:cubicBezTo>
                <a:cubicBezTo>
                  <a:pt x="458874" y="176707"/>
                  <a:pt x="460118" y="176707"/>
                  <a:pt x="460118" y="176707"/>
                </a:cubicBezTo>
                <a:lnTo>
                  <a:pt x="460118" y="177951"/>
                </a:lnTo>
                <a:cubicBezTo>
                  <a:pt x="460118" y="177951"/>
                  <a:pt x="460118" y="177951"/>
                  <a:pt x="460118" y="179196"/>
                </a:cubicBezTo>
                <a:lnTo>
                  <a:pt x="512348" y="318570"/>
                </a:lnTo>
                <a:cubicBezTo>
                  <a:pt x="514836" y="324792"/>
                  <a:pt x="511104" y="331014"/>
                  <a:pt x="504886" y="333503"/>
                </a:cubicBezTo>
                <a:cubicBezTo>
                  <a:pt x="498668" y="335992"/>
                  <a:pt x="492452" y="332259"/>
                  <a:pt x="491208" y="327281"/>
                </a:cubicBezTo>
                <a:lnTo>
                  <a:pt x="442708" y="196618"/>
                </a:lnTo>
                <a:lnTo>
                  <a:pt x="391722" y="216528"/>
                </a:lnTo>
                <a:lnTo>
                  <a:pt x="344468" y="232706"/>
                </a:lnTo>
                <a:lnTo>
                  <a:pt x="338250" y="235194"/>
                </a:lnTo>
                <a:lnTo>
                  <a:pt x="432760" y="489055"/>
                </a:lnTo>
                <a:cubicBezTo>
                  <a:pt x="472554" y="490299"/>
                  <a:pt x="511104" y="507721"/>
                  <a:pt x="538462" y="536343"/>
                </a:cubicBezTo>
                <a:lnTo>
                  <a:pt x="538462" y="265060"/>
                </a:lnTo>
                <a:cubicBezTo>
                  <a:pt x="538462" y="243905"/>
                  <a:pt x="554630" y="226483"/>
                  <a:pt x="575770" y="226483"/>
                </a:cubicBezTo>
                <a:lnTo>
                  <a:pt x="656602" y="226483"/>
                </a:lnTo>
                <a:cubicBezTo>
                  <a:pt x="677742" y="226483"/>
                  <a:pt x="695152" y="243905"/>
                  <a:pt x="695152" y="265060"/>
                </a:cubicBezTo>
                <a:lnTo>
                  <a:pt x="695152" y="731716"/>
                </a:lnTo>
                <a:cubicBezTo>
                  <a:pt x="695152" y="731716"/>
                  <a:pt x="695152" y="732960"/>
                  <a:pt x="695152" y="734205"/>
                </a:cubicBezTo>
                <a:cubicBezTo>
                  <a:pt x="695152" y="734205"/>
                  <a:pt x="695152" y="735449"/>
                  <a:pt x="695152" y="736694"/>
                </a:cubicBezTo>
                <a:cubicBezTo>
                  <a:pt x="695152" y="801403"/>
                  <a:pt x="641678" y="854913"/>
                  <a:pt x="577014" y="854913"/>
                </a:cubicBezTo>
                <a:lnTo>
                  <a:pt x="210162" y="854913"/>
                </a:lnTo>
                <a:cubicBezTo>
                  <a:pt x="94510" y="854913"/>
                  <a:pt x="0" y="760337"/>
                  <a:pt x="0" y="643363"/>
                </a:cubicBezTo>
                <a:lnTo>
                  <a:pt x="0" y="642118"/>
                </a:lnTo>
                <a:lnTo>
                  <a:pt x="0" y="640874"/>
                </a:lnTo>
                <a:lnTo>
                  <a:pt x="0" y="34844"/>
                </a:lnTo>
                <a:cubicBezTo>
                  <a:pt x="0" y="16177"/>
                  <a:pt x="14922" y="0"/>
                  <a:pt x="34820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83" name="TextBox 682">
            <a:extLst>
              <a:ext uri="{FF2B5EF4-FFF2-40B4-BE49-F238E27FC236}">
                <a16:creationId xmlns:a16="http://schemas.microsoft.com/office/drawing/2014/main" id="{5E3913CC-0218-D64A-89C8-ED0B552A88DE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684" name="TextBox 683">
            <a:extLst>
              <a:ext uri="{FF2B5EF4-FFF2-40B4-BE49-F238E27FC236}">
                <a16:creationId xmlns:a16="http://schemas.microsoft.com/office/drawing/2014/main" id="{41A92C5A-44BB-8449-B0EB-F85ED3DB0CEB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685" name="TextBox 684">
            <a:extLst>
              <a:ext uri="{FF2B5EF4-FFF2-40B4-BE49-F238E27FC236}">
                <a16:creationId xmlns:a16="http://schemas.microsoft.com/office/drawing/2014/main" id="{F9C9F51C-3A1C-9847-9920-2594A24232E6}"/>
              </a:ext>
            </a:extLst>
          </p:cNvPr>
          <p:cNvSpPr txBox="1"/>
          <p:nvPr/>
        </p:nvSpPr>
        <p:spPr>
          <a:xfrm>
            <a:off x="18472639" y="3538475"/>
            <a:ext cx="352571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686" name="TextBox 685">
            <a:extLst>
              <a:ext uri="{FF2B5EF4-FFF2-40B4-BE49-F238E27FC236}">
                <a16:creationId xmlns:a16="http://schemas.microsoft.com/office/drawing/2014/main" id="{E99108E1-8483-E44C-89BF-C643BF7766B5}"/>
              </a:ext>
            </a:extLst>
          </p:cNvPr>
          <p:cNvSpPr txBox="1"/>
          <p:nvPr/>
        </p:nvSpPr>
        <p:spPr>
          <a:xfrm>
            <a:off x="18472639" y="4219817"/>
            <a:ext cx="352571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687" name="TextBox 686">
            <a:extLst>
              <a:ext uri="{FF2B5EF4-FFF2-40B4-BE49-F238E27FC236}">
                <a16:creationId xmlns:a16="http://schemas.microsoft.com/office/drawing/2014/main" id="{AB2CBC5B-36D3-3F4A-B522-90B5193AA542}"/>
              </a:ext>
            </a:extLst>
          </p:cNvPr>
          <p:cNvSpPr txBox="1"/>
          <p:nvPr/>
        </p:nvSpPr>
        <p:spPr>
          <a:xfrm>
            <a:off x="18472638" y="7000133"/>
            <a:ext cx="352571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688" name="TextBox 687">
            <a:extLst>
              <a:ext uri="{FF2B5EF4-FFF2-40B4-BE49-F238E27FC236}">
                <a16:creationId xmlns:a16="http://schemas.microsoft.com/office/drawing/2014/main" id="{DE064943-D5C6-6D41-AA10-22935429D616}"/>
              </a:ext>
            </a:extLst>
          </p:cNvPr>
          <p:cNvSpPr txBox="1"/>
          <p:nvPr/>
        </p:nvSpPr>
        <p:spPr>
          <a:xfrm>
            <a:off x="18472638" y="7681475"/>
            <a:ext cx="352571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689" name="TextBox 688">
            <a:extLst>
              <a:ext uri="{FF2B5EF4-FFF2-40B4-BE49-F238E27FC236}">
                <a16:creationId xmlns:a16="http://schemas.microsoft.com/office/drawing/2014/main" id="{41439164-301B-9C42-AEF5-D5E71AE33B54}"/>
              </a:ext>
            </a:extLst>
          </p:cNvPr>
          <p:cNvSpPr txBox="1"/>
          <p:nvPr/>
        </p:nvSpPr>
        <p:spPr>
          <a:xfrm>
            <a:off x="18472639" y="10455533"/>
            <a:ext cx="352571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690" name="TextBox 689">
            <a:extLst>
              <a:ext uri="{FF2B5EF4-FFF2-40B4-BE49-F238E27FC236}">
                <a16:creationId xmlns:a16="http://schemas.microsoft.com/office/drawing/2014/main" id="{2845BC7F-9982-FF4F-A095-61894DAA2E68}"/>
              </a:ext>
            </a:extLst>
          </p:cNvPr>
          <p:cNvSpPr txBox="1"/>
          <p:nvPr/>
        </p:nvSpPr>
        <p:spPr>
          <a:xfrm>
            <a:off x="18472639" y="11136875"/>
            <a:ext cx="352571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</p:spTree>
    <p:extLst>
      <p:ext uri="{BB962C8B-B14F-4D97-AF65-F5344CB8AC3E}">
        <p14:creationId xmlns:p14="http://schemas.microsoft.com/office/powerpoint/2010/main" val="2387143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31979CB-45FA-CD43-8ECB-66E3F8D07A6B}"/>
              </a:ext>
            </a:extLst>
          </p:cNvPr>
          <p:cNvGrpSpPr/>
          <p:nvPr/>
        </p:nvGrpSpPr>
        <p:grpSpPr>
          <a:xfrm>
            <a:off x="4777615" y="6520272"/>
            <a:ext cx="14822430" cy="6451729"/>
            <a:chOff x="4777615" y="6520272"/>
            <a:chExt cx="14822430" cy="6451729"/>
          </a:xfrm>
        </p:grpSpPr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E85F1FD3-5A51-3842-BA13-22D564D66678}"/>
                </a:ext>
              </a:extLst>
            </p:cNvPr>
            <p:cNvGrpSpPr/>
            <p:nvPr/>
          </p:nvGrpSpPr>
          <p:grpSpPr>
            <a:xfrm>
              <a:off x="4777615" y="12266635"/>
              <a:ext cx="14822430" cy="215598"/>
              <a:chOff x="4777615" y="12266635"/>
              <a:chExt cx="14822430" cy="215598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B8CB9B9F-984D-E143-A62A-258423B11760}"/>
                  </a:ext>
                </a:extLst>
              </p:cNvPr>
              <p:cNvSpPr/>
              <p:nvPr/>
            </p:nvSpPr>
            <p:spPr>
              <a:xfrm>
                <a:off x="4777615" y="12266635"/>
                <a:ext cx="1482243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899" h="13">
                    <a:moveTo>
                      <a:pt x="11893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1893" y="0"/>
                    </a:lnTo>
                    <a:cubicBezTo>
                      <a:pt x="11897" y="0"/>
                      <a:pt x="11899" y="3"/>
                      <a:pt x="11899" y="7"/>
                    </a:cubicBezTo>
                    <a:cubicBezTo>
                      <a:pt x="11899" y="10"/>
                      <a:pt x="11897" y="13"/>
                      <a:pt x="11893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EE0C2007-2A37-764E-A363-035E3E3B4884}"/>
                  </a:ext>
                </a:extLst>
              </p:cNvPr>
              <p:cNvSpPr/>
              <p:nvPr/>
            </p:nvSpPr>
            <p:spPr>
              <a:xfrm>
                <a:off x="4777615" y="12467278"/>
                <a:ext cx="1482243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899" h="13">
                    <a:moveTo>
                      <a:pt x="11893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1893" y="0"/>
                    </a:lnTo>
                    <a:cubicBezTo>
                      <a:pt x="11897" y="0"/>
                      <a:pt x="11899" y="3"/>
                      <a:pt x="11899" y="7"/>
                    </a:cubicBezTo>
                    <a:cubicBezTo>
                      <a:pt x="11899" y="10"/>
                      <a:pt x="11897" y="13"/>
                      <a:pt x="11893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45" name="Group 544">
              <a:extLst>
                <a:ext uri="{FF2B5EF4-FFF2-40B4-BE49-F238E27FC236}">
                  <a16:creationId xmlns:a16="http://schemas.microsoft.com/office/drawing/2014/main" id="{302C340B-F54E-E446-BA08-783B47DF47CC}"/>
                </a:ext>
              </a:extLst>
            </p:cNvPr>
            <p:cNvGrpSpPr/>
            <p:nvPr/>
          </p:nvGrpSpPr>
          <p:grpSpPr>
            <a:xfrm>
              <a:off x="5709952" y="11024800"/>
              <a:ext cx="1871257" cy="1678015"/>
              <a:chOff x="5709952" y="11024800"/>
              <a:chExt cx="1871257" cy="1678015"/>
            </a:xfrm>
          </p:grpSpPr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C93EA58E-B464-114B-93E9-F80C519A081B}"/>
                  </a:ext>
                </a:extLst>
              </p:cNvPr>
              <p:cNvSpPr/>
              <p:nvPr/>
            </p:nvSpPr>
            <p:spPr>
              <a:xfrm>
                <a:off x="6911656" y="11628562"/>
                <a:ext cx="661515" cy="3202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2" h="258">
                    <a:moveTo>
                      <a:pt x="0" y="258"/>
                    </a:moveTo>
                    <a:cubicBezTo>
                      <a:pt x="0" y="258"/>
                      <a:pt x="331" y="-75"/>
                      <a:pt x="500" y="15"/>
                    </a:cubicBezTo>
                    <a:cubicBezTo>
                      <a:pt x="686" y="116"/>
                      <a:pt x="0" y="258"/>
                      <a:pt x="0" y="25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39" name="Freeform 538">
                <a:extLst>
                  <a:ext uri="{FF2B5EF4-FFF2-40B4-BE49-F238E27FC236}">
                    <a16:creationId xmlns:a16="http://schemas.microsoft.com/office/drawing/2014/main" id="{7D9AA4B1-B412-D54B-844C-4F89AA7F064E}"/>
                  </a:ext>
                </a:extLst>
              </p:cNvPr>
              <p:cNvSpPr/>
              <p:nvPr/>
            </p:nvSpPr>
            <p:spPr>
              <a:xfrm>
                <a:off x="6902824" y="11619338"/>
                <a:ext cx="678385" cy="336986"/>
              </a:xfrm>
              <a:custGeom>
                <a:avLst/>
                <a:gdLst>
                  <a:gd name="connsiteX0" fmla="*/ 545999 w 678385"/>
                  <a:gd name="connsiteY0" fmla="*/ 16705 h 336986"/>
                  <a:gd name="connsiteX1" fmla="*/ 33749 w 678385"/>
                  <a:gd name="connsiteY1" fmla="*/ 315800 h 336986"/>
                  <a:gd name="connsiteX2" fmla="*/ 661628 w 678385"/>
                  <a:gd name="connsiteY2" fmla="*/ 77517 h 336986"/>
                  <a:gd name="connsiteX3" fmla="*/ 626815 w 678385"/>
                  <a:gd name="connsiteY3" fmla="*/ 35321 h 336986"/>
                  <a:gd name="connsiteX4" fmla="*/ 545999 w 678385"/>
                  <a:gd name="connsiteY4" fmla="*/ 16705 h 336986"/>
                  <a:gd name="connsiteX5" fmla="*/ 558137 w 678385"/>
                  <a:gd name="connsiteY5" fmla="*/ 252 h 336986"/>
                  <a:gd name="connsiteX6" fmla="*/ 634302 w 678385"/>
                  <a:gd name="connsiteY6" fmla="*/ 20370 h 336986"/>
                  <a:gd name="connsiteX7" fmla="*/ 677825 w 678385"/>
                  <a:gd name="connsiteY7" fmla="*/ 79968 h 336986"/>
                  <a:gd name="connsiteX8" fmla="*/ 334616 w 678385"/>
                  <a:gd name="connsiteY8" fmla="*/ 255038 h 336986"/>
                  <a:gd name="connsiteX9" fmla="*/ 10060 w 678385"/>
                  <a:gd name="connsiteY9" fmla="*/ 336986 h 336986"/>
                  <a:gd name="connsiteX10" fmla="*/ 8817 w 678385"/>
                  <a:gd name="connsiteY10" fmla="*/ 336986 h 336986"/>
                  <a:gd name="connsiteX11" fmla="*/ 1356 w 678385"/>
                  <a:gd name="connsiteY11" fmla="*/ 333261 h 336986"/>
                  <a:gd name="connsiteX12" fmla="*/ 2599 w 678385"/>
                  <a:gd name="connsiteY12" fmla="*/ 323328 h 336986"/>
                  <a:gd name="connsiteX13" fmla="*/ 236379 w 678385"/>
                  <a:gd name="connsiteY13" fmla="*/ 129634 h 336986"/>
                  <a:gd name="connsiteX14" fmla="*/ 558137 w 678385"/>
                  <a:gd name="connsiteY14" fmla="*/ 252 h 336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78385" h="336986">
                    <a:moveTo>
                      <a:pt x="545999" y="16705"/>
                    </a:moveTo>
                    <a:cubicBezTo>
                      <a:pt x="364474" y="16705"/>
                      <a:pt x="107105" y="246301"/>
                      <a:pt x="33749" y="315800"/>
                    </a:cubicBezTo>
                    <a:cubicBezTo>
                      <a:pt x="227708" y="273604"/>
                      <a:pt x="649195" y="164391"/>
                      <a:pt x="661628" y="77517"/>
                    </a:cubicBezTo>
                    <a:cubicBezTo>
                      <a:pt x="664115" y="63865"/>
                      <a:pt x="652925" y="48973"/>
                      <a:pt x="626815" y="35321"/>
                    </a:cubicBezTo>
                    <a:cubicBezTo>
                      <a:pt x="601949" y="22910"/>
                      <a:pt x="575839" y="16705"/>
                      <a:pt x="545999" y="16705"/>
                    </a:cubicBezTo>
                    <a:close/>
                    <a:moveTo>
                      <a:pt x="558137" y="252"/>
                    </a:moveTo>
                    <a:cubicBezTo>
                      <a:pt x="586194" y="1590"/>
                      <a:pt x="611608" y="8264"/>
                      <a:pt x="634302" y="20370"/>
                    </a:cubicBezTo>
                    <a:cubicBezTo>
                      <a:pt x="666633" y="38995"/>
                      <a:pt x="681555" y="58861"/>
                      <a:pt x="677825" y="79968"/>
                    </a:cubicBezTo>
                    <a:cubicBezTo>
                      <a:pt x="670364" y="132117"/>
                      <a:pt x="558448" y="190474"/>
                      <a:pt x="334616" y="255038"/>
                    </a:cubicBezTo>
                    <a:cubicBezTo>
                      <a:pt x="172960" y="303462"/>
                      <a:pt x="11304" y="336986"/>
                      <a:pt x="10060" y="336986"/>
                    </a:cubicBezTo>
                    <a:cubicBezTo>
                      <a:pt x="8817" y="336986"/>
                      <a:pt x="8817" y="336986"/>
                      <a:pt x="8817" y="336986"/>
                    </a:cubicBezTo>
                    <a:cubicBezTo>
                      <a:pt x="5086" y="336986"/>
                      <a:pt x="2599" y="335744"/>
                      <a:pt x="1356" y="333261"/>
                    </a:cubicBezTo>
                    <a:cubicBezTo>
                      <a:pt x="-1132" y="330778"/>
                      <a:pt x="112" y="325811"/>
                      <a:pt x="2599" y="323328"/>
                    </a:cubicBezTo>
                    <a:cubicBezTo>
                      <a:pt x="3843" y="322086"/>
                      <a:pt x="107054" y="219031"/>
                      <a:pt x="236379" y="129634"/>
                    </a:cubicBezTo>
                    <a:cubicBezTo>
                      <a:pt x="366015" y="40236"/>
                      <a:pt x="473967" y="-3764"/>
                      <a:pt x="558137" y="25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B56ADFD0-3BB3-7247-A2E9-E1AACC07D6B0}"/>
                  </a:ext>
                </a:extLst>
              </p:cNvPr>
              <p:cNvSpPr/>
              <p:nvPr/>
            </p:nvSpPr>
            <p:spPr>
              <a:xfrm>
                <a:off x="6783339" y="11708321"/>
                <a:ext cx="632862" cy="3589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9" h="289">
                    <a:moveTo>
                      <a:pt x="6" y="289"/>
                    </a:moveTo>
                    <a:cubicBezTo>
                      <a:pt x="5" y="289"/>
                      <a:pt x="4" y="288"/>
                      <a:pt x="3" y="288"/>
                    </a:cubicBezTo>
                    <a:cubicBezTo>
                      <a:pt x="-1" y="285"/>
                      <a:pt x="-1" y="281"/>
                      <a:pt x="1" y="278"/>
                    </a:cubicBezTo>
                    <a:cubicBezTo>
                      <a:pt x="3" y="276"/>
                      <a:pt x="142" y="97"/>
                      <a:pt x="500" y="0"/>
                    </a:cubicBezTo>
                    <a:cubicBezTo>
                      <a:pt x="503" y="0"/>
                      <a:pt x="507" y="1"/>
                      <a:pt x="508" y="4"/>
                    </a:cubicBezTo>
                    <a:cubicBezTo>
                      <a:pt x="509" y="8"/>
                      <a:pt x="507" y="12"/>
                      <a:pt x="503" y="13"/>
                    </a:cubicBezTo>
                    <a:cubicBezTo>
                      <a:pt x="319" y="63"/>
                      <a:pt x="195" y="134"/>
                      <a:pt x="124" y="185"/>
                    </a:cubicBezTo>
                    <a:cubicBezTo>
                      <a:pt x="46" y="241"/>
                      <a:pt x="12" y="286"/>
                      <a:pt x="12" y="286"/>
                    </a:cubicBezTo>
                    <a:cubicBezTo>
                      <a:pt x="10" y="288"/>
                      <a:pt x="8" y="289"/>
                      <a:pt x="6" y="28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D47F1AF2-CCF7-0640-8A4B-DAA4B9B297DB}"/>
                  </a:ext>
                </a:extLst>
              </p:cNvPr>
              <p:cNvSpPr/>
              <p:nvPr/>
            </p:nvSpPr>
            <p:spPr>
              <a:xfrm>
                <a:off x="6567817" y="11032868"/>
                <a:ext cx="422323" cy="8225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0" h="661">
                    <a:moveTo>
                      <a:pt x="38" y="661"/>
                    </a:moveTo>
                    <a:cubicBezTo>
                      <a:pt x="38" y="661"/>
                      <a:pt x="-53" y="360"/>
                      <a:pt x="45" y="176"/>
                    </a:cubicBezTo>
                    <a:cubicBezTo>
                      <a:pt x="188" y="-90"/>
                      <a:pt x="448" y="-49"/>
                      <a:pt x="291" y="257"/>
                    </a:cubicBezTo>
                    <a:cubicBezTo>
                      <a:pt x="134" y="563"/>
                      <a:pt x="38" y="661"/>
                      <a:pt x="38" y="6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40" name="Freeform 539">
                <a:extLst>
                  <a:ext uri="{FF2B5EF4-FFF2-40B4-BE49-F238E27FC236}">
                    <a16:creationId xmlns:a16="http://schemas.microsoft.com/office/drawing/2014/main" id="{5CD8D996-8F9F-6146-9B2C-21261E0C3E90}"/>
                  </a:ext>
                </a:extLst>
              </p:cNvPr>
              <p:cNvSpPr/>
              <p:nvPr/>
            </p:nvSpPr>
            <p:spPr>
              <a:xfrm>
                <a:off x="6560135" y="11024800"/>
                <a:ext cx="439404" cy="839303"/>
              </a:xfrm>
              <a:custGeom>
                <a:avLst/>
                <a:gdLst>
                  <a:gd name="connsiteX0" fmla="*/ 330625 w 439404"/>
                  <a:gd name="connsiteY0" fmla="*/ 15546 h 839303"/>
                  <a:gd name="connsiteX1" fmla="*/ 72292 w 439404"/>
                  <a:gd name="connsiteY1" fmla="*/ 230808 h 839303"/>
                  <a:gd name="connsiteX2" fmla="*/ 59873 w 439404"/>
                  <a:gd name="connsiteY2" fmla="*/ 814379 h 839303"/>
                  <a:gd name="connsiteX3" fmla="*/ 362916 w 439404"/>
                  <a:gd name="connsiteY3" fmla="*/ 324129 h 839303"/>
                  <a:gd name="connsiteX4" fmla="*/ 375336 w 439404"/>
                  <a:gd name="connsiteY4" fmla="*/ 25500 h 839303"/>
                  <a:gd name="connsiteX5" fmla="*/ 330625 w 439404"/>
                  <a:gd name="connsiteY5" fmla="*/ 15546 h 839303"/>
                  <a:gd name="connsiteX6" fmla="*/ 311087 w 439404"/>
                  <a:gd name="connsiteY6" fmla="*/ 1369 h 839303"/>
                  <a:gd name="connsiteX7" fmla="*/ 382828 w 439404"/>
                  <a:gd name="connsiteY7" fmla="*/ 11790 h 839303"/>
                  <a:gd name="connsiteX8" fmla="*/ 377859 w 439404"/>
                  <a:gd name="connsiteY8" fmla="*/ 331596 h 839303"/>
                  <a:gd name="connsiteX9" fmla="*/ 62322 w 439404"/>
                  <a:gd name="connsiteY9" fmla="*/ 836814 h 839303"/>
                  <a:gd name="connsiteX10" fmla="*/ 57353 w 439404"/>
                  <a:gd name="connsiteY10" fmla="*/ 839303 h 839303"/>
                  <a:gd name="connsiteX11" fmla="*/ 54868 w 439404"/>
                  <a:gd name="connsiteY11" fmla="*/ 839303 h 839303"/>
                  <a:gd name="connsiteX12" fmla="*/ 48657 w 439404"/>
                  <a:gd name="connsiteY12" fmla="*/ 833081 h 839303"/>
                  <a:gd name="connsiteX13" fmla="*/ 6420 w 439404"/>
                  <a:gd name="connsiteY13" fmla="*/ 616559 h 839303"/>
                  <a:gd name="connsiteX14" fmla="*/ 58595 w 439404"/>
                  <a:gd name="connsiteY14" fmla="*/ 223335 h 839303"/>
                  <a:gd name="connsiteX15" fmla="*/ 226302 w 439404"/>
                  <a:gd name="connsiteY15" fmla="*/ 32945 h 839303"/>
                  <a:gd name="connsiteX16" fmla="*/ 311087 w 439404"/>
                  <a:gd name="connsiteY16" fmla="*/ 1369 h 839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39404" h="839303">
                    <a:moveTo>
                      <a:pt x="330625" y="15546"/>
                    </a:moveTo>
                    <a:cubicBezTo>
                      <a:pt x="256106" y="15546"/>
                      <a:pt x="149295" y="87715"/>
                      <a:pt x="72292" y="230808"/>
                    </a:cubicBezTo>
                    <a:cubicBezTo>
                      <a:pt x="-34518" y="429894"/>
                      <a:pt x="41243" y="744699"/>
                      <a:pt x="59873" y="814379"/>
                    </a:cubicBezTo>
                    <a:cubicBezTo>
                      <a:pt x="92164" y="777050"/>
                      <a:pt x="201459" y="638934"/>
                      <a:pt x="362916" y="324129"/>
                    </a:cubicBezTo>
                    <a:cubicBezTo>
                      <a:pt x="420047" y="213388"/>
                      <a:pt x="457307" y="69050"/>
                      <a:pt x="375336" y="25500"/>
                    </a:cubicBezTo>
                    <a:cubicBezTo>
                      <a:pt x="361674" y="19279"/>
                      <a:pt x="346770" y="15546"/>
                      <a:pt x="330625" y="15546"/>
                    </a:cubicBezTo>
                    <a:close/>
                    <a:moveTo>
                      <a:pt x="311087" y="1369"/>
                    </a:moveTo>
                    <a:cubicBezTo>
                      <a:pt x="337795" y="-2209"/>
                      <a:pt x="362330" y="1213"/>
                      <a:pt x="382828" y="11790"/>
                    </a:cubicBezTo>
                    <a:cubicBezTo>
                      <a:pt x="443699" y="42900"/>
                      <a:pt x="473514" y="143695"/>
                      <a:pt x="377859" y="331596"/>
                    </a:cubicBezTo>
                    <a:cubicBezTo>
                      <a:pt x="184064" y="708643"/>
                      <a:pt x="63564" y="835570"/>
                      <a:pt x="62322" y="836814"/>
                    </a:cubicBezTo>
                    <a:cubicBezTo>
                      <a:pt x="59837" y="838059"/>
                      <a:pt x="58595" y="839303"/>
                      <a:pt x="57353" y="839303"/>
                    </a:cubicBezTo>
                    <a:cubicBezTo>
                      <a:pt x="56110" y="839303"/>
                      <a:pt x="54868" y="839303"/>
                      <a:pt x="54868" y="839303"/>
                    </a:cubicBezTo>
                    <a:cubicBezTo>
                      <a:pt x="51141" y="838059"/>
                      <a:pt x="48657" y="835570"/>
                      <a:pt x="48657" y="833081"/>
                    </a:cubicBezTo>
                    <a:cubicBezTo>
                      <a:pt x="48657" y="833081"/>
                      <a:pt x="18842" y="738508"/>
                      <a:pt x="6420" y="616559"/>
                    </a:cubicBezTo>
                    <a:cubicBezTo>
                      <a:pt x="-6004" y="503320"/>
                      <a:pt x="-6004" y="344040"/>
                      <a:pt x="58595" y="223335"/>
                    </a:cubicBezTo>
                    <a:cubicBezTo>
                      <a:pt x="103317" y="138717"/>
                      <a:pt x="162946" y="71521"/>
                      <a:pt x="226302" y="32945"/>
                    </a:cubicBezTo>
                    <a:cubicBezTo>
                      <a:pt x="255495" y="15524"/>
                      <a:pt x="284378" y="4946"/>
                      <a:pt x="311087" y="13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B9ABBE1C-8096-FF41-A6C9-CFFF25C10111}"/>
                  </a:ext>
                </a:extLst>
              </p:cNvPr>
              <p:cNvSpPr/>
              <p:nvPr/>
            </p:nvSpPr>
            <p:spPr>
              <a:xfrm>
                <a:off x="6607683" y="11236000"/>
                <a:ext cx="216768" cy="8511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5" h="684">
                    <a:moveTo>
                      <a:pt x="21" y="684"/>
                    </a:moveTo>
                    <a:cubicBezTo>
                      <a:pt x="19" y="684"/>
                      <a:pt x="16" y="682"/>
                      <a:pt x="15" y="679"/>
                    </a:cubicBezTo>
                    <a:cubicBezTo>
                      <a:pt x="14" y="676"/>
                      <a:pt x="-67" y="348"/>
                      <a:pt x="163" y="3"/>
                    </a:cubicBezTo>
                    <a:cubicBezTo>
                      <a:pt x="165" y="0"/>
                      <a:pt x="170" y="-1"/>
                      <a:pt x="173" y="1"/>
                    </a:cubicBezTo>
                    <a:cubicBezTo>
                      <a:pt x="176" y="3"/>
                      <a:pt x="176" y="7"/>
                      <a:pt x="175" y="10"/>
                    </a:cubicBezTo>
                    <a:cubicBezTo>
                      <a:pt x="-53" y="350"/>
                      <a:pt x="27" y="673"/>
                      <a:pt x="28" y="676"/>
                    </a:cubicBezTo>
                    <a:cubicBezTo>
                      <a:pt x="29" y="679"/>
                      <a:pt x="26" y="682"/>
                      <a:pt x="23" y="684"/>
                    </a:cubicBezTo>
                    <a:cubicBezTo>
                      <a:pt x="23" y="684"/>
                      <a:pt x="22" y="684"/>
                      <a:pt x="21" y="68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D5DB5837-25DF-4941-AC26-F96DB7DFD8A9}"/>
                  </a:ext>
                </a:extLst>
              </p:cNvPr>
              <p:cNvSpPr/>
              <p:nvPr/>
            </p:nvSpPr>
            <p:spPr>
              <a:xfrm>
                <a:off x="5943676" y="11181170"/>
                <a:ext cx="556869" cy="6629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8" h="533">
                    <a:moveTo>
                      <a:pt x="446" y="533"/>
                    </a:moveTo>
                    <a:cubicBezTo>
                      <a:pt x="446" y="533"/>
                      <a:pt x="-101" y="189"/>
                      <a:pt x="17" y="47"/>
                    </a:cubicBezTo>
                    <a:cubicBezTo>
                      <a:pt x="135" y="-96"/>
                      <a:pt x="478" y="90"/>
                      <a:pt x="446" y="53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41" name="Freeform 540">
                <a:extLst>
                  <a:ext uri="{FF2B5EF4-FFF2-40B4-BE49-F238E27FC236}">
                    <a16:creationId xmlns:a16="http://schemas.microsoft.com/office/drawing/2014/main" id="{FBF0C359-97C5-1D4E-AFE4-083F9BC18DB3}"/>
                  </a:ext>
                </a:extLst>
              </p:cNvPr>
              <p:cNvSpPr/>
              <p:nvPr/>
            </p:nvSpPr>
            <p:spPr>
              <a:xfrm>
                <a:off x="5936538" y="11172012"/>
                <a:ext cx="571762" cy="680871"/>
              </a:xfrm>
              <a:custGeom>
                <a:avLst/>
                <a:gdLst>
                  <a:gd name="connsiteX0" fmla="*/ 160037 w 571762"/>
                  <a:gd name="connsiteY0" fmla="*/ 16631 h 680871"/>
                  <a:gd name="connsiteX1" fmla="*/ 34502 w 571762"/>
                  <a:gd name="connsiteY1" fmla="*/ 72603 h 680871"/>
                  <a:gd name="connsiteX2" fmla="*/ 17101 w 571762"/>
                  <a:gd name="connsiteY2" fmla="*/ 143500 h 680871"/>
                  <a:gd name="connsiteX3" fmla="*/ 554043 w 571762"/>
                  <a:gd name="connsiteY3" fmla="*/ 658439 h 680871"/>
                  <a:gd name="connsiteX4" fmla="*/ 472010 w 571762"/>
                  <a:gd name="connsiteY4" fmla="*/ 244249 h 680871"/>
                  <a:gd name="connsiteX5" fmla="*/ 253256 w 571762"/>
                  <a:gd name="connsiteY5" fmla="*/ 35288 h 680871"/>
                  <a:gd name="connsiteX6" fmla="*/ 160037 w 571762"/>
                  <a:gd name="connsiteY6" fmla="*/ 16631 h 680871"/>
                  <a:gd name="connsiteX7" fmla="*/ 189505 w 571762"/>
                  <a:gd name="connsiteY7" fmla="*/ 2102 h 680871"/>
                  <a:gd name="connsiteX8" fmla="*/ 259468 w 571762"/>
                  <a:gd name="connsiteY8" fmla="*/ 21577 h 680871"/>
                  <a:gd name="connsiteX9" fmla="*/ 568995 w 571762"/>
                  <a:gd name="connsiteY9" fmla="*/ 673407 h 680871"/>
                  <a:gd name="connsiteX10" fmla="*/ 564023 w 571762"/>
                  <a:gd name="connsiteY10" fmla="*/ 679627 h 680871"/>
                  <a:gd name="connsiteX11" fmla="*/ 561537 w 571762"/>
                  <a:gd name="connsiteY11" fmla="*/ 680871 h 680871"/>
                  <a:gd name="connsiteX12" fmla="*/ 556564 w 571762"/>
                  <a:gd name="connsiteY12" fmla="*/ 679627 h 680871"/>
                  <a:gd name="connsiteX13" fmla="*/ 291788 w 571762"/>
                  <a:gd name="connsiteY13" fmla="*/ 490547 h 680871"/>
                  <a:gd name="connsiteX14" fmla="*/ 2149 w 571762"/>
                  <a:gd name="connsiteY14" fmla="*/ 145972 h 680871"/>
                  <a:gd name="connsiteX15" fmla="*/ 22039 w 571762"/>
                  <a:gd name="connsiteY15" fmla="*/ 62628 h 680871"/>
                  <a:gd name="connsiteX16" fmla="*/ 189505 w 571762"/>
                  <a:gd name="connsiteY16" fmla="*/ 2102 h 68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71762" h="680871">
                    <a:moveTo>
                      <a:pt x="160037" y="16631"/>
                    </a:moveTo>
                    <a:cubicBezTo>
                      <a:pt x="109077" y="16631"/>
                      <a:pt x="64332" y="35288"/>
                      <a:pt x="34502" y="72603"/>
                    </a:cubicBezTo>
                    <a:cubicBezTo>
                      <a:pt x="18344" y="92504"/>
                      <a:pt x="13372" y="114892"/>
                      <a:pt x="17101" y="143500"/>
                    </a:cubicBezTo>
                    <a:cubicBezTo>
                      <a:pt x="45688" y="321365"/>
                      <a:pt x="476982" y="608686"/>
                      <a:pt x="554043" y="658439"/>
                    </a:cubicBezTo>
                    <a:cubicBezTo>
                      <a:pt x="563987" y="502962"/>
                      <a:pt x="535399" y="359924"/>
                      <a:pt x="472010" y="244249"/>
                    </a:cubicBezTo>
                    <a:cubicBezTo>
                      <a:pt x="418565" y="145988"/>
                      <a:pt x="339018" y="70115"/>
                      <a:pt x="253256" y="35288"/>
                    </a:cubicBezTo>
                    <a:cubicBezTo>
                      <a:pt x="220940" y="22850"/>
                      <a:pt x="189867" y="16631"/>
                      <a:pt x="160037" y="16631"/>
                    </a:cubicBezTo>
                    <a:close/>
                    <a:moveTo>
                      <a:pt x="189505" y="2102"/>
                    </a:moveTo>
                    <a:cubicBezTo>
                      <a:pt x="212075" y="5173"/>
                      <a:pt x="235538" y="11626"/>
                      <a:pt x="259468" y="21577"/>
                    </a:cubicBezTo>
                    <a:cubicBezTo>
                      <a:pt x="432256" y="89994"/>
                      <a:pt x="595100" y="318881"/>
                      <a:pt x="568995" y="673407"/>
                    </a:cubicBezTo>
                    <a:cubicBezTo>
                      <a:pt x="568995" y="675895"/>
                      <a:pt x="567752" y="678383"/>
                      <a:pt x="564023" y="679627"/>
                    </a:cubicBezTo>
                    <a:lnTo>
                      <a:pt x="561537" y="680871"/>
                    </a:lnTo>
                    <a:cubicBezTo>
                      <a:pt x="559050" y="680871"/>
                      <a:pt x="557807" y="679627"/>
                      <a:pt x="556564" y="679627"/>
                    </a:cubicBezTo>
                    <a:cubicBezTo>
                      <a:pt x="555321" y="678383"/>
                      <a:pt x="424797" y="596282"/>
                      <a:pt x="291788" y="490547"/>
                    </a:cubicBezTo>
                    <a:cubicBezTo>
                      <a:pt x="112784" y="346248"/>
                      <a:pt x="15823" y="230561"/>
                      <a:pt x="2149" y="145972"/>
                    </a:cubicBezTo>
                    <a:cubicBezTo>
                      <a:pt x="-4066" y="113630"/>
                      <a:pt x="3392" y="85019"/>
                      <a:pt x="22039" y="62628"/>
                    </a:cubicBezTo>
                    <a:cubicBezTo>
                      <a:pt x="62128" y="14114"/>
                      <a:pt x="121796" y="-7111"/>
                      <a:pt x="189505" y="21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C3607647-8C2D-7841-9EEB-0E11713D874E}"/>
                  </a:ext>
                </a:extLst>
              </p:cNvPr>
              <p:cNvSpPr/>
              <p:nvPr/>
            </p:nvSpPr>
            <p:spPr>
              <a:xfrm>
                <a:off x="6171656" y="11388044"/>
                <a:ext cx="398653" cy="6941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1" h="558">
                    <a:moveTo>
                      <a:pt x="315" y="558"/>
                    </a:moveTo>
                    <a:cubicBezTo>
                      <a:pt x="312" y="558"/>
                      <a:pt x="309" y="556"/>
                      <a:pt x="308" y="553"/>
                    </a:cubicBezTo>
                    <a:cubicBezTo>
                      <a:pt x="247" y="203"/>
                      <a:pt x="5" y="13"/>
                      <a:pt x="3" y="11"/>
                    </a:cubicBezTo>
                    <a:cubicBezTo>
                      <a:pt x="0" y="9"/>
                      <a:pt x="-1" y="5"/>
                      <a:pt x="2" y="3"/>
                    </a:cubicBezTo>
                    <a:cubicBezTo>
                      <a:pt x="4" y="0"/>
                      <a:pt x="8" y="-1"/>
                      <a:pt x="11" y="1"/>
                    </a:cubicBezTo>
                    <a:cubicBezTo>
                      <a:pt x="13" y="3"/>
                      <a:pt x="259" y="196"/>
                      <a:pt x="321" y="551"/>
                    </a:cubicBezTo>
                    <a:cubicBezTo>
                      <a:pt x="322" y="554"/>
                      <a:pt x="320" y="558"/>
                      <a:pt x="316" y="558"/>
                    </a:cubicBezTo>
                    <a:cubicBezTo>
                      <a:pt x="315" y="558"/>
                      <a:pt x="315" y="558"/>
                      <a:pt x="315" y="55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D33B8656-56EF-6C4A-AA4A-0AE1F536C433}"/>
                  </a:ext>
                </a:extLst>
              </p:cNvPr>
              <p:cNvSpPr/>
              <p:nvPr/>
            </p:nvSpPr>
            <p:spPr>
              <a:xfrm>
                <a:off x="6788323" y="11340687"/>
                <a:ext cx="588014" cy="5495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3" h="442">
                    <a:moveTo>
                      <a:pt x="0" y="442"/>
                    </a:moveTo>
                    <a:cubicBezTo>
                      <a:pt x="0" y="442"/>
                      <a:pt x="163" y="-61"/>
                      <a:pt x="431" y="6"/>
                    </a:cubicBezTo>
                    <a:cubicBezTo>
                      <a:pt x="640" y="57"/>
                      <a:pt x="0" y="442"/>
                      <a:pt x="0" y="4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7E04174E-5078-854D-983F-51237C997648}"/>
                  </a:ext>
                </a:extLst>
              </p:cNvPr>
              <p:cNvSpPr/>
              <p:nvPr/>
            </p:nvSpPr>
            <p:spPr>
              <a:xfrm>
                <a:off x="6777869" y="11331777"/>
                <a:ext cx="604010" cy="567220"/>
              </a:xfrm>
              <a:custGeom>
                <a:avLst/>
                <a:gdLst>
                  <a:gd name="connsiteX0" fmla="*/ 485330 w 604010"/>
                  <a:gd name="connsiteY0" fmla="*/ 16387 h 567220"/>
                  <a:gd name="connsiteX1" fmla="*/ 24157 w 604010"/>
                  <a:gd name="connsiteY1" fmla="*/ 539803 h 567220"/>
                  <a:gd name="connsiteX2" fmla="*/ 589746 w 604010"/>
                  <a:gd name="connsiteY2" fmla="*/ 59901 h 567220"/>
                  <a:gd name="connsiteX3" fmla="*/ 543753 w 604010"/>
                  <a:gd name="connsiteY3" fmla="*/ 23847 h 567220"/>
                  <a:gd name="connsiteX4" fmla="*/ 485330 w 604010"/>
                  <a:gd name="connsiteY4" fmla="*/ 16387 h 567220"/>
                  <a:gd name="connsiteX5" fmla="*/ 494080 w 604010"/>
                  <a:gd name="connsiteY5" fmla="*/ 167 h 567220"/>
                  <a:gd name="connsiteX6" fmla="*/ 546264 w 604010"/>
                  <a:gd name="connsiteY6" fmla="*/ 7647 h 567220"/>
                  <a:gd name="connsiteX7" fmla="*/ 603453 w 604010"/>
                  <a:gd name="connsiteY7" fmla="*/ 57387 h 567220"/>
                  <a:gd name="connsiteX8" fmla="*/ 11676 w 604010"/>
                  <a:gd name="connsiteY8" fmla="*/ 564733 h 567220"/>
                  <a:gd name="connsiteX9" fmla="*/ 9190 w 604010"/>
                  <a:gd name="connsiteY9" fmla="*/ 567220 h 567220"/>
                  <a:gd name="connsiteX10" fmla="*/ 2974 w 604010"/>
                  <a:gd name="connsiteY10" fmla="*/ 564733 h 567220"/>
                  <a:gd name="connsiteX11" fmla="*/ 487 w 604010"/>
                  <a:gd name="connsiteY11" fmla="*/ 556029 h 567220"/>
                  <a:gd name="connsiteX12" fmla="*/ 144702 w 604010"/>
                  <a:gd name="connsiteY12" fmla="*/ 251372 h 567220"/>
                  <a:gd name="connsiteX13" fmla="*/ 494080 w 604010"/>
                  <a:gd name="connsiteY13" fmla="*/ 167 h 567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04010" h="567220">
                    <a:moveTo>
                      <a:pt x="485330" y="16387"/>
                    </a:moveTo>
                    <a:cubicBezTo>
                      <a:pt x="230504" y="16387"/>
                      <a:pt x="61449" y="440342"/>
                      <a:pt x="24157" y="539803"/>
                    </a:cubicBezTo>
                    <a:cubicBezTo>
                      <a:pt x="204400" y="430395"/>
                      <a:pt x="604663" y="161849"/>
                      <a:pt x="589746" y="59901"/>
                    </a:cubicBezTo>
                    <a:cubicBezTo>
                      <a:pt x="587260" y="42496"/>
                      <a:pt x="571100" y="30063"/>
                      <a:pt x="543753" y="23847"/>
                    </a:cubicBezTo>
                    <a:cubicBezTo>
                      <a:pt x="523864" y="18874"/>
                      <a:pt x="505219" y="16387"/>
                      <a:pt x="485330" y="16387"/>
                    </a:cubicBezTo>
                    <a:close/>
                    <a:moveTo>
                      <a:pt x="494080" y="167"/>
                    </a:moveTo>
                    <a:cubicBezTo>
                      <a:pt x="511454" y="808"/>
                      <a:pt x="528859" y="3295"/>
                      <a:pt x="546264" y="7647"/>
                    </a:cubicBezTo>
                    <a:cubicBezTo>
                      <a:pt x="581075" y="16351"/>
                      <a:pt x="600967" y="32517"/>
                      <a:pt x="603453" y="57387"/>
                    </a:cubicBezTo>
                    <a:cubicBezTo>
                      <a:pt x="624588" y="196658"/>
                      <a:pt x="37784" y="551055"/>
                      <a:pt x="11676" y="564733"/>
                    </a:cubicBezTo>
                    <a:cubicBezTo>
                      <a:pt x="10433" y="565977"/>
                      <a:pt x="10433" y="567220"/>
                      <a:pt x="9190" y="567220"/>
                    </a:cubicBezTo>
                    <a:cubicBezTo>
                      <a:pt x="6703" y="567220"/>
                      <a:pt x="4217" y="565977"/>
                      <a:pt x="2974" y="564733"/>
                    </a:cubicBezTo>
                    <a:cubicBezTo>
                      <a:pt x="487" y="562246"/>
                      <a:pt x="-756" y="558515"/>
                      <a:pt x="487" y="556029"/>
                    </a:cubicBezTo>
                    <a:cubicBezTo>
                      <a:pt x="487" y="554785"/>
                      <a:pt x="52703" y="396861"/>
                      <a:pt x="144702" y="251372"/>
                    </a:cubicBezTo>
                    <a:cubicBezTo>
                      <a:pt x="252396" y="81635"/>
                      <a:pt x="372465" y="-4322"/>
                      <a:pt x="494080" y="16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4599C14D-5B70-194F-9F62-CA3A2F9F96B2}"/>
                  </a:ext>
                </a:extLst>
              </p:cNvPr>
              <p:cNvSpPr/>
              <p:nvPr/>
            </p:nvSpPr>
            <p:spPr>
              <a:xfrm>
                <a:off x="6668723" y="11496466"/>
                <a:ext cx="489596" cy="6418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4" h="516">
                    <a:moveTo>
                      <a:pt x="6" y="516"/>
                    </a:moveTo>
                    <a:lnTo>
                      <a:pt x="5" y="516"/>
                    </a:lnTo>
                    <a:cubicBezTo>
                      <a:pt x="1" y="515"/>
                      <a:pt x="0" y="511"/>
                      <a:pt x="0" y="508"/>
                    </a:cubicBezTo>
                    <a:cubicBezTo>
                      <a:pt x="1" y="505"/>
                      <a:pt x="80" y="215"/>
                      <a:pt x="384" y="1"/>
                    </a:cubicBezTo>
                    <a:cubicBezTo>
                      <a:pt x="387" y="-1"/>
                      <a:pt x="391" y="-1"/>
                      <a:pt x="393" y="3"/>
                    </a:cubicBezTo>
                    <a:cubicBezTo>
                      <a:pt x="395" y="5"/>
                      <a:pt x="395" y="10"/>
                      <a:pt x="391" y="11"/>
                    </a:cubicBezTo>
                    <a:cubicBezTo>
                      <a:pt x="91" y="223"/>
                      <a:pt x="13" y="508"/>
                      <a:pt x="13" y="511"/>
                    </a:cubicBezTo>
                    <a:cubicBezTo>
                      <a:pt x="12" y="514"/>
                      <a:pt x="9" y="516"/>
                      <a:pt x="6" y="5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8DA1BBBD-D6C0-D144-B07B-77211C1B061D}"/>
                  </a:ext>
                </a:extLst>
              </p:cNvPr>
              <p:cNvSpPr/>
              <p:nvPr/>
            </p:nvSpPr>
            <p:spPr>
              <a:xfrm>
                <a:off x="5718187" y="11604888"/>
                <a:ext cx="664007" cy="3202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4" h="258">
                    <a:moveTo>
                      <a:pt x="534" y="258"/>
                    </a:moveTo>
                    <a:cubicBezTo>
                      <a:pt x="534" y="258"/>
                      <a:pt x="228" y="-111"/>
                      <a:pt x="25" y="34"/>
                    </a:cubicBezTo>
                    <a:cubicBezTo>
                      <a:pt x="-135" y="148"/>
                      <a:pt x="534" y="258"/>
                      <a:pt x="534" y="25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B1762F58-85E4-564F-AB03-0BB71249BC91}"/>
                  </a:ext>
                </a:extLst>
              </p:cNvPr>
              <p:cNvSpPr/>
              <p:nvPr/>
            </p:nvSpPr>
            <p:spPr>
              <a:xfrm>
                <a:off x="5709952" y="11599200"/>
                <a:ext cx="679400" cy="335938"/>
              </a:xfrm>
              <a:custGeom>
                <a:avLst/>
                <a:gdLst>
                  <a:gd name="connsiteX0" fmla="*/ 171127 w 679400"/>
                  <a:gd name="connsiteY0" fmla="*/ 14408 h 335938"/>
                  <a:gd name="connsiteX1" fmla="*/ 44304 w 679400"/>
                  <a:gd name="connsiteY1" fmla="*/ 54123 h 335938"/>
                  <a:gd name="connsiteX2" fmla="*/ 16951 w 679400"/>
                  <a:gd name="connsiteY2" fmla="*/ 100042 h 335938"/>
                  <a:gd name="connsiteX3" fmla="*/ 651061 w 679400"/>
                  <a:gd name="connsiteY3" fmla="*/ 314749 h 335938"/>
                  <a:gd name="connsiteX4" fmla="*/ 171127 w 679400"/>
                  <a:gd name="connsiteY4" fmla="*/ 14408 h 335938"/>
                  <a:gd name="connsiteX5" fmla="*/ 170115 w 679400"/>
                  <a:gd name="connsiteY5" fmla="*/ 4 h 335938"/>
                  <a:gd name="connsiteX6" fmla="*/ 455879 w 679400"/>
                  <a:gd name="connsiteY6" fmla="*/ 114928 h 335938"/>
                  <a:gd name="connsiteX7" fmla="*/ 678467 w 679400"/>
                  <a:gd name="connsiteY7" fmla="*/ 323522 h 335938"/>
                  <a:gd name="connsiteX8" fmla="*/ 678467 w 679400"/>
                  <a:gd name="connsiteY8" fmla="*/ 332213 h 335938"/>
                  <a:gd name="connsiteX9" fmla="*/ 672250 w 679400"/>
                  <a:gd name="connsiteY9" fmla="*/ 335938 h 335938"/>
                  <a:gd name="connsiteX10" fmla="*/ 671006 w 679400"/>
                  <a:gd name="connsiteY10" fmla="*/ 335938 h 335938"/>
                  <a:gd name="connsiteX11" fmla="*/ 755 w 679400"/>
                  <a:gd name="connsiteY11" fmla="*/ 103753 h 335938"/>
                  <a:gd name="connsiteX12" fmla="*/ 34330 w 679400"/>
                  <a:gd name="connsiteY12" fmla="*/ 42913 h 335938"/>
                  <a:gd name="connsiteX13" fmla="*/ 170115 w 679400"/>
                  <a:gd name="connsiteY13" fmla="*/ 4 h 335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79400" h="335938">
                    <a:moveTo>
                      <a:pt x="171127" y="14408"/>
                    </a:moveTo>
                    <a:cubicBezTo>
                      <a:pt x="126366" y="14408"/>
                      <a:pt x="82848" y="26819"/>
                      <a:pt x="44304" y="54123"/>
                    </a:cubicBezTo>
                    <a:cubicBezTo>
                      <a:pt x="21924" y="70257"/>
                      <a:pt x="13221" y="83908"/>
                      <a:pt x="16951" y="100042"/>
                    </a:cubicBezTo>
                    <a:cubicBezTo>
                      <a:pt x="38088" y="189400"/>
                      <a:pt x="462071" y="282481"/>
                      <a:pt x="651061" y="314749"/>
                    </a:cubicBezTo>
                    <a:cubicBezTo>
                      <a:pt x="592624" y="248972"/>
                      <a:pt x="368820" y="14408"/>
                      <a:pt x="171127" y="14408"/>
                    </a:cubicBezTo>
                    <a:close/>
                    <a:moveTo>
                      <a:pt x="170115" y="4"/>
                    </a:moveTo>
                    <a:cubicBezTo>
                      <a:pt x="253712" y="-408"/>
                      <a:pt x="350181" y="38102"/>
                      <a:pt x="455879" y="114928"/>
                    </a:cubicBezTo>
                    <a:cubicBezTo>
                      <a:pt x="581474" y="206808"/>
                      <a:pt x="677224" y="322280"/>
                      <a:pt x="678467" y="323522"/>
                    </a:cubicBezTo>
                    <a:cubicBezTo>
                      <a:pt x="679711" y="326005"/>
                      <a:pt x="679711" y="329730"/>
                      <a:pt x="678467" y="332213"/>
                    </a:cubicBezTo>
                    <a:cubicBezTo>
                      <a:pt x="677224" y="334696"/>
                      <a:pt x="674737" y="335938"/>
                      <a:pt x="672250" y="335938"/>
                    </a:cubicBezTo>
                    <a:cubicBezTo>
                      <a:pt x="671006" y="335938"/>
                      <a:pt x="671006" y="335938"/>
                      <a:pt x="671006" y="335938"/>
                    </a:cubicBezTo>
                    <a:cubicBezTo>
                      <a:pt x="644892" y="332213"/>
                      <a:pt x="30599" y="227916"/>
                      <a:pt x="755" y="103753"/>
                    </a:cubicBezTo>
                    <a:cubicBezTo>
                      <a:pt x="-2976" y="82645"/>
                      <a:pt x="6972" y="61538"/>
                      <a:pt x="34330" y="42913"/>
                    </a:cubicBezTo>
                    <a:cubicBezTo>
                      <a:pt x="74433" y="14511"/>
                      <a:pt x="119957" y="252"/>
                      <a:pt x="170115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7BA6C981-ED2E-784B-A247-F46610A5ABC4}"/>
                  </a:ext>
                </a:extLst>
              </p:cNvPr>
              <p:cNvSpPr/>
              <p:nvPr/>
            </p:nvSpPr>
            <p:spPr>
              <a:xfrm>
                <a:off x="5938693" y="11714556"/>
                <a:ext cx="625387" cy="3850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3" h="310">
                    <a:moveTo>
                      <a:pt x="496" y="310"/>
                    </a:moveTo>
                    <a:cubicBezTo>
                      <a:pt x="494" y="310"/>
                      <a:pt x="492" y="309"/>
                      <a:pt x="491" y="307"/>
                    </a:cubicBezTo>
                    <a:cubicBezTo>
                      <a:pt x="489" y="306"/>
                      <a:pt x="328" y="90"/>
                      <a:pt x="5" y="13"/>
                    </a:cubicBezTo>
                    <a:cubicBezTo>
                      <a:pt x="1" y="12"/>
                      <a:pt x="-1" y="8"/>
                      <a:pt x="0" y="5"/>
                    </a:cubicBezTo>
                    <a:cubicBezTo>
                      <a:pt x="1" y="1"/>
                      <a:pt x="5" y="-1"/>
                      <a:pt x="7" y="0"/>
                    </a:cubicBezTo>
                    <a:cubicBezTo>
                      <a:pt x="336" y="79"/>
                      <a:pt x="499" y="298"/>
                      <a:pt x="501" y="300"/>
                    </a:cubicBezTo>
                    <a:cubicBezTo>
                      <a:pt x="504" y="303"/>
                      <a:pt x="503" y="307"/>
                      <a:pt x="500" y="309"/>
                    </a:cubicBezTo>
                    <a:cubicBezTo>
                      <a:pt x="499" y="310"/>
                      <a:pt x="497" y="310"/>
                      <a:pt x="496" y="3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18A50057-0796-6343-947B-D90FB5DFFE7F}"/>
                  </a:ext>
                </a:extLst>
              </p:cNvPr>
              <p:cNvSpPr/>
              <p:nvPr/>
            </p:nvSpPr>
            <p:spPr>
              <a:xfrm>
                <a:off x="6108120" y="11982492"/>
                <a:ext cx="1134916" cy="7128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2" h="573">
                    <a:moveTo>
                      <a:pt x="1" y="48"/>
                    </a:moveTo>
                    <a:lnTo>
                      <a:pt x="127" y="544"/>
                    </a:lnTo>
                    <a:cubicBezTo>
                      <a:pt x="132" y="561"/>
                      <a:pt x="147" y="573"/>
                      <a:pt x="165" y="573"/>
                    </a:cubicBezTo>
                    <a:lnTo>
                      <a:pt x="746" y="573"/>
                    </a:lnTo>
                    <a:cubicBezTo>
                      <a:pt x="764" y="573"/>
                      <a:pt x="779" y="561"/>
                      <a:pt x="783" y="544"/>
                    </a:cubicBezTo>
                    <a:lnTo>
                      <a:pt x="910" y="48"/>
                    </a:lnTo>
                    <a:cubicBezTo>
                      <a:pt x="916" y="23"/>
                      <a:pt x="898" y="0"/>
                      <a:pt x="873" y="0"/>
                    </a:cubicBezTo>
                    <a:lnTo>
                      <a:pt x="38" y="0"/>
                    </a:lnTo>
                    <a:cubicBezTo>
                      <a:pt x="13" y="0"/>
                      <a:pt x="-6" y="23"/>
                      <a:pt x="1" y="4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3E5C748A-E72D-194E-964E-5D020253DE9C}"/>
                  </a:ext>
                </a:extLst>
              </p:cNvPr>
              <p:cNvSpPr/>
              <p:nvPr/>
            </p:nvSpPr>
            <p:spPr>
              <a:xfrm>
                <a:off x="6100492" y="11973771"/>
                <a:ext cx="1150941" cy="729044"/>
              </a:xfrm>
              <a:custGeom>
                <a:avLst/>
                <a:gdLst>
                  <a:gd name="connsiteX0" fmla="*/ 54925 w 1150941"/>
                  <a:gd name="connsiteY0" fmla="*/ 16198 h 729044"/>
                  <a:gd name="connsiteX1" fmla="*/ 22571 w 1150941"/>
                  <a:gd name="connsiteY1" fmla="*/ 31126 h 729044"/>
                  <a:gd name="connsiteX2" fmla="*/ 16349 w 1150941"/>
                  <a:gd name="connsiteY2" fmla="*/ 65958 h 729044"/>
                  <a:gd name="connsiteX3" fmla="*/ 174388 w 1150941"/>
                  <a:gd name="connsiteY3" fmla="*/ 682986 h 729044"/>
                  <a:gd name="connsiteX4" fmla="*/ 212965 w 1150941"/>
                  <a:gd name="connsiteY4" fmla="*/ 714086 h 729044"/>
                  <a:gd name="connsiteX5" fmla="*/ 935966 w 1150941"/>
                  <a:gd name="connsiteY5" fmla="*/ 714086 h 729044"/>
                  <a:gd name="connsiteX6" fmla="*/ 974543 w 1150941"/>
                  <a:gd name="connsiteY6" fmla="*/ 682986 h 729044"/>
                  <a:gd name="connsiteX7" fmla="*/ 1132582 w 1150941"/>
                  <a:gd name="connsiteY7" fmla="*/ 65958 h 729044"/>
                  <a:gd name="connsiteX8" fmla="*/ 1125116 w 1150941"/>
                  <a:gd name="connsiteY8" fmla="*/ 31126 h 729044"/>
                  <a:gd name="connsiteX9" fmla="*/ 1094006 w 1150941"/>
                  <a:gd name="connsiteY9" fmla="*/ 16198 h 729044"/>
                  <a:gd name="connsiteX10" fmla="*/ 56155 w 1150941"/>
                  <a:gd name="connsiteY10" fmla="*/ 0 h 729044"/>
                  <a:gd name="connsiteX11" fmla="*/ 1095267 w 1150941"/>
                  <a:gd name="connsiteY11" fmla="*/ 0 h 729044"/>
                  <a:gd name="connsiteX12" fmla="*/ 1138823 w 1150941"/>
                  <a:gd name="connsiteY12" fmla="*/ 22394 h 729044"/>
                  <a:gd name="connsiteX13" fmla="*/ 1148778 w 1150941"/>
                  <a:gd name="connsiteY13" fmla="*/ 70914 h 729044"/>
                  <a:gd name="connsiteX14" fmla="*/ 991978 w 1150941"/>
                  <a:gd name="connsiteY14" fmla="*/ 686745 h 729044"/>
                  <a:gd name="connsiteX15" fmla="*/ 937223 w 1150941"/>
                  <a:gd name="connsiteY15" fmla="*/ 729044 h 729044"/>
                  <a:gd name="connsiteX16" fmla="*/ 214200 w 1150941"/>
                  <a:gd name="connsiteY16" fmla="*/ 729044 h 729044"/>
                  <a:gd name="connsiteX17" fmla="*/ 159444 w 1150941"/>
                  <a:gd name="connsiteY17" fmla="*/ 686745 h 729044"/>
                  <a:gd name="connsiteX18" fmla="*/ 1400 w 1150941"/>
                  <a:gd name="connsiteY18" fmla="*/ 70914 h 729044"/>
                  <a:gd name="connsiteX19" fmla="*/ 12600 w 1150941"/>
                  <a:gd name="connsiteY19" fmla="*/ 22394 h 729044"/>
                  <a:gd name="connsiteX20" fmla="*/ 56155 w 1150941"/>
                  <a:gd name="connsiteY20" fmla="*/ 0 h 729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50941" h="729044">
                    <a:moveTo>
                      <a:pt x="54925" y="16198"/>
                    </a:moveTo>
                    <a:cubicBezTo>
                      <a:pt x="42481" y="16198"/>
                      <a:pt x="31282" y="22418"/>
                      <a:pt x="22571" y="31126"/>
                    </a:cubicBezTo>
                    <a:cubicBezTo>
                      <a:pt x="15104" y="42322"/>
                      <a:pt x="12615" y="53518"/>
                      <a:pt x="16349" y="65958"/>
                    </a:cubicBezTo>
                    <a:lnTo>
                      <a:pt x="174388" y="682986"/>
                    </a:lnTo>
                    <a:cubicBezTo>
                      <a:pt x="178122" y="700402"/>
                      <a:pt x="194299" y="714086"/>
                      <a:pt x="212965" y="714086"/>
                    </a:cubicBezTo>
                    <a:lnTo>
                      <a:pt x="935966" y="714086"/>
                    </a:lnTo>
                    <a:cubicBezTo>
                      <a:pt x="954632" y="714086"/>
                      <a:pt x="970809" y="700402"/>
                      <a:pt x="974543" y="682986"/>
                    </a:cubicBezTo>
                    <a:lnTo>
                      <a:pt x="1132582" y="65958"/>
                    </a:lnTo>
                    <a:cubicBezTo>
                      <a:pt x="1136316" y="53518"/>
                      <a:pt x="1132582" y="42322"/>
                      <a:pt x="1125116" y="31126"/>
                    </a:cubicBezTo>
                    <a:cubicBezTo>
                      <a:pt x="1117649" y="22418"/>
                      <a:pt x="1106450" y="16198"/>
                      <a:pt x="1094006" y="16198"/>
                    </a:cubicBezTo>
                    <a:close/>
                    <a:moveTo>
                      <a:pt x="56155" y="0"/>
                    </a:moveTo>
                    <a:lnTo>
                      <a:pt x="1095267" y="0"/>
                    </a:lnTo>
                    <a:cubicBezTo>
                      <a:pt x="1112689" y="0"/>
                      <a:pt x="1128867" y="8709"/>
                      <a:pt x="1138823" y="22394"/>
                    </a:cubicBezTo>
                    <a:cubicBezTo>
                      <a:pt x="1150023" y="36079"/>
                      <a:pt x="1153756" y="53496"/>
                      <a:pt x="1148778" y="70914"/>
                    </a:cubicBezTo>
                    <a:lnTo>
                      <a:pt x="991978" y="686745"/>
                    </a:lnTo>
                    <a:cubicBezTo>
                      <a:pt x="985756" y="711627"/>
                      <a:pt x="963356" y="729044"/>
                      <a:pt x="937223" y="729044"/>
                    </a:cubicBezTo>
                    <a:lnTo>
                      <a:pt x="214200" y="729044"/>
                    </a:lnTo>
                    <a:cubicBezTo>
                      <a:pt x="188066" y="729044"/>
                      <a:pt x="165666" y="711627"/>
                      <a:pt x="159444" y="686745"/>
                    </a:cubicBezTo>
                    <a:lnTo>
                      <a:pt x="1400" y="70914"/>
                    </a:lnTo>
                    <a:cubicBezTo>
                      <a:pt x="-2334" y="53496"/>
                      <a:pt x="1400" y="36079"/>
                      <a:pt x="12600" y="22394"/>
                    </a:cubicBezTo>
                    <a:cubicBezTo>
                      <a:pt x="22555" y="8709"/>
                      <a:pt x="38733" y="0"/>
                      <a:pt x="561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52" name="Group 551">
              <a:extLst>
                <a:ext uri="{FF2B5EF4-FFF2-40B4-BE49-F238E27FC236}">
                  <a16:creationId xmlns:a16="http://schemas.microsoft.com/office/drawing/2014/main" id="{D8CC6EF7-A139-F543-BE47-24B51A53A2CB}"/>
                </a:ext>
              </a:extLst>
            </p:cNvPr>
            <p:cNvGrpSpPr/>
            <p:nvPr/>
          </p:nvGrpSpPr>
          <p:grpSpPr>
            <a:xfrm>
              <a:off x="16821369" y="11024800"/>
              <a:ext cx="1871727" cy="1678015"/>
              <a:chOff x="16821369" y="11024800"/>
              <a:chExt cx="1871727" cy="1678015"/>
            </a:xfrm>
          </p:grpSpPr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80FAD49C-1C18-EE42-BA91-B449CF938CF6}"/>
                  </a:ext>
                </a:extLst>
              </p:cNvPr>
              <p:cNvSpPr/>
              <p:nvPr/>
            </p:nvSpPr>
            <p:spPr>
              <a:xfrm>
                <a:off x="16829404" y="11628562"/>
                <a:ext cx="662761" cy="3202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3" h="258">
                    <a:moveTo>
                      <a:pt x="533" y="258"/>
                    </a:moveTo>
                    <a:cubicBezTo>
                      <a:pt x="533" y="258"/>
                      <a:pt x="201" y="-75"/>
                      <a:pt x="32" y="15"/>
                    </a:cubicBezTo>
                    <a:cubicBezTo>
                      <a:pt x="-154" y="116"/>
                      <a:pt x="533" y="258"/>
                      <a:pt x="533" y="25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46" name="Freeform 545">
                <a:extLst>
                  <a:ext uri="{FF2B5EF4-FFF2-40B4-BE49-F238E27FC236}">
                    <a16:creationId xmlns:a16="http://schemas.microsoft.com/office/drawing/2014/main" id="{EE7A24C8-699B-5045-AADB-36524FB5FB66}"/>
                  </a:ext>
                </a:extLst>
              </p:cNvPr>
              <p:cNvSpPr/>
              <p:nvPr/>
            </p:nvSpPr>
            <p:spPr>
              <a:xfrm>
                <a:off x="16821369" y="11619338"/>
                <a:ext cx="678385" cy="336986"/>
              </a:xfrm>
              <a:custGeom>
                <a:avLst/>
                <a:gdLst>
                  <a:gd name="connsiteX0" fmla="*/ 131142 w 678385"/>
                  <a:gd name="connsiteY0" fmla="*/ 16705 h 336986"/>
                  <a:gd name="connsiteX1" fmla="*/ 51570 w 678385"/>
                  <a:gd name="connsiteY1" fmla="*/ 35321 h 336986"/>
                  <a:gd name="connsiteX2" fmla="*/ 16756 w 678385"/>
                  <a:gd name="connsiteY2" fmla="*/ 77517 h 336986"/>
                  <a:gd name="connsiteX3" fmla="*/ 644636 w 678385"/>
                  <a:gd name="connsiteY3" fmla="*/ 315800 h 336986"/>
                  <a:gd name="connsiteX4" fmla="*/ 131142 w 678385"/>
                  <a:gd name="connsiteY4" fmla="*/ 16705 h 336986"/>
                  <a:gd name="connsiteX5" fmla="*/ 120074 w 678385"/>
                  <a:gd name="connsiteY5" fmla="*/ 252 h 336986"/>
                  <a:gd name="connsiteX6" fmla="*/ 442006 w 678385"/>
                  <a:gd name="connsiteY6" fmla="*/ 129634 h 336986"/>
                  <a:gd name="connsiteX7" fmla="*/ 675786 w 678385"/>
                  <a:gd name="connsiteY7" fmla="*/ 323328 h 336986"/>
                  <a:gd name="connsiteX8" fmla="*/ 677030 w 678385"/>
                  <a:gd name="connsiteY8" fmla="*/ 333261 h 336986"/>
                  <a:gd name="connsiteX9" fmla="*/ 670812 w 678385"/>
                  <a:gd name="connsiteY9" fmla="*/ 336986 h 336986"/>
                  <a:gd name="connsiteX10" fmla="*/ 668326 w 678385"/>
                  <a:gd name="connsiteY10" fmla="*/ 336986 h 336986"/>
                  <a:gd name="connsiteX11" fmla="*/ 343770 w 678385"/>
                  <a:gd name="connsiteY11" fmla="*/ 255038 h 336986"/>
                  <a:gd name="connsiteX12" fmla="*/ 560 w 678385"/>
                  <a:gd name="connsiteY12" fmla="*/ 79968 h 336986"/>
                  <a:gd name="connsiteX13" fmla="*/ 44084 w 678385"/>
                  <a:gd name="connsiteY13" fmla="*/ 20370 h 336986"/>
                  <a:gd name="connsiteX14" fmla="*/ 120074 w 678385"/>
                  <a:gd name="connsiteY14" fmla="*/ 252 h 336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78385" h="336986">
                    <a:moveTo>
                      <a:pt x="131142" y="16705"/>
                    </a:moveTo>
                    <a:cubicBezTo>
                      <a:pt x="102546" y="16705"/>
                      <a:pt x="75192" y="22910"/>
                      <a:pt x="51570" y="35321"/>
                    </a:cubicBezTo>
                    <a:cubicBezTo>
                      <a:pt x="26702" y="48973"/>
                      <a:pt x="14270" y="63865"/>
                      <a:pt x="16756" y="77517"/>
                    </a:cubicBezTo>
                    <a:cubicBezTo>
                      <a:pt x="29190" y="164391"/>
                      <a:pt x="450676" y="273604"/>
                      <a:pt x="644636" y="315800"/>
                    </a:cubicBezTo>
                    <a:cubicBezTo>
                      <a:pt x="571278" y="246301"/>
                      <a:pt x="313910" y="16705"/>
                      <a:pt x="131142" y="16705"/>
                    </a:cubicBezTo>
                    <a:close/>
                    <a:moveTo>
                      <a:pt x="120074" y="252"/>
                    </a:moveTo>
                    <a:cubicBezTo>
                      <a:pt x="203952" y="-3764"/>
                      <a:pt x="311438" y="40236"/>
                      <a:pt x="442006" y="129634"/>
                    </a:cubicBezTo>
                    <a:cubicBezTo>
                      <a:pt x="571332" y="219031"/>
                      <a:pt x="674542" y="322086"/>
                      <a:pt x="675786" y="323328"/>
                    </a:cubicBezTo>
                    <a:cubicBezTo>
                      <a:pt x="678274" y="325811"/>
                      <a:pt x="679516" y="330778"/>
                      <a:pt x="677030" y="333261"/>
                    </a:cubicBezTo>
                    <a:cubicBezTo>
                      <a:pt x="675786" y="335744"/>
                      <a:pt x="673300" y="336986"/>
                      <a:pt x="670812" y="336986"/>
                    </a:cubicBezTo>
                    <a:cubicBezTo>
                      <a:pt x="669568" y="336986"/>
                      <a:pt x="669568" y="336986"/>
                      <a:pt x="668326" y="336986"/>
                    </a:cubicBezTo>
                    <a:cubicBezTo>
                      <a:pt x="667082" y="336986"/>
                      <a:pt x="504182" y="303462"/>
                      <a:pt x="343770" y="255038"/>
                    </a:cubicBezTo>
                    <a:cubicBezTo>
                      <a:pt x="119938" y="190474"/>
                      <a:pt x="8022" y="132117"/>
                      <a:pt x="560" y="79968"/>
                    </a:cubicBezTo>
                    <a:cubicBezTo>
                      <a:pt x="-3170" y="58861"/>
                      <a:pt x="11752" y="38995"/>
                      <a:pt x="44084" y="20370"/>
                    </a:cubicBezTo>
                    <a:cubicBezTo>
                      <a:pt x="66778" y="8264"/>
                      <a:pt x="92114" y="1590"/>
                      <a:pt x="120074" y="25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EA95022C-01A0-C047-BD56-1FD257E6649E}"/>
                  </a:ext>
                </a:extLst>
              </p:cNvPr>
              <p:cNvSpPr/>
              <p:nvPr/>
            </p:nvSpPr>
            <p:spPr>
              <a:xfrm>
                <a:off x="16986374" y="11708321"/>
                <a:ext cx="631616" cy="3589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8" h="289">
                    <a:moveTo>
                      <a:pt x="502" y="289"/>
                    </a:moveTo>
                    <a:cubicBezTo>
                      <a:pt x="500" y="289"/>
                      <a:pt x="498" y="288"/>
                      <a:pt x="497" y="286"/>
                    </a:cubicBezTo>
                    <a:cubicBezTo>
                      <a:pt x="495" y="284"/>
                      <a:pt x="358" y="108"/>
                      <a:pt x="4" y="13"/>
                    </a:cubicBezTo>
                    <a:cubicBezTo>
                      <a:pt x="1" y="12"/>
                      <a:pt x="-1" y="8"/>
                      <a:pt x="0" y="4"/>
                    </a:cubicBezTo>
                    <a:cubicBezTo>
                      <a:pt x="1" y="1"/>
                      <a:pt x="4" y="-1"/>
                      <a:pt x="7" y="0"/>
                    </a:cubicBezTo>
                    <a:cubicBezTo>
                      <a:pt x="195" y="51"/>
                      <a:pt x="321" y="123"/>
                      <a:pt x="393" y="175"/>
                    </a:cubicBezTo>
                    <a:cubicBezTo>
                      <a:pt x="472" y="232"/>
                      <a:pt x="505" y="276"/>
                      <a:pt x="507" y="278"/>
                    </a:cubicBezTo>
                    <a:cubicBezTo>
                      <a:pt x="509" y="281"/>
                      <a:pt x="508" y="285"/>
                      <a:pt x="505" y="288"/>
                    </a:cubicBezTo>
                    <a:cubicBezTo>
                      <a:pt x="504" y="288"/>
                      <a:pt x="503" y="289"/>
                      <a:pt x="502" y="28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68AF4D2F-C29B-7240-A49A-F0D251F5EDD3}"/>
                  </a:ext>
                </a:extLst>
              </p:cNvPr>
              <p:cNvSpPr/>
              <p:nvPr/>
            </p:nvSpPr>
            <p:spPr>
              <a:xfrm>
                <a:off x="17411189" y="11032868"/>
                <a:ext cx="423569" cy="8225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1" h="661">
                    <a:moveTo>
                      <a:pt x="302" y="661"/>
                    </a:moveTo>
                    <a:cubicBezTo>
                      <a:pt x="302" y="661"/>
                      <a:pt x="394" y="360"/>
                      <a:pt x="295" y="176"/>
                    </a:cubicBezTo>
                    <a:cubicBezTo>
                      <a:pt x="151" y="-90"/>
                      <a:pt x="-108" y="-49"/>
                      <a:pt x="49" y="257"/>
                    </a:cubicBezTo>
                    <a:cubicBezTo>
                      <a:pt x="206" y="563"/>
                      <a:pt x="302" y="661"/>
                      <a:pt x="302" y="6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47" name="Freeform 546">
                <a:extLst>
                  <a:ext uri="{FF2B5EF4-FFF2-40B4-BE49-F238E27FC236}">
                    <a16:creationId xmlns:a16="http://schemas.microsoft.com/office/drawing/2014/main" id="{EFE2E23A-5AED-EC44-A18D-22D24AF297C8}"/>
                  </a:ext>
                </a:extLst>
              </p:cNvPr>
              <p:cNvSpPr/>
              <p:nvPr/>
            </p:nvSpPr>
            <p:spPr>
              <a:xfrm>
                <a:off x="17403466" y="11024800"/>
                <a:ext cx="438426" cy="839303"/>
              </a:xfrm>
              <a:custGeom>
                <a:avLst/>
                <a:gdLst>
                  <a:gd name="connsiteX0" fmla="*/ 107108 w 438426"/>
                  <a:gd name="connsiteY0" fmla="*/ 15546 h 839303"/>
                  <a:gd name="connsiteX1" fmla="*/ 63638 w 438426"/>
                  <a:gd name="connsiteY1" fmla="*/ 25500 h 839303"/>
                  <a:gd name="connsiteX2" fmla="*/ 76058 w 438426"/>
                  <a:gd name="connsiteY2" fmla="*/ 324129 h 839303"/>
                  <a:gd name="connsiteX3" fmla="*/ 379102 w 438426"/>
                  <a:gd name="connsiteY3" fmla="*/ 814379 h 839303"/>
                  <a:gd name="connsiteX4" fmla="*/ 366682 w 438426"/>
                  <a:gd name="connsiteY4" fmla="*/ 230808 h 839303"/>
                  <a:gd name="connsiteX5" fmla="*/ 107108 w 438426"/>
                  <a:gd name="connsiteY5" fmla="*/ 15546 h 839303"/>
                  <a:gd name="connsiteX6" fmla="*/ 127890 w 438426"/>
                  <a:gd name="connsiteY6" fmla="*/ 1369 h 839303"/>
                  <a:gd name="connsiteX7" fmla="*/ 212676 w 438426"/>
                  <a:gd name="connsiteY7" fmla="*/ 32945 h 839303"/>
                  <a:gd name="connsiteX8" fmla="*/ 380380 w 438426"/>
                  <a:gd name="connsiteY8" fmla="*/ 223335 h 839303"/>
                  <a:gd name="connsiteX9" fmla="*/ 432556 w 438426"/>
                  <a:gd name="connsiteY9" fmla="*/ 616559 h 839303"/>
                  <a:gd name="connsiteX10" fmla="*/ 390318 w 438426"/>
                  <a:gd name="connsiteY10" fmla="*/ 833081 h 839303"/>
                  <a:gd name="connsiteX11" fmla="*/ 384108 w 438426"/>
                  <a:gd name="connsiteY11" fmla="*/ 839303 h 839303"/>
                  <a:gd name="connsiteX12" fmla="*/ 382866 w 438426"/>
                  <a:gd name="connsiteY12" fmla="*/ 839303 h 839303"/>
                  <a:gd name="connsiteX13" fmla="*/ 376654 w 438426"/>
                  <a:gd name="connsiteY13" fmla="*/ 836814 h 839303"/>
                  <a:gd name="connsiteX14" fmla="*/ 61118 w 438426"/>
                  <a:gd name="connsiteY14" fmla="*/ 331596 h 839303"/>
                  <a:gd name="connsiteX15" fmla="*/ 56150 w 438426"/>
                  <a:gd name="connsiteY15" fmla="*/ 11790 h 839303"/>
                  <a:gd name="connsiteX16" fmla="*/ 127890 w 438426"/>
                  <a:gd name="connsiteY16" fmla="*/ 1369 h 839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38426" h="839303">
                    <a:moveTo>
                      <a:pt x="107108" y="15546"/>
                    </a:moveTo>
                    <a:cubicBezTo>
                      <a:pt x="92204" y="15546"/>
                      <a:pt x="77300" y="19279"/>
                      <a:pt x="63638" y="25500"/>
                    </a:cubicBezTo>
                    <a:cubicBezTo>
                      <a:pt x="-18332" y="69050"/>
                      <a:pt x="18926" y="213388"/>
                      <a:pt x="76058" y="324129"/>
                    </a:cubicBezTo>
                    <a:cubicBezTo>
                      <a:pt x="236274" y="638934"/>
                      <a:pt x="346810" y="777050"/>
                      <a:pt x="379102" y="814379"/>
                    </a:cubicBezTo>
                    <a:cubicBezTo>
                      <a:pt x="397732" y="744699"/>
                      <a:pt x="473492" y="429894"/>
                      <a:pt x="366682" y="230808"/>
                    </a:cubicBezTo>
                    <a:cubicBezTo>
                      <a:pt x="289678" y="87715"/>
                      <a:pt x="184110" y="15546"/>
                      <a:pt x="107108" y="15546"/>
                    </a:cubicBezTo>
                    <a:close/>
                    <a:moveTo>
                      <a:pt x="127890" y="1369"/>
                    </a:moveTo>
                    <a:cubicBezTo>
                      <a:pt x="154600" y="4946"/>
                      <a:pt x="183482" y="15524"/>
                      <a:pt x="212676" y="32945"/>
                    </a:cubicBezTo>
                    <a:cubicBezTo>
                      <a:pt x="276030" y="71521"/>
                      <a:pt x="335660" y="138717"/>
                      <a:pt x="380380" y="223335"/>
                    </a:cubicBezTo>
                    <a:cubicBezTo>
                      <a:pt x="444978" y="344040"/>
                      <a:pt x="443736" y="503320"/>
                      <a:pt x="432556" y="616559"/>
                    </a:cubicBezTo>
                    <a:cubicBezTo>
                      <a:pt x="418890" y="738508"/>
                      <a:pt x="390318" y="833081"/>
                      <a:pt x="390318" y="833081"/>
                    </a:cubicBezTo>
                    <a:cubicBezTo>
                      <a:pt x="390318" y="835570"/>
                      <a:pt x="386592" y="838059"/>
                      <a:pt x="384108" y="839303"/>
                    </a:cubicBezTo>
                    <a:lnTo>
                      <a:pt x="382866" y="839303"/>
                    </a:lnTo>
                    <a:cubicBezTo>
                      <a:pt x="380380" y="839303"/>
                      <a:pt x="377896" y="838059"/>
                      <a:pt x="376654" y="836814"/>
                    </a:cubicBezTo>
                    <a:cubicBezTo>
                      <a:pt x="376654" y="835570"/>
                      <a:pt x="254912" y="708643"/>
                      <a:pt x="61118" y="331596"/>
                    </a:cubicBezTo>
                    <a:cubicBezTo>
                      <a:pt x="-34536" y="143695"/>
                      <a:pt x="-3478" y="42900"/>
                      <a:pt x="56150" y="11790"/>
                    </a:cubicBezTo>
                    <a:cubicBezTo>
                      <a:pt x="76648" y="1213"/>
                      <a:pt x="101182" y="-2209"/>
                      <a:pt x="127890" y="13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21431664-2F0B-8E45-A556-478D94A10C17}"/>
                  </a:ext>
                </a:extLst>
              </p:cNvPr>
              <p:cNvSpPr/>
              <p:nvPr/>
            </p:nvSpPr>
            <p:spPr>
              <a:xfrm>
                <a:off x="17576879" y="11236000"/>
                <a:ext cx="216768" cy="8511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5" h="684">
                    <a:moveTo>
                      <a:pt x="154" y="684"/>
                    </a:moveTo>
                    <a:cubicBezTo>
                      <a:pt x="154" y="684"/>
                      <a:pt x="153" y="684"/>
                      <a:pt x="152" y="684"/>
                    </a:cubicBezTo>
                    <a:cubicBezTo>
                      <a:pt x="149" y="682"/>
                      <a:pt x="147" y="679"/>
                      <a:pt x="148" y="676"/>
                    </a:cubicBezTo>
                    <a:cubicBezTo>
                      <a:pt x="149" y="673"/>
                      <a:pt x="229" y="350"/>
                      <a:pt x="1" y="10"/>
                    </a:cubicBezTo>
                    <a:cubicBezTo>
                      <a:pt x="-1" y="7"/>
                      <a:pt x="0" y="3"/>
                      <a:pt x="3" y="1"/>
                    </a:cubicBezTo>
                    <a:cubicBezTo>
                      <a:pt x="6" y="-1"/>
                      <a:pt x="10" y="0"/>
                      <a:pt x="12" y="3"/>
                    </a:cubicBezTo>
                    <a:cubicBezTo>
                      <a:pt x="243" y="348"/>
                      <a:pt x="162" y="676"/>
                      <a:pt x="160" y="679"/>
                    </a:cubicBezTo>
                    <a:cubicBezTo>
                      <a:pt x="160" y="682"/>
                      <a:pt x="157" y="684"/>
                      <a:pt x="154" y="68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22EF77C6-8B1C-C449-9A7B-84A4A1C2DBA9}"/>
                  </a:ext>
                </a:extLst>
              </p:cNvPr>
              <p:cNvSpPr/>
              <p:nvPr/>
            </p:nvSpPr>
            <p:spPr>
              <a:xfrm>
                <a:off x="17903276" y="11181170"/>
                <a:ext cx="555623" cy="6629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7" h="533">
                    <a:moveTo>
                      <a:pt x="2" y="533"/>
                    </a:moveTo>
                    <a:cubicBezTo>
                      <a:pt x="2" y="533"/>
                      <a:pt x="548" y="189"/>
                      <a:pt x="430" y="47"/>
                    </a:cubicBezTo>
                    <a:cubicBezTo>
                      <a:pt x="312" y="-96"/>
                      <a:pt x="-31" y="90"/>
                      <a:pt x="2" y="53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48" name="Freeform 547">
                <a:extLst>
                  <a:ext uri="{FF2B5EF4-FFF2-40B4-BE49-F238E27FC236}">
                    <a16:creationId xmlns:a16="http://schemas.microsoft.com/office/drawing/2014/main" id="{DC3900CE-155F-5248-8AC1-01B4E135D6E9}"/>
                  </a:ext>
                </a:extLst>
              </p:cNvPr>
              <p:cNvSpPr/>
              <p:nvPr/>
            </p:nvSpPr>
            <p:spPr>
              <a:xfrm>
                <a:off x="17894276" y="11172012"/>
                <a:ext cx="572356" cy="680871"/>
              </a:xfrm>
              <a:custGeom>
                <a:avLst/>
                <a:gdLst>
                  <a:gd name="connsiteX0" fmla="*/ 411726 w 572356"/>
                  <a:gd name="connsiteY0" fmla="*/ 16631 h 680871"/>
                  <a:gd name="connsiteX1" fmla="*/ 318506 w 572356"/>
                  <a:gd name="connsiteY1" fmla="*/ 35288 h 680871"/>
                  <a:gd name="connsiteX2" fmla="*/ 99752 w 572356"/>
                  <a:gd name="connsiteY2" fmla="*/ 244249 h 680871"/>
                  <a:gd name="connsiteX3" fmla="*/ 17718 w 572356"/>
                  <a:gd name="connsiteY3" fmla="*/ 658439 h 680871"/>
                  <a:gd name="connsiteX4" fmla="*/ 554664 w 572356"/>
                  <a:gd name="connsiteY4" fmla="*/ 143500 h 680871"/>
                  <a:gd name="connsiteX5" fmla="*/ 537262 w 572356"/>
                  <a:gd name="connsiteY5" fmla="*/ 72603 h 680871"/>
                  <a:gd name="connsiteX6" fmla="*/ 411726 w 572356"/>
                  <a:gd name="connsiteY6" fmla="*/ 16631 h 680871"/>
                  <a:gd name="connsiteX7" fmla="*/ 382256 w 572356"/>
                  <a:gd name="connsiteY7" fmla="*/ 2102 h 680871"/>
                  <a:gd name="connsiteX8" fmla="*/ 549722 w 572356"/>
                  <a:gd name="connsiteY8" fmla="*/ 62628 h 680871"/>
                  <a:gd name="connsiteX9" fmla="*/ 570854 w 572356"/>
                  <a:gd name="connsiteY9" fmla="*/ 145972 h 680871"/>
                  <a:gd name="connsiteX10" fmla="*/ 279974 w 572356"/>
                  <a:gd name="connsiteY10" fmla="*/ 490547 h 680871"/>
                  <a:gd name="connsiteX11" fmla="*/ 15196 w 572356"/>
                  <a:gd name="connsiteY11" fmla="*/ 679627 h 680871"/>
                  <a:gd name="connsiteX12" fmla="*/ 11468 w 572356"/>
                  <a:gd name="connsiteY12" fmla="*/ 680871 h 680871"/>
                  <a:gd name="connsiteX13" fmla="*/ 7738 w 572356"/>
                  <a:gd name="connsiteY13" fmla="*/ 679627 h 680871"/>
                  <a:gd name="connsiteX14" fmla="*/ 2766 w 572356"/>
                  <a:gd name="connsiteY14" fmla="*/ 673407 h 680871"/>
                  <a:gd name="connsiteX15" fmla="*/ 312294 w 572356"/>
                  <a:gd name="connsiteY15" fmla="*/ 21577 h 680871"/>
                  <a:gd name="connsiteX16" fmla="*/ 382256 w 572356"/>
                  <a:gd name="connsiteY16" fmla="*/ 2102 h 680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72356" h="680871">
                    <a:moveTo>
                      <a:pt x="411726" y="16631"/>
                    </a:moveTo>
                    <a:cubicBezTo>
                      <a:pt x="383138" y="16631"/>
                      <a:pt x="350822" y="22850"/>
                      <a:pt x="318506" y="35288"/>
                    </a:cubicBezTo>
                    <a:cubicBezTo>
                      <a:pt x="232744" y="70115"/>
                      <a:pt x="153198" y="145988"/>
                      <a:pt x="99752" y="244249"/>
                    </a:cubicBezTo>
                    <a:cubicBezTo>
                      <a:pt x="37604" y="359924"/>
                      <a:pt x="9018" y="502962"/>
                      <a:pt x="17718" y="658439"/>
                    </a:cubicBezTo>
                    <a:cubicBezTo>
                      <a:pt x="93536" y="608686"/>
                      <a:pt x="526076" y="321365"/>
                      <a:pt x="554664" y="143500"/>
                    </a:cubicBezTo>
                    <a:cubicBezTo>
                      <a:pt x="559634" y="114892"/>
                      <a:pt x="553420" y="92504"/>
                      <a:pt x="537262" y="72603"/>
                    </a:cubicBezTo>
                    <a:cubicBezTo>
                      <a:pt x="507432" y="35288"/>
                      <a:pt x="462686" y="16631"/>
                      <a:pt x="411726" y="16631"/>
                    </a:cubicBezTo>
                    <a:close/>
                    <a:moveTo>
                      <a:pt x="382256" y="2102"/>
                    </a:moveTo>
                    <a:cubicBezTo>
                      <a:pt x="449966" y="-7111"/>
                      <a:pt x="509634" y="14114"/>
                      <a:pt x="549722" y="62628"/>
                    </a:cubicBezTo>
                    <a:cubicBezTo>
                      <a:pt x="568368" y="85019"/>
                      <a:pt x="575828" y="113630"/>
                      <a:pt x="570854" y="145972"/>
                    </a:cubicBezTo>
                    <a:cubicBezTo>
                      <a:pt x="557180" y="230561"/>
                      <a:pt x="458978" y="346248"/>
                      <a:pt x="279974" y="490547"/>
                    </a:cubicBezTo>
                    <a:cubicBezTo>
                      <a:pt x="146964" y="596282"/>
                      <a:pt x="16440" y="678383"/>
                      <a:pt x="15196" y="679627"/>
                    </a:cubicBezTo>
                    <a:cubicBezTo>
                      <a:pt x="13954" y="679627"/>
                      <a:pt x="12710" y="680871"/>
                      <a:pt x="11468" y="680871"/>
                    </a:cubicBezTo>
                    <a:cubicBezTo>
                      <a:pt x="8982" y="680871"/>
                      <a:pt x="7738" y="679627"/>
                      <a:pt x="7738" y="679627"/>
                    </a:cubicBezTo>
                    <a:cubicBezTo>
                      <a:pt x="5252" y="678383"/>
                      <a:pt x="2766" y="675895"/>
                      <a:pt x="2766" y="673407"/>
                    </a:cubicBezTo>
                    <a:cubicBezTo>
                      <a:pt x="-23338" y="318881"/>
                      <a:pt x="139506" y="89994"/>
                      <a:pt x="312294" y="21577"/>
                    </a:cubicBezTo>
                    <a:cubicBezTo>
                      <a:pt x="336224" y="11626"/>
                      <a:pt x="359686" y="5173"/>
                      <a:pt x="382256" y="21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45CBF586-4D5F-414B-B819-F5A646083C01}"/>
                  </a:ext>
                </a:extLst>
              </p:cNvPr>
              <p:cNvSpPr/>
              <p:nvPr/>
            </p:nvSpPr>
            <p:spPr>
              <a:xfrm>
                <a:off x="17832266" y="11388044"/>
                <a:ext cx="398653" cy="6941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1" h="558">
                    <a:moveTo>
                      <a:pt x="6" y="558"/>
                    </a:moveTo>
                    <a:lnTo>
                      <a:pt x="5" y="558"/>
                    </a:lnTo>
                    <a:cubicBezTo>
                      <a:pt x="1" y="558"/>
                      <a:pt x="-1" y="554"/>
                      <a:pt x="0" y="551"/>
                    </a:cubicBezTo>
                    <a:cubicBezTo>
                      <a:pt x="62" y="196"/>
                      <a:pt x="308" y="3"/>
                      <a:pt x="310" y="1"/>
                    </a:cubicBezTo>
                    <a:cubicBezTo>
                      <a:pt x="313" y="-1"/>
                      <a:pt x="317" y="0"/>
                      <a:pt x="319" y="3"/>
                    </a:cubicBezTo>
                    <a:cubicBezTo>
                      <a:pt x="322" y="5"/>
                      <a:pt x="321" y="9"/>
                      <a:pt x="318" y="11"/>
                    </a:cubicBezTo>
                    <a:cubicBezTo>
                      <a:pt x="316" y="13"/>
                      <a:pt x="73" y="204"/>
                      <a:pt x="12" y="553"/>
                    </a:cubicBezTo>
                    <a:cubicBezTo>
                      <a:pt x="12" y="556"/>
                      <a:pt x="9" y="558"/>
                      <a:pt x="6" y="55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1425A0A3-45D7-BB4A-9742-FBA253D5DF41}"/>
                  </a:ext>
                </a:extLst>
              </p:cNvPr>
              <p:cNvSpPr/>
              <p:nvPr/>
            </p:nvSpPr>
            <p:spPr>
              <a:xfrm>
                <a:off x="17027485" y="11340687"/>
                <a:ext cx="588014" cy="5495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3" h="442">
                    <a:moveTo>
                      <a:pt x="473" y="442"/>
                    </a:moveTo>
                    <a:cubicBezTo>
                      <a:pt x="473" y="442"/>
                      <a:pt x="309" y="-61"/>
                      <a:pt x="42" y="6"/>
                    </a:cubicBezTo>
                    <a:cubicBezTo>
                      <a:pt x="-168" y="57"/>
                      <a:pt x="473" y="442"/>
                      <a:pt x="473" y="4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49" name="Freeform 548">
                <a:extLst>
                  <a:ext uri="{FF2B5EF4-FFF2-40B4-BE49-F238E27FC236}">
                    <a16:creationId xmlns:a16="http://schemas.microsoft.com/office/drawing/2014/main" id="{752D95A8-910D-5341-AE1C-79773AAD4FC4}"/>
                  </a:ext>
                </a:extLst>
              </p:cNvPr>
              <p:cNvSpPr/>
              <p:nvPr/>
            </p:nvSpPr>
            <p:spPr>
              <a:xfrm>
                <a:off x="17018208" y="11331777"/>
                <a:ext cx="605256" cy="567220"/>
              </a:xfrm>
              <a:custGeom>
                <a:avLst/>
                <a:gdLst>
                  <a:gd name="connsiteX0" fmla="*/ 119924 w 605256"/>
                  <a:gd name="connsiteY0" fmla="*/ 16387 h 567220"/>
                  <a:gd name="connsiteX1" fmla="*/ 62744 w 605256"/>
                  <a:gd name="connsiteY1" fmla="*/ 23847 h 567220"/>
                  <a:gd name="connsiteX2" fmla="*/ 16752 w 605256"/>
                  <a:gd name="connsiteY2" fmla="*/ 59901 h 567220"/>
                  <a:gd name="connsiteX3" fmla="*/ 582340 w 605256"/>
                  <a:gd name="connsiteY3" fmla="*/ 539803 h 567220"/>
                  <a:gd name="connsiteX4" fmla="*/ 119924 w 605256"/>
                  <a:gd name="connsiteY4" fmla="*/ 16387 h 567220"/>
                  <a:gd name="connsiteX5" fmla="*/ 111172 w 605256"/>
                  <a:gd name="connsiteY5" fmla="*/ 167 h 567220"/>
                  <a:gd name="connsiteX6" fmla="*/ 460552 w 605256"/>
                  <a:gd name="connsiteY6" fmla="*/ 251372 h 567220"/>
                  <a:gd name="connsiteX7" fmla="*/ 604768 w 605256"/>
                  <a:gd name="connsiteY7" fmla="*/ 556029 h 567220"/>
                  <a:gd name="connsiteX8" fmla="*/ 602282 w 605256"/>
                  <a:gd name="connsiteY8" fmla="*/ 564733 h 567220"/>
                  <a:gd name="connsiteX9" fmla="*/ 597308 w 605256"/>
                  <a:gd name="connsiteY9" fmla="*/ 567220 h 567220"/>
                  <a:gd name="connsiteX10" fmla="*/ 592336 w 605256"/>
                  <a:gd name="connsiteY10" fmla="*/ 564733 h 567220"/>
                  <a:gd name="connsiteX11" fmla="*/ 556 w 605256"/>
                  <a:gd name="connsiteY11" fmla="*/ 57387 h 567220"/>
                  <a:gd name="connsiteX12" fmla="*/ 58988 w 605256"/>
                  <a:gd name="connsiteY12" fmla="*/ 7647 h 567220"/>
                  <a:gd name="connsiteX13" fmla="*/ 111172 w 605256"/>
                  <a:gd name="connsiteY13" fmla="*/ 167 h 567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05256" h="567220">
                    <a:moveTo>
                      <a:pt x="119924" y="16387"/>
                    </a:moveTo>
                    <a:cubicBezTo>
                      <a:pt x="101278" y="16387"/>
                      <a:pt x="82632" y="18874"/>
                      <a:pt x="62744" y="23847"/>
                    </a:cubicBezTo>
                    <a:cubicBezTo>
                      <a:pt x="34154" y="30063"/>
                      <a:pt x="19238" y="42496"/>
                      <a:pt x="16752" y="59901"/>
                    </a:cubicBezTo>
                    <a:cubicBezTo>
                      <a:pt x="1834" y="161849"/>
                      <a:pt x="402098" y="430395"/>
                      <a:pt x="582340" y="539803"/>
                    </a:cubicBezTo>
                    <a:cubicBezTo>
                      <a:pt x="545048" y="440342"/>
                      <a:pt x="374750" y="16387"/>
                      <a:pt x="119924" y="16387"/>
                    </a:cubicBezTo>
                    <a:close/>
                    <a:moveTo>
                      <a:pt x="111172" y="167"/>
                    </a:moveTo>
                    <a:cubicBezTo>
                      <a:pt x="232788" y="-4322"/>
                      <a:pt x="352856" y="81635"/>
                      <a:pt x="460552" y="251372"/>
                    </a:cubicBezTo>
                    <a:cubicBezTo>
                      <a:pt x="552552" y="396861"/>
                      <a:pt x="604768" y="554785"/>
                      <a:pt x="604768" y="556029"/>
                    </a:cubicBezTo>
                    <a:cubicBezTo>
                      <a:pt x="606012" y="558515"/>
                      <a:pt x="604768" y="562246"/>
                      <a:pt x="602282" y="564733"/>
                    </a:cubicBezTo>
                    <a:cubicBezTo>
                      <a:pt x="599794" y="565977"/>
                      <a:pt x="598552" y="567220"/>
                      <a:pt x="597308" y="567220"/>
                    </a:cubicBezTo>
                    <a:cubicBezTo>
                      <a:pt x="596066" y="567220"/>
                      <a:pt x="593578" y="565977"/>
                      <a:pt x="592336" y="564733"/>
                    </a:cubicBezTo>
                    <a:cubicBezTo>
                      <a:pt x="567470" y="551055"/>
                      <a:pt x="-20578" y="196658"/>
                      <a:pt x="556" y="57387"/>
                    </a:cubicBezTo>
                    <a:cubicBezTo>
                      <a:pt x="5528" y="32517"/>
                      <a:pt x="24178" y="16351"/>
                      <a:pt x="58988" y="7647"/>
                    </a:cubicBezTo>
                    <a:cubicBezTo>
                      <a:pt x="76394" y="3295"/>
                      <a:pt x="93798" y="808"/>
                      <a:pt x="111172" y="16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5E5B7D4A-2E0A-2242-AC2F-0CD9C2911CAB}"/>
                  </a:ext>
                </a:extLst>
              </p:cNvPr>
              <p:cNvSpPr/>
              <p:nvPr/>
            </p:nvSpPr>
            <p:spPr>
              <a:xfrm>
                <a:off x="17244253" y="11496466"/>
                <a:ext cx="490842" cy="6418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5" h="516">
                    <a:moveTo>
                      <a:pt x="387" y="516"/>
                    </a:moveTo>
                    <a:cubicBezTo>
                      <a:pt x="385" y="516"/>
                      <a:pt x="382" y="514"/>
                      <a:pt x="381" y="511"/>
                    </a:cubicBezTo>
                    <a:cubicBezTo>
                      <a:pt x="380" y="508"/>
                      <a:pt x="303" y="223"/>
                      <a:pt x="2" y="11"/>
                    </a:cubicBezTo>
                    <a:cubicBezTo>
                      <a:pt x="-1" y="10"/>
                      <a:pt x="-1" y="5"/>
                      <a:pt x="1" y="3"/>
                    </a:cubicBezTo>
                    <a:cubicBezTo>
                      <a:pt x="3" y="-1"/>
                      <a:pt x="7" y="-1"/>
                      <a:pt x="10" y="1"/>
                    </a:cubicBezTo>
                    <a:cubicBezTo>
                      <a:pt x="314" y="215"/>
                      <a:pt x="393" y="505"/>
                      <a:pt x="394" y="508"/>
                    </a:cubicBezTo>
                    <a:cubicBezTo>
                      <a:pt x="395" y="511"/>
                      <a:pt x="392" y="515"/>
                      <a:pt x="390" y="516"/>
                    </a:cubicBezTo>
                    <a:cubicBezTo>
                      <a:pt x="389" y="516"/>
                      <a:pt x="388" y="516"/>
                      <a:pt x="387" y="5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F34C3952-CBC3-C74D-B3B8-F162DCCB960B}"/>
                  </a:ext>
                </a:extLst>
              </p:cNvPr>
              <p:cNvSpPr/>
              <p:nvPr/>
            </p:nvSpPr>
            <p:spPr>
              <a:xfrm>
                <a:off x="18020381" y="11604888"/>
                <a:ext cx="664007" cy="3202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4" h="258">
                    <a:moveTo>
                      <a:pt x="0" y="258"/>
                    </a:moveTo>
                    <a:cubicBezTo>
                      <a:pt x="0" y="258"/>
                      <a:pt x="306" y="-111"/>
                      <a:pt x="509" y="34"/>
                    </a:cubicBezTo>
                    <a:cubicBezTo>
                      <a:pt x="669" y="148"/>
                      <a:pt x="0" y="258"/>
                      <a:pt x="0" y="25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95A1B109-5002-C447-BB86-75B4329EE476}"/>
                  </a:ext>
                </a:extLst>
              </p:cNvPr>
              <p:cNvSpPr/>
              <p:nvPr/>
            </p:nvSpPr>
            <p:spPr>
              <a:xfrm>
                <a:off x="18013332" y="11599200"/>
                <a:ext cx="679764" cy="335938"/>
              </a:xfrm>
              <a:custGeom>
                <a:avLst/>
                <a:gdLst>
                  <a:gd name="connsiteX0" fmla="*/ 508162 w 679764"/>
                  <a:gd name="connsiteY0" fmla="*/ 14408 h 335938"/>
                  <a:gd name="connsiteX1" fmla="*/ 28228 w 679764"/>
                  <a:gd name="connsiteY1" fmla="*/ 314749 h 335938"/>
                  <a:gd name="connsiteX2" fmla="*/ 662338 w 679764"/>
                  <a:gd name="connsiteY2" fmla="*/ 100042 h 335938"/>
                  <a:gd name="connsiteX3" fmla="*/ 634984 w 679764"/>
                  <a:gd name="connsiteY3" fmla="*/ 54123 h 335938"/>
                  <a:gd name="connsiteX4" fmla="*/ 508162 w 679764"/>
                  <a:gd name="connsiteY4" fmla="*/ 14408 h 335938"/>
                  <a:gd name="connsiteX5" fmla="*/ 510962 w 679764"/>
                  <a:gd name="connsiteY5" fmla="*/ 4 h 335938"/>
                  <a:gd name="connsiteX6" fmla="*/ 646202 w 679764"/>
                  <a:gd name="connsiteY6" fmla="*/ 42913 h 335938"/>
                  <a:gd name="connsiteX7" fmla="*/ 678532 w 679764"/>
                  <a:gd name="connsiteY7" fmla="*/ 103753 h 335938"/>
                  <a:gd name="connsiteX8" fmla="*/ 9522 w 679764"/>
                  <a:gd name="connsiteY8" fmla="*/ 335938 h 335938"/>
                  <a:gd name="connsiteX9" fmla="*/ 8278 w 679764"/>
                  <a:gd name="connsiteY9" fmla="*/ 335938 h 335938"/>
                  <a:gd name="connsiteX10" fmla="*/ 818 w 679764"/>
                  <a:gd name="connsiteY10" fmla="*/ 332213 h 335938"/>
                  <a:gd name="connsiteX11" fmla="*/ 2062 w 679764"/>
                  <a:gd name="connsiteY11" fmla="*/ 323522 h 335938"/>
                  <a:gd name="connsiteX12" fmla="*/ 224650 w 679764"/>
                  <a:gd name="connsiteY12" fmla="*/ 114928 h 335938"/>
                  <a:gd name="connsiteX13" fmla="*/ 510962 w 679764"/>
                  <a:gd name="connsiteY13" fmla="*/ 4 h 335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79764" h="335938">
                    <a:moveTo>
                      <a:pt x="508162" y="14408"/>
                    </a:moveTo>
                    <a:cubicBezTo>
                      <a:pt x="310468" y="14408"/>
                      <a:pt x="86664" y="248972"/>
                      <a:pt x="28228" y="314749"/>
                    </a:cubicBezTo>
                    <a:cubicBezTo>
                      <a:pt x="217216" y="282481"/>
                      <a:pt x="641200" y="189400"/>
                      <a:pt x="662338" y="100042"/>
                    </a:cubicBezTo>
                    <a:cubicBezTo>
                      <a:pt x="666068" y="83908"/>
                      <a:pt x="656120" y="70257"/>
                      <a:pt x="634984" y="54123"/>
                    </a:cubicBezTo>
                    <a:cubicBezTo>
                      <a:pt x="596440" y="26819"/>
                      <a:pt x="552922" y="14408"/>
                      <a:pt x="508162" y="14408"/>
                    </a:cubicBezTo>
                    <a:close/>
                    <a:moveTo>
                      <a:pt x="510962" y="4"/>
                    </a:moveTo>
                    <a:cubicBezTo>
                      <a:pt x="561156" y="252"/>
                      <a:pt x="606564" y="14511"/>
                      <a:pt x="646202" y="42913"/>
                    </a:cubicBezTo>
                    <a:cubicBezTo>
                      <a:pt x="673558" y="61538"/>
                      <a:pt x="683506" y="82645"/>
                      <a:pt x="678532" y="103753"/>
                    </a:cubicBezTo>
                    <a:cubicBezTo>
                      <a:pt x="649932" y="227916"/>
                      <a:pt x="35636" y="332213"/>
                      <a:pt x="9522" y="335938"/>
                    </a:cubicBezTo>
                    <a:lnTo>
                      <a:pt x="8278" y="335938"/>
                    </a:lnTo>
                    <a:cubicBezTo>
                      <a:pt x="5792" y="335938"/>
                      <a:pt x="3304" y="334696"/>
                      <a:pt x="818" y="332213"/>
                    </a:cubicBezTo>
                    <a:cubicBezTo>
                      <a:pt x="-426" y="329730"/>
                      <a:pt x="-426" y="326005"/>
                      <a:pt x="2062" y="323522"/>
                    </a:cubicBezTo>
                    <a:cubicBezTo>
                      <a:pt x="3304" y="322280"/>
                      <a:pt x="99056" y="206808"/>
                      <a:pt x="224650" y="114928"/>
                    </a:cubicBezTo>
                    <a:cubicBezTo>
                      <a:pt x="330348" y="38102"/>
                      <a:pt x="427304" y="-408"/>
                      <a:pt x="510962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5F9B6B48-4448-0F47-AE47-030E52D59DCA}"/>
                  </a:ext>
                </a:extLst>
              </p:cNvPr>
              <p:cNvSpPr/>
              <p:nvPr/>
            </p:nvSpPr>
            <p:spPr>
              <a:xfrm>
                <a:off x="17839741" y="11714556"/>
                <a:ext cx="624142" cy="3850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2" h="310">
                    <a:moveTo>
                      <a:pt x="6" y="310"/>
                    </a:moveTo>
                    <a:cubicBezTo>
                      <a:pt x="4" y="310"/>
                      <a:pt x="3" y="310"/>
                      <a:pt x="2" y="309"/>
                    </a:cubicBezTo>
                    <a:cubicBezTo>
                      <a:pt x="0" y="307"/>
                      <a:pt x="-1" y="303"/>
                      <a:pt x="1" y="300"/>
                    </a:cubicBezTo>
                    <a:cubicBezTo>
                      <a:pt x="3" y="298"/>
                      <a:pt x="166" y="79"/>
                      <a:pt x="494" y="0"/>
                    </a:cubicBezTo>
                    <a:cubicBezTo>
                      <a:pt x="497" y="-1"/>
                      <a:pt x="501" y="1"/>
                      <a:pt x="502" y="5"/>
                    </a:cubicBezTo>
                    <a:cubicBezTo>
                      <a:pt x="503" y="8"/>
                      <a:pt x="500" y="12"/>
                      <a:pt x="497" y="13"/>
                    </a:cubicBezTo>
                    <a:cubicBezTo>
                      <a:pt x="174" y="90"/>
                      <a:pt x="13" y="306"/>
                      <a:pt x="11" y="307"/>
                    </a:cubicBezTo>
                    <a:cubicBezTo>
                      <a:pt x="10" y="309"/>
                      <a:pt x="8" y="310"/>
                      <a:pt x="6" y="3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5E640DE2-DBCC-794C-AD44-D113C4874744}"/>
                  </a:ext>
                </a:extLst>
              </p:cNvPr>
              <p:cNvSpPr/>
              <p:nvPr/>
            </p:nvSpPr>
            <p:spPr>
              <a:xfrm>
                <a:off x="17205633" y="11982492"/>
                <a:ext cx="1134916" cy="7128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2" h="573">
                    <a:moveTo>
                      <a:pt x="874" y="0"/>
                    </a:moveTo>
                    <a:lnTo>
                      <a:pt x="38" y="0"/>
                    </a:lnTo>
                    <a:cubicBezTo>
                      <a:pt x="13" y="0"/>
                      <a:pt x="-5" y="23"/>
                      <a:pt x="1" y="48"/>
                    </a:cubicBezTo>
                    <a:lnTo>
                      <a:pt x="128" y="544"/>
                    </a:lnTo>
                    <a:cubicBezTo>
                      <a:pt x="132" y="561"/>
                      <a:pt x="148" y="573"/>
                      <a:pt x="165" y="573"/>
                    </a:cubicBezTo>
                    <a:lnTo>
                      <a:pt x="746" y="573"/>
                    </a:lnTo>
                    <a:cubicBezTo>
                      <a:pt x="764" y="573"/>
                      <a:pt x="779" y="561"/>
                      <a:pt x="784" y="544"/>
                    </a:cubicBezTo>
                    <a:lnTo>
                      <a:pt x="911" y="48"/>
                    </a:lnTo>
                    <a:cubicBezTo>
                      <a:pt x="917" y="23"/>
                      <a:pt x="899" y="0"/>
                      <a:pt x="87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05A72CFB-1A1A-0947-ABB0-196AB0B50CF1}"/>
                  </a:ext>
                </a:extLst>
              </p:cNvPr>
              <p:cNvSpPr/>
              <p:nvPr/>
            </p:nvSpPr>
            <p:spPr>
              <a:xfrm>
                <a:off x="17198483" y="11973771"/>
                <a:ext cx="1151706" cy="729044"/>
              </a:xfrm>
              <a:custGeom>
                <a:avLst/>
                <a:gdLst>
                  <a:gd name="connsiteX0" fmla="*/ 54445 w 1151706"/>
                  <a:gd name="connsiteY0" fmla="*/ 16198 h 729044"/>
                  <a:gd name="connsiteX1" fmla="*/ 23335 w 1151706"/>
                  <a:gd name="connsiteY1" fmla="*/ 31126 h 729044"/>
                  <a:gd name="connsiteX2" fmla="*/ 17113 w 1151706"/>
                  <a:gd name="connsiteY2" fmla="*/ 65958 h 729044"/>
                  <a:gd name="connsiteX3" fmla="*/ 173909 w 1151706"/>
                  <a:gd name="connsiteY3" fmla="*/ 682986 h 729044"/>
                  <a:gd name="connsiteX4" fmla="*/ 212485 w 1151706"/>
                  <a:gd name="connsiteY4" fmla="*/ 714086 h 729044"/>
                  <a:gd name="connsiteX5" fmla="*/ 935485 w 1151706"/>
                  <a:gd name="connsiteY5" fmla="*/ 714086 h 729044"/>
                  <a:gd name="connsiteX6" fmla="*/ 975307 w 1151706"/>
                  <a:gd name="connsiteY6" fmla="*/ 682986 h 729044"/>
                  <a:gd name="connsiteX7" fmla="*/ 1132101 w 1151706"/>
                  <a:gd name="connsiteY7" fmla="*/ 65958 h 729044"/>
                  <a:gd name="connsiteX8" fmla="*/ 1125879 w 1151706"/>
                  <a:gd name="connsiteY8" fmla="*/ 31126 h 729044"/>
                  <a:gd name="connsiteX9" fmla="*/ 1094769 w 1151706"/>
                  <a:gd name="connsiteY9" fmla="*/ 16198 h 729044"/>
                  <a:gd name="connsiteX10" fmla="*/ 55675 w 1151706"/>
                  <a:gd name="connsiteY10" fmla="*/ 0 h 729044"/>
                  <a:gd name="connsiteX11" fmla="*/ 1096031 w 1151706"/>
                  <a:gd name="connsiteY11" fmla="*/ 0 h 729044"/>
                  <a:gd name="connsiteX12" fmla="*/ 1139587 w 1151706"/>
                  <a:gd name="connsiteY12" fmla="*/ 22394 h 729044"/>
                  <a:gd name="connsiteX13" fmla="*/ 1149543 w 1151706"/>
                  <a:gd name="connsiteY13" fmla="*/ 70914 h 729044"/>
                  <a:gd name="connsiteX14" fmla="*/ 991497 w 1151706"/>
                  <a:gd name="connsiteY14" fmla="*/ 686745 h 729044"/>
                  <a:gd name="connsiteX15" fmla="*/ 936743 w 1151706"/>
                  <a:gd name="connsiteY15" fmla="*/ 729044 h 729044"/>
                  <a:gd name="connsiteX16" fmla="*/ 213719 w 1151706"/>
                  <a:gd name="connsiteY16" fmla="*/ 729044 h 729044"/>
                  <a:gd name="connsiteX17" fmla="*/ 158965 w 1151706"/>
                  <a:gd name="connsiteY17" fmla="*/ 686745 h 729044"/>
                  <a:gd name="connsiteX18" fmla="*/ 2163 w 1151706"/>
                  <a:gd name="connsiteY18" fmla="*/ 70914 h 729044"/>
                  <a:gd name="connsiteX19" fmla="*/ 12119 w 1151706"/>
                  <a:gd name="connsiteY19" fmla="*/ 22394 h 729044"/>
                  <a:gd name="connsiteX20" fmla="*/ 55675 w 1151706"/>
                  <a:gd name="connsiteY20" fmla="*/ 0 h 729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51706" h="729044">
                    <a:moveTo>
                      <a:pt x="54445" y="16198"/>
                    </a:moveTo>
                    <a:cubicBezTo>
                      <a:pt x="42001" y="16198"/>
                      <a:pt x="30803" y="22418"/>
                      <a:pt x="23335" y="31126"/>
                    </a:cubicBezTo>
                    <a:cubicBezTo>
                      <a:pt x="15869" y="42322"/>
                      <a:pt x="12137" y="53518"/>
                      <a:pt x="17113" y="65958"/>
                    </a:cubicBezTo>
                    <a:lnTo>
                      <a:pt x="173909" y="682986"/>
                    </a:lnTo>
                    <a:cubicBezTo>
                      <a:pt x="178887" y="700402"/>
                      <a:pt x="193819" y="714086"/>
                      <a:pt x="212485" y="714086"/>
                    </a:cubicBezTo>
                    <a:lnTo>
                      <a:pt x="935485" y="714086"/>
                    </a:lnTo>
                    <a:cubicBezTo>
                      <a:pt x="954151" y="714086"/>
                      <a:pt x="970329" y="700402"/>
                      <a:pt x="975307" y="682986"/>
                    </a:cubicBezTo>
                    <a:lnTo>
                      <a:pt x="1132101" y="65958"/>
                    </a:lnTo>
                    <a:cubicBezTo>
                      <a:pt x="1135835" y="53518"/>
                      <a:pt x="1133345" y="42322"/>
                      <a:pt x="1125879" y="31126"/>
                    </a:cubicBezTo>
                    <a:cubicBezTo>
                      <a:pt x="1118413" y="22418"/>
                      <a:pt x="1105969" y="16198"/>
                      <a:pt x="1094769" y="16198"/>
                    </a:cubicBezTo>
                    <a:close/>
                    <a:moveTo>
                      <a:pt x="55675" y="0"/>
                    </a:moveTo>
                    <a:lnTo>
                      <a:pt x="1096031" y="0"/>
                    </a:lnTo>
                    <a:cubicBezTo>
                      <a:pt x="1113453" y="0"/>
                      <a:pt x="1128387" y="8709"/>
                      <a:pt x="1139587" y="22394"/>
                    </a:cubicBezTo>
                    <a:cubicBezTo>
                      <a:pt x="1150787" y="36079"/>
                      <a:pt x="1154521" y="53496"/>
                      <a:pt x="1149543" y="70914"/>
                    </a:cubicBezTo>
                    <a:lnTo>
                      <a:pt x="991497" y="686745"/>
                    </a:lnTo>
                    <a:cubicBezTo>
                      <a:pt x="985275" y="711627"/>
                      <a:pt x="962875" y="729044"/>
                      <a:pt x="936743" y="729044"/>
                    </a:cubicBezTo>
                    <a:lnTo>
                      <a:pt x="213719" y="729044"/>
                    </a:lnTo>
                    <a:cubicBezTo>
                      <a:pt x="188831" y="729044"/>
                      <a:pt x="165187" y="711627"/>
                      <a:pt x="158965" y="686745"/>
                    </a:cubicBezTo>
                    <a:lnTo>
                      <a:pt x="2163" y="70914"/>
                    </a:lnTo>
                    <a:cubicBezTo>
                      <a:pt x="-2813" y="53496"/>
                      <a:pt x="919" y="36079"/>
                      <a:pt x="12119" y="22394"/>
                    </a:cubicBezTo>
                    <a:cubicBezTo>
                      <a:pt x="22075" y="8709"/>
                      <a:pt x="38253" y="0"/>
                      <a:pt x="556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248C7D22-8EE9-D34F-A1B6-852B02E65B11}"/>
                </a:ext>
              </a:extLst>
            </p:cNvPr>
            <p:cNvGrpSpPr/>
            <p:nvPr/>
          </p:nvGrpSpPr>
          <p:grpSpPr>
            <a:xfrm>
              <a:off x="8290747" y="7978360"/>
              <a:ext cx="2420573" cy="660502"/>
              <a:chOff x="8290747" y="7978360"/>
              <a:chExt cx="2420573" cy="660502"/>
            </a:xfrm>
          </p:grpSpPr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51AC4DF0-2A41-B142-8C91-DB11FE14F08D}"/>
                  </a:ext>
                </a:extLst>
              </p:cNvPr>
              <p:cNvSpPr/>
              <p:nvPr/>
            </p:nvSpPr>
            <p:spPr>
              <a:xfrm>
                <a:off x="8298219" y="7987084"/>
                <a:ext cx="2404378" cy="6443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31" h="518">
                    <a:moveTo>
                      <a:pt x="0" y="79"/>
                    </a:moveTo>
                    <a:lnTo>
                      <a:pt x="0" y="339"/>
                    </a:lnTo>
                    <a:cubicBezTo>
                      <a:pt x="0" y="382"/>
                      <a:pt x="35" y="418"/>
                      <a:pt x="79" y="418"/>
                    </a:cubicBezTo>
                    <a:lnTo>
                      <a:pt x="1809" y="418"/>
                    </a:lnTo>
                    <a:cubicBezTo>
                      <a:pt x="1814" y="418"/>
                      <a:pt x="1818" y="419"/>
                      <a:pt x="1822" y="424"/>
                    </a:cubicBezTo>
                    <a:lnTo>
                      <a:pt x="1900" y="512"/>
                    </a:lnTo>
                    <a:cubicBezTo>
                      <a:pt x="1911" y="524"/>
                      <a:pt x="1931" y="516"/>
                      <a:pt x="1931" y="500"/>
                    </a:cubicBezTo>
                    <a:lnTo>
                      <a:pt x="1931" y="79"/>
                    </a:lnTo>
                    <a:cubicBezTo>
                      <a:pt x="1931" y="35"/>
                      <a:pt x="1895" y="0"/>
                      <a:pt x="1852" y="0"/>
                    </a:cubicBezTo>
                    <a:lnTo>
                      <a:pt x="79" y="0"/>
                    </a:lnTo>
                    <a:cubicBezTo>
                      <a:pt x="35" y="0"/>
                      <a:pt x="0" y="35"/>
                      <a:pt x="0" y="7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FC9C98B2-F01D-DA47-8004-B233D17241BF}"/>
                  </a:ext>
                </a:extLst>
              </p:cNvPr>
              <p:cNvSpPr/>
              <p:nvPr/>
            </p:nvSpPr>
            <p:spPr>
              <a:xfrm>
                <a:off x="8290747" y="7978360"/>
                <a:ext cx="2420573" cy="660502"/>
              </a:xfrm>
              <a:custGeom>
                <a:avLst/>
                <a:gdLst>
                  <a:gd name="connsiteX0" fmla="*/ 105841 w 2420573"/>
                  <a:gd name="connsiteY0" fmla="*/ 16201 h 660502"/>
                  <a:gd name="connsiteX1" fmla="*/ 14946 w 2420573"/>
                  <a:gd name="connsiteY1" fmla="*/ 106996 h 660502"/>
                  <a:gd name="connsiteX2" fmla="*/ 14946 w 2420573"/>
                  <a:gd name="connsiteY2" fmla="*/ 430374 h 660502"/>
                  <a:gd name="connsiteX3" fmla="*/ 105841 w 2420573"/>
                  <a:gd name="connsiteY3" fmla="*/ 519925 h 660502"/>
                  <a:gd name="connsiteX4" fmla="*/ 2259939 w 2420573"/>
                  <a:gd name="connsiteY4" fmla="*/ 519925 h 660502"/>
                  <a:gd name="connsiteX5" fmla="*/ 2282351 w 2420573"/>
                  <a:gd name="connsiteY5" fmla="*/ 529875 h 660502"/>
                  <a:gd name="connsiteX6" fmla="*/ 2379472 w 2420573"/>
                  <a:gd name="connsiteY6" fmla="*/ 639326 h 660502"/>
                  <a:gd name="connsiteX7" fmla="*/ 2395659 w 2420573"/>
                  <a:gd name="connsiteY7" fmla="*/ 643057 h 660502"/>
                  <a:gd name="connsiteX8" fmla="*/ 2404375 w 2420573"/>
                  <a:gd name="connsiteY8" fmla="*/ 630620 h 660502"/>
                  <a:gd name="connsiteX9" fmla="*/ 2404375 w 2420573"/>
                  <a:gd name="connsiteY9" fmla="*/ 106996 h 660502"/>
                  <a:gd name="connsiteX10" fmla="*/ 2313479 w 2420573"/>
                  <a:gd name="connsiteY10" fmla="*/ 16201 h 660502"/>
                  <a:gd name="connsiteX11" fmla="*/ 105838 w 2420573"/>
                  <a:gd name="connsiteY11" fmla="*/ 0 h 660502"/>
                  <a:gd name="connsiteX12" fmla="*/ 2313490 w 2420573"/>
                  <a:gd name="connsiteY12" fmla="*/ 0 h 660502"/>
                  <a:gd name="connsiteX13" fmla="*/ 2420573 w 2420573"/>
                  <a:gd name="connsiteY13" fmla="*/ 106974 h 660502"/>
                  <a:gd name="connsiteX14" fmla="*/ 2420573 w 2420573"/>
                  <a:gd name="connsiteY14" fmla="*/ 630649 h 660502"/>
                  <a:gd name="connsiteX15" fmla="*/ 2400651 w 2420573"/>
                  <a:gd name="connsiteY15" fmla="*/ 659258 h 660502"/>
                  <a:gd name="connsiteX16" fmla="*/ 2389444 w 2420573"/>
                  <a:gd name="connsiteY16" fmla="*/ 660502 h 660502"/>
                  <a:gd name="connsiteX17" fmla="*/ 2367031 w 2420573"/>
                  <a:gd name="connsiteY17" fmla="*/ 650551 h 660502"/>
                  <a:gd name="connsiteX18" fmla="*/ 2269910 w 2420573"/>
                  <a:gd name="connsiteY18" fmla="*/ 541089 h 660502"/>
                  <a:gd name="connsiteX19" fmla="*/ 2259949 w 2420573"/>
                  <a:gd name="connsiteY19" fmla="*/ 536114 h 660502"/>
                  <a:gd name="connsiteX20" fmla="*/ 105838 w 2420573"/>
                  <a:gd name="connsiteY20" fmla="*/ 536114 h 660502"/>
                  <a:gd name="connsiteX21" fmla="*/ 0 w 2420573"/>
                  <a:gd name="connsiteY21" fmla="*/ 430384 h 660502"/>
                  <a:gd name="connsiteX22" fmla="*/ 0 w 2420573"/>
                  <a:gd name="connsiteY22" fmla="*/ 106974 h 660502"/>
                  <a:gd name="connsiteX23" fmla="*/ 105838 w 2420573"/>
                  <a:gd name="connsiteY23" fmla="*/ 0 h 66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20573" h="660502">
                    <a:moveTo>
                      <a:pt x="105841" y="16201"/>
                    </a:moveTo>
                    <a:cubicBezTo>
                      <a:pt x="56036" y="16201"/>
                      <a:pt x="14946" y="56002"/>
                      <a:pt x="14946" y="106996"/>
                    </a:cubicBezTo>
                    <a:lnTo>
                      <a:pt x="14946" y="430374"/>
                    </a:lnTo>
                    <a:cubicBezTo>
                      <a:pt x="14946" y="478881"/>
                      <a:pt x="56036" y="519925"/>
                      <a:pt x="105841" y="519925"/>
                    </a:cubicBezTo>
                    <a:lnTo>
                      <a:pt x="2259939" y="519925"/>
                    </a:lnTo>
                    <a:cubicBezTo>
                      <a:pt x="2267409" y="519925"/>
                      <a:pt x="2276125" y="523656"/>
                      <a:pt x="2282351" y="529875"/>
                    </a:cubicBezTo>
                    <a:lnTo>
                      <a:pt x="2379472" y="639326"/>
                    </a:lnTo>
                    <a:cubicBezTo>
                      <a:pt x="2384453" y="645545"/>
                      <a:pt x="2390679" y="645545"/>
                      <a:pt x="2395659" y="643057"/>
                    </a:cubicBezTo>
                    <a:cubicBezTo>
                      <a:pt x="2398149" y="641814"/>
                      <a:pt x="2404375" y="636838"/>
                      <a:pt x="2404375" y="630620"/>
                    </a:cubicBezTo>
                    <a:lnTo>
                      <a:pt x="2404375" y="106996"/>
                    </a:lnTo>
                    <a:cubicBezTo>
                      <a:pt x="2404375" y="56002"/>
                      <a:pt x="2363285" y="16201"/>
                      <a:pt x="2313479" y="16201"/>
                    </a:cubicBezTo>
                    <a:close/>
                    <a:moveTo>
                      <a:pt x="105838" y="0"/>
                    </a:moveTo>
                    <a:lnTo>
                      <a:pt x="2313490" y="0"/>
                    </a:lnTo>
                    <a:cubicBezTo>
                      <a:pt x="2372012" y="0"/>
                      <a:pt x="2420573" y="48512"/>
                      <a:pt x="2420573" y="106974"/>
                    </a:cubicBezTo>
                    <a:lnTo>
                      <a:pt x="2420573" y="630649"/>
                    </a:lnTo>
                    <a:cubicBezTo>
                      <a:pt x="2420573" y="643088"/>
                      <a:pt x="2411857" y="654283"/>
                      <a:pt x="2400651" y="659258"/>
                    </a:cubicBezTo>
                    <a:cubicBezTo>
                      <a:pt x="2396915" y="659258"/>
                      <a:pt x="2393180" y="660502"/>
                      <a:pt x="2389444" y="660502"/>
                    </a:cubicBezTo>
                    <a:cubicBezTo>
                      <a:pt x="2381973" y="660502"/>
                      <a:pt x="2373257" y="656770"/>
                      <a:pt x="2367031" y="650551"/>
                    </a:cubicBezTo>
                    <a:lnTo>
                      <a:pt x="2269910" y="541089"/>
                    </a:lnTo>
                    <a:cubicBezTo>
                      <a:pt x="2267419" y="537358"/>
                      <a:pt x="2263684" y="536114"/>
                      <a:pt x="2259949" y="536114"/>
                    </a:cubicBezTo>
                    <a:lnTo>
                      <a:pt x="105838" y="536114"/>
                    </a:lnTo>
                    <a:cubicBezTo>
                      <a:pt x="47316" y="536114"/>
                      <a:pt x="0" y="488846"/>
                      <a:pt x="0" y="430384"/>
                    </a:cubicBezTo>
                    <a:lnTo>
                      <a:pt x="0" y="106974"/>
                    </a:lnTo>
                    <a:cubicBezTo>
                      <a:pt x="0" y="48512"/>
                      <a:pt x="47316" y="0"/>
                      <a:pt x="1058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9476771A-9F8B-F542-B66B-081A52CEE086}"/>
                  </a:ext>
                </a:extLst>
              </p:cNvPr>
              <p:cNvSpPr/>
              <p:nvPr/>
            </p:nvSpPr>
            <p:spPr>
              <a:xfrm>
                <a:off x="8437751" y="8096752"/>
                <a:ext cx="1124950" cy="56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4" h="46">
                    <a:moveTo>
                      <a:pt x="881" y="0"/>
                    </a:moveTo>
                    <a:lnTo>
                      <a:pt x="23" y="0"/>
                    </a:lnTo>
                    <a:cubicBezTo>
                      <a:pt x="10" y="0"/>
                      <a:pt x="0" y="11"/>
                      <a:pt x="0" y="24"/>
                    </a:cubicBezTo>
                    <a:cubicBezTo>
                      <a:pt x="0" y="36"/>
                      <a:pt x="10" y="46"/>
                      <a:pt x="23" y="46"/>
                    </a:cubicBezTo>
                    <a:lnTo>
                      <a:pt x="881" y="46"/>
                    </a:lnTo>
                    <a:cubicBezTo>
                      <a:pt x="894" y="46"/>
                      <a:pt x="904" y="36"/>
                      <a:pt x="904" y="24"/>
                    </a:cubicBezTo>
                    <a:cubicBezTo>
                      <a:pt x="904" y="11"/>
                      <a:pt x="894" y="0"/>
                      <a:pt x="8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D8BEE8BA-0EE7-2944-8BB9-68F94356DEE8}"/>
                  </a:ext>
                </a:extLst>
              </p:cNvPr>
              <p:cNvSpPr/>
              <p:nvPr/>
            </p:nvSpPr>
            <p:spPr>
              <a:xfrm>
                <a:off x="9183980" y="8237576"/>
                <a:ext cx="378721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5" h="13">
                    <a:moveTo>
                      <a:pt x="299" y="13"/>
                    </a:moveTo>
                    <a:lnTo>
                      <a:pt x="7" y="13"/>
                    </a:lnTo>
                    <a:cubicBezTo>
                      <a:pt x="3" y="13"/>
                      <a:pt x="0" y="11"/>
                      <a:pt x="0" y="7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299" y="0"/>
                    </a:lnTo>
                    <a:cubicBezTo>
                      <a:pt x="302" y="0"/>
                      <a:pt x="305" y="4"/>
                      <a:pt x="305" y="7"/>
                    </a:cubicBezTo>
                    <a:cubicBezTo>
                      <a:pt x="305" y="11"/>
                      <a:pt x="302" y="13"/>
                      <a:pt x="299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B223F093-73CB-004A-820D-636132188C5E}"/>
                  </a:ext>
                </a:extLst>
              </p:cNvPr>
              <p:cNvSpPr/>
              <p:nvPr/>
            </p:nvSpPr>
            <p:spPr>
              <a:xfrm>
                <a:off x="8437751" y="8237576"/>
                <a:ext cx="580539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7" h="13">
                    <a:moveTo>
                      <a:pt x="461" y="13"/>
                    </a:moveTo>
                    <a:lnTo>
                      <a:pt x="6" y="13"/>
                    </a:lnTo>
                    <a:cubicBezTo>
                      <a:pt x="3" y="13"/>
                      <a:pt x="0" y="11"/>
                      <a:pt x="0" y="7"/>
                    </a:cubicBezTo>
                    <a:cubicBezTo>
                      <a:pt x="0" y="4"/>
                      <a:pt x="3" y="0"/>
                      <a:pt x="6" y="0"/>
                    </a:cubicBezTo>
                    <a:lnTo>
                      <a:pt x="461" y="0"/>
                    </a:lnTo>
                    <a:cubicBezTo>
                      <a:pt x="465" y="0"/>
                      <a:pt x="467" y="4"/>
                      <a:pt x="467" y="7"/>
                    </a:cubicBezTo>
                    <a:cubicBezTo>
                      <a:pt x="467" y="11"/>
                      <a:pt x="465" y="13"/>
                      <a:pt x="461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D97075D5-A41D-C44F-962D-A9E6D1A1CEF8}"/>
                  </a:ext>
                </a:extLst>
              </p:cNvPr>
              <p:cNvSpPr/>
              <p:nvPr/>
            </p:nvSpPr>
            <p:spPr>
              <a:xfrm>
                <a:off x="8437751" y="8318581"/>
                <a:ext cx="112495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4" h="13">
                    <a:moveTo>
                      <a:pt x="898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898" y="0"/>
                    </a:lnTo>
                    <a:cubicBezTo>
                      <a:pt x="901" y="0"/>
                      <a:pt x="904" y="3"/>
                      <a:pt x="904" y="7"/>
                    </a:cubicBezTo>
                    <a:cubicBezTo>
                      <a:pt x="904" y="10"/>
                      <a:pt x="901" y="13"/>
                      <a:pt x="898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3DBC9E6A-3BEF-474B-8F17-6AB0BE63CBDE}"/>
                  </a:ext>
                </a:extLst>
              </p:cNvPr>
              <p:cNvSpPr/>
              <p:nvPr/>
            </p:nvSpPr>
            <p:spPr>
              <a:xfrm>
                <a:off x="8437751" y="8398339"/>
                <a:ext cx="112495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4" h="13">
                    <a:moveTo>
                      <a:pt x="898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898" y="0"/>
                    </a:lnTo>
                    <a:cubicBezTo>
                      <a:pt x="901" y="0"/>
                      <a:pt x="904" y="2"/>
                      <a:pt x="904" y="6"/>
                    </a:cubicBezTo>
                    <a:cubicBezTo>
                      <a:pt x="904" y="10"/>
                      <a:pt x="901" y="13"/>
                      <a:pt x="898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4" name="Freeform 553">
                <a:extLst>
                  <a:ext uri="{FF2B5EF4-FFF2-40B4-BE49-F238E27FC236}">
                    <a16:creationId xmlns:a16="http://schemas.microsoft.com/office/drawing/2014/main" id="{C2125E86-6991-5D44-AD48-A47E80E37800}"/>
                  </a:ext>
                </a:extLst>
              </p:cNvPr>
              <p:cNvSpPr/>
              <p:nvPr/>
            </p:nvSpPr>
            <p:spPr>
              <a:xfrm>
                <a:off x="9678559" y="8096752"/>
                <a:ext cx="936835" cy="316542"/>
              </a:xfrm>
              <a:custGeom>
                <a:avLst/>
                <a:gdLst>
                  <a:gd name="connsiteX0" fmla="*/ 37345 w 936835"/>
                  <a:gd name="connsiteY0" fmla="*/ 17447 h 316542"/>
                  <a:gd name="connsiteX1" fmla="*/ 16196 w 936835"/>
                  <a:gd name="connsiteY1" fmla="*/ 38540 h 316542"/>
                  <a:gd name="connsiteX2" fmla="*/ 16196 w 936835"/>
                  <a:gd name="connsiteY2" fmla="*/ 279248 h 316542"/>
                  <a:gd name="connsiteX3" fmla="*/ 37345 w 936835"/>
                  <a:gd name="connsiteY3" fmla="*/ 300341 h 316542"/>
                  <a:gd name="connsiteX4" fmla="*/ 899490 w 936835"/>
                  <a:gd name="connsiteY4" fmla="*/ 300341 h 316542"/>
                  <a:gd name="connsiteX5" fmla="*/ 919395 w 936835"/>
                  <a:gd name="connsiteY5" fmla="*/ 279248 h 316542"/>
                  <a:gd name="connsiteX6" fmla="*/ 919395 w 936835"/>
                  <a:gd name="connsiteY6" fmla="*/ 38540 h 316542"/>
                  <a:gd name="connsiteX7" fmla="*/ 899490 w 936835"/>
                  <a:gd name="connsiteY7" fmla="*/ 17447 h 316542"/>
                  <a:gd name="connsiteX8" fmla="*/ 37324 w 936835"/>
                  <a:gd name="connsiteY8" fmla="*/ 0 h 316542"/>
                  <a:gd name="connsiteX9" fmla="*/ 899511 w 936835"/>
                  <a:gd name="connsiteY9" fmla="*/ 0 h 316542"/>
                  <a:gd name="connsiteX10" fmla="*/ 936835 w 936835"/>
                  <a:gd name="connsiteY10" fmla="*/ 38482 h 316542"/>
                  <a:gd name="connsiteX11" fmla="*/ 936835 w 936835"/>
                  <a:gd name="connsiteY11" fmla="*/ 279302 h 316542"/>
                  <a:gd name="connsiteX12" fmla="*/ 899511 w 936835"/>
                  <a:gd name="connsiteY12" fmla="*/ 316542 h 316542"/>
                  <a:gd name="connsiteX13" fmla="*/ 37324 w 936835"/>
                  <a:gd name="connsiteY13" fmla="*/ 316542 h 316542"/>
                  <a:gd name="connsiteX14" fmla="*/ 0 w 936835"/>
                  <a:gd name="connsiteY14" fmla="*/ 279302 h 316542"/>
                  <a:gd name="connsiteX15" fmla="*/ 0 w 936835"/>
                  <a:gd name="connsiteY15" fmla="*/ 38482 h 316542"/>
                  <a:gd name="connsiteX16" fmla="*/ 37324 w 936835"/>
                  <a:gd name="connsiteY16" fmla="*/ 0 h 316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6835" h="316542">
                    <a:moveTo>
                      <a:pt x="37345" y="17447"/>
                    </a:moveTo>
                    <a:cubicBezTo>
                      <a:pt x="26149" y="17447"/>
                      <a:pt x="16196" y="26133"/>
                      <a:pt x="16196" y="38540"/>
                    </a:cubicBezTo>
                    <a:lnTo>
                      <a:pt x="16196" y="279248"/>
                    </a:lnTo>
                    <a:cubicBezTo>
                      <a:pt x="16196" y="290415"/>
                      <a:pt x="26149" y="300341"/>
                      <a:pt x="37345" y="300341"/>
                    </a:cubicBezTo>
                    <a:lnTo>
                      <a:pt x="899490" y="300341"/>
                    </a:lnTo>
                    <a:cubicBezTo>
                      <a:pt x="910687" y="300341"/>
                      <a:pt x="919395" y="290415"/>
                      <a:pt x="919395" y="279248"/>
                    </a:cubicBezTo>
                    <a:lnTo>
                      <a:pt x="919395" y="38540"/>
                    </a:lnTo>
                    <a:cubicBezTo>
                      <a:pt x="919395" y="26133"/>
                      <a:pt x="910687" y="17447"/>
                      <a:pt x="899490" y="17447"/>
                    </a:cubicBezTo>
                    <a:close/>
                    <a:moveTo>
                      <a:pt x="37324" y="0"/>
                    </a:moveTo>
                    <a:lnTo>
                      <a:pt x="899511" y="0"/>
                    </a:lnTo>
                    <a:cubicBezTo>
                      <a:pt x="919417" y="0"/>
                      <a:pt x="936835" y="17379"/>
                      <a:pt x="936835" y="38482"/>
                    </a:cubicBezTo>
                    <a:lnTo>
                      <a:pt x="936835" y="279302"/>
                    </a:lnTo>
                    <a:cubicBezTo>
                      <a:pt x="936835" y="299163"/>
                      <a:pt x="919417" y="316542"/>
                      <a:pt x="899511" y="316542"/>
                    </a:cubicBezTo>
                    <a:lnTo>
                      <a:pt x="37324" y="316542"/>
                    </a:lnTo>
                    <a:cubicBezTo>
                      <a:pt x="17418" y="316542"/>
                      <a:pt x="0" y="299163"/>
                      <a:pt x="0" y="279302"/>
                    </a:cubicBezTo>
                    <a:lnTo>
                      <a:pt x="0" y="38482"/>
                    </a:lnTo>
                    <a:cubicBezTo>
                      <a:pt x="0" y="17379"/>
                      <a:pt x="17418" y="0"/>
                      <a:pt x="373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D519604E-579A-9B43-AF86-AE9083F320BC}"/>
                  </a:ext>
                </a:extLst>
              </p:cNvPr>
              <p:cNvSpPr/>
              <p:nvPr/>
            </p:nvSpPr>
            <p:spPr>
              <a:xfrm>
                <a:off x="9780714" y="8176507"/>
                <a:ext cx="156970" cy="1570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7" h="127">
                    <a:moveTo>
                      <a:pt x="127" y="64"/>
                    </a:moveTo>
                    <a:cubicBezTo>
                      <a:pt x="127" y="99"/>
                      <a:pt x="99" y="127"/>
                      <a:pt x="63" y="127"/>
                    </a:cubicBezTo>
                    <a:cubicBezTo>
                      <a:pt x="28" y="127"/>
                      <a:pt x="0" y="99"/>
                      <a:pt x="0" y="64"/>
                    </a:cubicBezTo>
                    <a:cubicBezTo>
                      <a:pt x="0" y="29"/>
                      <a:pt x="28" y="0"/>
                      <a:pt x="63" y="0"/>
                    </a:cubicBezTo>
                    <a:cubicBezTo>
                      <a:pt x="99" y="0"/>
                      <a:pt x="127" y="29"/>
                      <a:pt x="127" y="64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5" name="Freeform 554">
                <a:extLst>
                  <a:ext uri="{FF2B5EF4-FFF2-40B4-BE49-F238E27FC236}">
                    <a16:creationId xmlns:a16="http://schemas.microsoft.com/office/drawing/2014/main" id="{686F7817-E7C1-6D4C-AC20-372FC8744D4B}"/>
                  </a:ext>
                </a:extLst>
              </p:cNvPr>
              <p:cNvSpPr/>
              <p:nvPr/>
            </p:nvSpPr>
            <p:spPr>
              <a:xfrm>
                <a:off x="9773240" y="8169033"/>
                <a:ext cx="173165" cy="171980"/>
              </a:xfrm>
              <a:custGeom>
                <a:avLst/>
                <a:gdLst>
                  <a:gd name="connsiteX0" fmla="*/ 86576 w 173165"/>
                  <a:gd name="connsiteY0" fmla="*/ 16201 h 171980"/>
                  <a:gd name="connsiteX1" fmla="*/ 14949 w 173165"/>
                  <a:gd name="connsiteY1" fmla="*/ 86613 h 171980"/>
                  <a:gd name="connsiteX2" fmla="*/ 86576 w 173165"/>
                  <a:gd name="connsiteY2" fmla="*/ 157025 h 171980"/>
                  <a:gd name="connsiteX3" fmla="*/ 156969 w 173165"/>
                  <a:gd name="connsiteY3" fmla="*/ 86613 h 171980"/>
                  <a:gd name="connsiteX4" fmla="*/ 86576 w 173165"/>
                  <a:gd name="connsiteY4" fmla="*/ 16201 h 171980"/>
                  <a:gd name="connsiteX5" fmla="*/ 86582 w 173165"/>
                  <a:gd name="connsiteY5" fmla="*/ 0 h 171980"/>
                  <a:gd name="connsiteX6" fmla="*/ 173165 w 173165"/>
                  <a:gd name="connsiteY6" fmla="*/ 86609 h 171980"/>
                  <a:gd name="connsiteX7" fmla="*/ 86582 w 173165"/>
                  <a:gd name="connsiteY7" fmla="*/ 171980 h 171980"/>
                  <a:gd name="connsiteX8" fmla="*/ 0 w 173165"/>
                  <a:gd name="connsiteY8" fmla="*/ 86609 h 171980"/>
                  <a:gd name="connsiteX9" fmla="*/ 86582 w 173165"/>
                  <a:gd name="connsiteY9" fmla="*/ 0 h 171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3165" h="171980">
                    <a:moveTo>
                      <a:pt x="86576" y="16201"/>
                    </a:moveTo>
                    <a:cubicBezTo>
                      <a:pt x="47058" y="16201"/>
                      <a:pt x="14949" y="47084"/>
                      <a:pt x="14949" y="86613"/>
                    </a:cubicBezTo>
                    <a:cubicBezTo>
                      <a:pt x="14949" y="124907"/>
                      <a:pt x="47058" y="157025"/>
                      <a:pt x="86576" y="157025"/>
                    </a:cubicBezTo>
                    <a:cubicBezTo>
                      <a:pt x="124860" y="157025"/>
                      <a:pt x="156969" y="124907"/>
                      <a:pt x="156969" y="86613"/>
                    </a:cubicBezTo>
                    <a:cubicBezTo>
                      <a:pt x="156969" y="47084"/>
                      <a:pt x="124860" y="16201"/>
                      <a:pt x="86576" y="16201"/>
                    </a:cubicBezTo>
                    <a:close/>
                    <a:moveTo>
                      <a:pt x="86582" y="0"/>
                    </a:moveTo>
                    <a:cubicBezTo>
                      <a:pt x="133584" y="0"/>
                      <a:pt x="173165" y="38355"/>
                      <a:pt x="173165" y="86609"/>
                    </a:cubicBezTo>
                    <a:cubicBezTo>
                      <a:pt x="173165" y="133625"/>
                      <a:pt x="133584" y="171980"/>
                      <a:pt x="86582" y="171980"/>
                    </a:cubicBezTo>
                    <a:cubicBezTo>
                      <a:pt x="38344" y="171980"/>
                      <a:pt x="0" y="133625"/>
                      <a:pt x="0" y="86609"/>
                    </a:cubicBezTo>
                    <a:cubicBezTo>
                      <a:pt x="0" y="38355"/>
                      <a:pt x="38344" y="0"/>
                      <a:pt x="865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6" name="Freeform 555">
                <a:extLst>
                  <a:ext uri="{FF2B5EF4-FFF2-40B4-BE49-F238E27FC236}">
                    <a16:creationId xmlns:a16="http://schemas.microsoft.com/office/drawing/2014/main" id="{DF39BCC6-1749-5F4A-8981-0B0061E4905C}"/>
                  </a:ext>
                </a:extLst>
              </p:cNvPr>
              <p:cNvSpPr/>
              <p:nvPr/>
            </p:nvSpPr>
            <p:spPr>
              <a:xfrm>
                <a:off x="10027381" y="8215144"/>
                <a:ext cx="502054" cy="82251"/>
              </a:xfrm>
              <a:custGeom>
                <a:avLst/>
                <a:gdLst>
                  <a:gd name="connsiteX0" fmla="*/ 41045 w 502054"/>
                  <a:gd name="connsiteY0" fmla="*/ 16201 h 82251"/>
                  <a:gd name="connsiteX1" fmla="*/ 16195 w 502054"/>
                  <a:gd name="connsiteY1" fmla="*/ 40518 h 82251"/>
                  <a:gd name="connsiteX2" fmla="*/ 41045 w 502054"/>
                  <a:gd name="connsiteY2" fmla="*/ 66050 h 82251"/>
                  <a:gd name="connsiteX3" fmla="*/ 459766 w 502054"/>
                  <a:gd name="connsiteY3" fmla="*/ 66050 h 82251"/>
                  <a:gd name="connsiteX4" fmla="*/ 485858 w 502054"/>
                  <a:gd name="connsiteY4" fmla="*/ 40518 h 82251"/>
                  <a:gd name="connsiteX5" fmla="*/ 459766 w 502054"/>
                  <a:gd name="connsiteY5" fmla="*/ 16201 h 82251"/>
                  <a:gd name="connsiteX6" fmla="*/ 41009 w 502054"/>
                  <a:gd name="connsiteY6" fmla="*/ 0 h 82251"/>
                  <a:gd name="connsiteX7" fmla="*/ 459802 w 502054"/>
                  <a:gd name="connsiteY7" fmla="*/ 0 h 82251"/>
                  <a:gd name="connsiteX8" fmla="*/ 502054 w 502054"/>
                  <a:gd name="connsiteY8" fmla="*/ 40512 h 82251"/>
                  <a:gd name="connsiteX9" fmla="*/ 459802 w 502054"/>
                  <a:gd name="connsiteY9" fmla="*/ 82251 h 82251"/>
                  <a:gd name="connsiteX10" fmla="*/ 41009 w 502054"/>
                  <a:gd name="connsiteY10" fmla="*/ 82251 h 82251"/>
                  <a:gd name="connsiteX11" fmla="*/ 0 w 502054"/>
                  <a:gd name="connsiteY11" fmla="*/ 40512 h 82251"/>
                  <a:gd name="connsiteX12" fmla="*/ 41009 w 502054"/>
                  <a:gd name="connsiteY12" fmla="*/ 0 h 82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2054" h="82251">
                    <a:moveTo>
                      <a:pt x="41045" y="16201"/>
                    </a:moveTo>
                    <a:cubicBezTo>
                      <a:pt x="27377" y="16201"/>
                      <a:pt x="16195" y="27144"/>
                      <a:pt x="16195" y="40518"/>
                    </a:cubicBezTo>
                    <a:cubicBezTo>
                      <a:pt x="16195" y="55108"/>
                      <a:pt x="27377" y="66050"/>
                      <a:pt x="41045" y="66050"/>
                    </a:cubicBezTo>
                    <a:lnTo>
                      <a:pt x="459766" y="66050"/>
                    </a:lnTo>
                    <a:cubicBezTo>
                      <a:pt x="473433" y="66050"/>
                      <a:pt x="485858" y="55108"/>
                      <a:pt x="485858" y="40518"/>
                    </a:cubicBezTo>
                    <a:cubicBezTo>
                      <a:pt x="485858" y="27144"/>
                      <a:pt x="473433" y="16201"/>
                      <a:pt x="459766" y="16201"/>
                    </a:cubicBezTo>
                    <a:close/>
                    <a:moveTo>
                      <a:pt x="41009" y="0"/>
                    </a:moveTo>
                    <a:lnTo>
                      <a:pt x="459802" y="0"/>
                    </a:lnTo>
                    <a:cubicBezTo>
                      <a:pt x="483413" y="0"/>
                      <a:pt x="502054" y="18415"/>
                      <a:pt x="502054" y="40512"/>
                    </a:cubicBezTo>
                    <a:cubicBezTo>
                      <a:pt x="502054" y="63837"/>
                      <a:pt x="483413" y="82251"/>
                      <a:pt x="459802" y="82251"/>
                    </a:cubicBezTo>
                    <a:lnTo>
                      <a:pt x="41009" y="82251"/>
                    </a:lnTo>
                    <a:cubicBezTo>
                      <a:pt x="18641" y="82251"/>
                      <a:pt x="0" y="63837"/>
                      <a:pt x="0" y="40512"/>
                    </a:cubicBezTo>
                    <a:cubicBezTo>
                      <a:pt x="0" y="18415"/>
                      <a:pt x="18641" y="0"/>
                      <a:pt x="410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62" name="Group 561">
              <a:extLst>
                <a:ext uri="{FF2B5EF4-FFF2-40B4-BE49-F238E27FC236}">
                  <a16:creationId xmlns:a16="http://schemas.microsoft.com/office/drawing/2014/main" id="{537480AC-06B0-0F45-9573-23C919FEAB5B}"/>
                </a:ext>
              </a:extLst>
            </p:cNvPr>
            <p:cNvGrpSpPr/>
            <p:nvPr/>
          </p:nvGrpSpPr>
          <p:grpSpPr>
            <a:xfrm>
              <a:off x="6209029" y="7497316"/>
              <a:ext cx="661515" cy="662994"/>
              <a:chOff x="6209029" y="7497316"/>
              <a:chExt cx="661515" cy="662994"/>
            </a:xfrm>
          </p:grpSpPr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A0514B2E-BE53-9A45-BCFF-E975ECEC00D4}"/>
                  </a:ext>
                </a:extLst>
              </p:cNvPr>
              <p:cNvSpPr/>
              <p:nvPr/>
            </p:nvSpPr>
            <p:spPr>
              <a:xfrm>
                <a:off x="6216504" y="7504793"/>
                <a:ext cx="646566" cy="6467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0" h="520">
                    <a:moveTo>
                      <a:pt x="520" y="284"/>
                    </a:moveTo>
                    <a:lnTo>
                      <a:pt x="520" y="236"/>
                    </a:lnTo>
                    <a:cubicBezTo>
                      <a:pt x="520" y="222"/>
                      <a:pt x="508" y="211"/>
                      <a:pt x="495" y="211"/>
                    </a:cubicBezTo>
                    <a:lnTo>
                      <a:pt x="468" y="211"/>
                    </a:lnTo>
                    <a:cubicBezTo>
                      <a:pt x="457" y="211"/>
                      <a:pt x="448" y="204"/>
                      <a:pt x="444" y="195"/>
                    </a:cubicBezTo>
                    <a:cubicBezTo>
                      <a:pt x="442" y="189"/>
                      <a:pt x="439" y="183"/>
                      <a:pt x="437" y="176"/>
                    </a:cubicBezTo>
                    <a:cubicBezTo>
                      <a:pt x="432" y="167"/>
                      <a:pt x="434" y="156"/>
                      <a:pt x="441" y="148"/>
                    </a:cubicBezTo>
                    <a:lnTo>
                      <a:pt x="461" y="129"/>
                    </a:lnTo>
                    <a:cubicBezTo>
                      <a:pt x="471" y="119"/>
                      <a:pt x="471" y="104"/>
                      <a:pt x="461" y="94"/>
                    </a:cubicBezTo>
                    <a:lnTo>
                      <a:pt x="426" y="59"/>
                    </a:lnTo>
                    <a:cubicBezTo>
                      <a:pt x="417" y="50"/>
                      <a:pt x="401" y="50"/>
                      <a:pt x="392" y="59"/>
                    </a:cubicBezTo>
                    <a:lnTo>
                      <a:pt x="372" y="79"/>
                    </a:lnTo>
                    <a:cubicBezTo>
                      <a:pt x="364" y="87"/>
                      <a:pt x="353" y="88"/>
                      <a:pt x="344" y="83"/>
                    </a:cubicBezTo>
                    <a:cubicBezTo>
                      <a:pt x="338" y="80"/>
                      <a:pt x="332" y="78"/>
                      <a:pt x="326" y="76"/>
                    </a:cubicBezTo>
                    <a:cubicBezTo>
                      <a:pt x="316" y="72"/>
                      <a:pt x="309" y="63"/>
                      <a:pt x="309" y="53"/>
                    </a:cubicBezTo>
                    <a:lnTo>
                      <a:pt x="309" y="25"/>
                    </a:lnTo>
                    <a:cubicBezTo>
                      <a:pt x="309" y="11"/>
                      <a:pt x="298" y="0"/>
                      <a:pt x="285" y="0"/>
                    </a:cubicBezTo>
                    <a:lnTo>
                      <a:pt x="235" y="0"/>
                    </a:lnTo>
                    <a:cubicBezTo>
                      <a:pt x="222" y="0"/>
                      <a:pt x="211" y="11"/>
                      <a:pt x="211" y="25"/>
                    </a:cubicBezTo>
                    <a:lnTo>
                      <a:pt x="211" y="53"/>
                    </a:lnTo>
                    <a:cubicBezTo>
                      <a:pt x="211" y="63"/>
                      <a:pt x="204" y="72"/>
                      <a:pt x="194" y="76"/>
                    </a:cubicBezTo>
                    <a:cubicBezTo>
                      <a:pt x="188" y="78"/>
                      <a:pt x="182" y="80"/>
                      <a:pt x="176" y="83"/>
                    </a:cubicBezTo>
                    <a:cubicBezTo>
                      <a:pt x="167" y="88"/>
                      <a:pt x="155" y="87"/>
                      <a:pt x="148" y="79"/>
                    </a:cubicBezTo>
                    <a:lnTo>
                      <a:pt x="128" y="59"/>
                    </a:lnTo>
                    <a:cubicBezTo>
                      <a:pt x="118" y="50"/>
                      <a:pt x="103" y="50"/>
                      <a:pt x="93" y="59"/>
                    </a:cubicBezTo>
                    <a:lnTo>
                      <a:pt x="59" y="94"/>
                    </a:lnTo>
                    <a:cubicBezTo>
                      <a:pt x="49" y="104"/>
                      <a:pt x="49" y="119"/>
                      <a:pt x="59" y="129"/>
                    </a:cubicBezTo>
                    <a:lnTo>
                      <a:pt x="79" y="148"/>
                    </a:lnTo>
                    <a:cubicBezTo>
                      <a:pt x="86" y="156"/>
                      <a:pt x="88" y="167"/>
                      <a:pt x="83" y="176"/>
                    </a:cubicBezTo>
                    <a:cubicBezTo>
                      <a:pt x="81" y="183"/>
                      <a:pt x="77" y="189"/>
                      <a:pt x="76" y="195"/>
                    </a:cubicBezTo>
                    <a:cubicBezTo>
                      <a:pt x="72" y="204"/>
                      <a:pt x="63" y="211"/>
                      <a:pt x="52" y="211"/>
                    </a:cubicBezTo>
                    <a:lnTo>
                      <a:pt x="24" y="211"/>
                    </a:lnTo>
                    <a:cubicBezTo>
                      <a:pt x="11" y="211"/>
                      <a:pt x="0" y="222"/>
                      <a:pt x="0" y="236"/>
                    </a:cubicBezTo>
                    <a:lnTo>
                      <a:pt x="0" y="284"/>
                    </a:lnTo>
                    <a:cubicBezTo>
                      <a:pt x="0" y="299"/>
                      <a:pt x="11" y="309"/>
                      <a:pt x="24" y="309"/>
                    </a:cubicBezTo>
                    <a:lnTo>
                      <a:pt x="52" y="309"/>
                    </a:lnTo>
                    <a:cubicBezTo>
                      <a:pt x="63" y="309"/>
                      <a:pt x="72" y="316"/>
                      <a:pt x="76" y="326"/>
                    </a:cubicBezTo>
                    <a:cubicBezTo>
                      <a:pt x="77" y="332"/>
                      <a:pt x="81" y="339"/>
                      <a:pt x="83" y="344"/>
                    </a:cubicBezTo>
                    <a:cubicBezTo>
                      <a:pt x="88" y="354"/>
                      <a:pt x="86" y="365"/>
                      <a:pt x="79" y="372"/>
                    </a:cubicBezTo>
                    <a:lnTo>
                      <a:pt x="59" y="392"/>
                    </a:lnTo>
                    <a:cubicBezTo>
                      <a:pt x="49" y="402"/>
                      <a:pt x="49" y="417"/>
                      <a:pt x="59" y="427"/>
                    </a:cubicBezTo>
                    <a:lnTo>
                      <a:pt x="93" y="461"/>
                    </a:lnTo>
                    <a:cubicBezTo>
                      <a:pt x="103" y="471"/>
                      <a:pt x="118" y="471"/>
                      <a:pt x="128" y="461"/>
                    </a:cubicBezTo>
                    <a:lnTo>
                      <a:pt x="148" y="442"/>
                    </a:lnTo>
                    <a:cubicBezTo>
                      <a:pt x="155" y="434"/>
                      <a:pt x="167" y="433"/>
                      <a:pt x="176" y="437"/>
                    </a:cubicBezTo>
                    <a:cubicBezTo>
                      <a:pt x="182" y="440"/>
                      <a:pt x="188" y="443"/>
                      <a:pt x="194" y="445"/>
                    </a:cubicBezTo>
                    <a:cubicBezTo>
                      <a:pt x="204" y="448"/>
                      <a:pt x="211" y="457"/>
                      <a:pt x="211" y="467"/>
                    </a:cubicBezTo>
                    <a:lnTo>
                      <a:pt x="211" y="496"/>
                    </a:lnTo>
                    <a:cubicBezTo>
                      <a:pt x="211" y="509"/>
                      <a:pt x="222" y="520"/>
                      <a:pt x="235" y="520"/>
                    </a:cubicBezTo>
                    <a:lnTo>
                      <a:pt x="285" y="520"/>
                    </a:lnTo>
                    <a:cubicBezTo>
                      <a:pt x="298" y="520"/>
                      <a:pt x="309" y="509"/>
                      <a:pt x="309" y="496"/>
                    </a:cubicBezTo>
                    <a:lnTo>
                      <a:pt x="309" y="467"/>
                    </a:lnTo>
                    <a:cubicBezTo>
                      <a:pt x="309" y="457"/>
                      <a:pt x="316" y="448"/>
                      <a:pt x="326" y="445"/>
                    </a:cubicBezTo>
                    <a:cubicBezTo>
                      <a:pt x="332" y="443"/>
                      <a:pt x="338" y="440"/>
                      <a:pt x="344" y="437"/>
                    </a:cubicBezTo>
                    <a:cubicBezTo>
                      <a:pt x="353" y="433"/>
                      <a:pt x="364" y="434"/>
                      <a:pt x="372" y="442"/>
                    </a:cubicBezTo>
                    <a:lnTo>
                      <a:pt x="392" y="461"/>
                    </a:lnTo>
                    <a:cubicBezTo>
                      <a:pt x="401" y="471"/>
                      <a:pt x="417" y="471"/>
                      <a:pt x="426" y="461"/>
                    </a:cubicBezTo>
                    <a:lnTo>
                      <a:pt x="461" y="427"/>
                    </a:lnTo>
                    <a:cubicBezTo>
                      <a:pt x="471" y="417"/>
                      <a:pt x="471" y="402"/>
                      <a:pt x="461" y="392"/>
                    </a:cubicBezTo>
                    <a:lnTo>
                      <a:pt x="441" y="372"/>
                    </a:lnTo>
                    <a:cubicBezTo>
                      <a:pt x="434" y="365"/>
                      <a:pt x="432" y="354"/>
                      <a:pt x="437" y="344"/>
                    </a:cubicBezTo>
                    <a:cubicBezTo>
                      <a:pt x="439" y="339"/>
                      <a:pt x="442" y="332"/>
                      <a:pt x="444" y="326"/>
                    </a:cubicBezTo>
                    <a:cubicBezTo>
                      <a:pt x="448" y="316"/>
                      <a:pt x="457" y="309"/>
                      <a:pt x="468" y="309"/>
                    </a:cubicBezTo>
                    <a:lnTo>
                      <a:pt x="495" y="309"/>
                    </a:lnTo>
                    <a:cubicBezTo>
                      <a:pt x="508" y="309"/>
                      <a:pt x="520" y="299"/>
                      <a:pt x="520" y="28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FB52B602-44A6-C14E-AF3F-EC9A235EDB21}"/>
                  </a:ext>
                </a:extLst>
              </p:cNvPr>
              <p:cNvSpPr/>
              <p:nvPr/>
            </p:nvSpPr>
            <p:spPr>
              <a:xfrm>
                <a:off x="6435760" y="7725376"/>
                <a:ext cx="206801" cy="2068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7" h="167">
                    <a:moveTo>
                      <a:pt x="95" y="167"/>
                    </a:moveTo>
                    <a:cubicBezTo>
                      <a:pt x="40" y="174"/>
                      <a:pt x="-6" y="128"/>
                      <a:pt x="1" y="73"/>
                    </a:cubicBezTo>
                    <a:cubicBezTo>
                      <a:pt x="5" y="36"/>
                      <a:pt x="35" y="6"/>
                      <a:pt x="73" y="1"/>
                    </a:cubicBezTo>
                    <a:cubicBezTo>
                      <a:pt x="128" y="-6"/>
                      <a:pt x="174" y="40"/>
                      <a:pt x="167" y="95"/>
                    </a:cubicBezTo>
                    <a:cubicBezTo>
                      <a:pt x="162" y="132"/>
                      <a:pt x="132" y="163"/>
                      <a:pt x="95" y="16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BC1F0A1F-7566-8745-8946-16D29A26C5A3}"/>
                  </a:ext>
                </a:extLst>
              </p:cNvPr>
              <p:cNvSpPr/>
              <p:nvPr/>
            </p:nvSpPr>
            <p:spPr>
              <a:xfrm>
                <a:off x="6209029" y="7497316"/>
                <a:ext cx="661515" cy="662994"/>
              </a:xfrm>
              <a:custGeom>
                <a:avLst/>
                <a:gdLst>
                  <a:gd name="connsiteX0" fmla="*/ 299675 w 661515"/>
                  <a:gd name="connsiteY0" fmla="*/ 16201 h 662994"/>
                  <a:gd name="connsiteX1" fmla="*/ 278539 w 661515"/>
                  <a:gd name="connsiteY1" fmla="*/ 38589 h 662994"/>
                  <a:gd name="connsiteX2" fmla="*/ 278539 w 661515"/>
                  <a:gd name="connsiteY2" fmla="*/ 73415 h 662994"/>
                  <a:gd name="connsiteX3" fmla="*/ 252429 w 661515"/>
                  <a:gd name="connsiteY3" fmla="*/ 109484 h 662994"/>
                  <a:gd name="connsiteX4" fmla="*/ 230049 w 661515"/>
                  <a:gd name="connsiteY4" fmla="*/ 118190 h 662994"/>
                  <a:gd name="connsiteX5" fmla="*/ 186532 w 661515"/>
                  <a:gd name="connsiteY5" fmla="*/ 110728 h 662994"/>
                  <a:gd name="connsiteX6" fmla="*/ 160423 w 661515"/>
                  <a:gd name="connsiteY6" fmla="*/ 87096 h 662994"/>
                  <a:gd name="connsiteX7" fmla="*/ 129339 w 661515"/>
                  <a:gd name="connsiteY7" fmla="*/ 87096 h 662994"/>
                  <a:gd name="connsiteX8" fmla="*/ 87066 w 661515"/>
                  <a:gd name="connsiteY8" fmla="*/ 130628 h 662994"/>
                  <a:gd name="connsiteX9" fmla="*/ 87066 w 661515"/>
                  <a:gd name="connsiteY9" fmla="*/ 161722 h 662994"/>
                  <a:gd name="connsiteX10" fmla="*/ 110689 w 661515"/>
                  <a:gd name="connsiteY10" fmla="*/ 186597 h 662994"/>
                  <a:gd name="connsiteX11" fmla="*/ 118149 w 661515"/>
                  <a:gd name="connsiteY11" fmla="*/ 230129 h 662994"/>
                  <a:gd name="connsiteX12" fmla="*/ 109446 w 661515"/>
                  <a:gd name="connsiteY12" fmla="*/ 252517 h 662994"/>
                  <a:gd name="connsiteX13" fmla="*/ 72146 w 661515"/>
                  <a:gd name="connsiteY13" fmla="*/ 278636 h 662994"/>
                  <a:gd name="connsiteX14" fmla="*/ 37333 w 661515"/>
                  <a:gd name="connsiteY14" fmla="*/ 278636 h 662994"/>
                  <a:gd name="connsiteX15" fmla="*/ 16196 w 661515"/>
                  <a:gd name="connsiteY15" fmla="*/ 301024 h 662994"/>
                  <a:gd name="connsiteX16" fmla="*/ 16196 w 661515"/>
                  <a:gd name="connsiteY16" fmla="*/ 360725 h 662994"/>
                  <a:gd name="connsiteX17" fmla="*/ 37333 w 661515"/>
                  <a:gd name="connsiteY17" fmla="*/ 384356 h 662994"/>
                  <a:gd name="connsiteX18" fmla="*/ 72146 w 661515"/>
                  <a:gd name="connsiteY18" fmla="*/ 384356 h 662994"/>
                  <a:gd name="connsiteX19" fmla="*/ 109446 w 661515"/>
                  <a:gd name="connsiteY19" fmla="*/ 410475 h 662994"/>
                  <a:gd name="connsiteX20" fmla="*/ 118149 w 661515"/>
                  <a:gd name="connsiteY20" fmla="*/ 431619 h 662994"/>
                  <a:gd name="connsiteX21" fmla="*/ 110689 w 661515"/>
                  <a:gd name="connsiteY21" fmla="*/ 476395 h 662994"/>
                  <a:gd name="connsiteX22" fmla="*/ 87066 w 661515"/>
                  <a:gd name="connsiteY22" fmla="*/ 501270 h 662994"/>
                  <a:gd name="connsiteX23" fmla="*/ 87066 w 661515"/>
                  <a:gd name="connsiteY23" fmla="*/ 532364 h 662994"/>
                  <a:gd name="connsiteX24" fmla="*/ 129339 w 661515"/>
                  <a:gd name="connsiteY24" fmla="*/ 575896 h 662994"/>
                  <a:gd name="connsiteX25" fmla="*/ 160423 w 661515"/>
                  <a:gd name="connsiteY25" fmla="*/ 575896 h 662994"/>
                  <a:gd name="connsiteX26" fmla="*/ 186532 w 661515"/>
                  <a:gd name="connsiteY26" fmla="*/ 551021 h 662994"/>
                  <a:gd name="connsiteX27" fmla="*/ 212642 w 661515"/>
                  <a:gd name="connsiteY27" fmla="*/ 539827 h 662994"/>
                  <a:gd name="connsiteX28" fmla="*/ 230049 w 661515"/>
                  <a:gd name="connsiteY28" fmla="*/ 543558 h 662994"/>
                  <a:gd name="connsiteX29" fmla="*/ 252429 w 661515"/>
                  <a:gd name="connsiteY29" fmla="*/ 553508 h 662994"/>
                  <a:gd name="connsiteX30" fmla="*/ 278539 w 661515"/>
                  <a:gd name="connsiteY30" fmla="*/ 588334 h 662994"/>
                  <a:gd name="connsiteX31" fmla="*/ 278539 w 661515"/>
                  <a:gd name="connsiteY31" fmla="*/ 624403 h 662994"/>
                  <a:gd name="connsiteX32" fmla="*/ 299675 w 661515"/>
                  <a:gd name="connsiteY32" fmla="*/ 645547 h 662994"/>
                  <a:gd name="connsiteX33" fmla="*/ 361842 w 661515"/>
                  <a:gd name="connsiteY33" fmla="*/ 645547 h 662994"/>
                  <a:gd name="connsiteX34" fmla="*/ 382979 w 661515"/>
                  <a:gd name="connsiteY34" fmla="*/ 624403 h 662994"/>
                  <a:gd name="connsiteX35" fmla="*/ 382979 w 661515"/>
                  <a:gd name="connsiteY35" fmla="*/ 588334 h 662994"/>
                  <a:gd name="connsiteX36" fmla="*/ 409089 w 661515"/>
                  <a:gd name="connsiteY36" fmla="*/ 553508 h 662994"/>
                  <a:gd name="connsiteX37" fmla="*/ 431468 w 661515"/>
                  <a:gd name="connsiteY37" fmla="*/ 543558 h 662994"/>
                  <a:gd name="connsiteX38" fmla="*/ 474985 w 661515"/>
                  <a:gd name="connsiteY38" fmla="*/ 551021 h 662994"/>
                  <a:gd name="connsiteX39" fmla="*/ 499852 w 661515"/>
                  <a:gd name="connsiteY39" fmla="*/ 575896 h 662994"/>
                  <a:gd name="connsiteX40" fmla="*/ 532178 w 661515"/>
                  <a:gd name="connsiteY40" fmla="*/ 575896 h 662994"/>
                  <a:gd name="connsiteX41" fmla="*/ 575695 w 661515"/>
                  <a:gd name="connsiteY41" fmla="*/ 532364 h 662994"/>
                  <a:gd name="connsiteX42" fmla="*/ 580668 w 661515"/>
                  <a:gd name="connsiteY42" fmla="*/ 516195 h 662994"/>
                  <a:gd name="connsiteX43" fmla="*/ 575695 w 661515"/>
                  <a:gd name="connsiteY43" fmla="*/ 501270 h 662994"/>
                  <a:gd name="connsiteX44" fmla="*/ 550828 w 661515"/>
                  <a:gd name="connsiteY44" fmla="*/ 476395 h 662994"/>
                  <a:gd name="connsiteX45" fmla="*/ 543368 w 661515"/>
                  <a:gd name="connsiteY45" fmla="*/ 431619 h 662994"/>
                  <a:gd name="connsiteX46" fmla="*/ 552071 w 661515"/>
                  <a:gd name="connsiteY46" fmla="*/ 410475 h 662994"/>
                  <a:gd name="connsiteX47" fmla="*/ 589371 w 661515"/>
                  <a:gd name="connsiteY47" fmla="*/ 384356 h 662994"/>
                  <a:gd name="connsiteX48" fmla="*/ 622941 w 661515"/>
                  <a:gd name="connsiteY48" fmla="*/ 384356 h 662994"/>
                  <a:gd name="connsiteX49" fmla="*/ 645321 w 661515"/>
                  <a:gd name="connsiteY49" fmla="*/ 360725 h 662994"/>
                  <a:gd name="connsiteX50" fmla="*/ 645321 w 661515"/>
                  <a:gd name="connsiteY50" fmla="*/ 301024 h 662994"/>
                  <a:gd name="connsiteX51" fmla="*/ 622941 w 661515"/>
                  <a:gd name="connsiteY51" fmla="*/ 278636 h 662994"/>
                  <a:gd name="connsiteX52" fmla="*/ 589371 w 661515"/>
                  <a:gd name="connsiteY52" fmla="*/ 278636 h 662994"/>
                  <a:gd name="connsiteX53" fmla="*/ 552071 w 661515"/>
                  <a:gd name="connsiteY53" fmla="*/ 252517 h 662994"/>
                  <a:gd name="connsiteX54" fmla="*/ 543368 w 661515"/>
                  <a:gd name="connsiteY54" fmla="*/ 230129 h 662994"/>
                  <a:gd name="connsiteX55" fmla="*/ 550828 w 661515"/>
                  <a:gd name="connsiteY55" fmla="*/ 186597 h 662994"/>
                  <a:gd name="connsiteX56" fmla="*/ 575695 w 661515"/>
                  <a:gd name="connsiteY56" fmla="*/ 161722 h 662994"/>
                  <a:gd name="connsiteX57" fmla="*/ 580668 w 661515"/>
                  <a:gd name="connsiteY57" fmla="*/ 145553 h 662994"/>
                  <a:gd name="connsiteX58" fmla="*/ 575695 w 661515"/>
                  <a:gd name="connsiteY58" fmla="*/ 130628 h 662994"/>
                  <a:gd name="connsiteX59" fmla="*/ 532178 w 661515"/>
                  <a:gd name="connsiteY59" fmla="*/ 87096 h 662994"/>
                  <a:gd name="connsiteX60" fmla="*/ 499852 w 661515"/>
                  <a:gd name="connsiteY60" fmla="*/ 87096 h 662994"/>
                  <a:gd name="connsiteX61" fmla="*/ 474985 w 661515"/>
                  <a:gd name="connsiteY61" fmla="*/ 110728 h 662994"/>
                  <a:gd name="connsiteX62" fmla="*/ 431468 w 661515"/>
                  <a:gd name="connsiteY62" fmla="*/ 118190 h 662994"/>
                  <a:gd name="connsiteX63" fmla="*/ 409089 w 661515"/>
                  <a:gd name="connsiteY63" fmla="*/ 109484 h 662994"/>
                  <a:gd name="connsiteX64" fmla="*/ 382979 w 661515"/>
                  <a:gd name="connsiteY64" fmla="*/ 73415 h 662994"/>
                  <a:gd name="connsiteX65" fmla="*/ 382979 w 661515"/>
                  <a:gd name="connsiteY65" fmla="*/ 38589 h 662994"/>
                  <a:gd name="connsiteX66" fmla="*/ 361842 w 661515"/>
                  <a:gd name="connsiteY66" fmla="*/ 16201 h 662994"/>
                  <a:gd name="connsiteX67" fmla="*/ 299672 w 661515"/>
                  <a:gd name="connsiteY67" fmla="*/ 0 h 662994"/>
                  <a:gd name="connsiteX68" fmla="*/ 361844 w 661515"/>
                  <a:gd name="connsiteY68" fmla="*/ 0 h 662994"/>
                  <a:gd name="connsiteX69" fmla="*/ 399147 w 661515"/>
                  <a:gd name="connsiteY69" fmla="*/ 38561 h 662994"/>
                  <a:gd name="connsiteX70" fmla="*/ 399147 w 661515"/>
                  <a:gd name="connsiteY70" fmla="*/ 73390 h 662994"/>
                  <a:gd name="connsiteX71" fmla="*/ 415312 w 661515"/>
                  <a:gd name="connsiteY71" fmla="*/ 94536 h 662994"/>
                  <a:gd name="connsiteX72" fmla="*/ 438938 w 661515"/>
                  <a:gd name="connsiteY72" fmla="*/ 103243 h 662994"/>
                  <a:gd name="connsiteX73" fmla="*/ 463807 w 661515"/>
                  <a:gd name="connsiteY73" fmla="*/ 99512 h 662994"/>
                  <a:gd name="connsiteX74" fmla="*/ 488676 w 661515"/>
                  <a:gd name="connsiteY74" fmla="*/ 75878 h 662994"/>
                  <a:gd name="connsiteX75" fmla="*/ 543388 w 661515"/>
                  <a:gd name="connsiteY75" fmla="*/ 75878 h 662994"/>
                  <a:gd name="connsiteX76" fmla="*/ 586908 w 661515"/>
                  <a:gd name="connsiteY76" fmla="*/ 118170 h 662994"/>
                  <a:gd name="connsiteX77" fmla="*/ 598099 w 661515"/>
                  <a:gd name="connsiteY77" fmla="*/ 145536 h 662994"/>
                  <a:gd name="connsiteX78" fmla="*/ 586908 w 661515"/>
                  <a:gd name="connsiteY78" fmla="*/ 172901 h 662994"/>
                  <a:gd name="connsiteX79" fmla="*/ 562039 w 661515"/>
                  <a:gd name="connsiteY79" fmla="*/ 196535 h 662994"/>
                  <a:gd name="connsiteX80" fmla="*/ 558309 w 661515"/>
                  <a:gd name="connsiteY80" fmla="*/ 222657 h 662994"/>
                  <a:gd name="connsiteX81" fmla="*/ 567013 w 661515"/>
                  <a:gd name="connsiteY81" fmla="*/ 246291 h 662994"/>
                  <a:gd name="connsiteX82" fmla="*/ 589395 w 661515"/>
                  <a:gd name="connsiteY82" fmla="*/ 261217 h 662994"/>
                  <a:gd name="connsiteX83" fmla="*/ 622968 w 661515"/>
                  <a:gd name="connsiteY83" fmla="*/ 261217 h 662994"/>
                  <a:gd name="connsiteX84" fmla="*/ 661515 w 661515"/>
                  <a:gd name="connsiteY84" fmla="*/ 301022 h 662994"/>
                  <a:gd name="connsiteX85" fmla="*/ 661515 w 661515"/>
                  <a:gd name="connsiteY85" fmla="*/ 360729 h 662994"/>
                  <a:gd name="connsiteX86" fmla="*/ 622968 w 661515"/>
                  <a:gd name="connsiteY86" fmla="*/ 400533 h 662994"/>
                  <a:gd name="connsiteX87" fmla="*/ 589395 w 661515"/>
                  <a:gd name="connsiteY87" fmla="*/ 400533 h 662994"/>
                  <a:gd name="connsiteX88" fmla="*/ 567013 w 661515"/>
                  <a:gd name="connsiteY88" fmla="*/ 415460 h 662994"/>
                  <a:gd name="connsiteX89" fmla="*/ 558309 w 661515"/>
                  <a:gd name="connsiteY89" fmla="*/ 439094 h 662994"/>
                  <a:gd name="connsiteX90" fmla="*/ 562039 w 661515"/>
                  <a:gd name="connsiteY90" fmla="*/ 465216 h 662994"/>
                  <a:gd name="connsiteX91" fmla="*/ 586908 w 661515"/>
                  <a:gd name="connsiteY91" fmla="*/ 488849 h 662994"/>
                  <a:gd name="connsiteX92" fmla="*/ 598099 w 661515"/>
                  <a:gd name="connsiteY92" fmla="*/ 516215 h 662994"/>
                  <a:gd name="connsiteX93" fmla="*/ 586908 w 661515"/>
                  <a:gd name="connsiteY93" fmla="*/ 543581 h 662994"/>
                  <a:gd name="connsiteX94" fmla="*/ 543388 w 661515"/>
                  <a:gd name="connsiteY94" fmla="*/ 587117 h 662994"/>
                  <a:gd name="connsiteX95" fmla="*/ 488676 w 661515"/>
                  <a:gd name="connsiteY95" fmla="*/ 587117 h 662994"/>
                  <a:gd name="connsiteX96" fmla="*/ 463807 w 661515"/>
                  <a:gd name="connsiteY96" fmla="*/ 562239 h 662994"/>
                  <a:gd name="connsiteX97" fmla="*/ 438938 w 661515"/>
                  <a:gd name="connsiteY97" fmla="*/ 558507 h 662994"/>
                  <a:gd name="connsiteX98" fmla="*/ 415312 w 661515"/>
                  <a:gd name="connsiteY98" fmla="*/ 568458 h 662994"/>
                  <a:gd name="connsiteX99" fmla="*/ 399147 w 661515"/>
                  <a:gd name="connsiteY99" fmla="*/ 588361 h 662994"/>
                  <a:gd name="connsiteX100" fmla="*/ 399147 w 661515"/>
                  <a:gd name="connsiteY100" fmla="*/ 624434 h 662994"/>
                  <a:gd name="connsiteX101" fmla="*/ 361844 w 661515"/>
                  <a:gd name="connsiteY101" fmla="*/ 662994 h 662994"/>
                  <a:gd name="connsiteX102" fmla="*/ 299672 w 661515"/>
                  <a:gd name="connsiteY102" fmla="*/ 662994 h 662994"/>
                  <a:gd name="connsiteX103" fmla="*/ 262368 w 661515"/>
                  <a:gd name="connsiteY103" fmla="*/ 624434 h 662994"/>
                  <a:gd name="connsiteX104" fmla="*/ 262368 w 661515"/>
                  <a:gd name="connsiteY104" fmla="*/ 588361 h 662994"/>
                  <a:gd name="connsiteX105" fmla="*/ 246203 w 661515"/>
                  <a:gd name="connsiteY105" fmla="*/ 568458 h 662994"/>
                  <a:gd name="connsiteX106" fmla="*/ 223821 w 661515"/>
                  <a:gd name="connsiteY106" fmla="*/ 558507 h 662994"/>
                  <a:gd name="connsiteX107" fmla="*/ 197709 w 661515"/>
                  <a:gd name="connsiteY107" fmla="*/ 562239 h 662994"/>
                  <a:gd name="connsiteX108" fmla="*/ 172840 w 661515"/>
                  <a:gd name="connsiteY108" fmla="*/ 587117 h 662994"/>
                  <a:gd name="connsiteX109" fmla="*/ 118128 w 661515"/>
                  <a:gd name="connsiteY109" fmla="*/ 587117 h 662994"/>
                  <a:gd name="connsiteX110" fmla="*/ 74607 w 661515"/>
                  <a:gd name="connsiteY110" fmla="*/ 543581 h 662994"/>
                  <a:gd name="connsiteX111" fmla="*/ 74607 w 661515"/>
                  <a:gd name="connsiteY111" fmla="*/ 488849 h 662994"/>
                  <a:gd name="connsiteX112" fmla="*/ 99476 w 661515"/>
                  <a:gd name="connsiteY112" fmla="*/ 465216 h 662994"/>
                  <a:gd name="connsiteX113" fmla="*/ 103207 w 661515"/>
                  <a:gd name="connsiteY113" fmla="*/ 439094 h 662994"/>
                  <a:gd name="connsiteX114" fmla="*/ 94502 w 661515"/>
                  <a:gd name="connsiteY114" fmla="*/ 415460 h 662994"/>
                  <a:gd name="connsiteX115" fmla="*/ 72120 w 661515"/>
                  <a:gd name="connsiteY115" fmla="*/ 400533 h 662994"/>
                  <a:gd name="connsiteX116" fmla="*/ 37304 w 661515"/>
                  <a:gd name="connsiteY116" fmla="*/ 400533 h 662994"/>
                  <a:gd name="connsiteX117" fmla="*/ 0 w 661515"/>
                  <a:gd name="connsiteY117" fmla="*/ 360729 h 662994"/>
                  <a:gd name="connsiteX118" fmla="*/ 0 w 661515"/>
                  <a:gd name="connsiteY118" fmla="*/ 301022 h 662994"/>
                  <a:gd name="connsiteX119" fmla="*/ 37304 w 661515"/>
                  <a:gd name="connsiteY119" fmla="*/ 261217 h 662994"/>
                  <a:gd name="connsiteX120" fmla="*/ 72120 w 661515"/>
                  <a:gd name="connsiteY120" fmla="*/ 261217 h 662994"/>
                  <a:gd name="connsiteX121" fmla="*/ 94502 w 661515"/>
                  <a:gd name="connsiteY121" fmla="*/ 246291 h 662994"/>
                  <a:gd name="connsiteX122" fmla="*/ 103207 w 661515"/>
                  <a:gd name="connsiteY122" fmla="*/ 222657 h 662994"/>
                  <a:gd name="connsiteX123" fmla="*/ 99476 w 661515"/>
                  <a:gd name="connsiteY123" fmla="*/ 196535 h 662994"/>
                  <a:gd name="connsiteX124" fmla="*/ 74607 w 661515"/>
                  <a:gd name="connsiteY124" fmla="*/ 172901 h 662994"/>
                  <a:gd name="connsiteX125" fmla="*/ 74607 w 661515"/>
                  <a:gd name="connsiteY125" fmla="*/ 118170 h 662994"/>
                  <a:gd name="connsiteX126" fmla="*/ 118128 w 661515"/>
                  <a:gd name="connsiteY126" fmla="*/ 75878 h 662994"/>
                  <a:gd name="connsiteX127" fmla="*/ 172840 w 661515"/>
                  <a:gd name="connsiteY127" fmla="*/ 75878 h 662994"/>
                  <a:gd name="connsiteX128" fmla="*/ 197709 w 661515"/>
                  <a:gd name="connsiteY128" fmla="*/ 99512 h 662994"/>
                  <a:gd name="connsiteX129" fmla="*/ 223821 w 661515"/>
                  <a:gd name="connsiteY129" fmla="*/ 103243 h 662994"/>
                  <a:gd name="connsiteX130" fmla="*/ 246203 w 661515"/>
                  <a:gd name="connsiteY130" fmla="*/ 94536 h 662994"/>
                  <a:gd name="connsiteX131" fmla="*/ 262368 w 661515"/>
                  <a:gd name="connsiteY131" fmla="*/ 73390 h 662994"/>
                  <a:gd name="connsiteX132" fmla="*/ 262368 w 661515"/>
                  <a:gd name="connsiteY132" fmla="*/ 38561 h 662994"/>
                  <a:gd name="connsiteX133" fmla="*/ 299672 w 661515"/>
                  <a:gd name="connsiteY133" fmla="*/ 0 h 662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</a:cxnLst>
                <a:rect l="l" t="t" r="r" b="b"/>
                <a:pathLst>
                  <a:path w="661515" h="662994">
                    <a:moveTo>
                      <a:pt x="299675" y="16201"/>
                    </a:moveTo>
                    <a:cubicBezTo>
                      <a:pt x="287242" y="16201"/>
                      <a:pt x="278539" y="26151"/>
                      <a:pt x="278539" y="38589"/>
                    </a:cubicBezTo>
                    <a:lnTo>
                      <a:pt x="278539" y="73415"/>
                    </a:lnTo>
                    <a:cubicBezTo>
                      <a:pt x="278539" y="89583"/>
                      <a:pt x="267349" y="103265"/>
                      <a:pt x="252429" y="109484"/>
                    </a:cubicBezTo>
                    <a:cubicBezTo>
                      <a:pt x="244969" y="111971"/>
                      <a:pt x="237509" y="115703"/>
                      <a:pt x="230049" y="118190"/>
                    </a:cubicBezTo>
                    <a:cubicBezTo>
                      <a:pt x="215129" y="125653"/>
                      <a:pt x="197722" y="123165"/>
                      <a:pt x="186532" y="110728"/>
                    </a:cubicBezTo>
                    <a:lnTo>
                      <a:pt x="160423" y="87096"/>
                    </a:lnTo>
                    <a:cubicBezTo>
                      <a:pt x="152963" y="78390"/>
                      <a:pt x="138043" y="78390"/>
                      <a:pt x="129339" y="87096"/>
                    </a:cubicBezTo>
                    <a:lnTo>
                      <a:pt x="87066" y="130628"/>
                    </a:lnTo>
                    <a:cubicBezTo>
                      <a:pt x="77119" y="138090"/>
                      <a:pt x="77119" y="153016"/>
                      <a:pt x="87066" y="161722"/>
                    </a:cubicBezTo>
                    <a:lnTo>
                      <a:pt x="110689" y="186597"/>
                    </a:lnTo>
                    <a:cubicBezTo>
                      <a:pt x="121879" y="197791"/>
                      <a:pt x="124366" y="215204"/>
                      <a:pt x="118149" y="230129"/>
                    </a:cubicBezTo>
                    <a:cubicBezTo>
                      <a:pt x="114419" y="237592"/>
                      <a:pt x="110689" y="245054"/>
                      <a:pt x="109446" y="252517"/>
                    </a:cubicBezTo>
                    <a:cubicBezTo>
                      <a:pt x="103229" y="267442"/>
                      <a:pt x="88309" y="278636"/>
                      <a:pt x="72146" y="278636"/>
                    </a:cubicBezTo>
                    <a:lnTo>
                      <a:pt x="37333" y="278636"/>
                    </a:lnTo>
                    <a:cubicBezTo>
                      <a:pt x="24900" y="278636"/>
                      <a:pt x="16196" y="288586"/>
                      <a:pt x="16196" y="301024"/>
                    </a:cubicBezTo>
                    <a:lnTo>
                      <a:pt x="16196" y="360725"/>
                    </a:lnTo>
                    <a:cubicBezTo>
                      <a:pt x="16196" y="374406"/>
                      <a:pt x="24900" y="384356"/>
                      <a:pt x="37333" y="384356"/>
                    </a:cubicBezTo>
                    <a:lnTo>
                      <a:pt x="72146" y="384356"/>
                    </a:lnTo>
                    <a:cubicBezTo>
                      <a:pt x="88309" y="384356"/>
                      <a:pt x="103229" y="394306"/>
                      <a:pt x="109446" y="410475"/>
                    </a:cubicBezTo>
                    <a:cubicBezTo>
                      <a:pt x="110689" y="417938"/>
                      <a:pt x="114419" y="424157"/>
                      <a:pt x="118149" y="431619"/>
                    </a:cubicBezTo>
                    <a:cubicBezTo>
                      <a:pt x="124366" y="446545"/>
                      <a:pt x="121879" y="465201"/>
                      <a:pt x="110689" y="476395"/>
                    </a:cubicBezTo>
                    <a:lnTo>
                      <a:pt x="87066" y="501270"/>
                    </a:lnTo>
                    <a:cubicBezTo>
                      <a:pt x="77119" y="509977"/>
                      <a:pt x="77119" y="523658"/>
                      <a:pt x="87066" y="532364"/>
                    </a:cubicBezTo>
                    <a:lnTo>
                      <a:pt x="129339" y="575896"/>
                    </a:lnTo>
                    <a:cubicBezTo>
                      <a:pt x="138043" y="584603"/>
                      <a:pt x="152963" y="584603"/>
                      <a:pt x="160423" y="575896"/>
                    </a:cubicBezTo>
                    <a:lnTo>
                      <a:pt x="186532" y="551021"/>
                    </a:lnTo>
                    <a:cubicBezTo>
                      <a:pt x="192749" y="543558"/>
                      <a:pt x="202696" y="539827"/>
                      <a:pt x="212642" y="539827"/>
                    </a:cubicBezTo>
                    <a:cubicBezTo>
                      <a:pt x="218859" y="539827"/>
                      <a:pt x="225076" y="541071"/>
                      <a:pt x="230049" y="543558"/>
                    </a:cubicBezTo>
                    <a:cubicBezTo>
                      <a:pt x="237509" y="547290"/>
                      <a:pt x="244969" y="549777"/>
                      <a:pt x="252429" y="553508"/>
                    </a:cubicBezTo>
                    <a:cubicBezTo>
                      <a:pt x="267349" y="558484"/>
                      <a:pt x="278539" y="573409"/>
                      <a:pt x="278539" y="588334"/>
                    </a:cubicBezTo>
                    <a:lnTo>
                      <a:pt x="278539" y="624403"/>
                    </a:lnTo>
                    <a:cubicBezTo>
                      <a:pt x="278539" y="636841"/>
                      <a:pt x="287242" y="645547"/>
                      <a:pt x="299675" y="645547"/>
                    </a:cubicBezTo>
                    <a:lnTo>
                      <a:pt x="361842" y="645547"/>
                    </a:lnTo>
                    <a:cubicBezTo>
                      <a:pt x="374275" y="645547"/>
                      <a:pt x="382979" y="636841"/>
                      <a:pt x="382979" y="624403"/>
                    </a:cubicBezTo>
                    <a:lnTo>
                      <a:pt x="382979" y="588334"/>
                    </a:lnTo>
                    <a:cubicBezTo>
                      <a:pt x="382979" y="573409"/>
                      <a:pt x="394169" y="558484"/>
                      <a:pt x="409089" y="553508"/>
                    </a:cubicBezTo>
                    <a:cubicBezTo>
                      <a:pt x="416549" y="549777"/>
                      <a:pt x="424008" y="547290"/>
                      <a:pt x="431468" y="543558"/>
                    </a:cubicBezTo>
                    <a:cubicBezTo>
                      <a:pt x="446388" y="536096"/>
                      <a:pt x="463795" y="539827"/>
                      <a:pt x="474985" y="551021"/>
                    </a:cubicBezTo>
                    <a:lnTo>
                      <a:pt x="499852" y="575896"/>
                    </a:lnTo>
                    <a:cubicBezTo>
                      <a:pt x="508555" y="584603"/>
                      <a:pt x="522232" y="584603"/>
                      <a:pt x="532178" y="575896"/>
                    </a:cubicBezTo>
                    <a:lnTo>
                      <a:pt x="575695" y="532364"/>
                    </a:lnTo>
                    <a:cubicBezTo>
                      <a:pt x="579425" y="528633"/>
                      <a:pt x="580668" y="522414"/>
                      <a:pt x="580668" y="516195"/>
                    </a:cubicBezTo>
                    <a:cubicBezTo>
                      <a:pt x="580668" y="509977"/>
                      <a:pt x="579425" y="505002"/>
                      <a:pt x="575695" y="501270"/>
                    </a:cubicBezTo>
                    <a:lnTo>
                      <a:pt x="550828" y="476395"/>
                    </a:lnTo>
                    <a:cubicBezTo>
                      <a:pt x="538395" y="465201"/>
                      <a:pt x="537152" y="446545"/>
                      <a:pt x="543368" y="431619"/>
                    </a:cubicBezTo>
                    <a:cubicBezTo>
                      <a:pt x="545855" y="424157"/>
                      <a:pt x="549585" y="417938"/>
                      <a:pt x="552071" y="410475"/>
                    </a:cubicBezTo>
                    <a:cubicBezTo>
                      <a:pt x="558288" y="394306"/>
                      <a:pt x="571965" y="384356"/>
                      <a:pt x="589371" y="384356"/>
                    </a:cubicBezTo>
                    <a:lnTo>
                      <a:pt x="622941" y="384356"/>
                    </a:lnTo>
                    <a:cubicBezTo>
                      <a:pt x="636618" y="384356"/>
                      <a:pt x="645321" y="374406"/>
                      <a:pt x="645321" y="360725"/>
                    </a:cubicBezTo>
                    <a:lnTo>
                      <a:pt x="645321" y="301024"/>
                    </a:lnTo>
                    <a:cubicBezTo>
                      <a:pt x="645321" y="288586"/>
                      <a:pt x="636618" y="278636"/>
                      <a:pt x="622941" y="278636"/>
                    </a:cubicBezTo>
                    <a:lnTo>
                      <a:pt x="589371" y="278636"/>
                    </a:lnTo>
                    <a:cubicBezTo>
                      <a:pt x="571965" y="278636"/>
                      <a:pt x="558288" y="267442"/>
                      <a:pt x="552071" y="252517"/>
                    </a:cubicBezTo>
                    <a:cubicBezTo>
                      <a:pt x="549585" y="245054"/>
                      <a:pt x="545855" y="237592"/>
                      <a:pt x="543368" y="230129"/>
                    </a:cubicBezTo>
                    <a:cubicBezTo>
                      <a:pt x="537152" y="215204"/>
                      <a:pt x="538395" y="197791"/>
                      <a:pt x="550828" y="186597"/>
                    </a:cubicBezTo>
                    <a:lnTo>
                      <a:pt x="575695" y="161722"/>
                    </a:lnTo>
                    <a:cubicBezTo>
                      <a:pt x="579425" y="157991"/>
                      <a:pt x="580668" y="151772"/>
                      <a:pt x="580668" y="145553"/>
                    </a:cubicBezTo>
                    <a:cubicBezTo>
                      <a:pt x="580668" y="140578"/>
                      <a:pt x="579425" y="134359"/>
                      <a:pt x="575695" y="130628"/>
                    </a:cubicBezTo>
                    <a:lnTo>
                      <a:pt x="532178" y="87096"/>
                    </a:lnTo>
                    <a:cubicBezTo>
                      <a:pt x="522232" y="78390"/>
                      <a:pt x="508555" y="78390"/>
                      <a:pt x="499852" y="87096"/>
                    </a:cubicBezTo>
                    <a:lnTo>
                      <a:pt x="474985" y="110728"/>
                    </a:lnTo>
                    <a:cubicBezTo>
                      <a:pt x="463795" y="123165"/>
                      <a:pt x="446388" y="125653"/>
                      <a:pt x="431468" y="118190"/>
                    </a:cubicBezTo>
                    <a:cubicBezTo>
                      <a:pt x="424008" y="115703"/>
                      <a:pt x="416549" y="111971"/>
                      <a:pt x="409089" y="109484"/>
                    </a:cubicBezTo>
                    <a:cubicBezTo>
                      <a:pt x="394169" y="103265"/>
                      <a:pt x="382979" y="89583"/>
                      <a:pt x="382979" y="73415"/>
                    </a:cubicBezTo>
                    <a:lnTo>
                      <a:pt x="382979" y="38589"/>
                    </a:lnTo>
                    <a:cubicBezTo>
                      <a:pt x="382979" y="26151"/>
                      <a:pt x="374275" y="16201"/>
                      <a:pt x="361842" y="16201"/>
                    </a:cubicBezTo>
                    <a:close/>
                    <a:moveTo>
                      <a:pt x="299672" y="0"/>
                    </a:moveTo>
                    <a:lnTo>
                      <a:pt x="361844" y="0"/>
                    </a:lnTo>
                    <a:cubicBezTo>
                      <a:pt x="381739" y="0"/>
                      <a:pt x="399147" y="17415"/>
                      <a:pt x="399147" y="38561"/>
                    </a:cubicBezTo>
                    <a:lnTo>
                      <a:pt x="399147" y="73390"/>
                    </a:lnTo>
                    <a:cubicBezTo>
                      <a:pt x="399147" y="82097"/>
                      <a:pt x="405365" y="90804"/>
                      <a:pt x="415312" y="94536"/>
                    </a:cubicBezTo>
                    <a:cubicBezTo>
                      <a:pt x="422773" y="97024"/>
                      <a:pt x="430234" y="100755"/>
                      <a:pt x="438938" y="103243"/>
                    </a:cubicBezTo>
                    <a:cubicBezTo>
                      <a:pt x="447642" y="108219"/>
                      <a:pt x="457590" y="106975"/>
                      <a:pt x="463807" y="99512"/>
                    </a:cubicBezTo>
                    <a:lnTo>
                      <a:pt x="488676" y="75878"/>
                    </a:lnTo>
                    <a:cubicBezTo>
                      <a:pt x="503597" y="59707"/>
                      <a:pt x="528466" y="59707"/>
                      <a:pt x="543388" y="75878"/>
                    </a:cubicBezTo>
                    <a:lnTo>
                      <a:pt x="586908" y="118170"/>
                    </a:lnTo>
                    <a:cubicBezTo>
                      <a:pt x="593126" y="125633"/>
                      <a:pt x="598099" y="135584"/>
                      <a:pt x="598099" y="145536"/>
                    </a:cubicBezTo>
                    <a:cubicBezTo>
                      <a:pt x="598099" y="156731"/>
                      <a:pt x="593126" y="165438"/>
                      <a:pt x="586908" y="172901"/>
                    </a:cubicBezTo>
                    <a:lnTo>
                      <a:pt x="562039" y="196535"/>
                    </a:lnTo>
                    <a:cubicBezTo>
                      <a:pt x="555822" y="203998"/>
                      <a:pt x="553335" y="215193"/>
                      <a:pt x="558309" y="222657"/>
                    </a:cubicBezTo>
                    <a:cubicBezTo>
                      <a:pt x="562039" y="230120"/>
                      <a:pt x="564526" y="238827"/>
                      <a:pt x="567013" y="246291"/>
                    </a:cubicBezTo>
                    <a:cubicBezTo>
                      <a:pt x="570743" y="256242"/>
                      <a:pt x="579448" y="261217"/>
                      <a:pt x="589395" y="261217"/>
                    </a:cubicBezTo>
                    <a:lnTo>
                      <a:pt x="622968" y="261217"/>
                    </a:lnTo>
                    <a:cubicBezTo>
                      <a:pt x="644107" y="261217"/>
                      <a:pt x="661515" y="279876"/>
                      <a:pt x="661515" y="301022"/>
                    </a:cubicBezTo>
                    <a:lnTo>
                      <a:pt x="661515" y="360729"/>
                    </a:lnTo>
                    <a:cubicBezTo>
                      <a:pt x="661515" y="383119"/>
                      <a:pt x="644107" y="400533"/>
                      <a:pt x="622968" y="400533"/>
                    </a:cubicBezTo>
                    <a:lnTo>
                      <a:pt x="589395" y="400533"/>
                    </a:lnTo>
                    <a:cubicBezTo>
                      <a:pt x="579448" y="400533"/>
                      <a:pt x="570743" y="406753"/>
                      <a:pt x="567013" y="415460"/>
                    </a:cubicBezTo>
                    <a:cubicBezTo>
                      <a:pt x="564526" y="422923"/>
                      <a:pt x="562039" y="431630"/>
                      <a:pt x="558309" y="439094"/>
                    </a:cubicBezTo>
                    <a:cubicBezTo>
                      <a:pt x="553335" y="447801"/>
                      <a:pt x="555822" y="457752"/>
                      <a:pt x="562039" y="465216"/>
                    </a:cubicBezTo>
                    <a:lnTo>
                      <a:pt x="586908" y="488849"/>
                    </a:lnTo>
                    <a:cubicBezTo>
                      <a:pt x="593126" y="496313"/>
                      <a:pt x="598099" y="506264"/>
                      <a:pt x="598099" y="516215"/>
                    </a:cubicBezTo>
                    <a:cubicBezTo>
                      <a:pt x="598099" y="526166"/>
                      <a:pt x="593126" y="536117"/>
                      <a:pt x="586908" y="543581"/>
                    </a:cubicBezTo>
                    <a:lnTo>
                      <a:pt x="543388" y="587117"/>
                    </a:lnTo>
                    <a:cubicBezTo>
                      <a:pt x="528466" y="602044"/>
                      <a:pt x="503597" y="602044"/>
                      <a:pt x="488676" y="587117"/>
                    </a:cubicBezTo>
                    <a:lnTo>
                      <a:pt x="463807" y="562239"/>
                    </a:lnTo>
                    <a:cubicBezTo>
                      <a:pt x="457590" y="556020"/>
                      <a:pt x="447642" y="553532"/>
                      <a:pt x="438938" y="558507"/>
                    </a:cubicBezTo>
                    <a:cubicBezTo>
                      <a:pt x="430234" y="562239"/>
                      <a:pt x="422773" y="565971"/>
                      <a:pt x="415312" y="568458"/>
                    </a:cubicBezTo>
                    <a:cubicBezTo>
                      <a:pt x="405365" y="572190"/>
                      <a:pt x="399147" y="579654"/>
                      <a:pt x="399147" y="588361"/>
                    </a:cubicBezTo>
                    <a:lnTo>
                      <a:pt x="399147" y="624434"/>
                    </a:lnTo>
                    <a:cubicBezTo>
                      <a:pt x="399147" y="645580"/>
                      <a:pt x="381739" y="662994"/>
                      <a:pt x="361844" y="662994"/>
                    </a:cubicBezTo>
                    <a:lnTo>
                      <a:pt x="299672" y="662994"/>
                    </a:lnTo>
                    <a:cubicBezTo>
                      <a:pt x="278533" y="662994"/>
                      <a:pt x="262368" y="645580"/>
                      <a:pt x="262368" y="624434"/>
                    </a:cubicBezTo>
                    <a:lnTo>
                      <a:pt x="262368" y="588361"/>
                    </a:lnTo>
                    <a:cubicBezTo>
                      <a:pt x="262368" y="579654"/>
                      <a:pt x="254907" y="572190"/>
                      <a:pt x="246203" y="568458"/>
                    </a:cubicBezTo>
                    <a:cubicBezTo>
                      <a:pt x="238742" y="565971"/>
                      <a:pt x="231282" y="562239"/>
                      <a:pt x="223821" y="558507"/>
                    </a:cubicBezTo>
                    <a:cubicBezTo>
                      <a:pt x="213874" y="553532"/>
                      <a:pt x="203926" y="556020"/>
                      <a:pt x="197709" y="562239"/>
                    </a:cubicBezTo>
                    <a:lnTo>
                      <a:pt x="172840" y="587117"/>
                    </a:lnTo>
                    <a:cubicBezTo>
                      <a:pt x="157918" y="602044"/>
                      <a:pt x="133049" y="602044"/>
                      <a:pt x="118128" y="587117"/>
                    </a:cubicBezTo>
                    <a:lnTo>
                      <a:pt x="74607" y="543581"/>
                    </a:lnTo>
                    <a:cubicBezTo>
                      <a:pt x="59686" y="528654"/>
                      <a:pt x="59686" y="503776"/>
                      <a:pt x="74607" y="488849"/>
                    </a:cubicBezTo>
                    <a:lnTo>
                      <a:pt x="99476" y="465216"/>
                    </a:lnTo>
                    <a:cubicBezTo>
                      <a:pt x="105693" y="457752"/>
                      <a:pt x="108180" y="447801"/>
                      <a:pt x="103207" y="439094"/>
                    </a:cubicBezTo>
                    <a:cubicBezTo>
                      <a:pt x="100720" y="431630"/>
                      <a:pt x="95746" y="422923"/>
                      <a:pt x="94502" y="415460"/>
                    </a:cubicBezTo>
                    <a:cubicBezTo>
                      <a:pt x="89529" y="406753"/>
                      <a:pt x="82068" y="400533"/>
                      <a:pt x="72120" y="400533"/>
                    </a:cubicBezTo>
                    <a:lnTo>
                      <a:pt x="37304" y="400533"/>
                    </a:lnTo>
                    <a:cubicBezTo>
                      <a:pt x="16165" y="400533"/>
                      <a:pt x="0" y="383119"/>
                      <a:pt x="0" y="360729"/>
                    </a:cubicBezTo>
                    <a:lnTo>
                      <a:pt x="0" y="301022"/>
                    </a:lnTo>
                    <a:cubicBezTo>
                      <a:pt x="0" y="279876"/>
                      <a:pt x="16165" y="261217"/>
                      <a:pt x="37304" y="261217"/>
                    </a:cubicBezTo>
                    <a:lnTo>
                      <a:pt x="72120" y="261217"/>
                    </a:lnTo>
                    <a:cubicBezTo>
                      <a:pt x="82068" y="261217"/>
                      <a:pt x="89529" y="256242"/>
                      <a:pt x="94502" y="246291"/>
                    </a:cubicBezTo>
                    <a:cubicBezTo>
                      <a:pt x="95746" y="238827"/>
                      <a:pt x="100720" y="230120"/>
                      <a:pt x="103207" y="222657"/>
                    </a:cubicBezTo>
                    <a:cubicBezTo>
                      <a:pt x="108180" y="215193"/>
                      <a:pt x="105693" y="203998"/>
                      <a:pt x="99476" y="196535"/>
                    </a:cubicBezTo>
                    <a:lnTo>
                      <a:pt x="74607" y="172901"/>
                    </a:lnTo>
                    <a:cubicBezTo>
                      <a:pt x="59686" y="157974"/>
                      <a:pt x="59686" y="133097"/>
                      <a:pt x="74607" y="118170"/>
                    </a:cubicBezTo>
                    <a:lnTo>
                      <a:pt x="118128" y="75878"/>
                    </a:lnTo>
                    <a:cubicBezTo>
                      <a:pt x="133049" y="59707"/>
                      <a:pt x="157918" y="59707"/>
                      <a:pt x="172840" y="75878"/>
                    </a:cubicBezTo>
                    <a:lnTo>
                      <a:pt x="197709" y="99512"/>
                    </a:lnTo>
                    <a:cubicBezTo>
                      <a:pt x="203926" y="106975"/>
                      <a:pt x="213874" y="108219"/>
                      <a:pt x="223821" y="103243"/>
                    </a:cubicBezTo>
                    <a:cubicBezTo>
                      <a:pt x="231282" y="100755"/>
                      <a:pt x="238742" y="97024"/>
                      <a:pt x="246203" y="94536"/>
                    </a:cubicBezTo>
                    <a:cubicBezTo>
                      <a:pt x="254907" y="90804"/>
                      <a:pt x="262368" y="82097"/>
                      <a:pt x="262368" y="73390"/>
                    </a:cubicBezTo>
                    <a:lnTo>
                      <a:pt x="262368" y="38561"/>
                    </a:lnTo>
                    <a:cubicBezTo>
                      <a:pt x="262368" y="17415"/>
                      <a:pt x="278533" y="0"/>
                      <a:pt x="2996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15E4FD0F-BE14-4C48-9A9E-DEA1C1AAB71E}"/>
                  </a:ext>
                </a:extLst>
              </p:cNvPr>
              <p:cNvSpPr/>
              <p:nvPr/>
            </p:nvSpPr>
            <p:spPr>
              <a:xfrm>
                <a:off x="6427579" y="7717989"/>
                <a:ext cx="224403" cy="224230"/>
              </a:xfrm>
              <a:custGeom>
                <a:avLst/>
                <a:gdLst>
                  <a:gd name="connsiteX0" fmla="*/ 112204 w 224403"/>
                  <a:gd name="connsiteY0" fmla="*/ 14864 h 224230"/>
                  <a:gd name="connsiteX1" fmla="*/ 99827 w 224403"/>
                  <a:gd name="connsiteY1" fmla="*/ 16102 h 224230"/>
                  <a:gd name="connsiteX2" fmla="*/ 16897 w 224403"/>
                  <a:gd name="connsiteY2" fmla="*/ 97823 h 224230"/>
                  <a:gd name="connsiteX3" fmla="*/ 44128 w 224403"/>
                  <a:gd name="connsiteY3" fmla="*/ 178305 h 224230"/>
                  <a:gd name="connsiteX4" fmla="*/ 124582 w 224403"/>
                  <a:gd name="connsiteY4" fmla="*/ 205545 h 224230"/>
                  <a:gd name="connsiteX5" fmla="*/ 207511 w 224403"/>
                  <a:gd name="connsiteY5" fmla="*/ 123825 h 224230"/>
                  <a:gd name="connsiteX6" fmla="*/ 180281 w 224403"/>
                  <a:gd name="connsiteY6" fmla="*/ 43343 h 224230"/>
                  <a:gd name="connsiteX7" fmla="*/ 112204 w 224403"/>
                  <a:gd name="connsiteY7" fmla="*/ 14864 h 224230"/>
                  <a:gd name="connsiteX8" fmla="*/ 97335 w 224403"/>
                  <a:gd name="connsiteY8" fmla="*/ 1149 h 224230"/>
                  <a:gd name="connsiteX9" fmla="*/ 191493 w 224403"/>
                  <a:gd name="connsiteY9" fmla="*/ 33371 h 224230"/>
                  <a:gd name="connsiteX10" fmla="*/ 223704 w 224403"/>
                  <a:gd name="connsiteY10" fmla="*/ 126322 h 224230"/>
                  <a:gd name="connsiteX11" fmla="*/ 125830 w 224403"/>
                  <a:gd name="connsiteY11" fmla="*/ 222991 h 224230"/>
                  <a:gd name="connsiteX12" fmla="*/ 112202 w 224403"/>
                  <a:gd name="connsiteY12" fmla="*/ 224230 h 224230"/>
                  <a:gd name="connsiteX13" fmla="*/ 32912 w 224403"/>
                  <a:gd name="connsiteY13" fmla="*/ 190768 h 224230"/>
                  <a:gd name="connsiteX14" fmla="*/ 700 w 224403"/>
                  <a:gd name="connsiteY14" fmla="*/ 97817 h 224230"/>
                  <a:gd name="connsiteX15" fmla="*/ 97335 w 224403"/>
                  <a:gd name="connsiteY15" fmla="*/ 1149 h 224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24403" h="224230">
                    <a:moveTo>
                      <a:pt x="112204" y="14864"/>
                    </a:moveTo>
                    <a:cubicBezTo>
                      <a:pt x="108491" y="14864"/>
                      <a:pt x="103540" y="14864"/>
                      <a:pt x="99827" y="16102"/>
                    </a:cubicBezTo>
                    <a:cubicBezTo>
                      <a:pt x="57743" y="21055"/>
                      <a:pt x="21848" y="55724"/>
                      <a:pt x="16897" y="97823"/>
                    </a:cubicBezTo>
                    <a:cubicBezTo>
                      <a:pt x="13184" y="127539"/>
                      <a:pt x="23086" y="157256"/>
                      <a:pt x="44128" y="178305"/>
                    </a:cubicBezTo>
                    <a:cubicBezTo>
                      <a:pt x="65169" y="199354"/>
                      <a:pt x="94876" y="209260"/>
                      <a:pt x="124582" y="205545"/>
                    </a:cubicBezTo>
                    <a:cubicBezTo>
                      <a:pt x="166665" y="199354"/>
                      <a:pt x="202560" y="165923"/>
                      <a:pt x="207511" y="123825"/>
                    </a:cubicBezTo>
                    <a:cubicBezTo>
                      <a:pt x="211225" y="92870"/>
                      <a:pt x="201322" y="64392"/>
                      <a:pt x="180281" y="43343"/>
                    </a:cubicBezTo>
                    <a:cubicBezTo>
                      <a:pt x="161714" y="24770"/>
                      <a:pt x="138197" y="14864"/>
                      <a:pt x="112204" y="14864"/>
                    </a:cubicBezTo>
                    <a:close/>
                    <a:moveTo>
                      <a:pt x="97335" y="1149"/>
                    </a:moveTo>
                    <a:cubicBezTo>
                      <a:pt x="132025" y="-3809"/>
                      <a:pt x="166714" y="7345"/>
                      <a:pt x="191493" y="33371"/>
                    </a:cubicBezTo>
                    <a:cubicBezTo>
                      <a:pt x="216271" y="56919"/>
                      <a:pt x="227421" y="91621"/>
                      <a:pt x="223704" y="126322"/>
                    </a:cubicBezTo>
                    <a:cubicBezTo>
                      <a:pt x="216271" y="175896"/>
                      <a:pt x="176626" y="216794"/>
                      <a:pt x="125830" y="222991"/>
                    </a:cubicBezTo>
                    <a:cubicBezTo>
                      <a:pt x="122113" y="222991"/>
                      <a:pt x="117158" y="224230"/>
                      <a:pt x="112202" y="224230"/>
                    </a:cubicBezTo>
                    <a:cubicBezTo>
                      <a:pt x="82468" y="224230"/>
                      <a:pt x="53973" y="211837"/>
                      <a:pt x="32912" y="190768"/>
                    </a:cubicBezTo>
                    <a:cubicBezTo>
                      <a:pt x="8134" y="165981"/>
                      <a:pt x="-3017" y="132519"/>
                      <a:pt x="700" y="97817"/>
                    </a:cubicBezTo>
                    <a:cubicBezTo>
                      <a:pt x="6895" y="48244"/>
                      <a:pt x="47779" y="7345"/>
                      <a:pt x="97335" y="114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44" name="Group 643">
              <a:extLst>
                <a:ext uri="{FF2B5EF4-FFF2-40B4-BE49-F238E27FC236}">
                  <a16:creationId xmlns:a16="http://schemas.microsoft.com/office/drawing/2014/main" id="{89EB357F-579E-684A-AE08-5211FAD33CFE}"/>
                </a:ext>
              </a:extLst>
            </p:cNvPr>
            <p:cNvGrpSpPr/>
            <p:nvPr/>
          </p:nvGrpSpPr>
          <p:grpSpPr>
            <a:xfrm>
              <a:off x="6741838" y="7073548"/>
              <a:ext cx="501359" cy="502280"/>
              <a:chOff x="6741838" y="7073548"/>
              <a:chExt cx="501359" cy="502280"/>
            </a:xfrm>
          </p:grpSpPr>
          <p:sp>
            <p:nvSpPr>
              <p:cNvPr id="643" name="Freeform 642">
                <a:extLst>
                  <a:ext uri="{FF2B5EF4-FFF2-40B4-BE49-F238E27FC236}">
                    <a16:creationId xmlns:a16="http://schemas.microsoft.com/office/drawing/2014/main" id="{22CD8B2F-2E3C-CC4A-B116-82AE4E272807}"/>
                  </a:ext>
                </a:extLst>
              </p:cNvPr>
              <p:cNvSpPr/>
              <p:nvPr/>
            </p:nvSpPr>
            <p:spPr>
              <a:xfrm>
                <a:off x="6751117" y="7081995"/>
                <a:ext cx="485532" cy="485656"/>
              </a:xfrm>
              <a:custGeom>
                <a:avLst/>
                <a:gdLst>
                  <a:gd name="connsiteX0" fmla="*/ 245851 w 485532"/>
                  <a:gd name="connsiteY0" fmla="*/ 163582 h 485656"/>
                  <a:gd name="connsiteX1" fmla="*/ 175400 w 485532"/>
                  <a:gd name="connsiteY1" fmla="*/ 201914 h 485656"/>
                  <a:gd name="connsiteX2" fmla="*/ 239671 w 485532"/>
                  <a:gd name="connsiteY2" fmla="*/ 321853 h 485656"/>
                  <a:gd name="connsiteX3" fmla="*/ 310122 w 485532"/>
                  <a:gd name="connsiteY3" fmla="*/ 283522 h 485656"/>
                  <a:gd name="connsiteX4" fmla="*/ 245851 w 485532"/>
                  <a:gd name="connsiteY4" fmla="*/ 163582 h 485656"/>
                  <a:gd name="connsiteX5" fmla="*/ 290602 w 485532"/>
                  <a:gd name="connsiteY5" fmla="*/ 1569 h 485656"/>
                  <a:gd name="connsiteX6" fmla="*/ 336578 w 485532"/>
                  <a:gd name="connsiteY6" fmla="*/ 15243 h 485656"/>
                  <a:gd name="connsiteX7" fmla="*/ 351490 w 485532"/>
                  <a:gd name="connsiteY7" fmla="*/ 42590 h 485656"/>
                  <a:gd name="connsiteX8" fmla="*/ 344034 w 485532"/>
                  <a:gd name="connsiteY8" fmla="*/ 68693 h 485656"/>
                  <a:gd name="connsiteX9" fmla="*/ 351490 w 485532"/>
                  <a:gd name="connsiteY9" fmla="*/ 93554 h 485656"/>
                  <a:gd name="connsiteX10" fmla="*/ 367644 w 485532"/>
                  <a:gd name="connsiteY10" fmla="*/ 105985 h 485656"/>
                  <a:gd name="connsiteX11" fmla="*/ 392496 w 485532"/>
                  <a:gd name="connsiteY11" fmla="*/ 109714 h 485656"/>
                  <a:gd name="connsiteX12" fmla="*/ 417348 w 485532"/>
                  <a:gd name="connsiteY12" fmla="*/ 96040 h 485656"/>
                  <a:gd name="connsiteX13" fmla="*/ 447170 w 485532"/>
                  <a:gd name="connsiteY13" fmla="*/ 104742 h 485656"/>
                  <a:gd name="connsiteX14" fmla="*/ 470780 w 485532"/>
                  <a:gd name="connsiteY14" fmla="*/ 147005 h 485656"/>
                  <a:gd name="connsiteX15" fmla="*/ 460839 w 485532"/>
                  <a:gd name="connsiteY15" fmla="*/ 178081 h 485656"/>
                  <a:gd name="connsiteX16" fmla="*/ 437230 w 485532"/>
                  <a:gd name="connsiteY16" fmla="*/ 190512 h 485656"/>
                  <a:gd name="connsiteX17" fmla="*/ 426046 w 485532"/>
                  <a:gd name="connsiteY17" fmla="*/ 214129 h 485656"/>
                  <a:gd name="connsiteX18" fmla="*/ 427289 w 485532"/>
                  <a:gd name="connsiteY18" fmla="*/ 234018 h 485656"/>
                  <a:gd name="connsiteX19" fmla="*/ 443443 w 485532"/>
                  <a:gd name="connsiteY19" fmla="*/ 255150 h 485656"/>
                  <a:gd name="connsiteX20" fmla="*/ 470780 w 485532"/>
                  <a:gd name="connsiteY20" fmla="*/ 262608 h 485656"/>
                  <a:gd name="connsiteX21" fmla="*/ 484449 w 485532"/>
                  <a:gd name="connsiteY21" fmla="*/ 289955 h 485656"/>
                  <a:gd name="connsiteX22" fmla="*/ 470780 w 485532"/>
                  <a:gd name="connsiteY22" fmla="*/ 337190 h 485656"/>
                  <a:gd name="connsiteX23" fmla="*/ 443443 w 485532"/>
                  <a:gd name="connsiteY23" fmla="*/ 350864 h 485656"/>
                  <a:gd name="connsiteX24" fmla="*/ 416105 w 485532"/>
                  <a:gd name="connsiteY24" fmla="*/ 343406 h 485656"/>
                  <a:gd name="connsiteX25" fmla="*/ 392496 w 485532"/>
                  <a:gd name="connsiteY25" fmla="*/ 350864 h 485656"/>
                  <a:gd name="connsiteX26" fmla="*/ 378827 w 485532"/>
                  <a:gd name="connsiteY26" fmla="*/ 367023 h 485656"/>
                  <a:gd name="connsiteX27" fmla="*/ 376342 w 485532"/>
                  <a:gd name="connsiteY27" fmla="*/ 393127 h 485656"/>
                  <a:gd name="connsiteX28" fmla="*/ 388768 w 485532"/>
                  <a:gd name="connsiteY28" fmla="*/ 417988 h 485656"/>
                  <a:gd name="connsiteX29" fmla="*/ 381312 w 485532"/>
                  <a:gd name="connsiteY29" fmla="*/ 447821 h 485656"/>
                  <a:gd name="connsiteX30" fmla="*/ 337821 w 485532"/>
                  <a:gd name="connsiteY30" fmla="*/ 470196 h 485656"/>
                  <a:gd name="connsiteX31" fmla="*/ 307999 w 485532"/>
                  <a:gd name="connsiteY31" fmla="*/ 461494 h 485656"/>
                  <a:gd name="connsiteX32" fmla="*/ 295572 w 485532"/>
                  <a:gd name="connsiteY32" fmla="*/ 436634 h 485656"/>
                  <a:gd name="connsiteX33" fmla="*/ 270720 w 485532"/>
                  <a:gd name="connsiteY33" fmla="*/ 425446 h 485656"/>
                  <a:gd name="connsiteX34" fmla="*/ 252081 w 485532"/>
                  <a:gd name="connsiteY34" fmla="*/ 427932 h 485656"/>
                  <a:gd name="connsiteX35" fmla="*/ 230957 w 485532"/>
                  <a:gd name="connsiteY35" fmla="*/ 442849 h 485656"/>
                  <a:gd name="connsiteX36" fmla="*/ 222259 w 485532"/>
                  <a:gd name="connsiteY36" fmla="*/ 470196 h 485656"/>
                  <a:gd name="connsiteX37" fmla="*/ 194921 w 485532"/>
                  <a:gd name="connsiteY37" fmla="*/ 485112 h 485656"/>
                  <a:gd name="connsiteX38" fmla="*/ 148945 w 485532"/>
                  <a:gd name="connsiteY38" fmla="*/ 470196 h 485656"/>
                  <a:gd name="connsiteX39" fmla="*/ 134034 w 485532"/>
                  <a:gd name="connsiteY39" fmla="*/ 442849 h 485656"/>
                  <a:gd name="connsiteX40" fmla="*/ 141489 w 485532"/>
                  <a:gd name="connsiteY40" fmla="*/ 416745 h 485656"/>
                  <a:gd name="connsiteX41" fmla="*/ 134034 w 485532"/>
                  <a:gd name="connsiteY41" fmla="*/ 393127 h 485656"/>
                  <a:gd name="connsiteX42" fmla="*/ 117880 w 485532"/>
                  <a:gd name="connsiteY42" fmla="*/ 379454 h 485656"/>
                  <a:gd name="connsiteX43" fmla="*/ 93028 w 485532"/>
                  <a:gd name="connsiteY43" fmla="*/ 376968 h 485656"/>
                  <a:gd name="connsiteX44" fmla="*/ 68176 w 485532"/>
                  <a:gd name="connsiteY44" fmla="*/ 389398 h 485656"/>
                  <a:gd name="connsiteX45" fmla="*/ 38353 w 485532"/>
                  <a:gd name="connsiteY45" fmla="*/ 380697 h 485656"/>
                  <a:gd name="connsiteX46" fmla="*/ 14744 w 485532"/>
                  <a:gd name="connsiteY46" fmla="*/ 337190 h 485656"/>
                  <a:gd name="connsiteX47" fmla="*/ 24684 w 485532"/>
                  <a:gd name="connsiteY47" fmla="*/ 308600 h 485656"/>
                  <a:gd name="connsiteX48" fmla="*/ 48294 w 485532"/>
                  <a:gd name="connsiteY48" fmla="*/ 294927 h 485656"/>
                  <a:gd name="connsiteX49" fmla="*/ 59477 w 485532"/>
                  <a:gd name="connsiteY49" fmla="*/ 271309 h 485656"/>
                  <a:gd name="connsiteX50" fmla="*/ 58235 w 485532"/>
                  <a:gd name="connsiteY50" fmla="*/ 251421 h 485656"/>
                  <a:gd name="connsiteX51" fmla="*/ 42081 w 485532"/>
                  <a:gd name="connsiteY51" fmla="*/ 231532 h 485656"/>
                  <a:gd name="connsiteX52" fmla="*/ 15986 w 485532"/>
                  <a:gd name="connsiteY52" fmla="*/ 222831 h 485656"/>
                  <a:gd name="connsiteX53" fmla="*/ 1075 w 485532"/>
                  <a:gd name="connsiteY53" fmla="*/ 195484 h 485656"/>
                  <a:gd name="connsiteX54" fmla="*/ 14744 w 485532"/>
                  <a:gd name="connsiteY54" fmla="*/ 149491 h 485656"/>
                  <a:gd name="connsiteX55" fmla="*/ 42081 w 485532"/>
                  <a:gd name="connsiteY55" fmla="*/ 133332 h 485656"/>
                  <a:gd name="connsiteX56" fmla="*/ 69418 w 485532"/>
                  <a:gd name="connsiteY56" fmla="*/ 142033 h 485656"/>
                  <a:gd name="connsiteX57" fmla="*/ 93028 w 485532"/>
                  <a:gd name="connsiteY57" fmla="*/ 133332 h 485656"/>
                  <a:gd name="connsiteX58" fmla="*/ 106696 w 485532"/>
                  <a:gd name="connsiteY58" fmla="*/ 118415 h 485656"/>
                  <a:gd name="connsiteX59" fmla="*/ 109182 w 485532"/>
                  <a:gd name="connsiteY59" fmla="*/ 93554 h 485656"/>
                  <a:gd name="connsiteX60" fmla="*/ 96756 w 485532"/>
                  <a:gd name="connsiteY60" fmla="*/ 67450 h 485656"/>
                  <a:gd name="connsiteX61" fmla="*/ 104211 w 485532"/>
                  <a:gd name="connsiteY61" fmla="*/ 37617 h 485656"/>
                  <a:gd name="connsiteX62" fmla="*/ 147702 w 485532"/>
                  <a:gd name="connsiteY62" fmla="*/ 15243 h 485656"/>
                  <a:gd name="connsiteX63" fmla="*/ 177525 w 485532"/>
                  <a:gd name="connsiteY63" fmla="*/ 23944 h 485656"/>
                  <a:gd name="connsiteX64" fmla="*/ 191194 w 485532"/>
                  <a:gd name="connsiteY64" fmla="*/ 48805 h 485656"/>
                  <a:gd name="connsiteX65" fmla="*/ 214803 w 485532"/>
                  <a:gd name="connsiteY65" fmla="*/ 59992 h 485656"/>
                  <a:gd name="connsiteX66" fmla="*/ 233442 w 485532"/>
                  <a:gd name="connsiteY66" fmla="*/ 57506 h 485656"/>
                  <a:gd name="connsiteX67" fmla="*/ 254567 w 485532"/>
                  <a:gd name="connsiteY67" fmla="*/ 42590 h 485656"/>
                  <a:gd name="connsiteX68" fmla="*/ 263265 w 485532"/>
                  <a:gd name="connsiteY68" fmla="*/ 15243 h 485656"/>
                  <a:gd name="connsiteX69" fmla="*/ 290602 w 485532"/>
                  <a:gd name="connsiteY69" fmla="*/ 1569 h 485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</a:cxnLst>
                <a:rect l="l" t="t" r="r" b="b"/>
                <a:pathLst>
                  <a:path w="485532" h="485656">
                    <a:moveTo>
                      <a:pt x="245851" y="163582"/>
                    </a:moveTo>
                    <a:cubicBezTo>
                      <a:pt x="217424" y="162346"/>
                      <a:pt x="190232" y="177184"/>
                      <a:pt x="175400" y="201914"/>
                    </a:cubicBezTo>
                    <a:cubicBezTo>
                      <a:pt x="144501" y="253846"/>
                      <a:pt x="180344" y="318144"/>
                      <a:pt x="239671" y="321853"/>
                    </a:cubicBezTo>
                    <a:cubicBezTo>
                      <a:pt x="268099" y="323090"/>
                      <a:pt x="296527" y="308252"/>
                      <a:pt x="310122" y="283522"/>
                    </a:cubicBezTo>
                    <a:cubicBezTo>
                      <a:pt x="341022" y="231589"/>
                      <a:pt x="305178" y="167292"/>
                      <a:pt x="245851" y="163582"/>
                    </a:cubicBezTo>
                    <a:close/>
                    <a:moveTo>
                      <a:pt x="290602" y="1569"/>
                    </a:moveTo>
                    <a:lnTo>
                      <a:pt x="336578" y="15243"/>
                    </a:lnTo>
                    <a:cubicBezTo>
                      <a:pt x="347762" y="17729"/>
                      <a:pt x="355218" y="30159"/>
                      <a:pt x="351490" y="42590"/>
                    </a:cubicBezTo>
                    <a:lnTo>
                      <a:pt x="344034" y="68693"/>
                    </a:lnTo>
                    <a:cubicBezTo>
                      <a:pt x="340306" y="77395"/>
                      <a:pt x="344034" y="87339"/>
                      <a:pt x="351490" y="93554"/>
                    </a:cubicBezTo>
                    <a:cubicBezTo>
                      <a:pt x="357703" y="97283"/>
                      <a:pt x="362673" y="101013"/>
                      <a:pt x="367644" y="105985"/>
                    </a:cubicBezTo>
                    <a:cubicBezTo>
                      <a:pt x="375099" y="112200"/>
                      <a:pt x="383798" y="114686"/>
                      <a:pt x="392496" y="109714"/>
                    </a:cubicBezTo>
                    <a:lnTo>
                      <a:pt x="417348" y="96040"/>
                    </a:lnTo>
                    <a:cubicBezTo>
                      <a:pt x="428531" y="91068"/>
                      <a:pt x="440957" y="94797"/>
                      <a:pt x="447170" y="104742"/>
                    </a:cubicBezTo>
                    <a:lnTo>
                      <a:pt x="470780" y="147005"/>
                    </a:lnTo>
                    <a:cubicBezTo>
                      <a:pt x="475750" y="158192"/>
                      <a:pt x="472023" y="171866"/>
                      <a:pt x="460839" y="178081"/>
                    </a:cubicBezTo>
                    <a:lnTo>
                      <a:pt x="437230" y="190512"/>
                    </a:lnTo>
                    <a:cubicBezTo>
                      <a:pt x="428531" y="195484"/>
                      <a:pt x="423561" y="204185"/>
                      <a:pt x="426046" y="214129"/>
                    </a:cubicBezTo>
                    <a:cubicBezTo>
                      <a:pt x="426046" y="220344"/>
                      <a:pt x="427289" y="227803"/>
                      <a:pt x="427289" y="234018"/>
                    </a:cubicBezTo>
                    <a:cubicBezTo>
                      <a:pt x="427289" y="243962"/>
                      <a:pt x="433502" y="251421"/>
                      <a:pt x="443443" y="255150"/>
                    </a:cubicBezTo>
                    <a:lnTo>
                      <a:pt x="470780" y="262608"/>
                    </a:lnTo>
                    <a:cubicBezTo>
                      <a:pt x="481963" y="266337"/>
                      <a:pt x="488176" y="278767"/>
                      <a:pt x="484449" y="289955"/>
                    </a:cubicBezTo>
                    <a:lnTo>
                      <a:pt x="470780" y="337190"/>
                    </a:lnTo>
                    <a:cubicBezTo>
                      <a:pt x="467052" y="348378"/>
                      <a:pt x="454626" y="354593"/>
                      <a:pt x="443443" y="350864"/>
                    </a:cubicBezTo>
                    <a:lnTo>
                      <a:pt x="416105" y="343406"/>
                    </a:lnTo>
                    <a:cubicBezTo>
                      <a:pt x="407407" y="340919"/>
                      <a:pt x="397466" y="343406"/>
                      <a:pt x="392496" y="350864"/>
                    </a:cubicBezTo>
                    <a:cubicBezTo>
                      <a:pt x="388768" y="357079"/>
                      <a:pt x="383798" y="363294"/>
                      <a:pt x="378827" y="367023"/>
                    </a:cubicBezTo>
                    <a:cubicBezTo>
                      <a:pt x="373857" y="374482"/>
                      <a:pt x="371371" y="384426"/>
                      <a:pt x="376342" y="393127"/>
                    </a:cubicBezTo>
                    <a:lnTo>
                      <a:pt x="388768" y="417988"/>
                    </a:lnTo>
                    <a:cubicBezTo>
                      <a:pt x="394981" y="427932"/>
                      <a:pt x="391253" y="441606"/>
                      <a:pt x="381312" y="447821"/>
                    </a:cubicBezTo>
                    <a:lnTo>
                      <a:pt x="337821" y="470196"/>
                    </a:lnTo>
                    <a:cubicBezTo>
                      <a:pt x="326638" y="476411"/>
                      <a:pt x="314212" y="472682"/>
                      <a:pt x="307999" y="461494"/>
                    </a:cubicBezTo>
                    <a:lnTo>
                      <a:pt x="295572" y="436634"/>
                    </a:lnTo>
                    <a:cubicBezTo>
                      <a:pt x="290602" y="429175"/>
                      <a:pt x="280661" y="424203"/>
                      <a:pt x="270720" y="425446"/>
                    </a:cubicBezTo>
                    <a:cubicBezTo>
                      <a:pt x="264507" y="426689"/>
                      <a:pt x="258294" y="427932"/>
                      <a:pt x="252081" y="427932"/>
                    </a:cubicBezTo>
                    <a:cubicBezTo>
                      <a:pt x="240898" y="427932"/>
                      <a:pt x="233442" y="434148"/>
                      <a:pt x="230957" y="442849"/>
                    </a:cubicBezTo>
                    <a:lnTo>
                      <a:pt x="222259" y="470196"/>
                    </a:lnTo>
                    <a:cubicBezTo>
                      <a:pt x="219774" y="481383"/>
                      <a:pt x="207347" y="487598"/>
                      <a:pt x="194921" y="485112"/>
                    </a:cubicBezTo>
                    <a:lnTo>
                      <a:pt x="148945" y="470196"/>
                    </a:lnTo>
                    <a:cubicBezTo>
                      <a:pt x="137762" y="467710"/>
                      <a:pt x="130306" y="455279"/>
                      <a:pt x="134034" y="442849"/>
                    </a:cubicBezTo>
                    <a:lnTo>
                      <a:pt x="141489" y="416745"/>
                    </a:lnTo>
                    <a:cubicBezTo>
                      <a:pt x="145217" y="408044"/>
                      <a:pt x="141489" y="398099"/>
                      <a:pt x="134034" y="393127"/>
                    </a:cubicBezTo>
                    <a:cubicBezTo>
                      <a:pt x="127821" y="388155"/>
                      <a:pt x="122850" y="384426"/>
                      <a:pt x="117880" y="379454"/>
                    </a:cubicBezTo>
                    <a:cubicBezTo>
                      <a:pt x="110424" y="373239"/>
                      <a:pt x="101726" y="371995"/>
                      <a:pt x="93028" y="376968"/>
                    </a:cubicBezTo>
                    <a:lnTo>
                      <a:pt x="68176" y="389398"/>
                    </a:lnTo>
                    <a:cubicBezTo>
                      <a:pt x="56992" y="395613"/>
                      <a:pt x="44566" y="390641"/>
                      <a:pt x="38353" y="380697"/>
                    </a:cubicBezTo>
                    <a:lnTo>
                      <a:pt x="14744" y="337190"/>
                    </a:lnTo>
                    <a:cubicBezTo>
                      <a:pt x="9773" y="327246"/>
                      <a:pt x="13501" y="313573"/>
                      <a:pt x="24684" y="308600"/>
                    </a:cubicBezTo>
                    <a:lnTo>
                      <a:pt x="48294" y="294927"/>
                    </a:lnTo>
                    <a:cubicBezTo>
                      <a:pt x="56992" y="289955"/>
                      <a:pt x="61963" y="281253"/>
                      <a:pt x="59477" y="271309"/>
                    </a:cubicBezTo>
                    <a:cubicBezTo>
                      <a:pt x="59477" y="265094"/>
                      <a:pt x="58235" y="257636"/>
                      <a:pt x="58235" y="251421"/>
                    </a:cubicBezTo>
                    <a:cubicBezTo>
                      <a:pt x="58235" y="241476"/>
                      <a:pt x="52022" y="234018"/>
                      <a:pt x="42081" y="231532"/>
                    </a:cubicBezTo>
                    <a:lnTo>
                      <a:pt x="15986" y="222831"/>
                    </a:lnTo>
                    <a:cubicBezTo>
                      <a:pt x="3560" y="219101"/>
                      <a:pt x="-2653" y="206671"/>
                      <a:pt x="1075" y="195484"/>
                    </a:cubicBezTo>
                    <a:lnTo>
                      <a:pt x="14744" y="149491"/>
                    </a:lnTo>
                    <a:cubicBezTo>
                      <a:pt x="18471" y="137061"/>
                      <a:pt x="30897" y="130846"/>
                      <a:pt x="42081" y="133332"/>
                    </a:cubicBezTo>
                    <a:lnTo>
                      <a:pt x="69418" y="142033"/>
                    </a:lnTo>
                    <a:cubicBezTo>
                      <a:pt x="78116" y="144519"/>
                      <a:pt x="88057" y="142033"/>
                      <a:pt x="93028" y="133332"/>
                    </a:cubicBezTo>
                    <a:cubicBezTo>
                      <a:pt x="96756" y="128359"/>
                      <a:pt x="101726" y="123387"/>
                      <a:pt x="106696" y="118415"/>
                    </a:cubicBezTo>
                    <a:cubicBezTo>
                      <a:pt x="112909" y="110957"/>
                      <a:pt x="114152" y="101013"/>
                      <a:pt x="109182" y="93554"/>
                    </a:cubicBezTo>
                    <a:lnTo>
                      <a:pt x="96756" y="67450"/>
                    </a:lnTo>
                    <a:cubicBezTo>
                      <a:pt x="90542" y="57506"/>
                      <a:pt x="94270" y="43833"/>
                      <a:pt x="104211" y="37617"/>
                    </a:cubicBezTo>
                    <a:lnTo>
                      <a:pt x="147702" y="15243"/>
                    </a:lnTo>
                    <a:cubicBezTo>
                      <a:pt x="158886" y="9028"/>
                      <a:pt x="171312" y="12757"/>
                      <a:pt x="177525" y="23944"/>
                    </a:cubicBezTo>
                    <a:lnTo>
                      <a:pt x="191194" y="48805"/>
                    </a:lnTo>
                    <a:cubicBezTo>
                      <a:pt x="194921" y="57506"/>
                      <a:pt x="204862" y="61235"/>
                      <a:pt x="214803" y="59992"/>
                    </a:cubicBezTo>
                    <a:cubicBezTo>
                      <a:pt x="221016" y="58749"/>
                      <a:pt x="227229" y="58749"/>
                      <a:pt x="233442" y="57506"/>
                    </a:cubicBezTo>
                    <a:cubicBezTo>
                      <a:pt x="244626" y="57506"/>
                      <a:pt x="252081" y="51291"/>
                      <a:pt x="254567" y="42590"/>
                    </a:cubicBezTo>
                    <a:lnTo>
                      <a:pt x="263265" y="15243"/>
                    </a:lnTo>
                    <a:cubicBezTo>
                      <a:pt x="265750" y="4055"/>
                      <a:pt x="279419" y="-3403"/>
                      <a:pt x="290602" y="15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B33DFF51-9CB1-DD47-B5F8-EC9FC2A188EC}"/>
                  </a:ext>
                </a:extLst>
              </p:cNvPr>
              <p:cNvSpPr/>
              <p:nvPr/>
            </p:nvSpPr>
            <p:spPr>
              <a:xfrm>
                <a:off x="6741838" y="7073548"/>
                <a:ext cx="501359" cy="502280"/>
              </a:xfrm>
              <a:custGeom>
                <a:avLst/>
                <a:gdLst>
                  <a:gd name="connsiteX0" fmla="*/ 297390 w 501359"/>
                  <a:gd name="connsiteY0" fmla="*/ 18740 h 502280"/>
                  <a:gd name="connsiteX1" fmla="*/ 279995 w 501359"/>
                  <a:gd name="connsiteY1" fmla="*/ 27441 h 502280"/>
                  <a:gd name="connsiteX2" fmla="*/ 271298 w 501359"/>
                  <a:gd name="connsiteY2" fmla="*/ 54785 h 502280"/>
                  <a:gd name="connsiteX3" fmla="*/ 243963 w 501359"/>
                  <a:gd name="connsiteY3" fmla="*/ 75915 h 502280"/>
                  <a:gd name="connsiteX4" fmla="*/ 224083 w 501359"/>
                  <a:gd name="connsiteY4" fmla="*/ 77158 h 502280"/>
                  <a:gd name="connsiteX5" fmla="*/ 193020 w 501359"/>
                  <a:gd name="connsiteY5" fmla="*/ 62243 h 502280"/>
                  <a:gd name="connsiteX6" fmla="*/ 180596 w 501359"/>
                  <a:gd name="connsiteY6" fmla="*/ 38627 h 502280"/>
                  <a:gd name="connsiteX7" fmla="*/ 161958 w 501359"/>
                  <a:gd name="connsiteY7" fmla="*/ 32412 h 502280"/>
                  <a:gd name="connsiteX8" fmla="*/ 118471 w 501359"/>
                  <a:gd name="connsiteY8" fmla="*/ 54785 h 502280"/>
                  <a:gd name="connsiteX9" fmla="*/ 112258 w 501359"/>
                  <a:gd name="connsiteY9" fmla="*/ 63486 h 502280"/>
                  <a:gd name="connsiteX10" fmla="*/ 112258 w 501359"/>
                  <a:gd name="connsiteY10" fmla="*/ 73429 h 502280"/>
                  <a:gd name="connsiteX11" fmla="*/ 125926 w 501359"/>
                  <a:gd name="connsiteY11" fmla="*/ 98288 h 502280"/>
                  <a:gd name="connsiteX12" fmla="*/ 122198 w 501359"/>
                  <a:gd name="connsiteY12" fmla="*/ 133090 h 502280"/>
                  <a:gd name="connsiteX13" fmla="*/ 108531 w 501359"/>
                  <a:gd name="connsiteY13" fmla="*/ 148005 h 502280"/>
                  <a:gd name="connsiteX14" fmla="*/ 76226 w 501359"/>
                  <a:gd name="connsiteY14" fmla="*/ 159191 h 502280"/>
                  <a:gd name="connsiteX15" fmla="*/ 48891 w 501359"/>
                  <a:gd name="connsiteY15" fmla="*/ 151734 h 502280"/>
                  <a:gd name="connsiteX16" fmla="*/ 37709 w 501359"/>
                  <a:gd name="connsiteY16" fmla="*/ 152977 h 502280"/>
                  <a:gd name="connsiteX17" fmla="*/ 32739 w 501359"/>
                  <a:gd name="connsiteY17" fmla="*/ 161677 h 502280"/>
                  <a:gd name="connsiteX18" fmla="*/ 17829 w 501359"/>
                  <a:gd name="connsiteY18" fmla="*/ 207666 h 502280"/>
                  <a:gd name="connsiteX19" fmla="*/ 27769 w 501359"/>
                  <a:gd name="connsiteY19" fmla="*/ 225067 h 502280"/>
                  <a:gd name="connsiteX20" fmla="*/ 53861 w 501359"/>
                  <a:gd name="connsiteY20" fmla="*/ 232524 h 502280"/>
                  <a:gd name="connsiteX21" fmla="*/ 74983 w 501359"/>
                  <a:gd name="connsiteY21" fmla="*/ 261112 h 502280"/>
                  <a:gd name="connsiteX22" fmla="*/ 77468 w 501359"/>
                  <a:gd name="connsiteY22" fmla="*/ 279756 h 502280"/>
                  <a:gd name="connsiteX23" fmla="*/ 61316 w 501359"/>
                  <a:gd name="connsiteY23" fmla="*/ 312072 h 502280"/>
                  <a:gd name="connsiteX24" fmla="*/ 37709 w 501359"/>
                  <a:gd name="connsiteY24" fmla="*/ 324501 h 502280"/>
                  <a:gd name="connsiteX25" fmla="*/ 31496 w 501359"/>
                  <a:gd name="connsiteY25" fmla="*/ 343145 h 502280"/>
                  <a:gd name="connsiteX26" fmla="*/ 55104 w 501359"/>
                  <a:gd name="connsiteY26" fmla="*/ 386648 h 502280"/>
                  <a:gd name="connsiteX27" fmla="*/ 73741 w 501359"/>
                  <a:gd name="connsiteY27" fmla="*/ 391620 h 502280"/>
                  <a:gd name="connsiteX28" fmla="*/ 98591 w 501359"/>
                  <a:gd name="connsiteY28" fmla="*/ 377947 h 502280"/>
                  <a:gd name="connsiteX29" fmla="*/ 112258 w 501359"/>
                  <a:gd name="connsiteY29" fmla="*/ 375461 h 502280"/>
                  <a:gd name="connsiteX30" fmla="*/ 133381 w 501359"/>
                  <a:gd name="connsiteY30" fmla="*/ 382919 h 502280"/>
                  <a:gd name="connsiteX31" fmla="*/ 148291 w 501359"/>
                  <a:gd name="connsiteY31" fmla="*/ 395348 h 502280"/>
                  <a:gd name="connsiteX32" fmla="*/ 159473 w 501359"/>
                  <a:gd name="connsiteY32" fmla="*/ 428907 h 502280"/>
                  <a:gd name="connsiteX33" fmla="*/ 150776 w 501359"/>
                  <a:gd name="connsiteY33" fmla="*/ 455009 h 502280"/>
                  <a:gd name="connsiteX34" fmla="*/ 152018 w 501359"/>
                  <a:gd name="connsiteY34" fmla="*/ 466195 h 502280"/>
                  <a:gd name="connsiteX35" fmla="*/ 160716 w 501359"/>
                  <a:gd name="connsiteY35" fmla="*/ 472410 h 502280"/>
                  <a:gd name="connsiteX36" fmla="*/ 206688 w 501359"/>
                  <a:gd name="connsiteY36" fmla="*/ 487325 h 502280"/>
                  <a:gd name="connsiteX37" fmla="*/ 217870 w 501359"/>
                  <a:gd name="connsiteY37" fmla="*/ 486082 h 502280"/>
                  <a:gd name="connsiteX38" fmla="*/ 224083 w 501359"/>
                  <a:gd name="connsiteY38" fmla="*/ 477382 h 502280"/>
                  <a:gd name="connsiteX39" fmla="*/ 232780 w 501359"/>
                  <a:gd name="connsiteY39" fmla="*/ 451280 h 502280"/>
                  <a:gd name="connsiteX40" fmla="*/ 260115 w 501359"/>
                  <a:gd name="connsiteY40" fmla="*/ 428907 h 502280"/>
                  <a:gd name="connsiteX41" fmla="*/ 279995 w 501359"/>
                  <a:gd name="connsiteY41" fmla="*/ 427665 h 502280"/>
                  <a:gd name="connsiteX42" fmla="*/ 311057 w 501359"/>
                  <a:gd name="connsiteY42" fmla="*/ 442580 h 502280"/>
                  <a:gd name="connsiteX43" fmla="*/ 323482 w 501359"/>
                  <a:gd name="connsiteY43" fmla="*/ 467438 h 502280"/>
                  <a:gd name="connsiteX44" fmla="*/ 343362 w 501359"/>
                  <a:gd name="connsiteY44" fmla="*/ 472410 h 502280"/>
                  <a:gd name="connsiteX45" fmla="*/ 385607 w 501359"/>
                  <a:gd name="connsiteY45" fmla="*/ 450037 h 502280"/>
                  <a:gd name="connsiteX46" fmla="*/ 391820 w 501359"/>
                  <a:gd name="connsiteY46" fmla="*/ 431393 h 502280"/>
                  <a:gd name="connsiteX47" fmla="*/ 378152 w 501359"/>
                  <a:gd name="connsiteY47" fmla="*/ 406535 h 502280"/>
                  <a:gd name="connsiteX48" fmla="*/ 383122 w 501359"/>
                  <a:gd name="connsiteY48" fmla="*/ 371733 h 502280"/>
                  <a:gd name="connsiteX49" fmla="*/ 395547 w 501359"/>
                  <a:gd name="connsiteY49" fmla="*/ 356817 h 502280"/>
                  <a:gd name="connsiteX50" fmla="*/ 427852 w 501359"/>
                  <a:gd name="connsiteY50" fmla="*/ 345631 h 502280"/>
                  <a:gd name="connsiteX51" fmla="*/ 455187 w 501359"/>
                  <a:gd name="connsiteY51" fmla="*/ 353089 h 502280"/>
                  <a:gd name="connsiteX52" fmla="*/ 466369 w 501359"/>
                  <a:gd name="connsiteY52" fmla="*/ 353089 h 502280"/>
                  <a:gd name="connsiteX53" fmla="*/ 472582 w 501359"/>
                  <a:gd name="connsiteY53" fmla="*/ 344388 h 502280"/>
                  <a:gd name="connsiteX54" fmla="*/ 486249 w 501359"/>
                  <a:gd name="connsiteY54" fmla="*/ 298400 h 502280"/>
                  <a:gd name="connsiteX55" fmla="*/ 476309 w 501359"/>
                  <a:gd name="connsiteY55" fmla="*/ 280999 h 502280"/>
                  <a:gd name="connsiteX56" fmla="*/ 450217 w 501359"/>
                  <a:gd name="connsiteY56" fmla="*/ 272298 h 502280"/>
                  <a:gd name="connsiteX57" fmla="*/ 429094 w 501359"/>
                  <a:gd name="connsiteY57" fmla="*/ 244954 h 502280"/>
                  <a:gd name="connsiteX58" fmla="*/ 426609 w 501359"/>
                  <a:gd name="connsiteY58" fmla="*/ 225067 h 502280"/>
                  <a:gd name="connsiteX59" fmla="*/ 442762 w 501359"/>
                  <a:gd name="connsiteY59" fmla="*/ 193993 h 502280"/>
                  <a:gd name="connsiteX60" fmla="*/ 466369 w 501359"/>
                  <a:gd name="connsiteY60" fmla="*/ 180321 h 502280"/>
                  <a:gd name="connsiteX61" fmla="*/ 473824 w 501359"/>
                  <a:gd name="connsiteY61" fmla="*/ 171621 h 502280"/>
                  <a:gd name="connsiteX62" fmla="*/ 472582 w 501359"/>
                  <a:gd name="connsiteY62" fmla="*/ 161677 h 502280"/>
                  <a:gd name="connsiteX63" fmla="*/ 450217 w 501359"/>
                  <a:gd name="connsiteY63" fmla="*/ 118175 h 502280"/>
                  <a:gd name="connsiteX64" fmla="*/ 430337 w 501359"/>
                  <a:gd name="connsiteY64" fmla="*/ 113203 h 502280"/>
                  <a:gd name="connsiteX65" fmla="*/ 405487 w 501359"/>
                  <a:gd name="connsiteY65" fmla="*/ 125632 h 502280"/>
                  <a:gd name="connsiteX66" fmla="*/ 370697 w 501359"/>
                  <a:gd name="connsiteY66" fmla="*/ 121903 h 502280"/>
                  <a:gd name="connsiteX67" fmla="*/ 355787 w 501359"/>
                  <a:gd name="connsiteY67" fmla="*/ 109474 h 502280"/>
                  <a:gd name="connsiteX68" fmla="*/ 344605 w 501359"/>
                  <a:gd name="connsiteY68" fmla="*/ 75915 h 502280"/>
                  <a:gd name="connsiteX69" fmla="*/ 353302 w 501359"/>
                  <a:gd name="connsiteY69" fmla="*/ 49813 h 502280"/>
                  <a:gd name="connsiteX70" fmla="*/ 343362 w 501359"/>
                  <a:gd name="connsiteY70" fmla="*/ 32412 h 502280"/>
                  <a:gd name="connsiteX71" fmla="*/ 301124 w 501359"/>
                  <a:gd name="connsiteY71" fmla="*/ 1293 h 502280"/>
                  <a:gd name="connsiteX72" fmla="*/ 347103 w 501359"/>
                  <a:gd name="connsiteY72" fmla="*/ 14968 h 502280"/>
                  <a:gd name="connsiteX73" fmla="*/ 366987 w 501359"/>
                  <a:gd name="connsiteY73" fmla="*/ 52262 h 502280"/>
                  <a:gd name="connsiteX74" fmla="*/ 359530 w 501359"/>
                  <a:gd name="connsiteY74" fmla="*/ 79611 h 502280"/>
                  <a:gd name="connsiteX75" fmla="*/ 364501 w 501359"/>
                  <a:gd name="connsiteY75" fmla="*/ 95772 h 502280"/>
                  <a:gd name="connsiteX76" fmla="*/ 381899 w 501359"/>
                  <a:gd name="connsiteY76" fmla="*/ 109447 h 502280"/>
                  <a:gd name="connsiteX77" fmla="*/ 396811 w 501359"/>
                  <a:gd name="connsiteY77" fmla="*/ 110690 h 502280"/>
                  <a:gd name="connsiteX78" fmla="*/ 421665 w 501359"/>
                  <a:gd name="connsiteY78" fmla="*/ 97015 h 502280"/>
                  <a:gd name="connsiteX79" fmla="*/ 462675 w 501359"/>
                  <a:gd name="connsiteY79" fmla="*/ 109447 h 502280"/>
                  <a:gd name="connsiteX80" fmla="*/ 485043 w 501359"/>
                  <a:gd name="connsiteY80" fmla="*/ 152957 h 502280"/>
                  <a:gd name="connsiteX81" fmla="*/ 487529 w 501359"/>
                  <a:gd name="connsiteY81" fmla="*/ 175333 h 502280"/>
                  <a:gd name="connsiteX82" fmla="*/ 472616 w 501359"/>
                  <a:gd name="connsiteY82" fmla="*/ 193981 h 502280"/>
                  <a:gd name="connsiteX83" fmla="*/ 449005 w 501359"/>
                  <a:gd name="connsiteY83" fmla="*/ 206412 h 502280"/>
                  <a:gd name="connsiteX84" fmla="*/ 441549 w 501359"/>
                  <a:gd name="connsiteY84" fmla="*/ 221330 h 502280"/>
                  <a:gd name="connsiteX85" fmla="*/ 444034 w 501359"/>
                  <a:gd name="connsiteY85" fmla="*/ 242463 h 502280"/>
                  <a:gd name="connsiteX86" fmla="*/ 453976 w 501359"/>
                  <a:gd name="connsiteY86" fmla="*/ 254895 h 502280"/>
                  <a:gd name="connsiteX87" fmla="*/ 481315 w 501359"/>
                  <a:gd name="connsiteY87" fmla="*/ 263597 h 502280"/>
                  <a:gd name="connsiteX88" fmla="*/ 499956 w 501359"/>
                  <a:gd name="connsiteY88" fmla="*/ 300891 h 502280"/>
                  <a:gd name="connsiteX89" fmla="*/ 486286 w 501359"/>
                  <a:gd name="connsiteY89" fmla="*/ 346887 h 502280"/>
                  <a:gd name="connsiteX90" fmla="*/ 472616 w 501359"/>
                  <a:gd name="connsiteY90" fmla="*/ 365534 h 502280"/>
                  <a:gd name="connsiteX91" fmla="*/ 449005 w 501359"/>
                  <a:gd name="connsiteY91" fmla="*/ 368021 h 502280"/>
                  <a:gd name="connsiteX92" fmla="*/ 421665 w 501359"/>
                  <a:gd name="connsiteY92" fmla="*/ 359319 h 502280"/>
                  <a:gd name="connsiteX93" fmla="*/ 406753 w 501359"/>
                  <a:gd name="connsiteY93" fmla="*/ 365534 h 502280"/>
                  <a:gd name="connsiteX94" fmla="*/ 393083 w 501359"/>
                  <a:gd name="connsiteY94" fmla="*/ 381695 h 502280"/>
                  <a:gd name="connsiteX95" fmla="*/ 390598 w 501359"/>
                  <a:gd name="connsiteY95" fmla="*/ 397856 h 502280"/>
                  <a:gd name="connsiteX96" fmla="*/ 404268 w 501359"/>
                  <a:gd name="connsiteY96" fmla="*/ 422719 h 502280"/>
                  <a:gd name="connsiteX97" fmla="*/ 391841 w 501359"/>
                  <a:gd name="connsiteY97" fmla="*/ 462500 h 502280"/>
                  <a:gd name="connsiteX98" fmla="*/ 349589 w 501359"/>
                  <a:gd name="connsiteY98" fmla="*/ 486119 h 502280"/>
                  <a:gd name="connsiteX99" fmla="*/ 308580 w 501359"/>
                  <a:gd name="connsiteY99" fmla="*/ 473688 h 502280"/>
                  <a:gd name="connsiteX100" fmla="*/ 294910 w 501359"/>
                  <a:gd name="connsiteY100" fmla="*/ 448825 h 502280"/>
                  <a:gd name="connsiteX101" fmla="*/ 281240 w 501359"/>
                  <a:gd name="connsiteY101" fmla="*/ 441366 h 502280"/>
                  <a:gd name="connsiteX102" fmla="*/ 260114 w 501359"/>
                  <a:gd name="connsiteY102" fmla="*/ 443852 h 502280"/>
                  <a:gd name="connsiteX103" fmla="*/ 246445 w 501359"/>
                  <a:gd name="connsiteY103" fmla="*/ 453798 h 502280"/>
                  <a:gd name="connsiteX104" fmla="*/ 238989 w 501359"/>
                  <a:gd name="connsiteY104" fmla="*/ 481147 h 502280"/>
                  <a:gd name="connsiteX105" fmla="*/ 224076 w 501359"/>
                  <a:gd name="connsiteY105" fmla="*/ 498551 h 502280"/>
                  <a:gd name="connsiteX106" fmla="*/ 210407 w 501359"/>
                  <a:gd name="connsiteY106" fmla="*/ 502280 h 502280"/>
                  <a:gd name="connsiteX107" fmla="*/ 200465 w 501359"/>
                  <a:gd name="connsiteY107" fmla="*/ 501037 h 502280"/>
                  <a:gd name="connsiteX108" fmla="*/ 154485 w 501359"/>
                  <a:gd name="connsiteY108" fmla="*/ 487363 h 502280"/>
                  <a:gd name="connsiteX109" fmla="*/ 134602 w 501359"/>
                  <a:gd name="connsiteY109" fmla="*/ 450068 h 502280"/>
                  <a:gd name="connsiteX110" fmla="*/ 142058 w 501359"/>
                  <a:gd name="connsiteY110" fmla="*/ 422719 h 502280"/>
                  <a:gd name="connsiteX111" fmla="*/ 137087 w 501359"/>
                  <a:gd name="connsiteY111" fmla="*/ 407801 h 502280"/>
                  <a:gd name="connsiteX112" fmla="*/ 120932 w 501359"/>
                  <a:gd name="connsiteY112" fmla="*/ 394127 h 502280"/>
                  <a:gd name="connsiteX113" fmla="*/ 104777 w 501359"/>
                  <a:gd name="connsiteY113" fmla="*/ 391640 h 502280"/>
                  <a:gd name="connsiteX114" fmla="*/ 79923 w 501359"/>
                  <a:gd name="connsiteY114" fmla="*/ 404072 h 502280"/>
                  <a:gd name="connsiteX115" fmla="*/ 38914 w 501359"/>
                  <a:gd name="connsiteY115" fmla="*/ 392884 h 502280"/>
                  <a:gd name="connsiteX116" fmla="*/ 16545 w 501359"/>
                  <a:gd name="connsiteY116" fmla="*/ 349374 h 502280"/>
                  <a:gd name="connsiteX117" fmla="*/ 28972 w 501359"/>
                  <a:gd name="connsiteY117" fmla="*/ 309593 h 502280"/>
                  <a:gd name="connsiteX118" fmla="*/ 52584 w 501359"/>
                  <a:gd name="connsiteY118" fmla="*/ 295918 h 502280"/>
                  <a:gd name="connsiteX119" fmla="*/ 60040 w 501359"/>
                  <a:gd name="connsiteY119" fmla="*/ 281001 h 502280"/>
                  <a:gd name="connsiteX120" fmla="*/ 57554 w 501359"/>
                  <a:gd name="connsiteY120" fmla="*/ 259867 h 502280"/>
                  <a:gd name="connsiteX121" fmla="*/ 47613 w 501359"/>
                  <a:gd name="connsiteY121" fmla="*/ 247436 h 502280"/>
                  <a:gd name="connsiteX122" fmla="*/ 20273 w 501359"/>
                  <a:gd name="connsiteY122" fmla="*/ 238734 h 502280"/>
                  <a:gd name="connsiteX123" fmla="*/ 4118 w 501359"/>
                  <a:gd name="connsiteY123" fmla="*/ 225059 h 502280"/>
                  <a:gd name="connsiteX124" fmla="*/ 1633 w 501359"/>
                  <a:gd name="connsiteY124" fmla="*/ 201439 h 502280"/>
                  <a:gd name="connsiteX125" fmla="*/ 15303 w 501359"/>
                  <a:gd name="connsiteY125" fmla="*/ 155443 h 502280"/>
                  <a:gd name="connsiteX126" fmla="*/ 28972 w 501359"/>
                  <a:gd name="connsiteY126" fmla="*/ 136796 h 502280"/>
                  <a:gd name="connsiteX127" fmla="*/ 52584 w 501359"/>
                  <a:gd name="connsiteY127" fmla="*/ 134310 h 502280"/>
                  <a:gd name="connsiteX128" fmla="*/ 79923 w 501359"/>
                  <a:gd name="connsiteY128" fmla="*/ 143012 h 502280"/>
                  <a:gd name="connsiteX129" fmla="*/ 94835 w 501359"/>
                  <a:gd name="connsiteY129" fmla="*/ 138039 h 502280"/>
                  <a:gd name="connsiteX130" fmla="*/ 108505 w 501359"/>
                  <a:gd name="connsiteY130" fmla="*/ 120635 h 502280"/>
                  <a:gd name="connsiteX131" fmla="*/ 110991 w 501359"/>
                  <a:gd name="connsiteY131" fmla="*/ 104474 h 502280"/>
                  <a:gd name="connsiteX132" fmla="*/ 97321 w 501359"/>
                  <a:gd name="connsiteY132" fmla="*/ 79611 h 502280"/>
                  <a:gd name="connsiteX133" fmla="*/ 94835 w 501359"/>
                  <a:gd name="connsiteY133" fmla="*/ 57235 h 502280"/>
                  <a:gd name="connsiteX134" fmla="*/ 109748 w 501359"/>
                  <a:gd name="connsiteY134" fmla="*/ 39831 h 502280"/>
                  <a:gd name="connsiteX135" fmla="*/ 152000 w 501359"/>
                  <a:gd name="connsiteY135" fmla="*/ 16211 h 502280"/>
                  <a:gd name="connsiteX136" fmla="*/ 193009 w 501359"/>
                  <a:gd name="connsiteY136" fmla="*/ 28643 h 502280"/>
                  <a:gd name="connsiteX137" fmla="*/ 206678 w 501359"/>
                  <a:gd name="connsiteY137" fmla="*/ 53505 h 502280"/>
                  <a:gd name="connsiteX138" fmla="*/ 220348 w 501359"/>
                  <a:gd name="connsiteY138" fmla="*/ 59721 h 502280"/>
                  <a:gd name="connsiteX139" fmla="*/ 241474 w 501359"/>
                  <a:gd name="connsiteY139" fmla="*/ 58478 h 502280"/>
                  <a:gd name="connsiteX140" fmla="*/ 255144 w 501359"/>
                  <a:gd name="connsiteY140" fmla="*/ 48533 h 502280"/>
                  <a:gd name="connsiteX141" fmla="*/ 262600 w 501359"/>
                  <a:gd name="connsiteY141" fmla="*/ 21184 h 502280"/>
                  <a:gd name="connsiteX142" fmla="*/ 277512 w 501359"/>
                  <a:gd name="connsiteY142" fmla="*/ 3780 h 502280"/>
                  <a:gd name="connsiteX143" fmla="*/ 301124 w 501359"/>
                  <a:gd name="connsiteY143" fmla="*/ 1293 h 5022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</a:cxnLst>
                <a:rect l="l" t="t" r="r" b="b"/>
                <a:pathLst>
                  <a:path w="501359" h="502280">
                    <a:moveTo>
                      <a:pt x="297390" y="18740"/>
                    </a:moveTo>
                    <a:cubicBezTo>
                      <a:pt x="289935" y="16254"/>
                      <a:pt x="282480" y="19983"/>
                      <a:pt x="279995" y="27441"/>
                    </a:cubicBezTo>
                    <a:lnTo>
                      <a:pt x="271298" y="54785"/>
                    </a:lnTo>
                    <a:cubicBezTo>
                      <a:pt x="267570" y="67214"/>
                      <a:pt x="256388" y="74672"/>
                      <a:pt x="243963" y="75915"/>
                    </a:cubicBezTo>
                    <a:cubicBezTo>
                      <a:pt x="237750" y="75915"/>
                      <a:pt x="231538" y="77158"/>
                      <a:pt x="224083" y="77158"/>
                    </a:cubicBezTo>
                    <a:cubicBezTo>
                      <a:pt x="211658" y="79644"/>
                      <a:pt x="199233" y="73429"/>
                      <a:pt x="193020" y="62243"/>
                    </a:cubicBezTo>
                    <a:lnTo>
                      <a:pt x="180596" y="38627"/>
                    </a:lnTo>
                    <a:cubicBezTo>
                      <a:pt x="176868" y="31169"/>
                      <a:pt x="168171" y="27441"/>
                      <a:pt x="161958" y="32412"/>
                    </a:cubicBezTo>
                    <a:lnTo>
                      <a:pt x="118471" y="54785"/>
                    </a:lnTo>
                    <a:cubicBezTo>
                      <a:pt x="114743" y="57271"/>
                      <a:pt x="112258" y="59757"/>
                      <a:pt x="112258" y="63486"/>
                    </a:cubicBezTo>
                    <a:cubicBezTo>
                      <a:pt x="111016" y="67214"/>
                      <a:pt x="111016" y="70943"/>
                      <a:pt x="112258" y="73429"/>
                    </a:cubicBezTo>
                    <a:lnTo>
                      <a:pt x="125926" y="98288"/>
                    </a:lnTo>
                    <a:cubicBezTo>
                      <a:pt x="132138" y="110717"/>
                      <a:pt x="129653" y="124389"/>
                      <a:pt x="122198" y="133090"/>
                    </a:cubicBezTo>
                    <a:cubicBezTo>
                      <a:pt x="117228" y="138062"/>
                      <a:pt x="112258" y="143033"/>
                      <a:pt x="108531" y="148005"/>
                    </a:cubicBezTo>
                    <a:cubicBezTo>
                      <a:pt x="101076" y="159191"/>
                      <a:pt x="88651" y="162920"/>
                      <a:pt x="76226" y="159191"/>
                    </a:cubicBezTo>
                    <a:lnTo>
                      <a:pt x="48891" y="151734"/>
                    </a:lnTo>
                    <a:cubicBezTo>
                      <a:pt x="46406" y="150491"/>
                      <a:pt x="41436" y="151734"/>
                      <a:pt x="37709" y="152977"/>
                    </a:cubicBezTo>
                    <a:cubicBezTo>
                      <a:pt x="35224" y="154220"/>
                      <a:pt x="32739" y="156706"/>
                      <a:pt x="32739" y="161677"/>
                    </a:cubicBezTo>
                    <a:lnTo>
                      <a:pt x="17829" y="207666"/>
                    </a:lnTo>
                    <a:cubicBezTo>
                      <a:pt x="15344" y="215123"/>
                      <a:pt x="20314" y="222581"/>
                      <a:pt x="27769" y="225067"/>
                    </a:cubicBezTo>
                    <a:lnTo>
                      <a:pt x="53861" y="232524"/>
                    </a:lnTo>
                    <a:cubicBezTo>
                      <a:pt x="66286" y="236253"/>
                      <a:pt x="74983" y="247440"/>
                      <a:pt x="74983" y="261112"/>
                    </a:cubicBezTo>
                    <a:cubicBezTo>
                      <a:pt x="74983" y="267326"/>
                      <a:pt x="76226" y="273541"/>
                      <a:pt x="77468" y="279756"/>
                    </a:cubicBezTo>
                    <a:cubicBezTo>
                      <a:pt x="78711" y="292185"/>
                      <a:pt x="72499" y="305857"/>
                      <a:pt x="61316" y="312072"/>
                    </a:cubicBezTo>
                    <a:lnTo>
                      <a:pt x="37709" y="324501"/>
                    </a:lnTo>
                    <a:cubicBezTo>
                      <a:pt x="30254" y="328230"/>
                      <a:pt x="27769" y="336931"/>
                      <a:pt x="31496" y="343145"/>
                    </a:cubicBezTo>
                    <a:lnTo>
                      <a:pt x="55104" y="386648"/>
                    </a:lnTo>
                    <a:cubicBezTo>
                      <a:pt x="57589" y="392862"/>
                      <a:pt x="67529" y="396591"/>
                      <a:pt x="73741" y="391620"/>
                    </a:cubicBezTo>
                    <a:lnTo>
                      <a:pt x="98591" y="377947"/>
                    </a:lnTo>
                    <a:cubicBezTo>
                      <a:pt x="102318" y="376704"/>
                      <a:pt x="107288" y="375461"/>
                      <a:pt x="112258" y="375461"/>
                    </a:cubicBezTo>
                    <a:cubicBezTo>
                      <a:pt x="119713" y="375461"/>
                      <a:pt x="127168" y="377947"/>
                      <a:pt x="133381" y="382919"/>
                    </a:cubicBezTo>
                    <a:cubicBezTo>
                      <a:pt x="137108" y="387891"/>
                      <a:pt x="143321" y="391620"/>
                      <a:pt x="148291" y="395348"/>
                    </a:cubicBezTo>
                    <a:cubicBezTo>
                      <a:pt x="158231" y="402806"/>
                      <a:pt x="163201" y="416478"/>
                      <a:pt x="159473" y="428907"/>
                    </a:cubicBezTo>
                    <a:lnTo>
                      <a:pt x="150776" y="455009"/>
                    </a:lnTo>
                    <a:cubicBezTo>
                      <a:pt x="149533" y="458738"/>
                      <a:pt x="150776" y="462467"/>
                      <a:pt x="152018" y="466195"/>
                    </a:cubicBezTo>
                    <a:cubicBezTo>
                      <a:pt x="154503" y="469924"/>
                      <a:pt x="156988" y="472410"/>
                      <a:pt x="160716" y="472410"/>
                    </a:cubicBezTo>
                    <a:lnTo>
                      <a:pt x="206688" y="487325"/>
                    </a:lnTo>
                    <a:cubicBezTo>
                      <a:pt x="210415" y="488568"/>
                      <a:pt x="214143" y="487325"/>
                      <a:pt x="217870" y="486082"/>
                    </a:cubicBezTo>
                    <a:cubicBezTo>
                      <a:pt x="221598" y="483596"/>
                      <a:pt x="224083" y="481111"/>
                      <a:pt x="224083" y="477382"/>
                    </a:cubicBezTo>
                    <a:lnTo>
                      <a:pt x="232780" y="451280"/>
                    </a:lnTo>
                    <a:cubicBezTo>
                      <a:pt x="236508" y="438851"/>
                      <a:pt x="247690" y="428907"/>
                      <a:pt x="260115" y="428907"/>
                    </a:cubicBezTo>
                    <a:cubicBezTo>
                      <a:pt x="266328" y="428907"/>
                      <a:pt x="272540" y="427665"/>
                      <a:pt x="279995" y="427665"/>
                    </a:cubicBezTo>
                    <a:cubicBezTo>
                      <a:pt x="292420" y="425179"/>
                      <a:pt x="304845" y="431393"/>
                      <a:pt x="311057" y="442580"/>
                    </a:cubicBezTo>
                    <a:lnTo>
                      <a:pt x="323482" y="467438"/>
                    </a:lnTo>
                    <a:cubicBezTo>
                      <a:pt x="327210" y="474896"/>
                      <a:pt x="337150" y="476139"/>
                      <a:pt x="343362" y="472410"/>
                    </a:cubicBezTo>
                    <a:lnTo>
                      <a:pt x="385607" y="450037"/>
                    </a:lnTo>
                    <a:cubicBezTo>
                      <a:pt x="393062" y="446309"/>
                      <a:pt x="395547" y="437608"/>
                      <a:pt x="391820" y="431393"/>
                    </a:cubicBezTo>
                    <a:lnTo>
                      <a:pt x="378152" y="406535"/>
                    </a:lnTo>
                    <a:cubicBezTo>
                      <a:pt x="371940" y="395348"/>
                      <a:pt x="374425" y="381676"/>
                      <a:pt x="383122" y="371733"/>
                    </a:cubicBezTo>
                    <a:cubicBezTo>
                      <a:pt x="386850" y="366761"/>
                      <a:pt x="391820" y="361789"/>
                      <a:pt x="395547" y="356817"/>
                    </a:cubicBezTo>
                    <a:cubicBezTo>
                      <a:pt x="403002" y="345631"/>
                      <a:pt x="415427" y="341902"/>
                      <a:pt x="427852" y="345631"/>
                    </a:cubicBezTo>
                    <a:lnTo>
                      <a:pt x="455187" y="353089"/>
                    </a:lnTo>
                    <a:cubicBezTo>
                      <a:pt x="457672" y="354332"/>
                      <a:pt x="462642" y="354332"/>
                      <a:pt x="466369" y="353089"/>
                    </a:cubicBezTo>
                    <a:cubicBezTo>
                      <a:pt x="468854" y="350603"/>
                      <a:pt x="471339" y="346874"/>
                      <a:pt x="472582" y="344388"/>
                    </a:cubicBezTo>
                    <a:lnTo>
                      <a:pt x="486249" y="298400"/>
                    </a:lnTo>
                    <a:cubicBezTo>
                      <a:pt x="488734" y="290942"/>
                      <a:pt x="483764" y="282242"/>
                      <a:pt x="476309" y="280999"/>
                    </a:cubicBezTo>
                    <a:lnTo>
                      <a:pt x="450217" y="272298"/>
                    </a:lnTo>
                    <a:cubicBezTo>
                      <a:pt x="437792" y="268569"/>
                      <a:pt x="429094" y="257383"/>
                      <a:pt x="429094" y="244954"/>
                    </a:cubicBezTo>
                    <a:cubicBezTo>
                      <a:pt x="429094" y="237496"/>
                      <a:pt x="427852" y="232524"/>
                      <a:pt x="426609" y="225067"/>
                    </a:cubicBezTo>
                    <a:cubicBezTo>
                      <a:pt x="425367" y="211395"/>
                      <a:pt x="431579" y="200208"/>
                      <a:pt x="442762" y="193993"/>
                    </a:cubicBezTo>
                    <a:lnTo>
                      <a:pt x="466369" y="180321"/>
                    </a:lnTo>
                    <a:cubicBezTo>
                      <a:pt x="470097" y="179078"/>
                      <a:pt x="472582" y="175350"/>
                      <a:pt x="473824" y="171621"/>
                    </a:cubicBezTo>
                    <a:cubicBezTo>
                      <a:pt x="475067" y="169135"/>
                      <a:pt x="473824" y="165406"/>
                      <a:pt x="472582" y="161677"/>
                    </a:cubicBezTo>
                    <a:lnTo>
                      <a:pt x="450217" y="118175"/>
                    </a:lnTo>
                    <a:cubicBezTo>
                      <a:pt x="446489" y="111960"/>
                      <a:pt x="436549" y="109474"/>
                      <a:pt x="430337" y="113203"/>
                    </a:cubicBezTo>
                    <a:lnTo>
                      <a:pt x="405487" y="125632"/>
                    </a:lnTo>
                    <a:cubicBezTo>
                      <a:pt x="394305" y="131847"/>
                      <a:pt x="380637" y="130604"/>
                      <a:pt x="370697" y="121903"/>
                    </a:cubicBezTo>
                    <a:cubicBezTo>
                      <a:pt x="366970" y="118175"/>
                      <a:pt x="360757" y="113203"/>
                      <a:pt x="355787" y="109474"/>
                    </a:cubicBezTo>
                    <a:cubicBezTo>
                      <a:pt x="345847" y="102017"/>
                      <a:pt x="340877" y="89587"/>
                      <a:pt x="344605" y="75915"/>
                    </a:cubicBezTo>
                    <a:lnTo>
                      <a:pt x="353302" y="49813"/>
                    </a:lnTo>
                    <a:cubicBezTo>
                      <a:pt x="354545" y="41113"/>
                      <a:pt x="350817" y="33655"/>
                      <a:pt x="343362" y="32412"/>
                    </a:cubicBezTo>
                    <a:close/>
                    <a:moveTo>
                      <a:pt x="301124" y="1293"/>
                    </a:moveTo>
                    <a:lnTo>
                      <a:pt x="347103" y="14968"/>
                    </a:lnTo>
                    <a:cubicBezTo>
                      <a:pt x="363259" y="19941"/>
                      <a:pt x="371957" y="37345"/>
                      <a:pt x="366987" y="52262"/>
                    </a:cubicBezTo>
                    <a:lnTo>
                      <a:pt x="359530" y="79611"/>
                    </a:lnTo>
                    <a:cubicBezTo>
                      <a:pt x="357045" y="85827"/>
                      <a:pt x="359530" y="90800"/>
                      <a:pt x="364501" y="95772"/>
                    </a:cubicBezTo>
                    <a:cubicBezTo>
                      <a:pt x="369472" y="99502"/>
                      <a:pt x="375686" y="103231"/>
                      <a:pt x="381899" y="109447"/>
                    </a:cubicBezTo>
                    <a:cubicBezTo>
                      <a:pt x="384384" y="111933"/>
                      <a:pt x="391841" y="113176"/>
                      <a:pt x="396811" y="110690"/>
                    </a:cubicBezTo>
                    <a:lnTo>
                      <a:pt x="421665" y="97015"/>
                    </a:lnTo>
                    <a:cubicBezTo>
                      <a:pt x="436578" y="89557"/>
                      <a:pt x="455218" y="95772"/>
                      <a:pt x="462675" y="109447"/>
                    </a:cubicBezTo>
                    <a:lnTo>
                      <a:pt x="485043" y="152957"/>
                    </a:lnTo>
                    <a:cubicBezTo>
                      <a:pt x="488771" y="160416"/>
                      <a:pt x="490014" y="167875"/>
                      <a:pt x="487529" y="175333"/>
                    </a:cubicBezTo>
                    <a:cubicBezTo>
                      <a:pt x="485043" y="182792"/>
                      <a:pt x="481315" y="189008"/>
                      <a:pt x="472616" y="193981"/>
                    </a:cubicBezTo>
                    <a:lnTo>
                      <a:pt x="449005" y="206412"/>
                    </a:lnTo>
                    <a:cubicBezTo>
                      <a:pt x="444034" y="208898"/>
                      <a:pt x="440306" y="215114"/>
                      <a:pt x="441549" y="221330"/>
                    </a:cubicBezTo>
                    <a:cubicBezTo>
                      <a:pt x="442791" y="228789"/>
                      <a:pt x="444034" y="235004"/>
                      <a:pt x="444034" y="242463"/>
                    </a:cubicBezTo>
                    <a:cubicBezTo>
                      <a:pt x="444034" y="248679"/>
                      <a:pt x="447762" y="253652"/>
                      <a:pt x="453976" y="254895"/>
                    </a:cubicBezTo>
                    <a:lnTo>
                      <a:pt x="481315" y="263597"/>
                    </a:lnTo>
                    <a:cubicBezTo>
                      <a:pt x="496227" y="268569"/>
                      <a:pt x="504926" y="284730"/>
                      <a:pt x="499956" y="300891"/>
                    </a:cubicBezTo>
                    <a:lnTo>
                      <a:pt x="486286" y="346887"/>
                    </a:lnTo>
                    <a:cubicBezTo>
                      <a:pt x="483800" y="355589"/>
                      <a:pt x="478830" y="361805"/>
                      <a:pt x="472616" y="365534"/>
                    </a:cubicBezTo>
                    <a:cubicBezTo>
                      <a:pt x="465160" y="369264"/>
                      <a:pt x="456461" y="369264"/>
                      <a:pt x="449005" y="368021"/>
                    </a:cubicBezTo>
                    <a:lnTo>
                      <a:pt x="421665" y="359319"/>
                    </a:lnTo>
                    <a:cubicBezTo>
                      <a:pt x="416695" y="358076"/>
                      <a:pt x="410481" y="359319"/>
                      <a:pt x="406753" y="365534"/>
                    </a:cubicBezTo>
                    <a:cubicBezTo>
                      <a:pt x="403025" y="370507"/>
                      <a:pt x="398054" y="375480"/>
                      <a:pt x="393083" y="381695"/>
                    </a:cubicBezTo>
                    <a:cubicBezTo>
                      <a:pt x="389355" y="385425"/>
                      <a:pt x="389355" y="392884"/>
                      <a:pt x="390598" y="397856"/>
                    </a:cubicBezTo>
                    <a:lnTo>
                      <a:pt x="404268" y="422719"/>
                    </a:lnTo>
                    <a:cubicBezTo>
                      <a:pt x="411724" y="436394"/>
                      <a:pt x="406753" y="455041"/>
                      <a:pt x="391841" y="462500"/>
                    </a:cubicBezTo>
                    <a:lnTo>
                      <a:pt x="349589" y="486119"/>
                    </a:lnTo>
                    <a:cubicBezTo>
                      <a:pt x="334676" y="493578"/>
                      <a:pt x="317279" y="488606"/>
                      <a:pt x="308580" y="473688"/>
                    </a:cubicBezTo>
                    <a:lnTo>
                      <a:pt x="294910" y="448825"/>
                    </a:lnTo>
                    <a:cubicBezTo>
                      <a:pt x="292425" y="443852"/>
                      <a:pt x="287454" y="441366"/>
                      <a:pt x="281240" y="441366"/>
                    </a:cubicBezTo>
                    <a:cubicBezTo>
                      <a:pt x="273784" y="442609"/>
                      <a:pt x="266328" y="443852"/>
                      <a:pt x="260114" y="443852"/>
                    </a:cubicBezTo>
                    <a:cubicBezTo>
                      <a:pt x="253901" y="443852"/>
                      <a:pt x="247687" y="448825"/>
                      <a:pt x="246445" y="453798"/>
                    </a:cubicBezTo>
                    <a:lnTo>
                      <a:pt x="238989" y="481147"/>
                    </a:lnTo>
                    <a:cubicBezTo>
                      <a:pt x="236503" y="488606"/>
                      <a:pt x="231532" y="494821"/>
                      <a:pt x="224076" y="498551"/>
                    </a:cubicBezTo>
                    <a:cubicBezTo>
                      <a:pt x="219105" y="501037"/>
                      <a:pt x="214135" y="502280"/>
                      <a:pt x="210407" y="502280"/>
                    </a:cubicBezTo>
                    <a:cubicBezTo>
                      <a:pt x="206678" y="502280"/>
                      <a:pt x="204193" y="502280"/>
                      <a:pt x="200465" y="501037"/>
                    </a:cubicBezTo>
                    <a:lnTo>
                      <a:pt x="154485" y="487363"/>
                    </a:lnTo>
                    <a:cubicBezTo>
                      <a:pt x="138330" y="482390"/>
                      <a:pt x="129631" y="466229"/>
                      <a:pt x="134602" y="450068"/>
                    </a:cubicBezTo>
                    <a:lnTo>
                      <a:pt x="142058" y="422719"/>
                    </a:lnTo>
                    <a:cubicBezTo>
                      <a:pt x="144543" y="416503"/>
                      <a:pt x="142058" y="410288"/>
                      <a:pt x="137087" y="407801"/>
                    </a:cubicBezTo>
                    <a:cubicBezTo>
                      <a:pt x="132116" y="402829"/>
                      <a:pt x="125903" y="397856"/>
                      <a:pt x="120932" y="394127"/>
                    </a:cubicBezTo>
                    <a:cubicBezTo>
                      <a:pt x="117204" y="389154"/>
                      <a:pt x="109748" y="389154"/>
                      <a:pt x="104777" y="391640"/>
                    </a:cubicBezTo>
                    <a:lnTo>
                      <a:pt x="79923" y="404072"/>
                    </a:lnTo>
                    <a:cubicBezTo>
                      <a:pt x="65011" y="412774"/>
                      <a:pt x="46370" y="407801"/>
                      <a:pt x="38914" y="392884"/>
                    </a:cubicBezTo>
                    <a:lnTo>
                      <a:pt x="16545" y="349374"/>
                    </a:lnTo>
                    <a:cubicBezTo>
                      <a:pt x="7846" y="335699"/>
                      <a:pt x="14060" y="317052"/>
                      <a:pt x="28972" y="309593"/>
                    </a:cubicBezTo>
                    <a:lnTo>
                      <a:pt x="52584" y="295918"/>
                    </a:lnTo>
                    <a:cubicBezTo>
                      <a:pt x="57554" y="293432"/>
                      <a:pt x="61283" y="287216"/>
                      <a:pt x="60040" y="281001"/>
                    </a:cubicBezTo>
                    <a:cubicBezTo>
                      <a:pt x="58797" y="273542"/>
                      <a:pt x="57554" y="267326"/>
                      <a:pt x="57554" y="259867"/>
                    </a:cubicBezTo>
                    <a:cubicBezTo>
                      <a:pt x="57554" y="253652"/>
                      <a:pt x="53826" y="248679"/>
                      <a:pt x="47613" y="247436"/>
                    </a:cubicBezTo>
                    <a:lnTo>
                      <a:pt x="20273" y="238734"/>
                    </a:lnTo>
                    <a:cubicBezTo>
                      <a:pt x="12817" y="236248"/>
                      <a:pt x="6604" y="231275"/>
                      <a:pt x="4118" y="225059"/>
                    </a:cubicBezTo>
                    <a:cubicBezTo>
                      <a:pt x="-853" y="217600"/>
                      <a:pt x="-853" y="208898"/>
                      <a:pt x="1633" y="201439"/>
                    </a:cubicBezTo>
                    <a:lnTo>
                      <a:pt x="15303" y="155443"/>
                    </a:lnTo>
                    <a:cubicBezTo>
                      <a:pt x="17788" y="147984"/>
                      <a:pt x="22759" y="140525"/>
                      <a:pt x="28972" y="136796"/>
                    </a:cubicBezTo>
                    <a:cubicBezTo>
                      <a:pt x="36429" y="133067"/>
                      <a:pt x="45127" y="131823"/>
                      <a:pt x="52584" y="134310"/>
                    </a:cubicBezTo>
                    <a:lnTo>
                      <a:pt x="79923" y="143012"/>
                    </a:lnTo>
                    <a:cubicBezTo>
                      <a:pt x="84894" y="144255"/>
                      <a:pt x="91107" y="141769"/>
                      <a:pt x="94835" y="138039"/>
                    </a:cubicBezTo>
                    <a:cubicBezTo>
                      <a:pt x="98564" y="131823"/>
                      <a:pt x="103534" y="126851"/>
                      <a:pt x="108505" y="120635"/>
                    </a:cubicBezTo>
                    <a:cubicBezTo>
                      <a:pt x="112233" y="116906"/>
                      <a:pt x="112233" y="110690"/>
                      <a:pt x="110991" y="104474"/>
                    </a:cubicBezTo>
                    <a:lnTo>
                      <a:pt x="97321" y="79611"/>
                    </a:lnTo>
                    <a:cubicBezTo>
                      <a:pt x="93593" y="73396"/>
                      <a:pt x="92350" y="64694"/>
                      <a:pt x="94835" y="57235"/>
                    </a:cubicBezTo>
                    <a:cubicBezTo>
                      <a:pt x="97321" y="49776"/>
                      <a:pt x="102292" y="43560"/>
                      <a:pt x="109748" y="39831"/>
                    </a:cubicBezTo>
                    <a:lnTo>
                      <a:pt x="152000" y="16211"/>
                    </a:lnTo>
                    <a:cubicBezTo>
                      <a:pt x="166912" y="8752"/>
                      <a:pt x="184310" y="13725"/>
                      <a:pt x="193009" y="28643"/>
                    </a:cubicBezTo>
                    <a:lnTo>
                      <a:pt x="206678" y="53505"/>
                    </a:lnTo>
                    <a:cubicBezTo>
                      <a:pt x="209164" y="58478"/>
                      <a:pt x="214135" y="62207"/>
                      <a:pt x="220348" y="59721"/>
                    </a:cubicBezTo>
                    <a:cubicBezTo>
                      <a:pt x="227804" y="59721"/>
                      <a:pt x="235260" y="58478"/>
                      <a:pt x="241474" y="58478"/>
                    </a:cubicBezTo>
                    <a:cubicBezTo>
                      <a:pt x="247687" y="58478"/>
                      <a:pt x="253901" y="53505"/>
                      <a:pt x="255144" y="48533"/>
                    </a:cubicBezTo>
                    <a:lnTo>
                      <a:pt x="262600" y="21184"/>
                    </a:lnTo>
                    <a:cubicBezTo>
                      <a:pt x="265085" y="13725"/>
                      <a:pt x="270056" y="7509"/>
                      <a:pt x="277512" y="3780"/>
                    </a:cubicBezTo>
                    <a:cubicBezTo>
                      <a:pt x="284968" y="50"/>
                      <a:pt x="292425" y="-1193"/>
                      <a:pt x="301124" y="129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706E4555-1AFE-4341-B4E0-B0CA99DF403B}"/>
                  </a:ext>
                </a:extLst>
              </p:cNvPr>
              <p:cNvSpPr/>
              <p:nvPr/>
            </p:nvSpPr>
            <p:spPr>
              <a:xfrm>
                <a:off x="6907271" y="7237866"/>
                <a:ext cx="173205" cy="173460"/>
              </a:xfrm>
              <a:custGeom>
                <a:avLst/>
                <a:gdLst>
                  <a:gd name="connsiteX0" fmla="*/ 89689 w 173205"/>
                  <a:gd name="connsiteY0" fmla="*/ 16431 h 173460"/>
                  <a:gd name="connsiteX1" fmla="*/ 26711 w 173205"/>
                  <a:gd name="connsiteY1" fmla="*/ 49787 h 173460"/>
                  <a:gd name="connsiteX2" fmla="*/ 24241 w 173205"/>
                  <a:gd name="connsiteY2" fmla="*/ 120204 h 173460"/>
                  <a:gd name="connsiteX3" fmla="*/ 83515 w 173205"/>
                  <a:gd name="connsiteY3" fmla="*/ 158501 h 173460"/>
                  <a:gd name="connsiteX4" fmla="*/ 146492 w 173205"/>
                  <a:gd name="connsiteY4" fmla="*/ 123910 h 173460"/>
                  <a:gd name="connsiteX5" fmla="*/ 148962 w 173205"/>
                  <a:gd name="connsiteY5" fmla="*/ 53493 h 173460"/>
                  <a:gd name="connsiteX6" fmla="*/ 89689 w 173205"/>
                  <a:gd name="connsiteY6" fmla="*/ 16431 h 173460"/>
                  <a:gd name="connsiteX7" fmla="*/ 89695 w 173205"/>
                  <a:gd name="connsiteY7" fmla="*/ 234 h 173460"/>
                  <a:gd name="connsiteX8" fmla="*/ 162672 w 173205"/>
                  <a:gd name="connsiteY8" fmla="*/ 46015 h 173460"/>
                  <a:gd name="connsiteX9" fmla="*/ 161435 w 173205"/>
                  <a:gd name="connsiteY9" fmla="*/ 132628 h 173460"/>
                  <a:gd name="connsiteX10" fmla="*/ 88459 w 173205"/>
                  <a:gd name="connsiteY10" fmla="*/ 173460 h 173460"/>
                  <a:gd name="connsiteX11" fmla="*/ 83511 w 173205"/>
                  <a:gd name="connsiteY11" fmla="*/ 173460 h 173460"/>
                  <a:gd name="connsiteX12" fmla="*/ 10534 w 173205"/>
                  <a:gd name="connsiteY12" fmla="*/ 128916 h 173460"/>
                  <a:gd name="connsiteX13" fmla="*/ 11771 w 173205"/>
                  <a:gd name="connsiteY13" fmla="*/ 42303 h 173460"/>
                  <a:gd name="connsiteX14" fmla="*/ 89695 w 173205"/>
                  <a:gd name="connsiteY14" fmla="*/ 234 h 1734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3205" h="173460">
                    <a:moveTo>
                      <a:pt x="89689" y="16431"/>
                    </a:moveTo>
                    <a:cubicBezTo>
                      <a:pt x="63757" y="15196"/>
                      <a:pt x="39060" y="27550"/>
                      <a:pt x="26711" y="49787"/>
                    </a:cubicBezTo>
                    <a:cubicBezTo>
                      <a:pt x="13128" y="72024"/>
                      <a:pt x="13128" y="97967"/>
                      <a:pt x="24241" y="120204"/>
                    </a:cubicBezTo>
                    <a:cubicBezTo>
                      <a:pt x="36590" y="142441"/>
                      <a:pt x="58817" y="156030"/>
                      <a:pt x="83515" y="158501"/>
                    </a:cubicBezTo>
                    <a:cubicBezTo>
                      <a:pt x="109447" y="159737"/>
                      <a:pt x="134144" y="146147"/>
                      <a:pt x="146492" y="123910"/>
                    </a:cubicBezTo>
                    <a:cubicBezTo>
                      <a:pt x="160076" y="101673"/>
                      <a:pt x="161311" y="75730"/>
                      <a:pt x="148962" y="53493"/>
                    </a:cubicBezTo>
                    <a:cubicBezTo>
                      <a:pt x="136613" y="31256"/>
                      <a:pt x="114386" y="17667"/>
                      <a:pt x="89689" y="16431"/>
                    </a:cubicBezTo>
                    <a:close/>
                    <a:moveTo>
                      <a:pt x="89695" y="234"/>
                    </a:moveTo>
                    <a:cubicBezTo>
                      <a:pt x="120618" y="2709"/>
                      <a:pt x="147829" y="18794"/>
                      <a:pt x="162672" y="46015"/>
                    </a:cubicBezTo>
                    <a:cubicBezTo>
                      <a:pt x="177515" y="73237"/>
                      <a:pt x="176278" y="104170"/>
                      <a:pt x="161435" y="132628"/>
                    </a:cubicBezTo>
                    <a:cubicBezTo>
                      <a:pt x="146592" y="158612"/>
                      <a:pt x="116907" y="173460"/>
                      <a:pt x="88459" y="173460"/>
                    </a:cubicBezTo>
                    <a:cubicBezTo>
                      <a:pt x="85985" y="173460"/>
                      <a:pt x="84748" y="173460"/>
                      <a:pt x="83511" y="173460"/>
                    </a:cubicBezTo>
                    <a:cubicBezTo>
                      <a:pt x="52589" y="172223"/>
                      <a:pt x="25377" y="154900"/>
                      <a:pt x="10534" y="128916"/>
                    </a:cubicBezTo>
                    <a:cubicBezTo>
                      <a:pt x="-4309" y="101695"/>
                      <a:pt x="-3072" y="68287"/>
                      <a:pt x="11771" y="42303"/>
                    </a:cubicBezTo>
                    <a:cubicBezTo>
                      <a:pt x="27851" y="15082"/>
                      <a:pt x="58773" y="-2241"/>
                      <a:pt x="89695" y="23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sp>
          <p:nvSpPr>
            <p:cNvPr id="142" name="Freeform 141">
              <a:extLst>
                <a:ext uri="{FF2B5EF4-FFF2-40B4-BE49-F238E27FC236}">
                  <a16:creationId xmlns:a16="http://schemas.microsoft.com/office/drawing/2014/main" id="{C7ED92DC-AD23-0641-98F6-034DBEEF2063}"/>
                </a:ext>
              </a:extLst>
            </p:cNvPr>
            <p:cNvSpPr/>
            <p:nvPr/>
          </p:nvSpPr>
          <p:spPr>
            <a:xfrm>
              <a:off x="5141382" y="9477574"/>
              <a:ext cx="1290640" cy="1620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37" h="14">
                  <a:moveTo>
                    <a:pt x="1030" y="14"/>
                  </a:moveTo>
                  <a:lnTo>
                    <a:pt x="6" y="14"/>
                  </a:lnTo>
                  <a:cubicBezTo>
                    <a:pt x="2" y="14"/>
                    <a:pt x="0" y="10"/>
                    <a:pt x="0" y="7"/>
                  </a:cubicBezTo>
                  <a:cubicBezTo>
                    <a:pt x="0" y="3"/>
                    <a:pt x="2" y="0"/>
                    <a:pt x="6" y="0"/>
                  </a:cubicBezTo>
                  <a:lnTo>
                    <a:pt x="1030" y="0"/>
                  </a:lnTo>
                  <a:cubicBezTo>
                    <a:pt x="1033" y="0"/>
                    <a:pt x="1037" y="3"/>
                    <a:pt x="1037" y="7"/>
                  </a:cubicBezTo>
                  <a:cubicBezTo>
                    <a:pt x="1037" y="10"/>
                    <a:pt x="1033" y="14"/>
                    <a:pt x="1030" y="14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43" name="Freeform 142">
              <a:extLst>
                <a:ext uri="{FF2B5EF4-FFF2-40B4-BE49-F238E27FC236}">
                  <a16:creationId xmlns:a16="http://schemas.microsoft.com/office/drawing/2014/main" id="{A86045E4-914C-AA4E-BDBD-0236742901A7}"/>
                </a:ext>
              </a:extLst>
            </p:cNvPr>
            <p:cNvSpPr/>
            <p:nvPr/>
          </p:nvSpPr>
          <p:spPr>
            <a:xfrm>
              <a:off x="6676201" y="9477574"/>
              <a:ext cx="1289394" cy="1620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36" h="14">
                  <a:moveTo>
                    <a:pt x="1030" y="14"/>
                  </a:moveTo>
                  <a:lnTo>
                    <a:pt x="6" y="14"/>
                  </a:lnTo>
                  <a:cubicBezTo>
                    <a:pt x="3" y="14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lnTo>
                    <a:pt x="1030" y="0"/>
                  </a:lnTo>
                  <a:cubicBezTo>
                    <a:pt x="1034" y="0"/>
                    <a:pt x="1036" y="3"/>
                    <a:pt x="1036" y="7"/>
                  </a:cubicBezTo>
                  <a:cubicBezTo>
                    <a:pt x="1036" y="10"/>
                    <a:pt x="1034" y="14"/>
                    <a:pt x="1030" y="14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568" name="Group 567">
              <a:extLst>
                <a:ext uri="{FF2B5EF4-FFF2-40B4-BE49-F238E27FC236}">
                  <a16:creationId xmlns:a16="http://schemas.microsoft.com/office/drawing/2014/main" id="{D574FC4E-E6ED-5D42-B8F8-57D8147F2171}"/>
                </a:ext>
              </a:extLst>
            </p:cNvPr>
            <p:cNvGrpSpPr/>
            <p:nvPr/>
          </p:nvGrpSpPr>
          <p:grpSpPr>
            <a:xfrm>
              <a:off x="5292887" y="9706985"/>
              <a:ext cx="438384" cy="550725"/>
              <a:chOff x="5292887" y="9706985"/>
              <a:chExt cx="438384" cy="550725"/>
            </a:xfrm>
          </p:grpSpPr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77E0050F-10A7-E948-B6DA-90B7D9B72C8C}"/>
                  </a:ext>
                </a:extLst>
              </p:cNvPr>
              <p:cNvSpPr/>
              <p:nvPr/>
            </p:nvSpPr>
            <p:spPr>
              <a:xfrm>
                <a:off x="5303339" y="9978558"/>
                <a:ext cx="209293" cy="2704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9" h="218">
                    <a:moveTo>
                      <a:pt x="127" y="21"/>
                    </a:moveTo>
                    <a:lnTo>
                      <a:pt x="86" y="0"/>
                    </a:lnTo>
                    <a:lnTo>
                      <a:pt x="0" y="177"/>
                    </a:lnTo>
                    <a:lnTo>
                      <a:pt x="61" y="156"/>
                    </a:lnTo>
                    <a:lnTo>
                      <a:pt x="83" y="218"/>
                    </a:lnTo>
                    <a:lnTo>
                      <a:pt x="169" y="41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4" name="Freeform 563">
                <a:extLst>
                  <a:ext uri="{FF2B5EF4-FFF2-40B4-BE49-F238E27FC236}">
                    <a16:creationId xmlns:a16="http://schemas.microsoft.com/office/drawing/2014/main" id="{14C05964-9E53-FF46-ACDB-D4C492BDE0B2}"/>
                  </a:ext>
                </a:extLst>
              </p:cNvPr>
              <p:cNvSpPr/>
              <p:nvPr/>
            </p:nvSpPr>
            <p:spPr>
              <a:xfrm>
                <a:off x="5292887" y="9971318"/>
                <a:ext cx="226445" cy="286392"/>
              </a:xfrm>
              <a:custGeom>
                <a:avLst/>
                <a:gdLst>
                  <a:gd name="connsiteX0" fmla="*/ 120680 w 226445"/>
                  <a:gd name="connsiteY0" fmla="*/ 19699 h 286392"/>
                  <a:gd name="connsiteX1" fmla="*/ 25402 w 226445"/>
                  <a:gd name="connsiteY1" fmla="*/ 213093 h 286392"/>
                  <a:gd name="connsiteX2" fmla="*/ 83559 w 226445"/>
                  <a:gd name="connsiteY2" fmla="*/ 193258 h 286392"/>
                  <a:gd name="connsiteX3" fmla="*/ 86033 w 226445"/>
                  <a:gd name="connsiteY3" fmla="*/ 192018 h 286392"/>
                  <a:gd name="connsiteX4" fmla="*/ 94695 w 226445"/>
                  <a:gd name="connsiteY4" fmla="*/ 198217 h 286392"/>
                  <a:gd name="connsiteX5" fmla="*/ 114493 w 226445"/>
                  <a:gd name="connsiteY5" fmla="*/ 256483 h 286392"/>
                  <a:gd name="connsiteX6" fmla="*/ 208533 w 226445"/>
                  <a:gd name="connsiteY6" fmla="*/ 61849 h 286392"/>
                  <a:gd name="connsiteX7" fmla="*/ 118190 w 226445"/>
                  <a:gd name="connsiteY7" fmla="*/ 1000 h 286392"/>
                  <a:gd name="connsiteX8" fmla="*/ 171466 w 226445"/>
                  <a:gd name="connsiteY8" fmla="*/ 25817 h 286392"/>
                  <a:gd name="connsiteX9" fmla="*/ 222264 w 226445"/>
                  <a:gd name="connsiteY9" fmla="*/ 51874 h 286392"/>
                  <a:gd name="connsiteX10" fmla="*/ 225981 w 226445"/>
                  <a:gd name="connsiteY10" fmla="*/ 61801 h 286392"/>
                  <a:gd name="connsiteX11" fmla="*/ 119429 w 226445"/>
                  <a:gd name="connsiteY11" fmla="*/ 281429 h 286392"/>
                  <a:gd name="connsiteX12" fmla="*/ 111995 w 226445"/>
                  <a:gd name="connsiteY12" fmla="*/ 286392 h 286392"/>
                  <a:gd name="connsiteX13" fmla="*/ 110756 w 226445"/>
                  <a:gd name="connsiteY13" fmla="*/ 286392 h 286392"/>
                  <a:gd name="connsiteX14" fmla="*/ 103322 w 226445"/>
                  <a:gd name="connsiteY14" fmla="*/ 281429 h 286392"/>
                  <a:gd name="connsiteX15" fmla="*/ 79781 w 226445"/>
                  <a:gd name="connsiteY15" fmla="*/ 210701 h 286392"/>
                  <a:gd name="connsiteX16" fmla="*/ 10398 w 226445"/>
                  <a:gd name="connsiteY16" fmla="*/ 234277 h 286392"/>
                  <a:gd name="connsiteX17" fmla="*/ 2964 w 226445"/>
                  <a:gd name="connsiteY17" fmla="*/ 233036 h 286392"/>
                  <a:gd name="connsiteX18" fmla="*/ 486 w 226445"/>
                  <a:gd name="connsiteY18" fmla="*/ 224350 h 286392"/>
                  <a:gd name="connsiteX19" fmla="*/ 108278 w 226445"/>
                  <a:gd name="connsiteY19" fmla="*/ 4722 h 286392"/>
                  <a:gd name="connsiteX20" fmla="*/ 118190 w 226445"/>
                  <a:gd name="connsiteY20" fmla="*/ 1000 h 286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26445" h="286392">
                    <a:moveTo>
                      <a:pt x="120680" y="19699"/>
                    </a:moveTo>
                    <a:lnTo>
                      <a:pt x="25402" y="213093"/>
                    </a:lnTo>
                    <a:lnTo>
                      <a:pt x="83559" y="193258"/>
                    </a:lnTo>
                    <a:cubicBezTo>
                      <a:pt x="84796" y="192018"/>
                      <a:pt x="86033" y="192018"/>
                      <a:pt x="86033" y="192018"/>
                    </a:cubicBezTo>
                    <a:cubicBezTo>
                      <a:pt x="89746" y="192018"/>
                      <a:pt x="93458" y="194498"/>
                      <a:pt x="94695" y="198217"/>
                    </a:cubicBezTo>
                    <a:lnTo>
                      <a:pt x="114493" y="256483"/>
                    </a:lnTo>
                    <a:lnTo>
                      <a:pt x="208533" y="61849"/>
                    </a:lnTo>
                    <a:close/>
                    <a:moveTo>
                      <a:pt x="118190" y="1000"/>
                    </a:moveTo>
                    <a:lnTo>
                      <a:pt x="171466" y="25817"/>
                    </a:lnTo>
                    <a:lnTo>
                      <a:pt x="222264" y="51874"/>
                    </a:lnTo>
                    <a:cubicBezTo>
                      <a:pt x="225981" y="53115"/>
                      <a:pt x="227220" y="58078"/>
                      <a:pt x="225981" y="61801"/>
                    </a:cubicBezTo>
                    <a:lnTo>
                      <a:pt x="119429" y="281429"/>
                    </a:lnTo>
                    <a:cubicBezTo>
                      <a:pt x="116951" y="283910"/>
                      <a:pt x="114473" y="286392"/>
                      <a:pt x="111995" y="286392"/>
                    </a:cubicBezTo>
                    <a:lnTo>
                      <a:pt x="110756" y="286392"/>
                    </a:lnTo>
                    <a:cubicBezTo>
                      <a:pt x="108278" y="285151"/>
                      <a:pt x="104561" y="283910"/>
                      <a:pt x="103322" y="281429"/>
                    </a:cubicBezTo>
                    <a:lnTo>
                      <a:pt x="79781" y="210701"/>
                    </a:lnTo>
                    <a:lnTo>
                      <a:pt x="10398" y="234277"/>
                    </a:lnTo>
                    <a:cubicBezTo>
                      <a:pt x="7920" y="235518"/>
                      <a:pt x="4203" y="235518"/>
                      <a:pt x="2964" y="233036"/>
                    </a:cubicBezTo>
                    <a:cubicBezTo>
                      <a:pt x="486" y="230554"/>
                      <a:pt x="-753" y="226832"/>
                      <a:pt x="486" y="224350"/>
                    </a:cubicBezTo>
                    <a:lnTo>
                      <a:pt x="108278" y="4722"/>
                    </a:lnTo>
                    <a:cubicBezTo>
                      <a:pt x="109517" y="1000"/>
                      <a:pt x="114473" y="-1482"/>
                      <a:pt x="118190" y="10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EDE7A18A-6504-374E-AE09-71915E9D20E9}"/>
                  </a:ext>
                </a:extLst>
              </p:cNvPr>
              <p:cNvSpPr/>
              <p:nvPr/>
            </p:nvSpPr>
            <p:spPr>
              <a:xfrm>
                <a:off x="5513874" y="9978558"/>
                <a:ext cx="210539" cy="2704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0" h="218">
                    <a:moveTo>
                      <a:pt x="42" y="21"/>
                    </a:moveTo>
                    <a:lnTo>
                      <a:pt x="84" y="0"/>
                    </a:lnTo>
                    <a:lnTo>
                      <a:pt x="170" y="177"/>
                    </a:lnTo>
                    <a:lnTo>
                      <a:pt x="107" y="156"/>
                    </a:lnTo>
                    <a:lnTo>
                      <a:pt x="86" y="218"/>
                    </a:lnTo>
                    <a:lnTo>
                      <a:pt x="0" y="41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5" name="Freeform 564">
                <a:extLst>
                  <a:ext uri="{FF2B5EF4-FFF2-40B4-BE49-F238E27FC236}">
                    <a16:creationId xmlns:a16="http://schemas.microsoft.com/office/drawing/2014/main" id="{557C6254-3C72-FD43-8088-DBAE2BDD0B94}"/>
                  </a:ext>
                </a:extLst>
              </p:cNvPr>
              <p:cNvSpPr/>
              <p:nvPr/>
            </p:nvSpPr>
            <p:spPr>
              <a:xfrm>
                <a:off x="5504693" y="9971318"/>
                <a:ext cx="226578" cy="286392"/>
              </a:xfrm>
              <a:custGeom>
                <a:avLst/>
                <a:gdLst>
                  <a:gd name="connsiteX0" fmla="*/ 109488 w 226578"/>
                  <a:gd name="connsiteY0" fmla="*/ 19699 h 286392"/>
                  <a:gd name="connsiteX1" fmla="*/ 20397 w 226578"/>
                  <a:gd name="connsiteY1" fmla="*/ 61849 h 286392"/>
                  <a:gd name="connsiteX2" fmla="*/ 114437 w 226578"/>
                  <a:gd name="connsiteY2" fmla="*/ 256483 h 286392"/>
                  <a:gd name="connsiteX3" fmla="*/ 134235 w 226578"/>
                  <a:gd name="connsiteY3" fmla="*/ 198217 h 286392"/>
                  <a:gd name="connsiteX4" fmla="*/ 145372 w 226578"/>
                  <a:gd name="connsiteY4" fmla="*/ 193258 h 286392"/>
                  <a:gd name="connsiteX5" fmla="*/ 203528 w 226578"/>
                  <a:gd name="connsiteY5" fmla="*/ 213093 h 286392"/>
                  <a:gd name="connsiteX6" fmla="*/ 108256 w 226578"/>
                  <a:gd name="connsiteY6" fmla="*/ 1000 h 286392"/>
                  <a:gd name="connsiteX7" fmla="*/ 118168 w 226578"/>
                  <a:gd name="connsiteY7" fmla="*/ 4722 h 286392"/>
                  <a:gd name="connsiteX8" fmla="*/ 224720 w 226578"/>
                  <a:gd name="connsiteY8" fmla="*/ 224350 h 286392"/>
                  <a:gd name="connsiteX9" fmla="*/ 224720 w 226578"/>
                  <a:gd name="connsiteY9" fmla="*/ 233036 h 286392"/>
                  <a:gd name="connsiteX10" fmla="*/ 216047 w 226578"/>
                  <a:gd name="connsiteY10" fmla="*/ 234277 h 286392"/>
                  <a:gd name="connsiteX11" fmla="*/ 146664 w 226578"/>
                  <a:gd name="connsiteY11" fmla="*/ 210701 h 286392"/>
                  <a:gd name="connsiteX12" fmla="*/ 121885 w 226578"/>
                  <a:gd name="connsiteY12" fmla="*/ 281429 h 286392"/>
                  <a:gd name="connsiteX13" fmla="*/ 115690 w 226578"/>
                  <a:gd name="connsiteY13" fmla="*/ 286392 h 286392"/>
                  <a:gd name="connsiteX14" fmla="*/ 114451 w 226578"/>
                  <a:gd name="connsiteY14" fmla="*/ 286392 h 286392"/>
                  <a:gd name="connsiteX15" fmla="*/ 108256 w 226578"/>
                  <a:gd name="connsiteY15" fmla="*/ 281429 h 286392"/>
                  <a:gd name="connsiteX16" fmla="*/ 464 w 226578"/>
                  <a:gd name="connsiteY16" fmla="*/ 61801 h 286392"/>
                  <a:gd name="connsiteX17" fmla="*/ 4181 w 226578"/>
                  <a:gd name="connsiteY17" fmla="*/ 51874 h 286392"/>
                  <a:gd name="connsiteX18" fmla="*/ 56219 w 226578"/>
                  <a:gd name="connsiteY18" fmla="*/ 25817 h 286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6578" h="286392">
                    <a:moveTo>
                      <a:pt x="109488" y="19699"/>
                    </a:moveTo>
                    <a:lnTo>
                      <a:pt x="20397" y="61849"/>
                    </a:lnTo>
                    <a:lnTo>
                      <a:pt x="114437" y="256483"/>
                    </a:lnTo>
                    <a:lnTo>
                      <a:pt x="134235" y="198217"/>
                    </a:lnTo>
                    <a:cubicBezTo>
                      <a:pt x="136710" y="194498"/>
                      <a:pt x="140422" y="192018"/>
                      <a:pt x="145372" y="193258"/>
                    </a:cubicBezTo>
                    <a:lnTo>
                      <a:pt x="203528" y="213093"/>
                    </a:lnTo>
                    <a:close/>
                    <a:moveTo>
                      <a:pt x="108256" y="1000"/>
                    </a:moveTo>
                    <a:cubicBezTo>
                      <a:pt x="111973" y="-1482"/>
                      <a:pt x="116929" y="1000"/>
                      <a:pt x="118168" y="4722"/>
                    </a:cubicBezTo>
                    <a:lnTo>
                      <a:pt x="224720" y="224350"/>
                    </a:lnTo>
                    <a:cubicBezTo>
                      <a:pt x="227198" y="226832"/>
                      <a:pt x="227198" y="230554"/>
                      <a:pt x="224720" y="233036"/>
                    </a:cubicBezTo>
                    <a:cubicBezTo>
                      <a:pt x="222242" y="235518"/>
                      <a:pt x="218525" y="235518"/>
                      <a:pt x="216047" y="234277"/>
                    </a:cubicBezTo>
                    <a:lnTo>
                      <a:pt x="146664" y="210701"/>
                    </a:lnTo>
                    <a:lnTo>
                      <a:pt x="121885" y="281429"/>
                    </a:lnTo>
                    <a:cubicBezTo>
                      <a:pt x="121885" y="283910"/>
                      <a:pt x="118168" y="285151"/>
                      <a:pt x="115690" y="286392"/>
                    </a:cubicBezTo>
                    <a:lnTo>
                      <a:pt x="114451" y="286392"/>
                    </a:lnTo>
                    <a:cubicBezTo>
                      <a:pt x="111973" y="286392"/>
                      <a:pt x="109495" y="283910"/>
                      <a:pt x="108256" y="281429"/>
                    </a:cubicBezTo>
                    <a:lnTo>
                      <a:pt x="464" y="61801"/>
                    </a:lnTo>
                    <a:cubicBezTo>
                      <a:pt x="-775" y="58078"/>
                      <a:pt x="464" y="53115"/>
                      <a:pt x="4181" y="51874"/>
                    </a:cubicBezTo>
                    <a:lnTo>
                      <a:pt x="56219" y="25817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88BCC554-BC14-4F4F-B0AD-E169BEBAED8E}"/>
                  </a:ext>
                </a:extLst>
              </p:cNvPr>
              <p:cNvSpPr/>
              <p:nvPr/>
            </p:nvSpPr>
            <p:spPr>
              <a:xfrm>
                <a:off x="5325763" y="9715600"/>
                <a:ext cx="376229" cy="3601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3" h="290">
                    <a:moveTo>
                      <a:pt x="303" y="146"/>
                    </a:moveTo>
                    <a:cubicBezTo>
                      <a:pt x="303" y="161"/>
                      <a:pt x="281" y="173"/>
                      <a:pt x="276" y="186"/>
                    </a:cubicBezTo>
                    <a:cubicBezTo>
                      <a:pt x="272" y="201"/>
                      <a:pt x="282" y="223"/>
                      <a:pt x="273" y="234"/>
                    </a:cubicBezTo>
                    <a:cubicBezTo>
                      <a:pt x="265" y="246"/>
                      <a:pt x="241" y="244"/>
                      <a:pt x="229" y="252"/>
                    </a:cubicBezTo>
                    <a:cubicBezTo>
                      <a:pt x="216" y="261"/>
                      <a:pt x="212" y="285"/>
                      <a:pt x="198" y="290"/>
                    </a:cubicBezTo>
                    <a:cubicBezTo>
                      <a:pt x="184" y="294"/>
                      <a:pt x="166" y="277"/>
                      <a:pt x="151" y="277"/>
                    </a:cubicBezTo>
                    <a:cubicBezTo>
                      <a:pt x="136" y="277"/>
                      <a:pt x="118" y="294"/>
                      <a:pt x="104" y="290"/>
                    </a:cubicBezTo>
                    <a:cubicBezTo>
                      <a:pt x="90" y="285"/>
                      <a:pt x="85" y="261"/>
                      <a:pt x="73" y="252"/>
                    </a:cubicBezTo>
                    <a:cubicBezTo>
                      <a:pt x="62" y="244"/>
                      <a:pt x="37" y="246"/>
                      <a:pt x="29" y="234"/>
                    </a:cubicBezTo>
                    <a:cubicBezTo>
                      <a:pt x="20" y="223"/>
                      <a:pt x="30" y="201"/>
                      <a:pt x="26" y="186"/>
                    </a:cubicBezTo>
                    <a:cubicBezTo>
                      <a:pt x="21" y="173"/>
                      <a:pt x="0" y="161"/>
                      <a:pt x="0" y="146"/>
                    </a:cubicBezTo>
                    <a:cubicBezTo>
                      <a:pt x="0" y="130"/>
                      <a:pt x="21" y="119"/>
                      <a:pt x="26" y="105"/>
                    </a:cubicBezTo>
                    <a:cubicBezTo>
                      <a:pt x="30" y="91"/>
                      <a:pt x="20" y="69"/>
                      <a:pt x="29" y="56"/>
                    </a:cubicBezTo>
                    <a:cubicBezTo>
                      <a:pt x="37" y="45"/>
                      <a:pt x="62" y="48"/>
                      <a:pt x="73" y="39"/>
                    </a:cubicBezTo>
                    <a:cubicBezTo>
                      <a:pt x="85" y="30"/>
                      <a:pt x="90" y="6"/>
                      <a:pt x="104" y="1"/>
                    </a:cubicBezTo>
                    <a:cubicBezTo>
                      <a:pt x="118" y="-3"/>
                      <a:pt x="136" y="14"/>
                      <a:pt x="151" y="14"/>
                    </a:cubicBezTo>
                    <a:cubicBezTo>
                      <a:pt x="166" y="14"/>
                      <a:pt x="184" y="-3"/>
                      <a:pt x="198" y="1"/>
                    </a:cubicBezTo>
                    <a:cubicBezTo>
                      <a:pt x="212" y="6"/>
                      <a:pt x="216" y="30"/>
                      <a:pt x="229" y="39"/>
                    </a:cubicBezTo>
                    <a:cubicBezTo>
                      <a:pt x="241" y="48"/>
                      <a:pt x="265" y="45"/>
                      <a:pt x="273" y="56"/>
                    </a:cubicBezTo>
                    <a:cubicBezTo>
                      <a:pt x="282" y="69"/>
                      <a:pt x="272" y="91"/>
                      <a:pt x="276" y="105"/>
                    </a:cubicBezTo>
                    <a:cubicBezTo>
                      <a:pt x="281" y="119"/>
                      <a:pt x="303" y="130"/>
                      <a:pt x="303" y="14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6" name="Freeform 565">
                <a:extLst>
                  <a:ext uri="{FF2B5EF4-FFF2-40B4-BE49-F238E27FC236}">
                    <a16:creationId xmlns:a16="http://schemas.microsoft.com/office/drawing/2014/main" id="{5C7D1F6A-1EE9-384D-BC36-71D10367F8D4}"/>
                  </a:ext>
                </a:extLst>
              </p:cNvPr>
              <p:cNvSpPr/>
              <p:nvPr/>
            </p:nvSpPr>
            <p:spPr>
              <a:xfrm>
                <a:off x="5317043" y="9706985"/>
                <a:ext cx="392424" cy="376256"/>
              </a:xfrm>
              <a:custGeom>
                <a:avLst/>
                <a:gdLst>
                  <a:gd name="connsiteX0" fmla="*/ 140345 w 392424"/>
                  <a:gd name="connsiteY0" fmla="*/ 18584 h 376256"/>
                  <a:gd name="connsiteX1" fmla="*/ 122964 w 392424"/>
                  <a:gd name="connsiteY1" fmla="*/ 39693 h 376256"/>
                  <a:gd name="connsiteX2" fmla="*/ 105583 w 392424"/>
                  <a:gd name="connsiteY2" fmla="*/ 63285 h 376256"/>
                  <a:gd name="connsiteX3" fmla="*/ 75787 w 392424"/>
                  <a:gd name="connsiteY3" fmla="*/ 73219 h 376256"/>
                  <a:gd name="connsiteX4" fmla="*/ 50957 w 392424"/>
                  <a:gd name="connsiteY4" fmla="*/ 83153 h 376256"/>
                  <a:gd name="connsiteX5" fmla="*/ 48474 w 392424"/>
                  <a:gd name="connsiteY5" fmla="*/ 110471 h 376256"/>
                  <a:gd name="connsiteX6" fmla="*/ 48474 w 392424"/>
                  <a:gd name="connsiteY6" fmla="*/ 141513 h 376256"/>
                  <a:gd name="connsiteX7" fmla="*/ 31093 w 392424"/>
                  <a:gd name="connsiteY7" fmla="*/ 165106 h 376256"/>
                  <a:gd name="connsiteX8" fmla="*/ 16195 w 392424"/>
                  <a:gd name="connsiteY8" fmla="*/ 189940 h 376256"/>
                  <a:gd name="connsiteX9" fmla="*/ 31093 w 392424"/>
                  <a:gd name="connsiteY9" fmla="*/ 213533 h 376256"/>
                  <a:gd name="connsiteX10" fmla="*/ 48474 w 392424"/>
                  <a:gd name="connsiteY10" fmla="*/ 237125 h 376256"/>
                  <a:gd name="connsiteX11" fmla="*/ 48474 w 392424"/>
                  <a:gd name="connsiteY11" fmla="*/ 268168 h 376256"/>
                  <a:gd name="connsiteX12" fmla="*/ 50957 w 392424"/>
                  <a:gd name="connsiteY12" fmla="*/ 295486 h 376256"/>
                  <a:gd name="connsiteX13" fmla="*/ 75787 w 392424"/>
                  <a:gd name="connsiteY13" fmla="*/ 305420 h 376256"/>
                  <a:gd name="connsiteX14" fmla="*/ 105583 w 392424"/>
                  <a:gd name="connsiteY14" fmla="*/ 315353 h 376256"/>
                  <a:gd name="connsiteX15" fmla="*/ 122964 w 392424"/>
                  <a:gd name="connsiteY15" fmla="*/ 338946 h 376256"/>
                  <a:gd name="connsiteX16" fmla="*/ 140345 w 392424"/>
                  <a:gd name="connsiteY16" fmla="*/ 360055 h 376256"/>
                  <a:gd name="connsiteX17" fmla="*/ 166416 w 392424"/>
                  <a:gd name="connsiteY17" fmla="*/ 353846 h 376256"/>
                  <a:gd name="connsiteX18" fmla="*/ 196212 w 392424"/>
                  <a:gd name="connsiteY18" fmla="*/ 345154 h 376256"/>
                  <a:gd name="connsiteX19" fmla="*/ 226008 w 392424"/>
                  <a:gd name="connsiteY19" fmla="*/ 353846 h 376256"/>
                  <a:gd name="connsiteX20" fmla="*/ 250838 w 392424"/>
                  <a:gd name="connsiteY20" fmla="*/ 360055 h 376256"/>
                  <a:gd name="connsiteX21" fmla="*/ 269461 w 392424"/>
                  <a:gd name="connsiteY21" fmla="*/ 338946 h 376256"/>
                  <a:gd name="connsiteX22" fmla="*/ 288083 w 392424"/>
                  <a:gd name="connsiteY22" fmla="*/ 315353 h 376256"/>
                  <a:gd name="connsiteX23" fmla="*/ 315396 w 392424"/>
                  <a:gd name="connsiteY23" fmla="*/ 305420 h 376256"/>
                  <a:gd name="connsiteX24" fmla="*/ 341467 w 392424"/>
                  <a:gd name="connsiteY24" fmla="*/ 295486 h 376256"/>
                  <a:gd name="connsiteX25" fmla="*/ 343950 w 392424"/>
                  <a:gd name="connsiteY25" fmla="*/ 268168 h 376256"/>
                  <a:gd name="connsiteX26" fmla="*/ 343950 w 392424"/>
                  <a:gd name="connsiteY26" fmla="*/ 237125 h 376256"/>
                  <a:gd name="connsiteX27" fmla="*/ 361331 w 392424"/>
                  <a:gd name="connsiteY27" fmla="*/ 213533 h 376256"/>
                  <a:gd name="connsiteX28" fmla="*/ 376229 w 392424"/>
                  <a:gd name="connsiteY28" fmla="*/ 189940 h 376256"/>
                  <a:gd name="connsiteX29" fmla="*/ 361331 w 392424"/>
                  <a:gd name="connsiteY29" fmla="*/ 165106 h 376256"/>
                  <a:gd name="connsiteX30" fmla="*/ 343950 w 392424"/>
                  <a:gd name="connsiteY30" fmla="*/ 141513 h 376256"/>
                  <a:gd name="connsiteX31" fmla="*/ 343950 w 392424"/>
                  <a:gd name="connsiteY31" fmla="*/ 110471 h 376256"/>
                  <a:gd name="connsiteX32" fmla="*/ 341467 w 392424"/>
                  <a:gd name="connsiteY32" fmla="*/ 83153 h 376256"/>
                  <a:gd name="connsiteX33" fmla="*/ 315396 w 392424"/>
                  <a:gd name="connsiteY33" fmla="*/ 73219 h 376256"/>
                  <a:gd name="connsiteX34" fmla="*/ 288083 w 392424"/>
                  <a:gd name="connsiteY34" fmla="*/ 63285 h 376256"/>
                  <a:gd name="connsiteX35" fmla="*/ 269461 w 392424"/>
                  <a:gd name="connsiteY35" fmla="*/ 39693 h 376256"/>
                  <a:gd name="connsiteX36" fmla="*/ 250838 w 392424"/>
                  <a:gd name="connsiteY36" fmla="*/ 18584 h 376256"/>
                  <a:gd name="connsiteX37" fmla="*/ 226008 w 392424"/>
                  <a:gd name="connsiteY37" fmla="*/ 24792 h 376256"/>
                  <a:gd name="connsiteX38" fmla="*/ 196212 w 392424"/>
                  <a:gd name="connsiteY38" fmla="*/ 33484 h 376256"/>
                  <a:gd name="connsiteX39" fmla="*/ 166416 w 392424"/>
                  <a:gd name="connsiteY39" fmla="*/ 24792 h 376256"/>
                  <a:gd name="connsiteX40" fmla="*/ 140345 w 392424"/>
                  <a:gd name="connsiteY40" fmla="*/ 18584 h 376256"/>
                  <a:gd name="connsiteX41" fmla="*/ 135362 w 392424"/>
                  <a:gd name="connsiteY41" fmla="*/ 1137 h 376256"/>
                  <a:gd name="connsiteX42" fmla="*/ 172617 w 392424"/>
                  <a:gd name="connsiteY42" fmla="*/ 8590 h 376256"/>
                  <a:gd name="connsiteX43" fmla="*/ 196212 w 392424"/>
                  <a:gd name="connsiteY43" fmla="*/ 16043 h 376256"/>
                  <a:gd name="connsiteX44" fmla="*/ 219807 w 392424"/>
                  <a:gd name="connsiteY44" fmla="*/ 8590 h 376256"/>
                  <a:gd name="connsiteX45" fmla="*/ 257063 w 392424"/>
                  <a:gd name="connsiteY45" fmla="*/ 1137 h 376256"/>
                  <a:gd name="connsiteX46" fmla="*/ 283142 w 392424"/>
                  <a:gd name="connsiteY46" fmla="*/ 30948 h 376256"/>
                  <a:gd name="connsiteX47" fmla="*/ 296802 w 392424"/>
                  <a:gd name="connsiteY47" fmla="*/ 49580 h 376256"/>
                  <a:gd name="connsiteX48" fmla="*/ 320397 w 392424"/>
                  <a:gd name="connsiteY48" fmla="*/ 55790 h 376256"/>
                  <a:gd name="connsiteX49" fmla="*/ 355169 w 392424"/>
                  <a:gd name="connsiteY49" fmla="*/ 73180 h 376256"/>
                  <a:gd name="connsiteX50" fmla="*/ 358894 w 392424"/>
                  <a:gd name="connsiteY50" fmla="*/ 110443 h 376256"/>
                  <a:gd name="connsiteX51" fmla="*/ 358894 w 392424"/>
                  <a:gd name="connsiteY51" fmla="*/ 135286 h 376256"/>
                  <a:gd name="connsiteX52" fmla="*/ 372555 w 392424"/>
                  <a:gd name="connsiteY52" fmla="*/ 153917 h 376256"/>
                  <a:gd name="connsiteX53" fmla="*/ 392424 w 392424"/>
                  <a:gd name="connsiteY53" fmla="*/ 188697 h 376256"/>
                  <a:gd name="connsiteX54" fmla="*/ 372555 w 392424"/>
                  <a:gd name="connsiteY54" fmla="*/ 222234 h 376256"/>
                  <a:gd name="connsiteX55" fmla="*/ 358894 w 392424"/>
                  <a:gd name="connsiteY55" fmla="*/ 240865 h 376256"/>
                  <a:gd name="connsiteX56" fmla="*/ 358894 w 392424"/>
                  <a:gd name="connsiteY56" fmla="*/ 264466 h 376256"/>
                  <a:gd name="connsiteX57" fmla="*/ 355169 w 392424"/>
                  <a:gd name="connsiteY57" fmla="*/ 302971 h 376256"/>
                  <a:gd name="connsiteX58" fmla="*/ 320397 w 392424"/>
                  <a:gd name="connsiteY58" fmla="*/ 319119 h 376256"/>
                  <a:gd name="connsiteX59" fmla="*/ 296802 w 392424"/>
                  <a:gd name="connsiteY59" fmla="*/ 327813 h 376256"/>
                  <a:gd name="connsiteX60" fmla="*/ 283142 w 392424"/>
                  <a:gd name="connsiteY60" fmla="*/ 346445 h 376256"/>
                  <a:gd name="connsiteX61" fmla="*/ 257063 w 392424"/>
                  <a:gd name="connsiteY61" fmla="*/ 375014 h 376256"/>
                  <a:gd name="connsiteX62" fmla="*/ 248370 w 392424"/>
                  <a:gd name="connsiteY62" fmla="*/ 376256 h 376256"/>
                  <a:gd name="connsiteX63" fmla="*/ 219807 w 392424"/>
                  <a:gd name="connsiteY63" fmla="*/ 367561 h 376256"/>
                  <a:gd name="connsiteX64" fmla="*/ 196212 w 392424"/>
                  <a:gd name="connsiteY64" fmla="*/ 360109 h 376256"/>
                  <a:gd name="connsiteX65" fmla="*/ 172617 w 392424"/>
                  <a:gd name="connsiteY65" fmla="*/ 367561 h 376256"/>
                  <a:gd name="connsiteX66" fmla="*/ 135362 w 392424"/>
                  <a:gd name="connsiteY66" fmla="*/ 375014 h 376256"/>
                  <a:gd name="connsiteX67" fmla="*/ 108041 w 392424"/>
                  <a:gd name="connsiteY67" fmla="*/ 346445 h 376256"/>
                  <a:gd name="connsiteX68" fmla="*/ 94381 w 392424"/>
                  <a:gd name="connsiteY68" fmla="*/ 327813 h 376256"/>
                  <a:gd name="connsiteX69" fmla="*/ 73269 w 392424"/>
                  <a:gd name="connsiteY69" fmla="*/ 319119 h 376256"/>
                  <a:gd name="connsiteX70" fmla="*/ 37256 w 392424"/>
                  <a:gd name="connsiteY70" fmla="*/ 302971 h 376256"/>
                  <a:gd name="connsiteX71" fmla="*/ 32288 w 392424"/>
                  <a:gd name="connsiteY71" fmla="*/ 264466 h 376256"/>
                  <a:gd name="connsiteX72" fmla="*/ 32288 w 392424"/>
                  <a:gd name="connsiteY72" fmla="*/ 240865 h 376256"/>
                  <a:gd name="connsiteX73" fmla="*/ 19870 w 392424"/>
                  <a:gd name="connsiteY73" fmla="*/ 222234 h 376256"/>
                  <a:gd name="connsiteX74" fmla="*/ 0 w 392424"/>
                  <a:gd name="connsiteY74" fmla="*/ 188697 h 376256"/>
                  <a:gd name="connsiteX75" fmla="*/ 19870 w 392424"/>
                  <a:gd name="connsiteY75" fmla="*/ 153917 h 376256"/>
                  <a:gd name="connsiteX76" fmla="*/ 32288 w 392424"/>
                  <a:gd name="connsiteY76" fmla="*/ 135286 h 376256"/>
                  <a:gd name="connsiteX77" fmla="*/ 32288 w 392424"/>
                  <a:gd name="connsiteY77" fmla="*/ 110443 h 376256"/>
                  <a:gd name="connsiteX78" fmla="*/ 37256 w 392424"/>
                  <a:gd name="connsiteY78" fmla="*/ 73180 h 376256"/>
                  <a:gd name="connsiteX79" fmla="*/ 73269 w 392424"/>
                  <a:gd name="connsiteY79" fmla="*/ 55790 h 376256"/>
                  <a:gd name="connsiteX80" fmla="*/ 94381 w 392424"/>
                  <a:gd name="connsiteY80" fmla="*/ 49580 h 376256"/>
                  <a:gd name="connsiteX81" fmla="*/ 108041 w 392424"/>
                  <a:gd name="connsiteY81" fmla="*/ 30948 h 376256"/>
                  <a:gd name="connsiteX82" fmla="*/ 135362 w 392424"/>
                  <a:gd name="connsiteY82" fmla="*/ 1137 h 376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</a:cxnLst>
                <a:rect l="l" t="t" r="r" b="b"/>
                <a:pathLst>
                  <a:path w="392424" h="376256">
                    <a:moveTo>
                      <a:pt x="140345" y="18584"/>
                    </a:moveTo>
                    <a:cubicBezTo>
                      <a:pt x="134137" y="19825"/>
                      <a:pt x="129171" y="29759"/>
                      <a:pt x="122964" y="39693"/>
                    </a:cubicBezTo>
                    <a:cubicBezTo>
                      <a:pt x="117998" y="48385"/>
                      <a:pt x="113032" y="57077"/>
                      <a:pt x="105583" y="63285"/>
                    </a:cubicBezTo>
                    <a:cubicBezTo>
                      <a:pt x="96893" y="69494"/>
                      <a:pt x="85719" y="70736"/>
                      <a:pt x="75787" y="73219"/>
                    </a:cubicBezTo>
                    <a:cubicBezTo>
                      <a:pt x="65855" y="75703"/>
                      <a:pt x="54682" y="78186"/>
                      <a:pt x="50957" y="83153"/>
                    </a:cubicBezTo>
                    <a:cubicBezTo>
                      <a:pt x="45991" y="89361"/>
                      <a:pt x="48474" y="99295"/>
                      <a:pt x="48474" y="110471"/>
                    </a:cubicBezTo>
                    <a:cubicBezTo>
                      <a:pt x="50957" y="121646"/>
                      <a:pt x="50957" y="131580"/>
                      <a:pt x="48474" y="141513"/>
                    </a:cubicBezTo>
                    <a:cubicBezTo>
                      <a:pt x="44750" y="150205"/>
                      <a:pt x="38542" y="157656"/>
                      <a:pt x="31093" y="165106"/>
                    </a:cubicBezTo>
                    <a:cubicBezTo>
                      <a:pt x="23644" y="173798"/>
                      <a:pt x="16195" y="182490"/>
                      <a:pt x="16195" y="189940"/>
                    </a:cubicBezTo>
                    <a:cubicBezTo>
                      <a:pt x="16195" y="197391"/>
                      <a:pt x="23644" y="206083"/>
                      <a:pt x="31093" y="213533"/>
                    </a:cubicBezTo>
                    <a:cubicBezTo>
                      <a:pt x="38542" y="220983"/>
                      <a:pt x="44750" y="228433"/>
                      <a:pt x="48474" y="237125"/>
                    </a:cubicBezTo>
                    <a:cubicBezTo>
                      <a:pt x="50957" y="247059"/>
                      <a:pt x="50957" y="258234"/>
                      <a:pt x="48474" y="268168"/>
                    </a:cubicBezTo>
                    <a:cubicBezTo>
                      <a:pt x="48474" y="278102"/>
                      <a:pt x="45991" y="289277"/>
                      <a:pt x="50957" y="295486"/>
                    </a:cubicBezTo>
                    <a:cubicBezTo>
                      <a:pt x="54682" y="301694"/>
                      <a:pt x="65855" y="304178"/>
                      <a:pt x="75787" y="305420"/>
                    </a:cubicBezTo>
                    <a:cubicBezTo>
                      <a:pt x="85719" y="306661"/>
                      <a:pt x="96893" y="309145"/>
                      <a:pt x="105583" y="315353"/>
                    </a:cubicBezTo>
                    <a:cubicBezTo>
                      <a:pt x="113032" y="320320"/>
                      <a:pt x="117998" y="330254"/>
                      <a:pt x="122964" y="338946"/>
                    </a:cubicBezTo>
                    <a:cubicBezTo>
                      <a:pt x="129171" y="348880"/>
                      <a:pt x="134137" y="357572"/>
                      <a:pt x="140345" y="360055"/>
                    </a:cubicBezTo>
                    <a:cubicBezTo>
                      <a:pt x="147794" y="362538"/>
                      <a:pt x="156484" y="357572"/>
                      <a:pt x="166416" y="353846"/>
                    </a:cubicBezTo>
                    <a:cubicBezTo>
                      <a:pt x="176348" y="350121"/>
                      <a:pt x="186280" y="345154"/>
                      <a:pt x="196212" y="345154"/>
                    </a:cubicBezTo>
                    <a:cubicBezTo>
                      <a:pt x="207386" y="345154"/>
                      <a:pt x="216076" y="350121"/>
                      <a:pt x="226008" y="353846"/>
                    </a:cubicBezTo>
                    <a:cubicBezTo>
                      <a:pt x="235940" y="357572"/>
                      <a:pt x="245872" y="362538"/>
                      <a:pt x="250838" y="360055"/>
                    </a:cubicBezTo>
                    <a:cubicBezTo>
                      <a:pt x="259529" y="357572"/>
                      <a:pt x="264495" y="348880"/>
                      <a:pt x="269461" y="338946"/>
                    </a:cubicBezTo>
                    <a:cubicBezTo>
                      <a:pt x="274427" y="330254"/>
                      <a:pt x="279393" y="320320"/>
                      <a:pt x="288083" y="315353"/>
                    </a:cubicBezTo>
                    <a:cubicBezTo>
                      <a:pt x="295532" y="309145"/>
                      <a:pt x="306705" y="306661"/>
                      <a:pt x="315396" y="305420"/>
                    </a:cubicBezTo>
                    <a:cubicBezTo>
                      <a:pt x="326569" y="304178"/>
                      <a:pt x="337743" y="301694"/>
                      <a:pt x="341467" y="295486"/>
                    </a:cubicBezTo>
                    <a:cubicBezTo>
                      <a:pt x="345192" y="289277"/>
                      <a:pt x="345192" y="278102"/>
                      <a:pt x="343950" y="268168"/>
                    </a:cubicBezTo>
                    <a:cubicBezTo>
                      <a:pt x="342709" y="258234"/>
                      <a:pt x="341467" y="247059"/>
                      <a:pt x="343950" y="237125"/>
                    </a:cubicBezTo>
                    <a:cubicBezTo>
                      <a:pt x="347675" y="228433"/>
                      <a:pt x="353882" y="220983"/>
                      <a:pt x="361331" y="213533"/>
                    </a:cubicBezTo>
                    <a:cubicBezTo>
                      <a:pt x="368780" y="206083"/>
                      <a:pt x="376229" y="197391"/>
                      <a:pt x="376229" y="189940"/>
                    </a:cubicBezTo>
                    <a:cubicBezTo>
                      <a:pt x="376229" y="182490"/>
                      <a:pt x="368780" y="173798"/>
                      <a:pt x="361331" y="165106"/>
                    </a:cubicBezTo>
                    <a:cubicBezTo>
                      <a:pt x="353882" y="157656"/>
                      <a:pt x="347675" y="150205"/>
                      <a:pt x="343950" y="141513"/>
                    </a:cubicBezTo>
                    <a:cubicBezTo>
                      <a:pt x="341467" y="131580"/>
                      <a:pt x="342709" y="121646"/>
                      <a:pt x="343950" y="110471"/>
                    </a:cubicBezTo>
                    <a:cubicBezTo>
                      <a:pt x="345192" y="99295"/>
                      <a:pt x="345192" y="89361"/>
                      <a:pt x="341467" y="83153"/>
                    </a:cubicBezTo>
                    <a:cubicBezTo>
                      <a:pt x="337743" y="78186"/>
                      <a:pt x="326569" y="75703"/>
                      <a:pt x="315396" y="73219"/>
                    </a:cubicBezTo>
                    <a:cubicBezTo>
                      <a:pt x="306705" y="70736"/>
                      <a:pt x="295532" y="69494"/>
                      <a:pt x="288083" y="63285"/>
                    </a:cubicBezTo>
                    <a:cubicBezTo>
                      <a:pt x="279393" y="57077"/>
                      <a:pt x="274427" y="48385"/>
                      <a:pt x="269461" y="39693"/>
                    </a:cubicBezTo>
                    <a:cubicBezTo>
                      <a:pt x="264495" y="29759"/>
                      <a:pt x="259529" y="19825"/>
                      <a:pt x="250838" y="18584"/>
                    </a:cubicBezTo>
                    <a:cubicBezTo>
                      <a:pt x="245872" y="16100"/>
                      <a:pt x="235940" y="19825"/>
                      <a:pt x="226008" y="24792"/>
                    </a:cubicBezTo>
                    <a:cubicBezTo>
                      <a:pt x="216076" y="29759"/>
                      <a:pt x="207386" y="33484"/>
                      <a:pt x="196212" y="33484"/>
                    </a:cubicBezTo>
                    <a:cubicBezTo>
                      <a:pt x="186280" y="33484"/>
                      <a:pt x="176348" y="29759"/>
                      <a:pt x="166416" y="24792"/>
                    </a:cubicBezTo>
                    <a:cubicBezTo>
                      <a:pt x="156484" y="19825"/>
                      <a:pt x="147794" y="16100"/>
                      <a:pt x="140345" y="18584"/>
                    </a:cubicBezTo>
                    <a:close/>
                    <a:moveTo>
                      <a:pt x="135362" y="1137"/>
                    </a:moveTo>
                    <a:cubicBezTo>
                      <a:pt x="149022" y="-2589"/>
                      <a:pt x="161440" y="3621"/>
                      <a:pt x="172617" y="8590"/>
                    </a:cubicBezTo>
                    <a:cubicBezTo>
                      <a:pt x="181310" y="12316"/>
                      <a:pt x="188761" y="16043"/>
                      <a:pt x="196212" y="16043"/>
                    </a:cubicBezTo>
                    <a:cubicBezTo>
                      <a:pt x="202421" y="16043"/>
                      <a:pt x="211114" y="12316"/>
                      <a:pt x="219807" y="8590"/>
                    </a:cubicBezTo>
                    <a:cubicBezTo>
                      <a:pt x="232226" y="3621"/>
                      <a:pt x="244644" y="-2589"/>
                      <a:pt x="257063" y="1137"/>
                    </a:cubicBezTo>
                    <a:cubicBezTo>
                      <a:pt x="269481" y="6106"/>
                      <a:pt x="276932" y="18527"/>
                      <a:pt x="283142" y="30948"/>
                    </a:cubicBezTo>
                    <a:cubicBezTo>
                      <a:pt x="288109" y="38401"/>
                      <a:pt x="293076" y="45853"/>
                      <a:pt x="296802" y="49580"/>
                    </a:cubicBezTo>
                    <a:cubicBezTo>
                      <a:pt x="301769" y="53306"/>
                      <a:pt x="310462" y="54548"/>
                      <a:pt x="320397" y="55790"/>
                    </a:cubicBezTo>
                    <a:cubicBezTo>
                      <a:pt x="332816" y="59517"/>
                      <a:pt x="347718" y="62001"/>
                      <a:pt x="355169" y="73180"/>
                    </a:cubicBezTo>
                    <a:cubicBezTo>
                      <a:pt x="362620" y="83117"/>
                      <a:pt x="361378" y="98022"/>
                      <a:pt x="358894" y="110443"/>
                    </a:cubicBezTo>
                    <a:cubicBezTo>
                      <a:pt x="358894" y="120380"/>
                      <a:pt x="357652" y="129075"/>
                      <a:pt x="358894" y="135286"/>
                    </a:cubicBezTo>
                    <a:cubicBezTo>
                      <a:pt x="361378" y="140254"/>
                      <a:pt x="367587" y="147707"/>
                      <a:pt x="372555" y="153917"/>
                    </a:cubicBezTo>
                    <a:cubicBezTo>
                      <a:pt x="382489" y="162612"/>
                      <a:pt x="392424" y="173791"/>
                      <a:pt x="392424" y="188697"/>
                    </a:cubicBezTo>
                    <a:cubicBezTo>
                      <a:pt x="392424" y="202360"/>
                      <a:pt x="382489" y="213539"/>
                      <a:pt x="372555" y="222234"/>
                    </a:cubicBezTo>
                    <a:cubicBezTo>
                      <a:pt x="367587" y="229686"/>
                      <a:pt x="361378" y="234655"/>
                      <a:pt x="358894" y="240865"/>
                    </a:cubicBezTo>
                    <a:cubicBezTo>
                      <a:pt x="357652" y="247076"/>
                      <a:pt x="358894" y="257013"/>
                      <a:pt x="358894" y="264466"/>
                    </a:cubicBezTo>
                    <a:cubicBezTo>
                      <a:pt x="361378" y="278129"/>
                      <a:pt x="362620" y="291792"/>
                      <a:pt x="355169" y="302971"/>
                    </a:cubicBezTo>
                    <a:cubicBezTo>
                      <a:pt x="347718" y="314150"/>
                      <a:pt x="332816" y="317877"/>
                      <a:pt x="320397" y="319119"/>
                    </a:cubicBezTo>
                    <a:cubicBezTo>
                      <a:pt x="310462" y="321603"/>
                      <a:pt x="301769" y="324087"/>
                      <a:pt x="296802" y="327813"/>
                    </a:cubicBezTo>
                    <a:cubicBezTo>
                      <a:pt x="293076" y="331540"/>
                      <a:pt x="288109" y="338993"/>
                      <a:pt x="283142" y="346445"/>
                    </a:cubicBezTo>
                    <a:cubicBezTo>
                      <a:pt x="276932" y="357624"/>
                      <a:pt x="269481" y="370045"/>
                      <a:pt x="257063" y="375014"/>
                    </a:cubicBezTo>
                    <a:cubicBezTo>
                      <a:pt x="253337" y="375014"/>
                      <a:pt x="250854" y="376256"/>
                      <a:pt x="248370" y="376256"/>
                    </a:cubicBezTo>
                    <a:cubicBezTo>
                      <a:pt x="238435" y="376256"/>
                      <a:pt x="228500" y="371288"/>
                      <a:pt x="219807" y="367561"/>
                    </a:cubicBezTo>
                    <a:cubicBezTo>
                      <a:pt x="211114" y="363835"/>
                      <a:pt x="202421" y="360109"/>
                      <a:pt x="196212" y="360109"/>
                    </a:cubicBezTo>
                    <a:cubicBezTo>
                      <a:pt x="188761" y="360109"/>
                      <a:pt x="181310" y="363835"/>
                      <a:pt x="172617" y="367561"/>
                    </a:cubicBezTo>
                    <a:cubicBezTo>
                      <a:pt x="161440" y="372530"/>
                      <a:pt x="149022" y="378740"/>
                      <a:pt x="135362" y="375014"/>
                    </a:cubicBezTo>
                    <a:cubicBezTo>
                      <a:pt x="122943" y="370045"/>
                      <a:pt x="115492" y="357624"/>
                      <a:pt x="108041" y="346445"/>
                    </a:cubicBezTo>
                    <a:cubicBezTo>
                      <a:pt x="105557" y="338993"/>
                      <a:pt x="100590" y="331540"/>
                      <a:pt x="94381" y="327813"/>
                    </a:cubicBezTo>
                    <a:cubicBezTo>
                      <a:pt x="89413" y="324087"/>
                      <a:pt x="80720" y="321603"/>
                      <a:pt x="73269" y="319119"/>
                    </a:cubicBezTo>
                    <a:cubicBezTo>
                      <a:pt x="59609" y="317877"/>
                      <a:pt x="45949" y="314150"/>
                      <a:pt x="37256" y="302971"/>
                    </a:cubicBezTo>
                    <a:cubicBezTo>
                      <a:pt x="29805" y="291792"/>
                      <a:pt x="31046" y="278129"/>
                      <a:pt x="32288" y="264466"/>
                    </a:cubicBezTo>
                    <a:cubicBezTo>
                      <a:pt x="33530" y="257013"/>
                      <a:pt x="34772" y="247076"/>
                      <a:pt x="32288" y="240865"/>
                    </a:cubicBezTo>
                    <a:cubicBezTo>
                      <a:pt x="29805" y="234655"/>
                      <a:pt x="24837" y="229686"/>
                      <a:pt x="19870" y="222234"/>
                    </a:cubicBezTo>
                    <a:cubicBezTo>
                      <a:pt x="9935" y="213539"/>
                      <a:pt x="0" y="202360"/>
                      <a:pt x="0" y="188697"/>
                    </a:cubicBezTo>
                    <a:cubicBezTo>
                      <a:pt x="0" y="173791"/>
                      <a:pt x="9935" y="162612"/>
                      <a:pt x="19870" y="153917"/>
                    </a:cubicBezTo>
                    <a:cubicBezTo>
                      <a:pt x="24837" y="147707"/>
                      <a:pt x="29805" y="140254"/>
                      <a:pt x="32288" y="135286"/>
                    </a:cubicBezTo>
                    <a:cubicBezTo>
                      <a:pt x="34772" y="129075"/>
                      <a:pt x="33530" y="120380"/>
                      <a:pt x="32288" y="110443"/>
                    </a:cubicBezTo>
                    <a:cubicBezTo>
                      <a:pt x="31046" y="98022"/>
                      <a:pt x="29805" y="83117"/>
                      <a:pt x="37256" y="73180"/>
                    </a:cubicBezTo>
                    <a:cubicBezTo>
                      <a:pt x="45949" y="62001"/>
                      <a:pt x="59609" y="59517"/>
                      <a:pt x="73269" y="55790"/>
                    </a:cubicBezTo>
                    <a:cubicBezTo>
                      <a:pt x="80720" y="54548"/>
                      <a:pt x="89413" y="53306"/>
                      <a:pt x="94381" y="49580"/>
                    </a:cubicBezTo>
                    <a:cubicBezTo>
                      <a:pt x="100590" y="45853"/>
                      <a:pt x="105557" y="38401"/>
                      <a:pt x="108041" y="30948"/>
                    </a:cubicBezTo>
                    <a:cubicBezTo>
                      <a:pt x="115492" y="18527"/>
                      <a:pt x="122943" y="6106"/>
                      <a:pt x="135362" y="11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4F86F930-B876-E64D-ABDB-A0C7AEC53662}"/>
                  </a:ext>
                </a:extLst>
              </p:cNvPr>
              <p:cNvSpPr/>
              <p:nvPr/>
            </p:nvSpPr>
            <p:spPr>
              <a:xfrm>
                <a:off x="5409231" y="9790378"/>
                <a:ext cx="209293" cy="2093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9" h="169">
                    <a:moveTo>
                      <a:pt x="169" y="85"/>
                    </a:moveTo>
                    <a:cubicBezTo>
                      <a:pt x="169" y="131"/>
                      <a:pt x="131" y="169"/>
                      <a:pt x="84" y="169"/>
                    </a:cubicBezTo>
                    <a:cubicBezTo>
                      <a:pt x="37" y="169"/>
                      <a:pt x="0" y="131"/>
                      <a:pt x="0" y="85"/>
                    </a:cubicBezTo>
                    <a:cubicBezTo>
                      <a:pt x="0" y="38"/>
                      <a:pt x="37" y="0"/>
                      <a:pt x="84" y="0"/>
                    </a:cubicBezTo>
                    <a:cubicBezTo>
                      <a:pt x="131" y="0"/>
                      <a:pt x="169" y="38"/>
                      <a:pt x="169" y="8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7" name="Freeform 566">
                <a:extLst>
                  <a:ext uri="{FF2B5EF4-FFF2-40B4-BE49-F238E27FC236}">
                    <a16:creationId xmlns:a16="http://schemas.microsoft.com/office/drawing/2014/main" id="{317E125E-5196-214B-9456-83ABAC110D19}"/>
                  </a:ext>
                </a:extLst>
              </p:cNvPr>
              <p:cNvSpPr/>
              <p:nvPr/>
            </p:nvSpPr>
            <p:spPr>
              <a:xfrm>
                <a:off x="5400511" y="9782900"/>
                <a:ext cx="225488" cy="225568"/>
              </a:xfrm>
              <a:custGeom>
                <a:avLst/>
                <a:gdLst>
                  <a:gd name="connsiteX0" fmla="*/ 112744 w 225488"/>
                  <a:gd name="connsiteY0" fmla="*/ 14955 h 225568"/>
                  <a:gd name="connsiteX1" fmla="*/ 16195 w 225488"/>
                  <a:gd name="connsiteY1" fmla="*/ 112776 h 225568"/>
                  <a:gd name="connsiteX2" fmla="*/ 112744 w 225488"/>
                  <a:gd name="connsiteY2" fmla="*/ 208121 h 225568"/>
                  <a:gd name="connsiteX3" fmla="*/ 209293 w 225488"/>
                  <a:gd name="connsiteY3" fmla="*/ 112776 h 225568"/>
                  <a:gd name="connsiteX4" fmla="*/ 112744 w 225488"/>
                  <a:gd name="connsiteY4" fmla="*/ 14955 h 225568"/>
                  <a:gd name="connsiteX5" fmla="*/ 112744 w 225488"/>
                  <a:gd name="connsiteY5" fmla="*/ 0 h 225568"/>
                  <a:gd name="connsiteX6" fmla="*/ 225488 w 225488"/>
                  <a:gd name="connsiteY6" fmla="*/ 112784 h 225568"/>
                  <a:gd name="connsiteX7" fmla="*/ 112744 w 225488"/>
                  <a:gd name="connsiteY7" fmla="*/ 225568 h 225568"/>
                  <a:gd name="connsiteX8" fmla="*/ 0 w 225488"/>
                  <a:gd name="connsiteY8" fmla="*/ 112784 h 225568"/>
                  <a:gd name="connsiteX9" fmla="*/ 112744 w 225488"/>
                  <a:gd name="connsiteY9" fmla="*/ 0 h 225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5488" h="225568">
                    <a:moveTo>
                      <a:pt x="112744" y="14955"/>
                    </a:moveTo>
                    <a:cubicBezTo>
                      <a:pt x="59519" y="14955"/>
                      <a:pt x="16195" y="58294"/>
                      <a:pt x="16195" y="112776"/>
                    </a:cubicBezTo>
                    <a:cubicBezTo>
                      <a:pt x="16195" y="164782"/>
                      <a:pt x="59519" y="208121"/>
                      <a:pt x="112744" y="208121"/>
                    </a:cubicBezTo>
                    <a:cubicBezTo>
                      <a:pt x="165970" y="208121"/>
                      <a:pt x="209293" y="164782"/>
                      <a:pt x="209293" y="112776"/>
                    </a:cubicBezTo>
                    <a:cubicBezTo>
                      <a:pt x="209293" y="58294"/>
                      <a:pt x="165970" y="14955"/>
                      <a:pt x="112744" y="14955"/>
                    </a:cubicBezTo>
                    <a:close/>
                    <a:moveTo>
                      <a:pt x="112744" y="0"/>
                    </a:moveTo>
                    <a:cubicBezTo>
                      <a:pt x="174691" y="0"/>
                      <a:pt x="225488" y="50815"/>
                      <a:pt x="225488" y="112784"/>
                    </a:cubicBezTo>
                    <a:cubicBezTo>
                      <a:pt x="225488" y="174753"/>
                      <a:pt x="174691" y="225568"/>
                      <a:pt x="112744" y="225568"/>
                    </a:cubicBezTo>
                    <a:cubicBezTo>
                      <a:pt x="50797" y="225568"/>
                      <a:pt x="0" y="174753"/>
                      <a:pt x="0" y="112784"/>
                    </a:cubicBezTo>
                    <a:cubicBezTo>
                      <a:pt x="0" y="50815"/>
                      <a:pt x="50797" y="0"/>
                      <a:pt x="1127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72" name="Group 571">
              <a:extLst>
                <a:ext uri="{FF2B5EF4-FFF2-40B4-BE49-F238E27FC236}">
                  <a16:creationId xmlns:a16="http://schemas.microsoft.com/office/drawing/2014/main" id="{5033830B-7D86-8B4E-BAED-89EDE949EFB1}"/>
                </a:ext>
              </a:extLst>
            </p:cNvPr>
            <p:cNvGrpSpPr/>
            <p:nvPr/>
          </p:nvGrpSpPr>
          <p:grpSpPr>
            <a:xfrm>
              <a:off x="6156706" y="9706880"/>
              <a:ext cx="691414" cy="319035"/>
              <a:chOff x="6156706" y="9706880"/>
              <a:chExt cx="691414" cy="319035"/>
            </a:xfrm>
          </p:grpSpPr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379DA03B-508D-1D40-AD0A-AAAA228527E9}"/>
                  </a:ext>
                </a:extLst>
              </p:cNvPr>
              <p:cNvSpPr/>
              <p:nvPr/>
            </p:nvSpPr>
            <p:spPr>
              <a:xfrm>
                <a:off x="6235191" y="9846454"/>
                <a:ext cx="109630" cy="17073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9" h="138">
                    <a:moveTo>
                      <a:pt x="89" y="138"/>
                    </a:moveTo>
                    <a:lnTo>
                      <a:pt x="0" y="138"/>
                    </a:lnTo>
                    <a:lnTo>
                      <a:pt x="0" y="0"/>
                    </a:lnTo>
                    <a:lnTo>
                      <a:pt x="89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69" name="Freeform 568">
                <a:extLst>
                  <a:ext uri="{FF2B5EF4-FFF2-40B4-BE49-F238E27FC236}">
                    <a16:creationId xmlns:a16="http://schemas.microsoft.com/office/drawing/2014/main" id="{995E09E7-23E9-874B-B3C9-B215F70EC821}"/>
                  </a:ext>
                </a:extLst>
              </p:cNvPr>
              <p:cNvSpPr/>
              <p:nvPr/>
            </p:nvSpPr>
            <p:spPr>
              <a:xfrm>
                <a:off x="6227716" y="9837734"/>
                <a:ext cx="125825" cy="188181"/>
              </a:xfrm>
              <a:custGeom>
                <a:avLst/>
                <a:gdLst>
                  <a:gd name="connsiteX0" fmla="*/ 16196 w 125825"/>
                  <a:gd name="connsiteY0" fmla="*/ 17448 h 188181"/>
                  <a:gd name="connsiteX1" fmla="*/ 16196 w 125825"/>
                  <a:gd name="connsiteY1" fmla="*/ 171980 h 188181"/>
                  <a:gd name="connsiteX2" fmla="*/ 108385 w 125825"/>
                  <a:gd name="connsiteY2" fmla="*/ 171980 h 188181"/>
                  <a:gd name="connsiteX3" fmla="*/ 108385 w 125825"/>
                  <a:gd name="connsiteY3" fmla="*/ 17448 h 188181"/>
                  <a:gd name="connsiteX4" fmla="*/ 7402 w 125825"/>
                  <a:gd name="connsiteY4" fmla="*/ 0 h 188181"/>
                  <a:gd name="connsiteX5" fmla="*/ 117190 w 125825"/>
                  <a:gd name="connsiteY5" fmla="*/ 0 h 188181"/>
                  <a:gd name="connsiteX6" fmla="*/ 125825 w 125825"/>
                  <a:gd name="connsiteY6" fmla="*/ 8666 h 188181"/>
                  <a:gd name="connsiteX7" fmla="*/ 125825 w 125825"/>
                  <a:gd name="connsiteY7" fmla="*/ 179515 h 188181"/>
                  <a:gd name="connsiteX8" fmla="*/ 117190 w 125825"/>
                  <a:gd name="connsiteY8" fmla="*/ 188181 h 188181"/>
                  <a:gd name="connsiteX9" fmla="*/ 7402 w 125825"/>
                  <a:gd name="connsiteY9" fmla="*/ 188181 h 188181"/>
                  <a:gd name="connsiteX10" fmla="*/ 0 w 125825"/>
                  <a:gd name="connsiteY10" fmla="*/ 179515 h 188181"/>
                  <a:gd name="connsiteX11" fmla="*/ 0 w 125825"/>
                  <a:gd name="connsiteY11" fmla="*/ 8666 h 188181"/>
                  <a:gd name="connsiteX12" fmla="*/ 7402 w 125825"/>
                  <a:gd name="connsiteY12" fmla="*/ 0 h 188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5825" h="188181">
                    <a:moveTo>
                      <a:pt x="16196" y="17448"/>
                    </a:moveTo>
                    <a:lnTo>
                      <a:pt x="16196" y="171980"/>
                    </a:lnTo>
                    <a:lnTo>
                      <a:pt x="108385" y="171980"/>
                    </a:lnTo>
                    <a:lnTo>
                      <a:pt x="108385" y="17448"/>
                    </a:lnTo>
                    <a:close/>
                    <a:moveTo>
                      <a:pt x="7402" y="0"/>
                    </a:moveTo>
                    <a:lnTo>
                      <a:pt x="117190" y="0"/>
                    </a:lnTo>
                    <a:cubicBezTo>
                      <a:pt x="120891" y="0"/>
                      <a:pt x="125825" y="3714"/>
                      <a:pt x="125825" y="8666"/>
                    </a:cubicBezTo>
                    <a:lnTo>
                      <a:pt x="125825" y="179515"/>
                    </a:lnTo>
                    <a:cubicBezTo>
                      <a:pt x="125825" y="184467"/>
                      <a:pt x="120891" y="188181"/>
                      <a:pt x="117190" y="188181"/>
                    </a:cubicBezTo>
                    <a:lnTo>
                      <a:pt x="7402" y="188181"/>
                    </a:lnTo>
                    <a:cubicBezTo>
                      <a:pt x="3701" y="188181"/>
                      <a:pt x="0" y="184467"/>
                      <a:pt x="0" y="179515"/>
                    </a:cubicBezTo>
                    <a:lnTo>
                      <a:pt x="0" y="8666"/>
                    </a:lnTo>
                    <a:cubicBezTo>
                      <a:pt x="0" y="3714"/>
                      <a:pt x="3701" y="0"/>
                      <a:pt x="74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C4607AA7-69A0-7E49-9EC4-FE216F78C675}"/>
                  </a:ext>
                </a:extLst>
              </p:cNvPr>
              <p:cNvSpPr/>
              <p:nvPr/>
            </p:nvSpPr>
            <p:spPr>
              <a:xfrm>
                <a:off x="6444484" y="9775423"/>
                <a:ext cx="108384" cy="2417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" h="195">
                    <a:moveTo>
                      <a:pt x="88" y="195"/>
                    </a:moveTo>
                    <a:lnTo>
                      <a:pt x="0" y="195"/>
                    </a:lnTo>
                    <a:lnTo>
                      <a:pt x="0" y="0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70" name="Freeform 569">
                <a:extLst>
                  <a:ext uri="{FF2B5EF4-FFF2-40B4-BE49-F238E27FC236}">
                    <a16:creationId xmlns:a16="http://schemas.microsoft.com/office/drawing/2014/main" id="{F9BD21A0-E938-484F-A3A5-370A7B95DDB2}"/>
                  </a:ext>
                </a:extLst>
              </p:cNvPr>
              <p:cNvSpPr/>
              <p:nvPr/>
            </p:nvSpPr>
            <p:spPr>
              <a:xfrm>
                <a:off x="6435760" y="9767945"/>
                <a:ext cx="124579" cy="257969"/>
              </a:xfrm>
              <a:custGeom>
                <a:avLst/>
                <a:gdLst>
                  <a:gd name="connsiteX0" fmla="*/ 16199 w 124579"/>
                  <a:gd name="connsiteY0" fmla="*/ 14955 h 257969"/>
                  <a:gd name="connsiteX1" fmla="*/ 16199 w 124579"/>
                  <a:gd name="connsiteY1" fmla="*/ 241769 h 257969"/>
                  <a:gd name="connsiteX2" fmla="*/ 109633 w 124579"/>
                  <a:gd name="connsiteY2" fmla="*/ 241769 h 257969"/>
                  <a:gd name="connsiteX3" fmla="*/ 109633 w 124579"/>
                  <a:gd name="connsiteY3" fmla="*/ 14955 h 257969"/>
                  <a:gd name="connsiteX4" fmla="*/ 8634 w 124579"/>
                  <a:gd name="connsiteY4" fmla="*/ 0 h 257969"/>
                  <a:gd name="connsiteX5" fmla="*/ 117179 w 124579"/>
                  <a:gd name="connsiteY5" fmla="*/ 0 h 257969"/>
                  <a:gd name="connsiteX6" fmla="*/ 124579 w 124579"/>
                  <a:gd name="connsiteY6" fmla="*/ 7441 h 257969"/>
                  <a:gd name="connsiteX7" fmla="*/ 124579 w 124579"/>
                  <a:gd name="connsiteY7" fmla="*/ 249287 h 257969"/>
                  <a:gd name="connsiteX8" fmla="*/ 117179 w 124579"/>
                  <a:gd name="connsiteY8" fmla="*/ 257969 h 257969"/>
                  <a:gd name="connsiteX9" fmla="*/ 8634 w 124579"/>
                  <a:gd name="connsiteY9" fmla="*/ 257969 h 257969"/>
                  <a:gd name="connsiteX10" fmla="*/ 0 w 124579"/>
                  <a:gd name="connsiteY10" fmla="*/ 249287 h 257969"/>
                  <a:gd name="connsiteX11" fmla="*/ 0 w 124579"/>
                  <a:gd name="connsiteY11" fmla="*/ 7441 h 257969"/>
                  <a:gd name="connsiteX12" fmla="*/ 8634 w 124579"/>
                  <a:gd name="connsiteY12" fmla="*/ 0 h 257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4579" h="257969">
                    <a:moveTo>
                      <a:pt x="16199" y="14955"/>
                    </a:moveTo>
                    <a:lnTo>
                      <a:pt x="16199" y="241769"/>
                    </a:lnTo>
                    <a:lnTo>
                      <a:pt x="109633" y="241769"/>
                    </a:lnTo>
                    <a:lnTo>
                      <a:pt x="109633" y="14955"/>
                    </a:lnTo>
                    <a:close/>
                    <a:moveTo>
                      <a:pt x="8634" y="0"/>
                    </a:moveTo>
                    <a:lnTo>
                      <a:pt x="117179" y="0"/>
                    </a:lnTo>
                    <a:cubicBezTo>
                      <a:pt x="120879" y="0"/>
                      <a:pt x="124579" y="2480"/>
                      <a:pt x="124579" y="7441"/>
                    </a:cubicBezTo>
                    <a:lnTo>
                      <a:pt x="124579" y="249287"/>
                    </a:lnTo>
                    <a:cubicBezTo>
                      <a:pt x="124579" y="254248"/>
                      <a:pt x="120879" y="257969"/>
                      <a:pt x="117179" y="257969"/>
                    </a:cubicBezTo>
                    <a:lnTo>
                      <a:pt x="8634" y="257969"/>
                    </a:lnTo>
                    <a:cubicBezTo>
                      <a:pt x="3701" y="257969"/>
                      <a:pt x="0" y="254248"/>
                      <a:pt x="0" y="249287"/>
                    </a:cubicBezTo>
                    <a:lnTo>
                      <a:pt x="0" y="7441"/>
                    </a:lnTo>
                    <a:cubicBezTo>
                      <a:pt x="0" y="2480"/>
                      <a:pt x="3701" y="0"/>
                      <a:pt x="86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7C52539A-A358-034F-B48B-72E0495D3F67}"/>
                  </a:ext>
                </a:extLst>
              </p:cNvPr>
              <p:cNvSpPr/>
              <p:nvPr/>
            </p:nvSpPr>
            <p:spPr>
              <a:xfrm>
                <a:off x="6648794" y="9715600"/>
                <a:ext cx="108384" cy="3015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" h="243">
                    <a:moveTo>
                      <a:pt x="88" y="243"/>
                    </a:moveTo>
                    <a:lnTo>
                      <a:pt x="0" y="243"/>
                    </a:lnTo>
                    <a:lnTo>
                      <a:pt x="0" y="0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71" name="Freeform 570">
                <a:extLst>
                  <a:ext uri="{FF2B5EF4-FFF2-40B4-BE49-F238E27FC236}">
                    <a16:creationId xmlns:a16="http://schemas.microsoft.com/office/drawing/2014/main" id="{9117A2CD-A042-CB48-BD9C-B71C584B8B31}"/>
                  </a:ext>
                </a:extLst>
              </p:cNvPr>
              <p:cNvSpPr/>
              <p:nvPr/>
            </p:nvSpPr>
            <p:spPr>
              <a:xfrm>
                <a:off x="6640073" y="9706880"/>
                <a:ext cx="124579" cy="319035"/>
              </a:xfrm>
              <a:custGeom>
                <a:avLst/>
                <a:gdLst>
                  <a:gd name="connsiteX0" fmla="*/ 16196 w 124579"/>
                  <a:gd name="connsiteY0" fmla="*/ 17447 h 319035"/>
                  <a:gd name="connsiteX1" fmla="*/ 16196 w 124579"/>
                  <a:gd name="connsiteY1" fmla="*/ 302834 h 319035"/>
                  <a:gd name="connsiteX2" fmla="*/ 108385 w 124579"/>
                  <a:gd name="connsiteY2" fmla="*/ 302834 h 319035"/>
                  <a:gd name="connsiteX3" fmla="*/ 108385 w 124579"/>
                  <a:gd name="connsiteY3" fmla="*/ 17447 h 319035"/>
                  <a:gd name="connsiteX4" fmla="*/ 8634 w 124579"/>
                  <a:gd name="connsiteY4" fmla="*/ 0 h 319035"/>
                  <a:gd name="connsiteX5" fmla="*/ 117179 w 124579"/>
                  <a:gd name="connsiteY5" fmla="*/ 0 h 319035"/>
                  <a:gd name="connsiteX6" fmla="*/ 124579 w 124579"/>
                  <a:gd name="connsiteY6" fmla="*/ 8690 h 319035"/>
                  <a:gd name="connsiteX7" fmla="*/ 124579 w 124579"/>
                  <a:gd name="connsiteY7" fmla="*/ 310345 h 319035"/>
                  <a:gd name="connsiteX8" fmla="*/ 117179 w 124579"/>
                  <a:gd name="connsiteY8" fmla="*/ 319035 h 319035"/>
                  <a:gd name="connsiteX9" fmla="*/ 8634 w 124579"/>
                  <a:gd name="connsiteY9" fmla="*/ 319035 h 319035"/>
                  <a:gd name="connsiteX10" fmla="*/ 0 w 124579"/>
                  <a:gd name="connsiteY10" fmla="*/ 310345 h 319035"/>
                  <a:gd name="connsiteX11" fmla="*/ 0 w 124579"/>
                  <a:gd name="connsiteY11" fmla="*/ 8690 h 319035"/>
                  <a:gd name="connsiteX12" fmla="*/ 8634 w 124579"/>
                  <a:gd name="connsiteY12" fmla="*/ 0 h 319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4579" h="319035">
                    <a:moveTo>
                      <a:pt x="16196" y="17447"/>
                    </a:moveTo>
                    <a:lnTo>
                      <a:pt x="16196" y="302834"/>
                    </a:lnTo>
                    <a:lnTo>
                      <a:pt x="108385" y="302834"/>
                    </a:lnTo>
                    <a:lnTo>
                      <a:pt x="108385" y="17447"/>
                    </a:lnTo>
                    <a:close/>
                    <a:moveTo>
                      <a:pt x="8634" y="0"/>
                    </a:moveTo>
                    <a:lnTo>
                      <a:pt x="117179" y="0"/>
                    </a:lnTo>
                    <a:cubicBezTo>
                      <a:pt x="120879" y="0"/>
                      <a:pt x="124579" y="3724"/>
                      <a:pt x="124579" y="8690"/>
                    </a:cubicBezTo>
                    <a:lnTo>
                      <a:pt x="124579" y="310345"/>
                    </a:lnTo>
                    <a:cubicBezTo>
                      <a:pt x="124579" y="315311"/>
                      <a:pt x="120879" y="319035"/>
                      <a:pt x="117179" y="319035"/>
                    </a:cubicBezTo>
                    <a:lnTo>
                      <a:pt x="8634" y="319035"/>
                    </a:lnTo>
                    <a:cubicBezTo>
                      <a:pt x="3701" y="319035"/>
                      <a:pt x="0" y="315311"/>
                      <a:pt x="0" y="310345"/>
                    </a:cubicBezTo>
                    <a:lnTo>
                      <a:pt x="0" y="8690"/>
                    </a:lnTo>
                    <a:cubicBezTo>
                      <a:pt x="0" y="3724"/>
                      <a:pt x="3701" y="0"/>
                      <a:pt x="86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C983A764-53ED-2449-965A-8FE11E604CB1}"/>
                  </a:ext>
                </a:extLst>
              </p:cNvPr>
              <p:cNvSpPr/>
              <p:nvPr/>
            </p:nvSpPr>
            <p:spPr>
              <a:xfrm>
                <a:off x="6165427" y="10018438"/>
                <a:ext cx="675219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3">
                    <a:moveTo>
                      <a:pt x="0" y="0"/>
                    </a:moveTo>
                    <a:lnTo>
                      <a:pt x="54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3E0CC605-E84B-814B-A011-3020FAC27D4C}"/>
                  </a:ext>
                </a:extLst>
              </p:cNvPr>
              <p:cNvSpPr/>
              <p:nvPr/>
            </p:nvSpPr>
            <p:spPr>
              <a:xfrm>
                <a:off x="6156706" y="10010960"/>
                <a:ext cx="691414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6" h="13">
                    <a:moveTo>
                      <a:pt x="550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2"/>
                      <a:pt x="3" y="0"/>
                      <a:pt x="7" y="0"/>
                    </a:cubicBezTo>
                    <a:lnTo>
                      <a:pt x="550" y="0"/>
                    </a:lnTo>
                    <a:cubicBezTo>
                      <a:pt x="554" y="0"/>
                      <a:pt x="556" y="2"/>
                      <a:pt x="556" y="6"/>
                    </a:cubicBezTo>
                    <a:cubicBezTo>
                      <a:pt x="556" y="10"/>
                      <a:pt x="554" y="13"/>
                      <a:pt x="55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75" name="Group 574">
              <a:extLst>
                <a:ext uri="{FF2B5EF4-FFF2-40B4-BE49-F238E27FC236}">
                  <a16:creationId xmlns:a16="http://schemas.microsoft.com/office/drawing/2014/main" id="{55A8089A-B115-C34D-9974-ACC9A9C1040C}"/>
                </a:ext>
              </a:extLst>
            </p:cNvPr>
            <p:cNvGrpSpPr/>
            <p:nvPr/>
          </p:nvGrpSpPr>
          <p:grpSpPr>
            <a:xfrm>
              <a:off x="7416444" y="9707122"/>
              <a:ext cx="213725" cy="432200"/>
              <a:chOff x="7416444" y="9707122"/>
              <a:chExt cx="213725" cy="432200"/>
            </a:xfrm>
          </p:grpSpPr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97C31B26-679D-BE4C-8CDE-1EBFFE9F428A}"/>
                  </a:ext>
                </a:extLst>
              </p:cNvPr>
              <p:cNvSpPr/>
              <p:nvPr/>
            </p:nvSpPr>
            <p:spPr>
              <a:xfrm>
                <a:off x="7424922" y="9715600"/>
                <a:ext cx="196835" cy="3526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9" h="284">
                    <a:moveTo>
                      <a:pt x="53" y="284"/>
                    </a:moveTo>
                    <a:lnTo>
                      <a:pt x="0" y="262"/>
                    </a:lnTo>
                    <a:lnTo>
                      <a:pt x="107" y="0"/>
                    </a:lnTo>
                    <a:lnTo>
                      <a:pt x="159" y="21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73" name="Freeform 572">
                <a:extLst>
                  <a:ext uri="{FF2B5EF4-FFF2-40B4-BE49-F238E27FC236}">
                    <a16:creationId xmlns:a16="http://schemas.microsoft.com/office/drawing/2014/main" id="{74935471-EF47-F844-AFF8-D3D9018E06A2}"/>
                  </a:ext>
                </a:extLst>
              </p:cNvPr>
              <p:cNvSpPr/>
              <p:nvPr/>
            </p:nvSpPr>
            <p:spPr>
              <a:xfrm>
                <a:off x="7416444" y="9707122"/>
                <a:ext cx="213725" cy="368642"/>
              </a:xfrm>
              <a:custGeom>
                <a:avLst/>
                <a:gdLst>
                  <a:gd name="connsiteX0" fmla="*/ 144627 w 213725"/>
                  <a:gd name="connsiteY0" fmla="*/ 18452 h 368642"/>
                  <a:gd name="connsiteX1" fmla="*/ 18445 w 213725"/>
                  <a:gd name="connsiteY1" fmla="*/ 328842 h 368642"/>
                  <a:gd name="connsiteX2" fmla="*/ 69165 w 213725"/>
                  <a:gd name="connsiteY2" fmla="*/ 349949 h 368642"/>
                  <a:gd name="connsiteX3" fmla="*/ 195347 w 213725"/>
                  <a:gd name="connsiteY3" fmla="*/ 39559 h 368642"/>
                  <a:gd name="connsiteX4" fmla="*/ 143436 w 213725"/>
                  <a:gd name="connsiteY4" fmla="*/ 1000 h 368642"/>
                  <a:gd name="connsiteX5" fmla="*/ 209081 w 213725"/>
                  <a:gd name="connsiteY5" fmla="*/ 27083 h 368642"/>
                  <a:gd name="connsiteX6" fmla="*/ 212797 w 213725"/>
                  <a:gd name="connsiteY6" fmla="*/ 32051 h 368642"/>
                  <a:gd name="connsiteX7" fmla="*/ 212797 w 213725"/>
                  <a:gd name="connsiteY7" fmla="*/ 38261 h 368642"/>
                  <a:gd name="connsiteX8" fmla="*/ 81506 w 213725"/>
                  <a:gd name="connsiteY8" fmla="*/ 363674 h 368642"/>
                  <a:gd name="connsiteX9" fmla="*/ 76552 w 213725"/>
                  <a:gd name="connsiteY9" fmla="*/ 367400 h 368642"/>
                  <a:gd name="connsiteX10" fmla="*/ 74075 w 213725"/>
                  <a:gd name="connsiteY10" fmla="*/ 368642 h 368642"/>
                  <a:gd name="connsiteX11" fmla="*/ 70359 w 213725"/>
                  <a:gd name="connsiteY11" fmla="*/ 368642 h 368642"/>
                  <a:gd name="connsiteX12" fmla="*/ 4714 w 213725"/>
                  <a:gd name="connsiteY12" fmla="*/ 341317 h 368642"/>
                  <a:gd name="connsiteX13" fmla="*/ 998 w 213725"/>
                  <a:gd name="connsiteY13" fmla="*/ 331381 h 368642"/>
                  <a:gd name="connsiteX14" fmla="*/ 133527 w 213725"/>
                  <a:gd name="connsiteY14" fmla="*/ 4726 h 368642"/>
                  <a:gd name="connsiteX15" fmla="*/ 143436 w 213725"/>
                  <a:gd name="connsiteY15" fmla="*/ 1000 h 3686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3725" h="368642">
                    <a:moveTo>
                      <a:pt x="144627" y="18452"/>
                    </a:moveTo>
                    <a:lnTo>
                      <a:pt x="18445" y="328842"/>
                    </a:lnTo>
                    <a:lnTo>
                      <a:pt x="69165" y="349949"/>
                    </a:lnTo>
                    <a:lnTo>
                      <a:pt x="195347" y="39559"/>
                    </a:lnTo>
                    <a:close/>
                    <a:moveTo>
                      <a:pt x="143436" y="1000"/>
                    </a:moveTo>
                    <a:lnTo>
                      <a:pt x="209081" y="27083"/>
                    </a:lnTo>
                    <a:cubicBezTo>
                      <a:pt x="211558" y="28325"/>
                      <a:pt x="212797" y="29567"/>
                      <a:pt x="212797" y="32051"/>
                    </a:cubicBezTo>
                    <a:cubicBezTo>
                      <a:pt x="214035" y="34535"/>
                      <a:pt x="214035" y="35777"/>
                      <a:pt x="212797" y="38261"/>
                    </a:cubicBezTo>
                    <a:lnTo>
                      <a:pt x="81506" y="363674"/>
                    </a:lnTo>
                    <a:cubicBezTo>
                      <a:pt x="80268" y="364916"/>
                      <a:pt x="79029" y="367400"/>
                      <a:pt x="76552" y="367400"/>
                    </a:cubicBezTo>
                    <a:cubicBezTo>
                      <a:pt x="75313" y="368642"/>
                      <a:pt x="75313" y="368642"/>
                      <a:pt x="74075" y="368642"/>
                    </a:cubicBezTo>
                    <a:cubicBezTo>
                      <a:pt x="72836" y="368642"/>
                      <a:pt x="71597" y="368642"/>
                      <a:pt x="70359" y="368642"/>
                    </a:cubicBezTo>
                    <a:lnTo>
                      <a:pt x="4714" y="341317"/>
                    </a:lnTo>
                    <a:cubicBezTo>
                      <a:pt x="998" y="338833"/>
                      <a:pt x="-1480" y="335107"/>
                      <a:pt x="998" y="331381"/>
                    </a:cubicBezTo>
                    <a:lnTo>
                      <a:pt x="133527" y="4726"/>
                    </a:lnTo>
                    <a:cubicBezTo>
                      <a:pt x="134766" y="1000"/>
                      <a:pt x="139720" y="-1484"/>
                      <a:pt x="143436" y="10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98FA02E5-107B-B64C-8B95-5A5AFC2518A6}"/>
                  </a:ext>
                </a:extLst>
              </p:cNvPr>
              <p:cNvSpPr/>
              <p:nvPr/>
            </p:nvSpPr>
            <p:spPr>
              <a:xfrm>
                <a:off x="7424922" y="10042112"/>
                <a:ext cx="64781" cy="88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" h="72">
                    <a:moveTo>
                      <a:pt x="0" y="0"/>
                    </a:moveTo>
                    <a:lnTo>
                      <a:pt x="2" y="72"/>
                    </a:lnTo>
                    <a:lnTo>
                      <a:pt x="53" y="22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74" name="Freeform 573">
                <a:extLst>
                  <a:ext uri="{FF2B5EF4-FFF2-40B4-BE49-F238E27FC236}">
                    <a16:creationId xmlns:a16="http://schemas.microsoft.com/office/drawing/2014/main" id="{0AF8766B-3C97-7642-ABC6-F376BC754DF3}"/>
                  </a:ext>
                </a:extLst>
              </p:cNvPr>
              <p:cNvSpPr/>
              <p:nvPr/>
            </p:nvSpPr>
            <p:spPr>
              <a:xfrm>
                <a:off x="7417446" y="10035061"/>
                <a:ext cx="80212" cy="104261"/>
              </a:xfrm>
              <a:custGeom>
                <a:avLst/>
                <a:gdLst>
                  <a:gd name="connsiteX0" fmla="*/ 16196 w 80212"/>
                  <a:gd name="connsiteY0" fmla="*/ 18271 h 104261"/>
                  <a:gd name="connsiteX1" fmla="*/ 17405 w 80212"/>
                  <a:gd name="connsiteY1" fmla="*/ 75598 h 104261"/>
                  <a:gd name="connsiteX2" fmla="*/ 57307 w 80212"/>
                  <a:gd name="connsiteY2" fmla="*/ 35347 h 104261"/>
                  <a:gd name="connsiteX3" fmla="*/ 9813 w 80212"/>
                  <a:gd name="connsiteY3" fmla="*/ 810 h 104261"/>
                  <a:gd name="connsiteX4" fmla="*/ 74825 w 80212"/>
                  <a:gd name="connsiteY4" fmla="*/ 27904 h 104261"/>
                  <a:gd name="connsiteX5" fmla="*/ 79731 w 80212"/>
                  <a:gd name="connsiteY5" fmla="*/ 32830 h 104261"/>
                  <a:gd name="connsiteX6" fmla="*/ 77278 w 80212"/>
                  <a:gd name="connsiteY6" fmla="*/ 40220 h 104261"/>
                  <a:gd name="connsiteX7" fmla="*/ 14720 w 80212"/>
                  <a:gd name="connsiteY7" fmla="*/ 101798 h 104261"/>
                  <a:gd name="connsiteX8" fmla="*/ 9813 w 80212"/>
                  <a:gd name="connsiteY8" fmla="*/ 104261 h 104261"/>
                  <a:gd name="connsiteX9" fmla="*/ 6133 w 80212"/>
                  <a:gd name="connsiteY9" fmla="*/ 104261 h 104261"/>
                  <a:gd name="connsiteX10" fmla="*/ 1227 w 80212"/>
                  <a:gd name="connsiteY10" fmla="*/ 96872 h 104261"/>
                  <a:gd name="connsiteX11" fmla="*/ 0 w 80212"/>
                  <a:gd name="connsiteY11" fmla="*/ 8199 h 104261"/>
                  <a:gd name="connsiteX12" fmla="*/ 2454 w 80212"/>
                  <a:gd name="connsiteY12" fmla="*/ 2041 h 104261"/>
                  <a:gd name="connsiteX13" fmla="*/ 9813 w 80212"/>
                  <a:gd name="connsiteY13" fmla="*/ 810 h 104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212" h="104261">
                    <a:moveTo>
                      <a:pt x="16196" y="18271"/>
                    </a:moveTo>
                    <a:lnTo>
                      <a:pt x="17405" y="75598"/>
                    </a:lnTo>
                    <a:lnTo>
                      <a:pt x="57307" y="35347"/>
                    </a:lnTo>
                    <a:close/>
                    <a:moveTo>
                      <a:pt x="9813" y="810"/>
                    </a:moveTo>
                    <a:lnTo>
                      <a:pt x="74825" y="27904"/>
                    </a:lnTo>
                    <a:cubicBezTo>
                      <a:pt x="77278" y="27904"/>
                      <a:pt x="79731" y="30367"/>
                      <a:pt x="79731" y="32830"/>
                    </a:cubicBezTo>
                    <a:cubicBezTo>
                      <a:pt x="80958" y="35293"/>
                      <a:pt x="79731" y="38988"/>
                      <a:pt x="77278" y="40220"/>
                    </a:cubicBezTo>
                    <a:lnTo>
                      <a:pt x="14720" y="101798"/>
                    </a:lnTo>
                    <a:cubicBezTo>
                      <a:pt x="13493" y="103029"/>
                      <a:pt x="11040" y="104261"/>
                      <a:pt x="9813" y="104261"/>
                    </a:cubicBezTo>
                    <a:cubicBezTo>
                      <a:pt x="8587" y="104261"/>
                      <a:pt x="7360" y="104261"/>
                      <a:pt x="6133" y="104261"/>
                    </a:cubicBezTo>
                    <a:cubicBezTo>
                      <a:pt x="3680" y="103029"/>
                      <a:pt x="1227" y="99335"/>
                      <a:pt x="1227" y="96872"/>
                    </a:cubicBezTo>
                    <a:lnTo>
                      <a:pt x="0" y="8199"/>
                    </a:lnTo>
                    <a:cubicBezTo>
                      <a:pt x="0" y="5736"/>
                      <a:pt x="0" y="3273"/>
                      <a:pt x="2454" y="2041"/>
                    </a:cubicBezTo>
                    <a:cubicBezTo>
                      <a:pt x="4907" y="-422"/>
                      <a:pt x="7360" y="-422"/>
                      <a:pt x="9813" y="8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A014FE8B-5DD9-5F4F-B28C-CC0E516963A1}"/>
                </a:ext>
              </a:extLst>
            </p:cNvPr>
            <p:cNvGrpSpPr/>
            <p:nvPr/>
          </p:nvGrpSpPr>
          <p:grpSpPr>
            <a:xfrm>
              <a:off x="9116707" y="6538962"/>
              <a:ext cx="1055186" cy="1056802"/>
              <a:chOff x="9116707" y="6538962"/>
              <a:chExt cx="1055186" cy="1056802"/>
            </a:xfrm>
          </p:grpSpPr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857E7210-ECD3-114F-9C3F-7577805593DA}"/>
                  </a:ext>
                </a:extLst>
              </p:cNvPr>
              <p:cNvSpPr/>
              <p:nvPr/>
            </p:nvSpPr>
            <p:spPr>
              <a:xfrm>
                <a:off x="9116707" y="6538962"/>
                <a:ext cx="1055186" cy="10568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8" h="849">
                    <a:moveTo>
                      <a:pt x="424" y="0"/>
                    </a:moveTo>
                    <a:cubicBezTo>
                      <a:pt x="190" y="0"/>
                      <a:pt x="0" y="191"/>
                      <a:pt x="0" y="425"/>
                    </a:cubicBezTo>
                    <a:cubicBezTo>
                      <a:pt x="0" y="659"/>
                      <a:pt x="190" y="849"/>
                      <a:pt x="424" y="849"/>
                    </a:cubicBezTo>
                    <a:cubicBezTo>
                      <a:pt x="658" y="849"/>
                      <a:pt x="848" y="659"/>
                      <a:pt x="848" y="425"/>
                    </a:cubicBezTo>
                    <a:cubicBezTo>
                      <a:pt x="848" y="191"/>
                      <a:pt x="658" y="0"/>
                      <a:pt x="4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5E305A0B-DA95-C641-92C6-C9E5BDE34785}"/>
                  </a:ext>
                </a:extLst>
              </p:cNvPr>
              <p:cNvSpPr/>
              <p:nvPr/>
            </p:nvSpPr>
            <p:spPr>
              <a:xfrm>
                <a:off x="9213879" y="6636171"/>
                <a:ext cx="862088" cy="8623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3" h="693">
                    <a:moveTo>
                      <a:pt x="693" y="347"/>
                    </a:moveTo>
                    <a:cubicBezTo>
                      <a:pt x="693" y="538"/>
                      <a:pt x="537" y="693"/>
                      <a:pt x="346" y="693"/>
                    </a:cubicBezTo>
                    <a:cubicBezTo>
                      <a:pt x="155" y="693"/>
                      <a:pt x="0" y="538"/>
                      <a:pt x="0" y="347"/>
                    </a:cubicBezTo>
                    <a:cubicBezTo>
                      <a:pt x="0" y="156"/>
                      <a:pt x="155" y="0"/>
                      <a:pt x="346" y="0"/>
                    </a:cubicBezTo>
                    <a:cubicBezTo>
                      <a:pt x="537" y="0"/>
                      <a:pt x="693" y="156"/>
                      <a:pt x="693" y="34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76" name="Freeform 575">
                <a:extLst>
                  <a:ext uri="{FF2B5EF4-FFF2-40B4-BE49-F238E27FC236}">
                    <a16:creationId xmlns:a16="http://schemas.microsoft.com/office/drawing/2014/main" id="{93C3ED31-70AE-784C-974D-FA7358F6370B}"/>
                  </a:ext>
                </a:extLst>
              </p:cNvPr>
              <p:cNvSpPr/>
              <p:nvPr/>
            </p:nvSpPr>
            <p:spPr>
              <a:xfrm>
                <a:off x="9206404" y="6629940"/>
                <a:ext cx="875792" cy="876099"/>
              </a:xfrm>
              <a:custGeom>
                <a:avLst/>
                <a:gdLst>
                  <a:gd name="connsiteX0" fmla="*/ 437896 w 875792"/>
                  <a:gd name="connsiteY0" fmla="*/ 14955 h 876099"/>
                  <a:gd name="connsiteX1" fmla="*/ 14950 w 875792"/>
                  <a:gd name="connsiteY1" fmla="*/ 438050 h 876099"/>
                  <a:gd name="connsiteX2" fmla="*/ 437896 w 875792"/>
                  <a:gd name="connsiteY2" fmla="*/ 861145 h 876099"/>
                  <a:gd name="connsiteX3" fmla="*/ 860843 w 875792"/>
                  <a:gd name="connsiteY3" fmla="*/ 438050 h 876099"/>
                  <a:gd name="connsiteX4" fmla="*/ 437896 w 875792"/>
                  <a:gd name="connsiteY4" fmla="*/ 14955 h 876099"/>
                  <a:gd name="connsiteX5" fmla="*/ 437896 w 875792"/>
                  <a:gd name="connsiteY5" fmla="*/ 0 h 876099"/>
                  <a:gd name="connsiteX6" fmla="*/ 875792 w 875792"/>
                  <a:gd name="connsiteY6" fmla="*/ 438050 h 876099"/>
                  <a:gd name="connsiteX7" fmla="*/ 437896 w 875792"/>
                  <a:gd name="connsiteY7" fmla="*/ 876099 h 876099"/>
                  <a:gd name="connsiteX8" fmla="*/ 0 w 875792"/>
                  <a:gd name="connsiteY8" fmla="*/ 438050 h 876099"/>
                  <a:gd name="connsiteX9" fmla="*/ 437896 w 875792"/>
                  <a:gd name="connsiteY9" fmla="*/ 0 h 876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75792" h="876099">
                    <a:moveTo>
                      <a:pt x="437896" y="14955"/>
                    </a:moveTo>
                    <a:cubicBezTo>
                      <a:pt x="205276" y="14955"/>
                      <a:pt x="14950" y="204104"/>
                      <a:pt x="14950" y="438050"/>
                    </a:cubicBezTo>
                    <a:cubicBezTo>
                      <a:pt x="14950" y="670752"/>
                      <a:pt x="205276" y="861145"/>
                      <a:pt x="437896" y="861145"/>
                    </a:cubicBezTo>
                    <a:cubicBezTo>
                      <a:pt x="671761" y="861145"/>
                      <a:pt x="860843" y="670752"/>
                      <a:pt x="860843" y="438050"/>
                    </a:cubicBezTo>
                    <a:cubicBezTo>
                      <a:pt x="860843" y="204104"/>
                      <a:pt x="671761" y="14955"/>
                      <a:pt x="437896" y="14955"/>
                    </a:cubicBezTo>
                    <a:close/>
                    <a:moveTo>
                      <a:pt x="437896" y="0"/>
                    </a:moveTo>
                    <a:cubicBezTo>
                      <a:pt x="679236" y="0"/>
                      <a:pt x="875792" y="196625"/>
                      <a:pt x="875792" y="438050"/>
                    </a:cubicBezTo>
                    <a:cubicBezTo>
                      <a:pt x="875792" y="679475"/>
                      <a:pt x="679236" y="876099"/>
                      <a:pt x="437896" y="876099"/>
                    </a:cubicBezTo>
                    <a:cubicBezTo>
                      <a:pt x="196556" y="876099"/>
                      <a:pt x="0" y="679475"/>
                      <a:pt x="0" y="438050"/>
                    </a:cubicBezTo>
                    <a:cubicBezTo>
                      <a:pt x="0" y="196625"/>
                      <a:pt x="196556" y="0"/>
                      <a:pt x="4378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120A8DBE-CD21-BF42-8973-8D784D7332AE}"/>
                  </a:ext>
                </a:extLst>
              </p:cNvPr>
              <p:cNvSpPr/>
              <p:nvPr/>
            </p:nvSpPr>
            <p:spPr>
              <a:xfrm>
                <a:off x="9611283" y="7034965"/>
                <a:ext cx="67273" cy="67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" h="55">
                    <a:moveTo>
                      <a:pt x="55" y="27"/>
                    </a:moveTo>
                    <a:cubicBezTo>
                      <a:pt x="55" y="43"/>
                      <a:pt x="43" y="55"/>
                      <a:pt x="27" y="55"/>
                    </a:cubicBezTo>
                    <a:cubicBezTo>
                      <a:pt x="12" y="55"/>
                      <a:pt x="0" y="43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3" y="0"/>
                      <a:pt x="55" y="12"/>
                      <a:pt x="55" y="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40F47304-E0E9-E748-9B3F-C9DC8D0320F1}"/>
                  </a:ext>
                </a:extLst>
              </p:cNvPr>
              <p:cNvSpPr/>
              <p:nvPr/>
            </p:nvSpPr>
            <p:spPr>
              <a:xfrm>
                <a:off x="9637445" y="6833075"/>
                <a:ext cx="173165" cy="24301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0" h="196">
                    <a:moveTo>
                      <a:pt x="134" y="196"/>
                    </a:moveTo>
                    <a:lnTo>
                      <a:pt x="6" y="196"/>
                    </a:lnTo>
                    <a:cubicBezTo>
                      <a:pt x="3" y="196"/>
                      <a:pt x="0" y="193"/>
                      <a:pt x="0" y="190"/>
                    </a:cubicBezTo>
                    <a:lnTo>
                      <a:pt x="0" y="5"/>
                    </a:ln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5"/>
                    </a:cubicBezTo>
                    <a:lnTo>
                      <a:pt x="12" y="184"/>
                    </a:lnTo>
                    <a:lnTo>
                      <a:pt x="134" y="184"/>
                    </a:lnTo>
                    <a:cubicBezTo>
                      <a:pt x="137" y="184"/>
                      <a:pt x="140" y="187"/>
                      <a:pt x="140" y="190"/>
                    </a:cubicBezTo>
                    <a:cubicBezTo>
                      <a:pt x="140" y="193"/>
                      <a:pt x="137" y="196"/>
                      <a:pt x="134" y="19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84" name="Group 583">
              <a:extLst>
                <a:ext uri="{FF2B5EF4-FFF2-40B4-BE49-F238E27FC236}">
                  <a16:creationId xmlns:a16="http://schemas.microsoft.com/office/drawing/2014/main" id="{B6013F9E-5799-4C4C-A868-9C1161388CF4}"/>
                </a:ext>
              </a:extLst>
            </p:cNvPr>
            <p:cNvGrpSpPr/>
            <p:nvPr/>
          </p:nvGrpSpPr>
          <p:grpSpPr>
            <a:xfrm>
              <a:off x="5475258" y="8605214"/>
              <a:ext cx="579293" cy="542109"/>
              <a:chOff x="5475258" y="8605214"/>
              <a:chExt cx="579293" cy="542109"/>
            </a:xfrm>
          </p:grpSpPr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7E0CEFC6-3A0E-B349-8843-38374F2A2E18}"/>
                  </a:ext>
                </a:extLst>
              </p:cNvPr>
              <p:cNvSpPr/>
              <p:nvPr/>
            </p:nvSpPr>
            <p:spPr>
              <a:xfrm>
                <a:off x="5482733" y="8656309"/>
                <a:ext cx="564344" cy="4822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4" h="388">
                    <a:moveTo>
                      <a:pt x="454" y="388"/>
                    </a:moveTo>
                    <a:lnTo>
                      <a:pt x="0" y="388"/>
                    </a:lnTo>
                    <a:lnTo>
                      <a:pt x="0" y="0"/>
                    </a:lnTo>
                    <a:lnTo>
                      <a:pt x="454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id="{5330E331-3831-D846-A554-43DEF7092702}"/>
                  </a:ext>
                </a:extLst>
              </p:cNvPr>
              <p:cNvSpPr/>
              <p:nvPr/>
            </p:nvSpPr>
            <p:spPr>
              <a:xfrm>
                <a:off x="5475258" y="8647585"/>
                <a:ext cx="579293" cy="499738"/>
              </a:xfrm>
              <a:custGeom>
                <a:avLst/>
                <a:gdLst>
                  <a:gd name="connsiteX0" fmla="*/ 14950 w 579293"/>
                  <a:gd name="connsiteY0" fmla="*/ 16201 h 499738"/>
                  <a:gd name="connsiteX1" fmla="*/ 14950 w 579293"/>
                  <a:gd name="connsiteY1" fmla="*/ 483537 h 499738"/>
                  <a:gd name="connsiteX2" fmla="*/ 563098 w 579293"/>
                  <a:gd name="connsiteY2" fmla="*/ 483537 h 499738"/>
                  <a:gd name="connsiteX3" fmla="*/ 563098 w 579293"/>
                  <a:gd name="connsiteY3" fmla="*/ 16201 h 499738"/>
                  <a:gd name="connsiteX4" fmla="*/ 7459 w 579293"/>
                  <a:gd name="connsiteY4" fmla="*/ 0 h 499738"/>
                  <a:gd name="connsiteX5" fmla="*/ 571835 w 579293"/>
                  <a:gd name="connsiteY5" fmla="*/ 0 h 499738"/>
                  <a:gd name="connsiteX6" fmla="*/ 579293 w 579293"/>
                  <a:gd name="connsiteY6" fmla="*/ 8702 h 499738"/>
                  <a:gd name="connsiteX7" fmla="*/ 579293 w 579293"/>
                  <a:gd name="connsiteY7" fmla="*/ 491036 h 499738"/>
                  <a:gd name="connsiteX8" fmla="*/ 571835 w 579293"/>
                  <a:gd name="connsiteY8" fmla="*/ 499738 h 499738"/>
                  <a:gd name="connsiteX9" fmla="*/ 7459 w 579293"/>
                  <a:gd name="connsiteY9" fmla="*/ 499738 h 499738"/>
                  <a:gd name="connsiteX10" fmla="*/ 0 w 579293"/>
                  <a:gd name="connsiteY10" fmla="*/ 491036 h 499738"/>
                  <a:gd name="connsiteX11" fmla="*/ 0 w 579293"/>
                  <a:gd name="connsiteY11" fmla="*/ 8702 h 499738"/>
                  <a:gd name="connsiteX12" fmla="*/ 7459 w 579293"/>
                  <a:gd name="connsiteY12" fmla="*/ 0 h 49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79293" h="499738">
                    <a:moveTo>
                      <a:pt x="14950" y="16201"/>
                    </a:moveTo>
                    <a:lnTo>
                      <a:pt x="14950" y="483537"/>
                    </a:lnTo>
                    <a:lnTo>
                      <a:pt x="563098" y="483537"/>
                    </a:lnTo>
                    <a:lnTo>
                      <a:pt x="563098" y="16201"/>
                    </a:lnTo>
                    <a:close/>
                    <a:moveTo>
                      <a:pt x="7459" y="0"/>
                    </a:moveTo>
                    <a:lnTo>
                      <a:pt x="571835" y="0"/>
                    </a:lnTo>
                    <a:cubicBezTo>
                      <a:pt x="576807" y="0"/>
                      <a:pt x="579293" y="3729"/>
                      <a:pt x="579293" y="8702"/>
                    </a:cubicBezTo>
                    <a:lnTo>
                      <a:pt x="579293" y="491036"/>
                    </a:lnTo>
                    <a:cubicBezTo>
                      <a:pt x="579293" y="496009"/>
                      <a:pt x="576807" y="499738"/>
                      <a:pt x="571835" y="499738"/>
                    </a:cubicBezTo>
                    <a:lnTo>
                      <a:pt x="7459" y="499738"/>
                    </a:lnTo>
                    <a:cubicBezTo>
                      <a:pt x="3730" y="499738"/>
                      <a:pt x="0" y="496009"/>
                      <a:pt x="0" y="491036"/>
                    </a:cubicBezTo>
                    <a:lnTo>
                      <a:pt x="0" y="8702"/>
                    </a:lnTo>
                    <a:cubicBezTo>
                      <a:pt x="0" y="3729"/>
                      <a:pt x="3730" y="0"/>
                      <a:pt x="7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57D051CA-6015-8B4F-B82B-DFDD3505A784}"/>
                  </a:ext>
                </a:extLst>
              </p:cNvPr>
              <p:cNvSpPr/>
              <p:nvPr/>
            </p:nvSpPr>
            <p:spPr>
              <a:xfrm>
                <a:off x="5723171" y="8613937"/>
                <a:ext cx="83468" cy="822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" h="67">
                    <a:moveTo>
                      <a:pt x="68" y="34"/>
                    </a:moveTo>
                    <a:cubicBezTo>
                      <a:pt x="68" y="53"/>
                      <a:pt x="53" y="67"/>
                      <a:pt x="34" y="67"/>
                    </a:cubicBezTo>
                    <a:cubicBezTo>
                      <a:pt x="15" y="67"/>
                      <a:pt x="0" y="53"/>
                      <a:pt x="0" y="34"/>
                    </a:cubicBezTo>
                    <a:cubicBezTo>
                      <a:pt x="0" y="15"/>
                      <a:pt x="15" y="0"/>
                      <a:pt x="34" y="0"/>
                    </a:cubicBezTo>
                    <a:cubicBezTo>
                      <a:pt x="53" y="0"/>
                      <a:pt x="68" y="15"/>
                      <a:pt x="68" y="3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79" name="Freeform 578">
                <a:extLst>
                  <a:ext uri="{FF2B5EF4-FFF2-40B4-BE49-F238E27FC236}">
                    <a16:creationId xmlns:a16="http://schemas.microsoft.com/office/drawing/2014/main" id="{4015D3C9-7C7E-1744-AB2B-E798F9B37D6A}"/>
                  </a:ext>
                </a:extLst>
              </p:cNvPr>
              <p:cNvSpPr/>
              <p:nvPr/>
            </p:nvSpPr>
            <p:spPr>
              <a:xfrm>
                <a:off x="5715696" y="8605214"/>
                <a:ext cx="99663" cy="99698"/>
              </a:xfrm>
              <a:custGeom>
                <a:avLst/>
                <a:gdLst>
                  <a:gd name="connsiteX0" fmla="*/ 49217 w 99663"/>
                  <a:gd name="connsiteY0" fmla="*/ 16201 h 99698"/>
                  <a:gd name="connsiteX1" fmla="*/ 16192 w 99663"/>
                  <a:gd name="connsiteY1" fmla="*/ 50461 h 99698"/>
                  <a:gd name="connsiteX2" fmla="*/ 49217 w 99663"/>
                  <a:gd name="connsiteY2" fmla="*/ 83497 h 99698"/>
                  <a:gd name="connsiteX3" fmla="*/ 83465 w 99663"/>
                  <a:gd name="connsiteY3" fmla="*/ 50461 h 99698"/>
                  <a:gd name="connsiteX4" fmla="*/ 49217 w 99663"/>
                  <a:gd name="connsiteY4" fmla="*/ 16201 h 99698"/>
                  <a:gd name="connsiteX5" fmla="*/ 49217 w 99663"/>
                  <a:gd name="connsiteY5" fmla="*/ 0 h 99698"/>
                  <a:gd name="connsiteX6" fmla="*/ 99663 w 99663"/>
                  <a:gd name="connsiteY6" fmla="*/ 50464 h 99698"/>
                  <a:gd name="connsiteX7" fmla="*/ 49217 w 99663"/>
                  <a:gd name="connsiteY7" fmla="*/ 99698 h 99698"/>
                  <a:gd name="connsiteX8" fmla="*/ 0 w 99663"/>
                  <a:gd name="connsiteY8" fmla="*/ 50464 h 99698"/>
                  <a:gd name="connsiteX9" fmla="*/ 49217 w 99663"/>
                  <a:gd name="connsiteY9" fmla="*/ 0 h 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663" h="99698">
                    <a:moveTo>
                      <a:pt x="49217" y="16201"/>
                    </a:moveTo>
                    <a:cubicBezTo>
                      <a:pt x="30870" y="16201"/>
                      <a:pt x="16192" y="30884"/>
                      <a:pt x="16192" y="50461"/>
                    </a:cubicBezTo>
                    <a:cubicBezTo>
                      <a:pt x="16192" y="68814"/>
                      <a:pt x="30870" y="83497"/>
                      <a:pt x="49217" y="83497"/>
                    </a:cubicBezTo>
                    <a:cubicBezTo>
                      <a:pt x="68788" y="83497"/>
                      <a:pt x="83465" y="68814"/>
                      <a:pt x="83465" y="50461"/>
                    </a:cubicBezTo>
                    <a:cubicBezTo>
                      <a:pt x="83465" y="30884"/>
                      <a:pt x="68788" y="16201"/>
                      <a:pt x="49217" y="16201"/>
                    </a:cubicBezTo>
                    <a:close/>
                    <a:moveTo>
                      <a:pt x="49217" y="0"/>
                    </a:moveTo>
                    <a:cubicBezTo>
                      <a:pt x="76286" y="0"/>
                      <a:pt x="99663" y="23386"/>
                      <a:pt x="99663" y="50464"/>
                    </a:cubicBezTo>
                    <a:cubicBezTo>
                      <a:pt x="99663" y="77543"/>
                      <a:pt x="76286" y="99698"/>
                      <a:pt x="49217" y="99698"/>
                    </a:cubicBezTo>
                    <a:cubicBezTo>
                      <a:pt x="22148" y="99698"/>
                      <a:pt x="0" y="77543"/>
                      <a:pt x="0" y="50464"/>
                    </a:cubicBezTo>
                    <a:cubicBezTo>
                      <a:pt x="0" y="23386"/>
                      <a:pt x="22148" y="0"/>
                      <a:pt x="492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538EA821-423E-904E-859A-53A5394D6239}"/>
                  </a:ext>
                </a:extLst>
              </p:cNvPr>
              <p:cNvSpPr/>
              <p:nvPr/>
            </p:nvSpPr>
            <p:spPr>
              <a:xfrm>
                <a:off x="5566201" y="8797133"/>
                <a:ext cx="392424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6" h="14">
                    <a:moveTo>
                      <a:pt x="310" y="14"/>
                    </a:moveTo>
                    <a:lnTo>
                      <a:pt x="6" y="14"/>
                    </a:lnTo>
                    <a:cubicBezTo>
                      <a:pt x="2" y="14"/>
                      <a:pt x="0" y="11"/>
                      <a:pt x="0" y="7"/>
                    </a:cubicBezTo>
                    <a:cubicBezTo>
                      <a:pt x="0" y="4"/>
                      <a:pt x="2" y="0"/>
                      <a:pt x="6" y="0"/>
                    </a:cubicBezTo>
                    <a:lnTo>
                      <a:pt x="310" y="0"/>
                    </a:lnTo>
                    <a:cubicBezTo>
                      <a:pt x="313" y="0"/>
                      <a:pt x="316" y="4"/>
                      <a:pt x="316" y="7"/>
                    </a:cubicBezTo>
                    <a:cubicBezTo>
                      <a:pt x="316" y="11"/>
                      <a:pt x="313" y="14"/>
                      <a:pt x="31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19C4B0EE-0975-494B-9B13-4E2DF9A1348D}"/>
                  </a:ext>
                </a:extLst>
              </p:cNvPr>
              <p:cNvSpPr/>
              <p:nvPr/>
            </p:nvSpPr>
            <p:spPr>
              <a:xfrm>
                <a:off x="5566201" y="8905555"/>
                <a:ext cx="392424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6" h="13">
                    <a:moveTo>
                      <a:pt x="310" y="13"/>
                    </a:moveTo>
                    <a:lnTo>
                      <a:pt x="6" y="13"/>
                    </a:lnTo>
                    <a:cubicBezTo>
                      <a:pt x="2" y="13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310" y="0"/>
                    </a:lnTo>
                    <a:cubicBezTo>
                      <a:pt x="313" y="0"/>
                      <a:pt x="316" y="3"/>
                      <a:pt x="316" y="6"/>
                    </a:cubicBezTo>
                    <a:cubicBezTo>
                      <a:pt x="316" y="10"/>
                      <a:pt x="313" y="13"/>
                      <a:pt x="31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8007DDA0-2F93-F44C-BEB1-89CDCEE93404}"/>
                  </a:ext>
                </a:extLst>
              </p:cNvPr>
              <p:cNvSpPr/>
              <p:nvPr/>
            </p:nvSpPr>
            <p:spPr>
              <a:xfrm>
                <a:off x="5566201" y="9012731"/>
                <a:ext cx="392424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6" h="13">
                    <a:moveTo>
                      <a:pt x="310" y="13"/>
                    </a:moveTo>
                    <a:lnTo>
                      <a:pt x="6" y="13"/>
                    </a:lnTo>
                    <a:cubicBezTo>
                      <a:pt x="2" y="13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310" y="0"/>
                    </a:lnTo>
                    <a:cubicBezTo>
                      <a:pt x="313" y="0"/>
                      <a:pt x="316" y="3"/>
                      <a:pt x="316" y="6"/>
                    </a:cubicBezTo>
                    <a:cubicBezTo>
                      <a:pt x="316" y="10"/>
                      <a:pt x="313" y="13"/>
                      <a:pt x="31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88C80B4B-9BE3-354C-B3B9-55E301C365CA}"/>
                </a:ext>
              </a:extLst>
            </p:cNvPr>
            <p:cNvGrpSpPr/>
            <p:nvPr/>
          </p:nvGrpSpPr>
          <p:grpSpPr>
            <a:xfrm>
              <a:off x="6220242" y="8605214"/>
              <a:ext cx="580539" cy="542109"/>
              <a:chOff x="6220242" y="8605214"/>
              <a:chExt cx="580539" cy="542109"/>
            </a:xfrm>
          </p:grpSpPr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EDC05CC5-3EA7-7A4A-8E39-0F42D0D3EC70}"/>
                  </a:ext>
                </a:extLst>
              </p:cNvPr>
              <p:cNvSpPr/>
              <p:nvPr/>
            </p:nvSpPr>
            <p:spPr>
              <a:xfrm>
                <a:off x="6228962" y="8656309"/>
                <a:ext cx="564344" cy="4822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4" h="388">
                    <a:moveTo>
                      <a:pt x="454" y="388"/>
                    </a:moveTo>
                    <a:lnTo>
                      <a:pt x="0" y="388"/>
                    </a:lnTo>
                    <a:lnTo>
                      <a:pt x="0" y="0"/>
                    </a:lnTo>
                    <a:lnTo>
                      <a:pt x="45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80" name="Freeform 579">
                <a:extLst>
                  <a:ext uri="{FF2B5EF4-FFF2-40B4-BE49-F238E27FC236}">
                    <a16:creationId xmlns:a16="http://schemas.microsoft.com/office/drawing/2014/main" id="{C447D6AD-1A66-9546-9146-F29BCD8B7E9A}"/>
                  </a:ext>
                </a:extLst>
              </p:cNvPr>
              <p:cNvSpPr/>
              <p:nvPr/>
            </p:nvSpPr>
            <p:spPr>
              <a:xfrm>
                <a:off x="6220242" y="8647585"/>
                <a:ext cx="580539" cy="499738"/>
              </a:xfrm>
              <a:custGeom>
                <a:avLst/>
                <a:gdLst>
                  <a:gd name="connsiteX0" fmla="*/ 16195 w 580539"/>
                  <a:gd name="connsiteY0" fmla="*/ 16201 h 499738"/>
                  <a:gd name="connsiteX1" fmla="*/ 16195 w 580539"/>
                  <a:gd name="connsiteY1" fmla="*/ 483537 h 499738"/>
                  <a:gd name="connsiteX2" fmla="*/ 564343 w 580539"/>
                  <a:gd name="connsiteY2" fmla="*/ 483537 h 499738"/>
                  <a:gd name="connsiteX3" fmla="*/ 564343 w 580539"/>
                  <a:gd name="connsiteY3" fmla="*/ 16201 h 499738"/>
                  <a:gd name="connsiteX4" fmla="*/ 8702 w 580539"/>
                  <a:gd name="connsiteY4" fmla="*/ 0 h 499738"/>
                  <a:gd name="connsiteX5" fmla="*/ 573080 w 580539"/>
                  <a:gd name="connsiteY5" fmla="*/ 0 h 499738"/>
                  <a:gd name="connsiteX6" fmla="*/ 580539 w 580539"/>
                  <a:gd name="connsiteY6" fmla="*/ 8702 h 499738"/>
                  <a:gd name="connsiteX7" fmla="*/ 580539 w 580539"/>
                  <a:gd name="connsiteY7" fmla="*/ 491036 h 499738"/>
                  <a:gd name="connsiteX8" fmla="*/ 573080 w 580539"/>
                  <a:gd name="connsiteY8" fmla="*/ 499738 h 499738"/>
                  <a:gd name="connsiteX9" fmla="*/ 8702 w 580539"/>
                  <a:gd name="connsiteY9" fmla="*/ 499738 h 499738"/>
                  <a:gd name="connsiteX10" fmla="*/ 0 w 580539"/>
                  <a:gd name="connsiteY10" fmla="*/ 491036 h 499738"/>
                  <a:gd name="connsiteX11" fmla="*/ 0 w 580539"/>
                  <a:gd name="connsiteY11" fmla="*/ 8702 h 499738"/>
                  <a:gd name="connsiteX12" fmla="*/ 8702 w 580539"/>
                  <a:gd name="connsiteY12" fmla="*/ 0 h 49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80539" h="499738">
                    <a:moveTo>
                      <a:pt x="16195" y="16201"/>
                    </a:moveTo>
                    <a:lnTo>
                      <a:pt x="16195" y="483537"/>
                    </a:lnTo>
                    <a:lnTo>
                      <a:pt x="564343" y="483537"/>
                    </a:lnTo>
                    <a:lnTo>
                      <a:pt x="564343" y="16201"/>
                    </a:lnTo>
                    <a:close/>
                    <a:moveTo>
                      <a:pt x="8702" y="0"/>
                    </a:moveTo>
                    <a:lnTo>
                      <a:pt x="573080" y="0"/>
                    </a:lnTo>
                    <a:cubicBezTo>
                      <a:pt x="576810" y="0"/>
                      <a:pt x="580539" y="3729"/>
                      <a:pt x="580539" y="8702"/>
                    </a:cubicBezTo>
                    <a:lnTo>
                      <a:pt x="580539" y="491036"/>
                    </a:lnTo>
                    <a:cubicBezTo>
                      <a:pt x="580539" y="496009"/>
                      <a:pt x="576810" y="499738"/>
                      <a:pt x="573080" y="499738"/>
                    </a:cubicBezTo>
                    <a:lnTo>
                      <a:pt x="8702" y="499738"/>
                    </a:lnTo>
                    <a:cubicBezTo>
                      <a:pt x="4973" y="499738"/>
                      <a:pt x="0" y="496009"/>
                      <a:pt x="0" y="491036"/>
                    </a:cubicBezTo>
                    <a:lnTo>
                      <a:pt x="0" y="8702"/>
                    </a:lnTo>
                    <a:cubicBezTo>
                      <a:pt x="0" y="3729"/>
                      <a:pt x="4973" y="0"/>
                      <a:pt x="87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3D4EE0B7-9338-D849-ACC9-285CC2F215E6}"/>
                  </a:ext>
                </a:extLst>
              </p:cNvPr>
              <p:cNvSpPr/>
              <p:nvPr/>
            </p:nvSpPr>
            <p:spPr>
              <a:xfrm>
                <a:off x="6469396" y="8613937"/>
                <a:ext cx="83468" cy="822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" h="67">
                    <a:moveTo>
                      <a:pt x="68" y="34"/>
                    </a:moveTo>
                    <a:cubicBezTo>
                      <a:pt x="68" y="53"/>
                      <a:pt x="52" y="67"/>
                      <a:pt x="34" y="67"/>
                    </a:cubicBezTo>
                    <a:cubicBezTo>
                      <a:pt x="15" y="67"/>
                      <a:pt x="0" y="53"/>
                      <a:pt x="0" y="34"/>
                    </a:cubicBezTo>
                    <a:cubicBezTo>
                      <a:pt x="0" y="15"/>
                      <a:pt x="15" y="0"/>
                      <a:pt x="34" y="0"/>
                    </a:cubicBezTo>
                    <a:cubicBezTo>
                      <a:pt x="52" y="0"/>
                      <a:pt x="68" y="15"/>
                      <a:pt x="68" y="3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59465175-7272-004F-8025-0DC53C874CF2}"/>
                  </a:ext>
                </a:extLst>
              </p:cNvPr>
              <p:cNvSpPr/>
              <p:nvPr/>
            </p:nvSpPr>
            <p:spPr>
              <a:xfrm>
                <a:off x="6461925" y="8605214"/>
                <a:ext cx="98418" cy="99698"/>
              </a:xfrm>
              <a:custGeom>
                <a:avLst/>
                <a:gdLst>
                  <a:gd name="connsiteX0" fmla="*/ 49198 w 98418"/>
                  <a:gd name="connsiteY0" fmla="*/ 16201 h 99698"/>
                  <a:gd name="connsiteX1" fmla="*/ 14950 w 98418"/>
                  <a:gd name="connsiteY1" fmla="*/ 50461 h 99698"/>
                  <a:gd name="connsiteX2" fmla="*/ 49198 w 98418"/>
                  <a:gd name="connsiteY2" fmla="*/ 83497 h 99698"/>
                  <a:gd name="connsiteX3" fmla="*/ 82223 w 98418"/>
                  <a:gd name="connsiteY3" fmla="*/ 50461 h 99698"/>
                  <a:gd name="connsiteX4" fmla="*/ 49198 w 98418"/>
                  <a:gd name="connsiteY4" fmla="*/ 16201 h 99698"/>
                  <a:gd name="connsiteX5" fmla="*/ 49209 w 98418"/>
                  <a:gd name="connsiteY5" fmla="*/ 0 h 99698"/>
                  <a:gd name="connsiteX6" fmla="*/ 98418 w 98418"/>
                  <a:gd name="connsiteY6" fmla="*/ 50464 h 99698"/>
                  <a:gd name="connsiteX7" fmla="*/ 49209 w 98418"/>
                  <a:gd name="connsiteY7" fmla="*/ 99698 h 99698"/>
                  <a:gd name="connsiteX8" fmla="*/ 0 w 98418"/>
                  <a:gd name="connsiteY8" fmla="*/ 50464 h 99698"/>
                  <a:gd name="connsiteX9" fmla="*/ 49209 w 98418"/>
                  <a:gd name="connsiteY9" fmla="*/ 0 h 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8418" h="99698">
                    <a:moveTo>
                      <a:pt x="49198" y="16201"/>
                    </a:moveTo>
                    <a:cubicBezTo>
                      <a:pt x="30851" y="16201"/>
                      <a:pt x="14950" y="30884"/>
                      <a:pt x="14950" y="50461"/>
                    </a:cubicBezTo>
                    <a:cubicBezTo>
                      <a:pt x="14950" y="68814"/>
                      <a:pt x="30851" y="83497"/>
                      <a:pt x="49198" y="83497"/>
                    </a:cubicBezTo>
                    <a:cubicBezTo>
                      <a:pt x="67546" y="83497"/>
                      <a:pt x="82223" y="68814"/>
                      <a:pt x="82223" y="50461"/>
                    </a:cubicBezTo>
                    <a:cubicBezTo>
                      <a:pt x="82223" y="30884"/>
                      <a:pt x="67546" y="16201"/>
                      <a:pt x="49198" y="16201"/>
                    </a:cubicBezTo>
                    <a:close/>
                    <a:moveTo>
                      <a:pt x="49209" y="0"/>
                    </a:moveTo>
                    <a:cubicBezTo>
                      <a:pt x="76274" y="0"/>
                      <a:pt x="98418" y="23386"/>
                      <a:pt x="98418" y="50464"/>
                    </a:cubicBezTo>
                    <a:cubicBezTo>
                      <a:pt x="98418" y="77543"/>
                      <a:pt x="76274" y="99698"/>
                      <a:pt x="49209" y="99698"/>
                    </a:cubicBezTo>
                    <a:cubicBezTo>
                      <a:pt x="20914" y="99698"/>
                      <a:pt x="0" y="77543"/>
                      <a:pt x="0" y="50464"/>
                    </a:cubicBezTo>
                    <a:cubicBezTo>
                      <a:pt x="0" y="23386"/>
                      <a:pt x="20914" y="0"/>
                      <a:pt x="49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8958CFB6-3A0B-5C49-99DF-7F71525F496F}"/>
                  </a:ext>
                </a:extLst>
              </p:cNvPr>
              <p:cNvSpPr/>
              <p:nvPr/>
            </p:nvSpPr>
            <p:spPr>
              <a:xfrm>
                <a:off x="6311181" y="8797133"/>
                <a:ext cx="393670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7" h="14">
                    <a:moveTo>
                      <a:pt x="310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310" y="0"/>
                    </a:lnTo>
                    <a:cubicBezTo>
                      <a:pt x="314" y="0"/>
                      <a:pt x="317" y="4"/>
                      <a:pt x="317" y="7"/>
                    </a:cubicBezTo>
                    <a:cubicBezTo>
                      <a:pt x="317" y="11"/>
                      <a:pt x="314" y="14"/>
                      <a:pt x="31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F8725D50-31BF-D240-895B-48ED38432FC2}"/>
                  </a:ext>
                </a:extLst>
              </p:cNvPr>
              <p:cNvSpPr/>
              <p:nvPr/>
            </p:nvSpPr>
            <p:spPr>
              <a:xfrm>
                <a:off x="6311181" y="8905555"/>
                <a:ext cx="39367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7" h="13">
                    <a:moveTo>
                      <a:pt x="310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310" y="0"/>
                    </a:lnTo>
                    <a:cubicBezTo>
                      <a:pt x="314" y="0"/>
                      <a:pt x="317" y="3"/>
                      <a:pt x="317" y="6"/>
                    </a:cubicBezTo>
                    <a:cubicBezTo>
                      <a:pt x="317" y="10"/>
                      <a:pt x="314" y="13"/>
                      <a:pt x="31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7D89FBC3-5084-3747-BF07-AE13DAC7FA18}"/>
                  </a:ext>
                </a:extLst>
              </p:cNvPr>
              <p:cNvSpPr/>
              <p:nvPr/>
            </p:nvSpPr>
            <p:spPr>
              <a:xfrm>
                <a:off x="6311181" y="9012731"/>
                <a:ext cx="39367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7" h="13">
                    <a:moveTo>
                      <a:pt x="310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310" y="0"/>
                    </a:lnTo>
                    <a:cubicBezTo>
                      <a:pt x="314" y="0"/>
                      <a:pt x="317" y="3"/>
                      <a:pt x="317" y="6"/>
                    </a:cubicBezTo>
                    <a:cubicBezTo>
                      <a:pt x="317" y="10"/>
                      <a:pt x="314" y="13"/>
                      <a:pt x="31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86" name="Group 585">
              <a:extLst>
                <a:ext uri="{FF2B5EF4-FFF2-40B4-BE49-F238E27FC236}">
                  <a16:creationId xmlns:a16="http://schemas.microsoft.com/office/drawing/2014/main" id="{4E19A5F6-BDAE-BE4D-BAF7-385EFDB2F7A3}"/>
                </a:ext>
              </a:extLst>
            </p:cNvPr>
            <p:cNvGrpSpPr/>
            <p:nvPr/>
          </p:nvGrpSpPr>
          <p:grpSpPr>
            <a:xfrm>
              <a:off x="6966471" y="8605214"/>
              <a:ext cx="580539" cy="542109"/>
              <a:chOff x="6966471" y="8605214"/>
              <a:chExt cx="580539" cy="542109"/>
            </a:xfrm>
          </p:grpSpPr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0EA798A1-A65E-914D-8AA8-98E111614041}"/>
                  </a:ext>
                </a:extLst>
              </p:cNvPr>
              <p:cNvSpPr/>
              <p:nvPr/>
            </p:nvSpPr>
            <p:spPr>
              <a:xfrm>
                <a:off x="6975191" y="8656309"/>
                <a:ext cx="563098" cy="4822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3" h="388">
                    <a:moveTo>
                      <a:pt x="453" y="388"/>
                    </a:moveTo>
                    <a:lnTo>
                      <a:pt x="0" y="388"/>
                    </a:lnTo>
                    <a:lnTo>
                      <a:pt x="0" y="0"/>
                    </a:lnTo>
                    <a:lnTo>
                      <a:pt x="453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87BEB721-1DA4-4946-9DC8-3BC1AAFFD6E5}"/>
                  </a:ext>
                </a:extLst>
              </p:cNvPr>
              <p:cNvSpPr/>
              <p:nvPr/>
            </p:nvSpPr>
            <p:spPr>
              <a:xfrm>
                <a:off x="6966471" y="8647585"/>
                <a:ext cx="580539" cy="499738"/>
              </a:xfrm>
              <a:custGeom>
                <a:avLst/>
                <a:gdLst>
                  <a:gd name="connsiteX0" fmla="*/ 16195 w 580539"/>
                  <a:gd name="connsiteY0" fmla="*/ 16201 h 499738"/>
                  <a:gd name="connsiteX1" fmla="*/ 16195 w 580539"/>
                  <a:gd name="connsiteY1" fmla="*/ 483537 h 499738"/>
                  <a:gd name="connsiteX2" fmla="*/ 564343 w 580539"/>
                  <a:gd name="connsiteY2" fmla="*/ 483537 h 499738"/>
                  <a:gd name="connsiteX3" fmla="*/ 564343 w 580539"/>
                  <a:gd name="connsiteY3" fmla="*/ 16201 h 499738"/>
                  <a:gd name="connsiteX4" fmla="*/ 8702 w 580539"/>
                  <a:gd name="connsiteY4" fmla="*/ 0 h 499738"/>
                  <a:gd name="connsiteX5" fmla="*/ 571837 w 580539"/>
                  <a:gd name="connsiteY5" fmla="*/ 0 h 499738"/>
                  <a:gd name="connsiteX6" fmla="*/ 580539 w 580539"/>
                  <a:gd name="connsiteY6" fmla="*/ 8702 h 499738"/>
                  <a:gd name="connsiteX7" fmla="*/ 580539 w 580539"/>
                  <a:gd name="connsiteY7" fmla="*/ 491036 h 499738"/>
                  <a:gd name="connsiteX8" fmla="*/ 571837 w 580539"/>
                  <a:gd name="connsiteY8" fmla="*/ 499738 h 499738"/>
                  <a:gd name="connsiteX9" fmla="*/ 8702 w 580539"/>
                  <a:gd name="connsiteY9" fmla="*/ 499738 h 499738"/>
                  <a:gd name="connsiteX10" fmla="*/ 0 w 580539"/>
                  <a:gd name="connsiteY10" fmla="*/ 491036 h 499738"/>
                  <a:gd name="connsiteX11" fmla="*/ 0 w 580539"/>
                  <a:gd name="connsiteY11" fmla="*/ 8702 h 499738"/>
                  <a:gd name="connsiteX12" fmla="*/ 8702 w 580539"/>
                  <a:gd name="connsiteY12" fmla="*/ 0 h 49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80539" h="499738">
                    <a:moveTo>
                      <a:pt x="16195" y="16201"/>
                    </a:moveTo>
                    <a:lnTo>
                      <a:pt x="16195" y="483537"/>
                    </a:lnTo>
                    <a:lnTo>
                      <a:pt x="564343" y="483537"/>
                    </a:lnTo>
                    <a:lnTo>
                      <a:pt x="564343" y="16201"/>
                    </a:lnTo>
                    <a:close/>
                    <a:moveTo>
                      <a:pt x="8702" y="0"/>
                    </a:moveTo>
                    <a:lnTo>
                      <a:pt x="571837" y="0"/>
                    </a:lnTo>
                    <a:cubicBezTo>
                      <a:pt x="576810" y="0"/>
                      <a:pt x="580539" y="3729"/>
                      <a:pt x="580539" y="8702"/>
                    </a:cubicBezTo>
                    <a:lnTo>
                      <a:pt x="580539" y="491036"/>
                    </a:lnTo>
                    <a:cubicBezTo>
                      <a:pt x="580539" y="496009"/>
                      <a:pt x="576810" y="499738"/>
                      <a:pt x="571837" y="499738"/>
                    </a:cubicBezTo>
                    <a:lnTo>
                      <a:pt x="8702" y="499738"/>
                    </a:lnTo>
                    <a:cubicBezTo>
                      <a:pt x="3730" y="499738"/>
                      <a:pt x="0" y="496009"/>
                      <a:pt x="0" y="491036"/>
                    </a:cubicBezTo>
                    <a:lnTo>
                      <a:pt x="0" y="8702"/>
                    </a:lnTo>
                    <a:cubicBezTo>
                      <a:pt x="0" y="3729"/>
                      <a:pt x="3730" y="0"/>
                      <a:pt x="87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47557663-E2DC-AC4E-81D0-A63F8B36F44D}"/>
                  </a:ext>
                </a:extLst>
              </p:cNvPr>
              <p:cNvSpPr/>
              <p:nvPr/>
            </p:nvSpPr>
            <p:spPr>
              <a:xfrm>
                <a:off x="7214383" y="8613937"/>
                <a:ext cx="83468" cy="822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" h="67">
                    <a:moveTo>
                      <a:pt x="68" y="34"/>
                    </a:moveTo>
                    <a:cubicBezTo>
                      <a:pt x="68" y="53"/>
                      <a:pt x="53" y="67"/>
                      <a:pt x="35" y="67"/>
                    </a:cubicBezTo>
                    <a:cubicBezTo>
                      <a:pt x="16" y="67"/>
                      <a:pt x="0" y="53"/>
                      <a:pt x="0" y="34"/>
                    </a:cubicBezTo>
                    <a:cubicBezTo>
                      <a:pt x="0" y="15"/>
                      <a:pt x="16" y="0"/>
                      <a:pt x="35" y="0"/>
                    </a:cubicBezTo>
                    <a:cubicBezTo>
                      <a:pt x="53" y="0"/>
                      <a:pt x="68" y="15"/>
                      <a:pt x="68" y="3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EDB77113-2899-C64D-97BE-DF2C3B527C12}"/>
                  </a:ext>
                </a:extLst>
              </p:cNvPr>
              <p:cNvSpPr/>
              <p:nvPr/>
            </p:nvSpPr>
            <p:spPr>
              <a:xfrm>
                <a:off x="7206909" y="8605214"/>
                <a:ext cx="99663" cy="99698"/>
              </a:xfrm>
              <a:custGeom>
                <a:avLst/>
                <a:gdLst>
                  <a:gd name="connsiteX0" fmla="*/ 50443 w 99663"/>
                  <a:gd name="connsiteY0" fmla="*/ 16201 h 99698"/>
                  <a:gd name="connsiteX1" fmla="*/ 16195 w 99663"/>
                  <a:gd name="connsiteY1" fmla="*/ 50461 h 99698"/>
                  <a:gd name="connsiteX2" fmla="*/ 50443 w 99663"/>
                  <a:gd name="connsiteY2" fmla="*/ 83497 h 99698"/>
                  <a:gd name="connsiteX3" fmla="*/ 83468 w 99663"/>
                  <a:gd name="connsiteY3" fmla="*/ 50461 h 99698"/>
                  <a:gd name="connsiteX4" fmla="*/ 50443 w 99663"/>
                  <a:gd name="connsiteY4" fmla="*/ 16201 h 99698"/>
                  <a:gd name="connsiteX5" fmla="*/ 50447 w 99663"/>
                  <a:gd name="connsiteY5" fmla="*/ 0 h 99698"/>
                  <a:gd name="connsiteX6" fmla="*/ 99663 w 99663"/>
                  <a:gd name="connsiteY6" fmla="*/ 50464 h 99698"/>
                  <a:gd name="connsiteX7" fmla="*/ 50447 w 99663"/>
                  <a:gd name="connsiteY7" fmla="*/ 99698 h 99698"/>
                  <a:gd name="connsiteX8" fmla="*/ 0 w 99663"/>
                  <a:gd name="connsiteY8" fmla="*/ 50464 h 99698"/>
                  <a:gd name="connsiteX9" fmla="*/ 50447 w 99663"/>
                  <a:gd name="connsiteY9" fmla="*/ 0 h 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9663" h="99698">
                    <a:moveTo>
                      <a:pt x="50443" y="16201"/>
                    </a:moveTo>
                    <a:cubicBezTo>
                      <a:pt x="32096" y="16201"/>
                      <a:pt x="16195" y="30884"/>
                      <a:pt x="16195" y="50461"/>
                    </a:cubicBezTo>
                    <a:cubicBezTo>
                      <a:pt x="16195" y="68814"/>
                      <a:pt x="32096" y="83497"/>
                      <a:pt x="50443" y="83497"/>
                    </a:cubicBezTo>
                    <a:cubicBezTo>
                      <a:pt x="68791" y="83497"/>
                      <a:pt x="83468" y="68814"/>
                      <a:pt x="83468" y="50461"/>
                    </a:cubicBezTo>
                    <a:cubicBezTo>
                      <a:pt x="83468" y="30884"/>
                      <a:pt x="68791" y="16201"/>
                      <a:pt x="50443" y="16201"/>
                    </a:cubicBezTo>
                    <a:close/>
                    <a:moveTo>
                      <a:pt x="50447" y="0"/>
                    </a:moveTo>
                    <a:cubicBezTo>
                      <a:pt x="77516" y="0"/>
                      <a:pt x="99663" y="23386"/>
                      <a:pt x="99663" y="50464"/>
                    </a:cubicBezTo>
                    <a:cubicBezTo>
                      <a:pt x="99663" y="77543"/>
                      <a:pt x="77516" y="99698"/>
                      <a:pt x="50447" y="99698"/>
                    </a:cubicBezTo>
                    <a:cubicBezTo>
                      <a:pt x="22148" y="99698"/>
                      <a:pt x="0" y="77543"/>
                      <a:pt x="0" y="50464"/>
                    </a:cubicBezTo>
                    <a:cubicBezTo>
                      <a:pt x="0" y="23386"/>
                      <a:pt x="22148" y="0"/>
                      <a:pt x="504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E01A85B4-C275-4D4C-A1F8-1EAE52864189}"/>
                  </a:ext>
                </a:extLst>
              </p:cNvPr>
              <p:cNvSpPr/>
              <p:nvPr/>
            </p:nvSpPr>
            <p:spPr>
              <a:xfrm>
                <a:off x="7057414" y="8797133"/>
                <a:ext cx="392424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6" h="14">
                    <a:moveTo>
                      <a:pt x="310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310" y="0"/>
                    </a:lnTo>
                    <a:cubicBezTo>
                      <a:pt x="314" y="0"/>
                      <a:pt x="316" y="4"/>
                      <a:pt x="316" y="7"/>
                    </a:cubicBezTo>
                    <a:cubicBezTo>
                      <a:pt x="316" y="11"/>
                      <a:pt x="314" y="14"/>
                      <a:pt x="31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5CB930DC-B850-E34D-950C-B7AA1F95D7FF}"/>
                  </a:ext>
                </a:extLst>
              </p:cNvPr>
              <p:cNvSpPr/>
              <p:nvPr/>
            </p:nvSpPr>
            <p:spPr>
              <a:xfrm>
                <a:off x="7057414" y="8905555"/>
                <a:ext cx="392424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6" h="13">
                    <a:moveTo>
                      <a:pt x="310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310" y="0"/>
                    </a:lnTo>
                    <a:cubicBezTo>
                      <a:pt x="314" y="0"/>
                      <a:pt x="316" y="3"/>
                      <a:pt x="316" y="6"/>
                    </a:cubicBezTo>
                    <a:cubicBezTo>
                      <a:pt x="316" y="10"/>
                      <a:pt x="314" y="13"/>
                      <a:pt x="31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74394F61-D8C4-4945-A9D0-1BC0FBDA8AA4}"/>
                  </a:ext>
                </a:extLst>
              </p:cNvPr>
              <p:cNvSpPr/>
              <p:nvPr/>
            </p:nvSpPr>
            <p:spPr>
              <a:xfrm>
                <a:off x="7057414" y="9012731"/>
                <a:ext cx="392424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6" h="13">
                    <a:moveTo>
                      <a:pt x="310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310" y="0"/>
                    </a:lnTo>
                    <a:cubicBezTo>
                      <a:pt x="314" y="0"/>
                      <a:pt x="316" y="3"/>
                      <a:pt x="316" y="6"/>
                    </a:cubicBezTo>
                    <a:cubicBezTo>
                      <a:pt x="316" y="10"/>
                      <a:pt x="314" y="13"/>
                      <a:pt x="31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03" name="Group 602">
              <a:extLst>
                <a:ext uri="{FF2B5EF4-FFF2-40B4-BE49-F238E27FC236}">
                  <a16:creationId xmlns:a16="http://schemas.microsoft.com/office/drawing/2014/main" id="{06C11FF0-9136-1546-B181-5B9452548B00}"/>
                </a:ext>
              </a:extLst>
            </p:cNvPr>
            <p:cNvGrpSpPr/>
            <p:nvPr/>
          </p:nvGrpSpPr>
          <p:grpSpPr>
            <a:xfrm>
              <a:off x="13377315" y="6520272"/>
              <a:ext cx="4591989" cy="3009636"/>
              <a:chOff x="13377315" y="6520272"/>
              <a:chExt cx="4591989" cy="3009636"/>
            </a:xfrm>
          </p:grpSpPr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EDCFC83E-FC65-CD40-9135-6FB94A0A5251}"/>
                  </a:ext>
                </a:extLst>
              </p:cNvPr>
              <p:cNvSpPr/>
              <p:nvPr/>
            </p:nvSpPr>
            <p:spPr>
              <a:xfrm>
                <a:off x="13383540" y="6961437"/>
                <a:ext cx="4579530" cy="25609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77" h="2056">
                    <a:moveTo>
                      <a:pt x="3543" y="0"/>
                    </a:moveTo>
                    <a:lnTo>
                      <a:pt x="134" y="0"/>
                    </a:lnTo>
                    <a:cubicBezTo>
                      <a:pt x="60" y="0"/>
                      <a:pt x="0" y="60"/>
                      <a:pt x="0" y="134"/>
                    </a:cubicBezTo>
                    <a:lnTo>
                      <a:pt x="0" y="1923"/>
                    </a:lnTo>
                    <a:cubicBezTo>
                      <a:pt x="0" y="1997"/>
                      <a:pt x="60" y="2056"/>
                      <a:pt x="134" y="2056"/>
                    </a:cubicBezTo>
                    <a:lnTo>
                      <a:pt x="3543" y="2056"/>
                    </a:lnTo>
                    <a:cubicBezTo>
                      <a:pt x="3617" y="2056"/>
                      <a:pt x="3677" y="1997"/>
                      <a:pt x="3677" y="1923"/>
                    </a:cubicBezTo>
                    <a:lnTo>
                      <a:pt x="3677" y="134"/>
                    </a:lnTo>
                    <a:cubicBezTo>
                      <a:pt x="3677" y="60"/>
                      <a:pt x="3617" y="0"/>
                      <a:pt x="354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87" name="Freeform 586">
                <a:extLst>
                  <a:ext uri="{FF2B5EF4-FFF2-40B4-BE49-F238E27FC236}">
                    <a16:creationId xmlns:a16="http://schemas.microsoft.com/office/drawing/2014/main" id="{89B49F49-C759-2548-A95D-3DA2765034A2}"/>
                  </a:ext>
                </a:extLst>
              </p:cNvPr>
              <p:cNvSpPr/>
              <p:nvPr/>
            </p:nvSpPr>
            <p:spPr>
              <a:xfrm>
                <a:off x="13377315" y="6955202"/>
                <a:ext cx="4591989" cy="2574706"/>
              </a:xfrm>
              <a:custGeom>
                <a:avLst/>
                <a:gdLst>
                  <a:gd name="connsiteX0" fmla="*/ 173122 w 4591989"/>
                  <a:gd name="connsiteY0" fmla="*/ 13712 h 2574706"/>
                  <a:gd name="connsiteX1" fmla="*/ 13704 w 4591989"/>
                  <a:gd name="connsiteY1" fmla="*/ 173152 h 2574706"/>
                  <a:gd name="connsiteX2" fmla="*/ 13704 w 4591989"/>
                  <a:gd name="connsiteY2" fmla="*/ 2401566 h 2574706"/>
                  <a:gd name="connsiteX3" fmla="*/ 173122 w 4591989"/>
                  <a:gd name="connsiteY3" fmla="*/ 2561005 h 2574706"/>
                  <a:gd name="connsiteX4" fmla="*/ 4418867 w 4591989"/>
                  <a:gd name="connsiteY4" fmla="*/ 2561005 h 2574706"/>
                  <a:gd name="connsiteX5" fmla="*/ 4578285 w 4591989"/>
                  <a:gd name="connsiteY5" fmla="*/ 2401566 h 2574706"/>
                  <a:gd name="connsiteX6" fmla="*/ 4578285 w 4591989"/>
                  <a:gd name="connsiteY6" fmla="*/ 173152 h 2574706"/>
                  <a:gd name="connsiteX7" fmla="*/ 4418867 w 4591989"/>
                  <a:gd name="connsiteY7" fmla="*/ 13712 h 2574706"/>
                  <a:gd name="connsiteX8" fmla="*/ 173118 w 4591989"/>
                  <a:gd name="connsiteY8" fmla="*/ 0 h 2574706"/>
                  <a:gd name="connsiteX9" fmla="*/ 4418869 w 4591989"/>
                  <a:gd name="connsiteY9" fmla="*/ 0 h 2574706"/>
                  <a:gd name="connsiteX10" fmla="*/ 4591989 w 4591989"/>
                  <a:gd name="connsiteY10" fmla="*/ 173142 h 2574706"/>
                  <a:gd name="connsiteX11" fmla="*/ 4591989 w 4591989"/>
                  <a:gd name="connsiteY11" fmla="*/ 2401564 h 2574706"/>
                  <a:gd name="connsiteX12" fmla="*/ 4418869 w 4591989"/>
                  <a:gd name="connsiteY12" fmla="*/ 2574706 h 2574706"/>
                  <a:gd name="connsiteX13" fmla="*/ 173118 w 4591989"/>
                  <a:gd name="connsiteY13" fmla="*/ 2574706 h 2574706"/>
                  <a:gd name="connsiteX14" fmla="*/ 0 w 4591989"/>
                  <a:gd name="connsiteY14" fmla="*/ 2401564 h 2574706"/>
                  <a:gd name="connsiteX15" fmla="*/ 0 w 4591989"/>
                  <a:gd name="connsiteY15" fmla="*/ 173142 h 2574706"/>
                  <a:gd name="connsiteX16" fmla="*/ 173118 w 4591989"/>
                  <a:gd name="connsiteY16" fmla="*/ 0 h 2574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591989" h="2574706">
                    <a:moveTo>
                      <a:pt x="173122" y="13712"/>
                    </a:moveTo>
                    <a:cubicBezTo>
                      <a:pt x="84695" y="13712"/>
                      <a:pt x="13704" y="84713"/>
                      <a:pt x="13704" y="173152"/>
                    </a:cubicBezTo>
                    <a:lnTo>
                      <a:pt x="13704" y="2401566"/>
                    </a:lnTo>
                    <a:cubicBezTo>
                      <a:pt x="13704" y="2490005"/>
                      <a:pt x="84695" y="2561005"/>
                      <a:pt x="173122" y="2561005"/>
                    </a:cubicBezTo>
                    <a:lnTo>
                      <a:pt x="4418867" y="2561005"/>
                    </a:lnTo>
                    <a:cubicBezTo>
                      <a:pt x="4507293" y="2561005"/>
                      <a:pt x="4578285" y="2490005"/>
                      <a:pt x="4578285" y="2401566"/>
                    </a:cubicBezTo>
                    <a:lnTo>
                      <a:pt x="4578285" y="173152"/>
                    </a:lnTo>
                    <a:cubicBezTo>
                      <a:pt x="4578285" y="84713"/>
                      <a:pt x="4507293" y="13712"/>
                      <a:pt x="4418867" y="13712"/>
                    </a:cubicBezTo>
                    <a:close/>
                    <a:moveTo>
                      <a:pt x="173118" y="0"/>
                    </a:moveTo>
                    <a:lnTo>
                      <a:pt x="4418869" y="0"/>
                    </a:lnTo>
                    <a:cubicBezTo>
                      <a:pt x="4514769" y="0"/>
                      <a:pt x="4591989" y="77229"/>
                      <a:pt x="4591989" y="173142"/>
                    </a:cubicBezTo>
                    <a:lnTo>
                      <a:pt x="4591989" y="2401564"/>
                    </a:lnTo>
                    <a:cubicBezTo>
                      <a:pt x="4591989" y="2496232"/>
                      <a:pt x="4514769" y="2574706"/>
                      <a:pt x="4418869" y="2574706"/>
                    </a:cubicBezTo>
                    <a:lnTo>
                      <a:pt x="173118" y="2574706"/>
                    </a:lnTo>
                    <a:cubicBezTo>
                      <a:pt x="77218" y="2574706"/>
                      <a:pt x="0" y="2496232"/>
                      <a:pt x="0" y="2401564"/>
                    </a:cubicBezTo>
                    <a:lnTo>
                      <a:pt x="0" y="173142"/>
                    </a:lnTo>
                    <a:cubicBezTo>
                      <a:pt x="0" y="77229"/>
                      <a:pt x="77218" y="0"/>
                      <a:pt x="1731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B530AFAB-69C8-A340-BA19-A21D23079C5F}"/>
                  </a:ext>
                </a:extLst>
              </p:cNvPr>
              <p:cNvSpPr/>
              <p:nvPr/>
            </p:nvSpPr>
            <p:spPr>
              <a:xfrm>
                <a:off x="13489436" y="7058639"/>
                <a:ext cx="4367746" cy="20101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07" h="1614">
                    <a:moveTo>
                      <a:pt x="3399" y="0"/>
                    </a:moveTo>
                    <a:lnTo>
                      <a:pt x="107" y="0"/>
                    </a:lnTo>
                    <a:cubicBezTo>
                      <a:pt x="48" y="0"/>
                      <a:pt x="0" y="48"/>
                      <a:pt x="0" y="107"/>
                    </a:cubicBezTo>
                    <a:lnTo>
                      <a:pt x="0" y="1507"/>
                    </a:lnTo>
                    <a:cubicBezTo>
                      <a:pt x="0" y="1566"/>
                      <a:pt x="48" y="1614"/>
                      <a:pt x="107" y="1614"/>
                    </a:cubicBezTo>
                    <a:lnTo>
                      <a:pt x="3399" y="1614"/>
                    </a:lnTo>
                    <a:cubicBezTo>
                      <a:pt x="3458" y="1614"/>
                      <a:pt x="3507" y="1566"/>
                      <a:pt x="3507" y="1507"/>
                    </a:cubicBezTo>
                    <a:lnTo>
                      <a:pt x="3507" y="107"/>
                    </a:lnTo>
                    <a:cubicBezTo>
                      <a:pt x="3507" y="48"/>
                      <a:pt x="3458" y="0"/>
                      <a:pt x="339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88" name="Freeform 587">
                <a:extLst>
                  <a:ext uri="{FF2B5EF4-FFF2-40B4-BE49-F238E27FC236}">
                    <a16:creationId xmlns:a16="http://schemas.microsoft.com/office/drawing/2014/main" id="{6990E6DF-F323-664B-AD5A-398EFE9E63BC}"/>
                  </a:ext>
                </a:extLst>
              </p:cNvPr>
              <p:cNvSpPr/>
              <p:nvPr/>
            </p:nvSpPr>
            <p:spPr>
              <a:xfrm>
                <a:off x="13483207" y="7051166"/>
                <a:ext cx="4380201" cy="2025123"/>
              </a:xfrm>
              <a:custGeom>
                <a:avLst/>
                <a:gdLst>
                  <a:gd name="connsiteX0" fmla="*/ 139493 w 4380201"/>
                  <a:gd name="connsiteY0" fmla="*/ 13708 h 2025123"/>
                  <a:gd name="connsiteX1" fmla="*/ 13704 w 4380201"/>
                  <a:gd name="connsiteY1" fmla="*/ 140744 h 2025123"/>
                  <a:gd name="connsiteX2" fmla="*/ 13704 w 4380201"/>
                  <a:gd name="connsiteY2" fmla="*/ 1884378 h 2025123"/>
                  <a:gd name="connsiteX3" fmla="*/ 139493 w 4380201"/>
                  <a:gd name="connsiteY3" fmla="*/ 2011414 h 2025123"/>
                  <a:gd name="connsiteX4" fmla="*/ 4239465 w 4380201"/>
                  <a:gd name="connsiteY4" fmla="*/ 2011414 h 2025123"/>
                  <a:gd name="connsiteX5" fmla="*/ 4366501 w 4380201"/>
                  <a:gd name="connsiteY5" fmla="*/ 1884378 h 2025123"/>
                  <a:gd name="connsiteX6" fmla="*/ 4366501 w 4380201"/>
                  <a:gd name="connsiteY6" fmla="*/ 140744 h 2025123"/>
                  <a:gd name="connsiteX7" fmla="*/ 4239465 w 4380201"/>
                  <a:gd name="connsiteY7" fmla="*/ 13708 h 2025123"/>
                  <a:gd name="connsiteX8" fmla="*/ 139489 w 4380201"/>
                  <a:gd name="connsiteY8" fmla="*/ 0 h 2025123"/>
                  <a:gd name="connsiteX9" fmla="*/ 4239465 w 4380201"/>
                  <a:gd name="connsiteY9" fmla="*/ 0 h 2025123"/>
                  <a:gd name="connsiteX10" fmla="*/ 4380201 w 4380201"/>
                  <a:gd name="connsiteY10" fmla="*/ 140738 h 2025123"/>
                  <a:gd name="connsiteX11" fmla="*/ 4380201 w 4380201"/>
                  <a:gd name="connsiteY11" fmla="*/ 1884386 h 2025123"/>
                  <a:gd name="connsiteX12" fmla="*/ 4239465 w 4380201"/>
                  <a:gd name="connsiteY12" fmla="*/ 2025123 h 2025123"/>
                  <a:gd name="connsiteX13" fmla="*/ 139489 w 4380201"/>
                  <a:gd name="connsiteY13" fmla="*/ 2025123 h 2025123"/>
                  <a:gd name="connsiteX14" fmla="*/ 0 w 4380201"/>
                  <a:gd name="connsiteY14" fmla="*/ 1884386 h 2025123"/>
                  <a:gd name="connsiteX15" fmla="*/ 0 w 4380201"/>
                  <a:gd name="connsiteY15" fmla="*/ 140738 h 2025123"/>
                  <a:gd name="connsiteX16" fmla="*/ 139489 w 4380201"/>
                  <a:gd name="connsiteY16" fmla="*/ 0 h 2025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380201" h="2025123">
                    <a:moveTo>
                      <a:pt x="139493" y="13708"/>
                    </a:moveTo>
                    <a:cubicBezTo>
                      <a:pt x="70994" y="13708"/>
                      <a:pt x="13704" y="70999"/>
                      <a:pt x="13704" y="140744"/>
                    </a:cubicBezTo>
                    <a:lnTo>
                      <a:pt x="13704" y="1884378"/>
                    </a:lnTo>
                    <a:cubicBezTo>
                      <a:pt x="13704" y="1954123"/>
                      <a:pt x="70994" y="2011414"/>
                      <a:pt x="139493" y="2011414"/>
                    </a:cubicBezTo>
                    <a:lnTo>
                      <a:pt x="4239465" y="2011414"/>
                    </a:lnTo>
                    <a:cubicBezTo>
                      <a:pt x="4310455" y="2011414"/>
                      <a:pt x="4366501" y="1954123"/>
                      <a:pt x="4366501" y="1884378"/>
                    </a:cubicBezTo>
                    <a:lnTo>
                      <a:pt x="4366501" y="140744"/>
                    </a:lnTo>
                    <a:cubicBezTo>
                      <a:pt x="4366501" y="70999"/>
                      <a:pt x="4310455" y="13708"/>
                      <a:pt x="4239465" y="13708"/>
                    </a:cubicBezTo>
                    <a:close/>
                    <a:moveTo>
                      <a:pt x="139489" y="0"/>
                    </a:moveTo>
                    <a:lnTo>
                      <a:pt x="4239465" y="0"/>
                    </a:lnTo>
                    <a:cubicBezTo>
                      <a:pt x="4317929" y="0"/>
                      <a:pt x="4380201" y="63519"/>
                      <a:pt x="4380201" y="140738"/>
                    </a:cubicBezTo>
                    <a:lnTo>
                      <a:pt x="4380201" y="1884386"/>
                    </a:lnTo>
                    <a:cubicBezTo>
                      <a:pt x="4380201" y="1961604"/>
                      <a:pt x="4317929" y="2025123"/>
                      <a:pt x="4239465" y="2025123"/>
                    </a:cubicBezTo>
                    <a:lnTo>
                      <a:pt x="139489" y="2025123"/>
                    </a:lnTo>
                    <a:cubicBezTo>
                      <a:pt x="62272" y="2025123"/>
                      <a:pt x="0" y="1961604"/>
                      <a:pt x="0" y="1884386"/>
                    </a:cubicBezTo>
                    <a:lnTo>
                      <a:pt x="0" y="140738"/>
                    </a:lnTo>
                    <a:cubicBezTo>
                      <a:pt x="0" y="63519"/>
                      <a:pt x="62272" y="0"/>
                      <a:pt x="1394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8D912925-97E8-0740-B367-383F5AD0282E}"/>
                  </a:ext>
                </a:extLst>
              </p:cNvPr>
              <p:cNvSpPr/>
              <p:nvPr/>
            </p:nvSpPr>
            <p:spPr>
              <a:xfrm>
                <a:off x="15066609" y="9156047"/>
                <a:ext cx="79731" cy="1694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" h="137">
                    <a:moveTo>
                      <a:pt x="34" y="137"/>
                    </a:moveTo>
                    <a:lnTo>
                      <a:pt x="31" y="137"/>
                    </a:lnTo>
                    <a:cubicBezTo>
                      <a:pt x="14" y="137"/>
                      <a:pt x="0" y="123"/>
                      <a:pt x="0" y="106"/>
                    </a:cubicBezTo>
                    <a:lnTo>
                      <a:pt x="0" y="32"/>
                    </a:lnTo>
                    <a:cubicBezTo>
                      <a:pt x="0" y="15"/>
                      <a:pt x="14" y="0"/>
                      <a:pt x="31" y="0"/>
                    </a:cubicBezTo>
                    <a:lnTo>
                      <a:pt x="34" y="0"/>
                    </a:lnTo>
                    <a:cubicBezTo>
                      <a:pt x="51" y="0"/>
                      <a:pt x="65" y="15"/>
                      <a:pt x="65" y="32"/>
                    </a:cubicBezTo>
                    <a:lnTo>
                      <a:pt x="65" y="106"/>
                    </a:lnTo>
                    <a:cubicBezTo>
                      <a:pt x="65" y="123"/>
                      <a:pt x="51" y="137"/>
                      <a:pt x="34" y="13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F1C95B36-64AB-4F47-B3F1-8BE495C7B70C}"/>
                  </a:ext>
                </a:extLst>
              </p:cNvPr>
              <p:cNvSpPr/>
              <p:nvPr/>
            </p:nvSpPr>
            <p:spPr>
              <a:xfrm>
                <a:off x="15059134" y="9149816"/>
                <a:ext cx="93434" cy="181949"/>
              </a:xfrm>
              <a:custGeom>
                <a:avLst/>
                <a:gdLst>
                  <a:gd name="connsiteX0" fmla="*/ 46718 w 93434"/>
                  <a:gd name="connsiteY0" fmla="*/ 13708 h 181949"/>
                  <a:gd name="connsiteX1" fmla="*/ 13704 w 93434"/>
                  <a:gd name="connsiteY1" fmla="*/ 47087 h 181949"/>
                  <a:gd name="connsiteX2" fmla="*/ 13704 w 93434"/>
                  <a:gd name="connsiteY2" fmla="*/ 136097 h 181949"/>
                  <a:gd name="connsiteX3" fmla="*/ 46718 w 93434"/>
                  <a:gd name="connsiteY3" fmla="*/ 168240 h 181949"/>
                  <a:gd name="connsiteX4" fmla="*/ 79731 w 93434"/>
                  <a:gd name="connsiteY4" fmla="*/ 136097 h 181949"/>
                  <a:gd name="connsiteX5" fmla="*/ 79731 w 93434"/>
                  <a:gd name="connsiteY5" fmla="*/ 47087 h 181949"/>
                  <a:gd name="connsiteX6" fmla="*/ 46718 w 93434"/>
                  <a:gd name="connsiteY6" fmla="*/ 13708 h 181949"/>
                  <a:gd name="connsiteX7" fmla="*/ 46717 w 93434"/>
                  <a:gd name="connsiteY7" fmla="*/ 0 h 181949"/>
                  <a:gd name="connsiteX8" fmla="*/ 93434 w 93434"/>
                  <a:gd name="connsiteY8" fmla="*/ 47034 h 181949"/>
                  <a:gd name="connsiteX9" fmla="*/ 93434 w 93434"/>
                  <a:gd name="connsiteY9" fmla="*/ 136152 h 181949"/>
                  <a:gd name="connsiteX10" fmla="*/ 46717 w 93434"/>
                  <a:gd name="connsiteY10" fmla="*/ 181949 h 181949"/>
                  <a:gd name="connsiteX11" fmla="*/ 0 w 93434"/>
                  <a:gd name="connsiteY11" fmla="*/ 136152 h 181949"/>
                  <a:gd name="connsiteX12" fmla="*/ 0 w 93434"/>
                  <a:gd name="connsiteY12" fmla="*/ 47034 h 181949"/>
                  <a:gd name="connsiteX13" fmla="*/ 46717 w 93434"/>
                  <a:gd name="connsiteY13" fmla="*/ 0 h 18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3434" h="181949">
                    <a:moveTo>
                      <a:pt x="46718" y="13708"/>
                    </a:moveTo>
                    <a:cubicBezTo>
                      <a:pt x="28377" y="13708"/>
                      <a:pt x="13704" y="28543"/>
                      <a:pt x="13704" y="47087"/>
                    </a:cubicBezTo>
                    <a:lnTo>
                      <a:pt x="13704" y="136097"/>
                    </a:lnTo>
                    <a:cubicBezTo>
                      <a:pt x="13704" y="154641"/>
                      <a:pt x="28377" y="168240"/>
                      <a:pt x="46718" y="168240"/>
                    </a:cubicBezTo>
                    <a:cubicBezTo>
                      <a:pt x="65058" y="168240"/>
                      <a:pt x="79731" y="154641"/>
                      <a:pt x="79731" y="136097"/>
                    </a:cubicBezTo>
                    <a:lnTo>
                      <a:pt x="79731" y="47087"/>
                    </a:lnTo>
                    <a:cubicBezTo>
                      <a:pt x="79731" y="28543"/>
                      <a:pt x="65058" y="13708"/>
                      <a:pt x="46718" y="13708"/>
                    </a:cubicBezTo>
                    <a:close/>
                    <a:moveTo>
                      <a:pt x="46717" y="0"/>
                    </a:moveTo>
                    <a:cubicBezTo>
                      <a:pt x="72534" y="0"/>
                      <a:pt x="93434" y="21042"/>
                      <a:pt x="93434" y="47034"/>
                    </a:cubicBezTo>
                    <a:lnTo>
                      <a:pt x="93434" y="136152"/>
                    </a:lnTo>
                    <a:cubicBezTo>
                      <a:pt x="93434" y="160907"/>
                      <a:pt x="72534" y="181949"/>
                      <a:pt x="46717" y="181949"/>
                    </a:cubicBezTo>
                    <a:cubicBezTo>
                      <a:pt x="22129" y="181949"/>
                      <a:pt x="0" y="160907"/>
                      <a:pt x="0" y="136152"/>
                    </a:cubicBezTo>
                    <a:lnTo>
                      <a:pt x="0" y="47034"/>
                    </a:lnTo>
                    <a:cubicBezTo>
                      <a:pt x="0" y="21042"/>
                      <a:pt x="22129" y="0"/>
                      <a:pt x="467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A9F1900D-E5BC-994C-95A6-B92DD48DB98C}"/>
                  </a:ext>
                </a:extLst>
              </p:cNvPr>
              <p:cNvSpPr/>
              <p:nvPr/>
            </p:nvSpPr>
            <p:spPr>
              <a:xfrm>
                <a:off x="15027989" y="9264469"/>
                <a:ext cx="155724" cy="1084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6" h="88">
                    <a:moveTo>
                      <a:pt x="63" y="88"/>
                    </a:moveTo>
                    <a:cubicBezTo>
                      <a:pt x="29" y="88"/>
                      <a:pt x="0" y="65"/>
                      <a:pt x="0" y="36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1" y="3"/>
                      <a:pt x="11" y="6"/>
                    </a:cubicBezTo>
                    <a:lnTo>
                      <a:pt x="11" y="36"/>
                    </a:lnTo>
                    <a:cubicBezTo>
                      <a:pt x="11" y="59"/>
                      <a:pt x="35" y="77"/>
                      <a:pt x="63" y="77"/>
                    </a:cubicBezTo>
                    <a:cubicBezTo>
                      <a:pt x="92" y="77"/>
                      <a:pt x="115" y="59"/>
                      <a:pt x="115" y="36"/>
                    </a:cubicBezTo>
                    <a:lnTo>
                      <a:pt x="115" y="6"/>
                    </a:lnTo>
                    <a:cubicBezTo>
                      <a:pt x="115" y="3"/>
                      <a:pt x="118" y="0"/>
                      <a:pt x="121" y="0"/>
                    </a:cubicBezTo>
                    <a:cubicBezTo>
                      <a:pt x="124" y="0"/>
                      <a:pt x="126" y="3"/>
                      <a:pt x="126" y="6"/>
                    </a:cubicBezTo>
                    <a:lnTo>
                      <a:pt x="126" y="36"/>
                    </a:lnTo>
                    <a:cubicBezTo>
                      <a:pt x="126" y="65"/>
                      <a:pt x="98" y="88"/>
                      <a:pt x="63" y="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998F86BC-D33A-234A-BBA1-25A19F2DCD36}"/>
                  </a:ext>
                </a:extLst>
              </p:cNvPr>
              <p:cNvSpPr/>
              <p:nvPr/>
            </p:nvSpPr>
            <p:spPr>
              <a:xfrm>
                <a:off x="15100245" y="9360428"/>
                <a:ext cx="12458" cy="67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55">
                    <a:moveTo>
                      <a:pt x="5" y="55"/>
                    </a:moveTo>
                    <a:cubicBezTo>
                      <a:pt x="2" y="55"/>
                      <a:pt x="0" y="53"/>
                      <a:pt x="0" y="50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1" y="3"/>
                      <a:pt x="11" y="6"/>
                    </a:cubicBezTo>
                    <a:lnTo>
                      <a:pt x="11" y="50"/>
                    </a:lnTo>
                    <a:cubicBezTo>
                      <a:pt x="11" y="53"/>
                      <a:pt x="8" y="55"/>
                      <a:pt x="5" y="5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34696BD0-4C89-9D4F-8488-898B7161D913}"/>
                  </a:ext>
                </a:extLst>
              </p:cNvPr>
              <p:cNvSpPr/>
              <p:nvPr/>
            </p:nvSpPr>
            <p:spPr>
              <a:xfrm>
                <a:off x="15064117" y="9416509"/>
                <a:ext cx="84714" cy="112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" h="10">
                    <a:moveTo>
                      <a:pt x="63" y="10"/>
                    </a:moveTo>
                    <a:lnTo>
                      <a:pt x="5" y="10"/>
                    </a:lnTo>
                    <a:cubicBezTo>
                      <a:pt x="2" y="10"/>
                      <a:pt x="0" y="8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63" y="0"/>
                    </a:lnTo>
                    <a:cubicBezTo>
                      <a:pt x="66" y="0"/>
                      <a:pt x="69" y="2"/>
                      <a:pt x="69" y="5"/>
                    </a:cubicBezTo>
                    <a:cubicBezTo>
                      <a:pt x="69" y="8"/>
                      <a:pt x="66" y="10"/>
                      <a:pt x="63" y="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A2942CC7-F607-C44D-8C74-BEE07F99DDB0}"/>
                  </a:ext>
                </a:extLst>
              </p:cNvPr>
              <p:cNvSpPr/>
              <p:nvPr/>
            </p:nvSpPr>
            <p:spPr>
              <a:xfrm>
                <a:off x="14518460" y="9205896"/>
                <a:ext cx="302727" cy="1669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4" h="135">
                    <a:moveTo>
                      <a:pt x="233" y="23"/>
                    </a:moveTo>
                    <a:lnTo>
                      <a:pt x="196" y="41"/>
                    </a:lnTo>
                    <a:lnTo>
                      <a:pt x="196" y="20"/>
                    </a:lnTo>
                    <a:cubicBezTo>
                      <a:pt x="196" y="9"/>
                      <a:pt x="186" y="0"/>
                      <a:pt x="175" y="0"/>
                    </a:cubicBezTo>
                    <a:lnTo>
                      <a:pt x="20" y="0"/>
                    </a:lnTo>
                    <a:cubicBezTo>
                      <a:pt x="9" y="0"/>
                      <a:pt x="0" y="9"/>
                      <a:pt x="0" y="20"/>
                    </a:cubicBezTo>
                    <a:lnTo>
                      <a:pt x="0" y="114"/>
                    </a:lnTo>
                    <a:cubicBezTo>
                      <a:pt x="0" y="126"/>
                      <a:pt x="9" y="135"/>
                      <a:pt x="20" y="135"/>
                    </a:cubicBezTo>
                    <a:lnTo>
                      <a:pt x="175" y="135"/>
                    </a:lnTo>
                    <a:cubicBezTo>
                      <a:pt x="186" y="135"/>
                      <a:pt x="196" y="126"/>
                      <a:pt x="196" y="114"/>
                    </a:cubicBezTo>
                    <a:lnTo>
                      <a:pt x="196" y="96"/>
                    </a:lnTo>
                    <a:lnTo>
                      <a:pt x="234" y="110"/>
                    </a:lnTo>
                    <a:cubicBezTo>
                      <a:pt x="239" y="112"/>
                      <a:pt x="244" y="108"/>
                      <a:pt x="244" y="102"/>
                    </a:cubicBezTo>
                    <a:lnTo>
                      <a:pt x="244" y="31"/>
                    </a:lnTo>
                    <a:cubicBezTo>
                      <a:pt x="244" y="25"/>
                      <a:pt x="238" y="21"/>
                      <a:pt x="233" y="2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9188D308-29F0-A344-AD28-92AA0221DE53}"/>
                  </a:ext>
                </a:extLst>
              </p:cNvPr>
              <p:cNvSpPr/>
              <p:nvPr/>
            </p:nvSpPr>
            <p:spPr>
              <a:xfrm>
                <a:off x="14510985" y="9198419"/>
                <a:ext cx="317677" cy="180703"/>
              </a:xfrm>
              <a:custGeom>
                <a:avLst/>
                <a:gdLst>
                  <a:gd name="connsiteX0" fmla="*/ 32311 w 317677"/>
                  <a:gd name="connsiteY0" fmla="*/ 13708 h 180703"/>
                  <a:gd name="connsiteX1" fmla="*/ 13704 w 317677"/>
                  <a:gd name="connsiteY1" fmla="*/ 32251 h 180703"/>
                  <a:gd name="connsiteX2" fmla="*/ 13704 w 317677"/>
                  <a:gd name="connsiteY2" fmla="*/ 148451 h 180703"/>
                  <a:gd name="connsiteX3" fmla="*/ 32311 w 317677"/>
                  <a:gd name="connsiteY3" fmla="*/ 166994 h 180703"/>
                  <a:gd name="connsiteX4" fmla="*/ 224583 w 317677"/>
                  <a:gd name="connsiteY4" fmla="*/ 166994 h 180703"/>
                  <a:gd name="connsiteX5" fmla="*/ 243190 w 317677"/>
                  <a:gd name="connsiteY5" fmla="*/ 148451 h 180703"/>
                  <a:gd name="connsiteX6" fmla="*/ 243190 w 317677"/>
                  <a:gd name="connsiteY6" fmla="*/ 126200 h 180703"/>
                  <a:gd name="connsiteX7" fmla="*/ 245671 w 317677"/>
                  <a:gd name="connsiteY7" fmla="*/ 120019 h 180703"/>
                  <a:gd name="connsiteX8" fmla="*/ 251873 w 317677"/>
                  <a:gd name="connsiteY8" fmla="*/ 118783 h 180703"/>
                  <a:gd name="connsiteX9" fmla="*/ 300252 w 317677"/>
                  <a:gd name="connsiteY9" fmla="*/ 137326 h 180703"/>
                  <a:gd name="connsiteX10" fmla="*/ 302733 w 317677"/>
                  <a:gd name="connsiteY10" fmla="*/ 137326 h 180703"/>
                  <a:gd name="connsiteX11" fmla="*/ 303973 w 317677"/>
                  <a:gd name="connsiteY11" fmla="*/ 133617 h 180703"/>
                  <a:gd name="connsiteX12" fmla="*/ 303973 w 317677"/>
                  <a:gd name="connsiteY12" fmla="*/ 45849 h 180703"/>
                  <a:gd name="connsiteX13" fmla="*/ 302733 w 317677"/>
                  <a:gd name="connsiteY13" fmla="*/ 42140 h 180703"/>
                  <a:gd name="connsiteX14" fmla="*/ 299011 w 317677"/>
                  <a:gd name="connsiteY14" fmla="*/ 42140 h 180703"/>
                  <a:gd name="connsiteX15" fmla="*/ 251873 w 317677"/>
                  <a:gd name="connsiteY15" fmla="*/ 63155 h 180703"/>
                  <a:gd name="connsiteX16" fmla="*/ 245671 w 317677"/>
                  <a:gd name="connsiteY16" fmla="*/ 63155 h 180703"/>
                  <a:gd name="connsiteX17" fmla="*/ 243190 w 317677"/>
                  <a:gd name="connsiteY17" fmla="*/ 58210 h 180703"/>
                  <a:gd name="connsiteX18" fmla="*/ 243190 w 317677"/>
                  <a:gd name="connsiteY18" fmla="*/ 32251 h 180703"/>
                  <a:gd name="connsiteX19" fmla="*/ 224583 w 317677"/>
                  <a:gd name="connsiteY19" fmla="*/ 13708 h 180703"/>
                  <a:gd name="connsiteX20" fmla="*/ 32264 w 317677"/>
                  <a:gd name="connsiteY20" fmla="*/ 0 h 180703"/>
                  <a:gd name="connsiteX21" fmla="*/ 224608 w 317677"/>
                  <a:gd name="connsiteY21" fmla="*/ 0 h 180703"/>
                  <a:gd name="connsiteX22" fmla="*/ 256872 w 317677"/>
                  <a:gd name="connsiteY22" fmla="*/ 32180 h 180703"/>
                  <a:gd name="connsiteX23" fmla="*/ 256872 w 317677"/>
                  <a:gd name="connsiteY23" fmla="*/ 47032 h 180703"/>
                  <a:gd name="connsiteX24" fmla="*/ 294099 w 317677"/>
                  <a:gd name="connsiteY24" fmla="*/ 30942 h 180703"/>
                  <a:gd name="connsiteX25" fmla="*/ 310231 w 317677"/>
                  <a:gd name="connsiteY25" fmla="*/ 30942 h 180703"/>
                  <a:gd name="connsiteX26" fmla="*/ 317677 w 317677"/>
                  <a:gd name="connsiteY26" fmla="*/ 45795 h 180703"/>
                  <a:gd name="connsiteX27" fmla="*/ 317677 w 317677"/>
                  <a:gd name="connsiteY27" fmla="*/ 133671 h 180703"/>
                  <a:gd name="connsiteX28" fmla="*/ 310231 w 317677"/>
                  <a:gd name="connsiteY28" fmla="*/ 147285 h 180703"/>
                  <a:gd name="connsiteX29" fmla="*/ 295340 w 317677"/>
                  <a:gd name="connsiteY29" fmla="*/ 149761 h 180703"/>
                  <a:gd name="connsiteX30" fmla="*/ 256872 w 317677"/>
                  <a:gd name="connsiteY30" fmla="*/ 136146 h 180703"/>
                  <a:gd name="connsiteX31" fmla="*/ 256872 w 317677"/>
                  <a:gd name="connsiteY31" fmla="*/ 148523 h 180703"/>
                  <a:gd name="connsiteX32" fmla="*/ 224608 w 317677"/>
                  <a:gd name="connsiteY32" fmla="*/ 180703 h 180703"/>
                  <a:gd name="connsiteX33" fmla="*/ 32264 w 317677"/>
                  <a:gd name="connsiteY33" fmla="*/ 180703 h 180703"/>
                  <a:gd name="connsiteX34" fmla="*/ 0 w 317677"/>
                  <a:gd name="connsiteY34" fmla="*/ 148523 h 180703"/>
                  <a:gd name="connsiteX35" fmla="*/ 0 w 317677"/>
                  <a:gd name="connsiteY35" fmla="*/ 32180 h 180703"/>
                  <a:gd name="connsiteX36" fmla="*/ 32264 w 317677"/>
                  <a:gd name="connsiteY36" fmla="*/ 0 h 180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317677" h="180703">
                    <a:moveTo>
                      <a:pt x="32311" y="13708"/>
                    </a:moveTo>
                    <a:cubicBezTo>
                      <a:pt x="22387" y="13708"/>
                      <a:pt x="13704" y="22361"/>
                      <a:pt x="13704" y="32251"/>
                    </a:cubicBezTo>
                    <a:lnTo>
                      <a:pt x="13704" y="148451"/>
                    </a:lnTo>
                    <a:cubicBezTo>
                      <a:pt x="13704" y="159577"/>
                      <a:pt x="22387" y="166994"/>
                      <a:pt x="32311" y="166994"/>
                    </a:cubicBezTo>
                    <a:lnTo>
                      <a:pt x="224583" y="166994"/>
                    </a:lnTo>
                    <a:cubicBezTo>
                      <a:pt x="234507" y="166994"/>
                      <a:pt x="243190" y="159577"/>
                      <a:pt x="243190" y="148451"/>
                    </a:cubicBezTo>
                    <a:lnTo>
                      <a:pt x="243190" y="126200"/>
                    </a:lnTo>
                    <a:cubicBezTo>
                      <a:pt x="243190" y="123728"/>
                      <a:pt x="244431" y="121255"/>
                      <a:pt x="245671" y="120019"/>
                    </a:cubicBezTo>
                    <a:cubicBezTo>
                      <a:pt x="246912" y="118783"/>
                      <a:pt x="250633" y="118783"/>
                      <a:pt x="251873" y="118783"/>
                    </a:cubicBezTo>
                    <a:lnTo>
                      <a:pt x="300252" y="137326"/>
                    </a:lnTo>
                    <a:cubicBezTo>
                      <a:pt x="301492" y="138562"/>
                      <a:pt x="302733" y="137326"/>
                      <a:pt x="302733" y="137326"/>
                    </a:cubicBezTo>
                    <a:cubicBezTo>
                      <a:pt x="302733" y="136090"/>
                      <a:pt x="303973" y="136090"/>
                      <a:pt x="303973" y="133617"/>
                    </a:cubicBezTo>
                    <a:lnTo>
                      <a:pt x="303973" y="45849"/>
                    </a:lnTo>
                    <a:cubicBezTo>
                      <a:pt x="303973" y="44612"/>
                      <a:pt x="302733" y="43376"/>
                      <a:pt x="302733" y="42140"/>
                    </a:cubicBezTo>
                    <a:cubicBezTo>
                      <a:pt x="302733" y="42140"/>
                      <a:pt x="300252" y="42140"/>
                      <a:pt x="299011" y="42140"/>
                    </a:cubicBezTo>
                    <a:lnTo>
                      <a:pt x="251873" y="63155"/>
                    </a:lnTo>
                    <a:cubicBezTo>
                      <a:pt x="250633" y="64391"/>
                      <a:pt x="248152" y="64391"/>
                      <a:pt x="245671" y="63155"/>
                    </a:cubicBezTo>
                    <a:cubicBezTo>
                      <a:pt x="244431" y="61919"/>
                      <a:pt x="243190" y="60683"/>
                      <a:pt x="243190" y="58210"/>
                    </a:cubicBezTo>
                    <a:lnTo>
                      <a:pt x="243190" y="32251"/>
                    </a:lnTo>
                    <a:cubicBezTo>
                      <a:pt x="243190" y="22361"/>
                      <a:pt x="234507" y="13708"/>
                      <a:pt x="224583" y="13708"/>
                    </a:cubicBezTo>
                    <a:close/>
                    <a:moveTo>
                      <a:pt x="32264" y="0"/>
                    </a:moveTo>
                    <a:lnTo>
                      <a:pt x="224608" y="0"/>
                    </a:lnTo>
                    <a:cubicBezTo>
                      <a:pt x="241981" y="0"/>
                      <a:pt x="256872" y="14852"/>
                      <a:pt x="256872" y="32180"/>
                    </a:cubicBezTo>
                    <a:lnTo>
                      <a:pt x="256872" y="47032"/>
                    </a:lnTo>
                    <a:lnTo>
                      <a:pt x="294099" y="30942"/>
                    </a:lnTo>
                    <a:cubicBezTo>
                      <a:pt x="299063" y="28467"/>
                      <a:pt x="305268" y="28467"/>
                      <a:pt x="310231" y="30942"/>
                    </a:cubicBezTo>
                    <a:cubicBezTo>
                      <a:pt x="313954" y="34655"/>
                      <a:pt x="317677" y="39606"/>
                      <a:pt x="317677" y="45795"/>
                    </a:cubicBezTo>
                    <a:lnTo>
                      <a:pt x="317677" y="133671"/>
                    </a:lnTo>
                    <a:cubicBezTo>
                      <a:pt x="317677" y="139859"/>
                      <a:pt x="315195" y="144810"/>
                      <a:pt x="310231" y="147285"/>
                    </a:cubicBezTo>
                    <a:cubicBezTo>
                      <a:pt x="306509" y="150998"/>
                      <a:pt x="300304" y="152236"/>
                      <a:pt x="295340" y="149761"/>
                    </a:cubicBezTo>
                    <a:lnTo>
                      <a:pt x="256872" y="136146"/>
                    </a:lnTo>
                    <a:lnTo>
                      <a:pt x="256872" y="148523"/>
                    </a:lnTo>
                    <a:cubicBezTo>
                      <a:pt x="256872" y="167088"/>
                      <a:pt x="241981" y="180703"/>
                      <a:pt x="224608" y="180703"/>
                    </a:cubicBezTo>
                    <a:lnTo>
                      <a:pt x="32264" y="180703"/>
                    </a:lnTo>
                    <a:cubicBezTo>
                      <a:pt x="14891" y="180703"/>
                      <a:pt x="0" y="167088"/>
                      <a:pt x="0" y="148523"/>
                    </a:cubicBezTo>
                    <a:lnTo>
                      <a:pt x="0" y="32180"/>
                    </a:lnTo>
                    <a:cubicBezTo>
                      <a:pt x="0" y="14852"/>
                      <a:pt x="14891" y="0"/>
                      <a:pt x="322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259E3FE1-DCAB-F142-9D81-41BE3211D3AF}"/>
                  </a:ext>
                </a:extLst>
              </p:cNvPr>
              <p:cNvSpPr/>
              <p:nvPr/>
            </p:nvSpPr>
            <p:spPr>
              <a:xfrm>
                <a:off x="15415430" y="9203404"/>
                <a:ext cx="411111" cy="1732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1" h="140">
                    <a:moveTo>
                      <a:pt x="331" y="75"/>
                    </a:moveTo>
                    <a:cubicBezTo>
                      <a:pt x="331" y="-19"/>
                      <a:pt x="0" y="-30"/>
                      <a:pt x="0" y="75"/>
                    </a:cubicBezTo>
                    <a:cubicBezTo>
                      <a:pt x="0" y="134"/>
                      <a:pt x="23" y="143"/>
                      <a:pt x="64" y="140"/>
                    </a:cubicBezTo>
                    <a:cubicBezTo>
                      <a:pt x="103" y="137"/>
                      <a:pt x="98" y="77"/>
                      <a:pt x="108" y="61"/>
                    </a:cubicBezTo>
                    <a:cubicBezTo>
                      <a:pt x="119" y="44"/>
                      <a:pt x="212" y="44"/>
                      <a:pt x="223" y="61"/>
                    </a:cubicBezTo>
                    <a:cubicBezTo>
                      <a:pt x="233" y="77"/>
                      <a:pt x="228" y="137"/>
                      <a:pt x="267" y="140"/>
                    </a:cubicBezTo>
                    <a:cubicBezTo>
                      <a:pt x="308" y="143"/>
                      <a:pt x="331" y="134"/>
                      <a:pt x="331" y="7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4CF88B9A-0CAC-024E-A029-4C27538602B7}"/>
                  </a:ext>
                </a:extLst>
              </p:cNvPr>
              <p:cNvSpPr/>
              <p:nvPr/>
            </p:nvSpPr>
            <p:spPr>
              <a:xfrm>
                <a:off x="15409201" y="9195926"/>
                <a:ext cx="424815" cy="186934"/>
              </a:xfrm>
              <a:custGeom>
                <a:avLst/>
                <a:gdLst>
                  <a:gd name="connsiteX0" fmla="*/ 203715 w 424815"/>
                  <a:gd name="connsiteY0" fmla="*/ 13709 h 186934"/>
                  <a:gd name="connsiteX1" fmla="*/ 69589 w 424815"/>
                  <a:gd name="connsiteY1" fmla="*/ 34731 h 186934"/>
                  <a:gd name="connsiteX2" fmla="*/ 13704 w 424815"/>
                  <a:gd name="connsiteY2" fmla="*/ 99032 h 186934"/>
                  <a:gd name="connsiteX3" fmla="*/ 29849 w 424815"/>
                  <a:gd name="connsiteY3" fmla="*/ 162097 h 186934"/>
                  <a:gd name="connsiteX4" fmla="*/ 84492 w 424815"/>
                  <a:gd name="connsiteY4" fmla="*/ 171989 h 186934"/>
                  <a:gd name="connsiteX5" fmla="*/ 125475 w 424815"/>
                  <a:gd name="connsiteY5" fmla="*/ 108925 h 186934"/>
                  <a:gd name="connsiteX6" fmla="*/ 135410 w 424815"/>
                  <a:gd name="connsiteY6" fmla="*/ 78010 h 186934"/>
                  <a:gd name="connsiteX7" fmla="*/ 211166 w 424815"/>
                  <a:gd name="connsiteY7" fmla="*/ 58225 h 186934"/>
                  <a:gd name="connsiteX8" fmla="*/ 212408 w 424815"/>
                  <a:gd name="connsiteY8" fmla="*/ 58225 h 186934"/>
                  <a:gd name="connsiteX9" fmla="*/ 288164 w 424815"/>
                  <a:gd name="connsiteY9" fmla="*/ 78010 h 186934"/>
                  <a:gd name="connsiteX10" fmla="*/ 298099 w 424815"/>
                  <a:gd name="connsiteY10" fmla="*/ 108925 h 186934"/>
                  <a:gd name="connsiteX11" fmla="*/ 339082 w 424815"/>
                  <a:gd name="connsiteY11" fmla="*/ 171989 h 186934"/>
                  <a:gd name="connsiteX12" fmla="*/ 393725 w 424815"/>
                  <a:gd name="connsiteY12" fmla="*/ 162097 h 186934"/>
                  <a:gd name="connsiteX13" fmla="*/ 411112 w 424815"/>
                  <a:gd name="connsiteY13" fmla="*/ 99032 h 186934"/>
                  <a:gd name="connsiteX14" fmla="*/ 203715 w 424815"/>
                  <a:gd name="connsiteY14" fmla="*/ 13709 h 186934"/>
                  <a:gd name="connsiteX15" fmla="*/ 203712 w 424815"/>
                  <a:gd name="connsiteY15" fmla="*/ 0 h 186934"/>
                  <a:gd name="connsiteX16" fmla="*/ 424815 w 424815"/>
                  <a:gd name="connsiteY16" fmla="*/ 99038 h 186934"/>
                  <a:gd name="connsiteX17" fmla="*/ 402456 w 424815"/>
                  <a:gd name="connsiteY17" fmla="*/ 172078 h 186934"/>
                  <a:gd name="connsiteX18" fmla="*/ 354013 w 424815"/>
                  <a:gd name="connsiteY18" fmla="*/ 186934 h 186934"/>
                  <a:gd name="connsiteX19" fmla="*/ 337865 w 424815"/>
                  <a:gd name="connsiteY19" fmla="*/ 185696 h 186934"/>
                  <a:gd name="connsiteX20" fmla="*/ 284452 w 424815"/>
                  <a:gd name="connsiteY20" fmla="*/ 112656 h 186934"/>
                  <a:gd name="connsiteX21" fmla="*/ 276999 w 424815"/>
                  <a:gd name="connsiteY21" fmla="*/ 84182 h 186934"/>
                  <a:gd name="connsiteX22" fmla="*/ 212407 w 424815"/>
                  <a:gd name="connsiteY22" fmla="*/ 71802 h 186934"/>
                  <a:gd name="connsiteX23" fmla="*/ 211165 w 424815"/>
                  <a:gd name="connsiteY23" fmla="*/ 71802 h 186934"/>
                  <a:gd name="connsiteX24" fmla="*/ 146574 w 424815"/>
                  <a:gd name="connsiteY24" fmla="*/ 84182 h 186934"/>
                  <a:gd name="connsiteX25" fmla="*/ 139121 w 424815"/>
                  <a:gd name="connsiteY25" fmla="*/ 112656 h 186934"/>
                  <a:gd name="connsiteX26" fmla="*/ 85708 w 424815"/>
                  <a:gd name="connsiteY26" fmla="*/ 185696 h 186934"/>
                  <a:gd name="connsiteX27" fmla="*/ 21117 w 424815"/>
                  <a:gd name="connsiteY27" fmla="*/ 172078 h 186934"/>
                  <a:gd name="connsiteX28" fmla="*/ 0 w 424815"/>
                  <a:gd name="connsiteY28" fmla="*/ 99038 h 186934"/>
                  <a:gd name="connsiteX29" fmla="*/ 64592 w 424815"/>
                  <a:gd name="connsiteY29" fmla="*/ 23521 h 186934"/>
                  <a:gd name="connsiteX30" fmla="*/ 203712 w 424815"/>
                  <a:gd name="connsiteY30" fmla="*/ 0 h 186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424815" h="186934">
                    <a:moveTo>
                      <a:pt x="203715" y="13709"/>
                    </a:moveTo>
                    <a:cubicBezTo>
                      <a:pt x="152797" y="13709"/>
                      <a:pt x="104363" y="21128"/>
                      <a:pt x="69589" y="34731"/>
                    </a:cubicBezTo>
                    <a:cubicBezTo>
                      <a:pt x="44751" y="45860"/>
                      <a:pt x="13704" y="65645"/>
                      <a:pt x="13704" y="99032"/>
                    </a:cubicBezTo>
                    <a:cubicBezTo>
                      <a:pt x="13704" y="131183"/>
                      <a:pt x="18672" y="150968"/>
                      <a:pt x="29849" y="162097"/>
                    </a:cubicBezTo>
                    <a:cubicBezTo>
                      <a:pt x="41026" y="171989"/>
                      <a:pt x="55929" y="174463"/>
                      <a:pt x="84492" y="171989"/>
                    </a:cubicBezTo>
                    <a:cubicBezTo>
                      <a:pt x="111814" y="170753"/>
                      <a:pt x="119265" y="143548"/>
                      <a:pt x="125475" y="108925"/>
                    </a:cubicBezTo>
                    <a:cubicBezTo>
                      <a:pt x="127959" y="96559"/>
                      <a:pt x="130443" y="84193"/>
                      <a:pt x="135410" y="78010"/>
                    </a:cubicBezTo>
                    <a:cubicBezTo>
                      <a:pt x="146587" y="60699"/>
                      <a:pt x="196263" y="58225"/>
                      <a:pt x="211166" y="58225"/>
                    </a:cubicBezTo>
                    <a:lnTo>
                      <a:pt x="212408" y="58225"/>
                    </a:lnTo>
                    <a:cubicBezTo>
                      <a:pt x="227311" y="58225"/>
                      <a:pt x="276987" y="60699"/>
                      <a:pt x="288164" y="78010"/>
                    </a:cubicBezTo>
                    <a:cubicBezTo>
                      <a:pt x="293131" y="84193"/>
                      <a:pt x="295615" y="96559"/>
                      <a:pt x="298099" y="108925"/>
                    </a:cubicBezTo>
                    <a:cubicBezTo>
                      <a:pt x="304309" y="143548"/>
                      <a:pt x="311760" y="170753"/>
                      <a:pt x="339082" y="171989"/>
                    </a:cubicBezTo>
                    <a:cubicBezTo>
                      <a:pt x="367645" y="174463"/>
                      <a:pt x="382548" y="171989"/>
                      <a:pt x="393725" y="162097"/>
                    </a:cubicBezTo>
                    <a:cubicBezTo>
                      <a:pt x="404903" y="150968"/>
                      <a:pt x="411112" y="131183"/>
                      <a:pt x="411112" y="99032"/>
                    </a:cubicBezTo>
                    <a:cubicBezTo>
                      <a:pt x="411112" y="58225"/>
                      <a:pt x="337840" y="13709"/>
                      <a:pt x="203715" y="13709"/>
                    </a:cubicBezTo>
                    <a:close/>
                    <a:moveTo>
                      <a:pt x="203712" y="0"/>
                    </a:moveTo>
                    <a:cubicBezTo>
                      <a:pt x="313022" y="0"/>
                      <a:pt x="424815" y="33425"/>
                      <a:pt x="424815" y="99038"/>
                    </a:cubicBezTo>
                    <a:cubicBezTo>
                      <a:pt x="424815" y="134939"/>
                      <a:pt x="417362" y="158461"/>
                      <a:pt x="402456" y="172078"/>
                    </a:cubicBezTo>
                    <a:cubicBezTo>
                      <a:pt x="390035" y="183220"/>
                      <a:pt x="372645" y="186934"/>
                      <a:pt x="354013" y="186934"/>
                    </a:cubicBezTo>
                    <a:cubicBezTo>
                      <a:pt x="349044" y="186934"/>
                      <a:pt x="344075" y="186934"/>
                      <a:pt x="337865" y="185696"/>
                    </a:cubicBezTo>
                    <a:cubicBezTo>
                      <a:pt x="298116" y="183220"/>
                      <a:pt x="290663" y="142367"/>
                      <a:pt x="284452" y="112656"/>
                    </a:cubicBezTo>
                    <a:cubicBezTo>
                      <a:pt x="281968" y="100276"/>
                      <a:pt x="280726" y="90372"/>
                      <a:pt x="276999" y="84182"/>
                    </a:cubicBezTo>
                    <a:cubicBezTo>
                      <a:pt x="273273" y="79230"/>
                      <a:pt x="252156" y="71802"/>
                      <a:pt x="212407" y="71802"/>
                    </a:cubicBezTo>
                    <a:lnTo>
                      <a:pt x="211165" y="71802"/>
                    </a:lnTo>
                    <a:cubicBezTo>
                      <a:pt x="171417" y="71802"/>
                      <a:pt x="150300" y="79230"/>
                      <a:pt x="146574" y="84182"/>
                    </a:cubicBezTo>
                    <a:cubicBezTo>
                      <a:pt x="142847" y="90372"/>
                      <a:pt x="141605" y="100276"/>
                      <a:pt x="139121" y="112656"/>
                    </a:cubicBezTo>
                    <a:cubicBezTo>
                      <a:pt x="132910" y="142367"/>
                      <a:pt x="125457" y="183220"/>
                      <a:pt x="85708" y="185696"/>
                    </a:cubicBezTo>
                    <a:cubicBezTo>
                      <a:pt x="62107" y="186934"/>
                      <a:pt x="37264" y="186934"/>
                      <a:pt x="21117" y="172078"/>
                    </a:cubicBezTo>
                    <a:cubicBezTo>
                      <a:pt x="6211" y="158461"/>
                      <a:pt x="0" y="134939"/>
                      <a:pt x="0" y="99038"/>
                    </a:cubicBezTo>
                    <a:cubicBezTo>
                      <a:pt x="0" y="66851"/>
                      <a:pt x="22359" y="40853"/>
                      <a:pt x="64592" y="23521"/>
                    </a:cubicBezTo>
                    <a:cubicBezTo>
                      <a:pt x="100614" y="7428"/>
                      <a:pt x="150300" y="0"/>
                      <a:pt x="2037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40A0D0F1-4251-3941-BE2C-B5FBEA15720A}"/>
                  </a:ext>
                </a:extLst>
              </p:cNvPr>
              <p:cNvSpPr/>
              <p:nvPr/>
            </p:nvSpPr>
            <p:spPr>
              <a:xfrm>
                <a:off x="16064488" y="9210881"/>
                <a:ext cx="276566" cy="2155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3" h="174">
                    <a:moveTo>
                      <a:pt x="204" y="0"/>
                    </a:moveTo>
                    <a:lnTo>
                      <a:pt x="18" y="0"/>
                    </a:lnTo>
                    <a:cubicBezTo>
                      <a:pt x="8" y="0"/>
                      <a:pt x="0" y="9"/>
                      <a:pt x="0" y="19"/>
                    </a:cubicBezTo>
                    <a:lnTo>
                      <a:pt x="0" y="120"/>
                    </a:lnTo>
                    <a:cubicBezTo>
                      <a:pt x="0" y="130"/>
                      <a:pt x="8" y="138"/>
                      <a:pt x="18" y="138"/>
                    </a:cubicBezTo>
                    <a:lnTo>
                      <a:pt x="168" y="138"/>
                    </a:lnTo>
                    <a:lnTo>
                      <a:pt x="211" y="172"/>
                    </a:lnTo>
                    <a:cubicBezTo>
                      <a:pt x="215" y="177"/>
                      <a:pt x="223" y="173"/>
                      <a:pt x="223" y="167"/>
                    </a:cubicBezTo>
                    <a:lnTo>
                      <a:pt x="223" y="19"/>
                    </a:lnTo>
                    <a:cubicBezTo>
                      <a:pt x="223" y="9"/>
                      <a:pt x="215" y="0"/>
                      <a:pt x="20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A826A0AB-8CEF-F14F-8DA4-C37274954FCA}"/>
                  </a:ext>
                </a:extLst>
              </p:cNvPr>
              <p:cNvSpPr/>
              <p:nvPr/>
            </p:nvSpPr>
            <p:spPr>
              <a:xfrm>
                <a:off x="16058259" y="9204650"/>
                <a:ext cx="289024" cy="229306"/>
              </a:xfrm>
              <a:custGeom>
                <a:avLst/>
                <a:gdLst>
                  <a:gd name="connsiteX0" fmla="*/ 28582 w 289024"/>
                  <a:gd name="connsiteY0" fmla="*/ 13708 h 229306"/>
                  <a:gd name="connsiteX1" fmla="*/ 13703 w 289024"/>
                  <a:gd name="connsiteY1" fmla="*/ 29810 h 229306"/>
                  <a:gd name="connsiteX2" fmla="*/ 13703 w 289024"/>
                  <a:gd name="connsiteY2" fmla="*/ 154906 h 229306"/>
                  <a:gd name="connsiteX3" fmla="*/ 28582 w 289024"/>
                  <a:gd name="connsiteY3" fmla="*/ 171008 h 229306"/>
                  <a:gd name="connsiteX4" fmla="*/ 214565 w 289024"/>
                  <a:gd name="connsiteY4" fmla="*/ 171008 h 229306"/>
                  <a:gd name="connsiteX5" fmla="*/ 219524 w 289024"/>
                  <a:gd name="connsiteY5" fmla="*/ 172247 h 229306"/>
                  <a:gd name="connsiteX6" fmla="*/ 271599 w 289024"/>
                  <a:gd name="connsiteY6" fmla="*/ 215597 h 229306"/>
                  <a:gd name="connsiteX7" fmla="*/ 274079 w 289024"/>
                  <a:gd name="connsiteY7" fmla="*/ 215597 h 229306"/>
                  <a:gd name="connsiteX8" fmla="*/ 275319 w 289024"/>
                  <a:gd name="connsiteY8" fmla="*/ 213120 h 229306"/>
                  <a:gd name="connsiteX9" fmla="*/ 275319 w 289024"/>
                  <a:gd name="connsiteY9" fmla="*/ 29810 h 229306"/>
                  <a:gd name="connsiteX10" fmla="*/ 259200 w 289024"/>
                  <a:gd name="connsiteY10" fmla="*/ 13708 h 229306"/>
                  <a:gd name="connsiteX11" fmla="*/ 28530 w 289024"/>
                  <a:gd name="connsiteY11" fmla="*/ 0 h 229306"/>
                  <a:gd name="connsiteX12" fmla="*/ 259253 w 289024"/>
                  <a:gd name="connsiteY12" fmla="*/ 0 h 229306"/>
                  <a:gd name="connsiteX13" fmla="*/ 289024 w 289024"/>
                  <a:gd name="connsiteY13" fmla="*/ 29748 h 229306"/>
                  <a:gd name="connsiteX14" fmla="*/ 289024 w 289024"/>
                  <a:gd name="connsiteY14" fmla="*/ 213193 h 229306"/>
                  <a:gd name="connsiteX15" fmla="*/ 280341 w 289024"/>
                  <a:gd name="connsiteY15" fmla="*/ 226827 h 229306"/>
                  <a:gd name="connsiteX16" fmla="*/ 272898 w 289024"/>
                  <a:gd name="connsiteY16" fmla="*/ 229306 h 229306"/>
                  <a:gd name="connsiteX17" fmla="*/ 262975 w 289024"/>
                  <a:gd name="connsiteY17" fmla="*/ 225588 h 229306"/>
                  <a:gd name="connsiteX18" fmla="*/ 212116 w 289024"/>
                  <a:gd name="connsiteY18" fmla="*/ 184684 h 229306"/>
                  <a:gd name="connsiteX19" fmla="*/ 28530 w 289024"/>
                  <a:gd name="connsiteY19" fmla="*/ 184684 h 229306"/>
                  <a:gd name="connsiteX20" fmla="*/ 0 w 289024"/>
                  <a:gd name="connsiteY20" fmla="*/ 154936 h 229306"/>
                  <a:gd name="connsiteX21" fmla="*/ 0 w 289024"/>
                  <a:gd name="connsiteY21" fmla="*/ 29748 h 229306"/>
                  <a:gd name="connsiteX22" fmla="*/ 28530 w 289024"/>
                  <a:gd name="connsiteY22" fmla="*/ 0 h 229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89024" h="229306">
                    <a:moveTo>
                      <a:pt x="28582" y="13708"/>
                    </a:moveTo>
                    <a:cubicBezTo>
                      <a:pt x="19902" y="13708"/>
                      <a:pt x="13703" y="21139"/>
                      <a:pt x="13703" y="29810"/>
                    </a:cubicBezTo>
                    <a:lnTo>
                      <a:pt x="13703" y="154906"/>
                    </a:lnTo>
                    <a:cubicBezTo>
                      <a:pt x="13703" y="163577"/>
                      <a:pt x="19902" y="171008"/>
                      <a:pt x="28582" y="171008"/>
                    </a:cubicBezTo>
                    <a:lnTo>
                      <a:pt x="214565" y="171008"/>
                    </a:lnTo>
                    <a:cubicBezTo>
                      <a:pt x="215804" y="171008"/>
                      <a:pt x="218284" y="171008"/>
                      <a:pt x="219524" y="172247"/>
                    </a:cubicBezTo>
                    <a:lnTo>
                      <a:pt x="271599" y="215597"/>
                    </a:lnTo>
                    <a:cubicBezTo>
                      <a:pt x="272839" y="215597"/>
                      <a:pt x="272839" y="215597"/>
                      <a:pt x="274079" y="215597"/>
                    </a:cubicBezTo>
                    <a:cubicBezTo>
                      <a:pt x="275319" y="215597"/>
                      <a:pt x="275319" y="214358"/>
                      <a:pt x="275319" y="213120"/>
                    </a:cubicBezTo>
                    <a:lnTo>
                      <a:pt x="275319" y="29810"/>
                    </a:lnTo>
                    <a:cubicBezTo>
                      <a:pt x="275319" y="21139"/>
                      <a:pt x="269120" y="13708"/>
                      <a:pt x="259200" y="13708"/>
                    </a:cubicBezTo>
                    <a:close/>
                    <a:moveTo>
                      <a:pt x="28530" y="0"/>
                    </a:moveTo>
                    <a:lnTo>
                      <a:pt x="259253" y="0"/>
                    </a:lnTo>
                    <a:cubicBezTo>
                      <a:pt x="276620" y="0"/>
                      <a:pt x="289024" y="13634"/>
                      <a:pt x="289024" y="29748"/>
                    </a:cubicBezTo>
                    <a:lnTo>
                      <a:pt x="289024" y="213193"/>
                    </a:lnTo>
                    <a:cubicBezTo>
                      <a:pt x="289024" y="219390"/>
                      <a:pt x="285303" y="224348"/>
                      <a:pt x="280341" y="226827"/>
                    </a:cubicBezTo>
                    <a:cubicBezTo>
                      <a:pt x="277860" y="228067"/>
                      <a:pt x="275379" y="229306"/>
                      <a:pt x="272898" y="229306"/>
                    </a:cubicBezTo>
                    <a:cubicBezTo>
                      <a:pt x="269177" y="229306"/>
                      <a:pt x="265456" y="226827"/>
                      <a:pt x="262975" y="225588"/>
                    </a:cubicBezTo>
                    <a:lnTo>
                      <a:pt x="212116" y="184684"/>
                    </a:lnTo>
                    <a:lnTo>
                      <a:pt x="28530" y="184684"/>
                    </a:lnTo>
                    <a:cubicBezTo>
                      <a:pt x="12404" y="184684"/>
                      <a:pt x="0" y="171050"/>
                      <a:pt x="0" y="154936"/>
                    </a:cubicBezTo>
                    <a:lnTo>
                      <a:pt x="0" y="29748"/>
                    </a:lnTo>
                    <a:cubicBezTo>
                      <a:pt x="0" y="13634"/>
                      <a:pt x="12404" y="0"/>
                      <a:pt x="285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FB9EB197-C6A4-0845-ACCC-D11FFE0B2B70}"/>
                  </a:ext>
                </a:extLst>
              </p:cNvPr>
              <p:cNvSpPr/>
              <p:nvPr/>
            </p:nvSpPr>
            <p:spPr>
              <a:xfrm>
                <a:off x="16512973" y="9284409"/>
                <a:ext cx="49832" cy="498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" h="41">
                    <a:moveTo>
                      <a:pt x="41" y="21"/>
                    </a:moveTo>
                    <a:cubicBezTo>
                      <a:pt x="41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1" y="9"/>
                      <a:pt x="41" y="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3" name="Freeform 592">
                <a:extLst>
                  <a:ext uri="{FF2B5EF4-FFF2-40B4-BE49-F238E27FC236}">
                    <a16:creationId xmlns:a16="http://schemas.microsoft.com/office/drawing/2014/main" id="{0F72E9A1-A272-3948-B9EE-74618AF4F22B}"/>
                  </a:ext>
                </a:extLst>
              </p:cNvPr>
              <p:cNvSpPr/>
              <p:nvPr/>
            </p:nvSpPr>
            <p:spPr>
              <a:xfrm>
                <a:off x="16505498" y="9278177"/>
                <a:ext cx="63535" cy="62311"/>
              </a:xfrm>
              <a:custGeom>
                <a:avLst/>
                <a:gdLst>
                  <a:gd name="connsiteX0" fmla="*/ 31768 w 63535"/>
                  <a:gd name="connsiteY0" fmla="*/ 12463 h 62311"/>
                  <a:gd name="connsiteX1" fmla="*/ 13704 w 63535"/>
                  <a:gd name="connsiteY1" fmla="*/ 31738 h 62311"/>
                  <a:gd name="connsiteX2" fmla="*/ 31768 w 63535"/>
                  <a:gd name="connsiteY2" fmla="*/ 48604 h 62311"/>
                  <a:gd name="connsiteX3" fmla="*/ 49832 w 63535"/>
                  <a:gd name="connsiteY3" fmla="*/ 31738 h 62311"/>
                  <a:gd name="connsiteX4" fmla="*/ 31768 w 63535"/>
                  <a:gd name="connsiteY4" fmla="*/ 12463 h 62311"/>
                  <a:gd name="connsiteX5" fmla="*/ 31768 w 63535"/>
                  <a:gd name="connsiteY5" fmla="*/ 0 h 62311"/>
                  <a:gd name="connsiteX6" fmla="*/ 63535 w 63535"/>
                  <a:gd name="connsiteY6" fmla="*/ 31766 h 62311"/>
                  <a:gd name="connsiteX7" fmla="*/ 31768 w 63535"/>
                  <a:gd name="connsiteY7" fmla="*/ 62311 h 62311"/>
                  <a:gd name="connsiteX8" fmla="*/ 0 w 63535"/>
                  <a:gd name="connsiteY8" fmla="*/ 31766 h 62311"/>
                  <a:gd name="connsiteX9" fmla="*/ 31768 w 63535"/>
                  <a:gd name="connsiteY9" fmla="*/ 0 h 6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3535" h="62311">
                    <a:moveTo>
                      <a:pt x="31768" y="12463"/>
                    </a:moveTo>
                    <a:cubicBezTo>
                      <a:pt x="22134" y="12463"/>
                      <a:pt x="13704" y="20896"/>
                      <a:pt x="13704" y="31738"/>
                    </a:cubicBezTo>
                    <a:cubicBezTo>
                      <a:pt x="13704" y="40171"/>
                      <a:pt x="22134" y="48604"/>
                      <a:pt x="31768" y="48604"/>
                    </a:cubicBezTo>
                    <a:cubicBezTo>
                      <a:pt x="42606" y="48604"/>
                      <a:pt x="49832" y="40171"/>
                      <a:pt x="49832" y="31738"/>
                    </a:cubicBezTo>
                    <a:cubicBezTo>
                      <a:pt x="49832" y="20896"/>
                      <a:pt x="42606" y="12463"/>
                      <a:pt x="31768" y="12463"/>
                    </a:cubicBezTo>
                    <a:close/>
                    <a:moveTo>
                      <a:pt x="31768" y="0"/>
                    </a:moveTo>
                    <a:cubicBezTo>
                      <a:pt x="50095" y="0"/>
                      <a:pt x="63535" y="13440"/>
                      <a:pt x="63535" y="31766"/>
                    </a:cubicBezTo>
                    <a:cubicBezTo>
                      <a:pt x="63535" y="47650"/>
                      <a:pt x="50095" y="62311"/>
                      <a:pt x="31768" y="62311"/>
                    </a:cubicBezTo>
                    <a:cubicBezTo>
                      <a:pt x="14662" y="62311"/>
                      <a:pt x="0" y="47650"/>
                      <a:pt x="0" y="31766"/>
                    </a:cubicBezTo>
                    <a:cubicBezTo>
                      <a:pt x="0" y="13440"/>
                      <a:pt x="14662" y="0"/>
                      <a:pt x="317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C403D7D9-2415-AB4C-8C03-C66BFF1074BB}"/>
                  </a:ext>
                </a:extLst>
              </p:cNvPr>
              <p:cNvSpPr/>
              <p:nvPr/>
            </p:nvSpPr>
            <p:spPr>
              <a:xfrm>
                <a:off x="16646272" y="9284409"/>
                <a:ext cx="48586" cy="498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" h="41">
                    <a:moveTo>
                      <a:pt x="40" y="21"/>
                    </a:moveTo>
                    <a:cubicBezTo>
                      <a:pt x="40" y="32"/>
                      <a:pt x="32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2" y="0"/>
                      <a:pt x="40" y="9"/>
                      <a:pt x="40" y="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CB59F7CE-5AAC-2543-9892-07FA44744019}"/>
                  </a:ext>
                </a:extLst>
              </p:cNvPr>
              <p:cNvSpPr/>
              <p:nvPr/>
            </p:nvSpPr>
            <p:spPr>
              <a:xfrm>
                <a:off x="16638798" y="9278177"/>
                <a:ext cx="63535" cy="62311"/>
              </a:xfrm>
              <a:custGeom>
                <a:avLst/>
                <a:gdLst>
                  <a:gd name="connsiteX0" fmla="*/ 31767 w 63535"/>
                  <a:gd name="connsiteY0" fmla="*/ 12463 h 62311"/>
                  <a:gd name="connsiteX1" fmla="*/ 13703 w 63535"/>
                  <a:gd name="connsiteY1" fmla="*/ 31738 h 62311"/>
                  <a:gd name="connsiteX2" fmla="*/ 31767 w 63535"/>
                  <a:gd name="connsiteY2" fmla="*/ 48604 h 62311"/>
                  <a:gd name="connsiteX3" fmla="*/ 49831 w 63535"/>
                  <a:gd name="connsiteY3" fmla="*/ 31738 h 62311"/>
                  <a:gd name="connsiteX4" fmla="*/ 31767 w 63535"/>
                  <a:gd name="connsiteY4" fmla="*/ 12463 h 62311"/>
                  <a:gd name="connsiteX5" fmla="*/ 31768 w 63535"/>
                  <a:gd name="connsiteY5" fmla="*/ 0 h 62311"/>
                  <a:gd name="connsiteX6" fmla="*/ 63535 w 63535"/>
                  <a:gd name="connsiteY6" fmla="*/ 31766 h 62311"/>
                  <a:gd name="connsiteX7" fmla="*/ 31768 w 63535"/>
                  <a:gd name="connsiteY7" fmla="*/ 62311 h 62311"/>
                  <a:gd name="connsiteX8" fmla="*/ 0 w 63535"/>
                  <a:gd name="connsiteY8" fmla="*/ 31766 h 62311"/>
                  <a:gd name="connsiteX9" fmla="*/ 31768 w 63535"/>
                  <a:gd name="connsiteY9" fmla="*/ 0 h 6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3535" h="62311">
                    <a:moveTo>
                      <a:pt x="31767" y="12463"/>
                    </a:moveTo>
                    <a:cubicBezTo>
                      <a:pt x="22133" y="12463"/>
                      <a:pt x="13703" y="20896"/>
                      <a:pt x="13703" y="31738"/>
                    </a:cubicBezTo>
                    <a:cubicBezTo>
                      <a:pt x="13703" y="40171"/>
                      <a:pt x="22133" y="48604"/>
                      <a:pt x="31767" y="48604"/>
                    </a:cubicBezTo>
                    <a:cubicBezTo>
                      <a:pt x="41401" y="48604"/>
                      <a:pt x="49831" y="40171"/>
                      <a:pt x="49831" y="31738"/>
                    </a:cubicBezTo>
                    <a:cubicBezTo>
                      <a:pt x="49831" y="20896"/>
                      <a:pt x="41401" y="12463"/>
                      <a:pt x="31767" y="12463"/>
                    </a:cubicBezTo>
                    <a:close/>
                    <a:moveTo>
                      <a:pt x="31768" y="0"/>
                    </a:moveTo>
                    <a:cubicBezTo>
                      <a:pt x="48873" y="0"/>
                      <a:pt x="63535" y="13440"/>
                      <a:pt x="63535" y="31766"/>
                    </a:cubicBezTo>
                    <a:cubicBezTo>
                      <a:pt x="63535" y="47650"/>
                      <a:pt x="48873" y="62311"/>
                      <a:pt x="31768" y="62311"/>
                    </a:cubicBezTo>
                    <a:cubicBezTo>
                      <a:pt x="14662" y="62311"/>
                      <a:pt x="0" y="47650"/>
                      <a:pt x="0" y="31766"/>
                    </a:cubicBezTo>
                    <a:cubicBezTo>
                      <a:pt x="0" y="13440"/>
                      <a:pt x="14662" y="0"/>
                      <a:pt x="317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73F79C22-9C9D-A74F-AB3F-3AA999373B33}"/>
                  </a:ext>
                </a:extLst>
              </p:cNvPr>
              <p:cNvSpPr/>
              <p:nvPr/>
            </p:nvSpPr>
            <p:spPr>
              <a:xfrm>
                <a:off x="16779572" y="9284409"/>
                <a:ext cx="48586" cy="498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" h="41">
                    <a:moveTo>
                      <a:pt x="40" y="21"/>
                    </a:moveTo>
                    <a:cubicBezTo>
                      <a:pt x="40" y="32"/>
                      <a:pt x="31" y="41"/>
                      <a:pt x="20" y="41"/>
                    </a:cubicBezTo>
                    <a:cubicBezTo>
                      <a:pt x="9" y="41"/>
                      <a:pt x="0" y="32"/>
                      <a:pt x="0" y="21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5" name="Freeform 594">
                <a:extLst>
                  <a:ext uri="{FF2B5EF4-FFF2-40B4-BE49-F238E27FC236}">
                    <a16:creationId xmlns:a16="http://schemas.microsoft.com/office/drawing/2014/main" id="{23AB1686-5965-FB4C-89DC-9E3BE54AE8E3}"/>
                  </a:ext>
                </a:extLst>
              </p:cNvPr>
              <p:cNvSpPr/>
              <p:nvPr/>
            </p:nvSpPr>
            <p:spPr>
              <a:xfrm>
                <a:off x="16772097" y="9278177"/>
                <a:ext cx="63535" cy="62311"/>
              </a:xfrm>
              <a:custGeom>
                <a:avLst/>
                <a:gdLst>
                  <a:gd name="connsiteX0" fmla="*/ 31767 w 63535"/>
                  <a:gd name="connsiteY0" fmla="*/ 12463 h 62311"/>
                  <a:gd name="connsiteX1" fmla="*/ 13703 w 63535"/>
                  <a:gd name="connsiteY1" fmla="*/ 31738 h 62311"/>
                  <a:gd name="connsiteX2" fmla="*/ 31767 w 63535"/>
                  <a:gd name="connsiteY2" fmla="*/ 48604 h 62311"/>
                  <a:gd name="connsiteX3" fmla="*/ 49831 w 63535"/>
                  <a:gd name="connsiteY3" fmla="*/ 31738 h 62311"/>
                  <a:gd name="connsiteX4" fmla="*/ 31767 w 63535"/>
                  <a:gd name="connsiteY4" fmla="*/ 12463 h 62311"/>
                  <a:gd name="connsiteX5" fmla="*/ 31767 w 63535"/>
                  <a:gd name="connsiteY5" fmla="*/ 0 h 62311"/>
                  <a:gd name="connsiteX6" fmla="*/ 63535 w 63535"/>
                  <a:gd name="connsiteY6" fmla="*/ 31766 h 62311"/>
                  <a:gd name="connsiteX7" fmla="*/ 31767 w 63535"/>
                  <a:gd name="connsiteY7" fmla="*/ 62311 h 62311"/>
                  <a:gd name="connsiteX8" fmla="*/ 0 w 63535"/>
                  <a:gd name="connsiteY8" fmla="*/ 31766 h 62311"/>
                  <a:gd name="connsiteX9" fmla="*/ 31767 w 63535"/>
                  <a:gd name="connsiteY9" fmla="*/ 0 h 6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3535" h="62311">
                    <a:moveTo>
                      <a:pt x="31767" y="12463"/>
                    </a:moveTo>
                    <a:cubicBezTo>
                      <a:pt x="22133" y="12463"/>
                      <a:pt x="13703" y="20896"/>
                      <a:pt x="13703" y="31738"/>
                    </a:cubicBezTo>
                    <a:cubicBezTo>
                      <a:pt x="13703" y="40171"/>
                      <a:pt x="22133" y="48604"/>
                      <a:pt x="31767" y="48604"/>
                    </a:cubicBezTo>
                    <a:cubicBezTo>
                      <a:pt x="41403" y="48604"/>
                      <a:pt x="49831" y="40171"/>
                      <a:pt x="49831" y="31738"/>
                    </a:cubicBezTo>
                    <a:cubicBezTo>
                      <a:pt x="49831" y="20896"/>
                      <a:pt x="41403" y="12463"/>
                      <a:pt x="31767" y="12463"/>
                    </a:cubicBezTo>
                    <a:close/>
                    <a:moveTo>
                      <a:pt x="31767" y="0"/>
                    </a:moveTo>
                    <a:cubicBezTo>
                      <a:pt x="48873" y="0"/>
                      <a:pt x="63535" y="13440"/>
                      <a:pt x="63535" y="31766"/>
                    </a:cubicBezTo>
                    <a:cubicBezTo>
                      <a:pt x="63535" y="47650"/>
                      <a:pt x="48873" y="62311"/>
                      <a:pt x="31767" y="62311"/>
                    </a:cubicBezTo>
                    <a:cubicBezTo>
                      <a:pt x="14661" y="62311"/>
                      <a:pt x="0" y="47650"/>
                      <a:pt x="0" y="31766"/>
                    </a:cubicBezTo>
                    <a:cubicBezTo>
                      <a:pt x="0" y="13440"/>
                      <a:pt x="14661" y="0"/>
                      <a:pt x="317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7248BB35-2C0F-D849-AEBA-7A0FE8BBDF62}"/>
                  </a:ext>
                </a:extLst>
              </p:cNvPr>
              <p:cNvSpPr/>
              <p:nvPr/>
            </p:nvSpPr>
            <p:spPr>
              <a:xfrm>
                <a:off x="17300313" y="7722883"/>
                <a:ext cx="406128" cy="3402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7" h="274">
                    <a:moveTo>
                      <a:pt x="301" y="0"/>
                    </a:moveTo>
                    <a:lnTo>
                      <a:pt x="26" y="0"/>
                    </a:lnTo>
                    <a:cubicBezTo>
                      <a:pt x="12" y="0"/>
                      <a:pt x="0" y="12"/>
                      <a:pt x="0" y="26"/>
                    </a:cubicBezTo>
                    <a:lnTo>
                      <a:pt x="0" y="248"/>
                    </a:lnTo>
                    <a:cubicBezTo>
                      <a:pt x="0" y="263"/>
                      <a:pt x="12" y="274"/>
                      <a:pt x="26" y="274"/>
                    </a:cubicBezTo>
                    <a:lnTo>
                      <a:pt x="301" y="274"/>
                    </a:lnTo>
                    <a:cubicBezTo>
                      <a:pt x="315" y="274"/>
                      <a:pt x="327" y="263"/>
                      <a:pt x="327" y="248"/>
                    </a:cubicBezTo>
                    <a:lnTo>
                      <a:pt x="327" y="26"/>
                    </a:lnTo>
                    <a:cubicBezTo>
                      <a:pt x="327" y="12"/>
                      <a:pt x="315" y="0"/>
                      <a:pt x="3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6" name="Freeform 595">
                <a:extLst>
                  <a:ext uri="{FF2B5EF4-FFF2-40B4-BE49-F238E27FC236}">
                    <a16:creationId xmlns:a16="http://schemas.microsoft.com/office/drawing/2014/main" id="{5A8488F1-E0BF-3341-8B20-12F588C51B82}"/>
                  </a:ext>
                </a:extLst>
              </p:cNvPr>
              <p:cNvSpPr/>
              <p:nvPr/>
            </p:nvSpPr>
            <p:spPr>
              <a:xfrm>
                <a:off x="17294084" y="7716652"/>
                <a:ext cx="418586" cy="353929"/>
              </a:xfrm>
              <a:custGeom>
                <a:avLst/>
                <a:gdLst>
                  <a:gd name="connsiteX0" fmla="*/ 38540 w 418586"/>
                  <a:gd name="connsiteY0" fmla="*/ 13709 h 353929"/>
                  <a:gd name="connsiteX1" fmla="*/ 13704 w 418586"/>
                  <a:gd name="connsiteY1" fmla="*/ 38539 h 353929"/>
                  <a:gd name="connsiteX2" fmla="*/ 13704 w 418586"/>
                  <a:gd name="connsiteY2" fmla="*/ 314150 h 353929"/>
                  <a:gd name="connsiteX3" fmla="*/ 38540 w 418586"/>
                  <a:gd name="connsiteY3" fmla="*/ 340221 h 353929"/>
                  <a:gd name="connsiteX4" fmla="*/ 380046 w 418586"/>
                  <a:gd name="connsiteY4" fmla="*/ 340221 h 353929"/>
                  <a:gd name="connsiteX5" fmla="*/ 404884 w 418586"/>
                  <a:gd name="connsiteY5" fmla="*/ 314150 h 353929"/>
                  <a:gd name="connsiteX6" fmla="*/ 404884 w 418586"/>
                  <a:gd name="connsiteY6" fmla="*/ 38539 h 353929"/>
                  <a:gd name="connsiteX7" fmla="*/ 380046 w 418586"/>
                  <a:gd name="connsiteY7" fmla="*/ 13709 h 353929"/>
                  <a:gd name="connsiteX8" fmla="*/ 38504 w 418586"/>
                  <a:gd name="connsiteY8" fmla="*/ 0 h 353929"/>
                  <a:gd name="connsiteX9" fmla="*/ 380082 w 418586"/>
                  <a:gd name="connsiteY9" fmla="*/ 0 h 353929"/>
                  <a:gd name="connsiteX10" fmla="*/ 418586 w 418586"/>
                  <a:gd name="connsiteY10" fmla="*/ 38498 h 353929"/>
                  <a:gd name="connsiteX11" fmla="*/ 418586 w 418586"/>
                  <a:gd name="connsiteY11" fmla="*/ 314190 h 353929"/>
                  <a:gd name="connsiteX12" fmla="*/ 380082 w 418586"/>
                  <a:gd name="connsiteY12" fmla="*/ 353929 h 353929"/>
                  <a:gd name="connsiteX13" fmla="*/ 38504 w 418586"/>
                  <a:gd name="connsiteY13" fmla="*/ 353929 h 353929"/>
                  <a:gd name="connsiteX14" fmla="*/ 0 w 418586"/>
                  <a:gd name="connsiteY14" fmla="*/ 314190 h 353929"/>
                  <a:gd name="connsiteX15" fmla="*/ 0 w 418586"/>
                  <a:gd name="connsiteY15" fmla="*/ 38498 h 353929"/>
                  <a:gd name="connsiteX16" fmla="*/ 38504 w 418586"/>
                  <a:gd name="connsiteY16" fmla="*/ 0 h 353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18586" h="353929">
                    <a:moveTo>
                      <a:pt x="38540" y="13709"/>
                    </a:moveTo>
                    <a:cubicBezTo>
                      <a:pt x="23638" y="13709"/>
                      <a:pt x="13704" y="24883"/>
                      <a:pt x="13704" y="38539"/>
                    </a:cubicBezTo>
                    <a:lnTo>
                      <a:pt x="13704" y="314150"/>
                    </a:lnTo>
                    <a:cubicBezTo>
                      <a:pt x="13704" y="327806"/>
                      <a:pt x="23638" y="340221"/>
                      <a:pt x="38540" y="340221"/>
                    </a:cubicBezTo>
                    <a:lnTo>
                      <a:pt x="380046" y="340221"/>
                    </a:lnTo>
                    <a:cubicBezTo>
                      <a:pt x="393706" y="340221"/>
                      <a:pt x="404884" y="327806"/>
                      <a:pt x="404884" y="314150"/>
                    </a:cubicBezTo>
                    <a:lnTo>
                      <a:pt x="404884" y="38539"/>
                    </a:lnTo>
                    <a:cubicBezTo>
                      <a:pt x="404884" y="24883"/>
                      <a:pt x="393706" y="13709"/>
                      <a:pt x="380046" y="13709"/>
                    </a:cubicBezTo>
                    <a:close/>
                    <a:moveTo>
                      <a:pt x="38504" y="0"/>
                    </a:moveTo>
                    <a:lnTo>
                      <a:pt x="380082" y="0"/>
                    </a:lnTo>
                    <a:cubicBezTo>
                      <a:pt x="401196" y="0"/>
                      <a:pt x="418586" y="17386"/>
                      <a:pt x="418586" y="38498"/>
                    </a:cubicBezTo>
                    <a:lnTo>
                      <a:pt x="418586" y="314190"/>
                    </a:lnTo>
                    <a:cubicBezTo>
                      <a:pt x="418586" y="336543"/>
                      <a:pt x="401196" y="353929"/>
                      <a:pt x="380082" y="353929"/>
                    </a:cubicBezTo>
                    <a:lnTo>
                      <a:pt x="38504" y="353929"/>
                    </a:lnTo>
                    <a:cubicBezTo>
                      <a:pt x="17390" y="353929"/>
                      <a:pt x="0" y="336543"/>
                      <a:pt x="0" y="314190"/>
                    </a:cubicBezTo>
                    <a:lnTo>
                      <a:pt x="0" y="38498"/>
                    </a:lnTo>
                    <a:cubicBezTo>
                      <a:pt x="0" y="17386"/>
                      <a:pt x="17390" y="0"/>
                      <a:pt x="385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B12D3FB4-F7BA-0941-A6AF-84C53AAFA3E0}"/>
                  </a:ext>
                </a:extLst>
              </p:cNvPr>
              <p:cNvSpPr/>
              <p:nvPr/>
            </p:nvSpPr>
            <p:spPr>
              <a:xfrm>
                <a:off x="16778326" y="7722883"/>
                <a:ext cx="404882" cy="3402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6" h="274">
                    <a:moveTo>
                      <a:pt x="300" y="0"/>
                    </a:moveTo>
                    <a:lnTo>
                      <a:pt x="25" y="0"/>
                    </a:lnTo>
                    <a:cubicBezTo>
                      <a:pt x="11" y="0"/>
                      <a:pt x="0" y="12"/>
                      <a:pt x="0" y="26"/>
                    </a:cubicBezTo>
                    <a:lnTo>
                      <a:pt x="0" y="248"/>
                    </a:lnTo>
                    <a:cubicBezTo>
                      <a:pt x="0" y="263"/>
                      <a:pt x="11" y="274"/>
                      <a:pt x="25" y="274"/>
                    </a:cubicBezTo>
                    <a:lnTo>
                      <a:pt x="300" y="274"/>
                    </a:lnTo>
                    <a:cubicBezTo>
                      <a:pt x="315" y="274"/>
                      <a:pt x="326" y="263"/>
                      <a:pt x="326" y="248"/>
                    </a:cubicBezTo>
                    <a:lnTo>
                      <a:pt x="326" y="26"/>
                    </a:lnTo>
                    <a:cubicBezTo>
                      <a:pt x="326" y="12"/>
                      <a:pt x="315" y="0"/>
                      <a:pt x="30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C57B1E6A-CCDC-2A41-824C-15D356711278}"/>
                  </a:ext>
                </a:extLst>
              </p:cNvPr>
              <p:cNvSpPr/>
              <p:nvPr/>
            </p:nvSpPr>
            <p:spPr>
              <a:xfrm>
                <a:off x="16770852" y="7716652"/>
                <a:ext cx="419832" cy="353929"/>
              </a:xfrm>
              <a:custGeom>
                <a:avLst/>
                <a:gdLst>
                  <a:gd name="connsiteX0" fmla="*/ 38540 w 419832"/>
                  <a:gd name="connsiteY0" fmla="*/ 13709 h 353929"/>
                  <a:gd name="connsiteX1" fmla="*/ 13704 w 419832"/>
                  <a:gd name="connsiteY1" fmla="*/ 38539 h 353929"/>
                  <a:gd name="connsiteX2" fmla="*/ 13704 w 419832"/>
                  <a:gd name="connsiteY2" fmla="*/ 314150 h 353929"/>
                  <a:gd name="connsiteX3" fmla="*/ 38540 w 419832"/>
                  <a:gd name="connsiteY3" fmla="*/ 340221 h 353929"/>
                  <a:gd name="connsiteX4" fmla="*/ 380048 w 419832"/>
                  <a:gd name="connsiteY4" fmla="*/ 340221 h 353929"/>
                  <a:gd name="connsiteX5" fmla="*/ 406128 w 419832"/>
                  <a:gd name="connsiteY5" fmla="*/ 314150 h 353929"/>
                  <a:gd name="connsiteX6" fmla="*/ 406128 w 419832"/>
                  <a:gd name="connsiteY6" fmla="*/ 38539 h 353929"/>
                  <a:gd name="connsiteX7" fmla="*/ 380048 w 419832"/>
                  <a:gd name="connsiteY7" fmla="*/ 13709 h 353929"/>
                  <a:gd name="connsiteX8" fmla="*/ 38506 w 419832"/>
                  <a:gd name="connsiteY8" fmla="*/ 0 h 353929"/>
                  <a:gd name="connsiteX9" fmla="*/ 380084 w 419832"/>
                  <a:gd name="connsiteY9" fmla="*/ 0 h 353929"/>
                  <a:gd name="connsiteX10" fmla="*/ 419832 w 419832"/>
                  <a:gd name="connsiteY10" fmla="*/ 38498 h 353929"/>
                  <a:gd name="connsiteX11" fmla="*/ 419832 w 419832"/>
                  <a:gd name="connsiteY11" fmla="*/ 314190 h 353929"/>
                  <a:gd name="connsiteX12" fmla="*/ 380084 w 419832"/>
                  <a:gd name="connsiteY12" fmla="*/ 353929 h 353929"/>
                  <a:gd name="connsiteX13" fmla="*/ 38506 w 419832"/>
                  <a:gd name="connsiteY13" fmla="*/ 353929 h 353929"/>
                  <a:gd name="connsiteX14" fmla="*/ 0 w 419832"/>
                  <a:gd name="connsiteY14" fmla="*/ 314190 h 353929"/>
                  <a:gd name="connsiteX15" fmla="*/ 0 w 419832"/>
                  <a:gd name="connsiteY15" fmla="*/ 38498 h 353929"/>
                  <a:gd name="connsiteX16" fmla="*/ 38506 w 419832"/>
                  <a:gd name="connsiteY16" fmla="*/ 0 h 353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19832" h="353929">
                    <a:moveTo>
                      <a:pt x="38540" y="13709"/>
                    </a:moveTo>
                    <a:cubicBezTo>
                      <a:pt x="24880" y="13709"/>
                      <a:pt x="13704" y="24883"/>
                      <a:pt x="13704" y="38539"/>
                    </a:cubicBezTo>
                    <a:lnTo>
                      <a:pt x="13704" y="314150"/>
                    </a:lnTo>
                    <a:cubicBezTo>
                      <a:pt x="13704" y="327806"/>
                      <a:pt x="24880" y="340221"/>
                      <a:pt x="38540" y="340221"/>
                    </a:cubicBezTo>
                    <a:lnTo>
                      <a:pt x="380048" y="340221"/>
                    </a:lnTo>
                    <a:cubicBezTo>
                      <a:pt x="394950" y="340221"/>
                      <a:pt x="406128" y="327806"/>
                      <a:pt x="406128" y="314150"/>
                    </a:cubicBezTo>
                    <a:lnTo>
                      <a:pt x="406128" y="38539"/>
                    </a:lnTo>
                    <a:cubicBezTo>
                      <a:pt x="406128" y="24883"/>
                      <a:pt x="394950" y="13709"/>
                      <a:pt x="380048" y="13709"/>
                    </a:cubicBezTo>
                    <a:close/>
                    <a:moveTo>
                      <a:pt x="38506" y="0"/>
                    </a:moveTo>
                    <a:lnTo>
                      <a:pt x="380084" y="0"/>
                    </a:lnTo>
                    <a:cubicBezTo>
                      <a:pt x="402442" y="0"/>
                      <a:pt x="419832" y="17386"/>
                      <a:pt x="419832" y="38498"/>
                    </a:cubicBezTo>
                    <a:lnTo>
                      <a:pt x="419832" y="314190"/>
                    </a:lnTo>
                    <a:cubicBezTo>
                      <a:pt x="419832" y="336543"/>
                      <a:pt x="402442" y="353929"/>
                      <a:pt x="380084" y="353929"/>
                    </a:cubicBezTo>
                    <a:lnTo>
                      <a:pt x="38506" y="353929"/>
                    </a:lnTo>
                    <a:cubicBezTo>
                      <a:pt x="17390" y="353929"/>
                      <a:pt x="0" y="336543"/>
                      <a:pt x="0" y="314190"/>
                    </a:cubicBezTo>
                    <a:lnTo>
                      <a:pt x="0" y="38498"/>
                    </a:lnTo>
                    <a:cubicBezTo>
                      <a:pt x="0" y="17386"/>
                      <a:pt x="17390" y="0"/>
                      <a:pt x="385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D9627806-FD94-8348-B1C7-1DA4ED7E6D0B}"/>
                  </a:ext>
                </a:extLst>
              </p:cNvPr>
              <p:cNvSpPr/>
              <p:nvPr/>
            </p:nvSpPr>
            <p:spPr>
              <a:xfrm>
                <a:off x="16356003" y="7289195"/>
                <a:ext cx="1350438" cy="3090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85" h="249">
                    <a:moveTo>
                      <a:pt x="1051" y="0"/>
                    </a:moveTo>
                    <a:lnTo>
                      <a:pt x="33" y="0"/>
                    </a:lnTo>
                    <a:cubicBezTo>
                      <a:pt x="15" y="0"/>
                      <a:pt x="0" y="15"/>
                      <a:pt x="0" y="34"/>
                    </a:cubicBezTo>
                    <a:lnTo>
                      <a:pt x="0" y="215"/>
                    </a:lnTo>
                    <a:cubicBezTo>
                      <a:pt x="0" y="234"/>
                      <a:pt x="15" y="249"/>
                      <a:pt x="33" y="249"/>
                    </a:cubicBezTo>
                    <a:lnTo>
                      <a:pt x="1051" y="249"/>
                    </a:lnTo>
                    <a:cubicBezTo>
                      <a:pt x="1069" y="249"/>
                      <a:pt x="1085" y="234"/>
                      <a:pt x="1085" y="215"/>
                    </a:cubicBezTo>
                    <a:lnTo>
                      <a:pt x="1085" y="34"/>
                    </a:lnTo>
                    <a:cubicBezTo>
                      <a:pt x="1085" y="15"/>
                      <a:pt x="1069" y="0"/>
                      <a:pt x="105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B6B60562-6533-EB4B-A87D-6DE85065BAF7}"/>
                  </a:ext>
                </a:extLst>
              </p:cNvPr>
              <p:cNvSpPr/>
              <p:nvPr/>
            </p:nvSpPr>
            <p:spPr>
              <a:xfrm>
                <a:off x="16348528" y="7282964"/>
                <a:ext cx="1364142" cy="322773"/>
              </a:xfrm>
              <a:custGeom>
                <a:avLst/>
                <a:gdLst>
                  <a:gd name="connsiteX0" fmla="*/ 48554 w 1364142"/>
                  <a:gd name="connsiteY0" fmla="*/ 13709 h 322773"/>
                  <a:gd name="connsiteX1" fmla="*/ 13704 w 1364142"/>
                  <a:gd name="connsiteY1" fmla="*/ 48457 h 322773"/>
                  <a:gd name="connsiteX2" fmla="*/ 13704 w 1364142"/>
                  <a:gd name="connsiteY2" fmla="*/ 273076 h 322773"/>
                  <a:gd name="connsiteX3" fmla="*/ 48554 w 1364142"/>
                  <a:gd name="connsiteY3" fmla="*/ 309065 h 322773"/>
                  <a:gd name="connsiteX4" fmla="*/ 1315590 w 1364142"/>
                  <a:gd name="connsiteY4" fmla="*/ 309065 h 322773"/>
                  <a:gd name="connsiteX5" fmla="*/ 1350440 w 1364142"/>
                  <a:gd name="connsiteY5" fmla="*/ 273076 h 322773"/>
                  <a:gd name="connsiteX6" fmla="*/ 1350440 w 1364142"/>
                  <a:gd name="connsiteY6" fmla="*/ 48457 h 322773"/>
                  <a:gd name="connsiteX7" fmla="*/ 1315590 w 1364142"/>
                  <a:gd name="connsiteY7" fmla="*/ 13709 h 322773"/>
                  <a:gd name="connsiteX8" fmla="*/ 48542 w 1364142"/>
                  <a:gd name="connsiteY8" fmla="*/ 0 h 322773"/>
                  <a:gd name="connsiteX9" fmla="*/ 1315600 w 1364142"/>
                  <a:gd name="connsiteY9" fmla="*/ 0 h 322773"/>
                  <a:gd name="connsiteX10" fmla="*/ 1364142 w 1364142"/>
                  <a:gd name="connsiteY10" fmla="*/ 48416 h 322773"/>
                  <a:gd name="connsiteX11" fmla="*/ 1364142 w 1364142"/>
                  <a:gd name="connsiteY11" fmla="*/ 273116 h 322773"/>
                  <a:gd name="connsiteX12" fmla="*/ 1315600 w 1364142"/>
                  <a:gd name="connsiteY12" fmla="*/ 322773 h 322773"/>
                  <a:gd name="connsiteX13" fmla="*/ 48542 w 1364142"/>
                  <a:gd name="connsiteY13" fmla="*/ 322773 h 322773"/>
                  <a:gd name="connsiteX14" fmla="*/ 0 w 1364142"/>
                  <a:gd name="connsiteY14" fmla="*/ 273116 h 322773"/>
                  <a:gd name="connsiteX15" fmla="*/ 0 w 1364142"/>
                  <a:gd name="connsiteY15" fmla="*/ 48416 h 322773"/>
                  <a:gd name="connsiteX16" fmla="*/ 48542 w 1364142"/>
                  <a:gd name="connsiteY16" fmla="*/ 0 h 322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64142" h="322773">
                    <a:moveTo>
                      <a:pt x="48554" y="13709"/>
                    </a:moveTo>
                    <a:cubicBezTo>
                      <a:pt x="29884" y="13709"/>
                      <a:pt x="13704" y="28601"/>
                      <a:pt x="13704" y="48457"/>
                    </a:cubicBezTo>
                    <a:lnTo>
                      <a:pt x="13704" y="273076"/>
                    </a:lnTo>
                    <a:cubicBezTo>
                      <a:pt x="13704" y="292932"/>
                      <a:pt x="29884" y="309065"/>
                      <a:pt x="48554" y="309065"/>
                    </a:cubicBezTo>
                    <a:lnTo>
                      <a:pt x="1315590" y="309065"/>
                    </a:lnTo>
                    <a:cubicBezTo>
                      <a:pt x="1334258" y="309065"/>
                      <a:pt x="1350440" y="292932"/>
                      <a:pt x="1350440" y="273076"/>
                    </a:cubicBezTo>
                    <a:lnTo>
                      <a:pt x="1350440" y="48457"/>
                    </a:lnTo>
                    <a:cubicBezTo>
                      <a:pt x="1350440" y="28601"/>
                      <a:pt x="1334258" y="13709"/>
                      <a:pt x="1315590" y="13709"/>
                    </a:cubicBezTo>
                    <a:close/>
                    <a:moveTo>
                      <a:pt x="48542" y="0"/>
                    </a:moveTo>
                    <a:lnTo>
                      <a:pt x="1315600" y="0"/>
                    </a:lnTo>
                    <a:cubicBezTo>
                      <a:pt x="1341738" y="0"/>
                      <a:pt x="1364142" y="22346"/>
                      <a:pt x="1364142" y="48416"/>
                    </a:cubicBezTo>
                    <a:lnTo>
                      <a:pt x="1364142" y="273116"/>
                    </a:lnTo>
                    <a:cubicBezTo>
                      <a:pt x="1364142" y="300427"/>
                      <a:pt x="1341738" y="322773"/>
                      <a:pt x="1315600" y="322773"/>
                    </a:cubicBezTo>
                    <a:lnTo>
                      <a:pt x="48542" y="322773"/>
                    </a:lnTo>
                    <a:cubicBezTo>
                      <a:pt x="22404" y="322773"/>
                      <a:pt x="0" y="300427"/>
                      <a:pt x="0" y="273116"/>
                    </a:cubicBezTo>
                    <a:lnTo>
                      <a:pt x="0" y="48416"/>
                    </a:lnTo>
                    <a:cubicBezTo>
                      <a:pt x="0" y="22346"/>
                      <a:pt x="22404" y="0"/>
                      <a:pt x="485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EAADC994-C98F-9E47-A496-E9BB775A9020}"/>
                  </a:ext>
                </a:extLst>
              </p:cNvPr>
              <p:cNvSpPr/>
              <p:nvPr/>
            </p:nvSpPr>
            <p:spPr>
              <a:xfrm>
                <a:off x="16348528" y="7376431"/>
                <a:ext cx="1364142" cy="112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6" h="10">
                    <a:moveTo>
                      <a:pt x="1091" y="10"/>
                    </a:moveTo>
                    <a:lnTo>
                      <a:pt x="6" y="10"/>
                    </a:lnTo>
                    <a:cubicBezTo>
                      <a:pt x="3" y="10"/>
                      <a:pt x="0" y="8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1091" y="0"/>
                    </a:lnTo>
                    <a:cubicBezTo>
                      <a:pt x="1094" y="0"/>
                      <a:pt x="1096" y="2"/>
                      <a:pt x="1096" y="6"/>
                    </a:cubicBezTo>
                    <a:cubicBezTo>
                      <a:pt x="1096" y="8"/>
                      <a:pt x="1094" y="10"/>
                      <a:pt x="1091" y="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5303B3A2-5F13-664A-BE19-A53169EE1FE5}"/>
                  </a:ext>
                </a:extLst>
              </p:cNvPr>
              <p:cNvSpPr/>
              <p:nvPr/>
            </p:nvSpPr>
            <p:spPr>
              <a:xfrm>
                <a:off x="17499636" y="7327828"/>
                <a:ext cx="23670" cy="236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" h="20">
                    <a:moveTo>
                      <a:pt x="20" y="10"/>
                    </a:moveTo>
                    <a:cubicBezTo>
                      <a:pt x="20" y="15"/>
                      <a:pt x="16" y="20"/>
                      <a:pt x="10" y="20"/>
                    </a:cubicBezTo>
                    <a:cubicBezTo>
                      <a:pt x="5" y="20"/>
                      <a:pt x="0" y="15"/>
                      <a:pt x="0" y="10"/>
                    </a:cubicBezTo>
                    <a:cubicBezTo>
                      <a:pt x="0" y="4"/>
                      <a:pt x="5" y="0"/>
                      <a:pt x="10" y="0"/>
                    </a:cubicBezTo>
                    <a:cubicBezTo>
                      <a:pt x="16" y="0"/>
                      <a:pt x="20" y="4"/>
                      <a:pt x="20" y="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74831DE8-25B1-A146-ADE9-FB85BC8BE2BA}"/>
                  </a:ext>
                </a:extLst>
              </p:cNvPr>
              <p:cNvSpPr/>
              <p:nvPr/>
            </p:nvSpPr>
            <p:spPr>
              <a:xfrm>
                <a:off x="17563175" y="7327828"/>
                <a:ext cx="23670" cy="236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" h="20">
                    <a:moveTo>
                      <a:pt x="20" y="10"/>
                    </a:moveTo>
                    <a:cubicBezTo>
                      <a:pt x="20" y="15"/>
                      <a:pt x="15" y="20"/>
                      <a:pt x="10" y="20"/>
                    </a:cubicBezTo>
                    <a:cubicBezTo>
                      <a:pt x="4" y="20"/>
                      <a:pt x="0" y="15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5" y="0"/>
                      <a:pt x="20" y="4"/>
                      <a:pt x="20" y="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838A6412-1B0D-AF4C-A7E4-B8C873D36716}"/>
                  </a:ext>
                </a:extLst>
              </p:cNvPr>
              <p:cNvSpPr/>
              <p:nvPr/>
            </p:nvSpPr>
            <p:spPr>
              <a:xfrm>
                <a:off x="17626711" y="7327828"/>
                <a:ext cx="23670" cy="236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" h="20">
                    <a:moveTo>
                      <a:pt x="20" y="10"/>
                    </a:moveTo>
                    <a:cubicBezTo>
                      <a:pt x="20" y="15"/>
                      <a:pt x="16" y="20"/>
                      <a:pt x="10" y="20"/>
                    </a:cubicBezTo>
                    <a:cubicBezTo>
                      <a:pt x="4" y="20"/>
                      <a:pt x="0" y="15"/>
                      <a:pt x="0" y="10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6" y="0"/>
                      <a:pt x="20" y="4"/>
                      <a:pt x="20" y="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CC6A4164-F33D-1040-8B21-84C9D12FCB0F}"/>
                  </a:ext>
                </a:extLst>
              </p:cNvPr>
              <p:cNvSpPr/>
              <p:nvPr/>
            </p:nvSpPr>
            <p:spPr>
              <a:xfrm>
                <a:off x="16419538" y="7443728"/>
                <a:ext cx="1212155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74" h="11">
                    <a:moveTo>
                      <a:pt x="969" y="11"/>
                    </a:moveTo>
                    <a:lnTo>
                      <a:pt x="6" y="11"/>
                    </a:lnTo>
                    <a:cubicBezTo>
                      <a:pt x="3" y="11"/>
                      <a:pt x="0" y="8"/>
                      <a:pt x="0" y="5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969" y="0"/>
                    </a:lnTo>
                    <a:cubicBezTo>
                      <a:pt x="972" y="0"/>
                      <a:pt x="974" y="3"/>
                      <a:pt x="974" y="5"/>
                    </a:cubicBezTo>
                    <a:cubicBezTo>
                      <a:pt x="974" y="8"/>
                      <a:pt x="972" y="11"/>
                      <a:pt x="969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81938B8D-89CC-B048-B7C7-984E9E601F67}"/>
                  </a:ext>
                </a:extLst>
              </p:cNvPr>
              <p:cNvSpPr/>
              <p:nvPr/>
            </p:nvSpPr>
            <p:spPr>
              <a:xfrm>
                <a:off x="16419538" y="7512270"/>
                <a:ext cx="1212155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74" h="11">
                    <a:moveTo>
                      <a:pt x="969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969" y="0"/>
                    </a:lnTo>
                    <a:cubicBezTo>
                      <a:pt x="972" y="0"/>
                      <a:pt x="974" y="3"/>
                      <a:pt x="974" y="6"/>
                    </a:cubicBezTo>
                    <a:cubicBezTo>
                      <a:pt x="974" y="9"/>
                      <a:pt x="972" y="11"/>
                      <a:pt x="969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E4B00424-B318-0B47-9D08-C8E9FB4F8657}"/>
                  </a:ext>
                </a:extLst>
              </p:cNvPr>
              <p:cNvSpPr/>
              <p:nvPr/>
            </p:nvSpPr>
            <p:spPr>
              <a:xfrm>
                <a:off x="13824554" y="7463667"/>
                <a:ext cx="426061" cy="6891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3" h="554">
                    <a:moveTo>
                      <a:pt x="310" y="379"/>
                    </a:moveTo>
                    <a:cubicBezTo>
                      <a:pt x="310" y="379"/>
                      <a:pt x="360" y="213"/>
                      <a:pt x="260" y="186"/>
                    </a:cubicBezTo>
                    <a:cubicBezTo>
                      <a:pt x="260" y="186"/>
                      <a:pt x="212" y="-10"/>
                      <a:pt x="169" y="0"/>
                    </a:cubicBezTo>
                    <a:cubicBezTo>
                      <a:pt x="143" y="6"/>
                      <a:pt x="168" y="146"/>
                      <a:pt x="168" y="146"/>
                    </a:cubicBezTo>
                    <a:cubicBezTo>
                      <a:pt x="168" y="146"/>
                      <a:pt x="130" y="137"/>
                      <a:pt x="113" y="172"/>
                    </a:cubicBezTo>
                    <a:cubicBezTo>
                      <a:pt x="113" y="172"/>
                      <a:pt x="77" y="159"/>
                      <a:pt x="56" y="196"/>
                    </a:cubicBezTo>
                    <a:cubicBezTo>
                      <a:pt x="56" y="196"/>
                      <a:pt x="-11" y="198"/>
                      <a:pt x="1" y="262"/>
                    </a:cubicBezTo>
                    <a:cubicBezTo>
                      <a:pt x="21" y="372"/>
                      <a:pt x="146" y="476"/>
                      <a:pt x="146" y="476"/>
                    </a:cubicBezTo>
                    <a:lnTo>
                      <a:pt x="183" y="554"/>
                    </a:lnTo>
                    <a:lnTo>
                      <a:pt x="343" y="469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07619407-C3F5-7842-85C7-E446D9BD02EB}"/>
                  </a:ext>
                </a:extLst>
              </p:cNvPr>
              <p:cNvSpPr/>
              <p:nvPr/>
            </p:nvSpPr>
            <p:spPr>
              <a:xfrm>
                <a:off x="13817660" y="7457999"/>
                <a:ext cx="440917" cy="702310"/>
              </a:xfrm>
              <a:custGeom>
                <a:avLst/>
                <a:gdLst>
                  <a:gd name="connsiteX0" fmla="*/ 219301 w 440917"/>
                  <a:gd name="connsiteY0" fmla="*/ 11900 h 702310"/>
                  <a:gd name="connsiteX1" fmla="*/ 221785 w 440917"/>
                  <a:gd name="connsiteY1" fmla="*/ 187294 h 702310"/>
                  <a:gd name="connsiteX2" fmla="*/ 219301 w 440917"/>
                  <a:gd name="connsiteY2" fmla="*/ 193514 h 702310"/>
                  <a:gd name="connsiteX3" fmla="*/ 214332 w 440917"/>
                  <a:gd name="connsiteY3" fmla="*/ 194758 h 702310"/>
                  <a:gd name="connsiteX4" fmla="*/ 153473 w 440917"/>
                  <a:gd name="connsiteY4" fmla="*/ 222124 h 702310"/>
                  <a:gd name="connsiteX5" fmla="*/ 144779 w 440917"/>
                  <a:gd name="connsiteY5" fmla="*/ 225856 h 702310"/>
                  <a:gd name="connsiteX6" fmla="*/ 129875 w 440917"/>
                  <a:gd name="connsiteY6" fmla="*/ 222124 h 702310"/>
                  <a:gd name="connsiteX7" fmla="*/ 82678 w 440917"/>
                  <a:gd name="connsiteY7" fmla="*/ 251979 h 702310"/>
                  <a:gd name="connsiteX8" fmla="*/ 77709 w 440917"/>
                  <a:gd name="connsiteY8" fmla="*/ 255711 h 702310"/>
                  <a:gd name="connsiteX9" fmla="*/ 24302 w 440917"/>
                  <a:gd name="connsiteY9" fmla="*/ 279345 h 702310"/>
                  <a:gd name="connsiteX10" fmla="*/ 14366 w 440917"/>
                  <a:gd name="connsiteY10" fmla="*/ 330346 h 702310"/>
                  <a:gd name="connsiteX11" fmla="*/ 191976 w 440917"/>
                  <a:gd name="connsiteY11" fmla="*/ 592815 h 702310"/>
                  <a:gd name="connsiteX12" fmla="*/ 194460 w 440917"/>
                  <a:gd name="connsiteY12" fmla="*/ 595303 h 702310"/>
                  <a:gd name="connsiteX13" fmla="*/ 236689 w 440917"/>
                  <a:gd name="connsiteY13" fmla="*/ 686110 h 702310"/>
                  <a:gd name="connsiteX14" fmla="*/ 424235 w 440917"/>
                  <a:gd name="connsiteY14" fmla="*/ 586596 h 702310"/>
                  <a:gd name="connsiteX15" fmla="*/ 385732 w 440917"/>
                  <a:gd name="connsiteY15" fmla="*/ 479618 h 702310"/>
                  <a:gd name="connsiteX16" fmla="*/ 385732 w 440917"/>
                  <a:gd name="connsiteY16" fmla="*/ 475886 h 702310"/>
                  <a:gd name="connsiteX17" fmla="*/ 383248 w 440917"/>
                  <a:gd name="connsiteY17" fmla="*/ 286809 h 702310"/>
                  <a:gd name="connsiteX18" fmla="*/ 328599 w 440917"/>
                  <a:gd name="connsiteY18" fmla="*/ 244515 h 702310"/>
                  <a:gd name="connsiteX19" fmla="*/ 323631 w 440917"/>
                  <a:gd name="connsiteY19" fmla="*/ 239539 h 702310"/>
                  <a:gd name="connsiteX20" fmla="*/ 219301 w 440917"/>
                  <a:gd name="connsiteY20" fmla="*/ 11900 h 702310"/>
                  <a:gd name="connsiteX21" fmla="*/ 216819 w 440917"/>
                  <a:gd name="connsiteY21" fmla="*/ 681 h 702310"/>
                  <a:gd name="connsiteX22" fmla="*/ 336078 w 440917"/>
                  <a:gd name="connsiteY22" fmla="*/ 233314 h 702310"/>
                  <a:gd name="connsiteX23" fmla="*/ 396950 w 440917"/>
                  <a:gd name="connsiteY23" fmla="*/ 281830 h 702310"/>
                  <a:gd name="connsiteX24" fmla="*/ 400677 w 440917"/>
                  <a:gd name="connsiteY24" fmla="*/ 478386 h 702310"/>
                  <a:gd name="connsiteX25" fmla="*/ 440430 w 440917"/>
                  <a:gd name="connsiteY25" fmla="*/ 587860 h 702310"/>
                  <a:gd name="connsiteX26" fmla="*/ 437945 w 440917"/>
                  <a:gd name="connsiteY26" fmla="*/ 596568 h 702310"/>
                  <a:gd name="connsiteX27" fmla="*/ 237938 w 440917"/>
                  <a:gd name="connsiteY27" fmla="*/ 701066 h 702310"/>
                  <a:gd name="connsiteX28" fmla="*/ 235454 w 440917"/>
                  <a:gd name="connsiteY28" fmla="*/ 702310 h 702310"/>
                  <a:gd name="connsiteX29" fmla="*/ 232969 w 440917"/>
                  <a:gd name="connsiteY29" fmla="*/ 702310 h 702310"/>
                  <a:gd name="connsiteX30" fmla="*/ 229242 w 440917"/>
                  <a:gd name="connsiteY30" fmla="*/ 698578 h 702310"/>
                  <a:gd name="connsiteX31" fmla="*/ 183278 w 440917"/>
                  <a:gd name="connsiteY31" fmla="*/ 602788 h 702310"/>
                  <a:gd name="connsiteX32" fmla="*/ 103772 w 440917"/>
                  <a:gd name="connsiteY32" fmla="*/ 521927 h 702310"/>
                  <a:gd name="connsiteX33" fmla="*/ 1905 w 440917"/>
                  <a:gd name="connsiteY33" fmla="*/ 334079 h 702310"/>
                  <a:gd name="connsiteX34" fmla="*/ 14327 w 440917"/>
                  <a:gd name="connsiteY34" fmla="*/ 273122 h 702310"/>
                  <a:gd name="connsiteX35" fmla="*/ 73957 w 440917"/>
                  <a:gd name="connsiteY35" fmla="*/ 243266 h 702310"/>
                  <a:gd name="connsiteX36" fmla="*/ 144767 w 440917"/>
                  <a:gd name="connsiteY36" fmla="*/ 212165 h 702310"/>
                  <a:gd name="connsiteX37" fmla="*/ 208123 w 440917"/>
                  <a:gd name="connsiteY37" fmla="*/ 181065 h 702310"/>
                  <a:gd name="connsiteX38" fmla="*/ 216819 w 440917"/>
                  <a:gd name="connsiteY38" fmla="*/ 681 h 702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440917" h="702310">
                    <a:moveTo>
                      <a:pt x="219301" y="11900"/>
                    </a:moveTo>
                    <a:cubicBezTo>
                      <a:pt x="205638" y="14388"/>
                      <a:pt x="203154" y="85292"/>
                      <a:pt x="221785" y="187294"/>
                    </a:cubicBezTo>
                    <a:cubicBezTo>
                      <a:pt x="221785" y="189782"/>
                      <a:pt x="221785" y="191026"/>
                      <a:pt x="219301" y="193514"/>
                    </a:cubicBezTo>
                    <a:cubicBezTo>
                      <a:pt x="218058" y="194758"/>
                      <a:pt x="215574" y="196002"/>
                      <a:pt x="214332" y="194758"/>
                    </a:cubicBezTo>
                    <a:cubicBezTo>
                      <a:pt x="211848" y="193514"/>
                      <a:pt x="172103" y="183563"/>
                      <a:pt x="153473" y="222124"/>
                    </a:cubicBezTo>
                    <a:cubicBezTo>
                      <a:pt x="150989" y="225856"/>
                      <a:pt x="147263" y="227100"/>
                      <a:pt x="144779" y="225856"/>
                    </a:cubicBezTo>
                    <a:cubicBezTo>
                      <a:pt x="143537" y="225856"/>
                      <a:pt x="137327" y="222124"/>
                      <a:pt x="129875" y="222124"/>
                    </a:cubicBezTo>
                    <a:cubicBezTo>
                      <a:pt x="116212" y="222124"/>
                      <a:pt x="96340" y="228344"/>
                      <a:pt x="82678" y="251979"/>
                    </a:cubicBezTo>
                    <a:cubicBezTo>
                      <a:pt x="82678" y="254467"/>
                      <a:pt x="80193" y="255711"/>
                      <a:pt x="77709" y="255711"/>
                    </a:cubicBezTo>
                    <a:cubicBezTo>
                      <a:pt x="76467" y="255711"/>
                      <a:pt x="41691" y="258198"/>
                      <a:pt x="24302" y="279345"/>
                    </a:cubicBezTo>
                    <a:cubicBezTo>
                      <a:pt x="14366" y="293028"/>
                      <a:pt x="10640" y="309199"/>
                      <a:pt x="14366" y="330346"/>
                    </a:cubicBezTo>
                    <a:cubicBezTo>
                      <a:pt x="37965" y="462203"/>
                      <a:pt x="189492" y="591572"/>
                      <a:pt x="191976" y="592815"/>
                    </a:cubicBezTo>
                    <a:cubicBezTo>
                      <a:pt x="191976" y="592815"/>
                      <a:pt x="193218" y="594059"/>
                      <a:pt x="194460" y="595303"/>
                    </a:cubicBezTo>
                    <a:lnTo>
                      <a:pt x="236689" y="686110"/>
                    </a:lnTo>
                    <a:lnTo>
                      <a:pt x="424235" y="586596"/>
                    </a:lnTo>
                    <a:lnTo>
                      <a:pt x="385732" y="479618"/>
                    </a:lnTo>
                    <a:cubicBezTo>
                      <a:pt x="385732" y="478374"/>
                      <a:pt x="385732" y="477130"/>
                      <a:pt x="385732" y="475886"/>
                    </a:cubicBezTo>
                    <a:cubicBezTo>
                      <a:pt x="385732" y="474642"/>
                      <a:pt x="421751" y="355225"/>
                      <a:pt x="383248" y="286809"/>
                    </a:cubicBezTo>
                    <a:cubicBezTo>
                      <a:pt x="372070" y="265662"/>
                      <a:pt x="352197" y="250735"/>
                      <a:pt x="328599" y="244515"/>
                    </a:cubicBezTo>
                    <a:cubicBezTo>
                      <a:pt x="326115" y="243271"/>
                      <a:pt x="323631" y="242027"/>
                      <a:pt x="323631" y="239539"/>
                    </a:cubicBezTo>
                    <a:cubicBezTo>
                      <a:pt x="300032" y="140025"/>
                      <a:pt x="251593" y="4437"/>
                      <a:pt x="219301" y="11900"/>
                    </a:cubicBezTo>
                    <a:close/>
                    <a:moveTo>
                      <a:pt x="216819" y="681"/>
                    </a:moveTo>
                    <a:cubicBezTo>
                      <a:pt x="272722" y="-13003"/>
                      <a:pt x="324898" y="183553"/>
                      <a:pt x="336078" y="233314"/>
                    </a:cubicBezTo>
                    <a:cubicBezTo>
                      <a:pt x="363409" y="242022"/>
                      <a:pt x="383285" y="256950"/>
                      <a:pt x="396950" y="281830"/>
                    </a:cubicBezTo>
                    <a:cubicBezTo>
                      <a:pt x="434219" y="350252"/>
                      <a:pt x="405646" y="460970"/>
                      <a:pt x="400677" y="478386"/>
                    </a:cubicBezTo>
                    <a:lnTo>
                      <a:pt x="440430" y="587860"/>
                    </a:lnTo>
                    <a:cubicBezTo>
                      <a:pt x="441672" y="591592"/>
                      <a:pt x="440430" y="595324"/>
                      <a:pt x="437945" y="596568"/>
                    </a:cubicBezTo>
                    <a:lnTo>
                      <a:pt x="237938" y="701066"/>
                    </a:lnTo>
                    <a:cubicBezTo>
                      <a:pt x="237938" y="702310"/>
                      <a:pt x="236696" y="702310"/>
                      <a:pt x="235454" y="702310"/>
                    </a:cubicBezTo>
                    <a:cubicBezTo>
                      <a:pt x="234211" y="702310"/>
                      <a:pt x="234211" y="702310"/>
                      <a:pt x="232969" y="702310"/>
                    </a:cubicBezTo>
                    <a:cubicBezTo>
                      <a:pt x="231727" y="701066"/>
                      <a:pt x="230484" y="699822"/>
                      <a:pt x="229242" y="698578"/>
                    </a:cubicBezTo>
                    <a:lnTo>
                      <a:pt x="183278" y="602788"/>
                    </a:lnTo>
                    <a:cubicBezTo>
                      <a:pt x="175824" y="597812"/>
                      <a:pt x="139798" y="566712"/>
                      <a:pt x="103772" y="521927"/>
                    </a:cubicBezTo>
                    <a:cubicBezTo>
                      <a:pt x="64019" y="475898"/>
                      <a:pt x="15570" y="406233"/>
                      <a:pt x="1905" y="334079"/>
                    </a:cubicBezTo>
                    <a:cubicBezTo>
                      <a:pt x="-3065" y="309199"/>
                      <a:pt x="1905" y="288051"/>
                      <a:pt x="14327" y="273122"/>
                    </a:cubicBezTo>
                    <a:cubicBezTo>
                      <a:pt x="32962" y="249486"/>
                      <a:pt x="64019" y="245754"/>
                      <a:pt x="73957" y="243266"/>
                    </a:cubicBezTo>
                    <a:cubicBezTo>
                      <a:pt x="96318" y="207189"/>
                      <a:pt x="131102" y="209677"/>
                      <a:pt x="144767" y="212165"/>
                    </a:cubicBezTo>
                    <a:cubicBezTo>
                      <a:pt x="162159" y="182309"/>
                      <a:pt x="193216" y="179821"/>
                      <a:pt x="208123" y="181065"/>
                    </a:cubicBezTo>
                    <a:cubicBezTo>
                      <a:pt x="199427" y="131304"/>
                      <a:pt x="183278" y="8145"/>
                      <a:pt x="216819" y="6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8FF51ADD-165A-734B-AACC-47C1EB3DAD3F}"/>
                  </a:ext>
                </a:extLst>
              </p:cNvPr>
              <p:cNvSpPr/>
              <p:nvPr/>
            </p:nvSpPr>
            <p:spPr>
              <a:xfrm>
                <a:off x="13866911" y="7691727"/>
                <a:ext cx="224243" cy="1993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1" h="161">
                    <a:moveTo>
                      <a:pt x="25" y="156"/>
                    </a:moveTo>
                    <a:cubicBezTo>
                      <a:pt x="31" y="160"/>
                      <a:pt x="38" y="162"/>
                      <a:pt x="46" y="161"/>
                    </a:cubicBezTo>
                    <a:cubicBezTo>
                      <a:pt x="62" y="158"/>
                      <a:pt x="70" y="143"/>
                      <a:pt x="72" y="134"/>
                    </a:cubicBezTo>
                    <a:cubicBezTo>
                      <a:pt x="80" y="137"/>
                      <a:pt x="93" y="139"/>
                      <a:pt x="103" y="137"/>
                    </a:cubicBezTo>
                    <a:cubicBezTo>
                      <a:pt x="118" y="133"/>
                      <a:pt x="125" y="121"/>
                      <a:pt x="129" y="113"/>
                    </a:cubicBezTo>
                    <a:cubicBezTo>
                      <a:pt x="141" y="117"/>
                      <a:pt x="155" y="116"/>
                      <a:pt x="166" y="108"/>
                    </a:cubicBezTo>
                    <a:cubicBezTo>
                      <a:pt x="177" y="99"/>
                      <a:pt x="183" y="86"/>
                      <a:pt x="181" y="72"/>
                    </a:cubicBezTo>
                    <a:cubicBezTo>
                      <a:pt x="178" y="55"/>
                      <a:pt x="161" y="6"/>
                      <a:pt x="160" y="3"/>
                    </a:cubicBezTo>
                    <a:cubicBezTo>
                      <a:pt x="159" y="1"/>
                      <a:pt x="157" y="0"/>
                      <a:pt x="154" y="0"/>
                    </a:cubicBezTo>
                    <a:cubicBezTo>
                      <a:pt x="152" y="1"/>
                      <a:pt x="150" y="4"/>
                      <a:pt x="151" y="7"/>
                    </a:cubicBezTo>
                    <a:cubicBezTo>
                      <a:pt x="151" y="7"/>
                      <a:pt x="168" y="58"/>
                      <a:pt x="171" y="74"/>
                    </a:cubicBezTo>
                    <a:cubicBezTo>
                      <a:pt x="173" y="83"/>
                      <a:pt x="168" y="94"/>
                      <a:pt x="160" y="100"/>
                    </a:cubicBezTo>
                    <a:cubicBezTo>
                      <a:pt x="151" y="106"/>
                      <a:pt x="140" y="108"/>
                      <a:pt x="129" y="102"/>
                    </a:cubicBezTo>
                    <a:cubicBezTo>
                      <a:pt x="127" y="102"/>
                      <a:pt x="125" y="102"/>
                      <a:pt x="124" y="102"/>
                    </a:cubicBezTo>
                    <a:cubicBezTo>
                      <a:pt x="123" y="103"/>
                      <a:pt x="122" y="104"/>
                      <a:pt x="121" y="105"/>
                    </a:cubicBezTo>
                    <a:cubicBezTo>
                      <a:pt x="121" y="105"/>
                      <a:pt x="116" y="124"/>
                      <a:pt x="101" y="128"/>
                    </a:cubicBezTo>
                    <a:cubicBezTo>
                      <a:pt x="88" y="130"/>
                      <a:pt x="71" y="123"/>
                      <a:pt x="71" y="123"/>
                    </a:cubicBezTo>
                    <a:cubicBezTo>
                      <a:pt x="69" y="122"/>
                      <a:pt x="68" y="122"/>
                      <a:pt x="67" y="123"/>
                    </a:cubicBezTo>
                    <a:cubicBezTo>
                      <a:pt x="65" y="124"/>
                      <a:pt x="64" y="125"/>
                      <a:pt x="64" y="127"/>
                    </a:cubicBezTo>
                    <a:cubicBezTo>
                      <a:pt x="64" y="127"/>
                      <a:pt x="60" y="149"/>
                      <a:pt x="45" y="151"/>
                    </a:cubicBezTo>
                    <a:cubicBezTo>
                      <a:pt x="25" y="154"/>
                      <a:pt x="10" y="127"/>
                      <a:pt x="9" y="127"/>
                    </a:cubicBezTo>
                    <a:cubicBezTo>
                      <a:pt x="8" y="124"/>
                      <a:pt x="5" y="123"/>
                      <a:pt x="3" y="124"/>
                    </a:cubicBezTo>
                    <a:cubicBezTo>
                      <a:pt x="1" y="126"/>
                      <a:pt x="-1" y="128"/>
                      <a:pt x="1" y="131"/>
                    </a:cubicBezTo>
                    <a:cubicBezTo>
                      <a:pt x="1" y="132"/>
                      <a:pt x="10" y="148"/>
                      <a:pt x="25" y="1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025F7F27-EB69-7A46-9B62-731FB602015D}"/>
                  </a:ext>
                </a:extLst>
              </p:cNvPr>
              <p:cNvSpPr/>
              <p:nvPr/>
            </p:nvSpPr>
            <p:spPr>
              <a:xfrm>
                <a:off x="14033847" y="7699205"/>
                <a:ext cx="110875" cy="1084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" h="88">
                    <a:moveTo>
                      <a:pt x="90" y="0"/>
                    </a:moveTo>
                    <a:cubicBezTo>
                      <a:pt x="90" y="0"/>
                      <a:pt x="-5" y="40"/>
                      <a:pt x="0" y="76"/>
                    </a:cubicBezTo>
                    <a:cubicBezTo>
                      <a:pt x="3" y="99"/>
                      <a:pt x="77" y="83"/>
                      <a:pt x="77" y="8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C8EFF363-B002-474E-87FD-2C261CBD31E1}"/>
                  </a:ext>
                </a:extLst>
              </p:cNvPr>
              <p:cNvSpPr/>
              <p:nvPr/>
            </p:nvSpPr>
            <p:spPr>
              <a:xfrm>
                <a:off x="14027618" y="7694216"/>
                <a:ext cx="123333" cy="120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0" h="98">
                    <a:moveTo>
                      <a:pt x="8" y="92"/>
                    </a:moveTo>
                    <a:cubicBezTo>
                      <a:pt x="27" y="103"/>
                      <a:pt x="77" y="93"/>
                      <a:pt x="83" y="92"/>
                    </a:cubicBezTo>
                    <a:cubicBezTo>
                      <a:pt x="85" y="91"/>
                      <a:pt x="87" y="89"/>
                      <a:pt x="87" y="86"/>
                    </a:cubicBezTo>
                    <a:cubicBezTo>
                      <a:pt x="86" y="84"/>
                      <a:pt x="84" y="82"/>
                      <a:pt x="81" y="83"/>
                    </a:cubicBezTo>
                    <a:cubicBezTo>
                      <a:pt x="66" y="85"/>
                      <a:pt x="25" y="92"/>
                      <a:pt x="12" y="83"/>
                    </a:cubicBezTo>
                    <a:cubicBezTo>
                      <a:pt x="10" y="82"/>
                      <a:pt x="10" y="80"/>
                      <a:pt x="10" y="79"/>
                    </a:cubicBezTo>
                    <a:cubicBezTo>
                      <a:pt x="6" y="53"/>
                      <a:pt x="71" y="20"/>
                      <a:pt x="97" y="9"/>
                    </a:cubicBezTo>
                    <a:cubicBezTo>
                      <a:pt x="99" y="8"/>
                      <a:pt x="101" y="5"/>
                      <a:pt x="99" y="2"/>
                    </a:cubicBezTo>
                    <a:cubicBezTo>
                      <a:pt x="98" y="0"/>
                      <a:pt x="95" y="-1"/>
                      <a:pt x="93" y="0"/>
                    </a:cubicBezTo>
                    <a:cubicBezTo>
                      <a:pt x="92" y="0"/>
                      <a:pt x="68" y="10"/>
                      <a:pt x="45" y="24"/>
                    </a:cubicBezTo>
                    <a:cubicBezTo>
                      <a:pt x="13" y="45"/>
                      <a:pt x="-3" y="63"/>
                      <a:pt x="0" y="81"/>
                    </a:cubicBezTo>
                    <a:cubicBezTo>
                      <a:pt x="0" y="85"/>
                      <a:pt x="3" y="89"/>
                      <a:pt x="6" y="91"/>
                    </a:cubicBezTo>
                    <a:cubicBezTo>
                      <a:pt x="7" y="92"/>
                      <a:pt x="8" y="92"/>
                      <a:pt x="8" y="9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3804B7A6-CCC5-4547-96E4-3AF5FA4226CE}"/>
                  </a:ext>
                </a:extLst>
              </p:cNvPr>
              <p:cNvSpPr/>
              <p:nvPr/>
            </p:nvSpPr>
            <p:spPr>
              <a:xfrm>
                <a:off x="15067854" y="6520272"/>
                <a:ext cx="859596" cy="8175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1" h="657">
                    <a:moveTo>
                      <a:pt x="688" y="312"/>
                    </a:moveTo>
                    <a:cubicBezTo>
                      <a:pt x="686" y="305"/>
                      <a:pt x="680" y="300"/>
                      <a:pt x="672" y="298"/>
                    </a:cubicBezTo>
                    <a:cubicBezTo>
                      <a:pt x="670" y="292"/>
                      <a:pt x="666" y="286"/>
                      <a:pt x="660" y="282"/>
                    </a:cubicBezTo>
                    <a:cubicBezTo>
                      <a:pt x="653" y="279"/>
                      <a:pt x="646" y="278"/>
                      <a:pt x="639" y="280"/>
                    </a:cubicBezTo>
                    <a:cubicBezTo>
                      <a:pt x="637" y="273"/>
                      <a:pt x="633" y="267"/>
                      <a:pt x="626" y="264"/>
                    </a:cubicBezTo>
                    <a:cubicBezTo>
                      <a:pt x="625" y="263"/>
                      <a:pt x="623" y="262"/>
                      <a:pt x="621" y="262"/>
                    </a:cubicBezTo>
                    <a:cubicBezTo>
                      <a:pt x="628" y="260"/>
                      <a:pt x="635" y="257"/>
                      <a:pt x="639" y="251"/>
                    </a:cubicBezTo>
                    <a:cubicBezTo>
                      <a:pt x="643" y="245"/>
                      <a:pt x="645" y="238"/>
                      <a:pt x="644" y="231"/>
                    </a:cubicBezTo>
                    <a:cubicBezTo>
                      <a:pt x="651" y="230"/>
                      <a:pt x="657" y="226"/>
                      <a:pt x="661" y="220"/>
                    </a:cubicBezTo>
                    <a:cubicBezTo>
                      <a:pt x="670" y="208"/>
                      <a:pt x="667" y="191"/>
                      <a:pt x="655" y="182"/>
                    </a:cubicBezTo>
                    <a:cubicBezTo>
                      <a:pt x="649" y="178"/>
                      <a:pt x="642" y="177"/>
                      <a:pt x="636" y="177"/>
                    </a:cubicBezTo>
                    <a:cubicBezTo>
                      <a:pt x="631" y="172"/>
                      <a:pt x="624" y="169"/>
                      <a:pt x="617" y="169"/>
                    </a:cubicBezTo>
                    <a:cubicBezTo>
                      <a:pt x="609" y="169"/>
                      <a:pt x="602" y="172"/>
                      <a:pt x="597" y="177"/>
                    </a:cubicBezTo>
                    <a:cubicBezTo>
                      <a:pt x="593" y="172"/>
                      <a:pt x="586" y="169"/>
                      <a:pt x="578" y="169"/>
                    </a:cubicBezTo>
                    <a:lnTo>
                      <a:pt x="577" y="169"/>
                    </a:lnTo>
                    <a:cubicBezTo>
                      <a:pt x="580" y="165"/>
                      <a:pt x="583" y="161"/>
                      <a:pt x="584" y="155"/>
                    </a:cubicBezTo>
                    <a:cubicBezTo>
                      <a:pt x="585" y="148"/>
                      <a:pt x="583" y="141"/>
                      <a:pt x="580" y="135"/>
                    </a:cubicBezTo>
                    <a:cubicBezTo>
                      <a:pt x="585" y="131"/>
                      <a:pt x="589" y="125"/>
                      <a:pt x="590" y="117"/>
                    </a:cubicBezTo>
                    <a:cubicBezTo>
                      <a:pt x="593" y="103"/>
                      <a:pt x="583" y="89"/>
                      <a:pt x="568" y="86"/>
                    </a:cubicBezTo>
                    <a:cubicBezTo>
                      <a:pt x="563" y="85"/>
                      <a:pt x="558" y="86"/>
                      <a:pt x="554" y="87"/>
                    </a:cubicBezTo>
                    <a:cubicBezTo>
                      <a:pt x="547" y="84"/>
                      <a:pt x="539" y="83"/>
                      <a:pt x="531" y="86"/>
                    </a:cubicBezTo>
                    <a:cubicBezTo>
                      <a:pt x="524" y="89"/>
                      <a:pt x="519" y="94"/>
                      <a:pt x="516" y="100"/>
                    </a:cubicBezTo>
                    <a:cubicBezTo>
                      <a:pt x="510" y="98"/>
                      <a:pt x="503" y="98"/>
                      <a:pt x="496" y="100"/>
                    </a:cubicBezTo>
                    <a:cubicBezTo>
                      <a:pt x="497" y="97"/>
                      <a:pt x="497" y="93"/>
                      <a:pt x="497" y="89"/>
                    </a:cubicBezTo>
                    <a:cubicBezTo>
                      <a:pt x="496" y="82"/>
                      <a:pt x="492" y="75"/>
                      <a:pt x="486" y="71"/>
                    </a:cubicBezTo>
                    <a:cubicBezTo>
                      <a:pt x="491" y="66"/>
                      <a:pt x="492" y="58"/>
                      <a:pt x="491" y="51"/>
                    </a:cubicBezTo>
                    <a:cubicBezTo>
                      <a:pt x="489" y="37"/>
                      <a:pt x="475" y="26"/>
                      <a:pt x="461" y="29"/>
                    </a:cubicBezTo>
                    <a:cubicBezTo>
                      <a:pt x="456" y="29"/>
                      <a:pt x="452" y="30"/>
                      <a:pt x="449" y="33"/>
                    </a:cubicBezTo>
                    <a:cubicBezTo>
                      <a:pt x="440" y="32"/>
                      <a:pt x="432" y="35"/>
                      <a:pt x="426" y="42"/>
                    </a:cubicBezTo>
                    <a:cubicBezTo>
                      <a:pt x="422" y="48"/>
                      <a:pt x="419" y="54"/>
                      <a:pt x="419" y="61"/>
                    </a:cubicBezTo>
                    <a:cubicBezTo>
                      <a:pt x="417" y="62"/>
                      <a:pt x="414" y="62"/>
                      <a:pt x="411" y="63"/>
                    </a:cubicBezTo>
                    <a:cubicBezTo>
                      <a:pt x="412" y="59"/>
                      <a:pt x="410" y="56"/>
                      <a:pt x="409" y="52"/>
                    </a:cubicBezTo>
                    <a:cubicBezTo>
                      <a:pt x="406" y="45"/>
                      <a:pt x="401" y="40"/>
                      <a:pt x="394" y="38"/>
                    </a:cubicBezTo>
                    <a:cubicBezTo>
                      <a:pt x="398" y="31"/>
                      <a:pt x="398" y="24"/>
                      <a:pt x="394" y="17"/>
                    </a:cubicBezTo>
                    <a:cubicBezTo>
                      <a:pt x="389" y="4"/>
                      <a:pt x="373" y="-3"/>
                      <a:pt x="359" y="2"/>
                    </a:cubicBezTo>
                    <a:cubicBezTo>
                      <a:pt x="346" y="8"/>
                      <a:pt x="340" y="22"/>
                      <a:pt x="344" y="35"/>
                    </a:cubicBezTo>
                    <a:cubicBezTo>
                      <a:pt x="338" y="38"/>
                      <a:pt x="333" y="43"/>
                      <a:pt x="330" y="49"/>
                    </a:cubicBezTo>
                    <a:cubicBezTo>
                      <a:pt x="328" y="54"/>
                      <a:pt x="327" y="58"/>
                      <a:pt x="328" y="63"/>
                    </a:cubicBezTo>
                    <a:cubicBezTo>
                      <a:pt x="326" y="63"/>
                      <a:pt x="325" y="63"/>
                      <a:pt x="324" y="63"/>
                    </a:cubicBezTo>
                    <a:cubicBezTo>
                      <a:pt x="325" y="56"/>
                      <a:pt x="323" y="49"/>
                      <a:pt x="319" y="43"/>
                    </a:cubicBezTo>
                    <a:cubicBezTo>
                      <a:pt x="314" y="37"/>
                      <a:pt x="308" y="34"/>
                      <a:pt x="302" y="32"/>
                    </a:cubicBezTo>
                    <a:cubicBezTo>
                      <a:pt x="298" y="26"/>
                      <a:pt x="291" y="21"/>
                      <a:pt x="283" y="20"/>
                    </a:cubicBezTo>
                    <a:cubicBezTo>
                      <a:pt x="268" y="18"/>
                      <a:pt x="255" y="27"/>
                      <a:pt x="252" y="42"/>
                    </a:cubicBezTo>
                    <a:cubicBezTo>
                      <a:pt x="251" y="50"/>
                      <a:pt x="252" y="56"/>
                      <a:pt x="256" y="62"/>
                    </a:cubicBezTo>
                    <a:cubicBezTo>
                      <a:pt x="251" y="65"/>
                      <a:pt x="248" y="70"/>
                      <a:pt x="246" y="76"/>
                    </a:cubicBezTo>
                    <a:cubicBezTo>
                      <a:pt x="243" y="75"/>
                      <a:pt x="239" y="74"/>
                      <a:pt x="236" y="75"/>
                    </a:cubicBezTo>
                    <a:cubicBezTo>
                      <a:pt x="235" y="68"/>
                      <a:pt x="232" y="62"/>
                      <a:pt x="226" y="57"/>
                    </a:cubicBezTo>
                    <a:cubicBezTo>
                      <a:pt x="215" y="47"/>
                      <a:pt x="198" y="48"/>
                      <a:pt x="188" y="59"/>
                    </a:cubicBezTo>
                    <a:cubicBezTo>
                      <a:pt x="187" y="61"/>
                      <a:pt x="187" y="62"/>
                      <a:pt x="185" y="63"/>
                    </a:cubicBezTo>
                    <a:cubicBezTo>
                      <a:pt x="176" y="68"/>
                      <a:pt x="170" y="78"/>
                      <a:pt x="171" y="89"/>
                    </a:cubicBezTo>
                    <a:cubicBezTo>
                      <a:pt x="171" y="97"/>
                      <a:pt x="174" y="103"/>
                      <a:pt x="179" y="108"/>
                    </a:cubicBezTo>
                    <a:cubicBezTo>
                      <a:pt x="177" y="109"/>
                      <a:pt x="176" y="111"/>
                      <a:pt x="175" y="113"/>
                    </a:cubicBezTo>
                    <a:cubicBezTo>
                      <a:pt x="174" y="112"/>
                      <a:pt x="172" y="111"/>
                      <a:pt x="171" y="110"/>
                    </a:cubicBezTo>
                    <a:cubicBezTo>
                      <a:pt x="165" y="107"/>
                      <a:pt x="157" y="107"/>
                      <a:pt x="150" y="109"/>
                    </a:cubicBezTo>
                    <a:cubicBezTo>
                      <a:pt x="148" y="103"/>
                      <a:pt x="144" y="97"/>
                      <a:pt x="137" y="93"/>
                    </a:cubicBezTo>
                    <a:cubicBezTo>
                      <a:pt x="124" y="87"/>
                      <a:pt x="107" y="92"/>
                      <a:pt x="100" y="106"/>
                    </a:cubicBezTo>
                    <a:cubicBezTo>
                      <a:pt x="95" y="116"/>
                      <a:pt x="98" y="129"/>
                      <a:pt x="106" y="137"/>
                    </a:cubicBezTo>
                    <a:cubicBezTo>
                      <a:pt x="103" y="143"/>
                      <a:pt x="103" y="149"/>
                      <a:pt x="105" y="156"/>
                    </a:cubicBezTo>
                    <a:cubicBezTo>
                      <a:pt x="108" y="162"/>
                      <a:pt x="113" y="168"/>
                      <a:pt x="119" y="171"/>
                    </a:cubicBezTo>
                    <a:cubicBezTo>
                      <a:pt x="119" y="172"/>
                      <a:pt x="118" y="172"/>
                      <a:pt x="118" y="172"/>
                    </a:cubicBezTo>
                    <a:cubicBezTo>
                      <a:pt x="116" y="172"/>
                      <a:pt x="114" y="173"/>
                      <a:pt x="113" y="175"/>
                    </a:cubicBezTo>
                    <a:cubicBezTo>
                      <a:pt x="108" y="169"/>
                      <a:pt x="102" y="166"/>
                      <a:pt x="95" y="165"/>
                    </a:cubicBezTo>
                    <a:cubicBezTo>
                      <a:pt x="89" y="163"/>
                      <a:pt x="82" y="165"/>
                      <a:pt x="77" y="168"/>
                    </a:cubicBezTo>
                    <a:cubicBezTo>
                      <a:pt x="68" y="164"/>
                      <a:pt x="57" y="165"/>
                      <a:pt x="48" y="171"/>
                    </a:cubicBezTo>
                    <a:cubicBezTo>
                      <a:pt x="36" y="180"/>
                      <a:pt x="34" y="197"/>
                      <a:pt x="43" y="209"/>
                    </a:cubicBezTo>
                    <a:cubicBezTo>
                      <a:pt x="48" y="215"/>
                      <a:pt x="55" y="218"/>
                      <a:pt x="61" y="219"/>
                    </a:cubicBezTo>
                    <a:cubicBezTo>
                      <a:pt x="61" y="226"/>
                      <a:pt x="62" y="233"/>
                      <a:pt x="67" y="239"/>
                    </a:cubicBezTo>
                    <a:cubicBezTo>
                      <a:pt x="67" y="240"/>
                      <a:pt x="68" y="240"/>
                      <a:pt x="68" y="241"/>
                    </a:cubicBezTo>
                    <a:cubicBezTo>
                      <a:pt x="66" y="243"/>
                      <a:pt x="63" y="246"/>
                      <a:pt x="61" y="249"/>
                    </a:cubicBezTo>
                    <a:cubicBezTo>
                      <a:pt x="55" y="245"/>
                      <a:pt x="48" y="243"/>
                      <a:pt x="41" y="245"/>
                    </a:cubicBezTo>
                    <a:cubicBezTo>
                      <a:pt x="26" y="248"/>
                      <a:pt x="17" y="262"/>
                      <a:pt x="20" y="276"/>
                    </a:cubicBezTo>
                    <a:cubicBezTo>
                      <a:pt x="16" y="288"/>
                      <a:pt x="22" y="303"/>
                      <a:pt x="34" y="308"/>
                    </a:cubicBezTo>
                    <a:cubicBezTo>
                      <a:pt x="35" y="308"/>
                      <a:pt x="35" y="309"/>
                      <a:pt x="35" y="309"/>
                    </a:cubicBezTo>
                    <a:lnTo>
                      <a:pt x="34" y="310"/>
                    </a:lnTo>
                    <a:cubicBezTo>
                      <a:pt x="20" y="306"/>
                      <a:pt x="5" y="315"/>
                      <a:pt x="1" y="329"/>
                    </a:cubicBezTo>
                    <a:cubicBezTo>
                      <a:pt x="-2" y="344"/>
                      <a:pt x="7" y="359"/>
                      <a:pt x="21" y="362"/>
                    </a:cubicBezTo>
                    <a:cubicBezTo>
                      <a:pt x="29" y="364"/>
                      <a:pt x="36" y="362"/>
                      <a:pt x="42" y="360"/>
                    </a:cubicBezTo>
                    <a:cubicBezTo>
                      <a:pt x="42" y="361"/>
                      <a:pt x="43" y="361"/>
                      <a:pt x="44" y="362"/>
                    </a:cubicBezTo>
                    <a:cubicBezTo>
                      <a:pt x="39" y="362"/>
                      <a:pt x="34" y="364"/>
                      <a:pt x="30" y="366"/>
                    </a:cubicBezTo>
                    <a:cubicBezTo>
                      <a:pt x="16" y="374"/>
                      <a:pt x="12" y="390"/>
                      <a:pt x="20" y="403"/>
                    </a:cubicBezTo>
                    <a:cubicBezTo>
                      <a:pt x="25" y="412"/>
                      <a:pt x="33" y="416"/>
                      <a:pt x="42" y="417"/>
                    </a:cubicBezTo>
                    <a:cubicBezTo>
                      <a:pt x="45" y="419"/>
                      <a:pt x="48" y="421"/>
                      <a:pt x="51" y="422"/>
                    </a:cubicBezTo>
                    <a:cubicBezTo>
                      <a:pt x="50" y="424"/>
                      <a:pt x="49" y="427"/>
                      <a:pt x="48" y="429"/>
                    </a:cubicBezTo>
                    <a:cubicBezTo>
                      <a:pt x="40" y="435"/>
                      <a:pt x="37" y="446"/>
                      <a:pt x="39" y="457"/>
                    </a:cubicBezTo>
                    <a:cubicBezTo>
                      <a:pt x="42" y="471"/>
                      <a:pt x="57" y="480"/>
                      <a:pt x="72" y="477"/>
                    </a:cubicBezTo>
                    <a:cubicBezTo>
                      <a:pt x="78" y="476"/>
                      <a:pt x="83" y="472"/>
                      <a:pt x="86" y="467"/>
                    </a:cubicBezTo>
                    <a:cubicBezTo>
                      <a:pt x="86" y="469"/>
                      <a:pt x="86" y="471"/>
                      <a:pt x="87" y="472"/>
                    </a:cubicBezTo>
                    <a:cubicBezTo>
                      <a:pt x="80" y="473"/>
                      <a:pt x="74" y="477"/>
                      <a:pt x="70" y="484"/>
                    </a:cubicBezTo>
                    <a:cubicBezTo>
                      <a:pt x="61" y="496"/>
                      <a:pt x="64" y="512"/>
                      <a:pt x="77" y="521"/>
                    </a:cubicBezTo>
                    <a:cubicBezTo>
                      <a:pt x="88" y="529"/>
                      <a:pt x="105" y="527"/>
                      <a:pt x="113" y="516"/>
                    </a:cubicBezTo>
                    <a:cubicBezTo>
                      <a:pt x="114" y="516"/>
                      <a:pt x="114" y="516"/>
                      <a:pt x="114" y="516"/>
                    </a:cubicBezTo>
                    <a:cubicBezTo>
                      <a:pt x="111" y="526"/>
                      <a:pt x="113" y="538"/>
                      <a:pt x="120" y="545"/>
                    </a:cubicBezTo>
                    <a:cubicBezTo>
                      <a:pt x="121" y="547"/>
                      <a:pt x="122" y="549"/>
                      <a:pt x="124" y="550"/>
                    </a:cubicBezTo>
                    <a:cubicBezTo>
                      <a:pt x="133" y="563"/>
                      <a:pt x="149" y="566"/>
                      <a:pt x="161" y="556"/>
                    </a:cubicBezTo>
                    <a:cubicBezTo>
                      <a:pt x="164" y="555"/>
                      <a:pt x="166" y="553"/>
                      <a:pt x="168" y="550"/>
                    </a:cubicBezTo>
                    <a:cubicBezTo>
                      <a:pt x="168" y="551"/>
                      <a:pt x="169" y="553"/>
                      <a:pt x="169" y="555"/>
                    </a:cubicBezTo>
                    <a:cubicBezTo>
                      <a:pt x="168" y="557"/>
                      <a:pt x="167" y="559"/>
                      <a:pt x="166" y="563"/>
                    </a:cubicBezTo>
                    <a:cubicBezTo>
                      <a:pt x="166" y="565"/>
                      <a:pt x="165" y="567"/>
                      <a:pt x="165" y="569"/>
                    </a:cubicBezTo>
                    <a:cubicBezTo>
                      <a:pt x="164" y="572"/>
                      <a:pt x="163" y="574"/>
                      <a:pt x="163" y="577"/>
                    </a:cubicBezTo>
                    <a:cubicBezTo>
                      <a:pt x="161" y="592"/>
                      <a:pt x="172" y="606"/>
                      <a:pt x="187" y="608"/>
                    </a:cubicBezTo>
                    <a:cubicBezTo>
                      <a:pt x="200" y="609"/>
                      <a:pt x="212" y="601"/>
                      <a:pt x="216" y="588"/>
                    </a:cubicBezTo>
                    <a:cubicBezTo>
                      <a:pt x="217" y="597"/>
                      <a:pt x="222" y="605"/>
                      <a:pt x="230" y="609"/>
                    </a:cubicBezTo>
                    <a:cubicBezTo>
                      <a:pt x="241" y="614"/>
                      <a:pt x="254" y="612"/>
                      <a:pt x="262" y="604"/>
                    </a:cubicBezTo>
                    <a:cubicBezTo>
                      <a:pt x="267" y="614"/>
                      <a:pt x="277" y="620"/>
                      <a:pt x="289" y="619"/>
                    </a:cubicBezTo>
                    <a:cubicBezTo>
                      <a:pt x="298" y="618"/>
                      <a:pt x="307" y="612"/>
                      <a:pt x="311" y="603"/>
                    </a:cubicBezTo>
                    <a:cubicBezTo>
                      <a:pt x="313" y="607"/>
                      <a:pt x="315" y="609"/>
                      <a:pt x="319" y="610"/>
                    </a:cubicBezTo>
                    <a:cubicBezTo>
                      <a:pt x="321" y="614"/>
                      <a:pt x="324" y="618"/>
                      <a:pt x="328" y="619"/>
                    </a:cubicBezTo>
                    <a:cubicBezTo>
                      <a:pt x="337" y="624"/>
                      <a:pt x="347" y="624"/>
                      <a:pt x="354" y="619"/>
                    </a:cubicBezTo>
                    <a:cubicBezTo>
                      <a:pt x="355" y="629"/>
                      <a:pt x="360" y="637"/>
                      <a:pt x="369" y="642"/>
                    </a:cubicBezTo>
                    <a:cubicBezTo>
                      <a:pt x="382" y="649"/>
                      <a:pt x="398" y="644"/>
                      <a:pt x="405" y="631"/>
                    </a:cubicBezTo>
                    <a:cubicBezTo>
                      <a:pt x="411" y="638"/>
                      <a:pt x="419" y="642"/>
                      <a:pt x="429" y="642"/>
                    </a:cubicBezTo>
                    <a:cubicBezTo>
                      <a:pt x="437" y="640"/>
                      <a:pt x="443" y="637"/>
                      <a:pt x="447" y="632"/>
                    </a:cubicBezTo>
                    <a:cubicBezTo>
                      <a:pt x="452" y="631"/>
                      <a:pt x="457" y="627"/>
                      <a:pt x="461" y="622"/>
                    </a:cubicBezTo>
                    <a:cubicBezTo>
                      <a:pt x="462" y="624"/>
                      <a:pt x="464" y="626"/>
                      <a:pt x="465" y="627"/>
                    </a:cubicBezTo>
                    <a:cubicBezTo>
                      <a:pt x="465" y="629"/>
                      <a:pt x="465" y="630"/>
                      <a:pt x="465" y="631"/>
                    </a:cubicBezTo>
                    <a:cubicBezTo>
                      <a:pt x="465" y="646"/>
                      <a:pt x="478" y="657"/>
                      <a:pt x="492" y="657"/>
                    </a:cubicBezTo>
                    <a:lnTo>
                      <a:pt x="493" y="657"/>
                    </a:lnTo>
                    <a:cubicBezTo>
                      <a:pt x="508" y="656"/>
                      <a:pt x="520" y="644"/>
                      <a:pt x="519" y="629"/>
                    </a:cubicBezTo>
                    <a:cubicBezTo>
                      <a:pt x="519" y="621"/>
                      <a:pt x="515" y="615"/>
                      <a:pt x="511" y="610"/>
                    </a:cubicBezTo>
                    <a:cubicBezTo>
                      <a:pt x="515" y="605"/>
                      <a:pt x="518" y="598"/>
                      <a:pt x="518" y="591"/>
                    </a:cubicBezTo>
                    <a:cubicBezTo>
                      <a:pt x="517" y="583"/>
                      <a:pt x="514" y="577"/>
                      <a:pt x="509" y="572"/>
                    </a:cubicBezTo>
                    <a:cubicBezTo>
                      <a:pt x="513" y="568"/>
                      <a:pt x="515" y="563"/>
                      <a:pt x="516" y="558"/>
                    </a:cubicBezTo>
                    <a:cubicBezTo>
                      <a:pt x="518" y="557"/>
                      <a:pt x="520" y="555"/>
                      <a:pt x="522" y="554"/>
                    </a:cubicBezTo>
                    <a:cubicBezTo>
                      <a:pt x="527" y="559"/>
                      <a:pt x="533" y="563"/>
                      <a:pt x="541" y="563"/>
                    </a:cubicBezTo>
                    <a:cubicBezTo>
                      <a:pt x="548" y="564"/>
                      <a:pt x="555" y="561"/>
                      <a:pt x="560" y="556"/>
                    </a:cubicBezTo>
                    <a:cubicBezTo>
                      <a:pt x="565" y="562"/>
                      <a:pt x="571" y="565"/>
                      <a:pt x="578" y="566"/>
                    </a:cubicBezTo>
                    <a:cubicBezTo>
                      <a:pt x="593" y="567"/>
                      <a:pt x="606" y="555"/>
                      <a:pt x="607" y="540"/>
                    </a:cubicBezTo>
                    <a:cubicBezTo>
                      <a:pt x="608" y="531"/>
                      <a:pt x="604" y="523"/>
                      <a:pt x="597" y="517"/>
                    </a:cubicBezTo>
                    <a:cubicBezTo>
                      <a:pt x="599" y="511"/>
                      <a:pt x="599" y="504"/>
                      <a:pt x="596" y="497"/>
                    </a:cubicBezTo>
                    <a:cubicBezTo>
                      <a:pt x="593" y="490"/>
                      <a:pt x="588" y="486"/>
                      <a:pt x="582" y="482"/>
                    </a:cubicBezTo>
                    <a:cubicBezTo>
                      <a:pt x="584" y="477"/>
                      <a:pt x="585" y="472"/>
                      <a:pt x="583" y="466"/>
                    </a:cubicBezTo>
                    <a:cubicBezTo>
                      <a:pt x="588" y="470"/>
                      <a:pt x="595" y="472"/>
                      <a:pt x="602" y="471"/>
                    </a:cubicBezTo>
                    <a:cubicBezTo>
                      <a:pt x="609" y="470"/>
                      <a:pt x="616" y="466"/>
                      <a:pt x="620" y="461"/>
                    </a:cubicBezTo>
                    <a:cubicBezTo>
                      <a:pt x="625" y="465"/>
                      <a:pt x="632" y="467"/>
                      <a:pt x="640" y="466"/>
                    </a:cubicBezTo>
                    <a:cubicBezTo>
                      <a:pt x="654" y="465"/>
                      <a:pt x="665" y="451"/>
                      <a:pt x="664" y="436"/>
                    </a:cubicBezTo>
                    <a:cubicBezTo>
                      <a:pt x="662" y="428"/>
                      <a:pt x="658" y="421"/>
                      <a:pt x="651" y="416"/>
                    </a:cubicBezTo>
                    <a:cubicBezTo>
                      <a:pt x="652" y="410"/>
                      <a:pt x="650" y="403"/>
                      <a:pt x="646" y="397"/>
                    </a:cubicBezTo>
                    <a:cubicBezTo>
                      <a:pt x="642" y="391"/>
                      <a:pt x="635" y="388"/>
                      <a:pt x="628" y="387"/>
                    </a:cubicBezTo>
                    <a:cubicBezTo>
                      <a:pt x="629" y="380"/>
                      <a:pt x="628" y="373"/>
                      <a:pt x="623" y="367"/>
                    </a:cubicBezTo>
                    <a:cubicBezTo>
                      <a:pt x="629" y="368"/>
                      <a:pt x="636" y="368"/>
                      <a:pt x="642" y="365"/>
                    </a:cubicBezTo>
                    <a:cubicBezTo>
                      <a:pt x="649" y="362"/>
                      <a:pt x="653" y="356"/>
                      <a:pt x="656" y="350"/>
                    </a:cubicBezTo>
                    <a:cubicBezTo>
                      <a:pt x="662" y="351"/>
                      <a:pt x="670" y="351"/>
                      <a:pt x="676" y="349"/>
                    </a:cubicBezTo>
                    <a:cubicBezTo>
                      <a:pt x="690" y="342"/>
                      <a:pt x="695" y="326"/>
                      <a:pt x="688" y="3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00C3F5BF-E333-4248-86DE-A809A0DF4E44}"/>
                  </a:ext>
                </a:extLst>
              </p:cNvPr>
              <p:cNvSpPr/>
              <p:nvPr/>
            </p:nvSpPr>
            <p:spPr>
              <a:xfrm>
                <a:off x="14001453" y="7577074"/>
                <a:ext cx="2375721" cy="14917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08" h="1198">
                    <a:moveTo>
                      <a:pt x="1856" y="355"/>
                    </a:moveTo>
                    <a:cubicBezTo>
                      <a:pt x="1801" y="-19"/>
                      <a:pt x="1342" y="0"/>
                      <a:pt x="1342" y="0"/>
                    </a:cubicBezTo>
                    <a:lnTo>
                      <a:pt x="1127" y="0"/>
                    </a:lnTo>
                    <a:cubicBezTo>
                      <a:pt x="1127" y="0"/>
                      <a:pt x="1034" y="13"/>
                      <a:pt x="945" y="46"/>
                    </a:cubicBezTo>
                    <a:cubicBezTo>
                      <a:pt x="945" y="46"/>
                      <a:pt x="768" y="79"/>
                      <a:pt x="641" y="365"/>
                    </a:cubicBezTo>
                    <a:cubicBezTo>
                      <a:pt x="513" y="652"/>
                      <a:pt x="470" y="769"/>
                      <a:pt x="470" y="769"/>
                    </a:cubicBezTo>
                    <a:lnTo>
                      <a:pt x="201" y="326"/>
                    </a:lnTo>
                    <a:cubicBezTo>
                      <a:pt x="201" y="326"/>
                      <a:pt x="120" y="391"/>
                      <a:pt x="0" y="428"/>
                    </a:cubicBezTo>
                    <a:cubicBezTo>
                      <a:pt x="0" y="428"/>
                      <a:pt x="266" y="1157"/>
                      <a:pt x="504" y="1157"/>
                    </a:cubicBezTo>
                    <a:cubicBezTo>
                      <a:pt x="609" y="1157"/>
                      <a:pt x="702" y="1035"/>
                      <a:pt x="773" y="909"/>
                    </a:cubicBezTo>
                    <a:cubicBezTo>
                      <a:pt x="776" y="1073"/>
                      <a:pt x="780" y="1198"/>
                      <a:pt x="780" y="1198"/>
                    </a:cubicBezTo>
                    <a:lnTo>
                      <a:pt x="1908" y="1198"/>
                    </a:lnTo>
                    <a:cubicBezTo>
                      <a:pt x="1908" y="1198"/>
                      <a:pt x="1904" y="685"/>
                      <a:pt x="1856" y="355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F384F8B9-507D-9D48-8D4E-48E54FBD36DC}"/>
                  </a:ext>
                </a:extLst>
              </p:cNvPr>
              <p:cNvSpPr/>
              <p:nvPr/>
            </p:nvSpPr>
            <p:spPr>
              <a:xfrm>
                <a:off x="13995539" y="7570613"/>
                <a:ext cx="2389118" cy="1505675"/>
              </a:xfrm>
              <a:custGeom>
                <a:avLst/>
                <a:gdLst>
                  <a:gd name="connsiteX0" fmla="*/ 1684049 w 2389118"/>
                  <a:gd name="connsiteY0" fmla="*/ 12578 h 1505675"/>
                  <a:gd name="connsiteX1" fmla="*/ 1676889 w 2389118"/>
                  <a:gd name="connsiteY1" fmla="*/ 12692 h 1505675"/>
                  <a:gd name="connsiteX2" fmla="*/ 1410431 w 2389118"/>
                  <a:gd name="connsiteY2" fmla="*/ 12692 h 1505675"/>
                  <a:gd name="connsiteX3" fmla="*/ 1185061 w 2389118"/>
                  <a:gd name="connsiteY3" fmla="*/ 69971 h 1505675"/>
                  <a:gd name="connsiteX4" fmla="*/ 1183816 w 2389118"/>
                  <a:gd name="connsiteY4" fmla="*/ 69971 h 1505675"/>
                  <a:gd name="connsiteX5" fmla="*/ 810276 w 2389118"/>
                  <a:gd name="connsiteY5" fmla="*/ 464693 h 1505675"/>
                  <a:gd name="connsiteX6" fmla="*/ 597358 w 2389118"/>
                  <a:gd name="connsiteY6" fmla="*/ 966500 h 1505675"/>
                  <a:gd name="connsiteX7" fmla="*/ 591132 w 2389118"/>
                  <a:gd name="connsiteY7" fmla="*/ 971481 h 1505675"/>
                  <a:gd name="connsiteX8" fmla="*/ 584907 w 2389118"/>
                  <a:gd name="connsiteY8" fmla="*/ 966500 h 1505675"/>
                  <a:gd name="connsiteX9" fmla="*/ 254946 w 2389118"/>
                  <a:gd name="connsiteY9" fmla="*/ 422356 h 1505675"/>
                  <a:gd name="connsiteX10" fmla="*/ 14635 w 2389118"/>
                  <a:gd name="connsiteY10" fmla="*/ 544384 h 1505675"/>
                  <a:gd name="connsiteX11" fmla="*/ 633467 w 2389118"/>
                  <a:gd name="connsiteY11" fmla="*/ 1440914 h 1505675"/>
                  <a:gd name="connsiteX12" fmla="*/ 963427 w 2389118"/>
                  <a:gd name="connsiteY12" fmla="*/ 1133354 h 1505675"/>
                  <a:gd name="connsiteX13" fmla="*/ 970898 w 2389118"/>
                  <a:gd name="connsiteY13" fmla="*/ 1130864 h 1505675"/>
                  <a:gd name="connsiteX14" fmla="*/ 975879 w 2389118"/>
                  <a:gd name="connsiteY14" fmla="*/ 1138335 h 1505675"/>
                  <a:gd name="connsiteX15" fmla="*/ 983350 w 2389118"/>
                  <a:gd name="connsiteY15" fmla="*/ 1491966 h 1505675"/>
                  <a:gd name="connsiteX16" fmla="*/ 2375410 w 2389118"/>
                  <a:gd name="connsiteY16" fmla="*/ 1491966 h 1505675"/>
                  <a:gd name="connsiteX17" fmla="*/ 2310663 w 2389118"/>
                  <a:gd name="connsiteY17" fmla="*/ 449750 h 1505675"/>
                  <a:gd name="connsiteX18" fmla="*/ 1969496 w 2389118"/>
                  <a:gd name="connsiteY18" fmla="*/ 58764 h 1505675"/>
                  <a:gd name="connsiteX19" fmla="*/ 1684049 w 2389118"/>
                  <a:gd name="connsiteY19" fmla="*/ 12578 h 1505675"/>
                  <a:gd name="connsiteX20" fmla="*/ 1685053 w 2389118"/>
                  <a:gd name="connsiteY20" fmla="*/ 64 h 1505675"/>
                  <a:gd name="connsiteX21" fmla="*/ 1974485 w 2389118"/>
                  <a:gd name="connsiteY21" fmla="*/ 46303 h 1505675"/>
                  <a:gd name="connsiteX22" fmla="*/ 2324371 w 2389118"/>
                  <a:gd name="connsiteY22" fmla="*/ 447256 h 1505675"/>
                  <a:gd name="connsiteX23" fmla="*/ 2389118 w 2389118"/>
                  <a:gd name="connsiteY23" fmla="*/ 1498204 h 1505675"/>
                  <a:gd name="connsiteX24" fmla="*/ 2387873 w 2389118"/>
                  <a:gd name="connsiteY24" fmla="*/ 1503185 h 1505675"/>
                  <a:gd name="connsiteX25" fmla="*/ 2382892 w 2389118"/>
                  <a:gd name="connsiteY25" fmla="*/ 1505675 h 1505675"/>
                  <a:gd name="connsiteX26" fmla="*/ 978371 w 2389118"/>
                  <a:gd name="connsiteY26" fmla="*/ 1505675 h 1505675"/>
                  <a:gd name="connsiteX27" fmla="*/ 972145 w 2389118"/>
                  <a:gd name="connsiteY27" fmla="*/ 1498204 h 1505675"/>
                  <a:gd name="connsiteX28" fmla="*/ 963429 w 2389118"/>
                  <a:gd name="connsiteY28" fmla="*/ 1162000 h 1505675"/>
                  <a:gd name="connsiteX29" fmla="*/ 634712 w 2389118"/>
                  <a:gd name="connsiteY29" fmla="*/ 1454622 h 1505675"/>
                  <a:gd name="connsiteX30" fmla="*/ 203892 w 2389118"/>
                  <a:gd name="connsiteY30" fmla="*/ 996389 h 1505675"/>
                  <a:gd name="connsiteX31" fmla="*/ 934 w 2389118"/>
                  <a:gd name="connsiteY31" fmla="*/ 541892 h 1505675"/>
                  <a:gd name="connsiteX32" fmla="*/ 934 w 2389118"/>
                  <a:gd name="connsiteY32" fmla="*/ 536911 h 1505675"/>
                  <a:gd name="connsiteX33" fmla="*/ 5915 w 2389118"/>
                  <a:gd name="connsiteY33" fmla="*/ 533175 h 1505675"/>
                  <a:gd name="connsiteX34" fmla="*/ 253698 w 2389118"/>
                  <a:gd name="connsiteY34" fmla="*/ 407410 h 1505675"/>
                  <a:gd name="connsiteX35" fmla="*/ 259924 w 2389118"/>
                  <a:gd name="connsiteY35" fmla="*/ 404920 h 1505675"/>
                  <a:gd name="connsiteX36" fmla="*/ 263659 w 2389118"/>
                  <a:gd name="connsiteY36" fmla="*/ 408655 h 1505675"/>
                  <a:gd name="connsiteX37" fmla="*/ 591132 w 2389118"/>
                  <a:gd name="connsiteY37" fmla="*/ 949071 h 1505675"/>
                  <a:gd name="connsiteX38" fmla="*/ 797825 w 2389118"/>
                  <a:gd name="connsiteY38" fmla="*/ 459708 h 1505675"/>
                  <a:gd name="connsiteX39" fmla="*/ 1181329 w 2389118"/>
                  <a:gd name="connsiteY39" fmla="*/ 56264 h 1505675"/>
                  <a:gd name="connsiteX40" fmla="*/ 1410436 w 2389118"/>
                  <a:gd name="connsiteY40" fmla="*/ 230 h 1505675"/>
                  <a:gd name="connsiteX41" fmla="*/ 1678141 w 2389118"/>
                  <a:gd name="connsiteY41" fmla="*/ 230 h 1505675"/>
                  <a:gd name="connsiteX42" fmla="*/ 1685053 w 2389118"/>
                  <a:gd name="connsiteY42" fmla="*/ 64 h 1505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2389118" h="1505675">
                    <a:moveTo>
                      <a:pt x="1684049" y="12578"/>
                    </a:moveTo>
                    <a:cubicBezTo>
                      <a:pt x="1679671" y="12614"/>
                      <a:pt x="1677200" y="12692"/>
                      <a:pt x="1676889" y="12692"/>
                    </a:cubicBezTo>
                    <a:lnTo>
                      <a:pt x="1410431" y="12692"/>
                    </a:lnTo>
                    <a:cubicBezTo>
                      <a:pt x="1401715" y="13937"/>
                      <a:pt x="1289653" y="31370"/>
                      <a:pt x="1185061" y="69971"/>
                    </a:cubicBezTo>
                    <a:cubicBezTo>
                      <a:pt x="1183816" y="69971"/>
                      <a:pt x="1183816" y="69971"/>
                      <a:pt x="1183816" y="69971"/>
                    </a:cubicBezTo>
                    <a:cubicBezTo>
                      <a:pt x="1181326" y="69971"/>
                      <a:pt x="964673" y="116042"/>
                      <a:pt x="810276" y="464693"/>
                    </a:cubicBezTo>
                    <a:cubicBezTo>
                      <a:pt x="653389" y="815833"/>
                      <a:pt x="598603" y="965255"/>
                      <a:pt x="597358" y="966500"/>
                    </a:cubicBezTo>
                    <a:cubicBezTo>
                      <a:pt x="597358" y="968990"/>
                      <a:pt x="594868" y="970235"/>
                      <a:pt x="591132" y="971481"/>
                    </a:cubicBezTo>
                    <a:cubicBezTo>
                      <a:pt x="588642" y="971481"/>
                      <a:pt x="587397" y="968990"/>
                      <a:pt x="584907" y="966500"/>
                    </a:cubicBezTo>
                    <a:lnTo>
                      <a:pt x="254946" y="422356"/>
                    </a:lnTo>
                    <a:cubicBezTo>
                      <a:pt x="231288" y="439789"/>
                      <a:pt x="140394" y="504538"/>
                      <a:pt x="14635" y="544384"/>
                    </a:cubicBezTo>
                    <a:cubicBezTo>
                      <a:pt x="45763" y="626566"/>
                      <a:pt x="358292" y="1440914"/>
                      <a:pt x="633467" y="1440914"/>
                    </a:cubicBezTo>
                    <a:cubicBezTo>
                      <a:pt x="738058" y="1440914"/>
                      <a:pt x="845140" y="1340054"/>
                      <a:pt x="963427" y="1133354"/>
                    </a:cubicBezTo>
                    <a:cubicBezTo>
                      <a:pt x="964673" y="1132109"/>
                      <a:pt x="967163" y="1129619"/>
                      <a:pt x="970898" y="1130864"/>
                    </a:cubicBezTo>
                    <a:cubicBezTo>
                      <a:pt x="973389" y="1132109"/>
                      <a:pt x="975879" y="1134599"/>
                      <a:pt x="975879" y="1138335"/>
                    </a:cubicBezTo>
                    <a:cubicBezTo>
                      <a:pt x="978369" y="1316396"/>
                      <a:pt x="983350" y="1459591"/>
                      <a:pt x="983350" y="1491966"/>
                    </a:cubicBezTo>
                    <a:lnTo>
                      <a:pt x="2375410" y="1491966"/>
                    </a:lnTo>
                    <a:cubicBezTo>
                      <a:pt x="2374165" y="1422236"/>
                      <a:pt x="2365449" y="832021"/>
                      <a:pt x="2310663" y="449750"/>
                    </a:cubicBezTo>
                    <a:cubicBezTo>
                      <a:pt x="2282025" y="259238"/>
                      <a:pt x="2167473" y="127249"/>
                      <a:pt x="1969496" y="58764"/>
                    </a:cubicBezTo>
                    <a:cubicBezTo>
                      <a:pt x="1838757" y="14093"/>
                      <a:pt x="1714691" y="12323"/>
                      <a:pt x="1684049" y="12578"/>
                    </a:cubicBezTo>
                    <a:close/>
                    <a:moveTo>
                      <a:pt x="1685053" y="64"/>
                    </a:moveTo>
                    <a:cubicBezTo>
                      <a:pt x="1715593" y="-412"/>
                      <a:pt x="1842656" y="542"/>
                      <a:pt x="1974485" y="46303"/>
                    </a:cubicBezTo>
                    <a:cubicBezTo>
                      <a:pt x="2115187" y="94865"/>
                      <a:pt x="2288261" y="203198"/>
                      <a:pt x="2324371" y="447256"/>
                    </a:cubicBezTo>
                    <a:cubicBezTo>
                      <a:pt x="2384137" y="853191"/>
                      <a:pt x="2389118" y="1491978"/>
                      <a:pt x="2389118" y="1498204"/>
                    </a:cubicBezTo>
                    <a:cubicBezTo>
                      <a:pt x="2389118" y="1500694"/>
                      <a:pt x="2387873" y="1501939"/>
                      <a:pt x="2387873" y="1503185"/>
                    </a:cubicBezTo>
                    <a:cubicBezTo>
                      <a:pt x="2385383" y="1504430"/>
                      <a:pt x="2384137" y="1505675"/>
                      <a:pt x="2382892" y="1505675"/>
                    </a:cubicBezTo>
                    <a:lnTo>
                      <a:pt x="978371" y="1505675"/>
                    </a:lnTo>
                    <a:cubicBezTo>
                      <a:pt x="974636" y="1505675"/>
                      <a:pt x="972145" y="1501939"/>
                      <a:pt x="972145" y="1498204"/>
                    </a:cubicBezTo>
                    <a:cubicBezTo>
                      <a:pt x="972145" y="1496959"/>
                      <a:pt x="967165" y="1352516"/>
                      <a:pt x="963429" y="1162000"/>
                    </a:cubicBezTo>
                    <a:cubicBezTo>
                      <a:pt x="847631" y="1358742"/>
                      <a:pt x="740549" y="1454622"/>
                      <a:pt x="634712" y="1454622"/>
                    </a:cubicBezTo>
                    <a:cubicBezTo>
                      <a:pt x="510198" y="1453377"/>
                      <a:pt x="364516" y="1300217"/>
                      <a:pt x="203892" y="996389"/>
                    </a:cubicBezTo>
                    <a:cubicBezTo>
                      <a:pt x="85604" y="772253"/>
                      <a:pt x="2179" y="544382"/>
                      <a:pt x="934" y="541892"/>
                    </a:cubicBezTo>
                    <a:cubicBezTo>
                      <a:pt x="-311" y="540646"/>
                      <a:pt x="-311" y="538156"/>
                      <a:pt x="934" y="536911"/>
                    </a:cubicBezTo>
                    <a:cubicBezTo>
                      <a:pt x="2179" y="535666"/>
                      <a:pt x="3424" y="534420"/>
                      <a:pt x="5915" y="533175"/>
                    </a:cubicBezTo>
                    <a:cubicBezTo>
                      <a:pt x="152842" y="488348"/>
                      <a:pt x="252453" y="407410"/>
                      <a:pt x="253698" y="407410"/>
                    </a:cubicBezTo>
                    <a:cubicBezTo>
                      <a:pt x="254943" y="404920"/>
                      <a:pt x="257434" y="404920"/>
                      <a:pt x="259924" y="404920"/>
                    </a:cubicBezTo>
                    <a:cubicBezTo>
                      <a:pt x="261169" y="406165"/>
                      <a:pt x="262414" y="407410"/>
                      <a:pt x="263659" y="408655"/>
                    </a:cubicBezTo>
                    <a:lnTo>
                      <a:pt x="591132" y="949071"/>
                    </a:lnTo>
                    <a:cubicBezTo>
                      <a:pt x="607319" y="905489"/>
                      <a:pt x="667086" y="753575"/>
                      <a:pt x="797825" y="459708"/>
                    </a:cubicBezTo>
                    <a:cubicBezTo>
                      <a:pt x="954713" y="108563"/>
                      <a:pt x="1167633" y="58755"/>
                      <a:pt x="1181329" y="56264"/>
                    </a:cubicBezTo>
                    <a:cubicBezTo>
                      <a:pt x="1290902" y="16418"/>
                      <a:pt x="1407945" y="230"/>
                      <a:pt x="1410436" y="230"/>
                    </a:cubicBezTo>
                    <a:lnTo>
                      <a:pt x="1678141" y="230"/>
                    </a:lnTo>
                    <a:cubicBezTo>
                      <a:pt x="1678297" y="230"/>
                      <a:pt x="1680690" y="132"/>
                      <a:pt x="1685053" y="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911D9D1C-1939-7247-AF0C-FB6D1755E7D5}"/>
                  </a:ext>
                </a:extLst>
              </p:cNvPr>
              <p:cNvSpPr/>
              <p:nvPr/>
            </p:nvSpPr>
            <p:spPr>
              <a:xfrm>
                <a:off x="15252228" y="6748332"/>
                <a:ext cx="494579" cy="9745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8" h="783">
                    <a:moveTo>
                      <a:pt x="398" y="273"/>
                    </a:moveTo>
                    <a:cubicBezTo>
                      <a:pt x="398" y="55"/>
                      <a:pt x="270" y="0"/>
                      <a:pt x="179" y="0"/>
                    </a:cubicBezTo>
                    <a:cubicBezTo>
                      <a:pt x="88" y="0"/>
                      <a:pt x="0" y="8"/>
                      <a:pt x="0" y="195"/>
                    </a:cubicBezTo>
                    <a:cubicBezTo>
                      <a:pt x="0" y="309"/>
                      <a:pt x="-8" y="507"/>
                      <a:pt x="97" y="507"/>
                    </a:cubicBezTo>
                    <a:cubicBezTo>
                      <a:pt x="100" y="507"/>
                      <a:pt x="102" y="507"/>
                      <a:pt x="103" y="507"/>
                    </a:cubicBezTo>
                    <a:lnTo>
                      <a:pt x="103" y="666"/>
                    </a:lnTo>
                    <a:cubicBezTo>
                      <a:pt x="103" y="731"/>
                      <a:pt x="156" y="783"/>
                      <a:pt x="221" y="783"/>
                    </a:cubicBezTo>
                    <a:cubicBezTo>
                      <a:pt x="286" y="783"/>
                      <a:pt x="338" y="731"/>
                      <a:pt x="338" y="666"/>
                    </a:cubicBezTo>
                    <a:lnTo>
                      <a:pt x="338" y="473"/>
                    </a:lnTo>
                    <a:cubicBezTo>
                      <a:pt x="387" y="433"/>
                      <a:pt x="398" y="350"/>
                      <a:pt x="398" y="27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1" name="Freeform 600">
                <a:extLst>
                  <a:ext uri="{FF2B5EF4-FFF2-40B4-BE49-F238E27FC236}">
                    <a16:creationId xmlns:a16="http://schemas.microsoft.com/office/drawing/2014/main" id="{1A2DE138-8777-D24D-81EC-EA973110743F}"/>
                  </a:ext>
                </a:extLst>
              </p:cNvPr>
              <p:cNvSpPr/>
              <p:nvPr/>
            </p:nvSpPr>
            <p:spPr>
              <a:xfrm>
                <a:off x="15244467" y="6742101"/>
                <a:ext cx="508569" cy="988260"/>
              </a:xfrm>
              <a:custGeom>
                <a:avLst/>
                <a:gdLst>
                  <a:gd name="connsiteX0" fmla="*/ 230201 w 508569"/>
                  <a:gd name="connsiteY0" fmla="*/ 12462 h 988260"/>
                  <a:gd name="connsiteX1" fmla="*/ 13993 w 508569"/>
                  <a:gd name="connsiteY1" fmla="*/ 248939 h 988260"/>
                  <a:gd name="connsiteX2" fmla="*/ 13993 w 508569"/>
                  <a:gd name="connsiteY2" fmla="*/ 277566 h 988260"/>
                  <a:gd name="connsiteX3" fmla="*/ 71151 w 508569"/>
                  <a:gd name="connsiteY3" fmla="*/ 607389 h 988260"/>
                  <a:gd name="connsiteX4" fmla="*/ 128310 w 508569"/>
                  <a:gd name="connsiteY4" fmla="*/ 631037 h 988260"/>
                  <a:gd name="connsiteX5" fmla="*/ 133280 w 508569"/>
                  <a:gd name="connsiteY5" fmla="*/ 631037 h 988260"/>
                  <a:gd name="connsiteX6" fmla="*/ 135765 w 508569"/>
                  <a:gd name="connsiteY6" fmla="*/ 631037 h 988260"/>
                  <a:gd name="connsiteX7" fmla="*/ 140736 w 508569"/>
                  <a:gd name="connsiteY7" fmla="*/ 633526 h 988260"/>
                  <a:gd name="connsiteX8" fmla="*/ 143221 w 508569"/>
                  <a:gd name="connsiteY8" fmla="*/ 637260 h 988260"/>
                  <a:gd name="connsiteX9" fmla="*/ 143221 w 508569"/>
                  <a:gd name="connsiteY9" fmla="*/ 835154 h 988260"/>
                  <a:gd name="connsiteX10" fmla="*/ 282389 w 508569"/>
                  <a:gd name="connsiteY10" fmla="*/ 974551 h 988260"/>
                  <a:gd name="connsiteX11" fmla="*/ 421557 w 508569"/>
                  <a:gd name="connsiteY11" fmla="*/ 835154 h 988260"/>
                  <a:gd name="connsiteX12" fmla="*/ 421557 w 508569"/>
                  <a:gd name="connsiteY12" fmla="*/ 594943 h 988260"/>
                  <a:gd name="connsiteX13" fmla="*/ 424042 w 508569"/>
                  <a:gd name="connsiteY13" fmla="*/ 591209 h 988260"/>
                  <a:gd name="connsiteX14" fmla="*/ 494869 w 508569"/>
                  <a:gd name="connsiteY14" fmla="*/ 346020 h 988260"/>
                  <a:gd name="connsiteX15" fmla="*/ 230201 w 508569"/>
                  <a:gd name="connsiteY15" fmla="*/ 12462 h 988260"/>
                  <a:gd name="connsiteX16" fmla="*/ 230194 w 508569"/>
                  <a:gd name="connsiteY16" fmla="*/ 0 h 988260"/>
                  <a:gd name="connsiteX17" fmla="*/ 414120 w 508569"/>
                  <a:gd name="connsiteY17" fmla="*/ 69701 h 988260"/>
                  <a:gd name="connsiteX18" fmla="*/ 508569 w 508569"/>
                  <a:gd name="connsiteY18" fmla="*/ 346016 h 988260"/>
                  <a:gd name="connsiteX19" fmla="*/ 435247 w 508569"/>
                  <a:gd name="connsiteY19" fmla="*/ 598682 h 988260"/>
                  <a:gd name="connsiteX20" fmla="*/ 435247 w 508569"/>
                  <a:gd name="connsiteY20" fmla="*/ 835167 h 988260"/>
                  <a:gd name="connsiteX21" fmla="*/ 282389 w 508569"/>
                  <a:gd name="connsiteY21" fmla="*/ 988260 h 988260"/>
                  <a:gd name="connsiteX22" fmla="*/ 129532 w 508569"/>
                  <a:gd name="connsiteY22" fmla="*/ 835167 h 988260"/>
                  <a:gd name="connsiteX23" fmla="*/ 129532 w 508569"/>
                  <a:gd name="connsiteY23" fmla="*/ 644734 h 988260"/>
                  <a:gd name="connsiteX24" fmla="*/ 62423 w 508569"/>
                  <a:gd name="connsiteY24" fmla="*/ 617352 h 988260"/>
                  <a:gd name="connsiteX25" fmla="*/ 286 w 508569"/>
                  <a:gd name="connsiteY25" fmla="*/ 277559 h 988260"/>
                  <a:gd name="connsiteX26" fmla="*/ 286 w 508569"/>
                  <a:gd name="connsiteY26" fmla="*/ 248932 h 988260"/>
                  <a:gd name="connsiteX27" fmla="*/ 230194 w 508569"/>
                  <a:gd name="connsiteY27" fmla="*/ 0 h 988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08569" h="988260">
                    <a:moveTo>
                      <a:pt x="230201" y="12462"/>
                    </a:moveTo>
                    <a:cubicBezTo>
                      <a:pt x="107186" y="12462"/>
                      <a:pt x="13993" y="29887"/>
                      <a:pt x="13993" y="248939"/>
                    </a:cubicBezTo>
                    <a:cubicBezTo>
                      <a:pt x="13993" y="257652"/>
                      <a:pt x="13993" y="266364"/>
                      <a:pt x="13993" y="277566"/>
                    </a:cubicBezTo>
                    <a:cubicBezTo>
                      <a:pt x="12750" y="390826"/>
                      <a:pt x="12750" y="547648"/>
                      <a:pt x="71151" y="607389"/>
                    </a:cubicBezTo>
                    <a:cubicBezTo>
                      <a:pt x="87305" y="623569"/>
                      <a:pt x="105943" y="631037"/>
                      <a:pt x="128310" y="631037"/>
                    </a:cubicBezTo>
                    <a:cubicBezTo>
                      <a:pt x="130795" y="631037"/>
                      <a:pt x="132037" y="631037"/>
                      <a:pt x="133280" y="631037"/>
                    </a:cubicBezTo>
                    <a:lnTo>
                      <a:pt x="135765" y="631037"/>
                    </a:lnTo>
                    <a:cubicBezTo>
                      <a:pt x="139493" y="631037"/>
                      <a:pt x="140736" y="631037"/>
                      <a:pt x="140736" y="633526"/>
                    </a:cubicBezTo>
                    <a:cubicBezTo>
                      <a:pt x="141978" y="634771"/>
                      <a:pt x="143221" y="636015"/>
                      <a:pt x="143221" y="637260"/>
                    </a:cubicBezTo>
                    <a:lnTo>
                      <a:pt x="143221" y="835154"/>
                    </a:lnTo>
                    <a:cubicBezTo>
                      <a:pt x="143221" y="912320"/>
                      <a:pt x="205349" y="974551"/>
                      <a:pt x="282389" y="974551"/>
                    </a:cubicBezTo>
                    <a:cubicBezTo>
                      <a:pt x="359428" y="974551"/>
                      <a:pt x="421557" y="912320"/>
                      <a:pt x="421557" y="835154"/>
                    </a:cubicBezTo>
                    <a:lnTo>
                      <a:pt x="421557" y="594943"/>
                    </a:lnTo>
                    <a:cubicBezTo>
                      <a:pt x="421557" y="593698"/>
                      <a:pt x="421557" y="591209"/>
                      <a:pt x="424042" y="591209"/>
                    </a:cubicBezTo>
                    <a:cubicBezTo>
                      <a:pt x="472503" y="551381"/>
                      <a:pt x="494869" y="470481"/>
                      <a:pt x="494869" y="346020"/>
                    </a:cubicBezTo>
                    <a:cubicBezTo>
                      <a:pt x="494869" y="37355"/>
                      <a:pt x="292329" y="12462"/>
                      <a:pt x="230201" y="12462"/>
                    </a:cubicBezTo>
                    <a:close/>
                    <a:moveTo>
                      <a:pt x="230194" y="0"/>
                    </a:moveTo>
                    <a:cubicBezTo>
                      <a:pt x="271205" y="0"/>
                      <a:pt x="349498" y="7468"/>
                      <a:pt x="414120" y="69701"/>
                    </a:cubicBezTo>
                    <a:cubicBezTo>
                      <a:pt x="477500" y="129445"/>
                      <a:pt x="508569" y="222794"/>
                      <a:pt x="508569" y="346016"/>
                    </a:cubicBezTo>
                    <a:cubicBezTo>
                      <a:pt x="508569" y="472971"/>
                      <a:pt x="484957" y="555119"/>
                      <a:pt x="435247" y="598682"/>
                    </a:cubicBezTo>
                    <a:lnTo>
                      <a:pt x="435247" y="835167"/>
                    </a:lnTo>
                    <a:cubicBezTo>
                      <a:pt x="435247" y="919804"/>
                      <a:pt x="366896" y="988260"/>
                      <a:pt x="282389" y="988260"/>
                    </a:cubicBezTo>
                    <a:cubicBezTo>
                      <a:pt x="197883" y="988260"/>
                      <a:pt x="129532" y="919804"/>
                      <a:pt x="129532" y="835167"/>
                    </a:cubicBezTo>
                    <a:lnTo>
                      <a:pt x="129532" y="644734"/>
                    </a:lnTo>
                    <a:cubicBezTo>
                      <a:pt x="103434" y="644734"/>
                      <a:pt x="81064" y="636021"/>
                      <a:pt x="62423" y="617352"/>
                    </a:cubicBezTo>
                    <a:cubicBezTo>
                      <a:pt x="-957" y="553874"/>
                      <a:pt x="-957" y="393313"/>
                      <a:pt x="286" y="277559"/>
                    </a:cubicBezTo>
                    <a:cubicBezTo>
                      <a:pt x="286" y="266357"/>
                      <a:pt x="286" y="257645"/>
                      <a:pt x="286" y="248932"/>
                    </a:cubicBezTo>
                    <a:cubicBezTo>
                      <a:pt x="286" y="18670"/>
                      <a:pt x="104677" y="0"/>
                      <a:pt x="2301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8D95D873-F208-A942-93B9-C8BA4618A0C0}"/>
                  </a:ext>
                </a:extLst>
              </p:cNvPr>
              <p:cNvSpPr/>
              <p:nvPr/>
            </p:nvSpPr>
            <p:spPr>
              <a:xfrm>
                <a:off x="15374319" y="7372693"/>
                <a:ext cx="92189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" h="11">
                    <a:moveTo>
                      <a:pt x="70" y="11"/>
                    </a:moveTo>
                    <a:lnTo>
                      <a:pt x="5" y="11"/>
                    </a:lnTo>
                    <a:cubicBezTo>
                      <a:pt x="3" y="11"/>
                      <a:pt x="0" y="9"/>
                      <a:pt x="0" y="5"/>
                    </a:cubicBezTo>
                    <a:cubicBezTo>
                      <a:pt x="0" y="2"/>
                      <a:pt x="3" y="0"/>
                      <a:pt x="5" y="0"/>
                    </a:cubicBezTo>
                    <a:lnTo>
                      <a:pt x="70" y="0"/>
                    </a:lnTo>
                    <a:cubicBezTo>
                      <a:pt x="73" y="0"/>
                      <a:pt x="75" y="2"/>
                      <a:pt x="75" y="5"/>
                    </a:cubicBezTo>
                    <a:cubicBezTo>
                      <a:pt x="75" y="9"/>
                      <a:pt x="73" y="11"/>
                      <a:pt x="70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442FEB9E-ACD4-A449-9A53-8EDA67C1AFA7}"/>
                  </a:ext>
                </a:extLst>
              </p:cNvPr>
              <p:cNvSpPr/>
              <p:nvPr/>
            </p:nvSpPr>
            <p:spPr>
              <a:xfrm>
                <a:off x="14958225" y="8489314"/>
                <a:ext cx="12458" cy="2255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182">
                    <a:moveTo>
                      <a:pt x="5" y="182"/>
                    </a:moveTo>
                    <a:cubicBezTo>
                      <a:pt x="3" y="182"/>
                      <a:pt x="0" y="180"/>
                      <a:pt x="0" y="177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5" y="0"/>
                    </a:cubicBezTo>
                    <a:cubicBezTo>
                      <a:pt x="8" y="0"/>
                      <a:pt x="11" y="3"/>
                      <a:pt x="11" y="6"/>
                    </a:cubicBezTo>
                    <a:lnTo>
                      <a:pt x="11" y="177"/>
                    </a:lnTo>
                    <a:cubicBezTo>
                      <a:pt x="11" y="180"/>
                      <a:pt x="8" y="182"/>
                      <a:pt x="5" y="1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B993A510-E2E3-CB4D-85A0-E881FA24F40A}"/>
                  </a:ext>
                </a:extLst>
              </p:cNvPr>
              <p:cNvSpPr/>
              <p:nvPr/>
            </p:nvSpPr>
            <p:spPr>
              <a:xfrm>
                <a:off x="15171255" y="6651126"/>
                <a:ext cx="673973" cy="7041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2" h="566">
                    <a:moveTo>
                      <a:pt x="542" y="237"/>
                    </a:moveTo>
                    <a:cubicBezTo>
                      <a:pt x="543" y="229"/>
                      <a:pt x="540" y="222"/>
                      <a:pt x="534" y="216"/>
                    </a:cubicBezTo>
                    <a:cubicBezTo>
                      <a:pt x="540" y="210"/>
                      <a:pt x="543" y="203"/>
                      <a:pt x="542" y="195"/>
                    </a:cubicBezTo>
                    <a:cubicBezTo>
                      <a:pt x="541" y="187"/>
                      <a:pt x="537" y="180"/>
                      <a:pt x="531" y="176"/>
                    </a:cubicBezTo>
                    <a:cubicBezTo>
                      <a:pt x="535" y="170"/>
                      <a:pt x="537" y="162"/>
                      <a:pt x="535" y="154"/>
                    </a:cubicBezTo>
                    <a:cubicBezTo>
                      <a:pt x="534" y="146"/>
                      <a:pt x="528" y="139"/>
                      <a:pt x="522" y="136"/>
                    </a:cubicBezTo>
                    <a:cubicBezTo>
                      <a:pt x="524" y="129"/>
                      <a:pt x="525" y="120"/>
                      <a:pt x="522" y="113"/>
                    </a:cubicBezTo>
                    <a:cubicBezTo>
                      <a:pt x="518" y="105"/>
                      <a:pt x="511" y="100"/>
                      <a:pt x="503" y="98"/>
                    </a:cubicBezTo>
                    <a:cubicBezTo>
                      <a:pt x="505" y="90"/>
                      <a:pt x="503" y="81"/>
                      <a:pt x="498" y="75"/>
                    </a:cubicBezTo>
                    <a:cubicBezTo>
                      <a:pt x="492" y="68"/>
                      <a:pt x="484" y="64"/>
                      <a:pt x="476" y="65"/>
                    </a:cubicBezTo>
                    <a:cubicBezTo>
                      <a:pt x="475" y="57"/>
                      <a:pt x="471" y="49"/>
                      <a:pt x="463" y="44"/>
                    </a:cubicBezTo>
                    <a:cubicBezTo>
                      <a:pt x="457" y="39"/>
                      <a:pt x="448" y="39"/>
                      <a:pt x="441" y="41"/>
                    </a:cubicBezTo>
                    <a:cubicBezTo>
                      <a:pt x="438" y="34"/>
                      <a:pt x="433" y="28"/>
                      <a:pt x="425" y="25"/>
                    </a:cubicBezTo>
                    <a:cubicBezTo>
                      <a:pt x="418" y="21"/>
                      <a:pt x="409" y="22"/>
                      <a:pt x="403" y="25"/>
                    </a:cubicBezTo>
                    <a:cubicBezTo>
                      <a:pt x="399" y="19"/>
                      <a:pt x="393" y="14"/>
                      <a:pt x="385" y="12"/>
                    </a:cubicBezTo>
                    <a:cubicBezTo>
                      <a:pt x="377" y="10"/>
                      <a:pt x="370" y="12"/>
                      <a:pt x="364" y="16"/>
                    </a:cubicBezTo>
                    <a:cubicBezTo>
                      <a:pt x="359" y="10"/>
                      <a:pt x="353" y="5"/>
                      <a:pt x="345" y="5"/>
                    </a:cubicBezTo>
                    <a:cubicBezTo>
                      <a:pt x="338" y="4"/>
                      <a:pt x="330" y="6"/>
                      <a:pt x="324" y="10"/>
                    </a:cubicBezTo>
                    <a:cubicBezTo>
                      <a:pt x="320" y="5"/>
                      <a:pt x="313" y="2"/>
                      <a:pt x="305" y="1"/>
                    </a:cubicBezTo>
                    <a:cubicBezTo>
                      <a:pt x="298" y="1"/>
                      <a:pt x="290" y="4"/>
                      <a:pt x="285" y="9"/>
                    </a:cubicBezTo>
                    <a:cubicBezTo>
                      <a:pt x="280" y="4"/>
                      <a:pt x="273" y="0"/>
                      <a:pt x="265" y="0"/>
                    </a:cubicBezTo>
                    <a:cubicBezTo>
                      <a:pt x="258" y="1"/>
                      <a:pt x="251" y="4"/>
                      <a:pt x="246" y="9"/>
                    </a:cubicBezTo>
                    <a:cubicBezTo>
                      <a:pt x="241" y="4"/>
                      <a:pt x="234" y="1"/>
                      <a:pt x="226" y="2"/>
                    </a:cubicBezTo>
                    <a:cubicBezTo>
                      <a:pt x="219" y="2"/>
                      <a:pt x="212" y="5"/>
                      <a:pt x="207" y="11"/>
                    </a:cubicBezTo>
                    <a:cubicBezTo>
                      <a:pt x="202" y="6"/>
                      <a:pt x="195" y="4"/>
                      <a:pt x="188" y="4"/>
                    </a:cubicBezTo>
                    <a:cubicBezTo>
                      <a:pt x="179" y="5"/>
                      <a:pt x="173" y="9"/>
                      <a:pt x="168" y="15"/>
                    </a:cubicBezTo>
                    <a:cubicBezTo>
                      <a:pt x="163" y="10"/>
                      <a:pt x="156" y="8"/>
                      <a:pt x="148" y="9"/>
                    </a:cubicBezTo>
                    <a:cubicBezTo>
                      <a:pt x="141" y="10"/>
                      <a:pt x="134" y="14"/>
                      <a:pt x="131" y="20"/>
                    </a:cubicBezTo>
                    <a:cubicBezTo>
                      <a:pt x="125" y="16"/>
                      <a:pt x="117" y="14"/>
                      <a:pt x="110" y="15"/>
                    </a:cubicBezTo>
                    <a:cubicBezTo>
                      <a:pt x="101" y="16"/>
                      <a:pt x="94" y="23"/>
                      <a:pt x="90" y="30"/>
                    </a:cubicBezTo>
                    <a:cubicBezTo>
                      <a:pt x="80" y="27"/>
                      <a:pt x="68" y="29"/>
                      <a:pt x="60" y="39"/>
                    </a:cubicBezTo>
                    <a:cubicBezTo>
                      <a:pt x="56" y="45"/>
                      <a:pt x="53" y="53"/>
                      <a:pt x="54" y="60"/>
                    </a:cubicBezTo>
                    <a:cubicBezTo>
                      <a:pt x="47" y="61"/>
                      <a:pt x="40" y="66"/>
                      <a:pt x="36" y="72"/>
                    </a:cubicBezTo>
                    <a:cubicBezTo>
                      <a:pt x="32" y="79"/>
                      <a:pt x="31" y="88"/>
                      <a:pt x="33" y="95"/>
                    </a:cubicBezTo>
                    <a:cubicBezTo>
                      <a:pt x="26" y="97"/>
                      <a:pt x="20" y="103"/>
                      <a:pt x="16" y="110"/>
                    </a:cubicBezTo>
                    <a:cubicBezTo>
                      <a:pt x="13" y="118"/>
                      <a:pt x="14" y="126"/>
                      <a:pt x="18" y="133"/>
                    </a:cubicBezTo>
                    <a:cubicBezTo>
                      <a:pt x="11" y="136"/>
                      <a:pt x="5" y="143"/>
                      <a:pt x="4" y="151"/>
                    </a:cubicBezTo>
                    <a:cubicBezTo>
                      <a:pt x="2" y="160"/>
                      <a:pt x="5" y="168"/>
                      <a:pt x="10" y="174"/>
                    </a:cubicBezTo>
                    <a:cubicBezTo>
                      <a:pt x="3" y="179"/>
                      <a:pt x="0" y="187"/>
                      <a:pt x="0" y="195"/>
                    </a:cubicBezTo>
                    <a:cubicBezTo>
                      <a:pt x="0" y="204"/>
                      <a:pt x="5" y="212"/>
                      <a:pt x="11" y="216"/>
                    </a:cubicBezTo>
                    <a:cubicBezTo>
                      <a:pt x="6" y="223"/>
                      <a:pt x="5" y="231"/>
                      <a:pt x="7" y="239"/>
                    </a:cubicBezTo>
                    <a:cubicBezTo>
                      <a:pt x="9" y="245"/>
                      <a:pt x="12" y="249"/>
                      <a:pt x="16" y="253"/>
                    </a:cubicBezTo>
                    <a:cubicBezTo>
                      <a:pt x="14" y="266"/>
                      <a:pt x="22" y="278"/>
                      <a:pt x="34" y="282"/>
                    </a:cubicBezTo>
                    <a:cubicBezTo>
                      <a:pt x="49" y="287"/>
                      <a:pt x="64" y="279"/>
                      <a:pt x="69" y="265"/>
                    </a:cubicBezTo>
                    <a:cubicBezTo>
                      <a:pt x="71" y="259"/>
                      <a:pt x="70" y="252"/>
                      <a:pt x="68" y="246"/>
                    </a:cubicBezTo>
                    <a:cubicBezTo>
                      <a:pt x="74" y="244"/>
                      <a:pt x="79" y="240"/>
                      <a:pt x="82" y="234"/>
                    </a:cubicBezTo>
                    <a:cubicBezTo>
                      <a:pt x="85" y="227"/>
                      <a:pt x="86" y="220"/>
                      <a:pt x="84" y="214"/>
                    </a:cubicBezTo>
                    <a:cubicBezTo>
                      <a:pt x="90" y="213"/>
                      <a:pt x="96" y="209"/>
                      <a:pt x="99" y="203"/>
                    </a:cubicBezTo>
                    <a:cubicBezTo>
                      <a:pt x="103" y="198"/>
                      <a:pt x="104" y="191"/>
                      <a:pt x="104" y="185"/>
                    </a:cubicBezTo>
                    <a:cubicBezTo>
                      <a:pt x="110" y="183"/>
                      <a:pt x="115" y="181"/>
                      <a:pt x="120" y="176"/>
                    </a:cubicBezTo>
                    <a:cubicBezTo>
                      <a:pt x="124" y="171"/>
                      <a:pt x="126" y="165"/>
                      <a:pt x="126" y="159"/>
                    </a:cubicBezTo>
                    <a:cubicBezTo>
                      <a:pt x="132" y="159"/>
                      <a:pt x="139" y="157"/>
                      <a:pt x="144" y="154"/>
                    </a:cubicBezTo>
                    <a:cubicBezTo>
                      <a:pt x="148" y="149"/>
                      <a:pt x="151" y="144"/>
                      <a:pt x="153" y="139"/>
                    </a:cubicBezTo>
                    <a:cubicBezTo>
                      <a:pt x="158" y="141"/>
                      <a:pt x="164" y="140"/>
                      <a:pt x="170" y="138"/>
                    </a:cubicBezTo>
                    <a:cubicBezTo>
                      <a:pt x="175" y="136"/>
                      <a:pt x="179" y="132"/>
                      <a:pt x="183" y="127"/>
                    </a:cubicBezTo>
                    <a:cubicBezTo>
                      <a:pt x="187" y="130"/>
                      <a:pt x="192" y="131"/>
                      <a:pt x="198" y="131"/>
                    </a:cubicBezTo>
                    <a:cubicBezTo>
                      <a:pt x="204" y="131"/>
                      <a:pt x="210" y="129"/>
                      <a:pt x="214" y="125"/>
                    </a:cubicBezTo>
                    <a:cubicBezTo>
                      <a:pt x="218" y="129"/>
                      <a:pt x="223" y="132"/>
                      <a:pt x="229" y="133"/>
                    </a:cubicBezTo>
                    <a:cubicBezTo>
                      <a:pt x="235" y="134"/>
                      <a:pt x="240" y="133"/>
                      <a:pt x="245" y="131"/>
                    </a:cubicBezTo>
                    <a:cubicBezTo>
                      <a:pt x="247" y="136"/>
                      <a:pt x="252" y="140"/>
                      <a:pt x="257" y="143"/>
                    </a:cubicBezTo>
                    <a:cubicBezTo>
                      <a:pt x="262" y="146"/>
                      <a:pt x="268" y="147"/>
                      <a:pt x="273" y="146"/>
                    </a:cubicBezTo>
                    <a:cubicBezTo>
                      <a:pt x="275" y="152"/>
                      <a:pt x="277" y="157"/>
                      <a:pt x="281" y="161"/>
                    </a:cubicBezTo>
                    <a:cubicBezTo>
                      <a:pt x="285" y="166"/>
                      <a:pt x="291" y="168"/>
                      <a:pt x="297" y="169"/>
                    </a:cubicBezTo>
                    <a:cubicBezTo>
                      <a:pt x="296" y="175"/>
                      <a:pt x="298" y="181"/>
                      <a:pt x="301" y="186"/>
                    </a:cubicBezTo>
                    <a:cubicBezTo>
                      <a:pt x="305" y="192"/>
                      <a:pt x="310" y="195"/>
                      <a:pt x="316" y="197"/>
                    </a:cubicBezTo>
                    <a:cubicBezTo>
                      <a:pt x="314" y="203"/>
                      <a:pt x="314" y="209"/>
                      <a:pt x="317" y="215"/>
                    </a:cubicBezTo>
                    <a:cubicBezTo>
                      <a:pt x="320" y="222"/>
                      <a:pt x="325" y="226"/>
                      <a:pt x="331" y="229"/>
                    </a:cubicBezTo>
                    <a:cubicBezTo>
                      <a:pt x="328" y="235"/>
                      <a:pt x="327" y="242"/>
                      <a:pt x="329" y="248"/>
                    </a:cubicBezTo>
                    <a:cubicBezTo>
                      <a:pt x="331" y="255"/>
                      <a:pt x="335" y="260"/>
                      <a:pt x="341" y="263"/>
                    </a:cubicBezTo>
                    <a:cubicBezTo>
                      <a:pt x="338" y="269"/>
                      <a:pt x="337" y="276"/>
                      <a:pt x="339" y="283"/>
                    </a:cubicBezTo>
                    <a:cubicBezTo>
                      <a:pt x="340" y="289"/>
                      <a:pt x="344" y="295"/>
                      <a:pt x="349" y="298"/>
                    </a:cubicBezTo>
                    <a:cubicBezTo>
                      <a:pt x="345" y="304"/>
                      <a:pt x="344" y="311"/>
                      <a:pt x="345" y="318"/>
                    </a:cubicBezTo>
                    <a:cubicBezTo>
                      <a:pt x="346" y="325"/>
                      <a:pt x="356" y="327"/>
                      <a:pt x="360" y="321"/>
                    </a:cubicBezTo>
                    <a:cubicBezTo>
                      <a:pt x="368" y="309"/>
                      <a:pt x="380" y="297"/>
                      <a:pt x="400" y="303"/>
                    </a:cubicBezTo>
                    <a:cubicBezTo>
                      <a:pt x="437" y="312"/>
                      <a:pt x="434" y="417"/>
                      <a:pt x="373" y="431"/>
                    </a:cubicBezTo>
                    <a:cubicBezTo>
                      <a:pt x="365" y="433"/>
                      <a:pt x="362" y="444"/>
                      <a:pt x="368" y="448"/>
                    </a:cubicBezTo>
                    <a:cubicBezTo>
                      <a:pt x="365" y="454"/>
                      <a:pt x="362" y="461"/>
                      <a:pt x="364" y="469"/>
                    </a:cubicBezTo>
                    <a:cubicBezTo>
                      <a:pt x="365" y="476"/>
                      <a:pt x="368" y="482"/>
                      <a:pt x="374" y="486"/>
                    </a:cubicBezTo>
                    <a:cubicBezTo>
                      <a:pt x="370" y="492"/>
                      <a:pt x="368" y="498"/>
                      <a:pt x="369" y="506"/>
                    </a:cubicBezTo>
                    <a:cubicBezTo>
                      <a:pt x="370" y="514"/>
                      <a:pt x="374" y="520"/>
                      <a:pt x="380" y="524"/>
                    </a:cubicBezTo>
                    <a:cubicBezTo>
                      <a:pt x="376" y="530"/>
                      <a:pt x="374" y="537"/>
                      <a:pt x="375" y="544"/>
                    </a:cubicBezTo>
                    <a:cubicBezTo>
                      <a:pt x="378" y="557"/>
                      <a:pt x="389" y="566"/>
                      <a:pt x="402" y="566"/>
                    </a:cubicBezTo>
                    <a:cubicBezTo>
                      <a:pt x="403" y="566"/>
                      <a:pt x="405" y="566"/>
                      <a:pt x="407" y="566"/>
                    </a:cubicBezTo>
                    <a:cubicBezTo>
                      <a:pt x="418" y="564"/>
                      <a:pt x="425" y="556"/>
                      <a:pt x="428" y="546"/>
                    </a:cubicBezTo>
                    <a:cubicBezTo>
                      <a:pt x="434" y="544"/>
                      <a:pt x="439" y="540"/>
                      <a:pt x="443" y="534"/>
                    </a:cubicBezTo>
                    <a:cubicBezTo>
                      <a:pt x="446" y="527"/>
                      <a:pt x="447" y="520"/>
                      <a:pt x="445" y="513"/>
                    </a:cubicBezTo>
                    <a:cubicBezTo>
                      <a:pt x="452" y="511"/>
                      <a:pt x="457" y="506"/>
                      <a:pt x="461" y="500"/>
                    </a:cubicBezTo>
                    <a:cubicBezTo>
                      <a:pt x="465" y="493"/>
                      <a:pt x="465" y="485"/>
                      <a:pt x="463" y="478"/>
                    </a:cubicBezTo>
                    <a:cubicBezTo>
                      <a:pt x="469" y="476"/>
                      <a:pt x="475" y="472"/>
                      <a:pt x="478" y="464"/>
                    </a:cubicBezTo>
                    <a:cubicBezTo>
                      <a:pt x="481" y="458"/>
                      <a:pt x="481" y="450"/>
                      <a:pt x="479" y="444"/>
                    </a:cubicBezTo>
                    <a:cubicBezTo>
                      <a:pt x="485" y="441"/>
                      <a:pt x="491" y="435"/>
                      <a:pt x="494" y="429"/>
                    </a:cubicBezTo>
                    <a:cubicBezTo>
                      <a:pt x="496" y="422"/>
                      <a:pt x="496" y="414"/>
                      <a:pt x="493" y="407"/>
                    </a:cubicBezTo>
                    <a:cubicBezTo>
                      <a:pt x="500" y="405"/>
                      <a:pt x="506" y="399"/>
                      <a:pt x="508" y="392"/>
                    </a:cubicBezTo>
                    <a:cubicBezTo>
                      <a:pt x="511" y="385"/>
                      <a:pt x="510" y="377"/>
                      <a:pt x="507" y="371"/>
                    </a:cubicBezTo>
                    <a:cubicBezTo>
                      <a:pt x="513" y="368"/>
                      <a:pt x="518" y="362"/>
                      <a:pt x="520" y="355"/>
                    </a:cubicBezTo>
                    <a:cubicBezTo>
                      <a:pt x="523" y="348"/>
                      <a:pt x="522" y="339"/>
                      <a:pt x="518" y="333"/>
                    </a:cubicBezTo>
                    <a:cubicBezTo>
                      <a:pt x="524" y="330"/>
                      <a:pt x="529" y="324"/>
                      <a:pt x="531" y="316"/>
                    </a:cubicBezTo>
                    <a:cubicBezTo>
                      <a:pt x="533" y="309"/>
                      <a:pt x="531" y="301"/>
                      <a:pt x="527" y="296"/>
                    </a:cubicBezTo>
                    <a:cubicBezTo>
                      <a:pt x="533" y="291"/>
                      <a:pt x="537" y="285"/>
                      <a:pt x="539" y="277"/>
                    </a:cubicBezTo>
                    <a:cubicBezTo>
                      <a:pt x="539" y="269"/>
                      <a:pt x="537" y="262"/>
                      <a:pt x="533" y="256"/>
                    </a:cubicBezTo>
                    <a:cubicBezTo>
                      <a:pt x="539" y="251"/>
                      <a:pt x="542" y="245"/>
                      <a:pt x="542" y="2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29643F64-8E3F-BB43-B36B-263B0AADBB1B}"/>
                  </a:ext>
                </a:extLst>
              </p:cNvPr>
              <p:cNvSpPr/>
              <p:nvPr/>
            </p:nvSpPr>
            <p:spPr>
              <a:xfrm>
                <a:off x="16089404" y="8489314"/>
                <a:ext cx="12458" cy="5869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472">
                    <a:moveTo>
                      <a:pt x="5" y="472"/>
                    </a:moveTo>
                    <a:cubicBezTo>
                      <a:pt x="2" y="472"/>
                      <a:pt x="0" y="469"/>
                      <a:pt x="0" y="466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1" y="3"/>
                      <a:pt x="11" y="6"/>
                    </a:cubicBezTo>
                    <a:lnTo>
                      <a:pt x="11" y="466"/>
                    </a:lnTo>
                    <a:cubicBezTo>
                      <a:pt x="11" y="469"/>
                      <a:pt x="8" y="472"/>
                      <a:pt x="5" y="47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F758DE09-6A0C-0441-8E66-E80C2818CF7F}"/>
                  </a:ext>
                </a:extLst>
              </p:cNvPr>
              <p:cNvSpPr/>
              <p:nvPr/>
            </p:nvSpPr>
            <p:spPr>
              <a:xfrm>
                <a:off x="15673309" y="8180249"/>
                <a:ext cx="289024" cy="3589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3" h="289">
                    <a:moveTo>
                      <a:pt x="121" y="289"/>
                    </a:moveTo>
                    <a:lnTo>
                      <a:pt x="113" y="289"/>
                    </a:lnTo>
                    <a:cubicBezTo>
                      <a:pt x="51" y="289"/>
                      <a:pt x="0" y="239"/>
                      <a:pt x="0" y="176"/>
                    </a:cubicBezTo>
                    <a:lnTo>
                      <a:pt x="0" y="0"/>
                    </a:lnTo>
                    <a:lnTo>
                      <a:pt x="233" y="0"/>
                    </a:lnTo>
                    <a:lnTo>
                      <a:pt x="233" y="176"/>
                    </a:lnTo>
                    <a:cubicBezTo>
                      <a:pt x="233" y="239"/>
                      <a:pt x="183" y="289"/>
                      <a:pt x="121" y="28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9E4F8A39-6364-8B42-8490-3157055B5432}"/>
                  </a:ext>
                </a:extLst>
              </p:cNvPr>
              <p:cNvSpPr/>
              <p:nvPr/>
            </p:nvSpPr>
            <p:spPr>
              <a:xfrm>
                <a:off x="15667080" y="8174018"/>
                <a:ext cx="301482" cy="371376"/>
              </a:xfrm>
              <a:custGeom>
                <a:avLst/>
                <a:gdLst>
                  <a:gd name="connsiteX0" fmla="*/ 13704 w 301482"/>
                  <a:gd name="connsiteY0" fmla="*/ 13709 h 371376"/>
                  <a:gd name="connsiteX1" fmla="*/ 13704 w 301482"/>
                  <a:gd name="connsiteY1" fmla="*/ 219836 h 371376"/>
                  <a:gd name="connsiteX2" fmla="*/ 151364 w 301482"/>
                  <a:gd name="connsiteY2" fmla="*/ 357668 h 371376"/>
                  <a:gd name="connsiteX3" fmla="*/ 289024 w 301482"/>
                  <a:gd name="connsiteY3" fmla="*/ 219836 h 371376"/>
                  <a:gd name="connsiteX4" fmla="*/ 289024 w 301482"/>
                  <a:gd name="connsiteY4" fmla="*/ 13709 h 371376"/>
                  <a:gd name="connsiteX5" fmla="*/ 6203 w 301482"/>
                  <a:gd name="connsiteY5" fmla="*/ 0 h 371376"/>
                  <a:gd name="connsiteX6" fmla="*/ 295279 w 301482"/>
                  <a:gd name="connsiteY6" fmla="*/ 0 h 371376"/>
                  <a:gd name="connsiteX7" fmla="*/ 301482 w 301482"/>
                  <a:gd name="connsiteY7" fmla="*/ 6211 h 371376"/>
                  <a:gd name="connsiteX8" fmla="*/ 301482 w 301482"/>
                  <a:gd name="connsiteY8" fmla="*/ 219845 h 371376"/>
                  <a:gd name="connsiteX9" fmla="*/ 151361 w 301482"/>
                  <a:gd name="connsiteY9" fmla="*/ 371376 h 371376"/>
                  <a:gd name="connsiteX10" fmla="*/ 0 w 301482"/>
                  <a:gd name="connsiteY10" fmla="*/ 219845 h 371376"/>
                  <a:gd name="connsiteX11" fmla="*/ 0 w 301482"/>
                  <a:gd name="connsiteY11" fmla="*/ 6211 h 371376"/>
                  <a:gd name="connsiteX12" fmla="*/ 6203 w 301482"/>
                  <a:gd name="connsiteY12" fmla="*/ 0 h 3713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1482" h="371376">
                    <a:moveTo>
                      <a:pt x="13704" y="13709"/>
                    </a:moveTo>
                    <a:lnTo>
                      <a:pt x="13704" y="219836"/>
                    </a:lnTo>
                    <a:cubicBezTo>
                      <a:pt x="13704" y="296823"/>
                      <a:pt x="75713" y="357668"/>
                      <a:pt x="151364" y="357668"/>
                    </a:cubicBezTo>
                    <a:cubicBezTo>
                      <a:pt x="227015" y="357668"/>
                      <a:pt x="289024" y="296823"/>
                      <a:pt x="289024" y="219836"/>
                    </a:cubicBezTo>
                    <a:lnTo>
                      <a:pt x="289024" y="13709"/>
                    </a:lnTo>
                    <a:close/>
                    <a:moveTo>
                      <a:pt x="6203" y="0"/>
                    </a:moveTo>
                    <a:lnTo>
                      <a:pt x="295279" y="0"/>
                    </a:lnTo>
                    <a:cubicBezTo>
                      <a:pt x="299001" y="0"/>
                      <a:pt x="301482" y="2484"/>
                      <a:pt x="301482" y="6211"/>
                    </a:cubicBezTo>
                    <a:lnTo>
                      <a:pt x="301482" y="219845"/>
                    </a:lnTo>
                    <a:cubicBezTo>
                      <a:pt x="301482" y="304305"/>
                      <a:pt x="234486" y="371376"/>
                      <a:pt x="151361" y="371376"/>
                    </a:cubicBezTo>
                    <a:cubicBezTo>
                      <a:pt x="66996" y="371376"/>
                      <a:pt x="0" y="304305"/>
                      <a:pt x="0" y="219845"/>
                    </a:cubicBezTo>
                    <a:lnTo>
                      <a:pt x="0" y="6211"/>
                    </a:lnTo>
                    <a:cubicBezTo>
                      <a:pt x="0" y="2484"/>
                      <a:pt x="2481" y="0"/>
                      <a:pt x="62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07" name="Group 606">
              <a:extLst>
                <a:ext uri="{FF2B5EF4-FFF2-40B4-BE49-F238E27FC236}">
                  <a16:creationId xmlns:a16="http://schemas.microsoft.com/office/drawing/2014/main" id="{C1D432D9-84BF-0647-904F-860790EF585D}"/>
                </a:ext>
              </a:extLst>
            </p:cNvPr>
            <p:cNvGrpSpPr/>
            <p:nvPr/>
          </p:nvGrpSpPr>
          <p:grpSpPr>
            <a:xfrm>
              <a:off x="18211277" y="6886663"/>
              <a:ext cx="555333" cy="662994"/>
              <a:chOff x="18211277" y="6886663"/>
              <a:chExt cx="555333" cy="662994"/>
            </a:xfrm>
          </p:grpSpPr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00C4400D-32CD-0942-A6B6-659405A34CC1}"/>
                  </a:ext>
                </a:extLst>
              </p:cNvPr>
              <p:cNvSpPr/>
              <p:nvPr/>
            </p:nvSpPr>
            <p:spPr>
              <a:xfrm>
                <a:off x="18453916" y="6924050"/>
                <a:ext cx="62290" cy="1333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" h="108">
                    <a:moveTo>
                      <a:pt x="26" y="108"/>
                    </a:moveTo>
                    <a:lnTo>
                      <a:pt x="24" y="108"/>
                    </a:lnTo>
                    <a:cubicBezTo>
                      <a:pt x="11" y="108"/>
                      <a:pt x="0" y="97"/>
                      <a:pt x="0" y="83"/>
                    </a:cubicBezTo>
                    <a:lnTo>
                      <a:pt x="0" y="25"/>
                    </a:lnTo>
                    <a:cubicBezTo>
                      <a:pt x="0" y="11"/>
                      <a:pt x="11" y="0"/>
                      <a:pt x="24" y="0"/>
                    </a:cubicBezTo>
                    <a:lnTo>
                      <a:pt x="26" y="0"/>
                    </a:lnTo>
                    <a:cubicBezTo>
                      <a:pt x="40" y="0"/>
                      <a:pt x="51" y="11"/>
                      <a:pt x="51" y="25"/>
                    </a:cubicBezTo>
                    <a:lnTo>
                      <a:pt x="51" y="83"/>
                    </a:lnTo>
                    <a:cubicBezTo>
                      <a:pt x="51" y="97"/>
                      <a:pt x="40" y="108"/>
                      <a:pt x="26" y="10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4" name="Freeform 603">
                <a:extLst>
                  <a:ext uri="{FF2B5EF4-FFF2-40B4-BE49-F238E27FC236}">
                    <a16:creationId xmlns:a16="http://schemas.microsoft.com/office/drawing/2014/main" id="{F24C7E89-4815-9F40-9F71-1DCFAAF5EBE4}"/>
                  </a:ext>
                </a:extLst>
              </p:cNvPr>
              <p:cNvSpPr/>
              <p:nvPr/>
            </p:nvSpPr>
            <p:spPr>
              <a:xfrm>
                <a:off x="18446441" y="6917819"/>
                <a:ext cx="75994" cy="145809"/>
              </a:xfrm>
              <a:custGeom>
                <a:avLst/>
                <a:gdLst>
                  <a:gd name="connsiteX0" fmla="*/ 37996 w 75994"/>
                  <a:gd name="connsiteY0" fmla="*/ 13709 h 145809"/>
                  <a:gd name="connsiteX1" fmla="*/ 13702 w 75994"/>
                  <a:gd name="connsiteY1" fmla="*/ 38374 h 145809"/>
                  <a:gd name="connsiteX2" fmla="*/ 13702 w 75994"/>
                  <a:gd name="connsiteY2" fmla="*/ 107436 h 145809"/>
                  <a:gd name="connsiteX3" fmla="*/ 37996 w 75994"/>
                  <a:gd name="connsiteY3" fmla="*/ 132101 h 145809"/>
                  <a:gd name="connsiteX4" fmla="*/ 62290 w 75994"/>
                  <a:gd name="connsiteY4" fmla="*/ 107436 h 145809"/>
                  <a:gd name="connsiteX5" fmla="*/ 62290 w 75994"/>
                  <a:gd name="connsiteY5" fmla="*/ 38374 h 145809"/>
                  <a:gd name="connsiteX6" fmla="*/ 37996 w 75994"/>
                  <a:gd name="connsiteY6" fmla="*/ 13709 h 145809"/>
                  <a:gd name="connsiteX7" fmla="*/ 37996 w 75994"/>
                  <a:gd name="connsiteY7" fmla="*/ 0 h 145809"/>
                  <a:gd name="connsiteX8" fmla="*/ 75994 w 75994"/>
                  <a:gd name="connsiteY8" fmla="*/ 38306 h 145809"/>
                  <a:gd name="connsiteX9" fmla="*/ 75994 w 75994"/>
                  <a:gd name="connsiteY9" fmla="*/ 107503 h 145809"/>
                  <a:gd name="connsiteX10" fmla="*/ 37996 w 75994"/>
                  <a:gd name="connsiteY10" fmla="*/ 145809 h 145809"/>
                  <a:gd name="connsiteX11" fmla="*/ 0 w 75994"/>
                  <a:gd name="connsiteY11" fmla="*/ 107503 h 145809"/>
                  <a:gd name="connsiteX12" fmla="*/ 0 w 75994"/>
                  <a:gd name="connsiteY12" fmla="*/ 38306 h 145809"/>
                  <a:gd name="connsiteX13" fmla="*/ 37996 w 75994"/>
                  <a:gd name="connsiteY13" fmla="*/ 0 h 145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5994" h="145809">
                    <a:moveTo>
                      <a:pt x="37996" y="13709"/>
                    </a:moveTo>
                    <a:cubicBezTo>
                      <a:pt x="24634" y="13709"/>
                      <a:pt x="13702" y="23575"/>
                      <a:pt x="13702" y="38374"/>
                    </a:cubicBezTo>
                    <a:lnTo>
                      <a:pt x="13702" y="107436"/>
                    </a:lnTo>
                    <a:cubicBezTo>
                      <a:pt x="13702" y="121002"/>
                      <a:pt x="24634" y="132101"/>
                      <a:pt x="37996" y="132101"/>
                    </a:cubicBezTo>
                    <a:cubicBezTo>
                      <a:pt x="51358" y="132101"/>
                      <a:pt x="62290" y="121002"/>
                      <a:pt x="62290" y="107436"/>
                    </a:cubicBezTo>
                    <a:lnTo>
                      <a:pt x="62290" y="38374"/>
                    </a:lnTo>
                    <a:cubicBezTo>
                      <a:pt x="62290" y="23575"/>
                      <a:pt x="51358" y="13709"/>
                      <a:pt x="37996" y="13709"/>
                    </a:cubicBezTo>
                    <a:close/>
                    <a:moveTo>
                      <a:pt x="37996" y="0"/>
                    </a:moveTo>
                    <a:cubicBezTo>
                      <a:pt x="58834" y="0"/>
                      <a:pt x="75994" y="17300"/>
                      <a:pt x="75994" y="38306"/>
                    </a:cubicBezTo>
                    <a:lnTo>
                      <a:pt x="75994" y="107503"/>
                    </a:lnTo>
                    <a:cubicBezTo>
                      <a:pt x="75994" y="128510"/>
                      <a:pt x="58834" y="145809"/>
                      <a:pt x="37996" y="145809"/>
                    </a:cubicBezTo>
                    <a:cubicBezTo>
                      <a:pt x="17160" y="145809"/>
                      <a:pt x="0" y="128510"/>
                      <a:pt x="0" y="107503"/>
                    </a:cubicBezTo>
                    <a:lnTo>
                      <a:pt x="0" y="38306"/>
                    </a:lnTo>
                    <a:cubicBezTo>
                      <a:pt x="0" y="17300"/>
                      <a:pt x="17160" y="0"/>
                      <a:pt x="379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AF62DA32-F582-5246-9D70-E6F23D90C4FD}"/>
                  </a:ext>
                </a:extLst>
              </p:cNvPr>
              <p:cNvSpPr/>
              <p:nvPr/>
            </p:nvSpPr>
            <p:spPr>
              <a:xfrm>
                <a:off x="18218462" y="6986362"/>
                <a:ext cx="533199" cy="4822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9" h="388">
                    <a:moveTo>
                      <a:pt x="425" y="371"/>
                    </a:moveTo>
                    <a:lnTo>
                      <a:pt x="385" y="338"/>
                    </a:lnTo>
                    <a:cubicBezTo>
                      <a:pt x="362" y="319"/>
                      <a:pt x="349" y="290"/>
                      <a:pt x="349" y="260"/>
                    </a:cubicBezTo>
                    <a:lnTo>
                      <a:pt x="349" y="147"/>
                    </a:lnTo>
                    <a:cubicBezTo>
                      <a:pt x="349" y="117"/>
                      <a:pt x="341" y="87"/>
                      <a:pt x="323" y="61"/>
                    </a:cubicBezTo>
                    <a:cubicBezTo>
                      <a:pt x="304" y="31"/>
                      <a:pt x="270" y="1"/>
                      <a:pt x="214" y="0"/>
                    </a:cubicBezTo>
                    <a:cubicBezTo>
                      <a:pt x="157" y="1"/>
                      <a:pt x="124" y="31"/>
                      <a:pt x="105" y="61"/>
                    </a:cubicBezTo>
                    <a:cubicBezTo>
                      <a:pt x="87" y="87"/>
                      <a:pt x="80" y="117"/>
                      <a:pt x="80" y="147"/>
                    </a:cubicBezTo>
                    <a:lnTo>
                      <a:pt x="80" y="260"/>
                    </a:lnTo>
                    <a:cubicBezTo>
                      <a:pt x="80" y="290"/>
                      <a:pt x="66" y="319"/>
                      <a:pt x="43" y="338"/>
                    </a:cubicBezTo>
                    <a:lnTo>
                      <a:pt x="4" y="371"/>
                    </a:lnTo>
                    <a:cubicBezTo>
                      <a:pt x="-4" y="377"/>
                      <a:pt x="1" y="388"/>
                      <a:pt x="10" y="388"/>
                    </a:cubicBezTo>
                    <a:lnTo>
                      <a:pt x="214" y="388"/>
                    </a:lnTo>
                    <a:lnTo>
                      <a:pt x="418" y="388"/>
                    </a:lnTo>
                    <a:cubicBezTo>
                      <a:pt x="428" y="388"/>
                      <a:pt x="432" y="377"/>
                      <a:pt x="425" y="37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B39218F0-076B-C34E-8506-0CED0785D1C4}"/>
                  </a:ext>
                </a:extLst>
              </p:cNvPr>
              <p:cNvSpPr/>
              <p:nvPr/>
            </p:nvSpPr>
            <p:spPr>
              <a:xfrm>
                <a:off x="18211277" y="6980130"/>
                <a:ext cx="546322" cy="495999"/>
              </a:xfrm>
              <a:custGeom>
                <a:avLst/>
                <a:gdLst>
                  <a:gd name="connsiteX0" fmla="*/ 273159 w 546322"/>
                  <a:gd name="connsiteY0" fmla="*/ 13709 h 495999"/>
                  <a:gd name="connsiteX1" fmla="*/ 142665 w 546322"/>
                  <a:gd name="connsiteY1" fmla="*/ 85799 h 495999"/>
                  <a:gd name="connsiteX2" fmla="*/ 112837 w 546322"/>
                  <a:gd name="connsiteY2" fmla="*/ 188961 h 495999"/>
                  <a:gd name="connsiteX3" fmla="*/ 112837 w 546322"/>
                  <a:gd name="connsiteY3" fmla="*/ 329412 h 495999"/>
                  <a:gd name="connsiteX4" fmla="*/ 64369 w 546322"/>
                  <a:gd name="connsiteY4" fmla="*/ 431331 h 495999"/>
                  <a:gd name="connsiteX5" fmla="*/ 15899 w 546322"/>
                  <a:gd name="connsiteY5" fmla="*/ 472348 h 495999"/>
                  <a:gd name="connsiteX6" fmla="*/ 14655 w 546322"/>
                  <a:gd name="connsiteY6" fmla="*/ 478562 h 495999"/>
                  <a:gd name="connsiteX7" fmla="*/ 19627 w 546322"/>
                  <a:gd name="connsiteY7" fmla="*/ 482291 h 495999"/>
                  <a:gd name="connsiteX8" fmla="*/ 526691 w 546322"/>
                  <a:gd name="connsiteY8" fmla="*/ 482291 h 495999"/>
                  <a:gd name="connsiteX9" fmla="*/ 532905 w 546322"/>
                  <a:gd name="connsiteY9" fmla="*/ 478562 h 495999"/>
                  <a:gd name="connsiteX10" fmla="*/ 530419 w 546322"/>
                  <a:gd name="connsiteY10" fmla="*/ 472348 h 495999"/>
                  <a:gd name="connsiteX11" fmla="*/ 481951 w 546322"/>
                  <a:gd name="connsiteY11" fmla="*/ 431331 h 495999"/>
                  <a:gd name="connsiteX12" fmla="*/ 433481 w 546322"/>
                  <a:gd name="connsiteY12" fmla="*/ 329412 h 495999"/>
                  <a:gd name="connsiteX13" fmla="*/ 433481 w 546322"/>
                  <a:gd name="connsiteY13" fmla="*/ 188961 h 495999"/>
                  <a:gd name="connsiteX14" fmla="*/ 403653 w 546322"/>
                  <a:gd name="connsiteY14" fmla="*/ 85799 h 495999"/>
                  <a:gd name="connsiteX15" fmla="*/ 273159 w 546322"/>
                  <a:gd name="connsiteY15" fmla="*/ 13709 h 495999"/>
                  <a:gd name="connsiteX16" fmla="*/ 273161 w 546322"/>
                  <a:gd name="connsiteY16" fmla="*/ 0 h 495999"/>
                  <a:gd name="connsiteX17" fmla="*/ 414859 w 546322"/>
                  <a:gd name="connsiteY17" fmla="*/ 78316 h 495999"/>
                  <a:gd name="connsiteX18" fmla="*/ 447177 w 546322"/>
                  <a:gd name="connsiteY18" fmla="*/ 188952 h 495999"/>
                  <a:gd name="connsiteX19" fmla="*/ 447177 w 546322"/>
                  <a:gd name="connsiteY19" fmla="*/ 329423 h 495999"/>
                  <a:gd name="connsiteX20" fmla="*/ 490679 w 546322"/>
                  <a:gd name="connsiteY20" fmla="*/ 421413 h 495999"/>
                  <a:gd name="connsiteX21" fmla="*/ 539155 w 546322"/>
                  <a:gd name="connsiteY21" fmla="*/ 462435 h 495999"/>
                  <a:gd name="connsiteX22" fmla="*/ 545371 w 546322"/>
                  <a:gd name="connsiteY22" fmla="*/ 483568 h 495999"/>
                  <a:gd name="connsiteX23" fmla="*/ 526725 w 546322"/>
                  <a:gd name="connsiteY23" fmla="*/ 495999 h 495999"/>
                  <a:gd name="connsiteX24" fmla="*/ 19597 w 546322"/>
                  <a:gd name="connsiteY24" fmla="*/ 495999 h 495999"/>
                  <a:gd name="connsiteX25" fmla="*/ 953 w 546322"/>
                  <a:gd name="connsiteY25" fmla="*/ 483568 h 495999"/>
                  <a:gd name="connsiteX26" fmla="*/ 7167 w 546322"/>
                  <a:gd name="connsiteY26" fmla="*/ 462435 h 495999"/>
                  <a:gd name="connsiteX27" fmla="*/ 55643 w 546322"/>
                  <a:gd name="connsiteY27" fmla="*/ 421413 h 495999"/>
                  <a:gd name="connsiteX28" fmla="*/ 99147 w 546322"/>
                  <a:gd name="connsiteY28" fmla="*/ 329423 h 495999"/>
                  <a:gd name="connsiteX29" fmla="*/ 99147 w 546322"/>
                  <a:gd name="connsiteY29" fmla="*/ 188952 h 495999"/>
                  <a:gd name="connsiteX30" fmla="*/ 131463 w 546322"/>
                  <a:gd name="connsiteY30" fmla="*/ 78316 h 495999"/>
                  <a:gd name="connsiteX31" fmla="*/ 273161 w 546322"/>
                  <a:gd name="connsiteY31" fmla="*/ 0 h 495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46322" h="495999">
                    <a:moveTo>
                      <a:pt x="273159" y="13709"/>
                    </a:moveTo>
                    <a:cubicBezTo>
                      <a:pt x="217233" y="14952"/>
                      <a:pt x="173735" y="38568"/>
                      <a:pt x="142665" y="85799"/>
                    </a:cubicBezTo>
                    <a:cubicBezTo>
                      <a:pt x="122779" y="115629"/>
                      <a:pt x="112837" y="151674"/>
                      <a:pt x="112837" y="188961"/>
                    </a:cubicBezTo>
                    <a:lnTo>
                      <a:pt x="112837" y="329412"/>
                    </a:lnTo>
                    <a:cubicBezTo>
                      <a:pt x="112837" y="369185"/>
                      <a:pt x="95439" y="406473"/>
                      <a:pt x="64369" y="431331"/>
                    </a:cubicBezTo>
                    <a:lnTo>
                      <a:pt x="15899" y="472348"/>
                    </a:lnTo>
                    <a:cubicBezTo>
                      <a:pt x="13413" y="474834"/>
                      <a:pt x="14655" y="477320"/>
                      <a:pt x="14655" y="478562"/>
                    </a:cubicBezTo>
                    <a:cubicBezTo>
                      <a:pt x="14655" y="479805"/>
                      <a:pt x="15899" y="482291"/>
                      <a:pt x="19627" y="482291"/>
                    </a:cubicBezTo>
                    <a:lnTo>
                      <a:pt x="526691" y="482291"/>
                    </a:lnTo>
                    <a:cubicBezTo>
                      <a:pt x="530419" y="482291"/>
                      <a:pt x="531663" y="479805"/>
                      <a:pt x="532905" y="478562"/>
                    </a:cubicBezTo>
                    <a:cubicBezTo>
                      <a:pt x="532905" y="477320"/>
                      <a:pt x="532905" y="474834"/>
                      <a:pt x="530419" y="472348"/>
                    </a:cubicBezTo>
                    <a:lnTo>
                      <a:pt x="481951" y="431331"/>
                    </a:lnTo>
                    <a:cubicBezTo>
                      <a:pt x="450879" y="406473"/>
                      <a:pt x="433481" y="369185"/>
                      <a:pt x="433481" y="329412"/>
                    </a:cubicBezTo>
                    <a:lnTo>
                      <a:pt x="433481" y="188961"/>
                    </a:lnTo>
                    <a:cubicBezTo>
                      <a:pt x="433481" y="151674"/>
                      <a:pt x="422295" y="115629"/>
                      <a:pt x="403653" y="85799"/>
                    </a:cubicBezTo>
                    <a:cubicBezTo>
                      <a:pt x="372583" y="38568"/>
                      <a:pt x="329085" y="14952"/>
                      <a:pt x="273159" y="13709"/>
                    </a:cubicBezTo>
                    <a:close/>
                    <a:moveTo>
                      <a:pt x="273161" y="0"/>
                    </a:moveTo>
                    <a:cubicBezTo>
                      <a:pt x="348983" y="1243"/>
                      <a:pt x="392485" y="43509"/>
                      <a:pt x="414859" y="78316"/>
                    </a:cubicBezTo>
                    <a:cubicBezTo>
                      <a:pt x="435989" y="110637"/>
                      <a:pt x="447177" y="149173"/>
                      <a:pt x="447177" y="188952"/>
                    </a:cubicBezTo>
                    <a:lnTo>
                      <a:pt x="447177" y="329423"/>
                    </a:lnTo>
                    <a:cubicBezTo>
                      <a:pt x="447177" y="364230"/>
                      <a:pt x="463335" y="399037"/>
                      <a:pt x="490679" y="421413"/>
                    </a:cubicBezTo>
                    <a:lnTo>
                      <a:pt x="539155" y="462435"/>
                    </a:lnTo>
                    <a:cubicBezTo>
                      <a:pt x="545371" y="467408"/>
                      <a:pt x="547855" y="476110"/>
                      <a:pt x="545371" y="483568"/>
                    </a:cubicBezTo>
                    <a:cubicBezTo>
                      <a:pt x="542885" y="491027"/>
                      <a:pt x="535427" y="495999"/>
                      <a:pt x="526725" y="495999"/>
                    </a:cubicBezTo>
                    <a:lnTo>
                      <a:pt x="19597" y="495999"/>
                    </a:lnTo>
                    <a:cubicBezTo>
                      <a:pt x="10897" y="495999"/>
                      <a:pt x="4681" y="491027"/>
                      <a:pt x="953" y="483568"/>
                    </a:cubicBezTo>
                    <a:cubicBezTo>
                      <a:pt x="-1533" y="476110"/>
                      <a:pt x="953" y="467408"/>
                      <a:pt x="7167" y="462435"/>
                    </a:cubicBezTo>
                    <a:lnTo>
                      <a:pt x="55643" y="421413"/>
                    </a:lnTo>
                    <a:cubicBezTo>
                      <a:pt x="82989" y="399037"/>
                      <a:pt x="99147" y="364230"/>
                      <a:pt x="99147" y="329423"/>
                    </a:cubicBezTo>
                    <a:lnTo>
                      <a:pt x="99147" y="188952"/>
                    </a:lnTo>
                    <a:cubicBezTo>
                      <a:pt x="99147" y="149173"/>
                      <a:pt x="110333" y="110637"/>
                      <a:pt x="131463" y="78316"/>
                    </a:cubicBezTo>
                    <a:cubicBezTo>
                      <a:pt x="153837" y="43509"/>
                      <a:pt x="197341" y="1243"/>
                      <a:pt x="2731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FE8EECAA-02CD-654B-BA74-9983BA4012C7}"/>
                  </a:ext>
                </a:extLst>
              </p:cNvPr>
              <p:cNvSpPr/>
              <p:nvPr/>
            </p:nvSpPr>
            <p:spPr>
              <a:xfrm>
                <a:off x="18411559" y="7469899"/>
                <a:ext cx="147003" cy="722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9" h="59">
                    <a:moveTo>
                      <a:pt x="119" y="0"/>
                    </a:moveTo>
                    <a:cubicBezTo>
                      <a:pt x="119" y="33"/>
                      <a:pt x="92" y="59"/>
                      <a:pt x="59" y="59"/>
                    </a:cubicBezTo>
                    <a:cubicBezTo>
                      <a:pt x="26" y="59"/>
                      <a:pt x="0" y="33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FCFF2F3A-ABC1-BE4F-A714-173663FD746A}"/>
                  </a:ext>
                </a:extLst>
              </p:cNvPr>
              <p:cNvSpPr/>
              <p:nvPr/>
            </p:nvSpPr>
            <p:spPr>
              <a:xfrm>
                <a:off x="18404083" y="7463667"/>
                <a:ext cx="160708" cy="85990"/>
              </a:xfrm>
              <a:custGeom>
                <a:avLst/>
                <a:gdLst>
                  <a:gd name="connsiteX0" fmla="*/ 13704 w 160708"/>
                  <a:gd name="connsiteY0" fmla="*/ 13709 h 85990"/>
                  <a:gd name="connsiteX1" fmla="*/ 80354 w 160708"/>
                  <a:gd name="connsiteY1" fmla="*/ 72282 h 85990"/>
                  <a:gd name="connsiteX2" fmla="*/ 147004 w 160708"/>
                  <a:gd name="connsiteY2" fmla="*/ 13709 h 85990"/>
                  <a:gd name="connsiteX3" fmla="*/ 7418 w 160708"/>
                  <a:gd name="connsiteY3" fmla="*/ 0 h 85990"/>
                  <a:gd name="connsiteX4" fmla="*/ 154526 w 160708"/>
                  <a:gd name="connsiteY4" fmla="*/ 0 h 85990"/>
                  <a:gd name="connsiteX5" fmla="*/ 160708 w 160708"/>
                  <a:gd name="connsiteY5" fmla="*/ 6142 h 85990"/>
                  <a:gd name="connsiteX6" fmla="*/ 80354 w 160708"/>
                  <a:gd name="connsiteY6" fmla="*/ 85990 h 85990"/>
                  <a:gd name="connsiteX7" fmla="*/ 0 w 160708"/>
                  <a:gd name="connsiteY7" fmla="*/ 6142 h 85990"/>
                  <a:gd name="connsiteX8" fmla="*/ 7418 w 160708"/>
                  <a:gd name="connsiteY8" fmla="*/ 0 h 85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0708" h="85990">
                    <a:moveTo>
                      <a:pt x="13704" y="13709"/>
                    </a:moveTo>
                    <a:cubicBezTo>
                      <a:pt x="17406" y="46657"/>
                      <a:pt x="45794" y="72282"/>
                      <a:pt x="80354" y="72282"/>
                    </a:cubicBezTo>
                    <a:cubicBezTo>
                      <a:pt x="114914" y="72282"/>
                      <a:pt x="143302" y="46657"/>
                      <a:pt x="147004" y="13709"/>
                    </a:cubicBezTo>
                    <a:close/>
                    <a:moveTo>
                      <a:pt x="7418" y="0"/>
                    </a:moveTo>
                    <a:lnTo>
                      <a:pt x="154526" y="0"/>
                    </a:lnTo>
                    <a:cubicBezTo>
                      <a:pt x="157000" y="0"/>
                      <a:pt x="160708" y="2457"/>
                      <a:pt x="160708" y="6142"/>
                    </a:cubicBezTo>
                    <a:cubicBezTo>
                      <a:pt x="160708" y="50366"/>
                      <a:pt x="124858" y="85990"/>
                      <a:pt x="80354" y="85990"/>
                    </a:cubicBezTo>
                    <a:cubicBezTo>
                      <a:pt x="35852" y="85990"/>
                      <a:pt x="0" y="50366"/>
                      <a:pt x="0" y="6142"/>
                    </a:cubicBezTo>
                    <a:cubicBezTo>
                      <a:pt x="0" y="2457"/>
                      <a:pt x="3710" y="0"/>
                      <a:pt x="74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EA521935-1070-FF4D-B1A0-A4382A441FC3}"/>
                  </a:ext>
                </a:extLst>
              </p:cNvPr>
              <p:cNvSpPr/>
              <p:nvPr/>
            </p:nvSpPr>
            <p:spPr>
              <a:xfrm>
                <a:off x="18310650" y="7183262"/>
                <a:ext cx="347576" cy="1345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0" h="109">
                    <a:moveTo>
                      <a:pt x="275" y="0"/>
                    </a:moveTo>
                    <a:lnTo>
                      <a:pt x="6" y="0"/>
                    </a:lnTo>
                    <a:cubicBezTo>
                      <a:pt x="2" y="0"/>
                      <a:pt x="0" y="2"/>
                      <a:pt x="0" y="5"/>
                    </a:cubicBezTo>
                    <a:lnTo>
                      <a:pt x="0" y="102"/>
                    </a:lnTo>
                    <a:lnTo>
                      <a:pt x="6" y="102"/>
                    </a:lnTo>
                    <a:lnTo>
                      <a:pt x="0" y="103"/>
                    </a:lnTo>
                    <a:cubicBezTo>
                      <a:pt x="0" y="104"/>
                      <a:pt x="1" y="105"/>
                      <a:pt x="2" y="107"/>
                    </a:cubicBezTo>
                    <a:cubicBezTo>
                      <a:pt x="2" y="108"/>
                      <a:pt x="4" y="109"/>
                      <a:pt x="6" y="109"/>
                    </a:cubicBezTo>
                    <a:lnTo>
                      <a:pt x="275" y="109"/>
                    </a:lnTo>
                    <a:cubicBezTo>
                      <a:pt x="276" y="109"/>
                      <a:pt x="278" y="107"/>
                      <a:pt x="278" y="106"/>
                    </a:cubicBezTo>
                    <a:cubicBezTo>
                      <a:pt x="280" y="105"/>
                      <a:pt x="280" y="103"/>
                      <a:pt x="280" y="102"/>
                    </a:cubicBezTo>
                    <a:lnTo>
                      <a:pt x="280" y="5"/>
                    </a:lnTo>
                    <a:cubicBezTo>
                      <a:pt x="280" y="2"/>
                      <a:pt x="278" y="0"/>
                      <a:pt x="2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01B4B598-AFB2-7A49-8D14-BF12800B29BA}"/>
                  </a:ext>
                </a:extLst>
              </p:cNvPr>
              <p:cNvSpPr/>
              <p:nvPr/>
            </p:nvSpPr>
            <p:spPr>
              <a:xfrm>
                <a:off x="18634556" y="6956452"/>
                <a:ext cx="61044" cy="610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" h="50">
                    <a:moveTo>
                      <a:pt x="0" y="0"/>
                    </a:moveTo>
                    <a:cubicBezTo>
                      <a:pt x="0" y="0"/>
                      <a:pt x="50" y="-2"/>
                      <a:pt x="50" y="5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C3956314-088B-2E4D-A7A5-16F31DC06342}"/>
                  </a:ext>
                </a:extLst>
              </p:cNvPr>
              <p:cNvSpPr/>
              <p:nvPr/>
            </p:nvSpPr>
            <p:spPr>
              <a:xfrm>
                <a:off x="18628327" y="6948975"/>
                <a:ext cx="73502" cy="747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" h="61">
                    <a:moveTo>
                      <a:pt x="55" y="61"/>
                    </a:moveTo>
                    <a:cubicBezTo>
                      <a:pt x="51" y="61"/>
                      <a:pt x="49" y="58"/>
                      <a:pt x="49" y="56"/>
                    </a:cubicBezTo>
                    <a:cubicBezTo>
                      <a:pt x="49" y="41"/>
                      <a:pt x="45" y="30"/>
                      <a:pt x="37" y="22"/>
                    </a:cubicBezTo>
                    <a:cubicBezTo>
                      <a:pt x="25" y="11"/>
                      <a:pt x="6" y="11"/>
                      <a:pt x="5" y="11"/>
                    </a:cubicBezTo>
                    <a:cubicBezTo>
                      <a:pt x="3" y="11"/>
                      <a:pt x="0" y="9"/>
                      <a:pt x="0" y="6"/>
                    </a:cubicBezTo>
                    <a:cubicBezTo>
                      <a:pt x="0" y="3"/>
                      <a:pt x="3" y="0"/>
                      <a:pt x="5" y="0"/>
                    </a:cubicBezTo>
                    <a:cubicBezTo>
                      <a:pt x="6" y="0"/>
                      <a:pt x="29" y="-1"/>
                      <a:pt x="45" y="15"/>
                    </a:cubicBezTo>
                    <a:cubicBezTo>
                      <a:pt x="55" y="24"/>
                      <a:pt x="60" y="38"/>
                      <a:pt x="60" y="56"/>
                    </a:cubicBezTo>
                    <a:cubicBezTo>
                      <a:pt x="60" y="58"/>
                      <a:pt x="57" y="61"/>
                      <a:pt x="55" y="6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6A262A35-4CFF-7A41-9C7F-2D16A391E012}"/>
                  </a:ext>
                </a:extLst>
              </p:cNvPr>
              <p:cNvSpPr/>
              <p:nvPr/>
            </p:nvSpPr>
            <p:spPr>
              <a:xfrm>
                <a:off x="18664455" y="6892894"/>
                <a:ext cx="94680" cy="9471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7" h="77">
                    <a:moveTo>
                      <a:pt x="0" y="0"/>
                    </a:moveTo>
                    <a:cubicBezTo>
                      <a:pt x="0" y="0"/>
                      <a:pt x="77" y="-3"/>
                      <a:pt x="77" y="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5DD6D36A-2B8B-A943-A1DC-2F26FC80CF6A}"/>
                  </a:ext>
                </a:extLst>
              </p:cNvPr>
              <p:cNvSpPr/>
              <p:nvPr/>
            </p:nvSpPr>
            <p:spPr>
              <a:xfrm>
                <a:off x="18658226" y="6886663"/>
                <a:ext cx="108384" cy="1084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" h="88">
                    <a:moveTo>
                      <a:pt x="82" y="88"/>
                    </a:moveTo>
                    <a:cubicBezTo>
                      <a:pt x="79" y="88"/>
                      <a:pt x="76" y="85"/>
                      <a:pt x="76" y="82"/>
                    </a:cubicBezTo>
                    <a:cubicBezTo>
                      <a:pt x="76" y="59"/>
                      <a:pt x="70" y="41"/>
                      <a:pt x="57" y="29"/>
                    </a:cubicBezTo>
                    <a:cubicBezTo>
                      <a:pt x="37" y="9"/>
                      <a:pt x="6" y="11"/>
                      <a:pt x="6" y="11"/>
                    </a:cubicBezTo>
                    <a:cubicBezTo>
                      <a:pt x="3" y="11"/>
                      <a:pt x="1" y="8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cubicBezTo>
                      <a:pt x="7" y="0"/>
                      <a:pt x="40" y="-2"/>
                      <a:pt x="65" y="21"/>
                    </a:cubicBezTo>
                    <a:cubicBezTo>
                      <a:pt x="79" y="36"/>
                      <a:pt x="88" y="56"/>
                      <a:pt x="88" y="82"/>
                    </a:cubicBezTo>
                    <a:cubicBezTo>
                      <a:pt x="88" y="85"/>
                      <a:pt x="85" y="88"/>
                      <a:pt x="82" y="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31" name="Group 630">
              <a:extLst>
                <a:ext uri="{FF2B5EF4-FFF2-40B4-BE49-F238E27FC236}">
                  <a16:creationId xmlns:a16="http://schemas.microsoft.com/office/drawing/2014/main" id="{066FF329-4412-284F-8062-EB1D73511D4E}"/>
                </a:ext>
              </a:extLst>
            </p:cNvPr>
            <p:cNvGrpSpPr/>
            <p:nvPr/>
          </p:nvGrpSpPr>
          <p:grpSpPr>
            <a:xfrm>
              <a:off x="9870411" y="8803364"/>
              <a:ext cx="4708402" cy="4168637"/>
              <a:chOff x="9870411" y="8803364"/>
              <a:chExt cx="4708402" cy="4168637"/>
            </a:xfrm>
          </p:grpSpPr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7C2A9D03-FAAB-7B48-88C5-73592AC6E6E9}"/>
                  </a:ext>
                </a:extLst>
              </p:cNvPr>
              <p:cNvSpPr/>
              <p:nvPr/>
            </p:nvSpPr>
            <p:spPr>
              <a:xfrm>
                <a:off x="11549739" y="10153030"/>
                <a:ext cx="1807640" cy="7352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52" h="591">
                    <a:moveTo>
                      <a:pt x="1429" y="0"/>
                    </a:moveTo>
                    <a:lnTo>
                      <a:pt x="600" y="0"/>
                    </a:lnTo>
                    <a:cubicBezTo>
                      <a:pt x="590" y="0"/>
                      <a:pt x="582" y="6"/>
                      <a:pt x="578" y="14"/>
                    </a:cubicBezTo>
                    <a:lnTo>
                      <a:pt x="370" y="529"/>
                    </a:lnTo>
                    <a:cubicBezTo>
                      <a:pt x="365" y="538"/>
                      <a:pt x="356" y="544"/>
                      <a:pt x="347" y="544"/>
                    </a:cubicBezTo>
                    <a:lnTo>
                      <a:pt x="25" y="544"/>
                    </a:lnTo>
                    <a:cubicBezTo>
                      <a:pt x="13" y="544"/>
                      <a:pt x="1" y="554"/>
                      <a:pt x="0" y="566"/>
                    </a:cubicBezTo>
                    <a:cubicBezTo>
                      <a:pt x="0" y="580"/>
                      <a:pt x="10" y="591"/>
                      <a:pt x="24" y="591"/>
                    </a:cubicBezTo>
                    <a:lnTo>
                      <a:pt x="1186" y="591"/>
                    </a:lnTo>
                    <a:cubicBezTo>
                      <a:pt x="1208" y="591"/>
                      <a:pt x="1228" y="578"/>
                      <a:pt x="1237" y="557"/>
                    </a:cubicBezTo>
                    <a:lnTo>
                      <a:pt x="1451" y="32"/>
                    </a:lnTo>
                    <a:cubicBezTo>
                      <a:pt x="1457" y="17"/>
                      <a:pt x="1445" y="0"/>
                      <a:pt x="142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F0DE2D47-1D98-3F4A-87A9-E511654CEA41}"/>
                  </a:ext>
                </a:extLst>
              </p:cNvPr>
              <p:cNvSpPr/>
              <p:nvPr/>
            </p:nvSpPr>
            <p:spPr>
              <a:xfrm>
                <a:off x="11542264" y="10145553"/>
                <a:ext cx="1824089" cy="750230"/>
              </a:xfrm>
              <a:custGeom>
                <a:avLst/>
                <a:gdLst>
                  <a:gd name="connsiteX0" fmla="*/ 754436 w 1824089"/>
                  <a:gd name="connsiteY0" fmla="*/ 16201 h 750230"/>
                  <a:gd name="connsiteX1" fmla="*/ 734517 w 1824089"/>
                  <a:gd name="connsiteY1" fmla="*/ 28642 h 750230"/>
                  <a:gd name="connsiteX2" fmla="*/ 474328 w 1824089"/>
                  <a:gd name="connsiteY2" fmla="*/ 668093 h 750230"/>
                  <a:gd name="connsiteX3" fmla="*/ 439470 w 1824089"/>
                  <a:gd name="connsiteY3" fmla="*/ 692975 h 750230"/>
                  <a:gd name="connsiteX4" fmla="*/ 38604 w 1824089"/>
                  <a:gd name="connsiteY4" fmla="*/ 692975 h 750230"/>
                  <a:gd name="connsiteX5" fmla="*/ 16195 w 1824089"/>
                  <a:gd name="connsiteY5" fmla="*/ 712880 h 750230"/>
                  <a:gd name="connsiteX6" fmla="*/ 21175 w 1824089"/>
                  <a:gd name="connsiteY6" fmla="*/ 727809 h 750230"/>
                  <a:gd name="connsiteX7" fmla="*/ 37359 w 1824089"/>
                  <a:gd name="connsiteY7" fmla="*/ 734029 h 750230"/>
                  <a:gd name="connsiteX8" fmla="*/ 1483962 w 1824089"/>
                  <a:gd name="connsiteY8" fmla="*/ 734029 h 750230"/>
                  <a:gd name="connsiteX9" fmla="*/ 1539984 w 1824089"/>
                  <a:gd name="connsiteY9" fmla="*/ 696707 h 750230"/>
                  <a:gd name="connsiteX10" fmla="*/ 1806398 w 1824089"/>
                  <a:gd name="connsiteY10" fmla="*/ 44815 h 750230"/>
                  <a:gd name="connsiteX11" fmla="*/ 1803908 w 1824089"/>
                  <a:gd name="connsiteY11" fmla="*/ 24909 h 750230"/>
                  <a:gd name="connsiteX12" fmla="*/ 1786479 w 1824089"/>
                  <a:gd name="connsiteY12" fmla="*/ 16201 h 750230"/>
                  <a:gd name="connsiteX13" fmla="*/ 754434 w 1824089"/>
                  <a:gd name="connsiteY13" fmla="*/ 0 h 750230"/>
                  <a:gd name="connsiteX14" fmla="*/ 1786491 w 1824089"/>
                  <a:gd name="connsiteY14" fmla="*/ 0 h 750230"/>
                  <a:gd name="connsiteX15" fmla="*/ 1817614 w 1824089"/>
                  <a:gd name="connsiteY15" fmla="*/ 16174 h 750230"/>
                  <a:gd name="connsiteX16" fmla="*/ 1820104 w 1824089"/>
                  <a:gd name="connsiteY16" fmla="*/ 51011 h 750230"/>
                  <a:gd name="connsiteX17" fmla="*/ 1554932 w 1824089"/>
                  <a:gd name="connsiteY17" fmla="*/ 702952 h 750230"/>
                  <a:gd name="connsiteX18" fmla="*/ 1483970 w 1824089"/>
                  <a:gd name="connsiteY18" fmla="*/ 750230 h 750230"/>
                  <a:gd name="connsiteX19" fmla="*/ 37348 w 1824089"/>
                  <a:gd name="connsiteY19" fmla="*/ 750230 h 750230"/>
                  <a:gd name="connsiteX20" fmla="*/ 9960 w 1824089"/>
                  <a:gd name="connsiteY20" fmla="*/ 739033 h 750230"/>
                  <a:gd name="connsiteX21" fmla="*/ 0 w 1824089"/>
                  <a:gd name="connsiteY21" fmla="*/ 711661 h 750230"/>
                  <a:gd name="connsiteX22" fmla="*/ 38593 w 1824089"/>
                  <a:gd name="connsiteY22" fmla="*/ 676824 h 750230"/>
                  <a:gd name="connsiteX23" fmla="*/ 439464 w 1824089"/>
                  <a:gd name="connsiteY23" fmla="*/ 676824 h 750230"/>
                  <a:gd name="connsiteX24" fmla="*/ 460628 w 1824089"/>
                  <a:gd name="connsiteY24" fmla="*/ 661894 h 750230"/>
                  <a:gd name="connsiteX25" fmla="*/ 719576 w 1824089"/>
                  <a:gd name="connsiteY25" fmla="*/ 22395 h 750230"/>
                  <a:gd name="connsiteX26" fmla="*/ 754434 w 1824089"/>
                  <a:gd name="connsiteY26" fmla="*/ 0 h 750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824089" h="750230">
                    <a:moveTo>
                      <a:pt x="754436" y="16201"/>
                    </a:moveTo>
                    <a:cubicBezTo>
                      <a:pt x="745721" y="16201"/>
                      <a:pt x="738252" y="21177"/>
                      <a:pt x="734517" y="28642"/>
                    </a:cubicBezTo>
                    <a:lnTo>
                      <a:pt x="474328" y="668093"/>
                    </a:lnTo>
                    <a:cubicBezTo>
                      <a:pt x="469348" y="683022"/>
                      <a:pt x="454409" y="692975"/>
                      <a:pt x="439470" y="692975"/>
                    </a:cubicBezTo>
                    <a:lnTo>
                      <a:pt x="38604" y="692975"/>
                    </a:lnTo>
                    <a:cubicBezTo>
                      <a:pt x="27399" y="692975"/>
                      <a:pt x="16195" y="701683"/>
                      <a:pt x="16195" y="712880"/>
                    </a:cubicBezTo>
                    <a:cubicBezTo>
                      <a:pt x="16195" y="719100"/>
                      <a:pt x="17440" y="724076"/>
                      <a:pt x="21175" y="727809"/>
                    </a:cubicBezTo>
                    <a:cubicBezTo>
                      <a:pt x="24909" y="732785"/>
                      <a:pt x="31134" y="734029"/>
                      <a:pt x="37359" y="734029"/>
                    </a:cubicBezTo>
                    <a:lnTo>
                      <a:pt x="1483962" y="734029"/>
                    </a:lnTo>
                    <a:cubicBezTo>
                      <a:pt x="1508861" y="734029"/>
                      <a:pt x="1531270" y="720344"/>
                      <a:pt x="1539984" y="696707"/>
                    </a:cubicBezTo>
                    <a:lnTo>
                      <a:pt x="1806398" y="44815"/>
                    </a:lnTo>
                    <a:cubicBezTo>
                      <a:pt x="1808888" y="37350"/>
                      <a:pt x="1807643" y="31130"/>
                      <a:pt x="1803908" y="24909"/>
                    </a:cubicBezTo>
                    <a:cubicBezTo>
                      <a:pt x="1800174" y="18689"/>
                      <a:pt x="1793949" y="16201"/>
                      <a:pt x="1786479" y="16201"/>
                    </a:cubicBezTo>
                    <a:close/>
                    <a:moveTo>
                      <a:pt x="754434" y="0"/>
                    </a:moveTo>
                    <a:lnTo>
                      <a:pt x="1786491" y="0"/>
                    </a:lnTo>
                    <a:cubicBezTo>
                      <a:pt x="1798940" y="0"/>
                      <a:pt x="1811390" y="4977"/>
                      <a:pt x="1817614" y="16174"/>
                    </a:cubicBezTo>
                    <a:cubicBezTo>
                      <a:pt x="1825084" y="26127"/>
                      <a:pt x="1826329" y="38569"/>
                      <a:pt x="1820104" y="51011"/>
                    </a:cubicBezTo>
                    <a:lnTo>
                      <a:pt x="1554932" y="702952"/>
                    </a:lnTo>
                    <a:cubicBezTo>
                      <a:pt x="1542482" y="732812"/>
                      <a:pt x="1515094" y="750230"/>
                      <a:pt x="1483970" y="750230"/>
                    </a:cubicBezTo>
                    <a:lnTo>
                      <a:pt x="37348" y="750230"/>
                    </a:lnTo>
                    <a:cubicBezTo>
                      <a:pt x="27389" y="750230"/>
                      <a:pt x="17429" y="746497"/>
                      <a:pt x="9960" y="739033"/>
                    </a:cubicBezTo>
                    <a:cubicBezTo>
                      <a:pt x="2490" y="731568"/>
                      <a:pt x="0" y="721614"/>
                      <a:pt x="0" y="711661"/>
                    </a:cubicBezTo>
                    <a:cubicBezTo>
                      <a:pt x="1245" y="691754"/>
                      <a:pt x="17429" y="676824"/>
                      <a:pt x="38593" y="676824"/>
                    </a:cubicBezTo>
                    <a:lnTo>
                      <a:pt x="439464" y="676824"/>
                    </a:lnTo>
                    <a:cubicBezTo>
                      <a:pt x="448179" y="676824"/>
                      <a:pt x="455648" y="670604"/>
                      <a:pt x="460628" y="661894"/>
                    </a:cubicBezTo>
                    <a:lnTo>
                      <a:pt x="719576" y="22395"/>
                    </a:lnTo>
                    <a:cubicBezTo>
                      <a:pt x="725801" y="8709"/>
                      <a:pt x="739495" y="0"/>
                      <a:pt x="7544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1DFB2D4A-107F-3143-8CE2-79B498A4A96E}"/>
                  </a:ext>
                </a:extLst>
              </p:cNvPr>
              <p:cNvSpPr/>
              <p:nvPr/>
            </p:nvSpPr>
            <p:spPr>
              <a:xfrm>
                <a:off x="12074217" y="10214096"/>
                <a:ext cx="1185994" cy="616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53" h="496">
                    <a:moveTo>
                      <a:pt x="763" y="485"/>
                    </a:moveTo>
                    <a:lnTo>
                      <a:pt x="951" y="24"/>
                    </a:lnTo>
                    <a:cubicBezTo>
                      <a:pt x="956" y="12"/>
                      <a:pt x="948" y="0"/>
                      <a:pt x="935" y="0"/>
                    </a:cubicBezTo>
                    <a:lnTo>
                      <a:pt x="206" y="0"/>
                    </a:lnTo>
                    <a:cubicBezTo>
                      <a:pt x="199" y="0"/>
                      <a:pt x="192" y="4"/>
                      <a:pt x="189" y="11"/>
                    </a:cubicBezTo>
                    <a:lnTo>
                      <a:pt x="1" y="472"/>
                    </a:lnTo>
                    <a:cubicBezTo>
                      <a:pt x="-4" y="483"/>
                      <a:pt x="5" y="496"/>
                      <a:pt x="18" y="496"/>
                    </a:cubicBezTo>
                    <a:lnTo>
                      <a:pt x="747" y="496"/>
                    </a:lnTo>
                    <a:cubicBezTo>
                      <a:pt x="754" y="496"/>
                      <a:pt x="760" y="492"/>
                      <a:pt x="763" y="485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9" name="Freeform 608">
                <a:extLst>
                  <a:ext uri="{FF2B5EF4-FFF2-40B4-BE49-F238E27FC236}">
                    <a16:creationId xmlns:a16="http://schemas.microsoft.com/office/drawing/2014/main" id="{C540A25A-FD89-DB4D-93F4-7CABC83537B6}"/>
                  </a:ext>
                </a:extLst>
              </p:cNvPr>
              <p:cNvSpPr/>
              <p:nvPr/>
            </p:nvSpPr>
            <p:spPr>
              <a:xfrm>
                <a:off x="12065436" y="10205372"/>
                <a:ext cx="1202558" cy="634331"/>
              </a:xfrm>
              <a:custGeom>
                <a:avLst/>
                <a:gdLst>
                  <a:gd name="connsiteX0" fmla="*/ 265149 w 1202558"/>
                  <a:gd name="connsiteY0" fmla="*/ 16201 h 634331"/>
                  <a:gd name="connsiteX1" fmla="*/ 251459 w 1202558"/>
                  <a:gd name="connsiteY1" fmla="*/ 24907 h 634331"/>
                  <a:gd name="connsiteX2" fmla="*/ 16255 w 1202558"/>
                  <a:gd name="connsiteY2" fmla="*/ 598229 h 634331"/>
                  <a:gd name="connsiteX3" fmla="*/ 18744 w 1202558"/>
                  <a:gd name="connsiteY3" fmla="*/ 611909 h 634331"/>
                  <a:gd name="connsiteX4" fmla="*/ 31189 w 1202558"/>
                  <a:gd name="connsiteY4" fmla="*/ 616884 h 634331"/>
                  <a:gd name="connsiteX5" fmla="*/ 938405 w 1202558"/>
                  <a:gd name="connsiteY5" fmla="*/ 616884 h 634331"/>
                  <a:gd name="connsiteX6" fmla="*/ 952095 w 1202558"/>
                  <a:gd name="connsiteY6" fmla="*/ 609422 h 634331"/>
                  <a:gd name="connsiteX7" fmla="*/ 1186055 w 1202558"/>
                  <a:gd name="connsiteY7" fmla="*/ 36099 h 634331"/>
                  <a:gd name="connsiteX8" fmla="*/ 1184810 w 1202558"/>
                  <a:gd name="connsiteY8" fmla="*/ 22419 h 634331"/>
                  <a:gd name="connsiteX9" fmla="*/ 1172365 w 1202558"/>
                  <a:gd name="connsiteY9" fmla="*/ 16201 h 634331"/>
                  <a:gd name="connsiteX10" fmla="*/ 265138 w 1202558"/>
                  <a:gd name="connsiteY10" fmla="*/ 0 h 634331"/>
                  <a:gd name="connsiteX11" fmla="*/ 1172380 w 1202558"/>
                  <a:gd name="connsiteY11" fmla="*/ 0 h 634331"/>
                  <a:gd name="connsiteX12" fmla="*/ 1197270 w 1202558"/>
                  <a:gd name="connsiteY12" fmla="*/ 13682 h 634331"/>
                  <a:gd name="connsiteX13" fmla="*/ 1201003 w 1202558"/>
                  <a:gd name="connsiteY13" fmla="*/ 42289 h 634331"/>
                  <a:gd name="connsiteX14" fmla="*/ 965793 w 1202558"/>
                  <a:gd name="connsiteY14" fmla="*/ 615674 h 634331"/>
                  <a:gd name="connsiteX15" fmla="*/ 938414 w 1202558"/>
                  <a:gd name="connsiteY15" fmla="*/ 634331 h 634331"/>
                  <a:gd name="connsiteX16" fmla="*/ 31172 w 1202558"/>
                  <a:gd name="connsiteY16" fmla="*/ 634331 h 634331"/>
                  <a:gd name="connsiteX17" fmla="*/ 5037 w 1202558"/>
                  <a:gd name="connsiteY17" fmla="*/ 620649 h 634331"/>
                  <a:gd name="connsiteX18" fmla="*/ 2548 w 1202558"/>
                  <a:gd name="connsiteY18" fmla="*/ 593286 h 634331"/>
                  <a:gd name="connsiteX19" fmla="*/ 236514 w 1202558"/>
                  <a:gd name="connsiteY19" fmla="*/ 18657 h 634331"/>
                  <a:gd name="connsiteX20" fmla="*/ 265138 w 1202558"/>
                  <a:gd name="connsiteY20" fmla="*/ 0 h 634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02558" h="634331">
                    <a:moveTo>
                      <a:pt x="265149" y="16201"/>
                    </a:moveTo>
                    <a:cubicBezTo>
                      <a:pt x="260171" y="16201"/>
                      <a:pt x="253948" y="19932"/>
                      <a:pt x="251459" y="24907"/>
                    </a:cubicBezTo>
                    <a:lnTo>
                      <a:pt x="16255" y="598229"/>
                    </a:lnTo>
                    <a:cubicBezTo>
                      <a:pt x="15011" y="601960"/>
                      <a:pt x="16255" y="608178"/>
                      <a:pt x="18744" y="611909"/>
                    </a:cubicBezTo>
                    <a:cubicBezTo>
                      <a:pt x="21233" y="615640"/>
                      <a:pt x="24966" y="616884"/>
                      <a:pt x="31189" y="616884"/>
                    </a:cubicBezTo>
                    <a:lnTo>
                      <a:pt x="938405" y="616884"/>
                    </a:lnTo>
                    <a:cubicBezTo>
                      <a:pt x="943383" y="616884"/>
                      <a:pt x="949606" y="614397"/>
                      <a:pt x="952095" y="609422"/>
                    </a:cubicBezTo>
                    <a:lnTo>
                      <a:pt x="1186055" y="36099"/>
                    </a:lnTo>
                    <a:cubicBezTo>
                      <a:pt x="1187299" y="31125"/>
                      <a:pt x="1187299" y="27394"/>
                      <a:pt x="1184810" y="22419"/>
                    </a:cubicBezTo>
                    <a:cubicBezTo>
                      <a:pt x="1181077" y="18688"/>
                      <a:pt x="1177343" y="16201"/>
                      <a:pt x="1172365" y="16201"/>
                    </a:cubicBezTo>
                    <a:close/>
                    <a:moveTo>
                      <a:pt x="265138" y="0"/>
                    </a:moveTo>
                    <a:lnTo>
                      <a:pt x="1172380" y="0"/>
                    </a:lnTo>
                    <a:cubicBezTo>
                      <a:pt x="1182336" y="0"/>
                      <a:pt x="1192292" y="4975"/>
                      <a:pt x="1197270" y="13682"/>
                    </a:cubicBezTo>
                    <a:cubicBezTo>
                      <a:pt x="1203493" y="22388"/>
                      <a:pt x="1203493" y="32338"/>
                      <a:pt x="1201003" y="42289"/>
                    </a:cubicBezTo>
                    <a:lnTo>
                      <a:pt x="965793" y="615674"/>
                    </a:lnTo>
                    <a:cubicBezTo>
                      <a:pt x="960815" y="626868"/>
                      <a:pt x="949614" y="634331"/>
                      <a:pt x="938414" y="634331"/>
                    </a:cubicBezTo>
                    <a:lnTo>
                      <a:pt x="31172" y="634331"/>
                    </a:lnTo>
                    <a:cubicBezTo>
                      <a:pt x="19971" y="634331"/>
                      <a:pt x="10015" y="629356"/>
                      <a:pt x="5037" y="620649"/>
                    </a:cubicBezTo>
                    <a:cubicBezTo>
                      <a:pt x="-1186" y="611943"/>
                      <a:pt x="-1186" y="601993"/>
                      <a:pt x="2548" y="593286"/>
                    </a:cubicBezTo>
                    <a:lnTo>
                      <a:pt x="236514" y="18657"/>
                    </a:lnTo>
                    <a:cubicBezTo>
                      <a:pt x="241492" y="7463"/>
                      <a:pt x="252693" y="0"/>
                      <a:pt x="2651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9B567AC2-136C-7A46-9282-90C9041325DB}"/>
                  </a:ext>
                </a:extLst>
              </p:cNvPr>
              <p:cNvSpPr/>
              <p:nvPr/>
            </p:nvSpPr>
            <p:spPr>
              <a:xfrm>
                <a:off x="11182230" y="10954356"/>
                <a:ext cx="662761" cy="18855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3" h="1514">
                    <a:moveTo>
                      <a:pt x="0" y="25"/>
                    </a:moveTo>
                    <a:lnTo>
                      <a:pt x="83" y="0"/>
                    </a:lnTo>
                    <a:lnTo>
                      <a:pt x="531" y="1463"/>
                    </a:lnTo>
                    <a:cubicBezTo>
                      <a:pt x="539" y="1488"/>
                      <a:pt x="520" y="1514"/>
                      <a:pt x="494" y="1514"/>
                    </a:cubicBezTo>
                    <a:cubicBezTo>
                      <a:pt x="471" y="1514"/>
                      <a:pt x="451" y="1498"/>
                      <a:pt x="444" y="14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0" name="Freeform 609">
                <a:extLst>
                  <a:ext uri="{FF2B5EF4-FFF2-40B4-BE49-F238E27FC236}">
                    <a16:creationId xmlns:a16="http://schemas.microsoft.com/office/drawing/2014/main" id="{ABA7157F-C2D3-E44E-9A80-03CE94CA7119}"/>
                  </a:ext>
                </a:extLst>
              </p:cNvPr>
              <p:cNvSpPr/>
              <p:nvPr/>
            </p:nvSpPr>
            <p:spPr>
              <a:xfrm>
                <a:off x="11173061" y="10945632"/>
                <a:ext cx="679078" cy="1901746"/>
              </a:xfrm>
              <a:custGeom>
                <a:avLst/>
                <a:gdLst>
                  <a:gd name="connsiteX0" fmla="*/ 107415 w 679078"/>
                  <a:gd name="connsiteY0" fmla="*/ 18690 h 1901746"/>
                  <a:gd name="connsiteX1" fmla="*/ 19135 w 679078"/>
                  <a:gd name="connsiteY1" fmla="*/ 46089 h 1901746"/>
                  <a:gd name="connsiteX2" fmla="*/ 568712 w 679078"/>
                  <a:gd name="connsiteY2" fmla="*/ 1845689 h 1901746"/>
                  <a:gd name="connsiteX3" fmla="*/ 623421 w 679078"/>
                  <a:gd name="connsiteY3" fmla="*/ 1885542 h 1901746"/>
                  <a:gd name="connsiteX4" fmla="*/ 655749 w 679078"/>
                  <a:gd name="connsiteY4" fmla="*/ 1869352 h 1901746"/>
                  <a:gd name="connsiteX5" fmla="*/ 661966 w 679078"/>
                  <a:gd name="connsiteY5" fmla="*/ 1833235 h 1901746"/>
                  <a:gd name="connsiteX6" fmla="*/ 108633 w 679078"/>
                  <a:gd name="connsiteY6" fmla="*/ 0 h 1901746"/>
                  <a:gd name="connsiteX7" fmla="*/ 114851 w 679078"/>
                  <a:gd name="connsiteY7" fmla="*/ 1245 h 1901746"/>
                  <a:gd name="connsiteX8" fmla="*/ 118581 w 679078"/>
                  <a:gd name="connsiteY8" fmla="*/ 6227 h 1901746"/>
                  <a:gd name="connsiteX9" fmla="*/ 676917 w 679078"/>
                  <a:gd name="connsiteY9" fmla="*/ 1828267 h 1901746"/>
                  <a:gd name="connsiteX10" fmla="*/ 666969 w 679078"/>
                  <a:gd name="connsiteY10" fmla="*/ 1879328 h 1901746"/>
                  <a:gd name="connsiteX11" fmla="*/ 622203 w 679078"/>
                  <a:gd name="connsiteY11" fmla="*/ 1901746 h 1901746"/>
                  <a:gd name="connsiteX12" fmla="*/ 552566 w 679078"/>
                  <a:gd name="connsiteY12" fmla="*/ 1849439 h 1901746"/>
                  <a:gd name="connsiteX13" fmla="*/ 448 w 679078"/>
                  <a:gd name="connsiteY13" fmla="*/ 43589 h 1901746"/>
                  <a:gd name="connsiteX14" fmla="*/ 5422 w 679078"/>
                  <a:gd name="connsiteY14" fmla="*/ 32381 h 1901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79078" h="1901746">
                    <a:moveTo>
                      <a:pt x="107415" y="18690"/>
                    </a:moveTo>
                    <a:lnTo>
                      <a:pt x="19135" y="46089"/>
                    </a:lnTo>
                    <a:lnTo>
                      <a:pt x="568712" y="1845689"/>
                    </a:lnTo>
                    <a:cubicBezTo>
                      <a:pt x="576172" y="1869352"/>
                      <a:pt x="598553" y="1885542"/>
                      <a:pt x="623421" y="1885542"/>
                    </a:cubicBezTo>
                    <a:cubicBezTo>
                      <a:pt x="635855" y="1885542"/>
                      <a:pt x="648288" y="1879315"/>
                      <a:pt x="655749" y="1869352"/>
                    </a:cubicBezTo>
                    <a:cubicBezTo>
                      <a:pt x="663209" y="1859389"/>
                      <a:pt x="665696" y="1845689"/>
                      <a:pt x="661966" y="1833235"/>
                    </a:cubicBezTo>
                    <a:close/>
                    <a:moveTo>
                      <a:pt x="108633" y="0"/>
                    </a:moveTo>
                    <a:cubicBezTo>
                      <a:pt x="111120" y="0"/>
                      <a:pt x="113607" y="0"/>
                      <a:pt x="114851" y="1245"/>
                    </a:cubicBezTo>
                    <a:cubicBezTo>
                      <a:pt x="117338" y="2491"/>
                      <a:pt x="118581" y="3736"/>
                      <a:pt x="118581" y="6227"/>
                    </a:cubicBezTo>
                    <a:lnTo>
                      <a:pt x="676917" y="1828267"/>
                    </a:lnTo>
                    <a:cubicBezTo>
                      <a:pt x="681891" y="1845702"/>
                      <a:pt x="678161" y="1864384"/>
                      <a:pt x="666969" y="1879328"/>
                    </a:cubicBezTo>
                    <a:cubicBezTo>
                      <a:pt x="657021" y="1893028"/>
                      <a:pt x="639612" y="1901746"/>
                      <a:pt x="622203" y="1901746"/>
                    </a:cubicBezTo>
                    <a:cubicBezTo>
                      <a:pt x="589871" y="1901746"/>
                      <a:pt x="561271" y="1880574"/>
                      <a:pt x="552566" y="1849439"/>
                    </a:cubicBezTo>
                    <a:lnTo>
                      <a:pt x="448" y="43589"/>
                    </a:lnTo>
                    <a:cubicBezTo>
                      <a:pt x="-796" y="38608"/>
                      <a:pt x="448" y="33626"/>
                      <a:pt x="5422" y="323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71AC6C64-AD1F-C24F-A33D-8FF6773E1D75}"/>
                  </a:ext>
                </a:extLst>
              </p:cNvPr>
              <p:cNvSpPr/>
              <p:nvPr/>
            </p:nvSpPr>
            <p:spPr>
              <a:xfrm>
                <a:off x="9921489" y="10954356"/>
                <a:ext cx="664007" cy="20089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4" h="1613">
                    <a:moveTo>
                      <a:pt x="450" y="0"/>
                    </a:moveTo>
                    <a:lnTo>
                      <a:pt x="534" y="27"/>
                    </a:lnTo>
                    <a:lnTo>
                      <a:pt x="90" y="1570"/>
                    </a:lnTo>
                    <a:cubicBezTo>
                      <a:pt x="83" y="1596"/>
                      <a:pt x="61" y="1613"/>
                      <a:pt x="36" y="1613"/>
                    </a:cubicBezTo>
                    <a:cubicBezTo>
                      <a:pt x="12" y="1613"/>
                      <a:pt x="-6" y="1588"/>
                      <a:pt x="2" y="156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1" name="Freeform 610">
                <a:extLst>
                  <a:ext uri="{FF2B5EF4-FFF2-40B4-BE49-F238E27FC236}">
                    <a16:creationId xmlns:a16="http://schemas.microsoft.com/office/drawing/2014/main" id="{B6636F9D-7D62-5E46-8C85-99853DEEECBD}"/>
                  </a:ext>
                </a:extLst>
              </p:cNvPr>
              <p:cNvSpPr/>
              <p:nvPr/>
            </p:nvSpPr>
            <p:spPr>
              <a:xfrm>
                <a:off x="9913093" y="10945632"/>
                <a:ext cx="680200" cy="2026369"/>
              </a:xfrm>
              <a:custGeom>
                <a:avLst/>
                <a:gdLst>
                  <a:gd name="connsiteX0" fmla="*/ 572910 w 680200"/>
                  <a:gd name="connsiteY0" fmla="*/ 18690 h 2026369"/>
                  <a:gd name="connsiteX1" fmla="*/ 17114 w 680200"/>
                  <a:gd name="connsiteY1" fmla="*/ 1957855 h 2026369"/>
                  <a:gd name="connsiteX2" fmla="*/ 23331 w 680200"/>
                  <a:gd name="connsiteY2" fmla="*/ 1995219 h 2026369"/>
                  <a:gd name="connsiteX3" fmla="*/ 51929 w 680200"/>
                  <a:gd name="connsiteY3" fmla="*/ 2010164 h 2026369"/>
                  <a:gd name="connsiteX4" fmla="*/ 111612 w 680200"/>
                  <a:gd name="connsiteY4" fmla="*/ 1961592 h 2026369"/>
                  <a:gd name="connsiteX5" fmla="*/ 661191 w 680200"/>
                  <a:gd name="connsiteY5" fmla="*/ 47335 h 2026369"/>
                  <a:gd name="connsiteX6" fmla="*/ 570448 w 680200"/>
                  <a:gd name="connsiteY6" fmla="*/ 0 h 2026369"/>
                  <a:gd name="connsiteX7" fmla="*/ 674903 w 680200"/>
                  <a:gd name="connsiteY7" fmla="*/ 34873 h 2026369"/>
                  <a:gd name="connsiteX8" fmla="*/ 679877 w 680200"/>
                  <a:gd name="connsiteY8" fmla="*/ 44837 h 2026369"/>
                  <a:gd name="connsiteX9" fmla="*/ 129000 w 680200"/>
                  <a:gd name="connsiteY9" fmla="*/ 1966587 h 2026369"/>
                  <a:gd name="connsiteX10" fmla="*/ 53146 w 680200"/>
                  <a:gd name="connsiteY10" fmla="*/ 2026369 h 2026369"/>
                  <a:gd name="connsiteX11" fmla="*/ 12110 w 680200"/>
                  <a:gd name="connsiteY11" fmla="*/ 2003951 h 2026369"/>
                  <a:gd name="connsiteX12" fmla="*/ 2162 w 680200"/>
                  <a:gd name="connsiteY12" fmla="*/ 1952887 h 2026369"/>
                  <a:gd name="connsiteX13" fmla="*/ 560500 w 680200"/>
                  <a:gd name="connsiteY13" fmla="*/ 6227 h 2026369"/>
                  <a:gd name="connsiteX14" fmla="*/ 564230 w 680200"/>
                  <a:gd name="connsiteY14" fmla="*/ 1245 h 2026369"/>
                  <a:gd name="connsiteX15" fmla="*/ 570448 w 680200"/>
                  <a:gd name="connsiteY15" fmla="*/ 0 h 2026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80200" h="2026369">
                    <a:moveTo>
                      <a:pt x="572910" y="18690"/>
                    </a:moveTo>
                    <a:lnTo>
                      <a:pt x="17114" y="1957855"/>
                    </a:lnTo>
                    <a:cubicBezTo>
                      <a:pt x="13384" y="1970310"/>
                      <a:pt x="15871" y="1985255"/>
                      <a:pt x="23331" y="1995219"/>
                    </a:cubicBezTo>
                    <a:cubicBezTo>
                      <a:pt x="30792" y="2003937"/>
                      <a:pt x="40739" y="2010164"/>
                      <a:pt x="51929" y="2010164"/>
                    </a:cubicBezTo>
                    <a:cubicBezTo>
                      <a:pt x="80527" y="2010164"/>
                      <a:pt x="102908" y="1990237"/>
                      <a:pt x="111612" y="1961592"/>
                    </a:cubicBezTo>
                    <a:lnTo>
                      <a:pt x="661191" y="47335"/>
                    </a:lnTo>
                    <a:close/>
                    <a:moveTo>
                      <a:pt x="570448" y="0"/>
                    </a:moveTo>
                    <a:lnTo>
                      <a:pt x="674903" y="34873"/>
                    </a:lnTo>
                    <a:cubicBezTo>
                      <a:pt x="678633" y="36118"/>
                      <a:pt x="681121" y="41100"/>
                      <a:pt x="679877" y="44837"/>
                    </a:cubicBezTo>
                    <a:lnTo>
                      <a:pt x="129000" y="1966587"/>
                    </a:lnTo>
                    <a:cubicBezTo>
                      <a:pt x="117809" y="2002705"/>
                      <a:pt x="87964" y="2026369"/>
                      <a:pt x="53146" y="2026369"/>
                    </a:cubicBezTo>
                    <a:cubicBezTo>
                      <a:pt x="36980" y="2026369"/>
                      <a:pt x="22058" y="2017651"/>
                      <a:pt x="12110" y="2003951"/>
                    </a:cubicBezTo>
                    <a:cubicBezTo>
                      <a:pt x="919" y="1990250"/>
                      <a:pt x="-2812" y="1971569"/>
                      <a:pt x="2162" y="1952887"/>
                    </a:cubicBezTo>
                    <a:lnTo>
                      <a:pt x="560500" y="6227"/>
                    </a:lnTo>
                    <a:cubicBezTo>
                      <a:pt x="560500" y="3736"/>
                      <a:pt x="562987" y="2491"/>
                      <a:pt x="564230" y="1245"/>
                    </a:cubicBezTo>
                    <a:cubicBezTo>
                      <a:pt x="566717" y="0"/>
                      <a:pt x="567961" y="0"/>
                      <a:pt x="570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7A84D222-7983-1849-B15E-E5C19F864BD0}"/>
                  </a:ext>
                </a:extLst>
              </p:cNvPr>
              <p:cNvSpPr/>
              <p:nvPr/>
            </p:nvSpPr>
            <p:spPr>
              <a:xfrm>
                <a:off x="12647281" y="10954356"/>
                <a:ext cx="662761" cy="20089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3" h="1613">
                    <a:moveTo>
                      <a:pt x="533" y="27"/>
                    </a:moveTo>
                    <a:lnTo>
                      <a:pt x="449" y="0"/>
                    </a:lnTo>
                    <a:lnTo>
                      <a:pt x="2" y="1559"/>
                    </a:lnTo>
                    <a:cubicBezTo>
                      <a:pt x="-5" y="1586"/>
                      <a:pt x="13" y="1613"/>
                      <a:pt x="40" y="1613"/>
                    </a:cubicBezTo>
                    <a:cubicBezTo>
                      <a:pt x="63" y="1613"/>
                      <a:pt x="83" y="1597"/>
                      <a:pt x="90" y="157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2" name="Freeform 611">
                <a:extLst>
                  <a:ext uri="{FF2B5EF4-FFF2-40B4-BE49-F238E27FC236}">
                    <a16:creationId xmlns:a16="http://schemas.microsoft.com/office/drawing/2014/main" id="{B33A6282-730E-F747-8C89-840174BBEAE0}"/>
                  </a:ext>
                </a:extLst>
              </p:cNvPr>
              <p:cNvSpPr/>
              <p:nvPr/>
            </p:nvSpPr>
            <p:spPr>
              <a:xfrm>
                <a:off x="12640128" y="10945632"/>
                <a:ext cx="678954" cy="2026369"/>
              </a:xfrm>
              <a:custGeom>
                <a:avLst/>
                <a:gdLst>
                  <a:gd name="connsiteX0" fmla="*/ 570424 w 678954"/>
                  <a:gd name="connsiteY0" fmla="*/ 18690 h 2026369"/>
                  <a:gd name="connsiteX1" fmla="*/ 17117 w 678954"/>
                  <a:gd name="connsiteY1" fmla="*/ 1952873 h 2026369"/>
                  <a:gd name="connsiteX2" fmla="*/ 24578 w 678954"/>
                  <a:gd name="connsiteY2" fmla="*/ 1993973 h 2026369"/>
                  <a:gd name="connsiteX3" fmla="*/ 55662 w 678954"/>
                  <a:gd name="connsiteY3" fmla="*/ 2010164 h 2026369"/>
                  <a:gd name="connsiteX4" fmla="*/ 109128 w 678954"/>
                  <a:gd name="connsiteY4" fmla="*/ 1966573 h 2026369"/>
                  <a:gd name="connsiteX5" fmla="*/ 659948 w 678954"/>
                  <a:gd name="connsiteY5" fmla="*/ 47335 h 2026369"/>
                  <a:gd name="connsiteX6" fmla="*/ 570446 w 678954"/>
                  <a:gd name="connsiteY6" fmla="*/ 0 h 2026369"/>
                  <a:gd name="connsiteX7" fmla="*/ 673657 w 678954"/>
                  <a:gd name="connsiteY7" fmla="*/ 34873 h 2026369"/>
                  <a:gd name="connsiteX8" fmla="*/ 678631 w 678954"/>
                  <a:gd name="connsiteY8" fmla="*/ 44837 h 2026369"/>
                  <a:gd name="connsiteX9" fmla="*/ 126513 w 678954"/>
                  <a:gd name="connsiteY9" fmla="*/ 1971569 h 2026369"/>
                  <a:gd name="connsiteX10" fmla="*/ 56876 w 678954"/>
                  <a:gd name="connsiteY10" fmla="*/ 2026369 h 2026369"/>
                  <a:gd name="connsiteX11" fmla="*/ 12110 w 678954"/>
                  <a:gd name="connsiteY11" fmla="*/ 2003951 h 2026369"/>
                  <a:gd name="connsiteX12" fmla="*/ 2162 w 678954"/>
                  <a:gd name="connsiteY12" fmla="*/ 1947905 h 2026369"/>
                  <a:gd name="connsiteX13" fmla="*/ 559254 w 678954"/>
                  <a:gd name="connsiteY13" fmla="*/ 6227 h 2026369"/>
                  <a:gd name="connsiteX14" fmla="*/ 562985 w 678954"/>
                  <a:gd name="connsiteY14" fmla="*/ 1245 h 2026369"/>
                  <a:gd name="connsiteX15" fmla="*/ 570446 w 678954"/>
                  <a:gd name="connsiteY15" fmla="*/ 0 h 2026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78954" h="2026369">
                    <a:moveTo>
                      <a:pt x="570424" y="18690"/>
                    </a:moveTo>
                    <a:lnTo>
                      <a:pt x="17117" y="1952873"/>
                    </a:lnTo>
                    <a:cubicBezTo>
                      <a:pt x="13387" y="1966573"/>
                      <a:pt x="15874" y="1982764"/>
                      <a:pt x="24578" y="1993973"/>
                    </a:cubicBezTo>
                    <a:cubicBezTo>
                      <a:pt x="32038" y="2003937"/>
                      <a:pt x="43228" y="2010164"/>
                      <a:pt x="55662" y="2010164"/>
                    </a:cubicBezTo>
                    <a:cubicBezTo>
                      <a:pt x="80530" y="2010164"/>
                      <a:pt x="102911" y="1992728"/>
                      <a:pt x="109128" y="1966573"/>
                    </a:cubicBezTo>
                    <a:lnTo>
                      <a:pt x="659948" y="47335"/>
                    </a:lnTo>
                    <a:close/>
                    <a:moveTo>
                      <a:pt x="570446" y="0"/>
                    </a:moveTo>
                    <a:lnTo>
                      <a:pt x="673657" y="34873"/>
                    </a:lnTo>
                    <a:cubicBezTo>
                      <a:pt x="677388" y="36118"/>
                      <a:pt x="679874" y="41100"/>
                      <a:pt x="678631" y="44837"/>
                    </a:cubicBezTo>
                    <a:lnTo>
                      <a:pt x="126513" y="1971569"/>
                    </a:lnTo>
                    <a:cubicBezTo>
                      <a:pt x="116565" y="2003951"/>
                      <a:pt x="87964" y="2026369"/>
                      <a:pt x="56876" y="2026369"/>
                    </a:cubicBezTo>
                    <a:cubicBezTo>
                      <a:pt x="39467" y="2026369"/>
                      <a:pt x="23302" y="2017651"/>
                      <a:pt x="12110" y="2003951"/>
                    </a:cubicBezTo>
                    <a:cubicBezTo>
                      <a:pt x="919" y="1987760"/>
                      <a:pt x="-2812" y="1966587"/>
                      <a:pt x="2162" y="1947905"/>
                    </a:cubicBezTo>
                    <a:lnTo>
                      <a:pt x="559254" y="6227"/>
                    </a:lnTo>
                    <a:cubicBezTo>
                      <a:pt x="560498" y="3736"/>
                      <a:pt x="561741" y="2491"/>
                      <a:pt x="562985" y="1245"/>
                    </a:cubicBezTo>
                    <a:cubicBezTo>
                      <a:pt x="565472" y="0"/>
                      <a:pt x="567959" y="0"/>
                      <a:pt x="5704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3F5458E0-648F-6641-BED6-B8E60CEE2C6E}"/>
                  </a:ext>
                </a:extLst>
              </p:cNvPr>
              <p:cNvSpPr/>
              <p:nvPr/>
            </p:nvSpPr>
            <p:spPr>
              <a:xfrm>
                <a:off x="13906776" y="10954356"/>
                <a:ext cx="664007" cy="18855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4" h="1514">
                    <a:moveTo>
                      <a:pt x="83" y="0"/>
                    </a:moveTo>
                    <a:lnTo>
                      <a:pt x="0" y="25"/>
                    </a:lnTo>
                    <a:lnTo>
                      <a:pt x="443" y="1473"/>
                    </a:lnTo>
                    <a:cubicBezTo>
                      <a:pt x="450" y="1497"/>
                      <a:pt x="472" y="1514"/>
                      <a:pt x="498" y="1514"/>
                    </a:cubicBezTo>
                    <a:cubicBezTo>
                      <a:pt x="522" y="1514"/>
                      <a:pt x="540" y="1490"/>
                      <a:pt x="532" y="14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3" name="Freeform 612">
                <a:extLst>
                  <a:ext uri="{FF2B5EF4-FFF2-40B4-BE49-F238E27FC236}">
                    <a16:creationId xmlns:a16="http://schemas.microsoft.com/office/drawing/2014/main" id="{BFC89D99-FFF8-3148-A2E4-DB4C93EF4E9A}"/>
                  </a:ext>
                </a:extLst>
              </p:cNvPr>
              <p:cNvSpPr/>
              <p:nvPr/>
            </p:nvSpPr>
            <p:spPr>
              <a:xfrm>
                <a:off x="13898980" y="10945632"/>
                <a:ext cx="679833" cy="1901746"/>
              </a:xfrm>
              <a:custGeom>
                <a:avLst/>
                <a:gdLst>
                  <a:gd name="connsiteX0" fmla="*/ 106045 w 679833"/>
                  <a:gd name="connsiteY0" fmla="*/ 18690 h 1901746"/>
                  <a:gd name="connsiteX1" fmla="*/ 17764 w 679833"/>
                  <a:gd name="connsiteY1" fmla="*/ 46089 h 1901746"/>
                  <a:gd name="connsiteX2" fmla="*/ 566099 w 679833"/>
                  <a:gd name="connsiteY2" fmla="*/ 1841953 h 1901746"/>
                  <a:gd name="connsiteX3" fmla="*/ 627026 w 679833"/>
                  <a:gd name="connsiteY3" fmla="*/ 1885542 h 1901746"/>
                  <a:gd name="connsiteX4" fmla="*/ 655624 w 679833"/>
                  <a:gd name="connsiteY4" fmla="*/ 1870597 h 1901746"/>
                  <a:gd name="connsiteX5" fmla="*/ 661841 w 679833"/>
                  <a:gd name="connsiteY5" fmla="*/ 1836972 h 1901746"/>
                  <a:gd name="connsiteX6" fmla="*/ 108509 w 679833"/>
                  <a:gd name="connsiteY6" fmla="*/ 0 h 1901746"/>
                  <a:gd name="connsiteX7" fmla="*/ 114726 w 679833"/>
                  <a:gd name="connsiteY7" fmla="*/ 1245 h 1901746"/>
                  <a:gd name="connsiteX8" fmla="*/ 119700 w 679833"/>
                  <a:gd name="connsiteY8" fmla="*/ 6227 h 1901746"/>
                  <a:gd name="connsiteX9" fmla="*/ 676794 w 679833"/>
                  <a:gd name="connsiteY9" fmla="*/ 1832003 h 1901746"/>
                  <a:gd name="connsiteX10" fmla="*/ 669333 w 679833"/>
                  <a:gd name="connsiteY10" fmla="*/ 1880574 h 1901746"/>
                  <a:gd name="connsiteX11" fmla="*/ 627054 w 679833"/>
                  <a:gd name="connsiteY11" fmla="*/ 1901746 h 1901746"/>
                  <a:gd name="connsiteX12" fmla="*/ 551200 w 679833"/>
                  <a:gd name="connsiteY12" fmla="*/ 1845702 h 1901746"/>
                  <a:gd name="connsiteX13" fmla="*/ 323 w 679833"/>
                  <a:gd name="connsiteY13" fmla="*/ 43589 h 1901746"/>
                  <a:gd name="connsiteX14" fmla="*/ 5297 w 679833"/>
                  <a:gd name="connsiteY14" fmla="*/ 32381 h 19017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79833" h="1901746">
                    <a:moveTo>
                      <a:pt x="106045" y="18690"/>
                    </a:moveTo>
                    <a:lnTo>
                      <a:pt x="17764" y="46089"/>
                    </a:lnTo>
                    <a:lnTo>
                      <a:pt x="566099" y="1841953"/>
                    </a:lnTo>
                    <a:cubicBezTo>
                      <a:pt x="574803" y="1868106"/>
                      <a:pt x="598428" y="1885542"/>
                      <a:pt x="627026" y="1885542"/>
                    </a:cubicBezTo>
                    <a:cubicBezTo>
                      <a:pt x="638216" y="1885542"/>
                      <a:pt x="649407" y="1880560"/>
                      <a:pt x="655624" y="1870597"/>
                    </a:cubicBezTo>
                    <a:cubicBezTo>
                      <a:pt x="663084" y="1860634"/>
                      <a:pt x="664327" y="1848180"/>
                      <a:pt x="661841" y="1836972"/>
                    </a:cubicBezTo>
                    <a:close/>
                    <a:moveTo>
                      <a:pt x="108509" y="0"/>
                    </a:moveTo>
                    <a:cubicBezTo>
                      <a:pt x="110996" y="0"/>
                      <a:pt x="113483" y="0"/>
                      <a:pt x="114726" y="1245"/>
                    </a:cubicBezTo>
                    <a:cubicBezTo>
                      <a:pt x="117213" y="2491"/>
                      <a:pt x="119700" y="3736"/>
                      <a:pt x="119700" y="6227"/>
                    </a:cubicBezTo>
                    <a:lnTo>
                      <a:pt x="676794" y="1832003"/>
                    </a:lnTo>
                    <a:cubicBezTo>
                      <a:pt x="683012" y="1849439"/>
                      <a:pt x="679281" y="1866874"/>
                      <a:pt x="669333" y="1880574"/>
                    </a:cubicBezTo>
                    <a:cubicBezTo>
                      <a:pt x="659385" y="1894274"/>
                      <a:pt x="643220" y="1901746"/>
                      <a:pt x="627054" y="1901746"/>
                    </a:cubicBezTo>
                    <a:cubicBezTo>
                      <a:pt x="590992" y="1901746"/>
                      <a:pt x="562391" y="1879328"/>
                      <a:pt x="551200" y="1845702"/>
                    </a:cubicBezTo>
                    <a:lnTo>
                      <a:pt x="323" y="43589"/>
                    </a:lnTo>
                    <a:cubicBezTo>
                      <a:pt x="-921" y="38608"/>
                      <a:pt x="1567" y="33626"/>
                      <a:pt x="5297" y="323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6998D350-AF19-4043-AB2E-FB21DF30D4EF}"/>
                  </a:ext>
                </a:extLst>
              </p:cNvPr>
              <p:cNvSpPr/>
              <p:nvPr/>
            </p:nvSpPr>
            <p:spPr>
              <a:xfrm>
                <a:off x="9879128" y="10889548"/>
                <a:ext cx="4559598" cy="1507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61" h="122">
                    <a:moveTo>
                      <a:pt x="3606" y="122"/>
                    </a:moveTo>
                    <a:lnTo>
                      <a:pt x="54" y="122"/>
                    </a:lnTo>
                    <a:cubicBezTo>
                      <a:pt x="24" y="122"/>
                      <a:pt x="0" y="97"/>
                      <a:pt x="0" y="67"/>
                    </a:cubicBezTo>
                    <a:lnTo>
                      <a:pt x="0" y="55"/>
                    </a:lnTo>
                    <a:cubicBezTo>
                      <a:pt x="0" y="25"/>
                      <a:pt x="24" y="0"/>
                      <a:pt x="54" y="0"/>
                    </a:cubicBezTo>
                    <a:lnTo>
                      <a:pt x="3606" y="0"/>
                    </a:lnTo>
                    <a:cubicBezTo>
                      <a:pt x="3636" y="0"/>
                      <a:pt x="3661" y="25"/>
                      <a:pt x="3661" y="55"/>
                    </a:cubicBezTo>
                    <a:lnTo>
                      <a:pt x="3661" y="67"/>
                    </a:lnTo>
                    <a:cubicBezTo>
                      <a:pt x="3661" y="97"/>
                      <a:pt x="3636" y="122"/>
                      <a:pt x="3606" y="12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4" name="Freeform 613">
                <a:extLst>
                  <a:ext uri="{FF2B5EF4-FFF2-40B4-BE49-F238E27FC236}">
                    <a16:creationId xmlns:a16="http://schemas.microsoft.com/office/drawing/2014/main" id="{24A22911-09A6-1D4F-A4D1-851A74046668}"/>
                  </a:ext>
                </a:extLst>
              </p:cNvPr>
              <p:cNvSpPr/>
              <p:nvPr/>
            </p:nvSpPr>
            <p:spPr>
              <a:xfrm>
                <a:off x="9870411" y="10880828"/>
                <a:ext cx="4575793" cy="166995"/>
              </a:xfrm>
              <a:custGeom>
                <a:avLst/>
                <a:gdLst>
                  <a:gd name="connsiteX0" fmla="*/ 83450 w 4575793"/>
                  <a:gd name="connsiteY0" fmla="*/ 16201 h 166995"/>
                  <a:gd name="connsiteX1" fmla="*/ 16196 w 4575793"/>
                  <a:gd name="connsiteY1" fmla="*/ 84115 h 166995"/>
                  <a:gd name="connsiteX2" fmla="*/ 83450 w 4575793"/>
                  <a:gd name="connsiteY2" fmla="*/ 150794 h 166995"/>
                  <a:gd name="connsiteX3" fmla="*/ 4492343 w 4575793"/>
                  <a:gd name="connsiteY3" fmla="*/ 150794 h 166995"/>
                  <a:gd name="connsiteX4" fmla="*/ 4559598 w 4575793"/>
                  <a:gd name="connsiteY4" fmla="*/ 84115 h 166995"/>
                  <a:gd name="connsiteX5" fmla="*/ 4492343 w 4575793"/>
                  <a:gd name="connsiteY5" fmla="*/ 16201 h 166995"/>
                  <a:gd name="connsiteX6" fmla="*/ 83445 w 4575793"/>
                  <a:gd name="connsiteY6" fmla="*/ 0 h 166995"/>
                  <a:gd name="connsiteX7" fmla="*/ 4492347 w 4575793"/>
                  <a:gd name="connsiteY7" fmla="*/ 0 h 166995"/>
                  <a:gd name="connsiteX8" fmla="*/ 4575793 w 4575793"/>
                  <a:gd name="connsiteY8" fmla="*/ 84116 h 166995"/>
                  <a:gd name="connsiteX9" fmla="*/ 4492347 w 4575793"/>
                  <a:gd name="connsiteY9" fmla="*/ 166995 h 166995"/>
                  <a:gd name="connsiteX10" fmla="*/ 83445 w 4575793"/>
                  <a:gd name="connsiteY10" fmla="*/ 166995 h 166995"/>
                  <a:gd name="connsiteX11" fmla="*/ 0 w 4575793"/>
                  <a:gd name="connsiteY11" fmla="*/ 84116 h 166995"/>
                  <a:gd name="connsiteX12" fmla="*/ 83445 w 4575793"/>
                  <a:gd name="connsiteY12" fmla="*/ 0 h 166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575793" h="166995">
                    <a:moveTo>
                      <a:pt x="83450" y="16201"/>
                    </a:moveTo>
                    <a:cubicBezTo>
                      <a:pt x="46087" y="16201"/>
                      <a:pt x="16196" y="47071"/>
                      <a:pt x="16196" y="84115"/>
                    </a:cubicBezTo>
                    <a:cubicBezTo>
                      <a:pt x="16196" y="121159"/>
                      <a:pt x="46087" y="150794"/>
                      <a:pt x="83450" y="150794"/>
                    </a:cubicBezTo>
                    <a:lnTo>
                      <a:pt x="4492343" y="150794"/>
                    </a:lnTo>
                    <a:cubicBezTo>
                      <a:pt x="4529707" y="150794"/>
                      <a:pt x="4559598" y="121159"/>
                      <a:pt x="4559598" y="84115"/>
                    </a:cubicBezTo>
                    <a:cubicBezTo>
                      <a:pt x="4559598" y="47071"/>
                      <a:pt x="4529707" y="16201"/>
                      <a:pt x="4492343" y="16201"/>
                    </a:cubicBezTo>
                    <a:close/>
                    <a:moveTo>
                      <a:pt x="83445" y="0"/>
                    </a:moveTo>
                    <a:lnTo>
                      <a:pt x="4492347" y="0"/>
                    </a:lnTo>
                    <a:cubicBezTo>
                      <a:pt x="4538429" y="0"/>
                      <a:pt x="4575793" y="37110"/>
                      <a:pt x="4575793" y="84116"/>
                    </a:cubicBezTo>
                    <a:cubicBezTo>
                      <a:pt x="4575793" y="129885"/>
                      <a:pt x="4538429" y="166995"/>
                      <a:pt x="4492347" y="166995"/>
                    </a:cubicBezTo>
                    <a:lnTo>
                      <a:pt x="83445" y="166995"/>
                    </a:lnTo>
                    <a:cubicBezTo>
                      <a:pt x="37364" y="166995"/>
                      <a:pt x="0" y="129885"/>
                      <a:pt x="0" y="84116"/>
                    </a:cubicBezTo>
                    <a:cubicBezTo>
                      <a:pt x="0" y="37110"/>
                      <a:pt x="37364" y="0"/>
                      <a:pt x="834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DA843E2F-4F3A-4947-8185-46EDD049933B}"/>
                  </a:ext>
                </a:extLst>
              </p:cNvPr>
              <p:cNvSpPr/>
              <p:nvPr/>
            </p:nvSpPr>
            <p:spPr>
              <a:xfrm>
                <a:off x="12920109" y="10880828"/>
                <a:ext cx="1524849" cy="1669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25" h="135">
                    <a:moveTo>
                      <a:pt x="1161" y="0"/>
                    </a:moveTo>
                    <a:lnTo>
                      <a:pt x="6" y="0"/>
                    </a:lnTo>
                    <a:cubicBezTo>
                      <a:pt x="3" y="0"/>
                      <a:pt x="0" y="4"/>
                      <a:pt x="0" y="7"/>
                    </a:cubicBezTo>
                    <a:lnTo>
                      <a:pt x="0" y="128"/>
                    </a:lnTo>
                    <a:cubicBezTo>
                      <a:pt x="0" y="132"/>
                      <a:pt x="3" y="135"/>
                      <a:pt x="6" y="135"/>
                    </a:cubicBezTo>
                    <a:lnTo>
                      <a:pt x="1161" y="135"/>
                    </a:lnTo>
                    <a:cubicBezTo>
                      <a:pt x="1197" y="135"/>
                      <a:pt x="1225" y="105"/>
                      <a:pt x="1225" y="68"/>
                    </a:cubicBezTo>
                    <a:cubicBezTo>
                      <a:pt x="1225" y="30"/>
                      <a:pt x="1197" y="0"/>
                      <a:pt x="11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52B83039-4EAA-E044-8C82-10B34009708E}"/>
                  </a:ext>
                </a:extLst>
              </p:cNvPr>
              <p:cNvSpPr/>
              <p:nvPr/>
            </p:nvSpPr>
            <p:spPr>
              <a:xfrm>
                <a:off x="11722904" y="9458881"/>
                <a:ext cx="472155" cy="5483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0" h="441">
                    <a:moveTo>
                      <a:pt x="0" y="31"/>
                    </a:moveTo>
                    <a:lnTo>
                      <a:pt x="0" y="331"/>
                    </a:lnTo>
                    <a:cubicBezTo>
                      <a:pt x="0" y="348"/>
                      <a:pt x="14" y="362"/>
                      <a:pt x="31" y="362"/>
                    </a:cubicBezTo>
                    <a:lnTo>
                      <a:pt x="266" y="362"/>
                    </a:lnTo>
                    <a:cubicBezTo>
                      <a:pt x="273" y="362"/>
                      <a:pt x="280" y="365"/>
                      <a:pt x="285" y="369"/>
                    </a:cubicBezTo>
                    <a:lnTo>
                      <a:pt x="373" y="440"/>
                    </a:lnTo>
                    <a:cubicBezTo>
                      <a:pt x="376" y="443"/>
                      <a:pt x="380" y="441"/>
                      <a:pt x="380" y="437"/>
                    </a:cubicBezTo>
                    <a:lnTo>
                      <a:pt x="380" y="31"/>
                    </a:lnTo>
                    <a:cubicBezTo>
                      <a:pt x="380" y="14"/>
                      <a:pt x="367" y="0"/>
                      <a:pt x="349" y="0"/>
                    </a:cubicBezTo>
                    <a:lnTo>
                      <a:pt x="31" y="0"/>
                    </a:lnTo>
                    <a:cubicBezTo>
                      <a:pt x="14" y="0"/>
                      <a:pt x="0" y="14"/>
                      <a:pt x="0" y="3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5" name="Freeform 614">
                <a:extLst>
                  <a:ext uri="{FF2B5EF4-FFF2-40B4-BE49-F238E27FC236}">
                    <a16:creationId xmlns:a16="http://schemas.microsoft.com/office/drawing/2014/main" id="{AD0FD355-547E-0949-A24C-B6B45F73CDA2}"/>
                  </a:ext>
                </a:extLst>
              </p:cNvPr>
              <p:cNvSpPr/>
              <p:nvPr/>
            </p:nvSpPr>
            <p:spPr>
              <a:xfrm>
                <a:off x="11714183" y="9451403"/>
                <a:ext cx="489596" cy="564542"/>
              </a:xfrm>
              <a:custGeom>
                <a:avLst/>
                <a:gdLst>
                  <a:gd name="connsiteX0" fmla="*/ 47255 w 489596"/>
                  <a:gd name="connsiteY0" fmla="*/ 16201 h 564542"/>
                  <a:gd name="connsiteX1" fmla="*/ 16195 w 489596"/>
                  <a:gd name="connsiteY1" fmla="*/ 46040 h 564542"/>
                  <a:gd name="connsiteX2" fmla="*/ 16195 w 489596"/>
                  <a:gd name="connsiteY2" fmla="*/ 419031 h 564542"/>
                  <a:gd name="connsiteX3" fmla="*/ 47255 w 489596"/>
                  <a:gd name="connsiteY3" fmla="*/ 450114 h 564542"/>
                  <a:gd name="connsiteX4" fmla="*/ 339221 w 489596"/>
                  <a:gd name="connsiteY4" fmla="*/ 450114 h 564542"/>
                  <a:gd name="connsiteX5" fmla="*/ 367796 w 489596"/>
                  <a:gd name="connsiteY5" fmla="*/ 460060 h 564542"/>
                  <a:gd name="connsiteX6" fmla="*/ 473401 w 489596"/>
                  <a:gd name="connsiteY6" fmla="*/ 545848 h 564542"/>
                  <a:gd name="connsiteX7" fmla="*/ 473401 w 489596"/>
                  <a:gd name="connsiteY7" fmla="*/ 46040 h 564542"/>
                  <a:gd name="connsiteX8" fmla="*/ 442341 w 489596"/>
                  <a:gd name="connsiteY8" fmla="*/ 16201 h 564542"/>
                  <a:gd name="connsiteX9" fmla="*/ 47220 w 489596"/>
                  <a:gd name="connsiteY9" fmla="*/ 0 h 564542"/>
                  <a:gd name="connsiteX10" fmla="*/ 442376 w 489596"/>
                  <a:gd name="connsiteY10" fmla="*/ 0 h 564542"/>
                  <a:gd name="connsiteX11" fmla="*/ 489596 w 489596"/>
                  <a:gd name="connsiteY11" fmla="*/ 46009 h 564542"/>
                  <a:gd name="connsiteX12" fmla="*/ 489596 w 489596"/>
                  <a:gd name="connsiteY12" fmla="*/ 550864 h 564542"/>
                  <a:gd name="connsiteX13" fmla="*/ 482140 w 489596"/>
                  <a:gd name="connsiteY13" fmla="*/ 563299 h 564542"/>
                  <a:gd name="connsiteX14" fmla="*/ 475927 w 489596"/>
                  <a:gd name="connsiteY14" fmla="*/ 564542 h 564542"/>
                  <a:gd name="connsiteX15" fmla="*/ 467229 w 489596"/>
                  <a:gd name="connsiteY15" fmla="*/ 560812 h 564542"/>
                  <a:gd name="connsiteX16" fmla="*/ 357877 w 489596"/>
                  <a:gd name="connsiteY16" fmla="*/ 473768 h 564542"/>
                  <a:gd name="connsiteX17" fmla="*/ 339238 w 489596"/>
                  <a:gd name="connsiteY17" fmla="*/ 466307 h 564542"/>
                  <a:gd name="connsiteX18" fmla="*/ 47220 w 489596"/>
                  <a:gd name="connsiteY18" fmla="*/ 466307 h 564542"/>
                  <a:gd name="connsiteX19" fmla="*/ 0 w 489596"/>
                  <a:gd name="connsiteY19" fmla="*/ 419054 h 564542"/>
                  <a:gd name="connsiteX20" fmla="*/ 0 w 489596"/>
                  <a:gd name="connsiteY20" fmla="*/ 46009 h 564542"/>
                  <a:gd name="connsiteX21" fmla="*/ 47220 w 489596"/>
                  <a:gd name="connsiteY21" fmla="*/ 0 h 564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89596" h="564542">
                    <a:moveTo>
                      <a:pt x="47255" y="16201"/>
                    </a:moveTo>
                    <a:cubicBezTo>
                      <a:pt x="29861" y="16201"/>
                      <a:pt x="16195" y="29877"/>
                      <a:pt x="16195" y="46040"/>
                    </a:cubicBezTo>
                    <a:lnTo>
                      <a:pt x="16195" y="419031"/>
                    </a:lnTo>
                    <a:cubicBezTo>
                      <a:pt x="16195" y="436437"/>
                      <a:pt x="29861" y="450114"/>
                      <a:pt x="47255" y="450114"/>
                    </a:cubicBezTo>
                    <a:lnTo>
                      <a:pt x="339221" y="450114"/>
                    </a:lnTo>
                    <a:cubicBezTo>
                      <a:pt x="349160" y="450114"/>
                      <a:pt x="360342" y="453844"/>
                      <a:pt x="367796" y="460060"/>
                    </a:cubicBezTo>
                    <a:lnTo>
                      <a:pt x="473401" y="545848"/>
                    </a:lnTo>
                    <a:lnTo>
                      <a:pt x="473401" y="46040"/>
                    </a:lnTo>
                    <a:cubicBezTo>
                      <a:pt x="473401" y="29877"/>
                      <a:pt x="459735" y="16201"/>
                      <a:pt x="442341" y="16201"/>
                    </a:cubicBezTo>
                    <a:close/>
                    <a:moveTo>
                      <a:pt x="47220" y="0"/>
                    </a:moveTo>
                    <a:lnTo>
                      <a:pt x="442376" y="0"/>
                    </a:lnTo>
                    <a:cubicBezTo>
                      <a:pt x="468471" y="0"/>
                      <a:pt x="489596" y="19896"/>
                      <a:pt x="489596" y="46009"/>
                    </a:cubicBezTo>
                    <a:lnTo>
                      <a:pt x="489596" y="550864"/>
                    </a:lnTo>
                    <a:cubicBezTo>
                      <a:pt x="489596" y="555838"/>
                      <a:pt x="485868" y="560812"/>
                      <a:pt x="482140" y="563299"/>
                    </a:cubicBezTo>
                    <a:cubicBezTo>
                      <a:pt x="479655" y="563299"/>
                      <a:pt x="477170" y="564542"/>
                      <a:pt x="475927" y="564542"/>
                    </a:cubicBezTo>
                    <a:cubicBezTo>
                      <a:pt x="472199" y="564542"/>
                      <a:pt x="469714" y="563299"/>
                      <a:pt x="467229" y="560812"/>
                    </a:cubicBezTo>
                    <a:lnTo>
                      <a:pt x="357877" y="473768"/>
                    </a:lnTo>
                    <a:cubicBezTo>
                      <a:pt x="352907" y="468794"/>
                      <a:pt x="345451" y="466307"/>
                      <a:pt x="339238" y="466307"/>
                    </a:cubicBezTo>
                    <a:lnTo>
                      <a:pt x="47220" y="466307"/>
                    </a:lnTo>
                    <a:cubicBezTo>
                      <a:pt x="21125" y="466307"/>
                      <a:pt x="0" y="445167"/>
                      <a:pt x="0" y="419054"/>
                    </a:cubicBezTo>
                    <a:lnTo>
                      <a:pt x="0" y="46009"/>
                    </a:lnTo>
                    <a:cubicBezTo>
                      <a:pt x="0" y="19896"/>
                      <a:pt x="21125" y="0"/>
                      <a:pt x="472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A574ABC3-FCE2-854A-B406-4A70A5D9FFFD}"/>
                  </a:ext>
                </a:extLst>
              </p:cNvPr>
              <p:cNvSpPr/>
              <p:nvPr/>
            </p:nvSpPr>
            <p:spPr>
              <a:xfrm>
                <a:off x="11823813" y="9582257"/>
                <a:ext cx="255387" cy="2317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6" h="187">
                    <a:moveTo>
                      <a:pt x="196" y="11"/>
                    </a:moveTo>
                    <a:cubicBezTo>
                      <a:pt x="157" y="-22"/>
                      <a:pt x="102" y="50"/>
                      <a:pt x="102" y="50"/>
                    </a:cubicBezTo>
                    <a:cubicBezTo>
                      <a:pt x="102" y="50"/>
                      <a:pt x="41" y="-27"/>
                      <a:pt x="7" y="11"/>
                    </a:cubicBezTo>
                    <a:cubicBezTo>
                      <a:pt x="-33" y="58"/>
                      <a:pt x="102" y="187"/>
                      <a:pt x="102" y="187"/>
                    </a:cubicBezTo>
                    <a:cubicBezTo>
                      <a:pt x="102" y="187"/>
                      <a:pt x="243" y="50"/>
                      <a:pt x="196" y="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6" name="Freeform 615">
                <a:extLst>
                  <a:ext uri="{FF2B5EF4-FFF2-40B4-BE49-F238E27FC236}">
                    <a16:creationId xmlns:a16="http://schemas.microsoft.com/office/drawing/2014/main" id="{515CBEB8-A195-1E45-943B-5F4DB1A28934}"/>
                  </a:ext>
                </a:extLst>
              </p:cNvPr>
              <p:cNvSpPr/>
              <p:nvPr/>
            </p:nvSpPr>
            <p:spPr>
              <a:xfrm>
                <a:off x="11815021" y="9573378"/>
                <a:ext cx="271688" cy="246909"/>
              </a:xfrm>
              <a:custGeom>
                <a:avLst/>
                <a:gdLst>
                  <a:gd name="connsiteX0" fmla="*/ 47256 w 271688"/>
                  <a:gd name="connsiteY0" fmla="*/ 16357 h 246909"/>
                  <a:gd name="connsiteX1" fmla="*/ 24947 w 271688"/>
                  <a:gd name="connsiteY1" fmla="*/ 26269 h 246909"/>
                  <a:gd name="connsiteX2" fmla="*/ 65846 w 271688"/>
                  <a:gd name="connsiteY2" fmla="*/ 146446 h 246909"/>
                  <a:gd name="connsiteX3" fmla="*/ 136491 w 271688"/>
                  <a:gd name="connsiteY3" fmla="*/ 228216 h 246909"/>
                  <a:gd name="connsiteX4" fmla="*/ 257949 w 271688"/>
                  <a:gd name="connsiteY4" fmla="*/ 47331 h 246909"/>
                  <a:gd name="connsiteX5" fmla="*/ 248034 w 271688"/>
                  <a:gd name="connsiteY5" fmla="*/ 27507 h 246909"/>
                  <a:gd name="connsiteX6" fmla="*/ 219528 w 271688"/>
                  <a:gd name="connsiteY6" fmla="*/ 18835 h 246909"/>
                  <a:gd name="connsiteX7" fmla="*/ 142687 w 271688"/>
                  <a:gd name="connsiteY7" fmla="*/ 73348 h 246909"/>
                  <a:gd name="connsiteX8" fmla="*/ 136491 w 271688"/>
                  <a:gd name="connsiteY8" fmla="*/ 77065 h 246909"/>
                  <a:gd name="connsiteX9" fmla="*/ 130294 w 271688"/>
                  <a:gd name="connsiteY9" fmla="*/ 73348 h 246909"/>
                  <a:gd name="connsiteX10" fmla="*/ 48495 w 271688"/>
                  <a:gd name="connsiteY10" fmla="*/ 16357 h 246909"/>
                  <a:gd name="connsiteX11" fmla="*/ 47256 w 271688"/>
                  <a:gd name="connsiteY11" fmla="*/ 16357 h 246909"/>
                  <a:gd name="connsiteX12" fmla="*/ 47194 w 271688"/>
                  <a:gd name="connsiteY12" fmla="*/ 156 h 246909"/>
                  <a:gd name="connsiteX13" fmla="*/ 135241 w 271688"/>
                  <a:gd name="connsiteY13" fmla="*/ 55954 h 246909"/>
                  <a:gd name="connsiteX14" fmla="*/ 217088 w 271688"/>
                  <a:gd name="connsiteY14" fmla="*/ 2636 h 246909"/>
                  <a:gd name="connsiteX15" fmla="*/ 258012 w 271688"/>
                  <a:gd name="connsiteY15" fmla="*/ 15036 h 246909"/>
                  <a:gd name="connsiteX16" fmla="*/ 271653 w 271688"/>
                  <a:gd name="connsiteY16" fmla="*/ 46035 h 246909"/>
                  <a:gd name="connsiteX17" fmla="*/ 141442 w 271688"/>
                  <a:gd name="connsiteY17" fmla="*/ 244429 h 246909"/>
                  <a:gd name="connsiteX18" fmla="*/ 135241 w 271688"/>
                  <a:gd name="connsiteY18" fmla="*/ 246909 h 246909"/>
                  <a:gd name="connsiteX19" fmla="*/ 129041 w 271688"/>
                  <a:gd name="connsiteY19" fmla="*/ 244429 h 246909"/>
                  <a:gd name="connsiteX20" fmla="*/ 50914 w 271688"/>
                  <a:gd name="connsiteY20" fmla="*/ 156392 h 246909"/>
                  <a:gd name="connsiteX21" fmla="*/ 11231 w 271688"/>
                  <a:gd name="connsiteY21" fmla="*/ 16276 h 246909"/>
                  <a:gd name="connsiteX22" fmla="*/ 47194 w 271688"/>
                  <a:gd name="connsiteY22" fmla="*/ 156 h 246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71688" h="246909">
                    <a:moveTo>
                      <a:pt x="47256" y="16357"/>
                    </a:moveTo>
                    <a:cubicBezTo>
                      <a:pt x="38580" y="16357"/>
                      <a:pt x="31144" y="20074"/>
                      <a:pt x="24947" y="26269"/>
                    </a:cubicBezTo>
                    <a:cubicBezTo>
                      <a:pt x="7596" y="46092"/>
                      <a:pt x="22468" y="89455"/>
                      <a:pt x="65846" y="146446"/>
                    </a:cubicBezTo>
                    <a:cubicBezTo>
                      <a:pt x="91873" y="182375"/>
                      <a:pt x="124097" y="214588"/>
                      <a:pt x="136491" y="228216"/>
                    </a:cubicBezTo>
                    <a:cubicBezTo>
                      <a:pt x="174911" y="188570"/>
                      <a:pt x="259188" y="95649"/>
                      <a:pt x="257949" y="47331"/>
                    </a:cubicBezTo>
                    <a:cubicBezTo>
                      <a:pt x="257949" y="38658"/>
                      <a:pt x="254231" y="32463"/>
                      <a:pt x="248034" y="27507"/>
                    </a:cubicBezTo>
                    <a:cubicBezTo>
                      <a:pt x="239358" y="21313"/>
                      <a:pt x="230683" y="17596"/>
                      <a:pt x="219528" y="18835"/>
                    </a:cubicBezTo>
                    <a:cubicBezTo>
                      <a:pt x="182347" y="22552"/>
                      <a:pt x="142687" y="73348"/>
                      <a:pt x="142687" y="73348"/>
                    </a:cubicBezTo>
                    <a:cubicBezTo>
                      <a:pt x="141448" y="75826"/>
                      <a:pt x="138969" y="77065"/>
                      <a:pt x="136491" y="77065"/>
                    </a:cubicBezTo>
                    <a:cubicBezTo>
                      <a:pt x="134012" y="77065"/>
                      <a:pt x="131533" y="75826"/>
                      <a:pt x="130294" y="73348"/>
                    </a:cubicBezTo>
                    <a:cubicBezTo>
                      <a:pt x="116661" y="58481"/>
                      <a:pt x="78240" y="16357"/>
                      <a:pt x="48495" y="16357"/>
                    </a:cubicBezTo>
                    <a:cubicBezTo>
                      <a:pt x="47256" y="16357"/>
                      <a:pt x="47256" y="16357"/>
                      <a:pt x="47256" y="16357"/>
                    </a:cubicBezTo>
                    <a:close/>
                    <a:moveTo>
                      <a:pt x="47194" y="156"/>
                    </a:moveTo>
                    <a:cubicBezTo>
                      <a:pt x="81917" y="1396"/>
                      <a:pt x="119120" y="39835"/>
                      <a:pt x="135241" y="55954"/>
                    </a:cubicBezTo>
                    <a:cubicBezTo>
                      <a:pt x="148883" y="41075"/>
                      <a:pt x="181125" y="7596"/>
                      <a:pt x="217088" y="2636"/>
                    </a:cubicBezTo>
                    <a:cubicBezTo>
                      <a:pt x="231970" y="1396"/>
                      <a:pt x="245611" y="5116"/>
                      <a:pt x="258012" y="15036"/>
                    </a:cubicBezTo>
                    <a:cubicBezTo>
                      <a:pt x="266693" y="22475"/>
                      <a:pt x="271653" y="33635"/>
                      <a:pt x="271653" y="46035"/>
                    </a:cubicBezTo>
                    <a:cubicBezTo>
                      <a:pt x="274133" y="115473"/>
                      <a:pt x="146402" y="239469"/>
                      <a:pt x="141442" y="244429"/>
                    </a:cubicBezTo>
                    <a:cubicBezTo>
                      <a:pt x="138962" y="245669"/>
                      <a:pt x="137722" y="246909"/>
                      <a:pt x="135241" y="246909"/>
                    </a:cubicBezTo>
                    <a:cubicBezTo>
                      <a:pt x="132761" y="246909"/>
                      <a:pt x="131521" y="245669"/>
                      <a:pt x="129041" y="244429"/>
                    </a:cubicBezTo>
                    <a:cubicBezTo>
                      <a:pt x="129041" y="244429"/>
                      <a:pt x="86877" y="203510"/>
                      <a:pt x="50914" y="156392"/>
                    </a:cubicBezTo>
                    <a:cubicBezTo>
                      <a:pt x="1310" y="90673"/>
                      <a:pt x="-12331" y="43555"/>
                      <a:pt x="11231" y="16276"/>
                    </a:cubicBezTo>
                    <a:cubicBezTo>
                      <a:pt x="21152" y="5116"/>
                      <a:pt x="33553" y="-1084"/>
                      <a:pt x="47194" y="1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4B6CF246-DC2B-7F4F-A5C9-0D4CB384F622}"/>
                  </a:ext>
                </a:extLst>
              </p:cNvPr>
              <p:cNvSpPr/>
              <p:nvPr/>
            </p:nvSpPr>
            <p:spPr>
              <a:xfrm>
                <a:off x="13844487" y="10230297"/>
                <a:ext cx="113367" cy="3564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2" h="287">
                    <a:moveTo>
                      <a:pt x="43" y="287"/>
                    </a:moveTo>
                    <a:cubicBezTo>
                      <a:pt x="43" y="287"/>
                      <a:pt x="-25" y="126"/>
                      <a:pt x="10" y="44"/>
                    </a:cubicBezTo>
                    <a:cubicBezTo>
                      <a:pt x="44" y="-39"/>
                      <a:pt x="104" y="3"/>
                      <a:pt x="90" y="114"/>
                    </a:cubicBezTo>
                    <a:cubicBezTo>
                      <a:pt x="79" y="204"/>
                      <a:pt x="43" y="287"/>
                      <a:pt x="43" y="28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7" name="Freeform 616">
                <a:extLst>
                  <a:ext uri="{FF2B5EF4-FFF2-40B4-BE49-F238E27FC236}">
                    <a16:creationId xmlns:a16="http://schemas.microsoft.com/office/drawing/2014/main" id="{23918755-612D-DA43-9D23-27FF5435550A}"/>
                  </a:ext>
                </a:extLst>
              </p:cNvPr>
              <p:cNvSpPr/>
              <p:nvPr/>
            </p:nvSpPr>
            <p:spPr>
              <a:xfrm>
                <a:off x="13837362" y="10220503"/>
                <a:ext cx="130530" cy="372447"/>
              </a:xfrm>
              <a:custGeom>
                <a:avLst/>
                <a:gdLst>
                  <a:gd name="connsiteX0" fmla="*/ 73663 w 130530"/>
                  <a:gd name="connsiteY0" fmla="*/ 17267 h 372447"/>
                  <a:gd name="connsiteX1" fmla="*/ 28144 w 130530"/>
                  <a:gd name="connsiteY1" fmla="*/ 65684 h 372447"/>
                  <a:gd name="connsiteX2" fmla="*/ 61360 w 130530"/>
                  <a:gd name="connsiteY2" fmla="*/ 342533 h 372447"/>
                  <a:gd name="connsiteX3" fmla="*/ 111800 w 130530"/>
                  <a:gd name="connsiteY3" fmla="*/ 148863 h 372447"/>
                  <a:gd name="connsiteX4" fmla="*/ 77353 w 130530"/>
                  <a:gd name="connsiteY4" fmla="*/ 17267 h 372447"/>
                  <a:gd name="connsiteX5" fmla="*/ 73663 w 130530"/>
                  <a:gd name="connsiteY5" fmla="*/ 17267 h 372447"/>
                  <a:gd name="connsiteX6" fmla="*/ 82331 w 130530"/>
                  <a:gd name="connsiteY6" fmla="*/ 1066 h 372447"/>
                  <a:gd name="connsiteX7" fmla="*/ 127990 w 130530"/>
                  <a:gd name="connsiteY7" fmla="*/ 150115 h 372447"/>
                  <a:gd name="connsiteX8" fmla="*/ 68756 w 130530"/>
                  <a:gd name="connsiteY8" fmla="*/ 367479 h 372447"/>
                  <a:gd name="connsiteX9" fmla="*/ 61352 w 130530"/>
                  <a:gd name="connsiteY9" fmla="*/ 372447 h 372447"/>
                  <a:gd name="connsiteX10" fmla="*/ 53948 w 130530"/>
                  <a:gd name="connsiteY10" fmla="*/ 367479 h 372447"/>
                  <a:gd name="connsiteX11" fmla="*/ 13224 w 130530"/>
                  <a:gd name="connsiteY11" fmla="*/ 59444 h 372447"/>
                  <a:gd name="connsiteX12" fmla="*/ 82331 w 130530"/>
                  <a:gd name="connsiteY12" fmla="*/ 1066 h 3724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0530" h="372447">
                    <a:moveTo>
                      <a:pt x="73663" y="17267"/>
                    </a:moveTo>
                    <a:cubicBezTo>
                      <a:pt x="57670" y="17267"/>
                      <a:pt x="40446" y="34648"/>
                      <a:pt x="28144" y="65684"/>
                    </a:cubicBezTo>
                    <a:cubicBezTo>
                      <a:pt x="-6302" y="146380"/>
                      <a:pt x="41677" y="291633"/>
                      <a:pt x="61360" y="342533"/>
                    </a:cubicBezTo>
                    <a:cubicBezTo>
                      <a:pt x="74893" y="307772"/>
                      <a:pt x="100728" y="229559"/>
                      <a:pt x="111800" y="148863"/>
                    </a:cubicBezTo>
                    <a:cubicBezTo>
                      <a:pt x="121641" y="71892"/>
                      <a:pt x="100728" y="23474"/>
                      <a:pt x="77353" y="17267"/>
                    </a:cubicBezTo>
                    <a:cubicBezTo>
                      <a:pt x="76123" y="17267"/>
                      <a:pt x="74893" y="17267"/>
                      <a:pt x="73663" y="17267"/>
                    </a:cubicBezTo>
                    <a:close/>
                    <a:moveTo>
                      <a:pt x="82331" y="1066"/>
                    </a:moveTo>
                    <a:cubicBezTo>
                      <a:pt x="111947" y="9761"/>
                      <a:pt x="139096" y="59444"/>
                      <a:pt x="127990" y="150115"/>
                    </a:cubicBezTo>
                    <a:cubicBezTo>
                      <a:pt x="113181" y="261902"/>
                      <a:pt x="69990" y="367479"/>
                      <a:pt x="68756" y="367479"/>
                    </a:cubicBezTo>
                    <a:cubicBezTo>
                      <a:pt x="67522" y="371205"/>
                      <a:pt x="65054" y="372447"/>
                      <a:pt x="61352" y="372447"/>
                    </a:cubicBezTo>
                    <a:cubicBezTo>
                      <a:pt x="57650" y="372447"/>
                      <a:pt x="55182" y="371205"/>
                      <a:pt x="53948" y="367479"/>
                    </a:cubicBezTo>
                    <a:cubicBezTo>
                      <a:pt x="50246" y="358784"/>
                      <a:pt x="-31201" y="165020"/>
                      <a:pt x="13224" y="59444"/>
                    </a:cubicBezTo>
                    <a:cubicBezTo>
                      <a:pt x="30501" y="15971"/>
                      <a:pt x="56416" y="-5144"/>
                      <a:pt x="82331" y="10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53ECE19F-1501-3948-B361-D2E79A80173E}"/>
                  </a:ext>
                </a:extLst>
              </p:cNvPr>
              <p:cNvSpPr/>
              <p:nvPr/>
            </p:nvSpPr>
            <p:spPr>
              <a:xfrm>
                <a:off x="13890581" y="10331241"/>
                <a:ext cx="14950" cy="2617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211">
                    <a:moveTo>
                      <a:pt x="6" y="211"/>
                    </a:moveTo>
                    <a:cubicBezTo>
                      <a:pt x="3" y="211"/>
                      <a:pt x="0" y="209"/>
                      <a:pt x="0" y="205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205"/>
                    </a:lnTo>
                    <a:cubicBezTo>
                      <a:pt x="13" y="209"/>
                      <a:pt x="10" y="211"/>
                      <a:pt x="6" y="2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2B52D6D8-954B-F849-A454-561F2467A3EC}"/>
                  </a:ext>
                </a:extLst>
              </p:cNvPr>
              <p:cNvSpPr/>
              <p:nvPr/>
            </p:nvSpPr>
            <p:spPr>
              <a:xfrm>
                <a:off x="13646406" y="10387321"/>
                <a:ext cx="264108" cy="2255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3" h="182">
                    <a:moveTo>
                      <a:pt x="213" y="182"/>
                    </a:moveTo>
                    <a:cubicBezTo>
                      <a:pt x="213" y="182"/>
                      <a:pt x="200" y="57"/>
                      <a:pt x="98" y="13"/>
                    </a:cubicBezTo>
                    <a:cubicBezTo>
                      <a:pt x="15" y="-23"/>
                      <a:pt x="-29" y="23"/>
                      <a:pt x="21" y="62"/>
                    </a:cubicBezTo>
                    <a:cubicBezTo>
                      <a:pt x="71" y="101"/>
                      <a:pt x="213" y="182"/>
                      <a:pt x="213" y="18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8" name="Freeform 617">
                <a:extLst>
                  <a:ext uri="{FF2B5EF4-FFF2-40B4-BE49-F238E27FC236}">
                    <a16:creationId xmlns:a16="http://schemas.microsoft.com/office/drawing/2014/main" id="{5757179C-7C84-A04C-967F-BD03AA5F9924}"/>
                  </a:ext>
                </a:extLst>
              </p:cNvPr>
              <p:cNvSpPr/>
              <p:nvPr/>
            </p:nvSpPr>
            <p:spPr>
              <a:xfrm>
                <a:off x="13639294" y="10379554"/>
                <a:ext cx="280277" cy="242058"/>
              </a:xfrm>
              <a:custGeom>
                <a:avLst/>
                <a:gdLst>
                  <a:gd name="connsiteX0" fmla="*/ 60448 w 280277"/>
                  <a:gd name="connsiteY0" fmla="*/ 15245 h 242058"/>
                  <a:gd name="connsiteX1" fmla="*/ 17066 w 280277"/>
                  <a:gd name="connsiteY1" fmla="*/ 32586 h 242058"/>
                  <a:gd name="connsiteX2" fmla="*/ 38138 w 280277"/>
                  <a:gd name="connsiteY2" fmla="*/ 78415 h 242058"/>
                  <a:gd name="connsiteX3" fmla="*/ 260008 w 280277"/>
                  <a:gd name="connsiteY3" fmla="*/ 218380 h 242058"/>
                  <a:gd name="connsiteX4" fmla="*/ 124902 w 280277"/>
                  <a:gd name="connsiteY4" fmla="*/ 31347 h 242058"/>
                  <a:gd name="connsiteX5" fmla="*/ 60448 w 280277"/>
                  <a:gd name="connsiteY5" fmla="*/ 15245 h 242058"/>
                  <a:gd name="connsiteX6" fmla="*/ 49403 w 280277"/>
                  <a:gd name="connsiteY6" fmla="*/ 755 h 242058"/>
                  <a:gd name="connsiteX7" fmla="*/ 132347 w 280277"/>
                  <a:gd name="connsiteY7" fmla="*/ 16408 h 242058"/>
                  <a:gd name="connsiteX8" fmla="*/ 279940 w 280277"/>
                  <a:gd name="connsiteY8" fmla="*/ 233379 h 242058"/>
                  <a:gd name="connsiteX9" fmla="*/ 277459 w 280277"/>
                  <a:gd name="connsiteY9" fmla="*/ 240818 h 242058"/>
                  <a:gd name="connsiteX10" fmla="*/ 272498 w 280277"/>
                  <a:gd name="connsiteY10" fmla="*/ 242058 h 242058"/>
                  <a:gd name="connsiteX11" fmla="*/ 268778 w 280277"/>
                  <a:gd name="connsiteY11" fmla="*/ 240818 h 242058"/>
                  <a:gd name="connsiteX12" fmla="*/ 29404 w 280277"/>
                  <a:gd name="connsiteY12" fmla="*/ 90798 h 242058"/>
                  <a:gd name="connsiteX13" fmla="*/ 4598 w 280277"/>
                  <a:gd name="connsiteY13" fmla="*/ 25087 h 242058"/>
                  <a:gd name="connsiteX14" fmla="*/ 49403 w 280277"/>
                  <a:gd name="connsiteY14" fmla="*/ 755 h 242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80277" h="242058">
                    <a:moveTo>
                      <a:pt x="60448" y="15245"/>
                    </a:moveTo>
                    <a:cubicBezTo>
                      <a:pt x="39377" y="15245"/>
                      <a:pt x="23264" y="22677"/>
                      <a:pt x="17066" y="32586"/>
                    </a:cubicBezTo>
                    <a:cubicBezTo>
                      <a:pt x="9629" y="44972"/>
                      <a:pt x="18306" y="62313"/>
                      <a:pt x="38138" y="78415"/>
                    </a:cubicBezTo>
                    <a:cubicBezTo>
                      <a:pt x="87718" y="116812"/>
                      <a:pt x="216626" y="192369"/>
                      <a:pt x="260008" y="218380"/>
                    </a:cubicBezTo>
                    <a:cubicBezTo>
                      <a:pt x="251332" y="177505"/>
                      <a:pt x="222823" y="73461"/>
                      <a:pt x="124902" y="31347"/>
                    </a:cubicBezTo>
                    <a:cubicBezTo>
                      <a:pt x="100112" y="20200"/>
                      <a:pt x="79041" y="15245"/>
                      <a:pt x="60448" y="15245"/>
                    </a:cubicBezTo>
                    <a:close/>
                    <a:moveTo>
                      <a:pt x="49403" y="755"/>
                    </a:moveTo>
                    <a:cubicBezTo>
                      <a:pt x="71263" y="-1879"/>
                      <a:pt x="99480" y="2150"/>
                      <a:pt x="132347" y="16408"/>
                    </a:cubicBezTo>
                    <a:cubicBezTo>
                      <a:pt x="262576" y="72200"/>
                      <a:pt x="279940" y="227180"/>
                      <a:pt x="279940" y="233379"/>
                    </a:cubicBezTo>
                    <a:cubicBezTo>
                      <a:pt x="281180" y="235859"/>
                      <a:pt x="278700" y="239578"/>
                      <a:pt x="277459" y="240818"/>
                    </a:cubicBezTo>
                    <a:cubicBezTo>
                      <a:pt x="274979" y="240818"/>
                      <a:pt x="273739" y="242058"/>
                      <a:pt x="272498" y="242058"/>
                    </a:cubicBezTo>
                    <a:cubicBezTo>
                      <a:pt x="271258" y="242058"/>
                      <a:pt x="268778" y="240818"/>
                      <a:pt x="268778" y="240818"/>
                    </a:cubicBezTo>
                    <a:cubicBezTo>
                      <a:pt x="261336" y="237099"/>
                      <a:pt x="91418" y="139152"/>
                      <a:pt x="29404" y="90798"/>
                    </a:cubicBezTo>
                    <a:cubicBezTo>
                      <a:pt x="-2844" y="66001"/>
                      <a:pt x="-4084" y="41205"/>
                      <a:pt x="4598" y="25087"/>
                    </a:cubicBezTo>
                    <a:cubicBezTo>
                      <a:pt x="12040" y="12689"/>
                      <a:pt x="27543" y="3390"/>
                      <a:pt x="49403" y="75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D69D096B-41BC-5B48-B488-B442A00667A8}"/>
                  </a:ext>
                </a:extLst>
              </p:cNvPr>
              <p:cNvSpPr/>
              <p:nvPr/>
            </p:nvSpPr>
            <p:spPr>
              <a:xfrm>
                <a:off x="13602803" y="10514437"/>
                <a:ext cx="317677" cy="12337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6" h="100">
                    <a:moveTo>
                      <a:pt x="256" y="98"/>
                    </a:moveTo>
                    <a:cubicBezTo>
                      <a:pt x="256" y="98"/>
                      <a:pt x="42" y="-57"/>
                      <a:pt x="3" y="23"/>
                    </a:cubicBezTo>
                    <a:cubicBezTo>
                      <a:pt x="-20" y="69"/>
                      <a:pt x="112" y="110"/>
                      <a:pt x="256" y="9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7D4C174A-17DF-B542-990A-922F1783FCB5}"/>
                  </a:ext>
                </a:extLst>
              </p:cNvPr>
              <p:cNvSpPr/>
              <p:nvPr/>
            </p:nvSpPr>
            <p:spPr>
              <a:xfrm>
                <a:off x="13593928" y="10506972"/>
                <a:ext cx="334027" cy="138318"/>
              </a:xfrm>
              <a:custGeom>
                <a:avLst/>
                <a:gdLst>
                  <a:gd name="connsiteX0" fmla="*/ 65966 w 334027"/>
                  <a:gd name="connsiteY0" fmla="*/ 14942 h 138318"/>
                  <a:gd name="connsiteX1" fmla="*/ 47360 w 334027"/>
                  <a:gd name="connsiteY1" fmla="*/ 17406 h 138318"/>
                  <a:gd name="connsiteX2" fmla="*/ 20071 w 334027"/>
                  <a:gd name="connsiteY2" fmla="*/ 39580 h 138318"/>
                  <a:gd name="connsiteX3" fmla="*/ 21312 w 334027"/>
                  <a:gd name="connsiteY3" fmla="*/ 61755 h 138318"/>
                  <a:gd name="connsiteX4" fmla="*/ 302882 w 334027"/>
                  <a:gd name="connsiteY4" fmla="*/ 120886 h 138318"/>
                  <a:gd name="connsiteX5" fmla="*/ 65966 w 334027"/>
                  <a:gd name="connsiteY5" fmla="*/ 14942 h 138318"/>
                  <a:gd name="connsiteX6" fmla="*/ 78893 w 334027"/>
                  <a:gd name="connsiteY6" fmla="*/ 966 h 138318"/>
                  <a:gd name="connsiteX7" fmla="*/ 331545 w 334027"/>
                  <a:gd name="connsiteY7" fmla="*/ 121027 h 138318"/>
                  <a:gd name="connsiteX8" fmla="*/ 334027 w 334027"/>
                  <a:gd name="connsiteY8" fmla="*/ 129672 h 138318"/>
                  <a:gd name="connsiteX9" fmla="*/ 326580 w 334027"/>
                  <a:gd name="connsiteY9" fmla="*/ 135848 h 138318"/>
                  <a:gd name="connsiteX10" fmla="*/ 258316 w 334027"/>
                  <a:gd name="connsiteY10" fmla="*/ 138318 h 138318"/>
                  <a:gd name="connsiteX11" fmla="*/ 7602 w 334027"/>
                  <a:gd name="connsiteY11" fmla="*/ 71623 h 138318"/>
                  <a:gd name="connsiteX12" fmla="*/ 3878 w 334027"/>
                  <a:gd name="connsiteY12" fmla="*/ 32100 h 138318"/>
                  <a:gd name="connsiteX13" fmla="*/ 41113 w 334027"/>
                  <a:gd name="connsiteY13" fmla="*/ 2457 h 138318"/>
                  <a:gd name="connsiteX14" fmla="*/ 78893 w 334027"/>
                  <a:gd name="connsiteY14" fmla="*/ 966 h 138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4027" h="138318">
                    <a:moveTo>
                      <a:pt x="65966" y="14942"/>
                    </a:moveTo>
                    <a:cubicBezTo>
                      <a:pt x="58524" y="14942"/>
                      <a:pt x="53562" y="16174"/>
                      <a:pt x="47360" y="17406"/>
                    </a:cubicBezTo>
                    <a:cubicBezTo>
                      <a:pt x="33716" y="21102"/>
                      <a:pt x="26273" y="28493"/>
                      <a:pt x="20071" y="39580"/>
                    </a:cubicBezTo>
                    <a:cubicBezTo>
                      <a:pt x="15110" y="46972"/>
                      <a:pt x="16350" y="54363"/>
                      <a:pt x="21312" y="61755"/>
                    </a:cubicBezTo>
                    <a:cubicBezTo>
                      <a:pt x="53562" y="106103"/>
                      <a:pt x="190006" y="128278"/>
                      <a:pt x="302882" y="120886"/>
                    </a:cubicBezTo>
                    <a:cubicBezTo>
                      <a:pt x="256987" y="91320"/>
                      <a:pt x="136669" y="14942"/>
                      <a:pt x="65966" y="14942"/>
                    </a:cubicBezTo>
                    <a:close/>
                    <a:moveTo>
                      <a:pt x="78893" y="966"/>
                    </a:moveTo>
                    <a:cubicBezTo>
                      <a:pt x="175702" y="12145"/>
                      <a:pt x="323943" y="116704"/>
                      <a:pt x="331545" y="121027"/>
                    </a:cubicBezTo>
                    <a:cubicBezTo>
                      <a:pt x="332786" y="123497"/>
                      <a:pt x="334027" y="125967"/>
                      <a:pt x="334027" y="129672"/>
                    </a:cubicBezTo>
                    <a:cubicBezTo>
                      <a:pt x="332786" y="133378"/>
                      <a:pt x="330304" y="135848"/>
                      <a:pt x="326580" y="135848"/>
                    </a:cubicBezTo>
                    <a:cubicBezTo>
                      <a:pt x="302998" y="137083"/>
                      <a:pt x="280657" y="138318"/>
                      <a:pt x="258316" y="138318"/>
                    </a:cubicBezTo>
                    <a:cubicBezTo>
                      <a:pt x="140406" y="138318"/>
                      <a:pt x="36149" y="112381"/>
                      <a:pt x="7602" y="71623"/>
                    </a:cubicBezTo>
                    <a:cubicBezTo>
                      <a:pt x="-1086" y="58037"/>
                      <a:pt x="-2327" y="45686"/>
                      <a:pt x="3878" y="32100"/>
                    </a:cubicBezTo>
                    <a:cubicBezTo>
                      <a:pt x="11325" y="17278"/>
                      <a:pt x="24978" y="7398"/>
                      <a:pt x="41113" y="2457"/>
                    </a:cubicBezTo>
                    <a:cubicBezTo>
                      <a:pt x="52284" y="-322"/>
                      <a:pt x="65064" y="-631"/>
                      <a:pt x="78893" y="9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C7EC4A13-7632-6947-A12D-61387816E94A}"/>
                  </a:ext>
                </a:extLst>
              </p:cNvPr>
              <p:cNvSpPr/>
              <p:nvPr/>
            </p:nvSpPr>
            <p:spPr>
              <a:xfrm>
                <a:off x="13893073" y="10511941"/>
                <a:ext cx="317677" cy="132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6" h="107">
                    <a:moveTo>
                      <a:pt x="0" y="104"/>
                    </a:moveTo>
                    <a:cubicBezTo>
                      <a:pt x="0" y="104"/>
                      <a:pt x="215" y="-61"/>
                      <a:pt x="253" y="24"/>
                    </a:cubicBezTo>
                    <a:cubicBezTo>
                      <a:pt x="276" y="74"/>
                      <a:pt x="144" y="118"/>
                      <a:pt x="0" y="10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0E17B7D0-3BA8-1744-826D-D8DA601E473F}"/>
                  </a:ext>
                </a:extLst>
              </p:cNvPr>
              <p:cNvSpPr/>
              <p:nvPr/>
            </p:nvSpPr>
            <p:spPr>
              <a:xfrm>
                <a:off x="13884352" y="10504363"/>
                <a:ext cx="334478" cy="147159"/>
              </a:xfrm>
              <a:custGeom>
                <a:avLst/>
                <a:gdLst>
                  <a:gd name="connsiteX0" fmla="*/ 259276 w 334478"/>
                  <a:gd name="connsiteY0" fmla="*/ 17220 h 147159"/>
                  <a:gd name="connsiteX1" fmla="*/ 31145 w 334478"/>
                  <a:gd name="connsiteY1" fmla="*/ 130971 h 147159"/>
                  <a:gd name="connsiteX2" fmla="*/ 312721 w 334478"/>
                  <a:gd name="connsiteY2" fmla="*/ 69323 h 147159"/>
                  <a:gd name="connsiteX3" fmla="*/ 316442 w 334478"/>
                  <a:gd name="connsiteY3" fmla="*/ 42197 h 147159"/>
                  <a:gd name="connsiteX4" fmla="*/ 287912 w 334478"/>
                  <a:gd name="connsiteY4" fmla="*/ 18771 h 147159"/>
                  <a:gd name="connsiteX5" fmla="*/ 259276 w 334478"/>
                  <a:gd name="connsiteY5" fmla="*/ 17220 h 147159"/>
                  <a:gd name="connsiteX6" fmla="*/ 253643 w 334478"/>
                  <a:gd name="connsiteY6" fmla="*/ 1050 h 147159"/>
                  <a:gd name="connsiteX7" fmla="*/ 291673 w 334478"/>
                  <a:gd name="connsiteY7" fmla="*/ 2576 h 147159"/>
                  <a:gd name="connsiteX8" fmla="*/ 330149 w 334478"/>
                  <a:gd name="connsiteY8" fmla="*/ 34705 h 147159"/>
                  <a:gd name="connsiteX9" fmla="*/ 325184 w 334478"/>
                  <a:gd name="connsiteY9" fmla="*/ 76721 h 147159"/>
                  <a:gd name="connsiteX10" fmla="*/ 74470 w 334478"/>
                  <a:gd name="connsiteY10" fmla="*/ 147159 h 147159"/>
                  <a:gd name="connsiteX11" fmla="*/ 7447 w 334478"/>
                  <a:gd name="connsiteY11" fmla="*/ 144687 h 147159"/>
                  <a:gd name="connsiteX12" fmla="*/ 0 w 334478"/>
                  <a:gd name="connsiteY12" fmla="*/ 138509 h 147159"/>
                  <a:gd name="connsiteX13" fmla="*/ 3723 w 334478"/>
                  <a:gd name="connsiteY13" fmla="*/ 129858 h 147159"/>
                  <a:gd name="connsiteX14" fmla="*/ 253643 w 334478"/>
                  <a:gd name="connsiteY14" fmla="*/ 1050 h 1471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34478" h="147159">
                    <a:moveTo>
                      <a:pt x="259276" y="17220"/>
                    </a:moveTo>
                    <a:cubicBezTo>
                      <a:pt x="186081" y="24300"/>
                      <a:pt x="73474" y="100763"/>
                      <a:pt x="31145" y="130971"/>
                    </a:cubicBezTo>
                    <a:cubicBezTo>
                      <a:pt x="166351" y="139602"/>
                      <a:pt x="284191" y="107545"/>
                      <a:pt x="312721" y="69323"/>
                    </a:cubicBezTo>
                    <a:cubicBezTo>
                      <a:pt x="318923" y="59459"/>
                      <a:pt x="320163" y="50828"/>
                      <a:pt x="316442" y="42197"/>
                    </a:cubicBezTo>
                    <a:cubicBezTo>
                      <a:pt x="310240" y="29868"/>
                      <a:pt x="301557" y="22470"/>
                      <a:pt x="287912" y="18771"/>
                    </a:cubicBezTo>
                    <a:cubicBezTo>
                      <a:pt x="279384" y="16613"/>
                      <a:pt x="269732" y="16209"/>
                      <a:pt x="259276" y="17220"/>
                    </a:cubicBezTo>
                    <a:close/>
                    <a:moveTo>
                      <a:pt x="253643" y="1050"/>
                    </a:moveTo>
                    <a:cubicBezTo>
                      <a:pt x="267490" y="-668"/>
                      <a:pt x="280347" y="-359"/>
                      <a:pt x="291673" y="2576"/>
                    </a:cubicBezTo>
                    <a:cubicBezTo>
                      <a:pt x="309049" y="6283"/>
                      <a:pt x="322702" y="17405"/>
                      <a:pt x="330149" y="34705"/>
                    </a:cubicBezTo>
                    <a:cubicBezTo>
                      <a:pt x="337595" y="49534"/>
                      <a:pt x="335113" y="63128"/>
                      <a:pt x="325184" y="76721"/>
                    </a:cubicBezTo>
                    <a:cubicBezTo>
                      <a:pt x="295396" y="118737"/>
                      <a:pt x="189897" y="147159"/>
                      <a:pt x="74470" y="147159"/>
                    </a:cubicBezTo>
                    <a:cubicBezTo>
                      <a:pt x="53370" y="147159"/>
                      <a:pt x="29788" y="145923"/>
                      <a:pt x="7447" y="144687"/>
                    </a:cubicBezTo>
                    <a:cubicBezTo>
                      <a:pt x="4965" y="144687"/>
                      <a:pt x="2482" y="142216"/>
                      <a:pt x="0" y="138509"/>
                    </a:cubicBezTo>
                    <a:cubicBezTo>
                      <a:pt x="0" y="134801"/>
                      <a:pt x="1241" y="132330"/>
                      <a:pt x="3723" y="129858"/>
                    </a:cubicBezTo>
                    <a:cubicBezTo>
                      <a:pt x="11326" y="124452"/>
                      <a:pt x="156716" y="13079"/>
                      <a:pt x="253643" y="105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965F2470-533E-0B4F-B612-38C81B01FDA7}"/>
                  </a:ext>
                </a:extLst>
              </p:cNvPr>
              <p:cNvSpPr/>
              <p:nvPr/>
            </p:nvSpPr>
            <p:spPr>
              <a:xfrm>
                <a:off x="13884352" y="10566775"/>
                <a:ext cx="227980" cy="822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4" h="67">
                    <a:moveTo>
                      <a:pt x="7" y="67"/>
                    </a:moveTo>
                    <a:cubicBezTo>
                      <a:pt x="4" y="67"/>
                      <a:pt x="2" y="65"/>
                      <a:pt x="0" y="62"/>
                    </a:cubicBezTo>
                    <a:cubicBezTo>
                      <a:pt x="0" y="59"/>
                      <a:pt x="2" y="55"/>
                      <a:pt x="5" y="54"/>
                    </a:cubicBezTo>
                    <a:lnTo>
                      <a:pt x="176" y="0"/>
                    </a:lnTo>
                    <a:cubicBezTo>
                      <a:pt x="180" y="-1"/>
                      <a:pt x="183" y="1"/>
                      <a:pt x="184" y="4"/>
                    </a:cubicBezTo>
                    <a:cubicBezTo>
                      <a:pt x="185" y="8"/>
                      <a:pt x="183" y="11"/>
                      <a:pt x="180" y="13"/>
                    </a:cubicBezTo>
                    <a:lnTo>
                      <a:pt x="9" y="67"/>
                    </a:lnTo>
                    <a:cubicBezTo>
                      <a:pt x="8" y="67"/>
                      <a:pt x="8" y="67"/>
                      <a:pt x="7" y="6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82451B4F-2BA6-3B48-B100-BF5FB2113BDB}"/>
                  </a:ext>
                </a:extLst>
              </p:cNvPr>
              <p:cNvSpPr/>
              <p:nvPr/>
            </p:nvSpPr>
            <p:spPr>
              <a:xfrm>
                <a:off x="13671322" y="10559298"/>
                <a:ext cx="256633" cy="1071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7" h="87">
                    <a:moveTo>
                      <a:pt x="201" y="87"/>
                    </a:moveTo>
                    <a:cubicBezTo>
                      <a:pt x="198" y="87"/>
                      <a:pt x="195" y="85"/>
                      <a:pt x="195" y="82"/>
                    </a:cubicBezTo>
                    <a:cubicBezTo>
                      <a:pt x="194" y="80"/>
                      <a:pt x="177" y="49"/>
                      <a:pt x="5" y="13"/>
                    </a:cubicBezTo>
                    <a:cubicBezTo>
                      <a:pt x="1" y="12"/>
                      <a:pt x="0" y="8"/>
                      <a:pt x="0" y="5"/>
                    </a:cubicBezTo>
                    <a:cubicBezTo>
                      <a:pt x="1" y="2"/>
                      <a:pt x="4" y="-1"/>
                      <a:pt x="8" y="0"/>
                    </a:cubicBezTo>
                    <a:cubicBezTo>
                      <a:pt x="194" y="39"/>
                      <a:pt x="207" y="73"/>
                      <a:pt x="207" y="80"/>
                    </a:cubicBezTo>
                    <a:cubicBezTo>
                      <a:pt x="208" y="83"/>
                      <a:pt x="206" y="87"/>
                      <a:pt x="202" y="87"/>
                    </a:cubicBezTo>
                    <a:cubicBezTo>
                      <a:pt x="201" y="87"/>
                      <a:pt x="201" y="87"/>
                      <a:pt x="201" y="8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09D2AFF7-1920-D047-A5AA-72E7B38C6F54}"/>
                  </a:ext>
                </a:extLst>
              </p:cNvPr>
              <p:cNvSpPr/>
              <p:nvPr/>
            </p:nvSpPr>
            <p:spPr>
              <a:xfrm>
                <a:off x="13917989" y="10358658"/>
                <a:ext cx="290269" cy="2405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4" h="194">
                    <a:moveTo>
                      <a:pt x="8" y="194"/>
                    </a:moveTo>
                    <a:cubicBezTo>
                      <a:pt x="8" y="194"/>
                      <a:pt x="-33" y="114"/>
                      <a:pt x="76" y="46"/>
                    </a:cubicBezTo>
                    <a:cubicBezTo>
                      <a:pt x="185" y="-21"/>
                      <a:pt x="299" y="-20"/>
                      <a:pt x="192" y="78"/>
                    </a:cubicBezTo>
                    <a:cubicBezTo>
                      <a:pt x="85" y="176"/>
                      <a:pt x="8" y="194"/>
                      <a:pt x="8" y="19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F108AEDD-9405-7B46-9EFD-D30163DBA2DC}"/>
                  </a:ext>
                </a:extLst>
              </p:cNvPr>
              <p:cNvSpPr/>
              <p:nvPr/>
            </p:nvSpPr>
            <p:spPr>
              <a:xfrm>
                <a:off x="13909101" y="10349747"/>
                <a:ext cx="306994" cy="256907"/>
              </a:xfrm>
              <a:custGeom>
                <a:avLst/>
                <a:gdLst>
                  <a:gd name="connsiteX0" fmla="*/ 264392 w 306994"/>
                  <a:gd name="connsiteY0" fmla="*/ 15142 h 256907"/>
                  <a:gd name="connsiteX1" fmla="*/ 106892 w 306994"/>
                  <a:gd name="connsiteY1" fmla="*/ 72152 h 256907"/>
                  <a:gd name="connsiteX2" fmla="*/ 22562 w 306994"/>
                  <a:gd name="connsiteY2" fmla="*/ 239463 h 256907"/>
                  <a:gd name="connsiteX3" fmla="*/ 240829 w 306994"/>
                  <a:gd name="connsiteY3" fmla="*/ 99417 h 256907"/>
                  <a:gd name="connsiteX4" fmla="*/ 289195 w 306994"/>
                  <a:gd name="connsiteY4" fmla="*/ 22578 h 256907"/>
                  <a:gd name="connsiteX5" fmla="*/ 264392 w 306994"/>
                  <a:gd name="connsiteY5" fmla="*/ 15142 h 256907"/>
                  <a:gd name="connsiteX6" fmla="*/ 272646 w 306994"/>
                  <a:gd name="connsiteY6" fmla="*/ 571 h 256907"/>
                  <a:gd name="connsiteX7" fmla="*/ 301668 w 306994"/>
                  <a:gd name="connsiteY7" fmla="*/ 13826 h 256907"/>
                  <a:gd name="connsiteX8" fmla="*/ 250797 w 306994"/>
                  <a:gd name="connsiteY8" fmla="*/ 111803 h 256907"/>
                  <a:gd name="connsiteX9" fmla="*/ 18777 w 306994"/>
                  <a:gd name="connsiteY9" fmla="*/ 256907 h 256907"/>
                  <a:gd name="connsiteX10" fmla="*/ 17536 w 306994"/>
                  <a:gd name="connsiteY10" fmla="*/ 256907 h 256907"/>
                  <a:gd name="connsiteX11" fmla="*/ 10092 w 306994"/>
                  <a:gd name="connsiteY11" fmla="*/ 253186 h 256907"/>
                  <a:gd name="connsiteX12" fmla="*/ 96944 w 306994"/>
                  <a:gd name="connsiteY12" fmla="*/ 58474 h 256907"/>
                  <a:gd name="connsiteX13" fmla="*/ 272646 w 306994"/>
                  <a:gd name="connsiteY13" fmla="*/ 571 h 2569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06994" h="256907">
                    <a:moveTo>
                      <a:pt x="264392" y="15142"/>
                    </a:moveTo>
                    <a:cubicBezTo>
                      <a:pt x="230908" y="15142"/>
                      <a:pt x="171380" y="33732"/>
                      <a:pt x="106892" y="72152"/>
                    </a:cubicBezTo>
                    <a:cubicBezTo>
                      <a:pt x="-2241" y="140316"/>
                      <a:pt x="15121" y="217155"/>
                      <a:pt x="22562" y="239463"/>
                    </a:cubicBezTo>
                    <a:cubicBezTo>
                      <a:pt x="46125" y="232027"/>
                      <a:pt x="131695" y="201043"/>
                      <a:pt x="240829" y="99417"/>
                    </a:cubicBezTo>
                    <a:cubicBezTo>
                      <a:pt x="287955" y="57280"/>
                      <a:pt x="296636" y="32493"/>
                      <a:pt x="289195" y="22578"/>
                    </a:cubicBezTo>
                    <a:cubicBezTo>
                      <a:pt x="285474" y="18860"/>
                      <a:pt x="276793" y="15142"/>
                      <a:pt x="264392" y="15142"/>
                    </a:cubicBezTo>
                    <a:close/>
                    <a:moveTo>
                      <a:pt x="272646" y="571"/>
                    </a:moveTo>
                    <a:cubicBezTo>
                      <a:pt x="286004" y="2044"/>
                      <a:pt x="296085" y="6385"/>
                      <a:pt x="301668" y="13826"/>
                    </a:cubicBezTo>
                    <a:cubicBezTo>
                      <a:pt x="316557" y="33670"/>
                      <a:pt x="300427" y="65915"/>
                      <a:pt x="250797" y="111803"/>
                    </a:cubicBezTo>
                    <a:cubicBezTo>
                      <a:pt x="118037" y="233343"/>
                      <a:pt x="23740" y="255667"/>
                      <a:pt x="18777" y="256907"/>
                    </a:cubicBezTo>
                    <a:lnTo>
                      <a:pt x="17536" y="256907"/>
                    </a:lnTo>
                    <a:cubicBezTo>
                      <a:pt x="13814" y="256907"/>
                      <a:pt x="11333" y="255667"/>
                      <a:pt x="10092" y="253186"/>
                    </a:cubicBezTo>
                    <a:cubicBezTo>
                      <a:pt x="8851" y="251946"/>
                      <a:pt x="-42019" y="146529"/>
                      <a:pt x="96944" y="58474"/>
                    </a:cubicBezTo>
                    <a:cubicBezTo>
                      <a:pt x="163014" y="17547"/>
                      <a:pt x="232574" y="-3847"/>
                      <a:pt x="272646" y="57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5DD1D037-E30F-7147-8E2B-334FA033AFC7}"/>
                  </a:ext>
                </a:extLst>
              </p:cNvPr>
              <p:cNvSpPr/>
              <p:nvPr/>
            </p:nvSpPr>
            <p:spPr>
              <a:xfrm>
                <a:off x="13913005" y="10435924"/>
                <a:ext cx="161953" cy="2305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1" h="186">
                    <a:moveTo>
                      <a:pt x="7" y="186"/>
                    </a:moveTo>
                    <a:cubicBezTo>
                      <a:pt x="4" y="186"/>
                      <a:pt x="1" y="184"/>
                      <a:pt x="1" y="181"/>
                    </a:cubicBezTo>
                    <a:cubicBezTo>
                      <a:pt x="1" y="179"/>
                      <a:pt x="-22" y="73"/>
                      <a:pt x="121" y="1"/>
                    </a:cubicBezTo>
                    <a:cubicBezTo>
                      <a:pt x="124" y="-1"/>
                      <a:pt x="128" y="0"/>
                      <a:pt x="130" y="4"/>
                    </a:cubicBezTo>
                    <a:cubicBezTo>
                      <a:pt x="132" y="7"/>
                      <a:pt x="130" y="11"/>
                      <a:pt x="127" y="12"/>
                    </a:cubicBezTo>
                    <a:cubicBezTo>
                      <a:pt x="-7" y="79"/>
                      <a:pt x="13" y="177"/>
                      <a:pt x="13" y="178"/>
                    </a:cubicBezTo>
                    <a:cubicBezTo>
                      <a:pt x="14" y="181"/>
                      <a:pt x="12" y="185"/>
                      <a:pt x="9" y="186"/>
                    </a:cubicBezTo>
                    <a:cubicBezTo>
                      <a:pt x="8" y="186"/>
                      <a:pt x="7" y="186"/>
                      <a:pt x="7" y="18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008C356A-9396-634C-A6BF-82956FD0F587}"/>
                  </a:ext>
                </a:extLst>
              </p:cNvPr>
              <p:cNvSpPr/>
              <p:nvPr/>
            </p:nvSpPr>
            <p:spPr>
              <a:xfrm>
                <a:off x="13761019" y="10470819"/>
                <a:ext cx="166936" cy="2068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5" h="167">
                    <a:moveTo>
                      <a:pt x="128" y="167"/>
                    </a:moveTo>
                    <a:lnTo>
                      <a:pt x="128" y="166"/>
                    </a:lnTo>
                    <a:cubicBezTo>
                      <a:pt x="124" y="166"/>
                      <a:pt x="122" y="163"/>
                      <a:pt x="122" y="160"/>
                    </a:cubicBezTo>
                    <a:cubicBezTo>
                      <a:pt x="122" y="156"/>
                      <a:pt x="129" y="68"/>
                      <a:pt x="3" y="13"/>
                    </a:cubicBezTo>
                    <a:cubicBezTo>
                      <a:pt x="0" y="11"/>
                      <a:pt x="-1" y="7"/>
                      <a:pt x="0" y="4"/>
                    </a:cubicBezTo>
                    <a:cubicBezTo>
                      <a:pt x="2" y="0"/>
                      <a:pt x="5" y="-1"/>
                      <a:pt x="9" y="0"/>
                    </a:cubicBezTo>
                    <a:cubicBezTo>
                      <a:pt x="143" y="60"/>
                      <a:pt x="135" y="156"/>
                      <a:pt x="135" y="161"/>
                    </a:cubicBezTo>
                    <a:cubicBezTo>
                      <a:pt x="134" y="164"/>
                      <a:pt x="132" y="167"/>
                      <a:pt x="128" y="16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FF6473E4-0C5D-B745-92DF-4636AC29C269}"/>
                  </a:ext>
                </a:extLst>
              </p:cNvPr>
              <p:cNvSpPr/>
              <p:nvPr/>
            </p:nvSpPr>
            <p:spPr>
              <a:xfrm>
                <a:off x="13731120" y="10641552"/>
                <a:ext cx="346330" cy="24675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9" h="199">
                    <a:moveTo>
                      <a:pt x="266" y="0"/>
                    </a:moveTo>
                    <a:lnTo>
                      <a:pt x="140" y="0"/>
                    </a:lnTo>
                    <a:lnTo>
                      <a:pt x="14" y="0"/>
                    </a:lnTo>
                    <a:cubicBezTo>
                      <a:pt x="5" y="0"/>
                      <a:pt x="-1" y="7"/>
                      <a:pt x="0" y="16"/>
                    </a:cubicBezTo>
                    <a:lnTo>
                      <a:pt x="22" y="187"/>
                    </a:lnTo>
                    <a:cubicBezTo>
                      <a:pt x="23" y="194"/>
                      <a:pt x="29" y="199"/>
                      <a:pt x="36" y="199"/>
                    </a:cubicBezTo>
                    <a:lnTo>
                      <a:pt x="140" y="199"/>
                    </a:lnTo>
                    <a:lnTo>
                      <a:pt x="244" y="199"/>
                    </a:lnTo>
                    <a:cubicBezTo>
                      <a:pt x="251" y="199"/>
                      <a:pt x="256" y="194"/>
                      <a:pt x="257" y="187"/>
                    </a:cubicBezTo>
                    <a:lnTo>
                      <a:pt x="279" y="16"/>
                    </a:lnTo>
                    <a:cubicBezTo>
                      <a:pt x="281" y="7"/>
                      <a:pt x="274" y="0"/>
                      <a:pt x="26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3AB657E8-7223-DB45-811B-087692A71EB8}"/>
                  </a:ext>
                </a:extLst>
              </p:cNvPr>
              <p:cNvSpPr/>
              <p:nvPr/>
            </p:nvSpPr>
            <p:spPr>
              <a:xfrm>
                <a:off x="13723213" y="10634075"/>
                <a:ext cx="363277" cy="261708"/>
              </a:xfrm>
              <a:custGeom>
                <a:avLst/>
                <a:gdLst>
                  <a:gd name="connsiteX0" fmla="*/ 25315 w 363277"/>
                  <a:gd name="connsiteY0" fmla="*/ 16201 h 261708"/>
                  <a:gd name="connsiteX1" fmla="*/ 17868 w 363277"/>
                  <a:gd name="connsiteY1" fmla="*/ 18680 h 261708"/>
                  <a:gd name="connsiteX2" fmla="*/ 16627 w 363277"/>
                  <a:gd name="connsiteY2" fmla="*/ 24877 h 261708"/>
                  <a:gd name="connsiteX3" fmla="*/ 43931 w 363277"/>
                  <a:gd name="connsiteY3" fmla="*/ 238070 h 261708"/>
                  <a:gd name="connsiteX4" fmla="*/ 52619 w 363277"/>
                  <a:gd name="connsiteY4" fmla="*/ 245507 h 261708"/>
                  <a:gd name="connsiteX5" fmla="*/ 310770 w 363277"/>
                  <a:gd name="connsiteY5" fmla="*/ 245507 h 261708"/>
                  <a:gd name="connsiteX6" fmla="*/ 319458 w 363277"/>
                  <a:gd name="connsiteY6" fmla="*/ 238070 h 261708"/>
                  <a:gd name="connsiteX7" fmla="*/ 346762 w 363277"/>
                  <a:gd name="connsiteY7" fmla="*/ 24877 h 261708"/>
                  <a:gd name="connsiteX8" fmla="*/ 345521 w 363277"/>
                  <a:gd name="connsiteY8" fmla="*/ 18680 h 261708"/>
                  <a:gd name="connsiteX9" fmla="*/ 338074 w 363277"/>
                  <a:gd name="connsiteY9" fmla="*/ 16201 h 261708"/>
                  <a:gd name="connsiteX10" fmla="*/ 25263 w 363277"/>
                  <a:gd name="connsiteY10" fmla="*/ 0 h 261708"/>
                  <a:gd name="connsiteX11" fmla="*/ 338131 w 363277"/>
                  <a:gd name="connsiteY11" fmla="*/ 0 h 261708"/>
                  <a:gd name="connsiteX12" fmla="*/ 356754 w 363277"/>
                  <a:gd name="connsiteY12" fmla="*/ 7442 h 261708"/>
                  <a:gd name="connsiteX13" fmla="*/ 362961 w 363277"/>
                  <a:gd name="connsiteY13" fmla="*/ 27287 h 261708"/>
                  <a:gd name="connsiteX14" fmla="*/ 334406 w 363277"/>
                  <a:gd name="connsiteY14" fmla="*/ 240623 h 261708"/>
                  <a:gd name="connsiteX15" fmla="*/ 310817 w 363277"/>
                  <a:gd name="connsiteY15" fmla="*/ 261708 h 261708"/>
                  <a:gd name="connsiteX16" fmla="*/ 52577 w 363277"/>
                  <a:gd name="connsiteY16" fmla="*/ 261708 h 261708"/>
                  <a:gd name="connsiteX17" fmla="*/ 27746 w 363277"/>
                  <a:gd name="connsiteY17" fmla="*/ 240623 h 261708"/>
                  <a:gd name="connsiteX18" fmla="*/ 432 w 363277"/>
                  <a:gd name="connsiteY18" fmla="*/ 27287 h 261708"/>
                  <a:gd name="connsiteX19" fmla="*/ 6640 w 363277"/>
                  <a:gd name="connsiteY19" fmla="*/ 7442 h 261708"/>
                  <a:gd name="connsiteX20" fmla="*/ 25263 w 363277"/>
                  <a:gd name="connsiteY20" fmla="*/ 0 h 2617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63277" h="261708">
                    <a:moveTo>
                      <a:pt x="25315" y="16201"/>
                    </a:moveTo>
                    <a:cubicBezTo>
                      <a:pt x="22833" y="16201"/>
                      <a:pt x="20350" y="16201"/>
                      <a:pt x="17868" y="18680"/>
                    </a:cubicBezTo>
                    <a:cubicBezTo>
                      <a:pt x="16627" y="21159"/>
                      <a:pt x="15386" y="23638"/>
                      <a:pt x="16627" y="24877"/>
                    </a:cubicBezTo>
                    <a:lnTo>
                      <a:pt x="43931" y="238070"/>
                    </a:lnTo>
                    <a:cubicBezTo>
                      <a:pt x="43931" y="243028"/>
                      <a:pt x="47655" y="245507"/>
                      <a:pt x="52619" y="245507"/>
                    </a:cubicBezTo>
                    <a:lnTo>
                      <a:pt x="310770" y="245507"/>
                    </a:lnTo>
                    <a:cubicBezTo>
                      <a:pt x="315734" y="245507"/>
                      <a:pt x="319458" y="243028"/>
                      <a:pt x="319458" y="238070"/>
                    </a:cubicBezTo>
                    <a:lnTo>
                      <a:pt x="346762" y="24877"/>
                    </a:lnTo>
                    <a:cubicBezTo>
                      <a:pt x="346762" y="23638"/>
                      <a:pt x="346762" y="21159"/>
                      <a:pt x="345521" y="18680"/>
                    </a:cubicBezTo>
                    <a:cubicBezTo>
                      <a:pt x="343039" y="16201"/>
                      <a:pt x="340556" y="16201"/>
                      <a:pt x="338074" y="16201"/>
                    </a:cubicBezTo>
                    <a:close/>
                    <a:moveTo>
                      <a:pt x="25263" y="0"/>
                    </a:moveTo>
                    <a:lnTo>
                      <a:pt x="338131" y="0"/>
                    </a:lnTo>
                    <a:cubicBezTo>
                      <a:pt x="345580" y="0"/>
                      <a:pt x="351788" y="2481"/>
                      <a:pt x="356754" y="7442"/>
                    </a:cubicBezTo>
                    <a:cubicBezTo>
                      <a:pt x="361720" y="13644"/>
                      <a:pt x="364203" y="21085"/>
                      <a:pt x="362961" y="27287"/>
                    </a:cubicBezTo>
                    <a:lnTo>
                      <a:pt x="334406" y="240623"/>
                    </a:lnTo>
                    <a:cubicBezTo>
                      <a:pt x="333165" y="253026"/>
                      <a:pt x="323232" y="261708"/>
                      <a:pt x="310817" y="261708"/>
                    </a:cubicBezTo>
                    <a:lnTo>
                      <a:pt x="52577" y="261708"/>
                    </a:lnTo>
                    <a:cubicBezTo>
                      <a:pt x="40161" y="261708"/>
                      <a:pt x="28987" y="253026"/>
                      <a:pt x="27746" y="240623"/>
                    </a:cubicBezTo>
                    <a:lnTo>
                      <a:pt x="432" y="27287"/>
                    </a:lnTo>
                    <a:cubicBezTo>
                      <a:pt x="-810" y="21085"/>
                      <a:pt x="432" y="13644"/>
                      <a:pt x="6640" y="7442"/>
                    </a:cubicBezTo>
                    <a:cubicBezTo>
                      <a:pt x="10364" y="2481"/>
                      <a:pt x="17814" y="0"/>
                      <a:pt x="252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4A989973-FB00-F542-B0FE-D29A22BC89B8}"/>
                  </a:ext>
                </a:extLst>
              </p:cNvPr>
              <p:cNvSpPr/>
              <p:nvPr/>
            </p:nvSpPr>
            <p:spPr>
              <a:xfrm>
                <a:off x="12334587" y="10647783"/>
                <a:ext cx="419832" cy="1869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8" h="151">
                    <a:moveTo>
                      <a:pt x="271" y="128"/>
                    </a:moveTo>
                    <a:cubicBezTo>
                      <a:pt x="235" y="117"/>
                      <a:pt x="208" y="94"/>
                      <a:pt x="208" y="94"/>
                    </a:cubicBezTo>
                    <a:cubicBezTo>
                      <a:pt x="208" y="94"/>
                      <a:pt x="187" y="121"/>
                      <a:pt x="156" y="136"/>
                    </a:cubicBezTo>
                    <a:cubicBezTo>
                      <a:pt x="111" y="159"/>
                      <a:pt x="62" y="148"/>
                      <a:pt x="62" y="148"/>
                    </a:cubicBezTo>
                    <a:lnTo>
                      <a:pt x="0" y="148"/>
                    </a:lnTo>
                    <a:lnTo>
                      <a:pt x="13" y="33"/>
                    </a:lnTo>
                    <a:lnTo>
                      <a:pt x="55" y="34"/>
                    </a:lnTo>
                    <a:cubicBezTo>
                      <a:pt x="65" y="35"/>
                      <a:pt x="76" y="33"/>
                      <a:pt x="85" y="30"/>
                    </a:cubicBezTo>
                    <a:cubicBezTo>
                      <a:pt x="117" y="20"/>
                      <a:pt x="187" y="0"/>
                      <a:pt x="199" y="0"/>
                    </a:cubicBezTo>
                    <a:cubicBezTo>
                      <a:pt x="224" y="0"/>
                      <a:pt x="257" y="4"/>
                      <a:pt x="319" y="52"/>
                    </a:cubicBezTo>
                    <a:cubicBezTo>
                      <a:pt x="341" y="68"/>
                      <a:pt x="345" y="82"/>
                      <a:pt x="326" y="83"/>
                    </a:cubicBezTo>
                    <a:cubicBezTo>
                      <a:pt x="326" y="83"/>
                      <a:pt x="341" y="97"/>
                      <a:pt x="336" y="112"/>
                    </a:cubicBezTo>
                    <a:cubicBezTo>
                      <a:pt x="332" y="122"/>
                      <a:pt x="313" y="118"/>
                      <a:pt x="313" y="118"/>
                    </a:cubicBezTo>
                    <a:cubicBezTo>
                      <a:pt x="313" y="118"/>
                      <a:pt x="317" y="142"/>
                      <a:pt x="271" y="12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3" name="Freeform 622">
                <a:extLst>
                  <a:ext uri="{FF2B5EF4-FFF2-40B4-BE49-F238E27FC236}">
                    <a16:creationId xmlns:a16="http://schemas.microsoft.com/office/drawing/2014/main" id="{F4F95CE4-0432-8B4E-821A-3C42C5D08AA7}"/>
                  </a:ext>
                </a:extLst>
              </p:cNvPr>
              <p:cNvSpPr/>
              <p:nvPr/>
            </p:nvSpPr>
            <p:spPr>
              <a:xfrm>
                <a:off x="12327113" y="10640306"/>
                <a:ext cx="435325" cy="201889"/>
              </a:xfrm>
              <a:custGeom>
                <a:avLst/>
                <a:gdLst>
                  <a:gd name="connsiteX0" fmla="*/ 254651 w 435325"/>
                  <a:gd name="connsiteY0" fmla="*/ 16201 h 201889"/>
                  <a:gd name="connsiteX1" fmla="*/ 115554 w 435325"/>
                  <a:gd name="connsiteY1" fmla="*/ 52078 h 201889"/>
                  <a:gd name="connsiteX2" fmla="*/ 75812 w 435325"/>
                  <a:gd name="connsiteY2" fmla="*/ 58263 h 201889"/>
                  <a:gd name="connsiteX3" fmla="*/ 32344 w 435325"/>
                  <a:gd name="connsiteY3" fmla="*/ 57026 h 201889"/>
                  <a:gd name="connsiteX4" fmla="*/ 17441 w 435325"/>
                  <a:gd name="connsiteY4" fmla="*/ 181977 h 201889"/>
                  <a:gd name="connsiteX5" fmla="*/ 84505 w 435325"/>
                  <a:gd name="connsiteY5" fmla="*/ 181977 h 201889"/>
                  <a:gd name="connsiteX6" fmla="*/ 85747 w 435325"/>
                  <a:gd name="connsiteY6" fmla="*/ 183214 h 201889"/>
                  <a:gd name="connsiteX7" fmla="*/ 197522 w 435325"/>
                  <a:gd name="connsiteY7" fmla="*/ 169605 h 201889"/>
                  <a:gd name="connsiteX8" fmla="*/ 259618 w 435325"/>
                  <a:gd name="connsiteY8" fmla="*/ 118883 h 201889"/>
                  <a:gd name="connsiteX9" fmla="*/ 264586 w 435325"/>
                  <a:gd name="connsiteY9" fmla="*/ 116409 h 201889"/>
                  <a:gd name="connsiteX10" fmla="*/ 270796 w 435325"/>
                  <a:gd name="connsiteY10" fmla="*/ 117646 h 201889"/>
                  <a:gd name="connsiteX11" fmla="*/ 346554 w 435325"/>
                  <a:gd name="connsiteY11" fmla="*/ 158471 h 201889"/>
                  <a:gd name="connsiteX12" fmla="*/ 385054 w 435325"/>
                  <a:gd name="connsiteY12" fmla="*/ 159708 h 201889"/>
                  <a:gd name="connsiteX13" fmla="*/ 387538 w 435325"/>
                  <a:gd name="connsiteY13" fmla="*/ 153523 h 201889"/>
                  <a:gd name="connsiteX14" fmla="*/ 390021 w 435325"/>
                  <a:gd name="connsiteY14" fmla="*/ 147337 h 201889"/>
                  <a:gd name="connsiteX15" fmla="*/ 397473 w 435325"/>
                  <a:gd name="connsiteY15" fmla="*/ 144863 h 201889"/>
                  <a:gd name="connsiteX16" fmla="*/ 417344 w 435325"/>
                  <a:gd name="connsiteY16" fmla="*/ 143626 h 201889"/>
                  <a:gd name="connsiteX17" fmla="*/ 406167 w 435325"/>
                  <a:gd name="connsiteY17" fmla="*/ 116409 h 201889"/>
                  <a:gd name="connsiteX18" fmla="*/ 404925 w 435325"/>
                  <a:gd name="connsiteY18" fmla="*/ 107749 h 201889"/>
                  <a:gd name="connsiteX19" fmla="*/ 412376 w 435325"/>
                  <a:gd name="connsiteY19" fmla="*/ 102800 h 201889"/>
                  <a:gd name="connsiteX20" fmla="*/ 418586 w 435325"/>
                  <a:gd name="connsiteY20" fmla="*/ 101563 h 201889"/>
                  <a:gd name="connsiteX21" fmla="*/ 398715 w 435325"/>
                  <a:gd name="connsiteY21" fmla="*/ 78058 h 201889"/>
                  <a:gd name="connsiteX22" fmla="*/ 254651 w 435325"/>
                  <a:gd name="connsiteY22" fmla="*/ 16201 h 201889"/>
                  <a:gd name="connsiteX23" fmla="*/ 254657 w 435325"/>
                  <a:gd name="connsiteY23" fmla="*/ 0 h 201889"/>
                  <a:gd name="connsiteX24" fmla="*/ 408694 w 435325"/>
                  <a:gd name="connsiteY24" fmla="*/ 64406 h 201889"/>
                  <a:gd name="connsiteX25" fmla="*/ 434781 w 435325"/>
                  <a:gd name="connsiteY25" fmla="*/ 106518 h 201889"/>
                  <a:gd name="connsiteX26" fmla="*/ 426085 w 435325"/>
                  <a:gd name="connsiteY26" fmla="*/ 115188 h 201889"/>
                  <a:gd name="connsiteX27" fmla="*/ 432297 w 435325"/>
                  <a:gd name="connsiteY27" fmla="*/ 149869 h 201889"/>
                  <a:gd name="connsiteX28" fmla="*/ 403725 w 435325"/>
                  <a:gd name="connsiteY28" fmla="*/ 161016 h 201889"/>
                  <a:gd name="connsiteX29" fmla="*/ 396272 w 435325"/>
                  <a:gd name="connsiteY29" fmla="*/ 172163 h 201889"/>
                  <a:gd name="connsiteX30" fmla="*/ 341614 w 435325"/>
                  <a:gd name="connsiteY30" fmla="*/ 173402 h 201889"/>
                  <a:gd name="connsiteX31" fmla="*/ 267080 w 435325"/>
                  <a:gd name="connsiteY31" fmla="*/ 135006 h 201889"/>
                  <a:gd name="connsiteX32" fmla="*/ 203726 w 435325"/>
                  <a:gd name="connsiteY32" fmla="*/ 183310 h 201889"/>
                  <a:gd name="connsiteX33" fmla="*/ 119254 w 435325"/>
                  <a:gd name="connsiteY33" fmla="*/ 201889 h 201889"/>
                  <a:gd name="connsiteX34" fmla="*/ 83230 w 435325"/>
                  <a:gd name="connsiteY34" fmla="*/ 199412 h 201889"/>
                  <a:gd name="connsiteX35" fmla="*/ 7453 w 435325"/>
                  <a:gd name="connsiteY35" fmla="*/ 198173 h 201889"/>
                  <a:gd name="connsiteX36" fmla="*/ 2484 w 435325"/>
                  <a:gd name="connsiteY36" fmla="*/ 195696 h 201889"/>
                  <a:gd name="connsiteX37" fmla="*/ 0 w 435325"/>
                  <a:gd name="connsiteY37" fmla="*/ 189503 h 201889"/>
                  <a:gd name="connsiteX38" fmla="*/ 16149 w 435325"/>
                  <a:gd name="connsiteY38" fmla="*/ 47066 h 201889"/>
                  <a:gd name="connsiteX39" fmla="*/ 24845 w 435325"/>
                  <a:gd name="connsiteY39" fmla="*/ 39635 h 201889"/>
                  <a:gd name="connsiteX40" fmla="*/ 77018 w 435325"/>
                  <a:gd name="connsiteY40" fmla="*/ 42112 h 201889"/>
                  <a:gd name="connsiteX41" fmla="*/ 111801 w 435325"/>
                  <a:gd name="connsiteY41" fmla="*/ 37157 h 201889"/>
                  <a:gd name="connsiteX42" fmla="*/ 254657 w 435325"/>
                  <a:gd name="connsiteY42" fmla="*/ 0 h 201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435325" h="201889">
                    <a:moveTo>
                      <a:pt x="254651" y="16201"/>
                    </a:moveTo>
                    <a:cubicBezTo>
                      <a:pt x="244715" y="16201"/>
                      <a:pt x="191312" y="29809"/>
                      <a:pt x="115554" y="52078"/>
                    </a:cubicBezTo>
                    <a:cubicBezTo>
                      <a:pt x="103135" y="57026"/>
                      <a:pt x="89473" y="58263"/>
                      <a:pt x="75812" y="58263"/>
                    </a:cubicBezTo>
                    <a:lnTo>
                      <a:pt x="32344" y="57026"/>
                    </a:lnTo>
                    <a:lnTo>
                      <a:pt x="17441" y="181977"/>
                    </a:lnTo>
                    <a:lnTo>
                      <a:pt x="84505" y="181977"/>
                    </a:lnTo>
                    <a:cubicBezTo>
                      <a:pt x="84505" y="181977"/>
                      <a:pt x="84505" y="183214"/>
                      <a:pt x="85747" y="183214"/>
                    </a:cubicBezTo>
                    <a:cubicBezTo>
                      <a:pt x="85747" y="183214"/>
                      <a:pt x="145360" y="194348"/>
                      <a:pt x="197522" y="169605"/>
                    </a:cubicBezTo>
                    <a:cubicBezTo>
                      <a:pt x="233538" y="151048"/>
                      <a:pt x="258376" y="120120"/>
                      <a:pt x="259618" y="118883"/>
                    </a:cubicBezTo>
                    <a:cubicBezTo>
                      <a:pt x="260860" y="117646"/>
                      <a:pt x="262102" y="116409"/>
                      <a:pt x="264586" y="116409"/>
                    </a:cubicBezTo>
                    <a:cubicBezTo>
                      <a:pt x="267070" y="116409"/>
                      <a:pt x="268312" y="116409"/>
                      <a:pt x="270796" y="117646"/>
                    </a:cubicBezTo>
                    <a:cubicBezTo>
                      <a:pt x="270796" y="117646"/>
                      <a:pt x="304328" y="144863"/>
                      <a:pt x="346554" y="158471"/>
                    </a:cubicBezTo>
                    <a:cubicBezTo>
                      <a:pt x="373876" y="165894"/>
                      <a:pt x="382570" y="162182"/>
                      <a:pt x="385054" y="159708"/>
                    </a:cubicBezTo>
                    <a:cubicBezTo>
                      <a:pt x="387538" y="158471"/>
                      <a:pt x="387538" y="154760"/>
                      <a:pt x="387538" y="153523"/>
                    </a:cubicBezTo>
                    <a:cubicBezTo>
                      <a:pt x="387538" y="152285"/>
                      <a:pt x="388780" y="148574"/>
                      <a:pt x="390021" y="147337"/>
                    </a:cubicBezTo>
                    <a:cubicBezTo>
                      <a:pt x="392505" y="146100"/>
                      <a:pt x="394989" y="144863"/>
                      <a:pt x="397473" y="144863"/>
                    </a:cubicBezTo>
                    <a:cubicBezTo>
                      <a:pt x="406167" y="147337"/>
                      <a:pt x="417344" y="146100"/>
                      <a:pt x="417344" y="143626"/>
                    </a:cubicBezTo>
                    <a:cubicBezTo>
                      <a:pt x="422312" y="130017"/>
                      <a:pt x="407409" y="116409"/>
                      <a:pt x="406167" y="116409"/>
                    </a:cubicBezTo>
                    <a:cubicBezTo>
                      <a:pt x="404925" y="115172"/>
                      <a:pt x="403683" y="110223"/>
                      <a:pt x="404925" y="107749"/>
                    </a:cubicBezTo>
                    <a:cubicBezTo>
                      <a:pt x="406167" y="105274"/>
                      <a:pt x="409892" y="102800"/>
                      <a:pt x="412376" y="102800"/>
                    </a:cubicBezTo>
                    <a:cubicBezTo>
                      <a:pt x="417344" y="102800"/>
                      <a:pt x="418586" y="101563"/>
                      <a:pt x="418586" y="101563"/>
                    </a:cubicBezTo>
                    <a:cubicBezTo>
                      <a:pt x="418586" y="99089"/>
                      <a:pt x="417344" y="91666"/>
                      <a:pt x="398715" y="78058"/>
                    </a:cubicBezTo>
                    <a:cubicBezTo>
                      <a:pt x="325441" y="21150"/>
                      <a:pt x="285699" y="16201"/>
                      <a:pt x="254651" y="16201"/>
                    </a:cubicBezTo>
                    <a:close/>
                    <a:moveTo>
                      <a:pt x="254657" y="0"/>
                    </a:moveTo>
                    <a:cubicBezTo>
                      <a:pt x="288198" y="0"/>
                      <a:pt x="330434" y="4954"/>
                      <a:pt x="408694" y="64406"/>
                    </a:cubicBezTo>
                    <a:cubicBezTo>
                      <a:pt x="422359" y="75554"/>
                      <a:pt x="438508" y="91655"/>
                      <a:pt x="434781" y="106518"/>
                    </a:cubicBezTo>
                    <a:cubicBezTo>
                      <a:pt x="433539" y="108995"/>
                      <a:pt x="431054" y="112711"/>
                      <a:pt x="426085" y="115188"/>
                    </a:cubicBezTo>
                    <a:cubicBezTo>
                      <a:pt x="432297" y="123858"/>
                      <a:pt x="437265" y="136244"/>
                      <a:pt x="432297" y="149869"/>
                    </a:cubicBezTo>
                    <a:cubicBezTo>
                      <a:pt x="428570" y="161016"/>
                      <a:pt x="412421" y="162254"/>
                      <a:pt x="403725" y="161016"/>
                    </a:cubicBezTo>
                    <a:cubicBezTo>
                      <a:pt x="401241" y="165970"/>
                      <a:pt x="399999" y="169686"/>
                      <a:pt x="396272" y="172163"/>
                    </a:cubicBezTo>
                    <a:cubicBezTo>
                      <a:pt x="385092" y="180833"/>
                      <a:pt x="367701" y="180833"/>
                      <a:pt x="341614" y="173402"/>
                    </a:cubicBezTo>
                    <a:cubicBezTo>
                      <a:pt x="306831" y="162254"/>
                      <a:pt x="278260" y="143676"/>
                      <a:pt x="267080" y="135006"/>
                    </a:cubicBezTo>
                    <a:cubicBezTo>
                      <a:pt x="257142" y="146153"/>
                      <a:pt x="234782" y="168447"/>
                      <a:pt x="203726" y="183310"/>
                    </a:cubicBezTo>
                    <a:cubicBezTo>
                      <a:pt x="175155" y="198173"/>
                      <a:pt x="142857" y="201889"/>
                      <a:pt x="119254" y="201889"/>
                    </a:cubicBezTo>
                    <a:cubicBezTo>
                      <a:pt x="99379" y="201889"/>
                      <a:pt x="85714" y="200650"/>
                      <a:pt x="83230" y="199412"/>
                    </a:cubicBezTo>
                    <a:lnTo>
                      <a:pt x="7453" y="198173"/>
                    </a:lnTo>
                    <a:cubicBezTo>
                      <a:pt x="6211" y="198173"/>
                      <a:pt x="3727" y="196935"/>
                      <a:pt x="2484" y="195696"/>
                    </a:cubicBezTo>
                    <a:cubicBezTo>
                      <a:pt x="1242" y="194458"/>
                      <a:pt x="0" y="191980"/>
                      <a:pt x="0" y="189503"/>
                    </a:cubicBezTo>
                    <a:lnTo>
                      <a:pt x="16149" y="47066"/>
                    </a:lnTo>
                    <a:cubicBezTo>
                      <a:pt x="16149" y="43350"/>
                      <a:pt x="19876" y="39635"/>
                      <a:pt x="24845" y="39635"/>
                    </a:cubicBezTo>
                    <a:lnTo>
                      <a:pt x="77018" y="42112"/>
                    </a:lnTo>
                    <a:cubicBezTo>
                      <a:pt x="88198" y="42112"/>
                      <a:pt x="99379" y="40873"/>
                      <a:pt x="111801" y="37157"/>
                    </a:cubicBezTo>
                    <a:cubicBezTo>
                      <a:pt x="167701" y="19817"/>
                      <a:pt x="238508" y="0"/>
                      <a:pt x="2546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3" name="Freeform 342">
                <a:extLst>
                  <a:ext uri="{FF2B5EF4-FFF2-40B4-BE49-F238E27FC236}">
                    <a16:creationId xmlns:a16="http://schemas.microsoft.com/office/drawing/2014/main" id="{65E7D24F-989C-A647-ABEE-744AF34ED918}"/>
                  </a:ext>
                </a:extLst>
              </p:cNvPr>
              <p:cNvSpPr/>
              <p:nvPr/>
            </p:nvSpPr>
            <p:spPr>
              <a:xfrm>
                <a:off x="12025631" y="12623057"/>
                <a:ext cx="399899" cy="2828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2" h="228">
                    <a:moveTo>
                      <a:pt x="182" y="14"/>
                    </a:moveTo>
                    <a:cubicBezTo>
                      <a:pt x="182" y="14"/>
                      <a:pt x="217" y="107"/>
                      <a:pt x="224" y="119"/>
                    </a:cubicBezTo>
                    <a:cubicBezTo>
                      <a:pt x="231" y="130"/>
                      <a:pt x="310" y="185"/>
                      <a:pt x="318" y="196"/>
                    </a:cubicBezTo>
                    <a:cubicBezTo>
                      <a:pt x="328" y="209"/>
                      <a:pt x="318" y="228"/>
                      <a:pt x="301" y="228"/>
                    </a:cubicBezTo>
                    <a:lnTo>
                      <a:pt x="161" y="228"/>
                    </a:lnTo>
                    <a:cubicBezTo>
                      <a:pt x="101" y="228"/>
                      <a:pt x="7" y="139"/>
                      <a:pt x="2" y="120"/>
                    </a:cubicBezTo>
                    <a:cubicBezTo>
                      <a:pt x="-5" y="94"/>
                      <a:pt x="9" y="0"/>
                      <a:pt x="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4" name="Freeform 623">
                <a:extLst>
                  <a:ext uri="{FF2B5EF4-FFF2-40B4-BE49-F238E27FC236}">
                    <a16:creationId xmlns:a16="http://schemas.microsoft.com/office/drawing/2014/main" id="{C71792E8-1923-624D-892E-E63A3058D36A}"/>
                  </a:ext>
                </a:extLst>
              </p:cNvPr>
              <p:cNvSpPr/>
              <p:nvPr/>
            </p:nvSpPr>
            <p:spPr>
              <a:xfrm>
                <a:off x="12016821" y="12614330"/>
                <a:ext cx="415431" cy="300341"/>
              </a:xfrm>
              <a:custGeom>
                <a:avLst/>
                <a:gdLst>
                  <a:gd name="connsiteX0" fmla="*/ 26219 w 415431"/>
                  <a:gd name="connsiteY0" fmla="*/ 17450 h 300341"/>
                  <a:gd name="connsiteX1" fmla="*/ 17527 w 415431"/>
                  <a:gd name="connsiteY1" fmla="*/ 155138 h 300341"/>
                  <a:gd name="connsiteX2" fmla="*/ 207516 w 415431"/>
                  <a:gd name="connsiteY2" fmla="*/ 284143 h 300341"/>
                  <a:gd name="connsiteX3" fmla="*/ 381363 w 415431"/>
                  <a:gd name="connsiteY3" fmla="*/ 284143 h 300341"/>
                  <a:gd name="connsiteX4" fmla="*/ 397505 w 415431"/>
                  <a:gd name="connsiteY4" fmla="*/ 272979 h 300341"/>
                  <a:gd name="connsiteX5" fmla="*/ 396264 w 415431"/>
                  <a:gd name="connsiteY5" fmla="*/ 256853 h 300341"/>
                  <a:gd name="connsiteX6" fmla="*/ 342868 w 415431"/>
                  <a:gd name="connsiteY6" fmla="*/ 214679 h 300341"/>
                  <a:gd name="connsiteX7" fmla="*/ 278296 w 415431"/>
                  <a:gd name="connsiteY7" fmla="*/ 161340 h 300341"/>
                  <a:gd name="connsiteX8" fmla="*/ 227384 w 415431"/>
                  <a:gd name="connsiteY8" fmla="*/ 33576 h 300341"/>
                  <a:gd name="connsiteX9" fmla="*/ 18717 w 415431"/>
                  <a:gd name="connsiteY9" fmla="*/ 0 h 300341"/>
                  <a:gd name="connsiteX10" fmla="*/ 233594 w 415431"/>
                  <a:gd name="connsiteY10" fmla="*/ 17375 h 300341"/>
                  <a:gd name="connsiteX11" fmla="*/ 241046 w 415431"/>
                  <a:gd name="connsiteY11" fmla="*/ 23580 h 300341"/>
                  <a:gd name="connsiteX12" fmla="*/ 291971 w 415431"/>
                  <a:gd name="connsiteY12" fmla="*/ 152653 h 300341"/>
                  <a:gd name="connsiteX13" fmla="*/ 352832 w 415431"/>
                  <a:gd name="connsiteY13" fmla="*/ 201055 h 300341"/>
                  <a:gd name="connsiteX14" fmla="*/ 408725 w 415431"/>
                  <a:gd name="connsiteY14" fmla="*/ 246975 h 300341"/>
                  <a:gd name="connsiteX15" fmla="*/ 412451 w 415431"/>
                  <a:gd name="connsiteY15" fmla="*/ 280484 h 300341"/>
                  <a:gd name="connsiteX16" fmla="*/ 381399 w 415431"/>
                  <a:gd name="connsiteY16" fmla="*/ 300341 h 300341"/>
                  <a:gd name="connsiteX17" fmla="*/ 207511 w 415431"/>
                  <a:gd name="connsiteY17" fmla="*/ 300341 h 300341"/>
                  <a:gd name="connsiteX18" fmla="*/ 2570 w 415431"/>
                  <a:gd name="connsiteY18" fmla="*/ 158858 h 300341"/>
                  <a:gd name="connsiteX19" fmla="*/ 10023 w 415431"/>
                  <a:gd name="connsiteY19" fmla="*/ 7446 h 300341"/>
                  <a:gd name="connsiteX20" fmla="*/ 18717 w 415431"/>
                  <a:gd name="connsiteY20" fmla="*/ 0 h 300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15431" h="300341">
                    <a:moveTo>
                      <a:pt x="26219" y="17450"/>
                    </a:moveTo>
                    <a:cubicBezTo>
                      <a:pt x="21252" y="53423"/>
                      <a:pt x="12560" y="131570"/>
                      <a:pt x="17527" y="155138"/>
                    </a:cubicBezTo>
                    <a:cubicBezTo>
                      <a:pt x="22494" y="173744"/>
                      <a:pt x="135494" y="284143"/>
                      <a:pt x="207516" y="284143"/>
                    </a:cubicBezTo>
                    <a:lnTo>
                      <a:pt x="381363" y="284143"/>
                    </a:lnTo>
                    <a:cubicBezTo>
                      <a:pt x="390055" y="284143"/>
                      <a:pt x="395022" y="279181"/>
                      <a:pt x="397505" y="272979"/>
                    </a:cubicBezTo>
                    <a:cubicBezTo>
                      <a:pt x="398747" y="270498"/>
                      <a:pt x="401231" y="263056"/>
                      <a:pt x="396264" y="256853"/>
                    </a:cubicBezTo>
                    <a:cubicBezTo>
                      <a:pt x="392538" y="251892"/>
                      <a:pt x="365220" y="230804"/>
                      <a:pt x="342868" y="214679"/>
                    </a:cubicBezTo>
                    <a:cubicBezTo>
                      <a:pt x="306857" y="186149"/>
                      <a:pt x="284505" y="168783"/>
                      <a:pt x="278296" y="161340"/>
                    </a:cubicBezTo>
                    <a:cubicBezTo>
                      <a:pt x="270846" y="147695"/>
                      <a:pt x="236077" y="58384"/>
                      <a:pt x="227384" y="33576"/>
                    </a:cubicBezTo>
                    <a:close/>
                    <a:moveTo>
                      <a:pt x="18717" y="0"/>
                    </a:moveTo>
                    <a:lnTo>
                      <a:pt x="233594" y="17375"/>
                    </a:lnTo>
                    <a:cubicBezTo>
                      <a:pt x="237320" y="18616"/>
                      <a:pt x="239804" y="19857"/>
                      <a:pt x="241046" y="23580"/>
                    </a:cubicBezTo>
                    <a:cubicBezTo>
                      <a:pt x="258435" y="69500"/>
                      <a:pt x="285760" y="141483"/>
                      <a:pt x="291971" y="152653"/>
                    </a:cubicBezTo>
                    <a:cubicBezTo>
                      <a:pt x="295697" y="157617"/>
                      <a:pt x="329233" y="183680"/>
                      <a:pt x="352832" y="201055"/>
                    </a:cubicBezTo>
                    <a:cubicBezTo>
                      <a:pt x="383883" y="225876"/>
                      <a:pt x="403756" y="239528"/>
                      <a:pt x="408725" y="246975"/>
                    </a:cubicBezTo>
                    <a:cubicBezTo>
                      <a:pt x="416177" y="256903"/>
                      <a:pt x="417419" y="269314"/>
                      <a:pt x="412451" y="280484"/>
                    </a:cubicBezTo>
                    <a:cubicBezTo>
                      <a:pt x="406241" y="291653"/>
                      <a:pt x="395062" y="300341"/>
                      <a:pt x="381399" y="300341"/>
                    </a:cubicBezTo>
                    <a:lnTo>
                      <a:pt x="207511" y="300341"/>
                    </a:lnTo>
                    <a:cubicBezTo>
                      <a:pt x="129261" y="300341"/>
                      <a:pt x="8780" y="187403"/>
                      <a:pt x="2570" y="158858"/>
                    </a:cubicBezTo>
                    <a:cubicBezTo>
                      <a:pt x="-6124" y="125349"/>
                      <a:pt x="10023" y="12411"/>
                      <a:pt x="10023" y="7446"/>
                    </a:cubicBezTo>
                    <a:cubicBezTo>
                      <a:pt x="11265" y="3723"/>
                      <a:pt x="14991" y="0"/>
                      <a:pt x="187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307DD27B-44D0-F249-BA2B-2ADD6A87C8FB}"/>
                  </a:ext>
                </a:extLst>
              </p:cNvPr>
              <p:cNvSpPr/>
              <p:nvPr/>
            </p:nvSpPr>
            <p:spPr>
              <a:xfrm>
                <a:off x="11634452" y="12563234"/>
                <a:ext cx="382458" cy="3190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8" h="257">
                    <a:moveTo>
                      <a:pt x="193" y="38"/>
                    </a:moveTo>
                    <a:cubicBezTo>
                      <a:pt x="193" y="38"/>
                      <a:pt x="204" y="121"/>
                      <a:pt x="216" y="135"/>
                    </a:cubicBezTo>
                    <a:cubicBezTo>
                      <a:pt x="252" y="180"/>
                      <a:pt x="291" y="198"/>
                      <a:pt x="303" y="220"/>
                    </a:cubicBezTo>
                    <a:cubicBezTo>
                      <a:pt x="323" y="260"/>
                      <a:pt x="274" y="257"/>
                      <a:pt x="258" y="257"/>
                    </a:cubicBezTo>
                    <a:lnTo>
                      <a:pt x="157" y="257"/>
                    </a:lnTo>
                    <a:cubicBezTo>
                      <a:pt x="108" y="257"/>
                      <a:pt x="10" y="162"/>
                      <a:pt x="1" y="142"/>
                    </a:cubicBezTo>
                    <a:cubicBezTo>
                      <a:pt x="-9" y="116"/>
                      <a:pt x="37" y="0"/>
                      <a:pt x="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5" name="Freeform 624">
                <a:extLst>
                  <a:ext uri="{FF2B5EF4-FFF2-40B4-BE49-F238E27FC236}">
                    <a16:creationId xmlns:a16="http://schemas.microsoft.com/office/drawing/2014/main" id="{BA0E98D8-5DFE-064D-991C-5CBDC5C37878}"/>
                  </a:ext>
                </a:extLst>
              </p:cNvPr>
              <p:cNvSpPr/>
              <p:nvPr/>
            </p:nvSpPr>
            <p:spPr>
              <a:xfrm>
                <a:off x="11627190" y="12554191"/>
                <a:ext cx="398071" cy="335559"/>
              </a:xfrm>
              <a:custGeom>
                <a:avLst/>
                <a:gdLst>
                  <a:gd name="connsiteX0" fmla="*/ 59438 w 398071"/>
                  <a:gd name="connsiteY0" fmla="*/ 19017 h 335559"/>
                  <a:gd name="connsiteX1" fmla="*/ 17225 w 398071"/>
                  <a:gd name="connsiteY1" fmla="*/ 182839 h 335559"/>
                  <a:gd name="connsiteX2" fmla="*/ 203460 w 398071"/>
                  <a:gd name="connsiteY2" fmla="*/ 319358 h 335559"/>
                  <a:gd name="connsiteX3" fmla="*/ 333825 w 398071"/>
                  <a:gd name="connsiteY3" fmla="*/ 319358 h 335559"/>
                  <a:gd name="connsiteX4" fmla="*/ 381004 w 398071"/>
                  <a:gd name="connsiteY4" fmla="*/ 309429 h 335559"/>
                  <a:gd name="connsiteX5" fmla="*/ 376038 w 398071"/>
                  <a:gd name="connsiteY5" fmla="*/ 285849 h 335559"/>
                  <a:gd name="connsiteX6" fmla="*/ 340033 w 398071"/>
                  <a:gd name="connsiteY6" fmla="*/ 247375 h 335559"/>
                  <a:gd name="connsiteX7" fmla="*/ 269263 w 398071"/>
                  <a:gd name="connsiteY7" fmla="*/ 181598 h 335559"/>
                  <a:gd name="connsiteX8" fmla="*/ 240707 w 398071"/>
                  <a:gd name="connsiteY8" fmla="*/ 61214 h 335559"/>
                  <a:gd name="connsiteX9" fmla="*/ 55674 w 398071"/>
                  <a:gd name="connsiteY9" fmla="*/ 323 h 335559"/>
                  <a:gd name="connsiteX10" fmla="*/ 249412 w 398071"/>
                  <a:gd name="connsiteY10" fmla="*/ 47504 h 335559"/>
                  <a:gd name="connsiteX11" fmla="*/ 255621 w 398071"/>
                  <a:gd name="connsiteY11" fmla="*/ 53712 h 335559"/>
                  <a:gd name="connsiteX12" fmla="*/ 282943 w 398071"/>
                  <a:gd name="connsiteY12" fmla="*/ 171666 h 335559"/>
                  <a:gd name="connsiteX13" fmla="*/ 348765 w 398071"/>
                  <a:gd name="connsiteY13" fmla="*/ 234988 h 335559"/>
                  <a:gd name="connsiteX14" fmla="*/ 390990 w 398071"/>
                  <a:gd name="connsiteY14" fmla="*/ 278445 h 335559"/>
                  <a:gd name="connsiteX15" fmla="*/ 394715 w 398071"/>
                  <a:gd name="connsiteY15" fmla="*/ 316935 h 335559"/>
                  <a:gd name="connsiteX16" fmla="*/ 341313 w 398071"/>
                  <a:gd name="connsiteY16" fmla="*/ 335559 h 335559"/>
                  <a:gd name="connsiteX17" fmla="*/ 333862 w 398071"/>
                  <a:gd name="connsiteY17" fmla="*/ 335559 h 335559"/>
                  <a:gd name="connsiteX18" fmla="*/ 328894 w 398071"/>
                  <a:gd name="connsiteY18" fmla="*/ 335559 h 335559"/>
                  <a:gd name="connsiteX19" fmla="*/ 203461 w 398071"/>
                  <a:gd name="connsiteY19" fmla="*/ 335559 h 335559"/>
                  <a:gd name="connsiteX20" fmla="*/ 2272 w 398071"/>
                  <a:gd name="connsiteY20" fmla="*/ 187807 h 335559"/>
                  <a:gd name="connsiteX21" fmla="*/ 46981 w 398071"/>
                  <a:gd name="connsiteY21" fmla="*/ 5289 h 335559"/>
                  <a:gd name="connsiteX22" fmla="*/ 55674 w 398071"/>
                  <a:gd name="connsiteY22" fmla="*/ 323 h 3355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98071" h="335559">
                    <a:moveTo>
                      <a:pt x="59438" y="19017"/>
                    </a:moveTo>
                    <a:cubicBezTo>
                      <a:pt x="38331" y="72383"/>
                      <a:pt x="9775" y="161741"/>
                      <a:pt x="17225" y="182839"/>
                    </a:cubicBezTo>
                    <a:cubicBezTo>
                      <a:pt x="27157" y="206420"/>
                      <a:pt x="147589" y="319358"/>
                      <a:pt x="203460" y="319358"/>
                    </a:cubicBezTo>
                    <a:lnTo>
                      <a:pt x="333825" y="319358"/>
                    </a:lnTo>
                    <a:cubicBezTo>
                      <a:pt x="347482" y="319358"/>
                      <a:pt x="373555" y="319358"/>
                      <a:pt x="381004" y="309429"/>
                    </a:cubicBezTo>
                    <a:cubicBezTo>
                      <a:pt x="384729" y="303224"/>
                      <a:pt x="381004" y="293295"/>
                      <a:pt x="376038" y="285849"/>
                    </a:cubicBezTo>
                    <a:cubicBezTo>
                      <a:pt x="371072" y="274679"/>
                      <a:pt x="356173" y="263509"/>
                      <a:pt x="340033" y="247375"/>
                    </a:cubicBezTo>
                    <a:cubicBezTo>
                      <a:pt x="318926" y="231241"/>
                      <a:pt x="294095" y="211384"/>
                      <a:pt x="269263" y="181598"/>
                    </a:cubicBezTo>
                    <a:cubicBezTo>
                      <a:pt x="255606" y="165464"/>
                      <a:pt x="244432" y="88517"/>
                      <a:pt x="240707" y="61214"/>
                    </a:cubicBezTo>
                    <a:close/>
                    <a:moveTo>
                      <a:pt x="55674" y="323"/>
                    </a:moveTo>
                    <a:lnTo>
                      <a:pt x="249412" y="47504"/>
                    </a:lnTo>
                    <a:cubicBezTo>
                      <a:pt x="253138" y="48746"/>
                      <a:pt x="255621" y="51229"/>
                      <a:pt x="255621" y="53712"/>
                    </a:cubicBezTo>
                    <a:cubicBezTo>
                      <a:pt x="261831" y="93444"/>
                      <a:pt x="273008" y="159250"/>
                      <a:pt x="282943" y="171666"/>
                    </a:cubicBezTo>
                    <a:cubicBezTo>
                      <a:pt x="305298" y="200223"/>
                      <a:pt x="330136" y="220089"/>
                      <a:pt x="348765" y="234988"/>
                    </a:cubicBezTo>
                    <a:cubicBezTo>
                      <a:pt x="368635" y="251129"/>
                      <a:pt x="384780" y="263545"/>
                      <a:pt x="390990" y="278445"/>
                    </a:cubicBezTo>
                    <a:cubicBezTo>
                      <a:pt x="399683" y="294586"/>
                      <a:pt x="399683" y="307002"/>
                      <a:pt x="394715" y="316935"/>
                    </a:cubicBezTo>
                    <a:cubicBezTo>
                      <a:pt x="384780" y="333076"/>
                      <a:pt x="359942" y="335559"/>
                      <a:pt x="341313" y="335559"/>
                    </a:cubicBezTo>
                    <a:cubicBezTo>
                      <a:pt x="338829" y="335559"/>
                      <a:pt x="336346" y="335559"/>
                      <a:pt x="333862" y="335559"/>
                    </a:cubicBezTo>
                    <a:lnTo>
                      <a:pt x="328894" y="335559"/>
                    </a:lnTo>
                    <a:lnTo>
                      <a:pt x="203461" y="335559"/>
                    </a:lnTo>
                    <a:cubicBezTo>
                      <a:pt x="138882" y="335559"/>
                      <a:pt x="14691" y="217606"/>
                      <a:pt x="2272" y="187807"/>
                    </a:cubicBezTo>
                    <a:cubicBezTo>
                      <a:pt x="-11389" y="153042"/>
                      <a:pt x="40771" y="20189"/>
                      <a:pt x="46981" y="5289"/>
                    </a:cubicBezTo>
                    <a:cubicBezTo>
                      <a:pt x="48222" y="1565"/>
                      <a:pt x="51948" y="-919"/>
                      <a:pt x="55674" y="32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7CD18B5D-D6B1-B043-841D-8F4C4534111E}"/>
                  </a:ext>
                </a:extLst>
              </p:cNvPr>
              <p:cNvSpPr/>
              <p:nvPr/>
            </p:nvSpPr>
            <p:spPr>
              <a:xfrm>
                <a:off x="11681792" y="11294576"/>
                <a:ext cx="621650" cy="13259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0" h="1065">
                    <a:moveTo>
                      <a:pt x="110" y="93"/>
                    </a:moveTo>
                    <a:lnTo>
                      <a:pt x="0" y="1018"/>
                    </a:lnTo>
                    <a:cubicBezTo>
                      <a:pt x="0" y="1018"/>
                      <a:pt x="53" y="1090"/>
                      <a:pt x="156" y="1056"/>
                    </a:cubicBezTo>
                    <a:lnTo>
                      <a:pt x="499" y="290"/>
                    </a:lnTo>
                    <a:cubicBezTo>
                      <a:pt x="499" y="290"/>
                      <a:pt x="540" y="-199"/>
                      <a:pt x="110" y="9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6" name="Freeform 625">
                <a:extLst>
                  <a:ext uri="{FF2B5EF4-FFF2-40B4-BE49-F238E27FC236}">
                    <a16:creationId xmlns:a16="http://schemas.microsoft.com/office/drawing/2014/main" id="{9C2D63CF-1BEB-3243-83EE-269A76B9EC30}"/>
                  </a:ext>
                </a:extLst>
              </p:cNvPr>
              <p:cNvSpPr/>
              <p:nvPr/>
            </p:nvSpPr>
            <p:spPr>
              <a:xfrm>
                <a:off x="11674318" y="11286525"/>
                <a:ext cx="637034" cy="1341517"/>
              </a:xfrm>
              <a:custGeom>
                <a:avLst/>
                <a:gdLst>
                  <a:gd name="connsiteX0" fmla="*/ 443498 w 637034"/>
                  <a:gd name="connsiteY0" fmla="*/ 16950 h 1341517"/>
                  <a:gd name="connsiteX1" fmla="*/ 151708 w 637034"/>
                  <a:gd name="connsiteY1" fmla="*/ 128829 h 1341517"/>
                  <a:gd name="connsiteX2" fmla="*/ 16195 w 637034"/>
                  <a:gd name="connsiteY2" fmla="*/ 1273025 h 1341517"/>
                  <a:gd name="connsiteX3" fmla="*/ 195221 w 637034"/>
                  <a:gd name="connsiteY3" fmla="*/ 1315357 h 1341517"/>
                  <a:gd name="connsiteX4" fmla="*/ 620407 w 637034"/>
                  <a:gd name="connsiteY4" fmla="*/ 366633 h 1341517"/>
                  <a:gd name="connsiteX5" fmla="*/ 511002 w 637034"/>
                  <a:gd name="connsiteY5" fmla="*/ 37941 h 1341517"/>
                  <a:gd name="connsiteX6" fmla="*/ 443498 w 637034"/>
                  <a:gd name="connsiteY6" fmla="*/ 16950 h 1341517"/>
                  <a:gd name="connsiteX7" fmla="*/ 446483 w 637034"/>
                  <a:gd name="connsiteY7" fmla="*/ 807 h 1341517"/>
                  <a:gd name="connsiteX8" fmla="*/ 518481 w 637034"/>
                  <a:gd name="connsiteY8" fmla="*/ 22985 h 1341517"/>
                  <a:gd name="connsiteX9" fmla="*/ 635357 w 637034"/>
                  <a:gd name="connsiteY9" fmla="*/ 370361 h 1341517"/>
                  <a:gd name="connsiteX10" fmla="*/ 635357 w 637034"/>
                  <a:gd name="connsiteY10" fmla="*/ 372851 h 1341517"/>
                  <a:gd name="connsiteX11" fmla="*/ 208884 w 637034"/>
                  <a:gd name="connsiteY11" fmla="*/ 1325331 h 1341517"/>
                  <a:gd name="connsiteX12" fmla="*/ 203911 w 637034"/>
                  <a:gd name="connsiteY12" fmla="*/ 1330311 h 1341517"/>
                  <a:gd name="connsiteX13" fmla="*/ 134283 w 637034"/>
                  <a:gd name="connsiteY13" fmla="*/ 1341517 h 1341517"/>
                  <a:gd name="connsiteX14" fmla="*/ 1243 w 637034"/>
                  <a:gd name="connsiteY14" fmla="*/ 1279263 h 1341517"/>
                  <a:gd name="connsiteX15" fmla="*/ 0 w 637034"/>
                  <a:gd name="connsiteY15" fmla="*/ 1274283 h 1341517"/>
                  <a:gd name="connsiteX16" fmla="*/ 136770 w 637034"/>
                  <a:gd name="connsiteY16" fmla="*/ 122591 h 1341517"/>
                  <a:gd name="connsiteX17" fmla="*/ 140500 w 637034"/>
                  <a:gd name="connsiteY17" fmla="*/ 116366 h 1341517"/>
                  <a:gd name="connsiteX18" fmla="*/ 446483 w 637034"/>
                  <a:gd name="connsiteY18" fmla="*/ 807 h 1341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37034" h="1341517">
                    <a:moveTo>
                      <a:pt x="443498" y="16950"/>
                    </a:moveTo>
                    <a:cubicBezTo>
                      <a:pt x="368263" y="10472"/>
                      <a:pt x="270126" y="47590"/>
                      <a:pt x="151708" y="128829"/>
                    </a:cubicBezTo>
                    <a:lnTo>
                      <a:pt x="16195" y="1273025"/>
                    </a:lnTo>
                    <a:cubicBezTo>
                      <a:pt x="27384" y="1286721"/>
                      <a:pt x="87059" y="1351463"/>
                      <a:pt x="195221" y="1315357"/>
                    </a:cubicBezTo>
                    <a:lnTo>
                      <a:pt x="620407" y="366633"/>
                    </a:lnTo>
                    <a:cubicBezTo>
                      <a:pt x="621650" y="347957"/>
                      <a:pt x="634082" y="110153"/>
                      <a:pt x="511002" y="37941"/>
                    </a:cubicBezTo>
                    <a:cubicBezTo>
                      <a:pt x="491110" y="26113"/>
                      <a:pt x="468577" y="19110"/>
                      <a:pt x="443498" y="16950"/>
                    </a:cubicBezTo>
                    <a:close/>
                    <a:moveTo>
                      <a:pt x="446483" y="807"/>
                    </a:moveTo>
                    <a:cubicBezTo>
                      <a:pt x="473021" y="3142"/>
                      <a:pt x="497033" y="10534"/>
                      <a:pt x="518481" y="22985"/>
                    </a:cubicBezTo>
                    <a:cubicBezTo>
                      <a:pt x="656494" y="103915"/>
                      <a:pt x="636600" y="359155"/>
                      <a:pt x="635357" y="370361"/>
                    </a:cubicBezTo>
                    <a:cubicBezTo>
                      <a:pt x="635357" y="371606"/>
                      <a:pt x="635357" y="371606"/>
                      <a:pt x="635357" y="372851"/>
                    </a:cubicBezTo>
                    <a:lnTo>
                      <a:pt x="208884" y="1325331"/>
                    </a:lnTo>
                    <a:cubicBezTo>
                      <a:pt x="207641" y="1327821"/>
                      <a:pt x="206398" y="1329066"/>
                      <a:pt x="203911" y="1330311"/>
                    </a:cubicBezTo>
                    <a:cubicBezTo>
                      <a:pt x="177800" y="1337782"/>
                      <a:pt x="155420" y="1341517"/>
                      <a:pt x="134283" y="1341517"/>
                    </a:cubicBezTo>
                    <a:cubicBezTo>
                      <a:pt x="47248" y="1341517"/>
                      <a:pt x="1243" y="1280509"/>
                      <a:pt x="1243" y="1279263"/>
                    </a:cubicBezTo>
                    <a:cubicBezTo>
                      <a:pt x="0" y="1278018"/>
                      <a:pt x="0" y="1275528"/>
                      <a:pt x="0" y="1274283"/>
                    </a:cubicBezTo>
                    <a:lnTo>
                      <a:pt x="136770" y="122591"/>
                    </a:lnTo>
                    <a:cubicBezTo>
                      <a:pt x="136770" y="120101"/>
                      <a:pt x="138013" y="118856"/>
                      <a:pt x="140500" y="116366"/>
                    </a:cubicBezTo>
                    <a:cubicBezTo>
                      <a:pt x="264525" y="32323"/>
                      <a:pt x="366869" y="-6196"/>
                      <a:pt x="446483" y="80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2D5FAE4B-C0E4-8D43-9BF2-B382F70CD0FA}"/>
                  </a:ext>
                </a:extLst>
              </p:cNvPr>
              <p:cNvSpPr/>
              <p:nvPr/>
            </p:nvSpPr>
            <p:spPr>
              <a:xfrm>
                <a:off x="11281893" y="11041592"/>
                <a:ext cx="1294378" cy="16325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0" h="1311">
                    <a:moveTo>
                      <a:pt x="233" y="0"/>
                    </a:moveTo>
                    <a:cubicBezTo>
                      <a:pt x="233" y="0"/>
                      <a:pt x="685" y="6"/>
                      <a:pt x="850" y="68"/>
                    </a:cubicBezTo>
                    <a:cubicBezTo>
                      <a:pt x="1015" y="131"/>
                      <a:pt x="1096" y="155"/>
                      <a:pt x="997" y="567"/>
                    </a:cubicBezTo>
                    <a:cubicBezTo>
                      <a:pt x="897" y="978"/>
                      <a:pt x="779" y="1283"/>
                      <a:pt x="779" y="1283"/>
                    </a:cubicBezTo>
                    <a:cubicBezTo>
                      <a:pt x="779" y="1283"/>
                      <a:pt x="688" y="1354"/>
                      <a:pt x="606" y="1269"/>
                    </a:cubicBezTo>
                    <a:lnTo>
                      <a:pt x="614" y="339"/>
                    </a:lnTo>
                    <a:lnTo>
                      <a:pt x="15" y="339"/>
                    </a:lnTo>
                    <a:lnTo>
                      <a:pt x="0" y="199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77243C0-F3BD-D446-BEB6-58AF802B2C51}"/>
                  </a:ext>
                </a:extLst>
              </p:cNvPr>
              <p:cNvSpPr/>
              <p:nvPr/>
            </p:nvSpPr>
            <p:spPr>
              <a:xfrm>
                <a:off x="11273173" y="11032868"/>
                <a:ext cx="1311338" cy="1648761"/>
              </a:xfrm>
              <a:custGeom>
                <a:avLst/>
                <a:gdLst>
                  <a:gd name="connsiteX0" fmla="*/ 301205 w 1311338"/>
                  <a:gd name="connsiteY0" fmla="*/ 16201 h 1648761"/>
                  <a:gd name="connsiteX1" fmla="*/ 17441 w 1311338"/>
                  <a:gd name="connsiteY1" fmla="*/ 260274 h 1648761"/>
                  <a:gd name="connsiteX2" fmla="*/ 36110 w 1311338"/>
                  <a:gd name="connsiteY2" fmla="*/ 423404 h 1648761"/>
                  <a:gd name="connsiteX3" fmla="*/ 772900 w 1311338"/>
                  <a:gd name="connsiteY3" fmla="*/ 423404 h 1648761"/>
                  <a:gd name="connsiteX4" fmla="*/ 779123 w 1311338"/>
                  <a:gd name="connsiteY4" fmla="*/ 424649 h 1648761"/>
                  <a:gd name="connsiteX5" fmla="*/ 780368 w 1311338"/>
                  <a:gd name="connsiteY5" fmla="*/ 430876 h 1648761"/>
                  <a:gd name="connsiteX6" fmla="*/ 770411 w 1311338"/>
                  <a:gd name="connsiteY6" fmla="*/ 1585240 h 1648761"/>
                  <a:gd name="connsiteX7" fmla="*/ 970788 w 1311338"/>
                  <a:gd name="connsiteY7" fmla="*/ 1601428 h 1648761"/>
                  <a:gd name="connsiteX8" fmla="*/ 1240861 w 1311338"/>
                  <a:gd name="connsiteY8" fmla="*/ 712306 h 1648761"/>
                  <a:gd name="connsiteX9" fmla="*/ 1071599 w 1311338"/>
                  <a:gd name="connsiteY9" fmla="*/ 104615 h 1648761"/>
                  <a:gd name="connsiteX10" fmla="*/ 1064131 w 1311338"/>
                  <a:gd name="connsiteY10" fmla="*/ 102125 h 1648761"/>
                  <a:gd name="connsiteX11" fmla="*/ 301205 w 1311338"/>
                  <a:gd name="connsiteY11" fmla="*/ 16201 h 1648761"/>
                  <a:gd name="connsiteX12" fmla="*/ 298706 w 1311338"/>
                  <a:gd name="connsiteY12" fmla="*/ 0 h 1648761"/>
                  <a:gd name="connsiteX13" fmla="*/ 1070365 w 1311338"/>
                  <a:gd name="connsiteY13" fmla="*/ 85925 h 1648761"/>
                  <a:gd name="connsiteX14" fmla="*/ 1077832 w 1311338"/>
                  <a:gd name="connsiteY14" fmla="*/ 89661 h 1648761"/>
                  <a:gd name="connsiteX15" fmla="*/ 1257056 w 1311338"/>
                  <a:gd name="connsiteY15" fmla="*/ 716040 h 1648761"/>
                  <a:gd name="connsiteX16" fmla="*/ 985731 w 1311338"/>
                  <a:gd name="connsiteY16" fmla="*/ 1608912 h 1648761"/>
                  <a:gd name="connsiteX17" fmla="*/ 983242 w 1311338"/>
                  <a:gd name="connsiteY17" fmla="*/ 1612648 h 1648761"/>
                  <a:gd name="connsiteX18" fmla="*/ 874961 w 1311338"/>
                  <a:gd name="connsiteY18" fmla="*/ 1648761 h 1648761"/>
                  <a:gd name="connsiteX19" fmla="*/ 756723 w 1311338"/>
                  <a:gd name="connsiteY19" fmla="*/ 1593968 h 1648761"/>
                  <a:gd name="connsiteX20" fmla="*/ 754234 w 1311338"/>
                  <a:gd name="connsiteY20" fmla="*/ 1588987 h 1648761"/>
                  <a:gd name="connsiteX21" fmla="*/ 764191 w 1311338"/>
                  <a:gd name="connsiteY21" fmla="*/ 439587 h 1648761"/>
                  <a:gd name="connsiteX22" fmla="*/ 27381 w 1311338"/>
                  <a:gd name="connsiteY22" fmla="*/ 439587 h 1648761"/>
                  <a:gd name="connsiteX23" fmla="*/ 19914 w 1311338"/>
                  <a:gd name="connsiteY23" fmla="*/ 432115 h 1648761"/>
                  <a:gd name="connsiteX24" fmla="*/ 0 w 1311338"/>
                  <a:gd name="connsiteY24" fmla="*/ 257775 h 1648761"/>
                  <a:gd name="connsiteX25" fmla="*/ 3734 w 1311338"/>
                  <a:gd name="connsiteY25" fmla="*/ 250303 h 1648761"/>
                  <a:gd name="connsiteX26" fmla="*/ 293728 w 1311338"/>
                  <a:gd name="connsiteY26" fmla="*/ 2491 h 1648761"/>
                  <a:gd name="connsiteX27" fmla="*/ 298706 w 1311338"/>
                  <a:gd name="connsiteY27" fmla="*/ 0 h 16487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311338" h="1648761">
                    <a:moveTo>
                      <a:pt x="301205" y="16201"/>
                    </a:moveTo>
                    <a:lnTo>
                      <a:pt x="17441" y="260274"/>
                    </a:lnTo>
                    <a:lnTo>
                      <a:pt x="36110" y="423404"/>
                    </a:lnTo>
                    <a:lnTo>
                      <a:pt x="772900" y="423404"/>
                    </a:lnTo>
                    <a:cubicBezTo>
                      <a:pt x="774145" y="423404"/>
                      <a:pt x="776634" y="423404"/>
                      <a:pt x="779123" y="424649"/>
                    </a:cubicBezTo>
                    <a:cubicBezTo>
                      <a:pt x="780368" y="427140"/>
                      <a:pt x="780368" y="428385"/>
                      <a:pt x="780368" y="430876"/>
                    </a:cubicBezTo>
                    <a:lnTo>
                      <a:pt x="770411" y="1585240"/>
                    </a:lnTo>
                    <a:cubicBezTo>
                      <a:pt x="860021" y="1676144"/>
                      <a:pt x="957098" y="1611390"/>
                      <a:pt x="970788" y="1601428"/>
                    </a:cubicBezTo>
                    <a:cubicBezTo>
                      <a:pt x="983234" y="1570296"/>
                      <a:pt x="1123871" y="1197961"/>
                      <a:pt x="1240861" y="712306"/>
                    </a:cubicBezTo>
                    <a:cubicBezTo>
                      <a:pt x="1361586" y="212953"/>
                      <a:pt x="1270731" y="179331"/>
                      <a:pt x="1071599" y="104615"/>
                    </a:cubicBezTo>
                    <a:lnTo>
                      <a:pt x="1064131" y="102125"/>
                    </a:lnTo>
                    <a:cubicBezTo>
                      <a:pt x="869977" y="28654"/>
                      <a:pt x="346010" y="17446"/>
                      <a:pt x="301205" y="16201"/>
                    </a:cubicBezTo>
                    <a:close/>
                    <a:moveTo>
                      <a:pt x="298706" y="0"/>
                    </a:moveTo>
                    <a:cubicBezTo>
                      <a:pt x="322354" y="0"/>
                      <a:pt x="865004" y="9962"/>
                      <a:pt x="1070365" y="85925"/>
                    </a:cubicBezTo>
                    <a:lnTo>
                      <a:pt x="1077832" y="89661"/>
                    </a:lnTo>
                    <a:cubicBezTo>
                      <a:pt x="1279459" y="165623"/>
                      <a:pt x="1381517" y="202982"/>
                      <a:pt x="1257056" y="716040"/>
                    </a:cubicBezTo>
                    <a:cubicBezTo>
                      <a:pt x="1135084" y="1222873"/>
                      <a:pt x="986976" y="1605176"/>
                      <a:pt x="985731" y="1608912"/>
                    </a:cubicBezTo>
                    <a:cubicBezTo>
                      <a:pt x="984487" y="1610157"/>
                      <a:pt x="983242" y="1611402"/>
                      <a:pt x="983242" y="1612648"/>
                    </a:cubicBezTo>
                    <a:cubicBezTo>
                      <a:pt x="981997" y="1612648"/>
                      <a:pt x="935947" y="1648761"/>
                      <a:pt x="874961" y="1648761"/>
                    </a:cubicBezTo>
                    <a:cubicBezTo>
                      <a:pt x="838867" y="1648761"/>
                      <a:pt x="796550" y="1636308"/>
                      <a:pt x="756723" y="1593968"/>
                    </a:cubicBezTo>
                    <a:cubicBezTo>
                      <a:pt x="755478" y="1592723"/>
                      <a:pt x="754234" y="1591478"/>
                      <a:pt x="754234" y="1588987"/>
                    </a:cubicBezTo>
                    <a:lnTo>
                      <a:pt x="764191" y="439587"/>
                    </a:lnTo>
                    <a:lnTo>
                      <a:pt x="27381" y="439587"/>
                    </a:lnTo>
                    <a:cubicBezTo>
                      <a:pt x="23648" y="439587"/>
                      <a:pt x="19914" y="435851"/>
                      <a:pt x="19914" y="432115"/>
                    </a:cubicBezTo>
                    <a:lnTo>
                      <a:pt x="0" y="257775"/>
                    </a:lnTo>
                    <a:cubicBezTo>
                      <a:pt x="0" y="254039"/>
                      <a:pt x="1245" y="252793"/>
                      <a:pt x="3734" y="250303"/>
                    </a:cubicBezTo>
                    <a:lnTo>
                      <a:pt x="293728" y="2491"/>
                    </a:lnTo>
                    <a:cubicBezTo>
                      <a:pt x="294973" y="1245"/>
                      <a:pt x="296217" y="0"/>
                      <a:pt x="2987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5" name="Freeform 354">
                <a:extLst>
                  <a:ext uri="{FF2B5EF4-FFF2-40B4-BE49-F238E27FC236}">
                    <a16:creationId xmlns:a16="http://schemas.microsoft.com/office/drawing/2014/main" id="{E97EA9F7-D8A7-8642-A2D6-2293153EE1FB}"/>
                  </a:ext>
                </a:extLst>
              </p:cNvPr>
              <p:cNvSpPr/>
              <p:nvPr/>
            </p:nvSpPr>
            <p:spPr>
              <a:xfrm>
                <a:off x="10239162" y="9683202"/>
                <a:ext cx="2130304" cy="17858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1" h="1434">
                    <a:moveTo>
                      <a:pt x="855" y="111"/>
                    </a:moveTo>
                    <a:cubicBezTo>
                      <a:pt x="955" y="234"/>
                      <a:pt x="1217" y="672"/>
                      <a:pt x="1217" y="672"/>
                    </a:cubicBezTo>
                    <a:lnTo>
                      <a:pt x="1696" y="807"/>
                    </a:lnTo>
                    <a:cubicBezTo>
                      <a:pt x="1702" y="816"/>
                      <a:pt x="1711" y="836"/>
                      <a:pt x="1711" y="863"/>
                    </a:cubicBezTo>
                    <a:cubicBezTo>
                      <a:pt x="1711" y="891"/>
                      <a:pt x="1702" y="912"/>
                      <a:pt x="1696" y="921"/>
                    </a:cubicBezTo>
                    <a:cubicBezTo>
                      <a:pt x="1648" y="922"/>
                      <a:pt x="1577" y="923"/>
                      <a:pt x="1492" y="922"/>
                    </a:cubicBezTo>
                    <a:cubicBezTo>
                      <a:pt x="1382" y="921"/>
                      <a:pt x="1255" y="917"/>
                      <a:pt x="1191" y="905"/>
                    </a:cubicBezTo>
                    <a:cubicBezTo>
                      <a:pt x="1062" y="882"/>
                      <a:pt x="917" y="699"/>
                      <a:pt x="917" y="699"/>
                    </a:cubicBezTo>
                    <a:lnTo>
                      <a:pt x="1109" y="1079"/>
                    </a:lnTo>
                    <a:cubicBezTo>
                      <a:pt x="1109" y="1079"/>
                      <a:pt x="963" y="1450"/>
                      <a:pt x="545" y="1434"/>
                    </a:cubicBezTo>
                    <a:cubicBezTo>
                      <a:pt x="162" y="1420"/>
                      <a:pt x="131" y="1246"/>
                      <a:pt x="131" y="1246"/>
                    </a:cubicBezTo>
                    <a:lnTo>
                      <a:pt x="0" y="190"/>
                    </a:lnTo>
                    <a:cubicBezTo>
                      <a:pt x="0" y="190"/>
                      <a:pt x="9" y="9"/>
                      <a:pt x="203" y="3"/>
                    </a:cubicBezTo>
                    <a:cubicBezTo>
                      <a:pt x="397" y="-3"/>
                      <a:pt x="756" y="-12"/>
                      <a:pt x="855" y="1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1881AAAD-6038-E247-BCB8-BECA2F5E89C2}"/>
                  </a:ext>
                </a:extLst>
              </p:cNvPr>
              <p:cNvSpPr/>
              <p:nvPr/>
            </p:nvSpPr>
            <p:spPr>
              <a:xfrm>
                <a:off x="10231687" y="9675297"/>
                <a:ext cx="2146499" cy="1803718"/>
              </a:xfrm>
              <a:custGeom>
                <a:avLst/>
                <a:gdLst>
                  <a:gd name="connsiteX0" fmla="*/ 462257 w 2146499"/>
                  <a:gd name="connsiteY0" fmla="*/ 16628 h 1803718"/>
                  <a:gd name="connsiteX1" fmla="*/ 260227 w 2146499"/>
                  <a:gd name="connsiteY1" fmla="*/ 20364 h 1803718"/>
                  <a:gd name="connsiteX2" fmla="*/ 16196 w 2146499"/>
                  <a:gd name="connsiteY2" fmla="*/ 243282 h 1803718"/>
                  <a:gd name="connsiteX3" fmla="*/ 178053 w 2146499"/>
                  <a:gd name="connsiteY3" fmla="*/ 1558375 h 1803718"/>
                  <a:gd name="connsiteX4" fmla="*/ 687282 w 2146499"/>
                  <a:gd name="connsiteY4" fmla="*/ 1786274 h 1803718"/>
                  <a:gd name="connsiteX5" fmla="*/ 1225147 w 2146499"/>
                  <a:gd name="connsiteY5" fmla="*/ 1575809 h 1803718"/>
                  <a:gd name="connsiteX6" fmla="*/ 1378289 w 2146499"/>
                  <a:gd name="connsiteY6" fmla="*/ 1352891 h 1803718"/>
                  <a:gd name="connsiteX7" fmla="*/ 1141728 w 2146499"/>
                  <a:gd name="connsiteY7" fmla="*/ 882148 h 1803718"/>
                  <a:gd name="connsiteX8" fmla="*/ 1144218 w 2146499"/>
                  <a:gd name="connsiteY8" fmla="*/ 872185 h 1803718"/>
                  <a:gd name="connsiteX9" fmla="*/ 1155424 w 2146499"/>
                  <a:gd name="connsiteY9" fmla="*/ 873431 h 1803718"/>
                  <a:gd name="connsiteX10" fmla="*/ 1491589 w 2146499"/>
                  <a:gd name="connsiteY10" fmla="*/ 1126237 h 1803718"/>
                  <a:gd name="connsiteX11" fmla="*/ 1865107 w 2146499"/>
                  <a:gd name="connsiteY11" fmla="*/ 1147408 h 1803718"/>
                  <a:gd name="connsiteX12" fmla="*/ 2115363 w 2146499"/>
                  <a:gd name="connsiteY12" fmla="*/ 1147408 h 1803718"/>
                  <a:gd name="connsiteX13" fmla="*/ 2129059 w 2146499"/>
                  <a:gd name="connsiteY13" fmla="*/ 1082650 h 1803718"/>
                  <a:gd name="connsiteX14" fmla="*/ 2114118 w 2146499"/>
                  <a:gd name="connsiteY14" fmla="*/ 1019137 h 1803718"/>
                  <a:gd name="connsiteX15" fmla="*/ 1520226 w 2146499"/>
                  <a:gd name="connsiteY15" fmla="*/ 852260 h 1803718"/>
                  <a:gd name="connsiteX16" fmla="*/ 1515245 w 2146499"/>
                  <a:gd name="connsiteY16" fmla="*/ 848523 h 1803718"/>
                  <a:gd name="connsiteX17" fmla="*/ 1065780 w 2146499"/>
                  <a:gd name="connsiteY17" fmla="*/ 151126 h 1803718"/>
                  <a:gd name="connsiteX18" fmla="*/ 462257 w 2146499"/>
                  <a:gd name="connsiteY18" fmla="*/ 16628 h 1803718"/>
                  <a:gd name="connsiteX19" fmla="*/ 464741 w 2146499"/>
                  <a:gd name="connsiteY19" fmla="*/ 0 h 1803718"/>
                  <a:gd name="connsiteX20" fmla="*/ 1079475 w 2146499"/>
                  <a:gd name="connsiteY20" fmla="*/ 141154 h 1803718"/>
                  <a:gd name="connsiteX21" fmla="*/ 1527700 w 2146499"/>
                  <a:gd name="connsiteY21" fmla="*/ 837314 h 1803718"/>
                  <a:gd name="connsiteX22" fmla="*/ 2121597 w 2146499"/>
                  <a:gd name="connsiteY22" fmla="*/ 1005438 h 1803718"/>
                  <a:gd name="connsiteX23" fmla="*/ 2127823 w 2146499"/>
                  <a:gd name="connsiteY23" fmla="*/ 1009175 h 1803718"/>
                  <a:gd name="connsiteX24" fmla="*/ 2146499 w 2146499"/>
                  <a:gd name="connsiteY24" fmla="*/ 1082651 h 1803718"/>
                  <a:gd name="connsiteX25" fmla="*/ 2127823 w 2146499"/>
                  <a:gd name="connsiteY25" fmla="*/ 1159864 h 1803718"/>
                  <a:gd name="connsiteX26" fmla="*/ 2119107 w 2146499"/>
                  <a:gd name="connsiteY26" fmla="*/ 1163600 h 1803718"/>
                  <a:gd name="connsiteX27" fmla="*/ 1865113 w 2146499"/>
                  <a:gd name="connsiteY27" fmla="*/ 1163600 h 1803718"/>
                  <a:gd name="connsiteX28" fmla="*/ 1487857 w 2146499"/>
                  <a:gd name="connsiteY28" fmla="*/ 1142429 h 1803718"/>
                  <a:gd name="connsiteX29" fmla="*/ 1186551 w 2146499"/>
                  <a:gd name="connsiteY29" fmla="*/ 933207 h 1803718"/>
                  <a:gd name="connsiteX30" fmla="*/ 1394477 w 2146499"/>
                  <a:gd name="connsiteY30" fmla="*/ 1347914 h 1803718"/>
                  <a:gd name="connsiteX31" fmla="*/ 1395722 w 2146499"/>
                  <a:gd name="connsiteY31" fmla="*/ 1354141 h 1803718"/>
                  <a:gd name="connsiteX32" fmla="*/ 1237599 w 2146499"/>
                  <a:gd name="connsiteY32" fmla="*/ 1585779 h 1803718"/>
                  <a:gd name="connsiteX33" fmla="*/ 717160 w 2146499"/>
                  <a:gd name="connsiteY33" fmla="*/ 1803718 h 1803718"/>
                  <a:gd name="connsiteX34" fmla="*/ 686033 w 2146499"/>
                  <a:gd name="connsiteY34" fmla="*/ 1802473 h 1803718"/>
                  <a:gd name="connsiteX35" fmla="*/ 163104 w 2146499"/>
                  <a:gd name="connsiteY35" fmla="*/ 1560872 h 1803718"/>
                  <a:gd name="connsiteX36" fmla="*/ 0 w 2146499"/>
                  <a:gd name="connsiteY36" fmla="*/ 244520 h 1803718"/>
                  <a:gd name="connsiteX37" fmla="*/ 0 w 2146499"/>
                  <a:gd name="connsiteY37" fmla="*/ 243274 h 1803718"/>
                  <a:gd name="connsiteX38" fmla="*/ 260219 w 2146499"/>
                  <a:gd name="connsiteY38" fmla="*/ 4164 h 1803718"/>
                  <a:gd name="connsiteX39" fmla="*/ 464741 w 2146499"/>
                  <a:gd name="connsiteY39" fmla="*/ 0 h 180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146499" h="1803718">
                    <a:moveTo>
                      <a:pt x="462257" y="16628"/>
                    </a:moveTo>
                    <a:cubicBezTo>
                      <a:pt x="385978" y="16628"/>
                      <a:pt x="315632" y="18807"/>
                      <a:pt x="260227" y="20364"/>
                    </a:cubicBezTo>
                    <a:cubicBezTo>
                      <a:pt x="32382" y="26591"/>
                      <a:pt x="17441" y="228338"/>
                      <a:pt x="16196" y="243282"/>
                    </a:cubicBezTo>
                    <a:lnTo>
                      <a:pt x="178053" y="1558375"/>
                    </a:lnTo>
                    <a:cubicBezTo>
                      <a:pt x="179299" y="1559620"/>
                      <a:pt x="222876" y="1768839"/>
                      <a:pt x="687282" y="1786274"/>
                    </a:cubicBezTo>
                    <a:cubicBezTo>
                      <a:pt x="952479" y="1796237"/>
                      <a:pt x="1126787" y="1676683"/>
                      <a:pt x="1225147" y="1575809"/>
                    </a:cubicBezTo>
                    <a:cubicBezTo>
                      <a:pt x="1323507" y="1474936"/>
                      <a:pt x="1370819" y="1371572"/>
                      <a:pt x="1378289" y="1352891"/>
                    </a:cubicBezTo>
                    <a:lnTo>
                      <a:pt x="1141728" y="882148"/>
                    </a:lnTo>
                    <a:cubicBezTo>
                      <a:pt x="1140483" y="878412"/>
                      <a:pt x="1141728" y="873431"/>
                      <a:pt x="1144218" y="872185"/>
                    </a:cubicBezTo>
                    <a:cubicBezTo>
                      <a:pt x="1147953" y="869695"/>
                      <a:pt x="1152934" y="870940"/>
                      <a:pt x="1155424" y="873431"/>
                    </a:cubicBezTo>
                    <a:cubicBezTo>
                      <a:pt x="1156669" y="875921"/>
                      <a:pt x="1335957" y="1098839"/>
                      <a:pt x="1491589" y="1126237"/>
                    </a:cubicBezTo>
                    <a:cubicBezTo>
                      <a:pt x="1556332" y="1138691"/>
                      <a:pt x="1685819" y="1146163"/>
                      <a:pt x="1865107" y="1147408"/>
                    </a:cubicBezTo>
                    <a:cubicBezTo>
                      <a:pt x="1965956" y="1148653"/>
                      <a:pt x="2050620" y="1147408"/>
                      <a:pt x="2115363" y="1147408"/>
                    </a:cubicBezTo>
                    <a:cubicBezTo>
                      <a:pt x="2122834" y="1132464"/>
                      <a:pt x="2130304" y="1110047"/>
                      <a:pt x="2129059" y="1082650"/>
                    </a:cubicBezTo>
                    <a:cubicBezTo>
                      <a:pt x="2129059" y="1055252"/>
                      <a:pt x="2121589" y="1034081"/>
                      <a:pt x="2114118" y="1019137"/>
                    </a:cubicBezTo>
                    <a:lnTo>
                      <a:pt x="1520226" y="852260"/>
                    </a:lnTo>
                    <a:cubicBezTo>
                      <a:pt x="1517736" y="851014"/>
                      <a:pt x="1516491" y="851014"/>
                      <a:pt x="1515245" y="848523"/>
                    </a:cubicBezTo>
                    <a:cubicBezTo>
                      <a:pt x="1512755" y="842297"/>
                      <a:pt x="1187795" y="303059"/>
                      <a:pt x="1065780" y="151126"/>
                    </a:cubicBezTo>
                    <a:cubicBezTo>
                      <a:pt x="973334" y="36243"/>
                      <a:pt x="691095" y="16628"/>
                      <a:pt x="462257" y="16628"/>
                    </a:cubicBezTo>
                    <a:close/>
                    <a:moveTo>
                      <a:pt x="464741" y="0"/>
                    </a:moveTo>
                    <a:cubicBezTo>
                      <a:pt x="696616" y="117"/>
                      <a:pt x="983294" y="21600"/>
                      <a:pt x="1079475" y="141154"/>
                    </a:cubicBezTo>
                    <a:cubicBezTo>
                      <a:pt x="1196511" y="288108"/>
                      <a:pt x="1502798" y="794971"/>
                      <a:pt x="1527700" y="837314"/>
                    </a:cubicBezTo>
                    <a:lnTo>
                      <a:pt x="2121597" y="1005438"/>
                    </a:lnTo>
                    <a:cubicBezTo>
                      <a:pt x="2124088" y="1005438"/>
                      <a:pt x="2125333" y="1007929"/>
                      <a:pt x="2127823" y="1009175"/>
                    </a:cubicBezTo>
                    <a:cubicBezTo>
                      <a:pt x="2135293" y="1024119"/>
                      <a:pt x="2145254" y="1050271"/>
                      <a:pt x="2146499" y="1082651"/>
                    </a:cubicBezTo>
                    <a:cubicBezTo>
                      <a:pt x="2146499" y="1116276"/>
                      <a:pt x="2135293" y="1142429"/>
                      <a:pt x="2127823" y="1159864"/>
                    </a:cubicBezTo>
                    <a:cubicBezTo>
                      <a:pt x="2125333" y="1161109"/>
                      <a:pt x="2122843" y="1163600"/>
                      <a:pt x="2119107" y="1163600"/>
                    </a:cubicBezTo>
                    <a:cubicBezTo>
                      <a:pt x="2055609" y="1163600"/>
                      <a:pt x="1968454" y="1164845"/>
                      <a:pt x="1865113" y="1163600"/>
                    </a:cubicBezTo>
                    <a:cubicBezTo>
                      <a:pt x="1682088" y="1161109"/>
                      <a:pt x="1555091" y="1154882"/>
                      <a:pt x="1487857" y="1142429"/>
                    </a:cubicBezTo>
                    <a:cubicBezTo>
                      <a:pt x="1372066" y="1122503"/>
                      <a:pt x="1248804" y="1002948"/>
                      <a:pt x="1186551" y="933207"/>
                    </a:cubicBezTo>
                    <a:lnTo>
                      <a:pt x="1394477" y="1347914"/>
                    </a:lnTo>
                    <a:cubicBezTo>
                      <a:pt x="1395722" y="1350405"/>
                      <a:pt x="1395722" y="1352895"/>
                      <a:pt x="1395722" y="1354141"/>
                    </a:cubicBezTo>
                    <a:cubicBezTo>
                      <a:pt x="1394477" y="1355386"/>
                      <a:pt x="1348410" y="1473696"/>
                      <a:pt x="1237599" y="1585779"/>
                    </a:cubicBezTo>
                    <a:cubicBezTo>
                      <a:pt x="1140483" y="1685408"/>
                      <a:pt x="971154" y="1803718"/>
                      <a:pt x="717160" y="1803718"/>
                    </a:cubicBezTo>
                    <a:cubicBezTo>
                      <a:pt x="707199" y="1803718"/>
                      <a:pt x="697239" y="1802473"/>
                      <a:pt x="686033" y="1802473"/>
                    </a:cubicBezTo>
                    <a:cubicBezTo>
                      <a:pt x="207927" y="1783792"/>
                      <a:pt x="164349" y="1569589"/>
                      <a:pt x="163104" y="1560872"/>
                    </a:cubicBezTo>
                    <a:lnTo>
                      <a:pt x="0" y="244520"/>
                    </a:lnTo>
                    <a:lnTo>
                      <a:pt x="0" y="243274"/>
                    </a:lnTo>
                    <a:cubicBezTo>
                      <a:pt x="0" y="240784"/>
                      <a:pt x="12451" y="11636"/>
                      <a:pt x="260219" y="4164"/>
                    </a:cubicBezTo>
                    <a:cubicBezTo>
                      <a:pt x="316247" y="2296"/>
                      <a:pt x="387450" y="-39"/>
                      <a:pt x="4647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8" name="Freeform 357">
                <a:extLst>
                  <a:ext uri="{FF2B5EF4-FFF2-40B4-BE49-F238E27FC236}">
                    <a16:creationId xmlns:a16="http://schemas.microsoft.com/office/drawing/2014/main" id="{E1B1EEC2-1DDA-8340-86D8-B56B11134732}"/>
                  </a:ext>
                </a:extLst>
              </p:cNvPr>
              <p:cNvSpPr/>
              <p:nvPr/>
            </p:nvSpPr>
            <p:spPr>
              <a:xfrm>
                <a:off x="10830917" y="8962881"/>
                <a:ext cx="396162" cy="6181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9" h="497">
                    <a:moveTo>
                      <a:pt x="317" y="61"/>
                    </a:moveTo>
                    <a:cubicBezTo>
                      <a:pt x="317" y="61"/>
                      <a:pt x="327" y="217"/>
                      <a:pt x="290" y="349"/>
                    </a:cubicBezTo>
                    <a:cubicBezTo>
                      <a:pt x="254" y="479"/>
                      <a:pt x="236" y="526"/>
                      <a:pt x="117" y="480"/>
                    </a:cubicBezTo>
                    <a:cubicBezTo>
                      <a:pt x="-1" y="434"/>
                      <a:pt x="-24" y="249"/>
                      <a:pt x="21" y="132"/>
                    </a:cubicBezTo>
                    <a:cubicBezTo>
                      <a:pt x="65" y="15"/>
                      <a:pt x="235" y="-59"/>
                      <a:pt x="317" y="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780BD268-64A1-D947-AACF-E133B81F0684}"/>
                  </a:ext>
                </a:extLst>
              </p:cNvPr>
              <p:cNvSpPr/>
              <p:nvPr/>
            </p:nvSpPr>
            <p:spPr>
              <a:xfrm>
                <a:off x="10823433" y="8955066"/>
                <a:ext cx="412321" cy="633422"/>
              </a:xfrm>
              <a:custGeom>
                <a:avLst/>
                <a:gdLst>
                  <a:gd name="connsiteX0" fmla="*/ 262062 w 412321"/>
                  <a:gd name="connsiteY0" fmla="*/ 15293 h 633422"/>
                  <a:gd name="connsiteX1" fmla="*/ 240953 w 412321"/>
                  <a:gd name="connsiteY1" fmla="*/ 17780 h 633422"/>
                  <a:gd name="connsiteX2" fmla="*/ 42280 w 412321"/>
                  <a:gd name="connsiteY2" fmla="*/ 174481 h 633422"/>
                  <a:gd name="connsiteX3" fmla="*/ 157759 w 412321"/>
                  <a:gd name="connsiteY3" fmla="*/ 597324 h 633422"/>
                  <a:gd name="connsiteX4" fmla="*/ 279446 w 412321"/>
                  <a:gd name="connsiteY4" fmla="*/ 609760 h 633422"/>
                  <a:gd name="connsiteX5" fmla="*/ 360157 w 412321"/>
                  <a:gd name="connsiteY5" fmla="*/ 440623 h 633422"/>
                  <a:gd name="connsiteX6" fmla="*/ 394925 w 412321"/>
                  <a:gd name="connsiteY6" fmla="*/ 87425 h 633422"/>
                  <a:gd name="connsiteX7" fmla="*/ 262062 w 412321"/>
                  <a:gd name="connsiteY7" fmla="*/ 15293 h 633422"/>
                  <a:gd name="connsiteX8" fmla="*/ 238481 w 412321"/>
                  <a:gd name="connsiteY8" fmla="*/ 1582 h 633422"/>
                  <a:gd name="connsiteX9" fmla="*/ 408640 w 412321"/>
                  <a:gd name="connsiteY9" fmla="*/ 79940 h 633422"/>
                  <a:gd name="connsiteX10" fmla="*/ 411124 w 412321"/>
                  <a:gd name="connsiteY10" fmla="*/ 83671 h 633422"/>
                  <a:gd name="connsiteX11" fmla="*/ 376347 w 412321"/>
                  <a:gd name="connsiteY11" fmla="*/ 444367 h 633422"/>
                  <a:gd name="connsiteX12" fmla="*/ 286920 w 412321"/>
                  <a:gd name="connsiteY12" fmla="*/ 624716 h 633422"/>
                  <a:gd name="connsiteX13" fmla="*/ 244691 w 412321"/>
                  <a:gd name="connsiteY13" fmla="*/ 633422 h 633422"/>
                  <a:gd name="connsiteX14" fmla="*/ 151538 w 412321"/>
                  <a:gd name="connsiteY14" fmla="*/ 612278 h 633422"/>
                  <a:gd name="connsiteX15" fmla="*/ 26092 w 412321"/>
                  <a:gd name="connsiteY15" fmla="*/ 168248 h 633422"/>
                  <a:gd name="connsiteX16" fmla="*/ 238481 w 412321"/>
                  <a:gd name="connsiteY16" fmla="*/ 1582 h 633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12321" h="633422">
                    <a:moveTo>
                      <a:pt x="262062" y="15293"/>
                    </a:moveTo>
                    <a:cubicBezTo>
                      <a:pt x="255854" y="15293"/>
                      <a:pt x="247162" y="16537"/>
                      <a:pt x="240953" y="17780"/>
                    </a:cubicBezTo>
                    <a:cubicBezTo>
                      <a:pt x="156517" y="26486"/>
                      <a:pt x="72081" y="93643"/>
                      <a:pt x="42280" y="174481"/>
                    </a:cubicBezTo>
                    <a:cubicBezTo>
                      <a:pt x="-8630" y="308796"/>
                      <a:pt x="9995" y="540115"/>
                      <a:pt x="157759" y="597324"/>
                    </a:cubicBezTo>
                    <a:cubicBezTo>
                      <a:pt x="216119" y="618466"/>
                      <a:pt x="252129" y="623440"/>
                      <a:pt x="279446" y="609760"/>
                    </a:cubicBezTo>
                    <a:cubicBezTo>
                      <a:pt x="316697" y="591105"/>
                      <a:pt x="335323" y="532653"/>
                      <a:pt x="360157" y="440623"/>
                    </a:cubicBezTo>
                    <a:cubicBezTo>
                      <a:pt x="403617" y="287653"/>
                      <a:pt x="394925" y="109811"/>
                      <a:pt x="394925" y="87425"/>
                    </a:cubicBezTo>
                    <a:cubicBezTo>
                      <a:pt x="362641" y="40166"/>
                      <a:pt x="315456" y="15293"/>
                      <a:pt x="262062" y="15293"/>
                    </a:cubicBezTo>
                    <a:close/>
                    <a:moveTo>
                      <a:pt x="238481" y="1582"/>
                    </a:moveTo>
                    <a:cubicBezTo>
                      <a:pt x="308035" y="-7125"/>
                      <a:pt x="368895" y="20238"/>
                      <a:pt x="408640" y="79940"/>
                    </a:cubicBezTo>
                    <a:cubicBezTo>
                      <a:pt x="409882" y="81184"/>
                      <a:pt x="411124" y="82427"/>
                      <a:pt x="411124" y="83671"/>
                    </a:cubicBezTo>
                    <a:cubicBezTo>
                      <a:pt x="411124" y="84915"/>
                      <a:pt x="422302" y="280188"/>
                      <a:pt x="376347" y="444367"/>
                    </a:cubicBezTo>
                    <a:cubicBezTo>
                      <a:pt x="349022" y="541382"/>
                      <a:pt x="330391" y="602328"/>
                      <a:pt x="286920" y="624716"/>
                    </a:cubicBezTo>
                    <a:cubicBezTo>
                      <a:pt x="274500" y="629691"/>
                      <a:pt x="260837" y="633422"/>
                      <a:pt x="244691" y="633422"/>
                    </a:cubicBezTo>
                    <a:cubicBezTo>
                      <a:pt x="219850" y="633422"/>
                      <a:pt x="190041" y="625959"/>
                      <a:pt x="151538" y="612278"/>
                    </a:cubicBezTo>
                    <a:cubicBezTo>
                      <a:pt x="-4959" y="551332"/>
                      <a:pt x="-27316" y="308795"/>
                      <a:pt x="26092" y="168248"/>
                    </a:cubicBezTo>
                    <a:cubicBezTo>
                      <a:pt x="59627" y="82427"/>
                      <a:pt x="149054" y="11532"/>
                      <a:pt x="238481" y="15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D3D1337B-8C11-714D-9B88-D9CD5D687D31}"/>
                  </a:ext>
                </a:extLst>
              </p:cNvPr>
              <p:cNvSpPr/>
              <p:nvPr/>
            </p:nvSpPr>
            <p:spPr>
              <a:xfrm>
                <a:off x="10394890" y="8803364"/>
                <a:ext cx="839664" cy="112285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5" h="902">
                    <a:moveTo>
                      <a:pt x="675" y="189"/>
                    </a:moveTo>
                    <a:cubicBezTo>
                      <a:pt x="674" y="185"/>
                      <a:pt x="661" y="93"/>
                      <a:pt x="585" y="39"/>
                    </a:cubicBezTo>
                    <a:cubicBezTo>
                      <a:pt x="535" y="3"/>
                      <a:pt x="472" y="-8"/>
                      <a:pt x="395" y="7"/>
                    </a:cubicBezTo>
                    <a:cubicBezTo>
                      <a:pt x="308" y="23"/>
                      <a:pt x="241" y="77"/>
                      <a:pt x="191" y="171"/>
                    </a:cubicBezTo>
                    <a:cubicBezTo>
                      <a:pt x="142" y="265"/>
                      <a:pt x="113" y="389"/>
                      <a:pt x="92" y="498"/>
                    </a:cubicBezTo>
                    <a:cubicBezTo>
                      <a:pt x="44" y="747"/>
                      <a:pt x="0" y="892"/>
                      <a:pt x="0" y="894"/>
                    </a:cubicBezTo>
                    <a:cubicBezTo>
                      <a:pt x="0" y="896"/>
                      <a:pt x="0" y="897"/>
                      <a:pt x="1" y="899"/>
                    </a:cubicBezTo>
                    <a:cubicBezTo>
                      <a:pt x="2" y="901"/>
                      <a:pt x="5" y="902"/>
                      <a:pt x="6" y="902"/>
                    </a:cubicBezTo>
                    <a:lnTo>
                      <a:pt x="486" y="902"/>
                    </a:lnTo>
                    <a:cubicBezTo>
                      <a:pt x="488" y="902"/>
                      <a:pt x="489" y="901"/>
                      <a:pt x="491" y="900"/>
                    </a:cubicBezTo>
                    <a:cubicBezTo>
                      <a:pt x="492" y="899"/>
                      <a:pt x="493" y="897"/>
                      <a:pt x="493" y="895"/>
                    </a:cubicBezTo>
                    <a:cubicBezTo>
                      <a:pt x="477" y="712"/>
                      <a:pt x="519" y="462"/>
                      <a:pt x="519" y="460"/>
                    </a:cubicBezTo>
                    <a:cubicBezTo>
                      <a:pt x="519" y="456"/>
                      <a:pt x="517" y="453"/>
                      <a:pt x="514" y="452"/>
                    </a:cubicBezTo>
                    <a:cubicBezTo>
                      <a:pt x="489" y="448"/>
                      <a:pt x="478" y="422"/>
                      <a:pt x="476" y="398"/>
                    </a:cubicBezTo>
                    <a:cubicBezTo>
                      <a:pt x="473" y="368"/>
                      <a:pt x="483" y="340"/>
                      <a:pt x="499" y="334"/>
                    </a:cubicBezTo>
                    <a:cubicBezTo>
                      <a:pt x="508" y="330"/>
                      <a:pt x="516" y="330"/>
                      <a:pt x="523" y="333"/>
                    </a:cubicBezTo>
                    <a:cubicBezTo>
                      <a:pt x="537" y="340"/>
                      <a:pt x="543" y="358"/>
                      <a:pt x="543" y="359"/>
                    </a:cubicBezTo>
                    <a:cubicBezTo>
                      <a:pt x="543" y="361"/>
                      <a:pt x="545" y="362"/>
                      <a:pt x="546" y="362"/>
                    </a:cubicBezTo>
                    <a:cubicBezTo>
                      <a:pt x="547" y="363"/>
                      <a:pt x="550" y="364"/>
                      <a:pt x="551" y="362"/>
                    </a:cubicBezTo>
                    <a:cubicBezTo>
                      <a:pt x="667" y="320"/>
                      <a:pt x="675" y="191"/>
                      <a:pt x="675" y="190"/>
                    </a:cubicBezTo>
                    <a:cubicBezTo>
                      <a:pt x="675" y="189"/>
                      <a:pt x="675" y="189"/>
                      <a:pt x="675" y="18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9EDB7A97-FFA4-7840-A5C1-07A9CC7A9D94}"/>
                  </a:ext>
                </a:extLst>
              </p:cNvPr>
              <p:cNvSpPr/>
              <p:nvPr/>
            </p:nvSpPr>
            <p:spPr>
              <a:xfrm>
                <a:off x="11305563" y="10460849"/>
                <a:ext cx="80976" cy="1009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" h="82">
                    <a:moveTo>
                      <a:pt x="60" y="82"/>
                    </a:moveTo>
                    <a:cubicBezTo>
                      <a:pt x="58" y="82"/>
                      <a:pt x="56" y="81"/>
                      <a:pt x="55" y="79"/>
                    </a:cubicBezTo>
                    <a:lnTo>
                      <a:pt x="1" y="10"/>
                    </a:lnTo>
                    <a:cubicBezTo>
                      <a:pt x="-1" y="7"/>
                      <a:pt x="0" y="3"/>
                      <a:pt x="2" y="1"/>
                    </a:cubicBezTo>
                    <a:cubicBezTo>
                      <a:pt x="5" y="-1"/>
                      <a:pt x="9" y="-1"/>
                      <a:pt x="11" y="2"/>
                    </a:cubicBezTo>
                    <a:lnTo>
                      <a:pt x="65" y="71"/>
                    </a:lnTo>
                    <a:cubicBezTo>
                      <a:pt x="67" y="75"/>
                      <a:pt x="67" y="78"/>
                      <a:pt x="64" y="81"/>
                    </a:cubicBezTo>
                    <a:cubicBezTo>
                      <a:pt x="63" y="81"/>
                      <a:pt x="61" y="82"/>
                      <a:pt x="60" y="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D08E54D0-98C8-8F49-8FA6-572FB121D462}"/>
                  </a:ext>
                </a:extLst>
              </p:cNvPr>
              <p:cNvSpPr/>
              <p:nvPr/>
            </p:nvSpPr>
            <p:spPr>
              <a:xfrm>
                <a:off x="10095900" y="9919985"/>
                <a:ext cx="2081718" cy="16188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72" h="1300">
                    <a:moveTo>
                      <a:pt x="1075" y="1208"/>
                    </a:moveTo>
                    <a:lnTo>
                      <a:pt x="877" y="72"/>
                    </a:lnTo>
                    <a:cubicBezTo>
                      <a:pt x="869" y="30"/>
                      <a:pt x="833" y="0"/>
                      <a:pt x="791" y="0"/>
                    </a:cubicBezTo>
                    <a:lnTo>
                      <a:pt x="75" y="0"/>
                    </a:lnTo>
                    <a:cubicBezTo>
                      <a:pt x="28" y="0"/>
                      <a:pt x="-7" y="41"/>
                      <a:pt x="1" y="86"/>
                    </a:cubicBezTo>
                    <a:lnTo>
                      <a:pt x="209" y="1279"/>
                    </a:lnTo>
                    <a:cubicBezTo>
                      <a:pt x="212" y="1291"/>
                      <a:pt x="222" y="1300"/>
                      <a:pt x="234" y="1300"/>
                    </a:cubicBezTo>
                    <a:lnTo>
                      <a:pt x="351" y="1300"/>
                    </a:lnTo>
                    <a:lnTo>
                      <a:pt x="1091" y="1300"/>
                    </a:lnTo>
                    <a:lnTo>
                      <a:pt x="1636" y="1300"/>
                    </a:lnTo>
                    <a:cubicBezTo>
                      <a:pt x="1656" y="1300"/>
                      <a:pt x="1672" y="1284"/>
                      <a:pt x="1672" y="1264"/>
                    </a:cubicBezTo>
                    <a:cubicBezTo>
                      <a:pt x="1672" y="1245"/>
                      <a:pt x="1656" y="1229"/>
                      <a:pt x="1636" y="1229"/>
                    </a:cubicBezTo>
                    <a:lnTo>
                      <a:pt x="1100" y="1229"/>
                    </a:lnTo>
                    <a:cubicBezTo>
                      <a:pt x="1088" y="1229"/>
                      <a:pt x="1077" y="1220"/>
                      <a:pt x="1075" y="120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FFB52987-5C10-0C4D-AE6A-EFFC6D27D366}"/>
                  </a:ext>
                </a:extLst>
              </p:cNvPr>
              <p:cNvSpPr/>
              <p:nvPr/>
            </p:nvSpPr>
            <p:spPr>
              <a:xfrm>
                <a:off x="10088177" y="9911258"/>
                <a:ext cx="2096915" cy="1636299"/>
              </a:xfrm>
              <a:custGeom>
                <a:avLst/>
                <a:gdLst>
                  <a:gd name="connsiteX0" fmla="*/ 101106 w 2096915"/>
                  <a:gd name="connsiteY0" fmla="*/ 16205 h 1636299"/>
                  <a:gd name="connsiteX1" fmla="*/ 36364 w 2096915"/>
                  <a:gd name="connsiteY1" fmla="*/ 46091 h 1636299"/>
                  <a:gd name="connsiteX2" fmla="*/ 17688 w 2096915"/>
                  <a:gd name="connsiteY2" fmla="*/ 114581 h 1636299"/>
                  <a:gd name="connsiteX3" fmla="*/ 276656 w 2096915"/>
                  <a:gd name="connsiteY3" fmla="*/ 1600177 h 1636299"/>
                  <a:gd name="connsiteX4" fmla="*/ 299067 w 2096915"/>
                  <a:gd name="connsiteY4" fmla="*/ 1618856 h 1636299"/>
                  <a:gd name="connsiteX5" fmla="*/ 2044614 w 2096915"/>
                  <a:gd name="connsiteY5" fmla="*/ 1618856 h 1636299"/>
                  <a:gd name="connsiteX6" fmla="*/ 2080720 w 2096915"/>
                  <a:gd name="connsiteY6" fmla="*/ 1582743 h 1636299"/>
                  <a:gd name="connsiteX7" fmla="*/ 2044614 w 2096915"/>
                  <a:gd name="connsiteY7" fmla="*/ 1546631 h 1636299"/>
                  <a:gd name="connsiteX8" fmla="*/ 1377272 w 2096915"/>
                  <a:gd name="connsiteY8" fmla="*/ 1546631 h 1636299"/>
                  <a:gd name="connsiteX9" fmla="*/ 1337431 w 2096915"/>
                  <a:gd name="connsiteY9" fmla="*/ 1514254 h 1636299"/>
                  <a:gd name="connsiteX10" fmla="*/ 1090913 w 2096915"/>
                  <a:gd name="connsiteY10" fmla="*/ 99637 h 1636299"/>
                  <a:gd name="connsiteX11" fmla="*/ 992555 w 2096915"/>
                  <a:gd name="connsiteY11" fmla="*/ 16205 h 1636299"/>
                  <a:gd name="connsiteX12" fmla="*/ 101097 w 2096915"/>
                  <a:gd name="connsiteY12" fmla="*/ 0 h 1636299"/>
                  <a:gd name="connsiteX13" fmla="*/ 992554 w 2096915"/>
                  <a:gd name="connsiteY13" fmla="*/ 0 h 1636299"/>
                  <a:gd name="connsiteX14" fmla="*/ 1107099 w 2096915"/>
                  <a:gd name="connsiteY14" fmla="*/ 97132 h 1636299"/>
                  <a:gd name="connsiteX15" fmla="*/ 1353619 w 2096915"/>
                  <a:gd name="connsiteY15" fmla="*/ 1511771 h 1636299"/>
                  <a:gd name="connsiteX16" fmla="*/ 1377275 w 2096915"/>
                  <a:gd name="connsiteY16" fmla="*/ 1530450 h 1636299"/>
                  <a:gd name="connsiteX17" fmla="*/ 2044623 w 2096915"/>
                  <a:gd name="connsiteY17" fmla="*/ 1530450 h 1636299"/>
                  <a:gd name="connsiteX18" fmla="*/ 2096915 w 2096915"/>
                  <a:gd name="connsiteY18" fmla="*/ 1582752 h 1636299"/>
                  <a:gd name="connsiteX19" fmla="*/ 2044623 w 2096915"/>
                  <a:gd name="connsiteY19" fmla="*/ 1636299 h 1636299"/>
                  <a:gd name="connsiteX20" fmla="*/ 299060 w 2096915"/>
                  <a:gd name="connsiteY20" fmla="*/ 1636299 h 1636299"/>
                  <a:gd name="connsiteX21" fmla="*/ 260464 w 2096915"/>
                  <a:gd name="connsiteY21" fmla="*/ 1602676 h 1636299"/>
                  <a:gd name="connsiteX22" fmla="*/ 1493 w 2096915"/>
                  <a:gd name="connsiteY22" fmla="*/ 118302 h 1636299"/>
                  <a:gd name="connsiteX23" fmla="*/ 23904 w 2096915"/>
                  <a:gd name="connsiteY23" fmla="*/ 36113 h 1636299"/>
                  <a:gd name="connsiteX24" fmla="*/ 101097 w 2096915"/>
                  <a:gd name="connsiteY24" fmla="*/ 0 h 1636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096915" h="1636299">
                    <a:moveTo>
                      <a:pt x="101106" y="16205"/>
                    </a:moveTo>
                    <a:cubicBezTo>
                      <a:pt x="76205" y="16205"/>
                      <a:pt x="52549" y="27412"/>
                      <a:pt x="36364" y="46091"/>
                    </a:cubicBezTo>
                    <a:cubicBezTo>
                      <a:pt x="20178" y="66015"/>
                      <a:pt x="12708" y="90921"/>
                      <a:pt x="17688" y="114581"/>
                    </a:cubicBezTo>
                    <a:lnTo>
                      <a:pt x="276656" y="1600177"/>
                    </a:lnTo>
                    <a:cubicBezTo>
                      <a:pt x="277901" y="1611384"/>
                      <a:pt x="287862" y="1618856"/>
                      <a:pt x="299067" y="1618856"/>
                    </a:cubicBezTo>
                    <a:lnTo>
                      <a:pt x="2044614" y="1618856"/>
                    </a:lnTo>
                    <a:cubicBezTo>
                      <a:pt x="2064535" y="1618856"/>
                      <a:pt x="2080720" y="1602668"/>
                      <a:pt x="2080720" y="1582743"/>
                    </a:cubicBezTo>
                    <a:cubicBezTo>
                      <a:pt x="2080720" y="1562819"/>
                      <a:pt x="2064535" y="1546631"/>
                      <a:pt x="2044614" y="1546631"/>
                    </a:cubicBezTo>
                    <a:lnTo>
                      <a:pt x="1377272" y="1546631"/>
                    </a:lnTo>
                    <a:cubicBezTo>
                      <a:pt x="1357351" y="1546631"/>
                      <a:pt x="1342411" y="1532933"/>
                      <a:pt x="1337431" y="1514254"/>
                    </a:cubicBezTo>
                    <a:lnTo>
                      <a:pt x="1090913" y="99637"/>
                    </a:lnTo>
                    <a:cubicBezTo>
                      <a:pt x="1083443" y="51072"/>
                      <a:pt x="1041111" y="16205"/>
                      <a:pt x="992555" y="16205"/>
                    </a:cubicBezTo>
                    <a:close/>
                    <a:moveTo>
                      <a:pt x="101097" y="0"/>
                    </a:moveTo>
                    <a:lnTo>
                      <a:pt x="992554" y="0"/>
                    </a:lnTo>
                    <a:cubicBezTo>
                      <a:pt x="1048581" y="0"/>
                      <a:pt x="1097139" y="41094"/>
                      <a:pt x="1107099" y="97132"/>
                    </a:cubicBezTo>
                    <a:lnTo>
                      <a:pt x="1353619" y="1511771"/>
                    </a:lnTo>
                    <a:cubicBezTo>
                      <a:pt x="1356109" y="1522978"/>
                      <a:pt x="1364825" y="1530450"/>
                      <a:pt x="1377275" y="1530450"/>
                    </a:cubicBezTo>
                    <a:lnTo>
                      <a:pt x="2044623" y="1530450"/>
                    </a:lnTo>
                    <a:cubicBezTo>
                      <a:pt x="2073259" y="1530450"/>
                      <a:pt x="2096915" y="1554110"/>
                      <a:pt x="2096915" y="1582752"/>
                    </a:cubicBezTo>
                    <a:cubicBezTo>
                      <a:pt x="2096915" y="1612639"/>
                      <a:pt x="2073259" y="1636299"/>
                      <a:pt x="2044623" y="1636299"/>
                    </a:cubicBezTo>
                    <a:lnTo>
                      <a:pt x="299060" y="1636299"/>
                    </a:lnTo>
                    <a:cubicBezTo>
                      <a:pt x="280385" y="1636299"/>
                      <a:pt x="264199" y="1622601"/>
                      <a:pt x="260464" y="1602676"/>
                    </a:cubicBezTo>
                    <a:lnTo>
                      <a:pt x="1493" y="118302"/>
                    </a:lnTo>
                    <a:cubicBezTo>
                      <a:pt x="-3487" y="88415"/>
                      <a:pt x="3983" y="58528"/>
                      <a:pt x="23904" y="36113"/>
                    </a:cubicBezTo>
                    <a:cubicBezTo>
                      <a:pt x="42580" y="12453"/>
                      <a:pt x="71216" y="0"/>
                      <a:pt x="1010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6" name="Freeform 365">
                <a:extLst>
                  <a:ext uri="{FF2B5EF4-FFF2-40B4-BE49-F238E27FC236}">
                    <a16:creationId xmlns:a16="http://schemas.microsoft.com/office/drawing/2014/main" id="{AB8237AF-8DD5-FA4C-BE90-ED55DE1BC23B}"/>
                  </a:ext>
                </a:extLst>
              </p:cNvPr>
              <p:cNvSpPr/>
              <p:nvPr/>
            </p:nvSpPr>
            <p:spPr>
              <a:xfrm>
                <a:off x="10634078" y="11531360"/>
                <a:ext cx="754950" cy="13671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7" h="1098">
                    <a:moveTo>
                      <a:pt x="584" y="1041"/>
                    </a:moveTo>
                    <a:lnTo>
                      <a:pt x="343" y="1041"/>
                    </a:lnTo>
                    <a:lnTo>
                      <a:pt x="343" y="7"/>
                    </a:lnTo>
                    <a:cubicBezTo>
                      <a:pt x="343" y="3"/>
                      <a:pt x="340" y="0"/>
                      <a:pt x="337" y="0"/>
                    </a:cubicBezTo>
                    <a:lnTo>
                      <a:pt x="271" y="0"/>
                    </a:lnTo>
                    <a:cubicBezTo>
                      <a:pt x="268" y="0"/>
                      <a:pt x="265" y="3"/>
                      <a:pt x="265" y="7"/>
                    </a:cubicBezTo>
                    <a:lnTo>
                      <a:pt x="265" y="1041"/>
                    </a:lnTo>
                    <a:lnTo>
                      <a:pt x="24" y="1041"/>
                    </a:lnTo>
                    <a:cubicBezTo>
                      <a:pt x="12" y="1041"/>
                      <a:pt x="2" y="1050"/>
                      <a:pt x="1" y="1061"/>
                    </a:cubicBezTo>
                    <a:cubicBezTo>
                      <a:pt x="0" y="1067"/>
                      <a:pt x="0" y="1084"/>
                      <a:pt x="4" y="1089"/>
                    </a:cubicBezTo>
                    <a:cubicBezTo>
                      <a:pt x="8" y="1093"/>
                      <a:pt x="14" y="1096"/>
                      <a:pt x="20" y="1096"/>
                    </a:cubicBezTo>
                    <a:lnTo>
                      <a:pt x="588" y="1098"/>
                    </a:lnTo>
                    <a:cubicBezTo>
                      <a:pt x="594" y="1098"/>
                      <a:pt x="600" y="1096"/>
                      <a:pt x="604" y="1091"/>
                    </a:cubicBezTo>
                    <a:cubicBezTo>
                      <a:pt x="607" y="1086"/>
                      <a:pt x="607" y="1067"/>
                      <a:pt x="607" y="1061"/>
                    </a:cubicBezTo>
                    <a:cubicBezTo>
                      <a:pt x="606" y="1050"/>
                      <a:pt x="596" y="1041"/>
                      <a:pt x="584" y="104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367" name="Rounded Rectangle 366">
            <a:extLst>
              <a:ext uri="{FF2B5EF4-FFF2-40B4-BE49-F238E27FC236}">
                <a16:creationId xmlns:a16="http://schemas.microsoft.com/office/drawing/2014/main" id="{0E5C296A-003E-2044-8900-41A3EE03618B}"/>
              </a:ext>
            </a:extLst>
          </p:cNvPr>
          <p:cNvSpPr/>
          <p:nvPr/>
        </p:nvSpPr>
        <p:spPr>
          <a:xfrm>
            <a:off x="2014449" y="3293784"/>
            <a:ext cx="2291011" cy="1682410"/>
          </a:xfrm>
          <a:prstGeom prst="roundRect">
            <a:avLst/>
          </a:pr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68" name="Freeform 367">
            <a:extLst>
              <a:ext uri="{FF2B5EF4-FFF2-40B4-BE49-F238E27FC236}">
                <a16:creationId xmlns:a16="http://schemas.microsoft.com/office/drawing/2014/main" id="{73ADC551-07EE-8C43-9A8F-214DD6A67D44}"/>
              </a:ext>
            </a:extLst>
          </p:cNvPr>
          <p:cNvSpPr/>
          <p:nvPr/>
        </p:nvSpPr>
        <p:spPr>
          <a:xfrm>
            <a:off x="2222496" y="3645221"/>
            <a:ext cx="8229700" cy="211734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07" h="1700">
                <a:moveTo>
                  <a:pt x="6607" y="1700"/>
                </a:moveTo>
                <a:lnTo>
                  <a:pt x="709" y="1700"/>
                </a:lnTo>
                <a:cubicBezTo>
                  <a:pt x="317" y="1700"/>
                  <a:pt x="0" y="1383"/>
                  <a:pt x="0" y="992"/>
                </a:cubicBezTo>
                <a:lnTo>
                  <a:pt x="0" y="0"/>
                </a:lnTo>
                <a:lnTo>
                  <a:pt x="5899" y="0"/>
                </a:lnTo>
                <a:cubicBezTo>
                  <a:pt x="6291" y="0"/>
                  <a:pt x="6607" y="318"/>
                  <a:pt x="6607" y="708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70" name="Rounded Rectangle 369">
            <a:extLst>
              <a:ext uri="{FF2B5EF4-FFF2-40B4-BE49-F238E27FC236}">
                <a16:creationId xmlns:a16="http://schemas.microsoft.com/office/drawing/2014/main" id="{9BC1EA1B-124B-684B-9A2F-709754445D6D}"/>
              </a:ext>
            </a:extLst>
          </p:cNvPr>
          <p:cNvSpPr/>
          <p:nvPr/>
        </p:nvSpPr>
        <p:spPr>
          <a:xfrm>
            <a:off x="1887374" y="3420900"/>
            <a:ext cx="2291011" cy="1681163"/>
          </a:xfrm>
          <a:prstGeom prst="roundRect">
            <a:avLst/>
          </a:prstGeom>
          <a:solidFill>
            <a:schemeClr val="accent1"/>
          </a:solidFill>
          <a:ln w="12700" cap="flat">
            <a:solidFill>
              <a:srgbClr val="262626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37" name="Freeform 636">
            <a:extLst>
              <a:ext uri="{FF2B5EF4-FFF2-40B4-BE49-F238E27FC236}">
                <a16:creationId xmlns:a16="http://schemas.microsoft.com/office/drawing/2014/main" id="{E9EF554E-968D-8848-938B-FF329FB77DB1}"/>
              </a:ext>
            </a:extLst>
          </p:cNvPr>
          <p:cNvSpPr/>
          <p:nvPr/>
        </p:nvSpPr>
        <p:spPr>
          <a:xfrm>
            <a:off x="2506113" y="3844617"/>
            <a:ext cx="1025864" cy="834974"/>
          </a:xfrm>
          <a:custGeom>
            <a:avLst/>
            <a:gdLst>
              <a:gd name="connsiteX0" fmla="*/ 36539 w 1025864"/>
              <a:gd name="connsiteY0" fmla="*/ 714090 h 834974"/>
              <a:gd name="connsiteX1" fmla="*/ 27829 w 1025864"/>
              <a:gd name="connsiteY1" fmla="*/ 719009 h 834974"/>
              <a:gd name="connsiteX2" fmla="*/ 27829 w 1025864"/>
              <a:gd name="connsiteY2" fmla="*/ 727616 h 834974"/>
              <a:gd name="connsiteX3" fmla="*/ 50225 w 1025864"/>
              <a:gd name="connsiteY3" fmla="*/ 754667 h 834974"/>
              <a:gd name="connsiteX4" fmla="*/ 159714 w 1025864"/>
              <a:gd name="connsiteY4" fmla="*/ 806311 h 834974"/>
              <a:gd name="connsiteX5" fmla="*/ 863930 w 1025864"/>
              <a:gd name="connsiteY5" fmla="*/ 806311 h 834974"/>
              <a:gd name="connsiteX6" fmla="*/ 974663 w 1025864"/>
              <a:gd name="connsiteY6" fmla="*/ 754667 h 834974"/>
              <a:gd name="connsiteX7" fmla="*/ 997059 w 1025864"/>
              <a:gd name="connsiteY7" fmla="*/ 727616 h 834974"/>
              <a:gd name="connsiteX8" fmla="*/ 997059 w 1025864"/>
              <a:gd name="connsiteY8" fmla="*/ 719009 h 834974"/>
              <a:gd name="connsiteX9" fmla="*/ 988350 w 1025864"/>
              <a:gd name="connsiteY9" fmla="*/ 714090 h 834974"/>
              <a:gd name="connsiteX10" fmla="*/ 591451 w 1025864"/>
              <a:gd name="connsiteY10" fmla="*/ 714090 h 834974"/>
              <a:gd name="connsiteX11" fmla="*/ 559102 w 1025864"/>
              <a:gd name="connsiteY11" fmla="*/ 733764 h 834974"/>
              <a:gd name="connsiteX12" fmla="*/ 513066 w 1025864"/>
              <a:gd name="connsiteY12" fmla="*/ 762045 h 834974"/>
              <a:gd name="connsiteX13" fmla="*/ 464543 w 1025864"/>
              <a:gd name="connsiteY13" fmla="*/ 733764 h 834974"/>
              <a:gd name="connsiteX14" fmla="*/ 434682 w 1025864"/>
              <a:gd name="connsiteY14" fmla="*/ 714090 h 834974"/>
              <a:gd name="connsiteX15" fmla="*/ 706787 w 1025864"/>
              <a:gd name="connsiteY15" fmla="*/ 529648 h 834974"/>
              <a:gd name="connsiteX16" fmla="*/ 706787 w 1025864"/>
              <a:gd name="connsiteY16" fmla="*/ 563931 h 834974"/>
              <a:gd name="connsiteX17" fmla="*/ 742485 w 1025864"/>
              <a:gd name="connsiteY17" fmla="*/ 599437 h 834974"/>
              <a:gd name="connsiteX18" fmla="*/ 774490 w 1025864"/>
              <a:gd name="connsiteY18" fmla="*/ 599437 h 834974"/>
              <a:gd name="connsiteX19" fmla="*/ 810188 w 1025864"/>
              <a:gd name="connsiteY19" fmla="*/ 563931 h 834974"/>
              <a:gd name="connsiteX20" fmla="*/ 810188 w 1025864"/>
              <a:gd name="connsiteY20" fmla="*/ 529648 h 834974"/>
              <a:gd name="connsiteX21" fmla="*/ 496874 w 1025864"/>
              <a:gd name="connsiteY21" fmla="*/ 441166 h 834974"/>
              <a:gd name="connsiteX22" fmla="*/ 427727 w 1025864"/>
              <a:gd name="connsiteY22" fmla="*/ 533403 h 834974"/>
              <a:gd name="connsiteX23" fmla="*/ 427727 w 1025864"/>
              <a:gd name="connsiteY23" fmla="*/ 534633 h 834974"/>
              <a:gd name="connsiteX24" fmla="*/ 566021 w 1025864"/>
              <a:gd name="connsiteY24" fmla="*/ 534633 h 834974"/>
              <a:gd name="connsiteX25" fmla="*/ 567256 w 1025864"/>
              <a:gd name="connsiteY25" fmla="*/ 533403 h 834974"/>
              <a:gd name="connsiteX26" fmla="*/ 498109 w 1025864"/>
              <a:gd name="connsiteY26" fmla="*/ 441166 h 834974"/>
              <a:gd name="connsiteX27" fmla="*/ 496868 w 1025864"/>
              <a:gd name="connsiteY27" fmla="*/ 413749 h 834974"/>
              <a:gd name="connsiteX28" fmla="*/ 519149 w 1025864"/>
              <a:gd name="connsiteY28" fmla="*/ 426108 h 834974"/>
              <a:gd name="connsiteX29" fmla="*/ 588466 w 1025864"/>
              <a:gd name="connsiteY29" fmla="*/ 517560 h 834974"/>
              <a:gd name="connsiteX30" fmla="*/ 590942 w 1025864"/>
              <a:gd name="connsiteY30" fmla="*/ 545984 h 834974"/>
              <a:gd name="connsiteX31" fmla="*/ 566185 w 1025864"/>
              <a:gd name="connsiteY31" fmla="*/ 562050 h 834974"/>
              <a:gd name="connsiteX32" fmla="*/ 427551 w 1025864"/>
              <a:gd name="connsiteY32" fmla="*/ 562050 h 834974"/>
              <a:gd name="connsiteX33" fmla="*/ 402795 w 1025864"/>
              <a:gd name="connsiteY33" fmla="*/ 545984 h 834974"/>
              <a:gd name="connsiteX34" fmla="*/ 406508 w 1025864"/>
              <a:gd name="connsiteY34" fmla="*/ 517560 h 834974"/>
              <a:gd name="connsiteX35" fmla="*/ 475825 w 1025864"/>
              <a:gd name="connsiteY35" fmla="*/ 426108 h 834974"/>
              <a:gd name="connsiteX36" fmla="*/ 496868 w 1025864"/>
              <a:gd name="connsiteY36" fmla="*/ 413749 h 834974"/>
              <a:gd name="connsiteX37" fmla="*/ 489322 w 1025864"/>
              <a:gd name="connsiteY37" fmla="*/ 316527 h 834974"/>
              <a:gd name="connsiteX38" fmla="*/ 233386 w 1025864"/>
              <a:gd name="connsiteY38" fmla="*/ 599437 h 834974"/>
              <a:gd name="connsiteX39" fmla="*/ 690592 w 1025864"/>
              <a:gd name="connsiteY39" fmla="*/ 599437 h 834974"/>
              <a:gd name="connsiteX40" fmla="*/ 679410 w 1025864"/>
              <a:gd name="connsiteY40" fmla="*/ 563453 h 834974"/>
              <a:gd name="connsiteX41" fmla="*/ 679410 w 1025864"/>
              <a:gd name="connsiteY41" fmla="*/ 510097 h 834974"/>
              <a:gd name="connsiteX42" fmla="*/ 505473 w 1025864"/>
              <a:gd name="connsiteY42" fmla="*/ 316527 h 834974"/>
              <a:gd name="connsiteX43" fmla="*/ 489322 w 1025864"/>
              <a:gd name="connsiteY43" fmla="*/ 316527 h 834974"/>
              <a:gd name="connsiteX44" fmla="*/ 742293 w 1025864"/>
              <a:gd name="connsiteY44" fmla="*/ 209367 h 834974"/>
              <a:gd name="connsiteX45" fmla="*/ 755374 w 1025864"/>
              <a:gd name="connsiteY45" fmla="*/ 221770 h 834974"/>
              <a:gd name="connsiteX46" fmla="*/ 755374 w 1025864"/>
              <a:gd name="connsiteY46" fmla="*/ 456186 h 834974"/>
              <a:gd name="connsiteX47" fmla="*/ 742293 w 1025864"/>
              <a:gd name="connsiteY47" fmla="*/ 469829 h 834974"/>
              <a:gd name="connsiteX48" fmla="*/ 729212 w 1025864"/>
              <a:gd name="connsiteY48" fmla="*/ 456186 h 834974"/>
              <a:gd name="connsiteX49" fmla="*/ 729212 w 1025864"/>
              <a:gd name="connsiteY49" fmla="*/ 221770 h 834974"/>
              <a:gd name="connsiteX50" fmla="*/ 742293 w 1025864"/>
              <a:gd name="connsiteY50" fmla="*/ 209367 h 834974"/>
              <a:gd name="connsiteX51" fmla="*/ 380385 w 1025864"/>
              <a:gd name="connsiteY51" fmla="*/ 203136 h 834974"/>
              <a:gd name="connsiteX52" fmla="*/ 380385 w 1025864"/>
              <a:gd name="connsiteY52" fmla="*/ 396644 h 834974"/>
              <a:gd name="connsiteX53" fmla="*/ 469710 w 1025864"/>
              <a:gd name="connsiteY53" fmla="*/ 298649 h 834974"/>
              <a:gd name="connsiteX54" fmla="*/ 497004 w 1025864"/>
              <a:gd name="connsiteY54" fmla="*/ 286245 h 834974"/>
              <a:gd name="connsiteX55" fmla="*/ 524297 w 1025864"/>
              <a:gd name="connsiteY55" fmla="*/ 298649 h 834974"/>
              <a:gd name="connsiteX56" fmla="*/ 679375 w 1025864"/>
              <a:gd name="connsiteY56" fmla="*/ 469829 h 834974"/>
              <a:gd name="connsiteX57" fmla="*/ 679375 w 1025864"/>
              <a:gd name="connsiteY57" fmla="*/ 203136 h 834974"/>
              <a:gd name="connsiteX58" fmla="*/ 187186 w 1025864"/>
              <a:gd name="connsiteY58" fmla="*/ 203136 h 834974"/>
              <a:gd name="connsiteX59" fmla="*/ 120019 w 1025864"/>
              <a:gd name="connsiteY59" fmla="*/ 271519 h 834974"/>
              <a:gd name="connsiteX60" fmla="*/ 120019 w 1025864"/>
              <a:gd name="connsiteY60" fmla="*/ 685544 h 834974"/>
              <a:gd name="connsiteX61" fmla="*/ 434706 w 1025864"/>
              <a:gd name="connsiteY61" fmla="*/ 685544 h 834974"/>
              <a:gd name="connsiteX62" fmla="*/ 489435 w 1025864"/>
              <a:gd name="connsiteY62" fmla="*/ 720356 h 834974"/>
              <a:gd name="connsiteX63" fmla="*/ 513067 w 1025864"/>
              <a:gd name="connsiteY63" fmla="*/ 735276 h 834974"/>
              <a:gd name="connsiteX64" fmla="*/ 535456 w 1025864"/>
              <a:gd name="connsiteY64" fmla="*/ 720356 h 834974"/>
              <a:gd name="connsiteX65" fmla="*/ 591428 w 1025864"/>
              <a:gd name="connsiteY65" fmla="*/ 685544 h 834974"/>
              <a:gd name="connsiteX66" fmla="*/ 907359 w 1025864"/>
              <a:gd name="connsiteY66" fmla="*/ 685544 h 834974"/>
              <a:gd name="connsiteX67" fmla="*/ 907359 w 1025864"/>
              <a:gd name="connsiteY67" fmla="*/ 271519 h 834974"/>
              <a:gd name="connsiteX68" fmla="*/ 838949 w 1025864"/>
              <a:gd name="connsiteY68" fmla="*/ 203136 h 834974"/>
              <a:gd name="connsiteX69" fmla="*/ 836461 w 1025864"/>
              <a:gd name="connsiteY69" fmla="*/ 203136 h 834974"/>
              <a:gd name="connsiteX70" fmla="*/ 836461 w 1025864"/>
              <a:gd name="connsiteY70" fmla="*/ 563698 h 834974"/>
              <a:gd name="connsiteX71" fmla="*/ 774270 w 1025864"/>
              <a:gd name="connsiteY71" fmla="*/ 627108 h 834974"/>
              <a:gd name="connsiteX72" fmla="*/ 741931 w 1025864"/>
              <a:gd name="connsiteY72" fmla="*/ 627108 h 834974"/>
              <a:gd name="connsiteX73" fmla="*/ 203355 w 1025864"/>
              <a:gd name="connsiteY73" fmla="*/ 627108 h 834974"/>
              <a:gd name="connsiteX74" fmla="*/ 199624 w 1025864"/>
              <a:gd name="connsiteY74" fmla="*/ 627108 h 834974"/>
              <a:gd name="connsiteX75" fmla="*/ 199624 w 1025864"/>
              <a:gd name="connsiteY75" fmla="*/ 625864 h 834974"/>
              <a:gd name="connsiteX76" fmla="*/ 195892 w 1025864"/>
              <a:gd name="connsiteY76" fmla="*/ 624621 h 834974"/>
              <a:gd name="connsiteX77" fmla="*/ 193405 w 1025864"/>
              <a:gd name="connsiteY77" fmla="*/ 622134 h 834974"/>
              <a:gd name="connsiteX78" fmla="*/ 192161 w 1025864"/>
              <a:gd name="connsiteY78" fmla="*/ 619648 h 834974"/>
              <a:gd name="connsiteX79" fmla="*/ 189673 w 1025864"/>
              <a:gd name="connsiteY79" fmla="*/ 614674 h 834974"/>
              <a:gd name="connsiteX80" fmla="*/ 189673 w 1025864"/>
              <a:gd name="connsiteY80" fmla="*/ 613431 h 834974"/>
              <a:gd name="connsiteX81" fmla="*/ 189673 w 1025864"/>
              <a:gd name="connsiteY81" fmla="*/ 203136 h 834974"/>
              <a:gd name="connsiteX82" fmla="*/ 706786 w 1025864"/>
              <a:gd name="connsiteY82" fmla="*/ 170734 h 834974"/>
              <a:gd name="connsiteX83" fmla="*/ 706786 w 1025864"/>
              <a:gd name="connsiteY83" fmla="*/ 502231 h 834974"/>
              <a:gd name="connsiteX84" fmla="*/ 810187 w 1025864"/>
              <a:gd name="connsiteY84" fmla="*/ 502231 h 834974"/>
              <a:gd name="connsiteX85" fmla="*/ 810187 w 1025864"/>
              <a:gd name="connsiteY85" fmla="*/ 170734 h 834974"/>
              <a:gd name="connsiteX86" fmla="*/ 758488 w 1025864"/>
              <a:gd name="connsiteY86" fmla="*/ 53588 h 834974"/>
              <a:gd name="connsiteX87" fmla="*/ 708018 w 1025864"/>
              <a:gd name="connsiteY87" fmla="*/ 139612 h 834974"/>
              <a:gd name="connsiteX88" fmla="*/ 708018 w 1025864"/>
              <a:gd name="connsiteY88" fmla="*/ 142070 h 834974"/>
              <a:gd name="connsiteX89" fmla="*/ 810188 w 1025864"/>
              <a:gd name="connsiteY89" fmla="*/ 142070 h 834974"/>
              <a:gd name="connsiteX90" fmla="*/ 808957 w 1025864"/>
              <a:gd name="connsiteY90" fmla="*/ 139612 h 834974"/>
              <a:gd name="connsiteX91" fmla="*/ 235707 w 1025864"/>
              <a:gd name="connsiteY91" fmla="*/ 27418 h 834974"/>
              <a:gd name="connsiteX92" fmla="*/ 217190 w 1025864"/>
              <a:gd name="connsiteY92" fmla="*/ 46069 h 834974"/>
              <a:gd name="connsiteX93" fmla="*/ 217190 w 1025864"/>
              <a:gd name="connsiteY93" fmla="*/ 121918 h 834974"/>
              <a:gd name="connsiteX94" fmla="*/ 244348 w 1025864"/>
              <a:gd name="connsiteY94" fmla="*/ 121918 h 834974"/>
              <a:gd name="connsiteX95" fmla="*/ 257927 w 1025864"/>
              <a:gd name="connsiteY95" fmla="*/ 135595 h 834974"/>
              <a:gd name="connsiteX96" fmla="*/ 244348 w 1025864"/>
              <a:gd name="connsiteY96" fmla="*/ 149273 h 834974"/>
              <a:gd name="connsiteX97" fmla="*/ 217190 w 1025864"/>
              <a:gd name="connsiteY97" fmla="*/ 149273 h 834974"/>
              <a:gd name="connsiteX98" fmla="*/ 217190 w 1025864"/>
              <a:gd name="connsiteY98" fmla="*/ 203983 h 834974"/>
              <a:gd name="connsiteX99" fmla="*/ 244348 w 1025864"/>
              <a:gd name="connsiteY99" fmla="*/ 203983 h 834974"/>
              <a:gd name="connsiteX100" fmla="*/ 257927 w 1025864"/>
              <a:gd name="connsiteY100" fmla="*/ 217661 h 834974"/>
              <a:gd name="connsiteX101" fmla="*/ 244348 w 1025864"/>
              <a:gd name="connsiteY101" fmla="*/ 230095 h 834974"/>
              <a:gd name="connsiteX102" fmla="*/ 217190 w 1025864"/>
              <a:gd name="connsiteY102" fmla="*/ 230095 h 834974"/>
              <a:gd name="connsiteX103" fmla="*/ 217190 w 1025864"/>
              <a:gd name="connsiteY103" fmla="*/ 284805 h 834974"/>
              <a:gd name="connsiteX104" fmla="*/ 244348 w 1025864"/>
              <a:gd name="connsiteY104" fmla="*/ 284805 h 834974"/>
              <a:gd name="connsiteX105" fmla="*/ 257927 w 1025864"/>
              <a:gd name="connsiteY105" fmla="*/ 298483 h 834974"/>
              <a:gd name="connsiteX106" fmla="*/ 244348 w 1025864"/>
              <a:gd name="connsiteY106" fmla="*/ 310917 h 834974"/>
              <a:gd name="connsiteX107" fmla="*/ 217190 w 1025864"/>
              <a:gd name="connsiteY107" fmla="*/ 310917 h 834974"/>
              <a:gd name="connsiteX108" fmla="*/ 217190 w 1025864"/>
              <a:gd name="connsiteY108" fmla="*/ 366871 h 834974"/>
              <a:gd name="connsiteX109" fmla="*/ 244348 w 1025864"/>
              <a:gd name="connsiteY109" fmla="*/ 366871 h 834974"/>
              <a:gd name="connsiteX110" fmla="*/ 257927 w 1025864"/>
              <a:gd name="connsiteY110" fmla="*/ 380548 h 834974"/>
              <a:gd name="connsiteX111" fmla="*/ 244348 w 1025864"/>
              <a:gd name="connsiteY111" fmla="*/ 392982 h 834974"/>
              <a:gd name="connsiteX112" fmla="*/ 217190 w 1025864"/>
              <a:gd name="connsiteY112" fmla="*/ 392982 h 834974"/>
              <a:gd name="connsiteX113" fmla="*/ 217190 w 1025864"/>
              <a:gd name="connsiteY113" fmla="*/ 578251 h 834974"/>
              <a:gd name="connsiteX114" fmla="*/ 352981 w 1025864"/>
              <a:gd name="connsiteY114" fmla="*/ 426555 h 834974"/>
              <a:gd name="connsiteX115" fmla="*/ 352981 w 1025864"/>
              <a:gd name="connsiteY115" fmla="*/ 46069 h 834974"/>
              <a:gd name="connsiteX116" fmla="*/ 334464 w 1025864"/>
              <a:gd name="connsiteY116" fmla="*/ 27418 h 834974"/>
              <a:gd name="connsiteX117" fmla="*/ 235591 w 1025864"/>
              <a:gd name="connsiteY117" fmla="*/ 0 h 834974"/>
              <a:gd name="connsiteX118" fmla="*/ 335134 w 1025864"/>
              <a:gd name="connsiteY118" fmla="*/ 0 h 834974"/>
              <a:gd name="connsiteX119" fmla="*/ 379928 w 1025864"/>
              <a:gd name="connsiteY119" fmla="*/ 46042 h 834974"/>
              <a:gd name="connsiteX120" fmla="*/ 379928 w 1025864"/>
              <a:gd name="connsiteY120" fmla="*/ 176701 h 834974"/>
              <a:gd name="connsiteX121" fmla="*/ 679799 w 1025864"/>
              <a:gd name="connsiteY121" fmla="*/ 176701 h 834974"/>
              <a:gd name="connsiteX122" fmla="*/ 679799 w 1025864"/>
              <a:gd name="connsiteY122" fmla="*/ 146836 h 834974"/>
              <a:gd name="connsiteX123" fmla="*/ 679799 w 1025864"/>
              <a:gd name="connsiteY123" fmla="*/ 144347 h 834974"/>
              <a:gd name="connsiteX124" fmla="*/ 683532 w 1025864"/>
              <a:gd name="connsiteY124" fmla="*/ 126926 h 834974"/>
              <a:gd name="connsiteX125" fmla="*/ 738280 w 1025864"/>
              <a:gd name="connsiteY125" fmla="*/ 34843 h 834974"/>
              <a:gd name="connsiteX126" fmla="*/ 758189 w 1025864"/>
              <a:gd name="connsiteY126" fmla="*/ 22399 h 834974"/>
              <a:gd name="connsiteX127" fmla="*/ 778097 w 1025864"/>
              <a:gd name="connsiteY127" fmla="*/ 34843 h 834974"/>
              <a:gd name="connsiteX128" fmla="*/ 832846 w 1025864"/>
              <a:gd name="connsiteY128" fmla="*/ 126926 h 834974"/>
              <a:gd name="connsiteX129" fmla="*/ 836579 w 1025864"/>
              <a:gd name="connsiteY129" fmla="*/ 144347 h 834974"/>
              <a:gd name="connsiteX130" fmla="*/ 836579 w 1025864"/>
              <a:gd name="connsiteY130" fmla="*/ 146836 h 834974"/>
              <a:gd name="connsiteX131" fmla="*/ 836579 w 1025864"/>
              <a:gd name="connsiteY131" fmla="*/ 176701 h 834974"/>
              <a:gd name="connsiteX132" fmla="*/ 839067 w 1025864"/>
              <a:gd name="connsiteY132" fmla="*/ 176701 h 834974"/>
              <a:gd name="connsiteX133" fmla="*/ 934877 w 1025864"/>
              <a:gd name="connsiteY133" fmla="*/ 271273 h 834974"/>
              <a:gd name="connsiteX134" fmla="*/ 934877 w 1025864"/>
              <a:gd name="connsiteY134" fmla="*/ 685650 h 834974"/>
              <a:gd name="connsiteX135" fmla="*/ 988381 w 1025864"/>
              <a:gd name="connsiteY135" fmla="*/ 685650 h 834974"/>
              <a:gd name="connsiteX136" fmla="*/ 1021976 w 1025864"/>
              <a:gd name="connsiteY136" fmla="*/ 706804 h 834974"/>
              <a:gd name="connsiteX137" fmla="*/ 1018243 w 1025864"/>
              <a:gd name="connsiteY137" fmla="*/ 742891 h 834974"/>
              <a:gd name="connsiteX138" fmla="*/ 995846 w 1025864"/>
              <a:gd name="connsiteY138" fmla="*/ 771511 h 834974"/>
              <a:gd name="connsiteX139" fmla="*/ 863953 w 1025864"/>
              <a:gd name="connsiteY139" fmla="*/ 834974 h 834974"/>
              <a:gd name="connsiteX140" fmla="*/ 159690 w 1025864"/>
              <a:gd name="connsiteY140" fmla="*/ 834974 h 834974"/>
              <a:gd name="connsiteX141" fmla="*/ 29041 w 1025864"/>
              <a:gd name="connsiteY141" fmla="*/ 771511 h 834974"/>
              <a:gd name="connsiteX142" fmla="*/ 7888 w 1025864"/>
              <a:gd name="connsiteY142" fmla="*/ 742891 h 834974"/>
              <a:gd name="connsiteX143" fmla="*/ 2911 w 1025864"/>
              <a:gd name="connsiteY143" fmla="*/ 706804 h 834974"/>
              <a:gd name="connsiteX144" fmla="*/ 36506 w 1025864"/>
              <a:gd name="connsiteY144" fmla="*/ 685650 h 834974"/>
              <a:gd name="connsiteX145" fmla="*/ 92499 w 1025864"/>
              <a:gd name="connsiteY145" fmla="*/ 685650 h 834974"/>
              <a:gd name="connsiteX146" fmla="*/ 92499 w 1025864"/>
              <a:gd name="connsiteY146" fmla="*/ 271273 h 834974"/>
              <a:gd name="connsiteX147" fmla="*/ 187064 w 1025864"/>
              <a:gd name="connsiteY147" fmla="*/ 176701 h 834974"/>
              <a:gd name="connsiteX148" fmla="*/ 189553 w 1025864"/>
              <a:gd name="connsiteY148" fmla="*/ 176701 h 834974"/>
              <a:gd name="connsiteX149" fmla="*/ 189553 w 1025864"/>
              <a:gd name="connsiteY149" fmla="*/ 46042 h 834974"/>
              <a:gd name="connsiteX150" fmla="*/ 235591 w 1025864"/>
              <a:gd name="connsiteY150" fmla="*/ 0 h 83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1025864" h="834974">
                <a:moveTo>
                  <a:pt x="36539" y="714090"/>
                </a:moveTo>
                <a:cubicBezTo>
                  <a:pt x="30318" y="714090"/>
                  <a:pt x="27829" y="719009"/>
                  <a:pt x="27829" y="719009"/>
                </a:cubicBezTo>
                <a:cubicBezTo>
                  <a:pt x="26585" y="720238"/>
                  <a:pt x="25341" y="723927"/>
                  <a:pt x="27829" y="727616"/>
                </a:cubicBezTo>
                <a:lnTo>
                  <a:pt x="50225" y="754667"/>
                </a:lnTo>
                <a:cubicBezTo>
                  <a:pt x="76353" y="787867"/>
                  <a:pt x="117412" y="806311"/>
                  <a:pt x="159714" y="806311"/>
                </a:cubicBezTo>
                <a:lnTo>
                  <a:pt x="863930" y="806311"/>
                </a:lnTo>
                <a:cubicBezTo>
                  <a:pt x="907477" y="806311"/>
                  <a:pt x="948535" y="787867"/>
                  <a:pt x="974663" y="754667"/>
                </a:cubicBezTo>
                <a:lnTo>
                  <a:pt x="997059" y="727616"/>
                </a:lnTo>
                <a:cubicBezTo>
                  <a:pt x="999547" y="723927"/>
                  <a:pt x="998303" y="720238"/>
                  <a:pt x="997059" y="719009"/>
                </a:cubicBezTo>
                <a:cubicBezTo>
                  <a:pt x="997059" y="719009"/>
                  <a:pt x="994571" y="714090"/>
                  <a:pt x="988350" y="714090"/>
                </a:cubicBezTo>
                <a:lnTo>
                  <a:pt x="591451" y="714090"/>
                </a:lnTo>
                <a:cubicBezTo>
                  <a:pt x="577765" y="714090"/>
                  <a:pt x="565323" y="721468"/>
                  <a:pt x="559102" y="733764"/>
                </a:cubicBezTo>
                <a:cubicBezTo>
                  <a:pt x="551636" y="750979"/>
                  <a:pt x="532973" y="762045"/>
                  <a:pt x="513066" y="762045"/>
                </a:cubicBezTo>
                <a:cubicBezTo>
                  <a:pt x="491915" y="762045"/>
                  <a:pt x="473252" y="750979"/>
                  <a:pt x="464543" y="733764"/>
                </a:cubicBezTo>
                <a:cubicBezTo>
                  <a:pt x="459566" y="721468"/>
                  <a:pt x="447124" y="714090"/>
                  <a:pt x="434682" y="714090"/>
                </a:cubicBezTo>
                <a:close/>
                <a:moveTo>
                  <a:pt x="706787" y="529648"/>
                </a:moveTo>
                <a:lnTo>
                  <a:pt x="706787" y="563931"/>
                </a:lnTo>
                <a:cubicBezTo>
                  <a:pt x="706787" y="583520"/>
                  <a:pt x="722790" y="599437"/>
                  <a:pt x="742485" y="599437"/>
                </a:cubicBezTo>
                <a:lnTo>
                  <a:pt x="774490" y="599437"/>
                </a:lnTo>
                <a:cubicBezTo>
                  <a:pt x="794186" y="599437"/>
                  <a:pt x="810188" y="583520"/>
                  <a:pt x="810188" y="563931"/>
                </a:cubicBezTo>
                <a:lnTo>
                  <a:pt x="810188" y="529648"/>
                </a:lnTo>
                <a:close/>
                <a:moveTo>
                  <a:pt x="496874" y="441166"/>
                </a:moveTo>
                <a:lnTo>
                  <a:pt x="427727" y="533403"/>
                </a:lnTo>
                <a:lnTo>
                  <a:pt x="427727" y="534633"/>
                </a:lnTo>
                <a:lnTo>
                  <a:pt x="566021" y="534633"/>
                </a:lnTo>
                <a:lnTo>
                  <a:pt x="567256" y="533403"/>
                </a:lnTo>
                <a:lnTo>
                  <a:pt x="498109" y="441166"/>
                </a:lnTo>
                <a:close/>
                <a:moveTo>
                  <a:pt x="496868" y="413749"/>
                </a:moveTo>
                <a:cubicBezTo>
                  <a:pt x="505533" y="413749"/>
                  <a:pt x="514197" y="418693"/>
                  <a:pt x="519149" y="426108"/>
                </a:cubicBezTo>
                <a:lnTo>
                  <a:pt x="588466" y="517560"/>
                </a:lnTo>
                <a:cubicBezTo>
                  <a:pt x="594655" y="526211"/>
                  <a:pt x="595893" y="536098"/>
                  <a:pt x="590942" y="545984"/>
                </a:cubicBezTo>
                <a:cubicBezTo>
                  <a:pt x="585990" y="555871"/>
                  <a:pt x="577326" y="562050"/>
                  <a:pt x="566185" y="562050"/>
                </a:cubicBezTo>
                <a:lnTo>
                  <a:pt x="427551" y="562050"/>
                </a:lnTo>
                <a:cubicBezTo>
                  <a:pt x="417648" y="562050"/>
                  <a:pt x="407746" y="555871"/>
                  <a:pt x="402795" y="545984"/>
                </a:cubicBezTo>
                <a:cubicBezTo>
                  <a:pt x="399081" y="536098"/>
                  <a:pt x="400319" y="526211"/>
                  <a:pt x="406508" y="517560"/>
                </a:cubicBezTo>
                <a:lnTo>
                  <a:pt x="475825" y="426108"/>
                </a:lnTo>
                <a:cubicBezTo>
                  <a:pt x="480777" y="418693"/>
                  <a:pt x="488203" y="413749"/>
                  <a:pt x="496868" y="413749"/>
                </a:cubicBezTo>
                <a:close/>
                <a:moveTo>
                  <a:pt x="489322" y="316527"/>
                </a:moveTo>
                <a:lnTo>
                  <a:pt x="233386" y="599437"/>
                </a:lnTo>
                <a:lnTo>
                  <a:pt x="690592" y="599437"/>
                </a:lnTo>
                <a:cubicBezTo>
                  <a:pt x="683138" y="589511"/>
                  <a:pt x="679410" y="577102"/>
                  <a:pt x="679410" y="563453"/>
                </a:cubicBezTo>
                <a:lnTo>
                  <a:pt x="679410" y="510097"/>
                </a:lnTo>
                <a:lnTo>
                  <a:pt x="505473" y="316527"/>
                </a:lnTo>
                <a:cubicBezTo>
                  <a:pt x="500504" y="311563"/>
                  <a:pt x="493049" y="311563"/>
                  <a:pt x="489322" y="316527"/>
                </a:cubicBezTo>
                <a:close/>
                <a:moveTo>
                  <a:pt x="742293" y="209367"/>
                </a:moveTo>
                <a:cubicBezTo>
                  <a:pt x="749428" y="209367"/>
                  <a:pt x="755374" y="215569"/>
                  <a:pt x="755374" y="221770"/>
                </a:cubicBezTo>
                <a:lnTo>
                  <a:pt x="755374" y="456186"/>
                </a:lnTo>
                <a:cubicBezTo>
                  <a:pt x="755374" y="463628"/>
                  <a:pt x="749428" y="469829"/>
                  <a:pt x="742293" y="469829"/>
                </a:cubicBezTo>
                <a:cubicBezTo>
                  <a:pt x="735158" y="469829"/>
                  <a:pt x="729212" y="463628"/>
                  <a:pt x="729212" y="456186"/>
                </a:cubicBezTo>
                <a:lnTo>
                  <a:pt x="729212" y="221770"/>
                </a:lnTo>
                <a:cubicBezTo>
                  <a:pt x="729212" y="215569"/>
                  <a:pt x="735158" y="209367"/>
                  <a:pt x="742293" y="209367"/>
                </a:cubicBezTo>
                <a:close/>
                <a:moveTo>
                  <a:pt x="380385" y="203136"/>
                </a:moveTo>
                <a:lnTo>
                  <a:pt x="380385" y="396644"/>
                </a:lnTo>
                <a:lnTo>
                  <a:pt x="469710" y="298649"/>
                </a:lnTo>
                <a:cubicBezTo>
                  <a:pt x="475913" y="289966"/>
                  <a:pt x="485838" y="286245"/>
                  <a:pt x="497004" y="286245"/>
                </a:cubicBezTo>
                <a:cubicBezTo>
                  <a:pt x="508169" y="286245"/>
                  <a:pt x="518094" y="289966"/>
                  <a:pt x="524297" y="298649"/>
                </a:cubicBezTo>
                <a:lnTo>
                  <a:pt x="679375" y="469829"/>
                </a:lnTo>
                <a:lnTo>
                  <a:pt x="679375" y="203136"/>
                </a:lnTo>
                <a:close/>
                <a:moveTo>
                  <a:pt x="187186" y="203136"/>
                </a:moveTo>
                <a:cubicBezTo>
                  <a:pt x="149871" y="203136"/>
                  <a:pt x="120019" y="232976"/>
                  <a:pt x="120019" y="271519"/>
                </a:cubicBezTo>
                <a:lnTo>
                  <a:pt x="120019" y="685544"/>
                </a:lnTo>
                <a:lnTo>
                  <a:pt x="434706" y="685544"/>
                </a:lnTo>
                <a:cubicBezTo>
                  <a:pt x="458339" y="685544"/>
                  <a:pt x="479484" y="699220"/>
                  <a:pt x="489435" y="720356"/>
                </a:cubicBezTo>
                <a:cubicBezTo>
                  <a:pt x="493166" y="730303"/>
                  <a:pt x="501873" y="735276"/>
                  <a:pt x="513067" y="735276"/>
                </a:cubicBezTo>
                <a:cubicBezTo>
                  <a:pt x="523018" y="735276"/>
                  <a:pt x="531725" y="730303"/>
                  <a:pt x="535456" y="720356"/>
                </a:cubicBezTo>
                <a:cubicBezTo>
                  <a:pt x="545407" y="699220"/>
                  <a:pt x="566552" y="685544"/>
                  <a:pt x="591428" y="685544"/>
                </a:cubicBezTo>
                <a:lnTo>
                  <a:pt x="907359" y="685544"/>
                </a:lnTo>
                <a:lnTo>
                  <a:pt x="907359" y="271519"/>
                </a:lnTo>
                <a:cubicBezTo>
                  <a:pt x="907359" y="232976"/>
                  <a:pt x="877507" y="203136"/>
                  <a:pt x="838949" y="203136"/>
                </a:cubicBezTo>
                <a:lnTo>
                  <a:pt x="836461" y="203136"/>
                </a:lnTo>
                <a:lnTo>
                  <a:pt x="836461" y="563698"/>
                </a:lnTo>
                <a:cubicBezTo>
                  <a:pt x="836461" y="598511"/>
                  <a:pt x="807853" y="627108"/>
                  <a:pt x="774270" y="627108"/>
                </a:cubicBezTo>
                <a:lnTo>
                  <a:pt x="741931" y="627108"/>
                </a:lnTo>
                <a:lnTo>
                  <a:pt x="203355" y="627108"/>
                </a:lnTo>
                <a:cubicBezTo>
                  <a:pt x="202111" y="627108"/>
                  <a:pt x="200868" y="627108"/>
                  <a:pt x="199624" y="627108"/>
                </a:cubicBezTo>
                <a:lnTo>
                  <a:pt x="199624" y="625864"/>
                </a:lnTo>
                <a:cubicBezTo>
                  <a:pt x="198380" y="625864"/>
                  <a:pt x="198380" y="624621"/>
                  <a:pt x="195892" y="624621"/>
                </a:cubicBezTo>
                <a:cubicBezTo>
                  <a:pt x="194649" y="624621"/>
                  <a:pt x="194649" y="623378"/>
                  <a:pt x="193405" y="622134"/>
                </a:cubicBezTo>
                <a:cubicBezTo>
                  <a:pt x="192161" y="620891"/>
                  <a:pt x="192161" y="619648"/>
                  <a:pt x="192161" y="619648"/>
                </a:cubicBezTo>
                <a:cubicBezTo>
                  <a:pt x="190917" y="617161"/>
                  <a:pt x="190917" y="617161"/>
                  <a:pt x="189673" y="614674"/>
                </a:cubicBezTo>
                <a:lnTo>
                  <a:pt x="189673" y="613431"/>
                </a:lnTo>
                <a:lnTo>
                  <a:pt x="189673" y="203136"/>
                </a:lnTo>
                <a:close/>
                <a:moveTo>
                  <a:pt x="706786" y="170734"/>
                </a:moveTo>
                <a:lnTo>
                  <a:pt x="706786" y="502231"/>
                </a:lnTo>
                <a:lnTo>
                  <a:pt x="810187" y="502231"/>
                </a:lnTo>
                <a:lnTo>
                  <a:pt x="810187" y="170734"/>
                </a:lnTo>
                <a:close/>
                <a:moveTo>
                  <a:pt x="758488" y="53588"/>
                </a:moveTo>
                <a:lnTo>
                  <a:pt x="708018" y="139612"/>
                </a:lnTo>
                <a:cubicBezTo>
                  <a:pt x="706787" y="140841"/>
                  <a:pt x="706787" y="142070"/>
                  <a:pt x="708018" y="142070"/>
                </a:cubicBezTo>
                <a:lnTo>
                  <a:pt x="810188" y="142070"/>
                </a:lnTo>
                <a:cubicBezTo>
                  <a:pt x="810188" y="142070"/>
                  <a:pt x="810188" y="140841"/>
                  <a:pt x="808957" y="139612"/>
                </a:cubicBezTo>
                <a:close/>
                <a:moveTo>
                  <a:pt x="235707" y="27418"/>
                </a:moveTo>
                <a:cubicBezTo>
                  <a:pt x="224597" y="27418"/>
                  <a:pt x="217190" y="34879"/>
                  <a:pt x="217190" y="46069"/>
                </a:cubicBezTo>
                <a:lnTo>
                  <a:pt x="217190" y="121918"/>
                </a:lnTo>
                <a:lnTo>
                  <a:pt x="244348" y="121918"/>
                </a:lnTo>
                <a:cubicBezTo>
                  <a:pt x="251755" y="121918"/>
                  <a:pt x="257927" y="128135"/>
                  <a:pt x="257927" y="135595"/>
                </a:cubicBezTo>
                <a:cubicBezTo>
                  <a:pt x="257927" y="143056"/>
                  <a:pt x="251755" y="149273"/>
                  <a:pt x="244348" y="149273"/>
                </a:cubicBezTo>
                <a:lnTo>
                  <a:pt x="217190" y="149273"/>
                </a:lnTo>
                <a:lnTo>
                  <a:pt x="217190" y="203983"/>
                </a:lnTo>
                <a:lnTo>
                  <a:pt x="244348" y="203983"/>
                </a:lnTo>
                <a:cubicBezTo>
                  <a:pt x="251755" y="203983"/>
                  <a:pt x="257927" y="210200"/>
                  <a:pt x="257927" y="217661"/>
                </a:cubicBezTo>
                <a:cubicBezTo>
                  <a:pt x="257927" y="225121"/>
                  <a:pt x="251755" y="230095"/>
                  <a:pt x="244348" y="230095"/>
                </a:cubicBezTo>
                <a:lnTo>
                  <a:pt x="217190" y="230095"/>
                </a:lnTo>
                <a:lnTo>
                  <a:pt x="217190" y="284805"/>
                </a:lnTo>
                <a:lnTo>
                  <a:pt x="244348" y="284805"/>
                </a:lnTo>
                <a:cubicBezTo>
                  <a:pt x="251755" y="284805"/>
                  <a:pt x="257927" y="291022"/>
                  <a:pt x="257927" y="298483"/>
                </a:cubicBezTo>
                <a:cubicBezTo>
                  <a:pt x="257927" y="304700"/>
                  <a:pt x="251755" y="310917"/>
                  <a:pt x="244348" y="310917"/>
                </a:cubicBezTo>
                <a:lnTo>
                  <a:pt x="217190" y="310917"/>
                </a:lnTo>
                <a:lnTo>
                  <a:pt x="217190" y="366871"/>
                </a:lnTo>
                <a:lnTo>
                  <a:pt x="244348" y="366871"/>
                </a:lnTo>
                <a:cubicBezTo>
                  <a:pt x="251755" y="366871"/>
                  <a:pt x="257927" y="371844"/>
                  <a:pt x="257927" y="380548"/>
                </a:cubicBezTo>
                <a:cubicBezTo>
                  <a:pt x="257927" y="386765"/>
                  <a:pt x="251755" y="392982"/>
                  <a:pt x="244348" y="392982"/>
                </a:cubicBezTo>
                <a:lnTo>
                  <a:pt x="217190" y="392982"/>
                </a:lnTo>
                <a:lnTo>
                  <a:pt x="217190" y="578251"/>
                </a:lnTo>
                <a:lnTo>
                  <a:pt x="352981" y="426555"/>
                </a:lnTo>
                <a:lnTo>
                  <a:pt x="352981" y="46069"/>
                </a:lnTo>
                <a:cubicBezTo>
                  <a:pt x="352981" y="34879"/>
                  <a:pt x="344340" y="27418"/>
                  <a:pt x="334464" y="27418"/>
                </a:cubicBezTo>
                <a:close/>
                <a:moveTo>
                  <a:pt x="235591" y="0"/>
                </a:moveTo>
                <a:lnTo>
                  <a:pt x="335134" y="0"/>
                </a:lnTo>
                <a:cubicBezTo>
                  <a:pt x="360019" y="0"/>
                  <a:pt x="379928" y="21154"/>
                  <a:pt x="379928" y="46042"/>
                </a:cubicBezTo>
                <a:lnTo>
                  <a:pt x="379928" y="176701"/>
                </a:lnTo>
                <a:lnTo>
                  <a:pt x="679799" y="176701"/>
                </a:lnTo>
                <a:lnTo>
                  <a:pt x="679799" y="146836"/>
                </a:lnTo>
                <a:cubicBezTo>
                  <a:pt x="679799" y="145592"/>
                  <a:pt x="679799" y="145592"/>
                  <a:pt x="679799" y="144347"/>
                </a:cubicBezTo>
                <a:cubicBezTo>
                  <a:pt x="679799" y="138125"/>
                  <a:pt x="681044" y="133148"/>
                  <a:pt x="683532" y="126926"/>
                </a:cubicBezTo>
                <a:lnTo>
                  <a:pt x="738280" y="34843"/>
                </a:lnTo>
                <a:cubicBezTo>
                  <a:pt x="742013" y="27376"/>
                  <a:pt x="750723" y="22399"/>
                  <a:pt x="758189" y="22399"/>
                </a:cubicBezTo>
                <a:cubicBezTo>
                  <a:pt x="765655" y="22399"/>
                  <a:pt x="773120" y="27376"/>
                  <a:pt x="778097" y="34843"/>
                </a:cubicBezTo>
                <a:lnTo>
                  <a:pt x="832846" y="126926"/>
                </a:lnTo>
                <a:cubicBezTo>
                  <a:pt x="835334" y="133148"/>
                  <a:pt x="836579" y="138125"/>
                  <a:pt x="836579" y="144347"/>
                </a:cubicBezTo>
                <a:cubicBezTo>
                  <a:pt x="836579" y="145592"/>
                  <a:pt x="836579" y="145592"/>
                  <a:pt x="836579" y="146836"/>
                </a:cubicBezTo>
                <a:lnTo>
                  <a:pt x="836579" y="176701"/>
                </a:lnTo>
                <a:lnTo>
                  <a:pt x="839067" y="176701"/>
                </a:lnTo>
                <a:cubicBezTo>
                  <a:pt x="891327" y="176701"/>
                  <a:pt x="934877" y="219010"/>
                  <a:pt x="934877" y="271273"/>
                </a:cubicBezTo>
                <a:lnTo>
                  <a:pt x="934877" y="685650"/>
                </a:lnTo>
                <a:lnTo>
                  <a:pt x="988381" y="685650"/>
                </a:lnTo>
                <a:cubicBezTo>
                  <a:pt x="1002068" y="685650"/>
                  <a:pt x="1015755" y="693116"/>
                  <a:pt x="1021976" y="706804"/>
                </a:cubicBezTo>
                <a:cubicBezTo>
                  <a:pt x="1028198" y="719248"/>
                  <a:pt x="1026953" y="732936"/>
                  <a:pt x="1018243" y="742891"/>
                </a:cubicBezTo>
                <a:lnTo>
                  <a:pt x="995846" y="771511"/>
                </a:lnTo>
                <a:cubicBezTo>
                  <a:pt x="964739" y="811331"/>
                  <a:pt x="916212" y="834974"/>
                  <a:pt x="863953" y="834974"/>
                </a:cubicBezTo>
                <a:lnTo>
                  <a:pt x="159690" y="834974"/>
                </a:lnTo>
                <a:cubicBezTo>
                  <a:pt x="108675" y="834974"/>
                  <a:pt x="60148" y="811331"/>
                  <a:pt x="29041" y="771511"/>
                </a:cubicBezTo>
                <a:lnTo>
                  <a:pt x="7888" y="742891"/>
                </a:lnTo>
                <a:cubicBezTo>
                  <a:pt x="-822" y="732936"/>
                  <a:pt x="-2067" y="719248"/>
                  <a:pt x="2911" y="706804"/>
                </a:cubicBezTo>
                <a:cubicBezTo>
                  <a:pt x="9132" y="693116"/>
                  <a:pt x="21575" y="685650"/>
                  <a:pt x="36506" y="685650"/>
                </a:cubicBezTo>
                <a:lnTo>
                  <a:pt x="92499" y="685650"/>
                </a:lnTo>
                <a:lnTo>
                  <a:pt x="92499" y="271273"/>
                </a:lnTo>
                <a:cubicBezTo>
                  <a:pt x="92499" y="219010"/>
                  <a:pt x="134804" y="176701"/>
                  <a:pt x="187064" y="176701"/>
                </a:cubicBezTo>
                <a:lnTo>
                  <a:pt x="189553" y="176701"/>
                </a:lnTo>
                <a:lnTo>
                  <a:pt x="189553" y="46042"/>
                </a:lnTo>
                <a:cubicBezTo>
                  <a:pt x="189553" y="21154"/>
                  <a:pt x="210706" y="0"/>
                  <a:pt x="235591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55" name="Rounded Rectangle 454">
            <a:extLst>
              <a:ext uri="{FF2B5EF4-FFF2-40B4-BE49-F238E27FC236}">
                <a16:creationId xmlns:a16="http://schemas.microsoft.com/office/drawing/2014/main" id="{3B094BA5-DEF0-1040-9333-F67326A7911D}"/>
              </a:ext>
            </a:extLst>
          </p:cNvPr>
          <p:cNvSpPr/>
          <p:nvPr/>
        </p:nvSpPr>
        <p:spPr>
          <a:xfrm>
            <a:off x="14052534" y="3293784"/>
            <a:ext cx="2291011" cy="1682410"/>
          </a:xfrm>
          <a:prstGeom prst="roundRect">
            <a:avLst/>
          </a:pr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56" name="Freeform 455">
            <a:extLst>
              <a:ext uri="{FF2B5EF4-FFF2-40B4-BE49-F238E27FC236}">
                <a16:creationId xmlns:a16="http://schemas.microsoft.com/office/drawing/2014/main" id="{71A4CD86-CE89-554A-8AE1-17C713BC084E}"/>
              </a:ext>
            </a:extLst>
          </p:cNvPr>
          <p:cNvSpPr/>
          <p:nvPr/>
        </p:nvSpPr>
        <p:spPr>
          <a:xfrm>
            <a:off x="14260578" y="3645221"/>
            <a:ext cx="8229700" cy="211734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07" h="1700">
                <a:moveTo>
                  <a:pt x="6607" y="1700"/>
                </a:moveTo>
                <a:lnTo>
                  <a:pt x="708" y="1700"/>
                </a:lnTo>
                <a:cubicBezTo>
                  <a:pt x="317" y="1700"/>
                  <a:pt x="0" y="1383"/>
                  <a:pt x="0" y="992"/>
                </a:cubicBezTo>
                <a:lnTo>
                  <a:pt x="0" y="0"/>
                </a:lnTo>
                <a:lnTo>
                  <a:pt x="5899" y="0"/>
                </a:lnTo>
                <a:cubicBezTo>
                  <a:pt x="6290" y="0"/>
                  <a:pt x="6607" y="318"/>
                  <a:pt x="6607" y="708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58" name="Rounded Rectangle 457">
            <a:extLst>
              <a:ext uri="{FF2B5EF4-FFF2-40B4-BE49-F238E27FC236}">
                <a16:creationId xmlns:a16="http://schemas.microsoft.com/office/drawing/2014/main" id="{22715E1A-E6D1-C04B-84E9-7B44C1427100}"/>
              </a:ext>
            </a:extLst>
          </p:cNvPr>
          <p:cNvSpPr/>
          <p:nvPr/>
        </p:nvSpPr>
        <p:spPr>
          <a:xfrm>
            <a:off x="13925463" y="3420900"/>
            <a:ext cx="2291011" cy="1681163"/>
          </a:xfrm>
          <a:prstGeom prst="roundRect">
            <a:avLst/>
          </a:prstGeom>
          <a:solidFill>
            <a:schemeClr val="accent1"/>
          </a:solidFill>
          <a:ln w="12700" cap="flat">
            <a:solidFill>
              <a:srgbClr val="262626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42" name="Freeform 641">
            <a:extLst>
              <a:ext uri="{FF2B5EF4-FFF2-40B4-BE49-F238E27FC236}">
                <a16:creationId xmlns:a16="http://schemas.microsoft.com/office/drawing/2014/main" id="{63455BA4-792C-FC49-8961-DED9E8988EF6}"/>
              </a:ext>
            </a:extLst>
          </p:cNvPr>
          <p:cNvSpPr/>
          <p:nvPr/>
        </p:nvSpPr>
        <p:spPr>
          <a:xfrm>
            <a:off x="14559571" y="3777317"/>
            <a:ext cx="1022795" cy="968320"/>
          </a:xfrm>
          <a:custGeom>
            <a:avLst/>
            <a:gdLst>
              <a:gd name="connsiteX0" fmla="*/ 26162 w 1022795"/>
              <a:gd name="connsiteY0" fmla="*/ 829992 h 968320"/>
              <a:gd name="connsiteX1" fmla="*/ 26162 w 1022795"/>
              <a:gd name="connsiteY1" fmla="*/ 902712 h 968320"/>
              <a:gd name="connsiteX2" fmla="*/ 68445 w 1022795"/>
              <a:gd name="connsiteY2" fmla="*/ 942153 h 968320"/>
              <a:gd name="connsiteX3" fmla="*/ 211459 w 1022795"/>
              <a:gd name="connsiteY3" fmla="*/ 942153 h 968320"/>
              <a:gd name="connsiteX4" fmla="*/ 212703 w 1022795"/>
              <a:gd name="connsiteY4" fmla="*/ 942153 h 968320"/>
              <a:gd name="connsiteX5" fmla="*/ 735017 w 1022795"/>
              <a:gd name="connsiteY5" fmla="*/ 942153 h 968320"/>
              <a:gd name="connsiteX6" fmla="*/ 721337 w 1022795"/>
              <a:gd name="connsiteY6" fmla="*/ 902712 h 968320"/>
              <a:gd name="connsiteX7" fmla="*/ 721337 w 1022795"/>
              <a:gd name="connsiteY7" fmla="*/ 829992 h 968320"/>
              <a:gd name="connsiteX8" fmla="*/ 493965 w 1022795"/>
              <a:gd name="connsiteY8" fmla="*/ 457678 h 968320"/>
              <a:gd name="connsiteX9" fmla="*/ 477998 w 1022795"/>
              <a:gd name="connsiteY9" fmla="*/ 462313 h 968320"/>
              <a:gd name="connsiteX10" fmla="*/ 450977 w 1022795"/>
              <a:gd name="connsiteY10" fmla="*/ 473436 h 968320"/>
              <a:gd name="connsiteX11" fmla="*/ 450977 w 1022795"/>
              <a:gd name="connsiteY11" fmla="*/ 606917 h 968320"/>
              <a:gd name="connsiteX12" fmla="*/ 486596 w 1022795"/>
              <a:gd name="connsiteY12" fmla="*/ 569839 h 968320"/>
              <a:gd name="connsiteX13" fmla="*/ 496422 w 1022795"/>
              <a:gd name="connsiteY13" fmla="*/ 564895 h 968320"/>
              <a:gd name="connsiteX14" fmla="*/ 505020 w 1022795"/>
              <a:gd name="connsiteY14" fmla="*/ 569839 h 968320"/>
              <a:gd name="connsiteX15" fmla="*/ 538182 w 1022795"/>
              <a:gd name="connsiteY15" fmla="*/ 605681 h 968320"/>
              <a:gd name="connsiteX16" fmla="*/ 538182 w 1022795"/>
              <a:gd name="connsiteY16" fmla="*/ 473436 h 968320"/>
              <a:gd name="connsiteX17" fmla="*/ 509932 w 1022795"/>
              <a:gd name="connsiteY17" fmla="*/ 462313 h 968320"/>
              <a:gd name="connsiteX18" fmla="*/ 493965 w 1022795"/>
              <a:gd name="connsiteY18" fmla="*/ 457678 h 968320"/>
              <a:gd name="connsiteX19" fmla="*/ 448093 w 1022795"/>
              <a:gd name="connsiteY19" fmla="*/ 200181 h 968320"/>
              <a:gd name="connsiteX20" fmla="*/ 434457 w 1022795"/>
              <a:gd name="connsiteY20" fmla="*/ 203126 h 968320"/>
              <a:gd name="connsiteX21" fmla="*/ 418343 w 1022795"/>
              <a:gd name="connsiteY21" fmla="*/ 235364 h 968320"/>
              <a:gd name="connsiteX22" fmla="*/ 387354 w 1022795"/>
              <a:gd name="connsiteY22" fmla="*/ 294881 h 968320"/>
              <a:gd name="connsiteX23" fmla="*/ 370000 w 1022795"/>
              <a:gd name="connsiteY23" fmla="*/ 323400 h 968320"/>
              <a:gd name="connsiteX24" fmla="*/ 387354 w 1022795"/>
              <a:gd name="connsiteY24" fmla="*/ 351918 h 968320"/>
              <a:gd name="connsiteX25" fmla="*/ 418343 w 1022795"/>
              <a:gd name="connsiteY25" fmla="*/ 410195 h 968320"/>
              <a:gd name="connsiteX26" fmla="*/ 434457 w 1022795"/>
              <a:gd name="connsiteY26" fmla="*/ 442433 h 968320"/>
              <a:gd name="connsiteX27" fmla="*/ 461728 w 1022795"/>
              <a:gd name="connsiteY27" fmla="*/ 439954 h 968320"/>
              <a:gd name="connsiteX28" fmla="*/ 493957 w 1022795"/>
              <a:gd name="connsiteY28" fmla="*/ 428794 h 968320"/>
              <a:gd name="connsiteX29" fmla="*/ 526185 w 1022795"/>
              <a:gd name="connsiteY29" fmla="*/ 439954 h 968320"/>
              <a:gd name="connsiteX30" fmla="*/ 554695 w 1022795"/>
              <a:gd name="connsiteY30" fmla="*/ 442433 h 968320"/>
              <a:gd name="connsiteX31" fmla="*/ 569570 w 1022795"/>
              <a:gd name="connsiteY31" fmla="*/ 410195 h 968320"/>
              <a:gd name="connsiteX32" fmla="*/ 601799 w 1022795"/>
              <a:gd name="connsiteY32" fmla="*/ 351918 h 968320"/>
              <a:gd name="connsiteX33" fmla="*/ 617913 w 1022795"/>
              <a:gd name="connsiteY33" fmla="*/ 323400 h 968320"/>
              <a:gd name="connsiteX34" fmla="*/ 601799 w 1022795"/>
              <a:gd name="connsiteY34" fmla="*/ 294881 h 968320"/>
              <a:gd name="connsiteX35" fmla="*/ 569570 w 1022795"/>
              <a:gd name="connsiteY35" fmla="*/ 235364 h 968320"/>
              <a:gd name="connsiteX36" fmla="*/ 554695 w 1022795"/>
              <a:gd name="connsiteY36" fmla="*/ 203126 h 968320"/>
              <a:gd name="connsiteX37" fmla="*/ 526185 w 1022795"/>
              <a:gd name="connsiteY37" fmla="*/ 205606 h 968320"/>
              <a:gd name="connsiteX38" fmla="*/ 461728 w 1022795"/>
              <a:gd name="connsiteY38" fmla="*/ 205606 h 968320"/>
              <a:gd name="connsiteX39" fmla="*/ 448093 w 1022795"/>
              <a:gd name="connsiteY39" fmla="*/ 200181 h 968320"/>
              <a:gd name="connsiteX40" fmla="*/ 450689 w 1022795"/>
              <a:gd name="connsiteY40" fmla="*/ 174161 h 968320"/>
              <a:gd name="connsiteX41" fmla="*/ 477829 w 1022795"/>
              <a:gd name="connsiteY41" fmla="*/ 185659 h 968320"/>
              <a:gd name="connsiteX42" fmla="*/ 510085 w 1022795"/>
              <a:gd name="connsiteY42" fmla="*/ 185659 h 968320"/>
              <a:gd name="connsiteX43" fmla="*/ 567155 w 1022795"/>
              <a:gd name="connsiteY43" fmla="*/ 179444 h 968320"/>
              <a:gd name="connsiteX44" fmla="*/ 595690 w 1022795"/>
              <a:gd name="connsiteY44" fmla="*/ 237865 h 968320"/>
              <a:gd name="connsiteX45" fmla="*/ 613059 w 1022795"/>
              <a:gd name="connsiteY45" fmla="*/ 270183 h 968320"/>
              <a:gd name="connsiteX46" fmla="*/ 644075 w 1022795"/>
              <a:gd name="connsiteY46" fmla="*/ 323632 h 968320"/>
              <a:gd name="connsiteX47" fmla="*/ 613059 w 1022795"/>
              <a:gd name="connsiteY47" fmla="*/ 375838 h 968320"/>
              <a:gd name="connsiteX48" fmla="*/ 595690 w 1022795"/>
              <a:gd name="connsiteY48" fmla="*/ 408156 h 968320"/>
              <a:gd name="connsiteX49" fmla="*/ 567155 w 1022795"/>
              <a:gd name="connsiteY49" fmla="*/ 466577 h 968320"/>
              <a:gd name="connsiteX50" fmla="*/ 564674 w 1022795"/>
              <a:gd name="connsiteY50" fmla="*/ 467820 h 968320"/>
              <a:gd name="connsiteX51" fmla="*/ 564674 w 1022795"/>
              <a:gd name="connsiteY51" fmla="*/ 640597 h 968320"/>
              <a:gd name="connsiteX52" fmla="*/ 555989 w 1022795"/>
              <a:gd name="connsiteY52" fmla="*/ 651784 h 968320"/>
              <a:gd name="connsiteX53" fmla="*/ 552267 w 1022795"/>
              <a:gd name="connsiteY53" fmla="*/ 654270 h 968320"/>
              <a:gd name="connsiteX54" fmla="*/ 542342 w 1022795"/>
              <a:gd name="connsiteY54" fmla="*/ 649298 h 968320"/>
              <a:gd name="connsiteX55" fmla="*/ 496438 w 1022795"/>
              <a:gd name="connsiteY55" fmla="*/ 598335 h 968320"/>
              <a:gd name="connsiteX56" fmla="*/ 446813 w 1022795"/>
              <a:gd name="connsiteY56" fmla="*/ 649298 h 968320"/>
              <a:gd name="connsiteX57" fmla="*/ 431925 w 1022795"/>
              <a:gd name="connsiteY57" fmla="*/ 651784 h 968320"/>
              <a:gd name="connsiteX58" fmla="*/ 423240 w 1022795"/>
              <a:gd name="connsiteY58" fmla="*/ 640597 h 968320"/>
              <a:gd name="connsiteX59" fmla="*/ 423240 w 1022795"/>
              <a:gd name="connsiteY59" fmla="*/ 467820 h 968320"/>
              <a:gd name="connsiteX60" fmla="*/ 420759 w 1022795"/>
              <a:gd name="connsiteY60" fmla="*/ 466577 h 968320"/>
              <a:gd name="connsiteX61" fmla="*/ 392224 w 1022795"/>
              <a:gd name="connsiteY61" fmla="*/ 408156 h 968320"/>
              <a:gd name="connsiteX62" fmla="*/ 376096 w 1022795"/>
              <a:gd name="connsiteY62" fmla="*/ 375838 h 968320"/>
              <a:gd name="connsiteX63" fmla="*/ 343839 w 1022795"/>
              <a:gd name="connsiteY63" fmla="*/ 323632 h 968320"/>
              <a:gd name="connsiteX64" fmla="*/ 376096 w 1022795"/>
              <a:gd name="connsiteY64" fmla="*/ 270183 h 968320"/>
              <a:gd name="connsiteX65" fmla="*/ 392224 w 1022795"/>
              <a:gd name="connsiteY65" fmla="*/ 237865 h 968320"/>
              <a:gd name="connsiteX66" fmla="*/ 420759 w 1022795"/>
              <a:gd name="connsiteY66" fmla="*/ 179444 h 968320"/>
              <a:gd name="connsiteX67" fmla="*/ 450689 w 1022795"/>
              <a:gd name="connsiteY67" fmla="*/ 174161 h 968320"/>
              <a:gd name="connsiteX68" fmla="*/ 941195 w 1022795"/>
              <a:gd name="connsiteY68" fmla="*/ 27420 h 968320"/>
              <a:gd name="connsiteX69" fmla="*/ 885758 w 1022795"/>
              <a:gd name="connsiteY69" fmla="*/ 81645 h 968320"/>
              <a:gd name="connsiteX70" fmla="*/ 885758 w 1022795"/>
              <a:gd name="connsiteY70" fmla="*/ 117384 h 968320"/>
              <a:gd name="connsiteX71" fmla="*/ 885758 w 1022795"/>
              <a:gd name="connsiteY71" fmla="*/ 138334 h 968320"/>
              <a:gd name="connsiteX72" fmla="*/ 996633 w 1022795"/>
              <a:gd name="connsiteY72" fmla="*/ 138334 h 968320"/>
              <a:gd name="connsiteX73" fmla="*/ 996633 w 1022795"/>
              <a:gd name="connsiteY73" fmla="*/ 81645 h 968320"/>
              <a:gd name="connsiteX74" fmla="*/ 941195 w 1022795"/>
              <a:gd name="connsiteY74" fmla="*/ 27420 h 968320"/>
              <a:gd name="connsiteX75" fmla="*/ 184287 w 1022795"/>
              <a:gd name="connsiteY75" fmla="*/ 27420 h 968320"/>
              <a:gd name="connsiteX76" fmla="*/ 129563 w 1022795"/>
              <a:gd name="connsiteY76" fmla="*/ 78446 h 968320"/>
              <a:gd name="connsiteX77" fmla="*/ 129563 w 1022795"/>
              <a:gd name="connsiteY77" fmla="*/ 802764 h 968320"/>
              <a:gd name="connsiteX78" fmla="*/ 734015 w 1022795"/>
              <a:gd name="connsiteY78" fmla="*/ 802764 h 968320"/>
              <a:gd name="connsiteX79" fmla="*/ 747696 w 1022795"/>
              <a:gd name="connsiteY79" fmla="*/ 815210 h 968320"/>
              <a:gd name="connsiteX80" fmla="*/ 747696 w 1022795"/>
              <a:gd name="connsiteY80" fmla="*/ 902327 h 968320"/>
              <a:gd name="connsiteX81" fmla="*/ 789983 w 1022795"/>
              <a:gd name="connsiteY81" fmla="*/ 942152 h 968320"/>
              <a:gd name="connsiteX82" fmla="*/ 804908 w 1022795"/>
              <a:gd name="connsiteY82" fmla="*/ 942152 h 968320"/>
              <a:gd name="connsiteX83" fmla="*/ 858388 w 1022795"/>
              <a:gd name="connsiteY83" fmla="*/ 891126 h 968320"/>
              <a:gd name="connsiteX84" fmla="*/ 858388 w 1022795"/>
              <a:gd name="connsiteY84" fmla="*/ 153118 h 968320"/>
              <a:gd name="connsiteX85" fmla="*/ 858388 w 1022795"/>
              <a:gd name="connsiteY85" fmla="*/ 118271 h 968320"/>
              <a:gd name="connsiteX86" fmla="*/ 858388 w 1022795"/>
              <a:gd name="connsiteY86" fmla="*/ 82180 h 968320"/>
              <a:gd name="connsiteX87" fmla="*/ 880775 w 1022795"/>
              <a:gd name="connsiteY87" fmla="*/ 27420 h 968320"/>
              <a:gd name="connsiteX88" fmla="*/ 184153 w 1022795"/>
              <a:gd name="connsiteY88" fmla="*/ 0 h 968320"/>
              <a:gd name="connsiteX89" fmla="*/ 946894 w 1022795"/>
              <a:gd name="connsiteY89" fmla="*/ 0 h 968320"/>
              <a:gd name="connsiteX90" fmla="*/ 949383 w 1022795"/>
              <a:gd name="connsiteY90" fmla="*/ 0 h 968320"/>
              <a:gd name="connsiteX91" fmla="*/ 1022795 w 1022795"/>
              <a:gd name="connsiteY91" fmla="*/ 82146 h 968320"/>
              <a:gd name="connsiteX92" fmla="*/ 1022795 w 1022795"/>
              <a:gd name="connsiteY92" fmla="*/ 153089 h 968320"/>
              <a:gd name="connsiteX93" fmla="*/ 1010352 w 1022795"/>
              <a:gd name="connsiteY93" fmla="*/ 166780 h 968320"/>
              <a:gd name="connsiteX94" fmla="*/ 884680 w 1022795"/>
              <a:gd name="connsiteY94" fmla="*/ 166780 h 968320"/>
              <a:gd name="connsiteX95" fmla="*/ 884680 w 1022795"/>
              <a:gd name="connsiteY95" fmla="*/ 891153 h 968320"/>
              <a:gd name="connsiteX96" fmla="*/ 815001 w 1022795"/>
              <a:gd name="connsiteY96" fmla="*/ 968320 h 968320"/>
              <a:gd name="connsiteX97" fmla="*/ 811268 w 1022795"/>
              <a:gd name="connsiteY97" fmla="*/ 968320 h 968320"/>
              <a:gd name="connsiteX98" fmla="*/ 805047 w 1022795"/>
              <a:gd name="connsiteY98" fmla="*/ 968320 h 968320"/>
              <a:gd name="connsiteX99" fmla="*/ 790115 w 1022795"/>
              <a:gd name="connsiteY99" fmla="*/ 968320 h 968320"/>
              <a:gd name="connsiteX100" fmla="*/ 212771 w 1022795"/>
              <a:gd name="connsiteY100" fmla="*/ 968320 h 968320"/>
              <a:gd name="connsiteX101" fmla="*/ 211527 w 1022795"/>
              <a:gd name="connsiteY101" fmla="*/ 968320 h 968320"/>
              <a:gd name="connsiteX102" fmla="*/ 68435 w 1022795"/>
              <a:gd name="connsiteY102" fmla="*/ 968320 h 968320"/>
              <a:gd name="connsiteX103" fmla="*/ 0 w 1022795"/>
              <a:gd name="connsiteY103" fmla="*/ 902355 h 968320"/>
              <a:gd name="connsiteX104" fmla="*/ 0 w 1022795"/>
              <a:gd name="connsiteY104" fmla="*/ 815231 h 968320"/>
              <a:gd name="connsiteX105" fmla="*/ 12443 w 1022795"/>
              <a:gd name="connsiteY105" fmla="*/ 802785 h 968320"/>
              <a:gd name="connsiteX106" fmla="*/ 102031 w 1022795"/>
              <a:gd name="connsiteY106" fmla="*/ 802785 h 968320"/>
              <a:gd name="connsiteX107" fmla="*/ 102031 w 1022795"/>
              <a:gd name="connsiteY107" fmla="*/ 78412 h 968320"/>
              <a:gd name="connsiteX108" fmla="*/ 184153 w 1022795"/>
              <a:gd name="connsiteY108" fmla="*/ 0 h 968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022795" h="968320">
                <a:moveTo>
                  <a:pt x="26162" y="829992"/>
                </a:moveTo>
                <a:lnTo>
                  <a:pt x="26162" y="902712"/>
                </a:lnTo>
                <a:cubicBezTo>
                  <a:pt x="26162" y="923665"/>
                  <a:pt x="46060" y="942153"/>
                  <a:pt x="68445" y="942153"/>
                </a:cubicBezTo>
                <a:lnTo>
                  <a:pt x="211459" y="942153"/>
                </a:lnTo>
                <a:cubicBezTo>
                  <a:pt x="211459" y="942153"/>
                  <a:pt x="211459" y="942153"/>
                  <a:pt x="212703" y="942153"/>
                </a:cubicBezTo>
                <a:lnTo>
                  <a:pt x="735017" y="942153"/>
                </a:lnTo>
                <a:cubicBezTo>
                  <a:pt x="726312" y="931060"/>
                  <a:pt x="721337" y="917502"/>
                  <a:pt x="721337" y="902712"/>
                </a:cubicBezTo>
                <a:lnTo>
                  <a:pt x="721337" y="829992"/>
                </a:lnTo>
                <a:close/>
                <a:moveTo>
                  <a:pt x="493965" y="457678"/>
                </a:moveTo>
                <a:cubicBezTo>
                  <a:pt x="488438" y="457678"/>
                  <a:pt x="482911" y="459223"/>
                  <a:pt x="477998" y="462313"/>
                </a:cubicBezTo>
                <a:cubicBezTo>
                  <a:pt x="470629" y="468493"/>
                  <a:pt x="460803" y="472200"/>
                  <a:pt x="450977" y="473436"/>
                </a:cubicBezTo>
                <a:lnTo>
                  <a:pt x="450977" y="606917"/>
                </a:lnTo>
                <a:lnTo>
                  <a:pt x="486596" y="569839"/>
                </a:lnTo>
                <a:cubicBezTo>
                  <a:pt x="489052" y="567367"/>
                  <a:pt x="492737" y="566131"/>
                  <a:pt x="496422" y="564895"/>
                </a:cubicBezTo>
                <a:cubicBezTo>
                  <a:pt x="500107" y="566131"/>
                  <a:pt x="503791" y="567367"/>
                  <a:pt x="505020" y="569839"/>
                </a:cubicBezTo>
                <a:lnTo>
                  <a:pt x="538182" y="605681"/>
                </a:lnTo>
                <a:lnTo>
                  <a:pt x="538182" y="473436"/>
                </a:lnTo>
                <a:cubicBezTo>
                  <a:pt x="528356" y="472200"/>
                  <a:pt x="518530" y="468493"/>
                  <a:pt x="509932" y="462313"/>
                </a:cubicBezTo>
                <a:cubicBezTo>
                  <a:pt x="505020" y="459223"/>
                  <a:pt x="499493" y="457678"/>
                  <a:pt x="493965" y="457678"/>
                </a:cubicBezTo>
                <a:close/>
                <a:moveTo>
                  <a:pt x="448093" y="200181"/>
                </a:moveTo>
                <a:cubicBezTo>
                  <a:pt x="443444" y="199716"/>
                  <a:pt x="438796" y="200646"/>
                  <a:pt x="434457" y="203126"/>
                </a:cubicBezTo>
                <a:cubicBezTo>
                  <a:pt x="423301" y="209326"/>
                  <a:pt x="418343" y="221725"/>
                  <a:pt x="418343" y="235364"/>
                </a:cubicBezTo>
                <a:cubicBezTo>
                  <a:pt x="420822" y="260163"/>
                  <a:pt x="408427" y="283722"/>
                  <a:pt x="387354" y="294881"/>
                </a:cubicBezTo>
                <a:cubicBezTo>
                  <a:pt x="374958" y="301081"/>
                  <a:pt x="370000" y="312240"/>
                  <a:pt x="370000" y="323400"/>
                </a:cubicBezTo>
                <a:cubicBezTo>
                  <a:pt x="370000" y="333319"/>
                  <a:pt x="374958" y="345718"/>
                  <a:pt x="387354" y="351918"/>
                </a:cubicBezTo>
                <a:cubicBezTo>
                  <a:pt x="408427" y="361838"/>
                  <a:pt x="420822" y="386636"/>
                  <a:pt x="418343" y="410195"/>
                </a:cubicBezTo>
                <a:cubicBezTo>
                  <a:pt x="418343" y="423834"/>
                  <a:pt x="423301" y="437474"/>
                  <a:pt x="434457" y="442433"/>
                </a:cubicBezTo>
                <a:cubicBezTo>
                  <a:pt x="443134" y="447393"/>
                  <a:pt x="453051" y="447393"/>
                  <a:pt x="461728" y="439954"/>
                </a:cubicBezTo>
                <a:cubicBezTo>
                  <a:pt x="471644" y="432514"/>
                  <a:pt x="482800" y="428794"/>
                  <a:pt x="493957" y="428794"/>
                </a:cubicBezTo>
                <a:cubicBezTo>
                  <a:pt x="505113" y="428794"/>
                  <a:pt x="517508" y="432514"/>
                  <a:pt x="526185" y="439954"/>
                </a:cubicBezTo>
                <a:cubicBezTo>
                  <a:pt x="534862" y="447393"/>
                  <a:pt x="544779" y="447393"/>
                  <a:pt x="554695" y="442433"/>
                </a:cubicBezTo>
                <a:cubicBezTo>
                  <a:pt x="564612" y="437474"/>
                  <a:pt x="570810" y="423834"/>
                  <a:pt x="569570" y="410195"/>
                </a:cubicBezTo>
                <a:cubicBezTo>
                  <a:pt x="567091" y="386636"/>
                  <a:pt x="579486" y="361838"/>
                  <a:pt x="601799" y="351918"/>
                </a:cubicBezTo>
                <a:cubicBezTo>
                  <a:pt x="612955" y="345718"/>
                  <a:pt x="617913" y="333319"/>
                  <a:pt x="617913" y="323400"/>
                </a:cubicBezTo>
                <a:cubicBezTo>
                  <a:pt x="617913" y="312240"/>
                  <a:pt x="612955" y="301081"/>
                  <a:pt x="601799" y="294881"/>
                </a:cubicBezTo>
                <a:cubicBezTo>
                  <a:pt x="579486" y="283722"/>
                  <a:pt x="567091" y="260163"/>
                  <a:pt x="569570" y="235364"/>
                </a:cubicBezTo>
                <a:cubicBezTo>
                  <a:pt x="570810" y="221725"/>
                  <a:pt x="564612" y="209326"/>
                  <a:pt x="554695" y="203126"/>
                </a:cubicBezTo>
                <a:cubicBezTo>
                  <a:pt x="544779" y="198166"/>
                  <a:pt x="534862" y="199406"/>
                  <a:pt x="526185" y="205606"/>
                </a:cubicBezTo>
                <a:cubicBezTo>
                  <a:pt x="507592" y="221725"/>
                  <a:pt x="480321" y="221725"/>
                  <a:pt x="461728" y="205606"/>
                </a:cubicBezTo>
                <a:cubicBezTo>
                  <a:pt x="457390" y="202506"/>
                  <a:pt x="452741" y="200646"/>
                  <a:pt x="448093" y="200181"/>
                </a:cubicBezTo>
                <a:close/>
                <a:moveTo>
                  <a:pt x="450689" y="174161"/>
                </a:moveTo>
                <a:cubicBezTo>
                  <a:pt x="460460" y="175094"/>
                  <a:pt x="469765" y="178823"/>
                  <a:pt x="477829" y="185659"/>
                </a:cubicBezTo>
                <a:cubicBezTo>
                  <a:pt x="487754" y="193117"/>
                  <a:pt x="500160" y="193117"/>
                  <a:pt x="510085" y="185659"/>
                </a:cubicBezTo>
                <a:cubicBezTo>
                  <a:pt x="526214" y="171986"/>
                  <a:pt x="548545" y="170743"/>
                  <a:pt x="567155" y="179444"/>
                </a:cubicBezTo>
                <a:cubicBezTo>
                  <a:pt x="587005" y="190631"/>
                  <a:pt x="598171" y="213005"/>
                  <a:pt x="595690" y="237865"/>
                </a:cubicBezTo>
                <a:cubicBezTo>
                  <a:pt x="595690" y="251538"/>
                  <a:pt x="601893" y="265211"/>
                  <a:pt x="613059" y="270183"/>
                </a:cubicBezTo>
                <a:cubicBezTo>
                  <a:pt x="632909" y="278884"/>
                  <a:pt x="644075" y="300015"/>
                  <a:pt x="644075" y="323632"/>
                </a:cubicBezTo>
                <a:cubicBezTo>
                  <a:pt x="644075" y="346006"/>
                  <a:pt x="632909" y="367137"/>
                  <a:pt x="613059" y="375838"/>
                </a:cubicBezTo>
                <a:cubicBezTo>
                  <a:pt x="601893" y="382053"/>
                  <a:pt x="595690" y="394483"/>
                  <a:pt x="595690" y="408156"/>
                </a:cubicBezTo>
                <a:cubicBezTo>
                  <a:pt x="598171" y="433016"/>
                  <a:pt x="587005" y="455390"/>
                  <a:pt x="567155" y="466577"/>
                </a:cubicBezTo>
                <a:cubicBezTo>
                  <a:pt x="565914" y="467820"/>
                  <a:pt x="565914" y="467820"/>
                  <a:pt x="564674" y="467820"/>
                </a:cubicBezTo>
                <a:lnTo>
                  <a:pt x="564674" y="640597"/>
                </a:lnTo>
                <a:cubicBezTo>
                  <a:pt x="564674" y="645569"/>
                  <a:pt x="562192" y="650541"/>
                  <a:pt x="555989" y="651784"/>
                </a:cubicBezTo>
                <a:cubicBezTo>
                  <a:pt x="554749" y="653027"/>
                  <a:pt x="553508" y="654270"/>
                  <a:pt x="552267" y="654270"/>
                </a:cubicBezTo>
                <a:cubicBezTo>
                  <a:pt x="548545" y="654270"/>
                  <a:pt x="544823" y="651784"/>
                  <a:pt x="542342" y="649298"/>
                </a:cubicBezTo>
                <a:lnTo>
                  <a:pt x="496438" y="598335"/>
                </a:lnTo>
                <a:lnTo>
                  <a:pt x="446813" y="649298"/>
                </a:lnTo>
                <a:cubicBezTo>
                  <a:pt x="443091" y="653027"/>
                  <a:pt x="436887" y="654270"/>
                  <a:pt x="431925" y="651784"/>
                </a:cubicBezTo>
                <a:cubicBezTo>
                  <a:pt x="426962" y="650541"/>
                  <a:pt x="423240" y="645569"/>
                  <a:pt x="423240" y="640597"/>
                </a:cubicBezTo>
                <a:lnTo>
                  <a:pt x="423240" y="467820"/>
                </a:lnTo>
                <a:cubicBezTo>
                  <a:pt x="423240" y="467820"/>
                  <a:pt x="422000" y="467820"/>
                  <a:pt x="420759" y="466577"/>
                </a:cubicBezTo>
                <a:cubicBezTo>
                  <a:pt x="402149" y="455390"/>
                  <a:pt x="389743" y="433016"/>
                  <a:pt x="392224" y="408156"/>
                </a:cubicBezTo>
                <a:cubicBezTo>
                  <a:pt x="393465" y="394483"/>
                  <a:pt x="386021" y="382053"/>
                  <a:pt x="376096" y="375838"/>
                </a:cubicBezTo>
                <a:cubicBezTo>
                  <a:pt x="356245" y="367137"/>
                  <a:pt x="343839" y="346006"/>
                  <a:pt x="343839" y="323632"/>
                </a:cubicBezTo>
                <a:cubicBezTo>
                  <a:pt x="343839" y="300015"/>
                  <a:pt x="356245" y="278884"/>
                  <a:pt x="376096" y="270183"/>
                </a:cubicBezTo>
                <a:cubicBezTo>
                  <a:pt x="386021" y="265211"/>
                  <a:pt x="393465" y="251538"/>
                  <a:pt x="392224" y="237865"/>
                </a:cubicBezTo>
                <a:cubicBezTo>
                  <a:pt x="389743" y="213005"/>
                  <a:pt x="402149" y="190631"/>
                  <a:pt x="420759" y="179444"/>
                </a:cubicBezTo>
                <a:cubicBezTo>
                  <a:pt x="430684" y="175094"/>
                  <a:pt x="440919" y="173229"/>
                  <a:pt x="450689" y="174161"/>
                </a:cubicBezTo>
                <a:close/>
                <a:moveTo>
                  <a:pt x="941195" y="27420"/>
                </a:moveTo>
                <a:cubicBezTo>
                  <a:pt x="911629" y="27420"/>
                  <a:pt x="885758" y="50835"/>
                  <a:pt x="885758" y="81645"/>
                </a:cubicBezTo>
                <a:lnTo>
                  <a:pt x="885758" y="117384"/>
                </a:lnTo>
                <a:lnTo>
                  <a:pt x="885758" y="138334"/>
                </a:lnTo>
                <a:lnTo>
                  <a:pt x="996633" y="138334"/>
                </a:lnTo>
                <a:lnTo>
                  <a:pt x="996633" y="81645"/>
                </a:lnTo>
                <a:cubicBezTo>
                  <a:pt x="996633" y="50835"/>
                  <a:pt x="971994" y="27420"/>
                  <a:pt x="941195" y="27420"/>
                </a:cubicBezTo>
                <a:close/>
                <a:moveTo>
                  <a:pt x="184287" y="27420"/>
                </a:moveTo>
                <a:cubicBezTo>
                  <a:pt x="154438" y="27420"/>
                  <a:pt x="129563" y="49822"/>
                  <a:pt x="129563" y="78446"/>
                </a:cubicBezTo>
                <a:lnTo>
                  <a:pt x="129563" y="802764"/>
                </a:lnTo>
                <a:lnTo>
                  <a:pt x="734015" y="802764"/>
                </a:lnTo>
                <a:cubicBezTo>
                  <a:pt x="741477" y="802764"/>
                  <a:pt x="747696" y="808987"/>
                  <a:pt x="747696" y="815210"/>
                </a:cubicBezTo>
                <a:lnTo>
                  <a:pt x="747696" y="902327"/>
                </a:lnTo>
                <a:cubicBezTo>
                  <a:pt x="747696" y="923484"/>
                  <a:pt x="766352" y="942152"/>
                  <a:pt x="789983" y="942152"/>
                </a:cubicBezTo>
                <a:lnTo>
                  <a:pt x="804908" y="942152"/>
                </a:lnTo>
                <a:cubicBezTo>
                  <a:pt x="834757" y="942152"/>
                  <a:pt x="858388" y="919751"/>
                  <a:pt x="858388" y="891126"/>
                </a:cubicBezTo>
                <a:lnTo>
                  <a:pt x="858388" y="153118"/>
                </a:lnTo>
                <a:lnTo>
                  <a:pt x="858388" y="118271"/>
                </a:lnTo>
                <a:lnTo>
                  <a:pt x="858388" y="82180"/>
                </a:lnTo>
                <a:cubicBezTo>
                  <a:pt x="858388" y="61023"/>
                  <a:pt x="867094" y="42355"/>
                  <a:pt x="880775" y="27420"/>
                </a:cubicBezTo>
                <a:close/>
                <a:moveTo>
                  <a:pt x="184153" y="0"/>
                </a:moveTo>
                <a:lnTo>
                  <a:pt x="946894" y="0"/>
                </a:lnTo>
                <a:cubicBezTo>
                  <a:pt x="946894" y="0"/>
                  <a:pt x="948138" y="0"/>
                  <a:pt x="949383" y="0"/>
                </a:cubicBezTo>
                <a:cubicBezTo>
                  <a:pt x="990444" y="4979"/>
                  <a:pt x="1022795" y="39828"/>
                  <a:pt x="1022795" y="82146"/>
                </a:cubicBezTo>
                <a:lnTo>
                  <a:pt x="1022795" y="153089"/>
                </a:lnTo>
                <a:cubicBezTo>
                  <a:pt x="1022795" y="160557"/>
                  <a:pt x="1016574" y="166780"/>
                  <a:pt x="1010352" y="166780"/>
                </a:cubicBezTo>
                <a:lnTo>
                  <a:pt x="884680" y="166780"/>
                </a:lnTo>
                <a:lnTo>
                  <a:pt x="884680" y="891153"/>
                </a:lnTo>
                <a:cubicBezTo>
                  <a:pt x="884680" y="930981"/>
                  <a:pt x="853573" y="964586"/>
                  <a:pt x="815001" y="968320"/>
                </a:cubicBezTo>
                <a:cubicBezTo>
                  <a:pt x="812512" y="968320"/>
                  <a:pt x="812512" y="968320"/>
                  <a:pt x="811268" y="968320"/>
                </a:cubicBezTo>
                <a:lnTo>
                  <a:pt x="805047" y="968320"/>
                </a:lnTo>
                <a:lnTo>
                  <a:pt x="790115" y="968320"/>
                </a:lnTo>
                <a:lnTo>
                  <a:pt x="212771" y="968320"/>
                </a:lnTo>
                <a:lnTo>
                  <a:pt x="211527" y="968320"/>
                </a:lnTo>
                <a:lnTo>
                  <a:pt x="68435" y="968320"/>
                </a:lnTo>
                <a:cubicBezTo>
                  <a:pt x="29863" y="968320"/>
                  <a:pt x="0" y="938449"/>
                  <a:pt x="0" y="902355"/>
                </a:cubicBezTo>
                <a:lnTo>
                  <a:pt x="0" y="815231"/>
                </a:lnTo>
                <a:cubicBezTo>
                  <a:pt x="0" y="809008"/>
                  <a:pt x="4977" y="802785"/>
                  <a:pt x="12443" y="802785"/>
                </a:cubicBezTo>
                <a:lnTo>
                  <a:pt x="102031" y="802785"/>
                </a:lnTo>
                <a:lnTo>
                  <a:pt x="102031" y="78412"/>
                </a:lnTo>
                <a:cubicBezTo>
                  <a:pt x="102031" y="36094"/>
                  <a:pt x="139359" y="0"/>
                  <a:pt x="184153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id="{004D0B4A-CF38-E743-B2CA-85861DD8ECE0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6CEAA305-98EB-9D4A-89BB-DD7A2E385E28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02546A96-DA7B-C74B-94A6-DDC1CA0A1CC3}"/>
              </a:ext>
            </a:extLst>
          </p:cNvPr>
          <p:cNvSpPr txBox="1"/>
          <p:nvPr/>
        </p:nvSpPr>
        <p:spPr>
          <a:xfrm>
            <a:off x="4439880" y="3857043"/>
            <a:ext cx="587621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A219B73-4EA6-7649-BBAD-E118B13E7730}"/>
              </a:ext>
            </a:extLst>
          </p:cNvPr>
          <p:cNvSpPr txBox="1"/>
          <p:nvPr/>
        </p:nvSpPr>
        <p:spPr>
          <a:xfrm>
            <a:off x="4439881" y="4538385"/>
            <a:ext cx="5876214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E6216FEC-2B6A-2B44-92AF-07BD1F5E0741}"/>
              </a:ext>
            </a:extLst>
          </p:cNvPr>
          <p:cNvSpPr txBox="1"/>
          <p:nvPr/>
        </p:nvSpPr>
        <p:spPr>
          <a:xfrm>
            <a:off x="16476711" y="3865356"/>
            <a:ext cx="587621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536DAC7B-6853-3941-B620-6459F5C35F85}"/>
              </a:ext>
            </a:extLst>
          </p:cNvPr>
          <p:cNvSpPr txBox="1"/>
          <p:nvPr/>
        </p:nvSpPr>
        <p:spPr>
          <a:xfrm>
            <a:off x="16476711" y="4547728"/>
            <a:ext cx="5876215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2266155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F511BFE-58AA-7A4A-9C3A-5E95B26B97B4}"/>
              </a:ext>
            </a:extLst>
          </p:cNvPr>
          <p:cNvGrpSpPr/>
          <p:nvPr/>
        </p:nvGrpSpPr>
        <p:grpSpPr>
          <a:xfrm>
            <a:off x="4918389" y="6023026"/>
            <a:ext cx="14540881" cy="6948976"/>
            <a:chOff x="4918389" y="6023026"/>
            <a:chExt cx="14540881" cy="694897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CDA6096-2C7D-A54A-A76B-1F87C9B32DF4}"/>
                </a:ext>
              </a:extLst>
            </p:cNvPr>
            <p:cNvGrpSpPr/>
            <p:nvPr/>
          </p:nvGrpSpPr>
          <p:grpSpPr>
            <a:xfrm>
              <a:off x="12378190" y="7345276"/>
              <a:ext cx="5097050" cy="5237902"/>
              <a:chOff x="12378190" y="7345276"/>
              <a:chExt cx="5097050" cy="5237902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2B78FC7D-89D3-FE43-BA28-82A191F410F7}"/>
                  </a:ext>
                </a:extLst>
              </p:cNvPr>
              <p:cNvSpPr/>
              <p:nvPr/>
            </p:nvSpPr>
            <p:spPr>
              <a:xfrm>
                <a:off x="12386907" y="12461044"/>
                <a:ext cx="1504916" cy="1121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09" h="91">
                    <a:moveTo>
                      <a:pt x="1164" y="91"/>
                    </a:moveTo>
                    <a:lnTo>
                      <a:pt x="605" y="91"/>
                    </a:lnTo>
                    <a:lnTo>
                      <a:pt x="46" y="91"/>
                    </a:lnTo>
                    <a:cubicBezTo>
                      <a:pt x="33" y="91"/>
                      <a:pt x="22" y="86"/>
                      <a:pt x="14" y="78"/>
                    </a:cubicBezTo>
                    <a:cubicBezTo>
                      <a:pt x="6" y="70"/>
                      <a:pt x="0" y="58"/>
                      <a:pt x="0" y="46"/>
                    </a:cubicBezTo>
                    <a:cubicBezTo>
                      <a:pt x="0" y="33"/>
                      <a:pt x="6" y="22"/>
                      <a:pt x="14" y="14"/>
                    </a:cubicBezTo>
                    <a:cubicBezTo>
                      <a:pt x="22" y="5"/>
                      <a:pt x="33" y="0"/>
                      <a:pt x="46" y="0"/>
                    </a:cubicBezTo>
                    <a:lnTo>
                      <a:pt x="605" y="0"/>
                    </a:lnTo>
                    <a:lnTo>
                      <a:pt x="1164" y="0"/>
                    </a:lnTo>
                    <a:cubicBezTo>
                      <a:pt x="1176" y="0"/>
                      <a:pt x="1188" y="5"/>
                      <a:pt x="1196" y="14"/>
                    </a:cubicBezTo>
                    <a:cubicBezTo>
                      <a:pt x="1204" y="22"/>
                      <a:pt x="1209" y="33"/>
                      <a:pt x="1209" y="46"/>
                    </a:cubicBezTo>
                    <a:cubicBezTo>
                      <a:pt x="1209" y="58"/>
                      <a:pt x="1204" y="70"/>
                      <a:pt x="1196" y="78"/>
                    </a:cubicBezTo>
                    <a:cubicBezTo>
                      <a:pt x="1188" y="86"/>
                      <a:pt x="1176" y="91"/>
                      <a:pt x="1164" y="9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F66791CD-D84E-C745-8C10-38246F17B866}"/>
                  </a:ext>
                </a:extLst>
              </p:cNvPr>
              <p:cNvSpPr/>
              <p:nvPr/>
            </p:nvSpPr>
            <p:spPr>
              <a:xfrm>
                <a:off x="12378190" y="12453566"/>
                <a:ext cx="1522357" cy="128362"/>
              </a:xfrm>
              <a:custGeom>
                <a:avLst/>
                <a:gdLst>
                  <a:gd name="connsiteX0" fmla="*/ 65986 w 1522357"/>
                  <a:gd name="connsiteY0" fmla="*/ 16205 h 128362"/>
                  <a:gd name="connsiteX1" fmla="*/ 32378 w 1522357"/>
                  <a:gd name="connsiteY1" fmla="*/ 30968 h 128362"/>
                  <a:gd name="connsiteX2" fmla="*/ 17441 w 1522357"/>
                  <a:gd name="connsiteY2" fmla="*/ 64185 h 128362"/>
                  <a:gd name="connsiteX3" fmla="*/ 32378 w 1522357"/>
                  <a:gd name="connsiteY3" fmla="*/ 98632 h 128362"/>
                  <a:gd name="connsiteX4" fmla="*/ 65986 w 1522357"/>
                  <a:gd name="connsiteY4" fmla="*/ 112165 h 128362"/>
                  <a:gd name="connsiteX5" fmla="*/ 1457617 w 1522357"/>
                  <a:gd name="connsiteY5" fmla="*/ 112165 h 128362"/>
                  <a:gd name="connsiteX6" fmla="*/ 1491225 w 1522357"/>
                  <a:gd name="connsiteY6" fmla="*/ 98632 h 128362"/>
                  <a:gd name="connsiteX7" fmla="*/ 1506162 w 1522357"/>
                  <a:gd name="connsiteY7" fmla="*/ 64185 h 128362"/>
                  <a:gd name="connsiteX8" fmla="*/ 1491225 w 1522357"/>
                  <a:gd name="connsiteY8" fmla="*/ 30968 h 128362"/>
                  <a:gd name="connsiteX9" fmla="*/ 1457617 w 1522357"/>
                  <a:gd name="connsiteY9" fmla="*/ 16205 h 128362"/>
                  <a:gd name="connsiteX10" fmla="*/ 65973 w 1522357"/>
                  <a:gd name="connsiteY10" fmla="*/ 0 h 128362"/>
                  <a:gd name="connsiteX11" fmla="*/ 1457629 w 1522357"/>
                  <a:gd name="connsiteY11" fmla="*/ 0 h 128362"/>
                  <a:gd name="connsiteX12" fmla="*/ 1503685 w 1522357"/>
                  <a:gd name="connsiteY12" fmla="*/ 18514 h 128362"/>
                  <a:gd name="connsiteX13" fmla="*/ 1522357 w 1522357"/>
                  <a:gd name="connsiteY13" fmla="*/ 64181 h 128362"/>
                  <a:gd name="connsiteX14" fmla="*/ 1503685 w 1522357"/>
                  <a:gd name="connsiteY14" fmla="*/ 109848 h 128362"/>
                  <a:gd name="connsiteX15" fmla="*/ 1457629 w 1522357"/>
                  <a:gd name="connsiteY15" fmla="*/ 128362 h 128362"/>
                  <a:gd name="connsiteX16" fmla="*/ 65973 w 1522357"/>
                  <a:gd name="connsiteY16" fmla="*/ 128362 h 128362"/>
                  <a:gd name="connsiteX17" fmla="*/ 19916 w 1522357"/>
                  <a:gd name="connsiteY17" fmla="*/ 109848 h 128362"/>
                  <a:gd name="connsiteX18" fmla="*/ 0 w 1522357"/>
                  <a:gd name="connsiteY18" fmla="*/ 64181 h 128362"/>
                  <a:gd name="connsiteX19" fmla="*/ 19916 w 1522357"/>
                  <a:gd name="connsiteY19" fmla="*/ 18514 h 128362"/>
                  <a:gd name="connsiteX20" fmla="*/ 65973 w 1522357"/>
                  <a:gd name="connsiteY20" fmla="*/ 0 h 12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522357" h="128362">
                    <a:moveTo>
                      <a:pt x="65986" y="16205"/>
                    </a:moveTo>
                    <a:cubicBezTo>
                      <a:pt x="53539" y="16205"/>
                      <a:pt x="41091" y="21126"/>
                      <a:pt x="32378" y="30968"/>
                    </a:cubicBezTo>
                    <a:cubicBezTo>
                      <a:pt x="22420" y="39580"/>
                      <a:pt x="17441" y="51882"/>
                      <a:pt x="17441" y="64185"/>
                    </a:cubicBezTo>
                    <a:cubicBezTo>
                      <a:pt x="17441" y="77718"/>
                      <a:pt x="22420" y="88790"/>
                      <a:pt x="32378" y="98632"/>
                    </a:cubicBezTo>
                    <a:cubicBezTo>
                      <a:pt x="41091" y="107244"/>
                      <a:pt x="53539" y="112165"/>
                      <a:pt x="65986" y="112165"/>
                    </a:cubicBezTo>
                    <a:lnTo>
                      <a:pt x="1457617" y="112165"/>
                    </a:lnTo>
                    <a:cubicBezTo>
                      <a:pt x="1470064" y="112165"/>
                      <a:pt x="1482512" y="107244"/>
                      <a:pt x="1491225" y="98632"/>
                    </a:cubicBezTo>
                    <a:cubicBezTo>
                      <a:pt x="1501183" y="88790"/>
                      <a:pt x="1506162" y="77718"/>
                      <a:pt x="1506162" y="64185"/>
                    </a:cubicBezTo>
                    <a:cubicBezTo>
                      <a:pt x="1506162" y="51882"/>
                      <a:pt x="1501183" y="39580"/>
                      <a:pt x="1491225" y="30968"/>
                    </a:cubicBezTo>
                    <a:cubicBezTo>
                      <a:pt x="1482512" y="21126"/>
                      <a:pt x="1470064" y="16205"/>
                      <a:pt x="1457617" y="16205"/>
                    </a:cubicBezTo>
                    <a:close/>
                    <a:moveTo>
                      <a:pt x="65973" y="0"/>
                    </a:moveTo>
                    <a:lnTo>
                      <a:pt x="1457629" y="0"/>
                    </a:lnTo>
                    <a:cubicBezTo>
                      <a:pt x="1475056" y="0"/>
                      <a:pt x="1491238" y="6171"/>
                      <a:pt x="1503685" y="18514"/>
                    </a:cubicBezTo>
                    <a:cubicBezTo>
                      <a:pt x="1514888" y="30856"/>
                      <a:pt x="1522357" y="46902"/>
                      <a:pt x="1522357" y="64181"/>
                    </a:cubicBezTo>
                    <a:cubicBezTo>
                      <a:pt x="1522357" y="80226"/>
                      <a:pt x="1514888" y="97506"/>
                      <a:pt x="1503685" y="109848"/>
                    </a:cubicBezTo>
                    <a:cubicBezTo>
                      <a:pt x="1491238" y="122191"/>
                      <a:pt x="1475056" y="128362"/>
                      <a:pt x="1457629" y="128362"/>
                    </a:cubicBezTo>
                    <a:lnTo>
                      <a:pt x="65973" y="128362"/>
                    </a:lnTo>
                    <a:cubicBezTo>
                      <a:pt x="48546" y="128362"/>
                      <a:pt x="32364" y="122191"/>
                      <a:pt x="19916" y="109848"/>
                    </a:cubicBezTo>
                    <a:cubicBezTo>
                      <a:pt x="7469" y="97506"/>
                      <a:pt x="0" y="80226"/>
                      <a:pt x="0" y="64181"/>
                    </a:cubicBezTo>
                    <a:cubicBezTo>
                      <a:pt x="0" y="46902"/>
                      <a:pt x="7469" y="30856"/>
                      <a:pt x="19916" y="18514"/>
                    </a:cubicBezTo>
                    <a:cubicBezTo>
                      <a:pt x="32364" y="6171"/>
                      <a:pt x="48546" y="0"/>
                      <a:pt x="659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460AC86D-A91D-F14D-A6DF-04774BB275F4}"/>
                  </a:ext>
                </a:extLst>
              </p:cNvPr>
              <p:cNvSpPr/>
              <p:nvPr/>
            </p:nvSpPr>
            <p:spPr>
              <a:xfrm>
                <a:off x="13905531" y="11211076"/>
                <a:ext cx="721313" cy="13621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0" h="1094">
                    <a:moveTo>
                      <a:pt x="191" y="0"/>
                    </a:moveTo>
                    <a:lnTo>
                      <a:pt x="0" y="1094"/>
                    </a:lnTo>
                    <a:lnTo>
                      <a:pt x="343" y="1094"/>
                    </a:lnTo>
                    <a:lnTo>
                      <a:pt x="580" y="76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8AB393DF-735F-2B41-9E33-98AF763824D2}"/>
                  </a:ext>
                </a:extLst>
              </p:cNvPr>
              <p:cNvSpPr/>
              <p:nvPr/>
            </p:nvSpPr>
            <p:spPr>
              <a:xfrm>
                <a:off x="13896810" y="11202355"/>
                <a:ext cx="737509" cy="1379576"/>
              </a:xfrm>
              <a:custGeom>
                <a:avLst/>
                <a:gdLst>
                  <a:gd name="connsiteX0" fmla="*/ 253724 w 737509"/>
                  <a:gd name="connsiteY0" fmla="*/ 18694 h 1379576"/>
                  <a:gd name="connsiteX1" fmla="*/ 18687 w 737509"/>
                  <a:gd name="connsiteY1" fmla="*/ 1363375 h 1379576"/>
                  <a:gd name="connsiteX2" fmla="*/ 429070 w 737509"/>
                  <a:gd name="connsiteY2" fmla="*/ 1363375 h 1379576"/>
                  <a:gd name="connsiteX3" fmla="*/ 720068 w 737509"/>
                  <a:gd name="connsiteY3" fmla="*/ 110830 h 1379576"/>
                  <a:gd name="connsiteX4" fmla="*/ 248738 w 737509"/>
                  <a:gd name="connsiteY4" fmla="*/ 0 h 1379576"/>
                  <a:gd name="connsiteX5" fmla="*/ 731291 w 737509"/>
                  <a:gd name="connsiteY5" fmla="*/ 95873 h 1379576"/>
                  <a:gd name="connsiteX6" fmla="*/ 736265 w 737509"/>
                  <a:gd name="connsiteY6" fmla="*/ 98363 h 1379576"/>
                  <a:gd name="connsiteX7" fmla="*/ 737509 w 737509"/>
                  <a:gd name="connsiteY7" fmla="*/ 105834 h 1379576"/>
                  <a:gd name="connsiteX8" fmla="*/ 442754 w 737509"/>
                  <a:gd name="connsiteY8" fmla="*/ 1373351 h 1379576"/>
                  <a:gd name="connsiteX9" fmla="*/ 435292 w 737509"/>
                  <a:gd name="connsiteY9" fmla="*/ 1379576 h 1379576"/>
                  <a:gd name="connsiteX10" fmla="*/ 8706 w 737509"/>
                  <a:gd name="connsiteY10" fmla="*/ 1379576 h 1379576"/>
                  <a:gd name="connsiteX11" fmla="*/ 2487 w 737509"/>
                  <a:gd name="connsiteY11" fmla="*/ 1377086 h 1379576"/>
                  <a:gd name="connsiteX12" fmla="*/ 0 w 737509"/>
                  <a:gd name="connsiteY12" fmla="*/ 1369615 h 1379576"/>
                  <a:gd name="connsiteX13" fmla="*/ 238789 w 737509"/>
                  <a:gd name="connsiteY13" fmla="*/ 7471 h 1379576"/>
                  <a:gd name="connsiteX14" fmla="*/ 242520 w 737509"/>
                  <a:gd name="connsiteY14" fmla="*/ 2490 h 1379576"/>
                  <a:gd name="connsiteX15" fmla="*/ 248738 w 737509"/>
                  <a:gd name="connsiteY15" fmla="*/ 0 h 1379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37509" h="1379576">
                    <a:moveTo>
                      <a:pt x="253724" y="18694"/>
                    </a:moveTo>
                    <a:lnTo>
                      <a:pt x="18687" y="1363375"/>
                    </a:lnTo>
                    <a:lnTo>
                      <a:pt x="429070" y="1363375"/>
                    </a:lnTo>
                    <a:lnTo>
                      <a:pt x="720068" y="110830"/>
                    </a:lnTo>
                    <a:close/>
                    <a:moveTo>
                      <a:pt x="248738" y="0"/>
                    </a:moveTo>
                    <a:lnTo>
                      <a:pt x="731291" y="95873"/>
                    </a:lnTo>
                    <a:cubicBezTo>
                      <a:pt x="733778" y="95873"/>
                      <a:pt x="736265" y="97118"/>
                      <a:pt x="736265" y="98363"/>
                    </a:cubicBezTo>
                    <a:cubicBezTo>
                      <a:pt x="737509" y="100853"/>
                      <a:pt x="737509" y="103344"/>
                      <a:pt x="737509" y="105834"/>
                    </a:cubicBezTo>
                    <a:lnTo>
                      <a:pt x="442754" y="1373351"/>
                    </a:lnTo>
                    <a:cubicBezTo>
                      <a:pt x="442754" y="1377086"/>
                      <a:pt x="437779" y="1379576"/>
                      <a:pt x="435292" y="1379576"/>
                    </a:cubicBezTo>
                    <a:lnTo>
                      <a:pt x="8706" y="1379576"/>
                    </a:lnTo>
                    <a:cubicBezTo>
                      <a:pt x="6218" y="1379576"/>
                      <a:pt x="3731" y="1379576"/>
                      <a:pt x="2487" y="1377086"/>
                    </a:cubicBezTo>
                    <a:cubicBezTo>
                      <a:pt x="1244" y="1374596"/>
                      <a:pt x="0" y="1372105"/>
                      <a:pt x="0" y="1369615"/>
                    </a:cubicBezTo>
                    <a:lnTo>
                      <a:pt x="238789" y="7471"/>
                    </a:lnTo>
                    <a:cubicBezTo>
                      <a:pt x="238789" y="4980"/>
                      <a:pt x="240032" y="3735"/>
                      <a:pt x="242520" y="2490"/>
                    </a:cubicBezTo>
                    <a:cubicBezTo>
                      <a:pt x="245007" y="0"/>
                      <a:pt x="246251" y="0"/>
                      <a:pt x="2487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C67EBAA5-F431-4C4E-A7BE-FAC0661523F3}"/>
                  </a:ext>
                </a:extLst>
              </p:cNvPr>
              <p:cNvSpPr/>
              <p:nvPr/>
            </p:nvSpPr>
            <p:spPr>
              <a:xfrm>
                <a:off x="14114824" y="9285655"/>
                <a:ext cx="3352422" cy="328755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92" h="2639">
                    <a:moveTo>
                      <a:pt x="2692" y="1467"/>
                    </a:moveTo>
                    <a:cubicBezTo>
                      <a:pt x="2692" y="1467"/>
                      <a:pt x="2642" y="1137"/>
                      <a:pt x="2489" y="662"/>
                    </a:cubicBezTo>
                    <a:cubicBezTo>
                      <a:pt x="2301" y="86"/>
                      <a:pt x="2143" y="25"/>
                      <a:pt x="2010" y="3"/>
                    </a:cubicBezTo>
                    <a:cubicBezTo>
                      <a:pt x="1923" y="-12"/>
                      <a:pt x="1499" y="27"/>
                      <a:pt x="1499" y="27"/>
                    </a:cubicBezTo>
                    <a:lnTo>
                      <a:pt x="963" y="183"/>
                    </a:lnTo>
                    <a:cubicBezTo>
                      <a:pt x="963" y="183"/>
                      <a:pt x="628" y="269"/>
                      <a:pt x="509" y="325"/>
                    </a:cubicBezTo>
                    <a:cubicBezTo>
                      <a:pt x="333" y="408"/>
                      <a:pt x="232" y="523"/>
                      <a:pt x="133" y="915"/>
                    </a:cubicBezTo>
                    <a:cubicBezTo>
                      <a:pt x="85" y="1109"/>
                      <a:pt x="42" y="1316"/>
                      <a:pt x="0" y="1538"/>
                    </a:cubicBezTo>
                    <a:lnTo>
                      <a:pt x="308" y="1621"/>
                    </a:lnTo>
                    <a:cubicBezTo>
                      <a:pt x="223" y="2151"/>
                      <a:pt x="154" y="2639"/>
                      <a:pt x="154" y="2639"/>
                    </a:cubicBezTo>
                    <a:lnTo>
                      <a:pt x="2141" y="2639"/>
                    </a:lnTo>
                    <a:cubicBezTo>
                      <a:pt x="2141" y="2639"/>
                      <a:pt x="2151" y="2074"/>
                      <a:pt x="2175" y="154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5F4DFC45-70BF-454C-9D66-B8FA3E023CBA}"/>
                  </a:ext>
                </a:extLst>
              </p:cNvPr>
              <p:cNvSpPr/>
              <p:nvPr/>
            </p:nvSpPr>
            <p:spPr>
              <a:xfrm>
                <a:off x="14106103" y="9276737"/>
                <a:ext cx="3369137" cy="3305190"/>
              </a:xfrm>
              <a:custGeom>
                <a:avLst/>
                <a:gdLst>
                  <a:gd name="connsiteX0" fmla="*/ 2453448 w 3369137"/>
                  <a:gd name="connsiteY0" fmla="*/ 17552 h 3305190"/>
                  <a:gd name="connsiteX1" fmla="*/ 1876711 w 3369137"/>
                  <a:gd name="connsiteY1" fmla="*/ 51275 h 3305190"/>
                  <a:gd name="connsiteX2" fmla="*/ 1209217 w 3369137"/>
                  <a:gd name="connsiteY2" fmla="*/ 244367 h 3305190"/>
                  <a:gd name="connsiteX3" fmla="*/ 646331 w 3369137"/>
                  <a:gd name="connsiteY3" fmla="*/ 421265 h 3305190"/>
                  <a:gd name="connsiteX4" fmla="*/ 183070 w 3369137"/>
                  <a:gd name="connsiteY4" fmla="*/ 1151277 h 3305190"/>
                  <a:gd name="connsiteX5" fmla="*/ 18687 w 3369137"/>
                  <a:gd name="connsiteY5" fmla="*/ 1919908 h 3305190"/>
                  <a:gd name="connsiteX6" fmla="*/ 394775 w 3369137"/>
                  <a:gd name="connsiteY6" fmla="*/ 2020814 h 3305190"/>
                  <a:gd name="connsiteX7" fmla="*/ 399756 w 3369137"/>
                  <a:gd name="connsiteY7" fmla="*/ 2029534 h 3305190"/>
                  <a:gd name="connsiteX8" fmla="*/ 210467 w 3369137"/>
                  <a:gd name="connsiteY8" fmla="*/ 3288992 h 3305190"/>
                  <a:gd name="connsiteX9" fmla="*/ 2667493 w 3369137"/>
                  <a:gd name="connsiteY9" fmla="*/ 3288992 h 3305190"/>
                  <a:gd name="connsiteX10" fmla="*/ 2708589 w 3369137"/>
                  <a:gd name="connsiteY10" fmla="*/ 1926136 h 3305190"/>
                  <a:gd name="connsiteX11" fmla="*/ 2716061 w 3369137"/>
                  <a:gd name="connsiteY11" fmla="*/ 1918662 h 3305190"/>
                  <a:gd name="connsiteX12" fmla="*/ 3351177 w 3369137"/>
                  <a:gd name="connsiteY12" fmla="*/ 1830213 h 3305190"/>
                  <a:gd name="connsiteX13" fmla="*/ 3099621 w 3369137"/>
                  <a:gd name="connsiteY13" fmla="*/ 837347 h 3305190"/>
                  <a:gd name="connsiteX14" fmla="*/ 2509337 w 3369137"/>
                  <a:gd name="connsiteY14" fmla="*/ 21377 h 3305190"/>
                  <a:gd name="connsiteX15" fmla="*/ 2453448 w 3369137"/>
                  <a:gd name="connsiteY15" fmla="*/ 17552 h 3305190"/>
                  <a:gd name="connsiteX16" fmla="*/ 2455441 w 3369137"/>
                  <a:gd name="connsiteY16" fmla="*/ 159 h 3305190"/>
                  <a:gd name="connsiteX17" fmla="*/ 2513079 w 3369137"/>
                  <a:gd name="connsiteY17" fmla="*/ 3930 h 3305190"/>
                  <a:gd name="connsiteX18" fmla="*/ 3115819 w 3369137"/>
                  <a:gd name="connsiteY18" fmla="*/ 831114 h 3305190"/>
                  <a:gd name="connsiteX19" fmla="*/ 3368621 w 3369137"/>
                  <a:gd name="connsiteY19" fmla="*/ 1835195 h 3305190"/>
                  <a:gd name="connsiteX20" fmla="*/ 3367375 w 3369137"/>
                  <a:gd name="connsiteY20" fmla="*/ 1841424 h 3305190"/>
                  <a:gd name="connsiteX21" fmla="*/ 3362395 w 3369137"/>
                  <a:gd name="connsiteY21" fmla="*/ 1845161 h 3305190"/>
                  <a:gd name="connsiteX22" fmla="*/ 2724785 w 3369137"/>
                  <a:gd name="connsiteY22" fmla="*/ 1933610 h 3305190"/>
                  <a:gd name="connsiteX23" fmla="*/ 2682443 w 3369137"/>
                  <a:gd name="connsiteY23" fmla="*/ 3296470 h 3305190"/>
                  <a:gd name="connsiteX24" fmla="*/ 2674971 w 3369137"/>
                  <a:gd name="connsiteY24" fmla="*/ 3305190 h 3305190"/>
                  <a:gd name="connsiteX25" fmla="*/ 200498 w 3369137"/>
                  <a:gd name="connsiteY25" fmla="*/ 3305190 h 3305190"/>
                  <a:gd name="connsiteX26" fmla="*/ 194272 w 3369137"/>
                  <a:gd name="connsiteY26" fmla="*/ 3302698 h 3305190"/>
                  <a:gd name="connsiteX27" fmla="*/ 193026 w 3369137"/>
                  <a:gd name="connsiteY27" fmla="*/ 3296470 h 3305190"/>
                  <a:gd name="connsiteX28" fmla="*/ 382317 w 3369137"/>
                  <a:gd name="connsiteY28" fmla="*/ 2034516 h 3305190"/>
                  <a:gd name="connsiteX29" fmla="*/ 6227 w 3369137"/>
                  <a:gd name="connsiteY29" fmla="*/ 1933610 h 3305190"/>
                  <a:gd name="connsiteX30" fmla="*/ 0 w 3369137"/>
                  <a:gd name="connsiteY30" fmla="*/ 1923644 h 3305190"/>
                  <a:gd name="connsiteX31" fmla="*/ 166874 w 3369137"/>
                  <a:gd name="connsiteY31" fmla="*/ 1147536 h 3305190"/>
                  <a:gd name="connsiteX32" fmla="*/ 638855 w 3369137"/>
                  <a:gd name="connsiteY32" fmla="*/ 406310 h 3305190"/>
                  <a:gd name="connsiteX33" fmla="*/ 1205481 w 3369137"/>
                  <a:gd name="connsiteY33" fmla="*/ 229413 h 3305190"/>
                  <a:gd name="connsiteX34" fmla="*/ 1872978 w 3369137"/>
                  <a:gd name="connsiteY34" fmla="*/ 35074 h 3305190"/>
                  <a:gd name="connsiteX35" fmla="*/ 1874223 w 3369137"/>
                  <a:gd name="connsiteY35" fmla="*/ 35074 h 3305190"/>
                  <a:gd name="connsiteX36" fmla="*/ 2455441 w 3369137"/>
                  <a:gd name="connsiteY36" fmla="*/ 159 h 3305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3369137" h="3305190">
                    <a:moveTo>
                      <a:pt x="2453448" y="17552"/>
                    </a:moveTo>
                    <a:cubicBezTo>
                      <a:pt x="2287105" y="14487"/>
                      <a:pt x="1897415" y="49095"/>
                      <a:pt x="1876711" y="51275"/>
                    </a:cubicBezTo>
                    <a:lnTo>
                      <a:pt x="1209217" y="244367"/>
                    </a:lnTo>
                    <a:cubicBezTo>
                      <a:pt x="1205481" y="245613"/>
                      <a:pt x="792034" y="352748"/>
                      <a:pt x="646331" y="421265"/>
                    </a:cubicBezTo>
                    <a:cubicBezTo>
                      <a:pt x="376095" y="549577"/>
                      <a:pt x="281451" y="758864"/>
                      <a:pt x="183070" y="1151277"/>
                    </a:cubicBezTo>
                    <a:cubicBezTo>
                      <a:pt x="128276" y="1373021"/>
                      <a:pt x="75972" y="1617189"/>
                      <a:pt x="18687" y="1919908"/>
                    </a:cubicBezTo>
                    <a:lnTo>
                      <a:pt x="394775" y="2020814"/>
                    </a:lnTo>
                    <a:cubicBezTo>
                      <a:pt x="398511" y="2022059"/>
                      <a:pt x="399756" y="2025797"/>
                      <a:pt x="399756" y="2029534"/>
                    </a:cubicBezTo>
                    <a:cubicBezTo>
                      <a:pt x="302621" y="2637462"/>
                      <a:pt x="221675" y="3209264"/>
                      <a:pt x="210467" y="3288992"/>
                    </a:cubicBezTo>
                    <a:lnTo>
                      <a:pt x="2667493" y="3288992"/>
                    </a:lnTo>
                    <a:cubicBezTo>
                      <a:pt x="2667493" y="3208018"/>
                      <a:pt x="2681191" y="2546522"/>
                      <a:pt x="2708589" y="1926136"/>
                    </a:cubicBezTo>
                    <a:cubicBezTo>
                      <a:pt x="2708589" y="1922399"/>
                      <a:pt x="2711079" y="1919908"/>
                      <a:pt x="2716061" y="1918662"/>
                    </a:cubicBezTo>
                    <a:lnTo>
                      <a:pt x="3351177" y="1830213"/>
                    </a:lnTo>
                    <a:cubicBezTo>
                      <a:pt x="3341213" y="1767926"/>
                      <a:pt x="3273965" y="1374267"/>
                      <a:pt x="3099621" y="837347"/>
                    </a:cubicBezTo>
                    <a:cubicBezTo>
                      <a:pt x="2872971" y="135987"/>
                      <a:pt x="2684927" y="48784"/>
                      <a:pt x="2509337" y="21377"/>
                    </a:cubicBezTo>
                    <a:cubicBezTo>
                      <a:pt x="2496417" y="19197"/>
                      <a:pt x="2477212" y="17990"/>
                      <a:pt x="2453448" y="17552"/>
                    </a:cubicBezTo>
                    <a:close/>
                    <a:moveTo>
                      <a:pt x="2455441" y="159"/>
                    </a:moveTo>
                    <a:cubicBezTo>
                      <a:pt x="2479747" y="563"/>
                      <a:pt x="2499536" y="1750"/>
                      <a:pt x="2513079" y="3930"/>
                    </a:cubicBezTo>
                    <a:cubicBezTo>
                      <a:pt x="2692407" y="33828"/>
                      <a:pt x="2886677" y="122277"/>
                      <a:pt x="3115819" y="831114"/>
                    </a:cubicBezTo>
                    <a:cubicBezTo>
                      <a:pt x="3305109" y="1415374"/>
                      <a:pt x="3368621" y="1831458"/>
                      <a:pt x="3368621" y="1835195"/>
                    </a:cubicBezTo>
                    <a:cubicBezTo>
                      <a:pt x="3369867" y="1837687"/>
                      <a:pt x="3368621" y="1838932"/>
                      <a:pt x="3367375" y="1841424"/>
                    </a:cubicBezTo>
                    <a:cubicBezTo>
                      <a:pt x="3366131" y="1843915"/>
                      <a:pt x="3364885" y="1843915"/>
                      <a:pt x="3362395" y="1845161"/>
                    </a:cubicBezTo>
                    <a:lnTo>
                      <a:pt x="2724785" y="1933610"/>
                    </a:lnTo>
                    <a:cubicBezTo>
                      <a:pt x="2694897" y="2590125"/>
                      <a:pt x="2682443" y="3290241"/>
                      <a:pt x="2682443" y="3296470"/>
                    </a:cubicBezTo>
                    <a:cubicBezTo>
                      <a:pt x="2682443" y="3301453"/>
                      <a:pt x="2678707" y="3305190"/>
                      <a:pt x="2674971" y="3305190"/>
                    </a:cubicBezTo>
                    <a:lnTo>
                      <a:pt x="200498" y="3305190"/>
                    </a:lnTo>
                    <a:cubicBezTo>
                      <a:pt x="198008" y="3305190"/>
                      <a:pt x="196762" y="3305190"/>
                      <a:pt x="194272" y="3302698"/>
                    </a:cubicBezTo>
                    <a:cubicBezTo>
                      <a:pt x="193026" y="3300207"/>
                      <a:pt x="191781" y="3298961"/>
                      <a:pt x="193026" y="3296470"/>
                    </a:cubicBezTo>
                    <a:cubicBezTo>
                      <a:pt x="193026" y="3290241"/>
                      <a:pt x="278954" y="2684802"/>
                      <a:pt x="382317" y="2034516"/>
                    </a:cubicBezTo>
                    <a:lnTo>
                      <a:pt x="6227" y="1933610"/>
                    </a:lnTo>
                    <a:cubicBezTo>
                      <a:pt x="2491" y="1932364"/>
                      <a:pt x="0" y="1928627"/>
                      <a:pt x="0" y="1923644"/>
                    </a:cubicBezTo>
                    <a:cubicBezTo>
                      <a:pt x="58531" y="1617187"/>
                      <a:pt x="112080" y="1370527"/>
                      <a:pt x="166874" y="1147536"/>
                    </a:cubicBezTo>
                    <a:cubicBezTo>
                      <a:pt x="291407" y="650479"/>
                      <a:pt x="423413" y="507217"/>
                      <a:pt x="638855" y="406310"/>
                    </a:cubicBezTo>
                    <a:cubicBezTo>
                      <a:pt x="787049" y="336548"/>
                      <a:pt x="1200499" y="229413"/>
                      <a:pt x="1205481" y="229413"/>
                    </a:cubicBezTo>
                    <a:lnTo>
                      <a:pt x="1872978" y="35074"/>
                    </a:lnTo>
                    <a:cubicBezTo>
                      <a:pt x="1874223" y="35074"/>
                      <a:pt x="1874223" y="35074"/>
                      <a:pt x="1874223" y="35074"/>
                    </a:cubicBezTo>
                    <a:cubicBezTo>
                      <a:pt x="1893837" y="32894"/>
                      <a:pt x="2285300" y="-2668"/>
                      <a:pt x="2455441" y="15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E5E231A6-7CB9-A242-9B50-104060FEF9C4}"/>
                  </a:ext>
                </a:extLst>
              </p:cNvPr>
              <p:cNvSpPr/>
              <p:nvPr/>
            </p:nvSpPr>
            <p:spPr>
              <a:xfrm>
                <a:off x="13744824" y="11132563"/>
                <a:ext cx="3657641" cy="14418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37" h="1158">
                    <a:moveTo>
                      <a:pt x="2141" y="102"/>
                    </a:moveTo>
                    <a:lnTo>
                      <a:pt x="2167" y="579"/>
                    </a:lnTo>
                    <a:cubicBezTo>
                      <a:pt x="2167" y="579"/>
                      <a:pt x="783" y="828"/>
                      <a:pt x="605" y="866"/>
                    </a:cubicBezTo>
                    <a:cubicBezTo>
                      <a:pt x="605" y="866"/>
                      <a:pt x="492" y="751"/>
                      <a:pt x="345" y="734"/>
                    </a:cubicBezTo>
                    <a:cubicBezTo>
                      <a:pt x="179" y="715"/>
                      <a:pt x="24" y="768"/>
                      <a:pt x="54" y="819"/>
                    </a:cubicBezTo>
                    <a:cubicBezTo>
                      <a:pt x="84" y="869"/>
                      <a:pt x="102" y="872"/>
                      <a:pt x="102" y="872"/>
                    </a:cubicBezTo>
                    <a:cubicBezTo>
                      <a:pt x="102" y="872"/>
                      <a:pt x="-2" y="894"/>
                      <a:pt x="47" y="992"/>
                    </a:cubicBezTo>
                    <a:cubicBezTo>
                      <a:pt x="47" y="992"/>
                      <a:pt x="-50" y="1053"/>
                      <a:pt x="34" y="1157"/>
                    </a:cubicBezTo>
                    <a:lnTo>
                      <a:pt x="2550" y="1157"/>
                    </a:lnTo>
                    <a:cubicBezTo>
                      <a:pt x="2661" y="1157"/>
                      <a:pt x="3053" y="1243"/>
                      <a:pt x="290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0EDA895E-0E16-2446-AAF0-A0CA919CA12C}"/>
                  </a:ext>
                </a:extLst>
              </p:cNvPr>
              <p:cNvSpPr/>
              <p:nvPr/>
            </p:nvSpPr>
            <p:spPr>
              <a:xfrm>
                <a:off x="13735971" y="11123843"/>
                <a:ext cx="3674447" cy="1459335"/>
              </a:xfrm>
              <a:custGeom>
                <a:avLst/>
                <a:gdLst>
                  <a:gd name="connsiteX0" fmla="*/ 3616677 w 3674447"/>
                  <a:gd name="connsiteY0" fmla="*/ 18690 h 1459335"/>
                  <a:gd name="connsiteX1" fmla="*/ 2685143 w 3674447"/>
                  <a:gd name="connsiteY1" fmla="*/ 141959 h 1459335"/>
                  <a:gd name="connsiteX2" fmla="*/ 2715031 w 3674447"/>
                  <a:gd name="connsiteY2" fmla="*/ 728420 h 1459335"/>
                  <a:gd name="connsiteX3" fmla="*/ 2708805 w 3674447"/>
                  <a:gd name="connsiteY3" fmla="*/ 737136 h 1459335"/>
                  <a:gd name="connsiteX4" fmla="*/ 763544 w 3674447"/>
                  <a:gd name="connsiteY4" fmla="*/ 1095736 h 1459335"/>
                  <a:gd name="connsiteX5" fmla="*/ 756072 w 3674447"/>
                  <a:gd name="connsiteY5" fmla="*/ 1093246 h 1459335"/>
                  <a:gd name="connsiteX6" fmla="*/ 437258 w 3674447"/>
                  <a:gd name="connsiteY6" fmla="*/ 930132 h 1459335"/>
                  <a:gd name="connsiteX7" fmla="*/ 83574 w 3674447"/>
                  <a:gd name="connsiteY7" fmla="*/ 998615 h 1459335"/>
                  <a:gd name="connsiteX8" fmla="*/ 82329 w 3674447"/>
                  <a:gd name="connsiteY8" fmla="*/ 1023518 h 1459335"/>
                  <a:gd name="connsiteX9" fmla="*/ 137125 w 3674447"/>
                  <a:gd name="connsiteY9" fmla="*/ 1087020 h 1459335"/>
                  <a:gd name="connsiteX10" fmla="*/ 144597 w 3674447"/>
                  <a:gd name="connsiteY10" fmla="*/ 1094491 h 1459335"/>
                  <a:gd name="connsiteX11" fmla="*/ 137125 w 3674447"/>
                  <a:gd name="connsiteY11" fmla="*/ 1101962 h 1459335"/>
                  <a:gd name="connsiteX12" fmla="*/ 66139 w 3674447"/>
                  <a:gd name="connsiteY12" fmla="*/ 1153012 h 1459335"/>
                  <a:gd name="connsiteX13" fmla="*/ 74857 w 3674447"/>
                  <a:gd name="connsiteY13" fmla="*/ 1240172 h 1459335"/>
                  <a:gd name="connsiteX14" fmla="*/ 72366 w 3674447"/>
                  <a:gd name="connsiteY14" fmla="*/ 1251379 h 1459335"/>
                  <a:gd name="connsiteX15" fmla="*/ 18815 w 3674447"/>
                  <a:gd name="connsiteY15" fmla="*/ 1329822 h 1459335"/>
                  <a:gd name="connsiteX16" fmla="*/ 54931 w 3674447"/>
                  <a:gd name="connsiteY16" fmla="*/ 1441885 h 1459335"/>
                  <a:gd name="connsiteX17" fmla="*/ 3184535 w 3674447"/>
                  <a:gd name="connsiteY17" fmla="*/ 1441885 h 1459335"/>
                  <a:gd name="connsiteX18" fmla="*/ 3210687 w 3674447"/>
                  <a:gd name="connsiteY18" fmla="*/ 1441885 h 1459335"/>
                  <a:gd name="connsiteX19" fmla="*/ 3488403 w 3674447"/>
                  <a:gd name="connsiteY19" fmla="*/ 1344764 h 1459335"/>
                  <a:gd name="connsiteX20" fmla="*/ 3616677 w 3674447"/>
                  <a:gd name="connsiteY20" fmla="*/ 18690 h 1459335"/>
                  <a:gd name="connsiteX21" fmla="*/ 3622911 w 3674447"/>
                  <a:gd name="connsiteY21" fmla="*/ 0 h 1459335"/>
                  <a:gd name="connsiteX22" fmla="*/ 3629139 w 3674447"/>
                  <a:gd name="connsiteY22" fmla="*/ 2490 h 1459335"/>
                  <a:gd name="connsiteX23" fmla="*/ 3632875 w 3674447"/>
                  <a:gd name="connsiteY23" fmla="*/ 7471 h 1459335"/>
                  <a:gd name="connsiteX24" fmla="*/ 3499621 w 3674447"/>
                  <a:gd name="connsiteY24" fmla="*/ 1355986 h 1459335"/>
                  <a:gd name="connsiteX25" fmla="*/ 3249301 w 3674447"/>
                  <a:gd name="connsiteY25" fmla="*/ 1459335 h 1459335"/>
                  <a:gd name="connsiteX26" fmla="*/ 3210695 w 3674447"/>
                  <a:gd name="connsiteY26" fmla="*/ 1458090 h 1459335"/>
                  <a:gd name="connsiteX27" fmla="*/ 3184541 w 3674447"/>
                  <a:gd name="connsiteY27" fmla="*/ 1458090 h 1459335"/>
                  <a:gd name="connsiteX28" fmla="*/ 51192 w 3674447"/>
                  <a:gd name="connsiteY28" fmla="*/ 1458090 h 1459335"/>
                  <a:gd name="connsiteX29" fmla="*/ 44965 w 3674447"/>
                  <a:gd name="connsiteY29" fmla="*/ 1454354 h 1459335"/>
                  <a:gd name="connsiteX30" fmla="*/ 1377 w 3674447"/>
                  <a:gd name="connsiteY30" fmla="*/ 1328593 h 1459335"/>
                  <a:gd name="connsiteX31" fmla="*/ 56174 w 3674447"/>
                  <a:gd name="connsiteY31" fmla="*/ 1241431 h 1459335"/>
                  <a:gd name="connsiteX32" fmla="*/ 51192 w 3674447"/>
                  <a:gd name="connsiteY32" fmla="*/ 1145553 h 1459335"/>
                  <a:gd name="connsiteX33" fmla="*/ 114706 w 3674447"/>
                  <a:gd name="connsiteY33" fmla="*/ 1093256 h 1459335"/>
                  <a:gd name="connsiteX34" fmla="*/ 68627 w 3674447"/>
                  <a:gd name="connsiteY34" fmla="*/ 1032243 h 1459335"/>
                  <a:gd name="connsiteX35" fmla="*/ 69873 w 3674447"/>
                  <a:gd name="connsiteY35" fmla="*/ 989907 h 1459335"/>
                  <a:gd name="connsiteX36" fmla="*/ 439747 w 3674447"/>
                  <a:gd name="connsiteY36" fmla="*/ 913952 h 1459335"/>
                  <a:gd name="connsiteX37" fmla="*/ 764789 w 3674447"/>
                  <a:gd name="connsiteY37" fmla="*/ 1079559 h 1459335"/>
                  <a:gd name="connsiteX38" fmla="*/ 2698848 w 3674447"/>
                  <a:gd name="connsiteY38" fmla="*/ 722197 h 1459335"/>
                  <a:gd name="connsiteX39" fmla="*/ 2667713 w 3674447"/>
                  <a:gd name="connsiteY39" fmla="*/ 135723 h 1459335"/>
                  <a:gd name="connsiteX40" fmla="*/ 2673940 w 3674447"/>
                  <a:gd name="connsiteY40" fmla="*/ 127007 h 1459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3674447" h="1459335">
                    <a:moveTo>
                      <a:pt x="3616677" y="18690"/>
                    </a:moveTo>
                    <a:lnTo>
                      <a:pt x="2685143" y="141959"/>
                    </a:lnTo>
                    <a:lnTo>
                      <a:pt x="2715031" y="728420"/>
                    </a:lnTo>
                    <a:cubicBezTo>
                      <a:pt x="2716277" y="733400"/>
                      <a:pt x="2713786" y="737136"/>
                      <a:pt x="2708805" y="737136"/>
                    </a:cubicBezTo>
                    <a:cubicBezTo>
                      <a:pt x="2692615" y="740871"/>
                      <a:pt x="982728" y="1048421"/>
                      <a:pt x="763544" y="1095736"/>
                    </a:cubicBezTo>
                    <a:cubicBezTo>
                      <a:pt x="761053" y="1096981"/>
                      <a:pt x="758562" y="1095736"/>
                      <a:pt x="756072" y="1093246"/>
                    </a:cubicBezTo>
                    <a:cubicBezTo>
                      <a:pt x="754826" y="1092001"/>
                      <a:pt x="615345" y="951300"/>
                      <a:pt x="437258" y="930132"/>
                    </a:cubicBezTo>
                    <a:cubicBezTo>
                      <a:pt x="271625" y="912700"/>
                      <a:pt x="114709" y="951300"/>
                      <a:pt x="83574" y="998615"/>
                    </a:cubicBezTo>
                    <a:cubicBezTo>
                      <a:pt x="77348" y="1007331"/>
                      <a:pt x="77348" y="1016047"/>
                      <a:pt x="82329" y="1023518"/>
                    </a:cubicBezTo>
                    <a:cubicBezTo>
                      <a:pt x="117199" y="1080794"/>
                      <a:pt x="137125" y="1087020"/>
                      <a:pt x="137125" y="1087020"/>
                    </a:cubicBezTo>
                    <a:cubicBezTo>
                      <a:pt x="140861" y="1087020"/>
                      <a:pt x="144597" y="1090755"/>
                      <a:pt x="144597" y="1094491"/>
                    </a:cubicBezTo>
                    <a:cubicBezTo>
                      <a:pt x="144597" y="1099471"/>
                      <a:pt x="140861" y="1101962"/>
                      <a:pt x="137125" y="1101962"/>
                    </a:cubicBezTo>
                    <a:cubicBezTo>
                      <a:pt x="137125" y="1101962"/>
                      <a:pt x="84820" y="1114413"/>
                      <a:pt x="66139" y="1153012"/>
                    </a:cubicBezTo>
                    <a:cubicBezTo>
                      <a:pt x="54931" y="1176670"/>
                      <a:pt x="57422" y="1206553"/>
                      <a:pt x="74857" y="1240172"/>
                    </a:cubicBezTo>
                    <a:cubicBezTo>
                      <a:pt x="76102" y="1243908"/>
                      <a:pt x="76102" y="1248888"/>
                      <a:pt x="72366" y="1251379"/>
                    </a:cubicBezTo>
                    <a:cubicBezTo>
                      <a:pt x="71121" y="1251379"/>
                      <a:pt x="27533" y="1280017"/>
                      <a:pt x="18815" y="1329822"/>
                    </a:cubicBezTo>
                    <a:cubicBezTo>
                      <a:pt x="12589" y="1364686"/>
                      <a:pt x="25042" y="1402040"/>
                      <a:pt x="54931" y="1441885"/>
                    </a:cubicBezTo>
                    <a:lnTo>
                      <a:pt x="3184535" y="1441885"/>
                    </a:lnTo>
                    <a:cubicBezTo>
                      <a:pt x="3192007" y="1441885"/>
                      <a:pt x="3201969" y="1441885"/>
                      <a:pt x="3210687" y="1441885"/>
                    </a:cubicBezTo>
                    <a:cubicBezTo>
                      <a:pt x="3279181" y="1444375"/>
                      <a:pt x="3392511" y="1448111"/>
                      <a:pt x="3488403" y="1344764"/>
                    </a:cubicBezTo>
                    <a:cubicBezTo>
                      <a:pt x="3656527" y="1161728"/>
                      <a:pt x="3700115" y="714723"/>
                      <a:pt x="3616677" y="18690"/>
                    </a:cubicBezTo>
                    <a:close/>
                    <a:moveTo>
                      <a:pt x="3622911" y="0"/>
                    </a:moveTo>
                    <a:cubicBezTo>
                      <a:pt x="3625403" y="0"/>
                      <a:pt x="3627893" y="0"/>
                      <a:pt x="3629139" y="2490"/>
                    </a:cubicBezTo>
                    <a:cubicBezTo>
                      <a:pt x="3630385" y="3735"/>
                      <a:pt x="3631629" y="6226"/>
                      <a:pt x="3632875" y="7471"/>
                    </a:cubicBezTo>
                    <a:cubicBezTo>
                      <a:pt x="3717561" y="714725"/>
                      <a:pt x="3672727" y="1167966"/>
                      <a:pt x="3499621" y="1355986"/>
                    </a:cubicBezTo>
                    <a:cubicBezTo>
                      <a:pt x="3416181" y="1448129"/>
                      <a:pt x="3320287" y="1459335"/>
                      <a:pt x="3249301" y="1459335"/>
                    </a:cubicBezTo>
                    <a:cubicBezTo>
                      <a:pt x="3235601" y="1459335"/>
                      <a:pt x="3221903" y="1459335"/>
                      <a:pt x="3210695" y="1458090"/>
                    </a:cubicBezTo>
                    <a:cubicBezTo>
                      <a:pt x="3200731" y="1458090"/>
                      <a:pt x="3192013" y="1458090"/>
                      <a:pt x="3184541" y="1458090"/>
                    </a:cubicBezTo>
                    <a:lnTo>
                      <a:pt x="51192" y="1458090"/>
                    </a:lnTo>
                    <a:cubicBezTo>
                      <a:pt x="48701" y="1458090"/>
                      <a:pt x="46211" y="1456845"/>
                      <a:pt x="44965" y="1454354"/>
                    </a:cubicBezTo>
                    <a:cubicBezTo>
                      <a:pt x="10095" y="1410773"/>
                      <a:pt x="-4849" y="1368438"/>
                      <a:pt x="1377" y="1328593"/>
                    </a:cubicBezTo>
                    <a:cubicBezTo>
                      <a:pt x="10095" y="1280031"/>
                      <a:pt x="42475" y="1251392"/>
                      <a:pt x="56174" y="1241431"/>
                    </a:cubicBezTo>
                    <a:cubicBezTo>
                      <a:pt x="39984" y="1204076"/>
                      <a:pt x="38738" y="1172947"/>
                      <a:pt x="51192" y="1145553"/>
                    </a:cubicBezTo>
                    <a:cubicBezTo>
                      <a:pt x="66137" y="1115669"/>
                      <a:pt x="96025" y="1099482"/>
                      <a:pt x="114706" y="1093256"/>
                    </a:cubicBezTo>
                    <a:cubicBezTo>
                      <a:pt x="103498" y="1083295"/>
                      <a:pt x="88553" y="1064617"/>
                      <a:pt x="68627" y="1032243"/>
                    </a:cubicBezTo>
                    <a:cubicBezTo>
                      <a:pt x="61155" y="1018546"/>
                      <a:pt x="61155" y="1004849"/>
                      <a:pt x="69873" y="989907"/>
                    </a:cubicBezTo>
                    <a:cubicBezTo>
                      <a:pt x="103498" y="937610"/>
                      <a:pt x="262905" y="894029"/>
                      <a:pt x="439747" y="913952"/>
                    </a:cubicBezTo>
                    <a:cubicBezTo>
                      <a:pt x="610363" y="933875"/>
                      <a:pt x="742372" y="1055901"/>
                      <a:pt x="764789" y="1079559"/>
                    </a:cubicBezTo>
                    <a:cubicBezTo>
                      <a:pt x="993937" y="1029753"/>
                      <a:pt x="2578047" y="744609"/>
                      <a:pt x="2698848" y="722197"/>
                    </a:cubicBezTo>
                    <a:lnTo>
                      <a:pt x="2667713" y="135723"/>
                    </a:lnTo>
                    <a:cubicBezTo>
                      <a:pt x="2666468" y="131988"/>
                      <a:pt x="2670204" y="128252"/>
                      <a:pt x="2673940" y="12700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5B14558D-B6FD-1544-99A1-00B1BF1C7824}"/>
                  </a:ext>
                </a:extLst>
              </p:cNvPr>
              <p:cNvSpPr/>
              <p:nvPr/>
            </p:nvSpPr>
            <p:spPr>
              <a:xfrm>
                <a:off x="16261323" y="10751220"/>
                <a:ext cx="158216" cy="52466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8" h="422">
                    <a:moveTo>
                      <a:pt x="67" y="422"/>
                    </a:moveTo>
                    <a:cubicBezTo>
                      <a:pt x="63" y="422"/>
                      <a:pt x="61" y="419"/>
                      <a:pt x="60" y="416"/>
                    </a:cubicBezTo>
                    <a:lnTo>
                      <a:pt x="0" y="8"/>
                    </a:lnTo>
                    <a:cubicBezTo>
                      <a:pt x="-1" y="4"/>
                      <a:pt x="2" y="0"/>
                      <a:pt x="5" y="0"/>
                    </a:cubicBezTo>
                    <a:cubicBezTo>
                      <a:pt x="9" y="0"/>
                      <a:pt x="12" y="2"/>
                      <a:pt x="13" y="6"/>
                    </a:cubicBezTo>
                    <a:lnTo>
                      <a:pt x="72" y="408"/>
                    </a:lnTo>
                    <a:lnTo>
                      <a:pt x="120" y="401"/>
                    </a:lnTo>
                    <a:cubicBezTo>
                      <a:pt x="124" y="401"/>
                      <a:pt x="127" y="403"/>
                      <a:pt x="128" y="407"/>
                    </a:cubicBezTo>
                    <a:cubicBezTo>
                      <a:pt x="129" y="410"/>
                      <a:pt x="126" y="414"/>
                      <a:pt x="122" y="414"/>
                    </a:cubicBezTo>
                    <a:lnTo>
                      <a:pt x="68" y="422"/>
                    </a:lnTo>
                    <a:cubicBezTo>
                      <a:pt x="67" y="422"/>
                      <a:pt x="67" y="422"/>
                      <a:pt x="67" y="42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7EE560B4-0A8E-7C43-8DB9-3ACED2D2DC32}"/>
                  </a:ext>
                </a:extLst>
              </p:cNvPr>
              <p:cNvSpPr/>
              <p:nvPr/>
            </p:nvSpPr>
            <p:spPr>
              <a:xfrm>
                <a:off x="14483578" y="7772732"/>
                <a:ext cx="1497442" cy="20201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03" h="1622">
                    <a:moveTo>
                      <a:pt x="1075" y="891"/>
                    </a:moveTo>
                    <a:lnTo>
                      <a:pt x="799" y="42"/>
                    </a:lnTo>
                    <a:cubicBezTo>
                      <a:pt x="799" y="42"/>
                      <a:pt x="18" y="-143"/>
                      <a:pt x="0" y="266"/>
                    </a:cubicBezTo>
                    <a:cubicBezTo>
                      <a:pt x="0" y="266"/>
                      <a:pt x="156" y="1146"/>
                      <a:pt x="356" y="1216"/>
                    </a:cubicBezTo>
                    <a:cubicBezTo>
                      <a:pt x="430" y="1242"/>
                      <a:pt x="516" y="1226"/>
                      <a:pt x="595" y="1196"/>
                    </a:cubicBezTo>
                    <a:lnTo>
                      <a:pt x="667" y="1398"/>
                    </a:lnTo>
                    <a:cubicBezTo>
                      <a:pt x="667" y="1398"/>
                      <a:pt x="640" y="1662"/>
                      <a:pt x="855" y="1617"/>
                    </a:cubicBezTo>
                    <a:cubicBezTo>
                      <a:pt x="1071" y="1571"/>
                      <a:pt x="1203" y="1242"/>
                      <a:pt x="1203" y="12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99957C30-0F28-E94F-9421-AFE76AEC4C72}"/>
                  </a:ext>
                </a:extLst>
              </p:cNvPr>
              <p:cNvSpPr/>
              <p:nvPr/>
            </p:nvSpPr>
            <p:spPr>
              <a:xfrm>
                <a:off x="14476100" y="7763805"/>
                <a:ext cx="1513633" cy="2036543"/>
              </a:xfrm>
              <a:custGeom>
                <a:avLst/>
                <a:gdLst>
                  <a:gd name="connsiteX0" fmla="*/ 495176 w 1513633"/>
                  <a:gd name="connsiteY0" fmla="*/ 18085 h 2036543"/>
                  <a:gd name="connsiteX1" fmla="*/ 128222 w 1513633"/>
                  <a:gd name="connsiteY1" fmla="*/ 118529 h 2036543"/>
                  <a:gd name="connsiteX2" fmla="*/ 16195 w 1513633"/>
                  <a:gd name="connsiteY2" fmla="*/ 338975 h 2036543"/>
                  <a:gd name="connsiteX3" fmla="*/ 451856 w 1513633"/>
                  <a:gd name="connsiteY3" fmla="*/ 1513438 h 2036543"/>
                  <a:gd name="connsiteX4" fmla="*/ 745615 w 1513633"/>
                  <a:gd name="connsiteY4" fmla="*/ 1488529 h 2036543"/>
                  <a:gd name="connsiteX5" fmla="*/ 748105 w 1513633"/>
                  <a:gd name="connsiteY5" fmla="*/ 1488529 h 2036543"/>
                  <a:gd name="connsiteX6" fmla="*/ 751839 w 1513633"/>
                  <a:gd name="connsiteY6" fmla="*/ 1489774 h 2036543"/>
                  <a:gd name="connsiteX7" fmla="*/ 755573 w 1513633"/>
                  <a:gd name="connsiteY7" fmla="*/ 1494756 h 2036543"/>
                  <a:gd name="connsiteX8" fmla="*/ 845195 w 1513633"/>
                  <a:gd name="connsiteY8" fmla="*/ 1745093 h 2036543"/>
                  <a:gd name="connsiteX9" fmla="*/ 845195 w 1513633"/>
                  <a:gd name="connsiteY9" fmla="*/ 1748829 h 2036543"/>
                  <a:gd name="connsiteX10" fmla="*/ 911166 w 1513633"/>
                  <a:gd name="connsiteY10" fmla="*/ 1984220 h 2036543"/>
                  <a:gd name="connsiteX11" fmla="*/ 1070494 w 1513633"/>
                  <a:gd name="connsiteY11" fmla="*/ 2012865 h 2036543"/>
                  <a:gd name="connsiteX12" fmla="*/ 1496196 w 1513633"/>
                  <a:gd name="connsiteY12" fmla="*/ 1554538 h 2036543"/>
                  <a:gd name="connsiteX13" fmla="*/ 1338114 w 1513633"/>
                  <a:gd name="connsiteY13" fmla="*/ 1121120 h 2036543"/>
                  <a:gd name="connsiteX14" fmla="*/ 995809 w 1513633"/>
                  <a:gd name="connsiteY14" fmla="*/ 67465 h 2036543"/>
                  <a:gd name="connsiteX15" fmla="*/ 495176 w 1513633"/>
                  <a:gd name="connsiteY15" fmla="*/ 18085 h 2036543"/>
                  <a:gd name="connsiteX16" fmla="*/ 486197 w 1513633"/>
                  <a:gd name="connsiteY16" fmla="*/ 1158 h 2036543"/>
                  <a:gd name="connsiteX17" fmla="*/ 660970 w 1513633"/>
                  <a:gd name="connsiteY17" fmla="*/ 3941 h 2036543"/>
                  <a:gd name="connsiteX18" fmla="*/ 1004525 w 1513633"/>
                  <a:gd name="connsiteY18" fmla="*/ 52514 h 2036543"/>
                  <a:gd name="connsiteX19" fmla="*/ 1010748 w 1513633"/>
                  <a:gd name="connsiteY19" fmla="*/ 58741 h 2036543"/>
                  <a:gd name="connsiteX20" fmla="*/ 1353058 w 1513633"/>
                  <a:gd name="connsiteY20" fmla="*/ 1116143 h 2036543"/>
                  <a:gd name="connsiteX21" fmla="*/ 1513633 w 1513633"/>
                  <a:gd name="connsiteY21" fmla="*/ 1552056 h 2036543"/>
                  <a:gd name="connsiteX22" fmla="*/ 1512388 w 1513633"/>
                  <a:gd name="connsiteY22" fmla="*/ 1558284 h 2036543"/>
                  <a:gd name="connsiteX23" fmla="*/ 1396625 w 1513633"/>
                  <a:gd name="connsiteY23" fmla="*/ 1772504 h 2036543"/>
                  <a:gd name="connsiteX24" fmla="*/ 1074231 w 1513633"/>
                  <a:gd name="connsiteY24" fmla="*/ 2029070 h 2036543"/>
                  <a:gd name="connsiteX25" fmla="*/ 1014483 w 1513633"/>
                  <a:gd name="connsiteY25" fmla="*/ 2036543 h 2036543"/>
                  <a:gd name="connsiteX26" fmla="*/ 899964 w 1513633"/>
                  <a:gd name="connsiteY26" fmla="*/ 1996688 h 2036543"/>
                  <a:gd name="connsiteX27" fmla="*/ 829013 w 1513633"/>
                  <a:gd name="connsiteY27" fmla="*/ 1748840 h 2036543"/>
                  <a:gd name="connsiteX28" fmla="*/ 743124 w 1513633"/>
                  <a:gd name="connsiteY28" fmla="*/ 1508465 h 2036543"/>
                  <a:gd name="connsiteX29" fmla="*/ 446870 w 1513633"/>
                  <a:gd name="connsiteY29" fmla="*/ 1529638 h 2036543"/>
                  <a:gd name="connsiteX30" fmla="*/ 126966 w 1513633"/>
                  <a:gd name="connsiteY30" fmla="*/ 900677 h 2036543"/>
                  <a:gd name="connsiteX31" fmla="*/ 0 w 1513633"/>
                  <a:gd name="connsiteY31" fmla="*/ 341462 h 2036543"/>
                  <a:gd name="connsiteX32" fmla="*/ 0 w 1513633"/>
                  <a:gd name="connsiteY32" fmla="*/ 338971 h 2036543"/>
                  <a:gd name="connsiteX33" fmla="*/ 118253 w 1513633"/>
                  <a:gd name="connsiteY33" fmla="*/ 106069 h 2036543"/>
                  <a:gd name="connsiteX34" fmla="*/ 486197 w 1513633"/>
                  <a:gd name="connsiteY34" fmla="*/ 1158 h 2036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513633" h="2036543">
                    <a:moveTo>
                      <a:pt x="495176" y="18085"/>
                    </a:moveTo>
                    <a:cubicBezTo>
                      <a:pt x="356710" y="23193"/>
                      <a:pt x="219711" y="49406"/>
                      <a:pt x="128222" y="118529"/>
                    </a:cubicBezTo>
                    <a:cubicBezTo>
                      <a:pt x="58516" y="172084"/>
                      <a:pt x="19929" y="245565"/>
                      <a:pt x="16195" y="338975"/>
                    </a:cubicBezTo>
                    <a:cubicBezTo>
                      <a:pt x="22419" y="375093"/>
                      <a:pt x="215354" y="1431238"/>
                      <a:pt x="451856" y="1513438"/>
                    </a:cubicBezTo>
                    <a:cubicBezTo>
                      <a:pt x="531519" y="1542083"/>
                      <a:pt x="629854" y="1533365"/>
                      <a:pt x="745615" y="1488529"/>
                    </a:cubicBezTo>
                    <a:lnTo>
                      <a:pt x="748105" y="1488529"/>
                    </a:lnTo>
                    <a:cubicBezTo>
                      <a:pt x="750594" y="1488529"/>
                      <a:pt x="750594" y="1488529"/>
                      <a:pt x="751839" y="1489774"/>
                    </a:cubicBezTo>
                    <a:cubicBezTo>
                      <a:pt x="753084" y="1489774"/>
                      <a:pt x="755573" y="1492265"/>
                      <a:pt x="755573" y="1494756"/>
                    </a:cubicBezTo>
                    <a:lnTo>
                      <a:pt x="845195" y="1745093"/>
                    </a:lnTo>
                    <a:cubicBezTo>
                      <a:pt x="845195" y="1746338"/>
                      <a:pt x="845195" y="1748829"/>
                      <a:pt x="845195" y="1748829"/>
                    </a:cubicBezTo>
                    <a:cubicBezTo>
                      <a:pt x="845195" y="1751320"/>
                      <a:pt x="830258" y="1911983"/>
                      <a:pt x="911166" y="1984220"/>
                    </a:cubicBezTo>
                    <a:cubicBezTo>
                      <a:pt x="949753" y="2017847"/>
                      <a:pt x="1002032" y="2027811"/>
                      <a:pt x="1070494" y="2012865"/>
                    </a:cubicBezTo>
                    <a:cubicBezTo>
                      <a:pt x="1319442" y="1960556"/>
                      <a:pt x="1481259" y="1591902"/>
                      <a:pt x="1496196" y="1554538"/>
                    </a:cubicBezTo>
                    <a:lnTo>
                      <a:pt x="1338114" y="1121120"/>
                    </a:lnTo>
                    <a:lnTo>
                      <a:pt x="995809" y="67465"/>
                    </a:lnTo>
                    <a:cubicBezTo>
                      <a:pt x="960800" y="59681"/>
                      <a:pt x="725952" y="9571"/>
                      <a:pt x="495176" y="18085"/>
                    </a:cubicBezTo>
                    <a:close/>
                    <a:moveTo>
                      <a:pt x="486197" y="1158"/>
                    </a:moveTo>
                    <a:cubicBezTo>
                      <a:pt x="540150" y="-1042"/>
                      <a:pt x="598421" y="-107"/>
                      <a:pt x="660970" y="3941"/>
                    </a:cubicBezTo>
                    <a:cubicBezTo>
                      <a:pt x="847684" y="15150"/>
                      <a:pt x="1003280" y="52514"/>
                      <a:pt x="1004525" y="52514"/>
                    </a:cubicBezTo>
                    <a:cubicBezTo>
                      <a:pt x="1007014" y="52514"/>
                      <a:pt x="1009504" y="55005"/>
                      <a:pt x="1010748" y="58741"/>
                    </a:cubicBezTo>
                    <a:lnTo>
                      <a:pt x="1353058" y="1116143"/>
                    </a:lnTo>
                    <a:lnTo>
                      <a:pt x="1513633" y="1552056"/>
                    </a:lnTo>
                    <a:cubicBezTo>
                      <a:pt x="1513633" y="1554547"/>
                      <a:pt x="1513633" y="1555793"/>
                      <a:pt x="1512388" y="1558284"/>
                    </a:cubicBezTo>
                    <a:cubicBezTo>
                      <a:pt x="1512388" y="1559529"/>
                      <a:pt x="1471311" y="1661657"/>
                      <a:pt x="1396625" y="1772504"/>
                    </a:cubicBezTo>
                    <a:cubicBezTo>
                      <a:pt x="1270904" y="1954342"/>
                      <a:pt x="1151407" y="2012879"/>
                      <a:pt x="1074231" y="2029070"/>
                    </a:cubicBezTo>
                    <a:cubicBezTo>
                      <a:pt x="1053070" y="2034052"/>
                      <a:pt x="1031909" y="2036543"/>
                      <a:pt x="1014483" y="2036543"/>
                    </a:cubicBezTo>
                    <a:cubicBezTo>
                      <a:pt x="968426" y="2036543"/>
                      <a:pt x="929839" y="2024088"/>
                      <a:pt x="899964" y="1996688"/>
                    </a:cubicBezTo>
                    <a:cubicBezTo>
                      <a:pt x="816565" y="1920715"/>
                      <a:pt x="826523" y="1768767"/>
                      <a:pt x="829013" y="1748840"/>
                    </a:cubicBezTo>
                    <a:lnTo>
                      <a:pt x="743124" y="1508465"/>
                    </a:lnTo>
                    <a:cubicBezTo>
                      <a:pt x="628606" y="1550811"/>
                      <a:pt x="529025" y="1558284"/>
                      <a:pt x="446870" y="1529638"/>
                    </a:cubicBezTo>
                    <a:cubicBezTo>
                      <a:pt x="341065" y="1492274"/>
                      <a:pt x="234016" y="1280544"/>
                      <a:pt x="126966" y="900677"/>
                    </a:cubicBezTo>
                    <a:cubicBezTo>
                      <a:pt x="48546" y="617956"/>
                      <a:pt x="0" y="342708"/>
                      <a:pt x="0" y="341462"/>
                    </a:cubicBezTo>
                    <a:cubicBezTo>
                      <a:pt x="0" y="340217"/>
                      <a:pt x="0" y="338971"/>
                      <a:pt x="0" y="338971"/>
                    </a:cubicBezTo>
                    <a:cubicBezTo>
                      <a:pt x="3734" y="240579"/>
                      <a:pt x="43567" y="162115"/>
                      <a:pt x="118253" y="106069"/>
                    </a:cubicBezTo>
                    <a:cubicBezTo>
                      <a:pt x="201341" y="42550"/>
                      <a:pt x="324339" y="7755"/>
                      <a:pt x="486197" y="115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247209D2-774E-E04F-A911-D335DF2E48C5}"/>
                  </a:ext>
                </a:extLst>
              </p:cNvPr>
              <p:cNvSpPr/>
              <p:nvPr/>
            </p:nvSpPr>
            <p:spPr>
              <a:xfrm>
                <a:off x="14274285" y="7345276"/>
                <a:ext cx="1709226" cy="16362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73" h="1314">
                    <a:moveTo>
                      <a:pt x="1372" y="668"/>
                    </a:moveTo>
                    <a:cubicBezTo>
                      <a:pt x="1361" y="416"/>
                      <a:pt x="1296" y="219"/>
                      <a:pt x="1194" y="128"/>
                    </a:cubicBezTo>
                    <a:cubicBezTo>
                      <a:pt x="990" y="-55"/>
                      <a:pt x="784" y="5"/>
                      <a:pt x="726" y="28"/>
                    </a:cubicBezTo>
                    <a:cubicBezTo>
                      <a:pt x="715" y="32"/>
                      <a:pt x="704" y="33"/>
                      <a:pt x="693" y="31"/>
                    </a:cubicBezTo>
                    <a:cubicBezTo>
                      <a:pt x="638" y="18"/>
                      <a:pt x="448" y="-15"/>
                      <a:pt x="310" y="112"/>
                    </a:cubicBezTo>
                    <a:cubicBezTo>
                      <a:pt x="301" y="121"/>
                      <a:pt x="288" y="126"/>
                      <a:pt x="275" y="127"/>
                    </a:cubicBezTo>
                    <a:cubicBezTo>
                      <a:pt x="214" y="131"/>
                      <a:pt x="65" y="150"/>
                      <a:pt x="16" y="230"/>
                    </a:cubicBezTo>
                    <a:cubicBezTo>
                      <a:pt x="-4" y="264"/>
                      <a:pt x="-5" y="305"/>
                      <a:pt x="14" y="352"/>
                    </a:cubicBezTo>
                    <a:cubicBezTo>
                      <a:pt x="104" y="561"/>
                      <a:pt x="166" y="632"/>
                      <a:pt x="169" y="635"/>
                    </a:cubicBezTo>
                    <a:cubicBezTo>
                      <a:pt x="170" y="638"/>
                      <a:pt x="174" y="638"/>
                      <a:pt x="176" y="636"/>
                    </a:cubicBezTo>
                    <a:cubicBezTo>
                      <a:pt x="180" y="635"/>
                      <a:pt x="448" y="514"/>
                      <a:pt x="665" y="486"/>
                    </a:cubicBezTo>
                    <a:cubicBezTo>
                      <a:pt x="674" y="521"/>
                      <a:pt x="731" y="735"/>
                      <a:pt x="842" y="903"/>
                    </a:cubicBezTo>
                    <a:cubicBezTo>
                      <a:pt x="847" y="910"/>
                      <a:pt x="855" y="913"/>
                      <a:pt x="863" y="912"/>
                    </a:cubicBezTo>
                    <a:cubicBezTo>
                      <a:pt x="871" y="910"/>
                      <a:pt x="877" y="904"/>
                      <a:pt x="878" y="896"/>
                    </a:cubicBezTo>
                    <a:cubicBezTo>
                      <a:pt x="886" y="868"/>
                      <a:pt x="903" y="832"/>
                      <a:pt x="944" y="822"/>
                    </a:cubicBezTo>
                    <a:cubicBezTo>
                      <a:pt x="968" y="816"/>
                      <a:pt x="1017" y="821"/>
                      <a:pt x="1041" y="867"/>
                    </a:cubicBezTo>
                    <a:cubicBezTo>
                      <a:pt x="1103" y="987"/>
                      <a:pt x="1092" y="1102"/>
                      <a:pt x="986" y="1088"/>
                    </a:cubicBezTo>
                    <a:cubicBezTo>
                      <a:pt x="958" y="1085"/>
                      <a:pt x="979" y="1130"/>
                      <a:pt x="984" y="1143"/>
                    </a:cubicBezTo>
                    <a:cubicBezTo>
                      <a:pt x="997" y="1176"/>
                      <a:pt x="1060" y="1305"/>
                      <a:pt x="1128" y="1313"/>
                    </a:cubicBezTo>
                    <a:cubicBezTo>
                      <a:pt x="1132" y="1313"/>
                      <a:pt x="1137" y="1314"/>
                      <a:pt x="1141" y="1314"/>
                    </a:cubicBezTo>
                    <a:cubicBezTo>
                      <a:pt x="1179" y="1314"/>
                      <a:pt x="1244" y="1301"/>
                      <a:pt x="1267" y="1278"/>
                    </a:cubicBezTo>
                    <a:cubicBezTo>
                      <a:pt x="1318" y="1229"/>
                      <a:pt x="1383" y="923"/>
                      <a:pt x="1372" y="66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9D598A44-BBDA-BE49-90D6-65D6710AAEC9}"/>
                  </a:ext>
                </a:extLst>
              </p:cNvPr>
              <p:cNvSpPr/>
              <p:nvPr/>
            </p:nvSpPr>
            <p:spPr>
              <a:xfrm>
                <a:off x="14489807" y="10928185"/>
                <a:ext cx="88451" cy="3850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" h="310">
                    <a:moveTo>
                      <a:pt x="7" y="310"/>
                    </a:moveTo>
                    <a:cubicBezTo>
                      <a:pt x="6" y="310"/>
                      <a:pt x="6" y="310"/>
                      <a:pt x="6" y="310"/>
                    </a:cubicBezTo>
                    <a:cubicBezTo>
                      <a:pt x="2" y="309"/>
                      <a:pt x="-1" y="306"/>
                      <a:pt x="0" y="302"/>
                    </a:cubicBezTo>
                    <a:lnTo>
                      <a:pt x="59" y="5"/>
                    </a:lnTo>
                    <a:cubicBezTo>
                      <a:pt x="59" y="2"/>
                      <a:pt x="62" y="-1"/>
                      <a:pt x="66" y="0"/>
                    </a:cubicBezTo>
                    <a:cubicBezTo>
                      <a:pt x="70" y="1"/>
                      <a:pt x="72" y="4"/>
                      <a:pt x="72" y="8"/>
                    </a:cubicBezTo>
                    <a:lnTo>
                      <a:pt x="13" y="304"/>
                    </a:lnTo>
                    <a:cubicBezTo>
                      <a:pt x="12" y="308"/>
                      <a:pt x="10" y="310"/>
                      <a:pt x="7" y="3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522DD207-34FB-EB42-92DF-A41EC6998B53}"/>
                  </a:ext>
                </a:extLst>
              </p:cNvPr>
              <p:cNvSpPr/>
              <p:nvPr/>
            </p:nvSpPr>
            <p:spPr>
              <a:xfrm>
                <a:off x="13864420" y="12174414"/>
                <a:ext cx="210539" cy="523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0" h="43">
                    <a:moveTo>
                      <a:pt x="6" y="43"/>
                    </a:moveTo>
                    <a:cubicBezTo>
                      <a:pt x="3" y="43"/>
                      <a:pt x="0" y="41"/>
                      <a:pt x="0" y="38"/>
                    </a:cubicBezTo>
                    <a:cubicBezTo>
                      <a:pt x="-1" y="34"/>
                      <a:pt x="1" y="30"/>
                      <a:pt x="5" y="30"/>
                    </a:cubicBezTo>
                    <a:lnTo>
                      <a:pt x="163" y="0"/>
                    </a:lnTo>
                    <a:cubicBezTo>
                      <a:pt x="166" y="0"/>
                      <a:pt x="169" y="2"/>
                      <a:pt x="170" y="6"/>
                    </a:cubicBezTo>
                    <a:cubicBezTo>
                      <a:pt x="171" y="9"/>
                      <a:pt x="168" y="13"/>
                      <a:pt x="165" y="14"/>
                    </a:cubicBezTo>
                    <a:lnTo>
                      <a:pt x="7" y="42"/>
                    </a:lnTo>
                    <a:cubicBezTo>
                      <a:pt x="7" y="42"/>
                      <a:pt x="7" y="43"/>
                      <a:pt x="6" y="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BBE27BFF-749F-BE4E-9044-CE98F5EC5D73}"/>
                  </a:ext>
                </a:extLst>
              </p:cNvPr>
              <p:cNvSpPr/>
              <p:nvPr/>
            </p:nvSpPr>
            <p:spPr>
              <a:xfrm>
                <a:off x="15217349" y="9193434"/>
                <a:ext cx="175657" cy="1906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2" h="154">
                    <a:moveTo>
                      <a:pt x="135" y="3"/>
                    </a:moveTo>
                    <a:cubicBezTo>
                      <a:pt x="130" y="0"/>
                      <a:pt x="124" y="-1"/>
                      <a:pt x="118" y="1"/>
                    </a:cubicBezTo>
                    <a:lnTo>
                      <a:pt x="4" y="49"/>
                    </a:lnTo>
                    <a:cubicBezTo>
                      <a:pt x="1" y="50"/>
                      <a:pt x="-1" y="54"/>
                      <a:pt x="0" y="57"/>
                    </a:cubicBezTo>
                    <a:lnTo>
                      <a:pt x="32" y="149"/>
                    </a:lnTo>
                    <a:cubicBezTo>
                      <a:pt x="33" y="151"/>
                      <a:pt x="34" y="152"/>
                      <a:pt x="36" y="153"/>
                    </a:cubicBezTo>
                    <a:cubicBezTo>
                      <a:pt x="37" y="153"/>
                      <a:pt x="38" y="154"/>
                      <a:pt x="39" y="154"/>
                    </a:cubicBezTo>
                    <a:cubicBezTo>
                      <a:pt x="40" y="154"/>
                      <a:pt x="40" y="153"/>
                      <a:pt x="41" y="153"/>
                    </a:cubicBezTo>
                    <a:cubicBezTo>
                      <a:pt x="119" y="123"/>
                      <a:pt x="138" y="49"/>
                      <a:pt x="141" y="19"/>
                    </a:cubicBezTo>
                    <a:cubicBezTo>
                      <a:pt x="142" y="13"/>
                      <a:pt x="140" y="7"/>
                      <a:pt x="135" y="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38E61E9C-B9BE-FF48-AD7F-6C1FB32F9B99}"/>
                  </a:ext>
                </a:extLst>
              </p:cNvPr>
              <p:cNvSpPr/>
              <p:nvPr/>
            </p:nvSpPr>
            <p:spPr>
              <a:xfrm>
                <a:off x="13917989" y="11718294"/>
                <a:ext cx="289024" cy="5009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3" h="403">
                    <a:moveTo>
                      <a:pt x="231" y="23"/>
                    </a:moveTo>
                    <a:cubicBezTo>
                      <a:pt x="228" y="14"/>
                      <a:pt x="221" y="7"/>
                      <a:pt x="212" y="3"/>
                    </a:cubicBezTo>
                    <a:cubicBezTo>
                      <a:pt x="204" y="0"/>
                      <a:pt x="194" y="-1"/>
                      <a:pt x="186" y="3"/>
                    </a:cubicBezTo>
                    <a:cubicBezTo>
                      <a:pt x="177" y="6"/>
                      <a:pt x="170" y="12"/>
                      <a:pt x="166" y="21"/>
                    </a:cubicBezTo>
                    <a:lnTo>
                      <a:pt x="1" y="394"/>
                    </a:lnTo>
                    <a:cubicBezTo>
                      <a:pt x="0" y="396"/>
                      <a:pt x="0" y="398"/>
                      <a:pt x="1" y="400"/>
                    </a:cubicBezTo>
                    <a:cubicBezTo>
                      <a:pt x="3" y="402"/>
                      <a:pt x="5" y="403"/>
                      <a:pt x="7" y="403"/>
                    </a:cubicBezTo>
                    <a:cubicBezTo>
                      <a:pt x="8" y="403"/>
                      <a:pt x="8" y="403"/>
                      <a:pt x="8" y="403"/>
                    </a:cubicBezTo>
                    <a:lnTo>
                      <a:pt x="73" y="390"/>
                    </a:lnTo>
                    <a:cubicBezTo>
                      <a:pt x="76" y="389"/>
                      <a:pt x="78" y="388"/>
                      <a:pt x="78" y="386"/>
                    </a:cubicBezTo>
                    <a:lnTo>
                      <a:pt x="231" y="50"/>
                    </a:lnTo>
                    <a:cubicBezTo>
                      <a:pt x="234" y="41"/>
                      <a:pt x="234" y="32"/>
                      <a:pt x="231" y="2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1651C60-867D-C743-A218-CFB482201A64}"/>
                </a:ext>
              </a:extLst>
            </p:cNvPr>
            <p:cNvGrpSpPr/>
            <p:nvPr/>
          </p:nvGrpSpPr>
          <p:grpSpPr>
            <a:xfrm>
              <a:off x="5606066" y="9042640"/>
              <a:ext cx="1960876" cy="833727"/>
              <a:chOff x="5606066" y="9042640"/>
              <a:chExt cx="1960876" cy="833727"/>
            </a:xfrm>
          </p:grpSpPr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A75542FD-3D12-9D44-B9FA-38DBEDC6D4FB}"/>
                  </a:ext>
                </a:extLst>
              </p:cNvPr>
              <p:cNvSpPr/>
              <p:nvPr/>
            </p:nvSpPr>
            <p:spPr>
              <a:xfrm>
                <a:off x="5614787" y="9051360"/>
                <a:ext cx="1943435" cy="8162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61" h="656">
                    <a:moveTo>
                      <a:pt x="1510" y="0"/>
                    </a:moveTo>
                    <a:lnTo>
                      <a:pt x="50" y="0"/>
                    </a:lnTo>
                    <a:cubicBezTo>
                      <a:pt x="22" y="0"/>
                      <a:pt x="0" y="23"/>
                      <a:pt x="0" y="51"/>
                    </a:cubicBezTo>
                    <a:lnTo>
                      <a:pt x="0" y="426"/>
                    </a:lnTo>
                    <a:cubicBezTo>
                      <a:pt x="0" y="455"/>
                      <a:pt x="22" y="477"/>
                      <a:pt x="50" y="477"/>
                    </a:cubicBezTo>
                    <a:lnTo>
                      <a:pt x="1423" y="477"/>
                    </a:lnTo>
                    <a:lnTo>
                      <a:pt x="1527" y="648"/>
                    </a:lnTo>
                    <a:cubicBezTo>
                      <a:pt x="1537" y="663"/>
                      <a:pt x="1561" y="656"/>
                      <a:pt x="1561" y="638"/>
                    </a:cubicBezTo>
                    <a:lnTo>
                      <a:pt x="1561" y="51"/>
                    </a:lnTo>
                    <a:cubicBezTo>
                      <a:pt x="1561" y="23"/>
                      <a:pt x="1538" y="0"/>
                      <a:pt x="151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8F8B66A4-199F-DC41-BF40-43522C85F38A}"/>
                  </a:ext>
                </a:extLst>
              </p:cNvPr>
              <p:cNvSpPr/>
              <p:nvPr/>
            </p:nvSpPr>
            <p:spPr>
              <a:xfrm>
                <a:off x="5606066" y="9042640"/>
                <a:ext cx="1960876" cy="833727"/>
              </a:xfrm>
              <a:custGeom>
                <a:avLst/>
                <a:gdLst>
                  <a:gd name="connsiteX0" fmla="*/ 70976 w 1960876"/>
                  <a:gd name="connsiteY0" fmla="*/ 17444 h 833727"/>
                  <a:gd name="connsiteX1" fmla="*/ 17441 w 1960876"/>
                  <a:gd name="connsiteY1" fmla="*/ 72193 h 833727"/>
                  <a:gd name="connsiteX2" fmla="*/ 17441 w 1960876"/>
                  <a:gd name="connsiteY2" fmla="*/ 538801 h 833727"/>
                  <a:gd name="connsiteX3" fmla="*/ 70976 w 1960876"/>
                  <a:gd name="connsiteY3" fmla="*/ 593549 h 833727"/>
                  <a:gd name="connsiteX4" fmla="*/ 1780342 w 1960876"/>
                  <a:gd name="connsiteY4" fmla="*/ 593549 h 833727"/>
                  <a:gd name="connsiteX5" fmla="*/ 1786567 w 1960876"/>
                  <a:gd name="connsiteY5" fmla="*/ 597282 h 833727"/>
                  <a:gd name="connsiteX6" fmla="*/ 1918535 w 1960876"/>
                  <a:gd name="connsiteY6" fmla="*/ 810056 h 833727"/>
                  <a:gd name="connsiteX7" fmla="*/ 1933475 w 1960876"/>
                  <a:gd name="connsiteY7" fmla="*/ 816277 h 833727"/>
                  <a:gd name="connsiteX8" fmla="*/ 1943435 w 1960876"/>
                  <a:gd name="connsiteY8" fmla="*/ 802590 h 833727"/>
                  <a:gd name="connsiteX9" fmla="*/ 1943435 w 1960876"/>
                  <a:gd name="connsiteY9" fmla="*/ 72193 h 833727"/>
                  <a:gd name="connsiteX10" fmla="*/ 1888656 w 1960876"/>
                  <a:gd name="connsiteY10" fmla="*/ 17444 h 833727"/>
                  <a:gd name="connsiteX11" fmla="*/ 70965 w 1960876"/>
                  <a:gd name="connsiteY11" fmla="*/ 0 h 833727"/>
                  <a:gd name="connsiteX12" fmla="*/ 1888666 w 1960876"/>
                  <a:gd name="connsiteY12" fmla="*/ 0 h 833727"/>
                  <a:gd name="connsiteX13" fmla="*/ 1960876 w 1960876"/>
                  <a:gd name="connsiteY13" fmla="*/ 72173 h 833727"/>
                  <a:gd name="connsiteX14" fmla="*/ 1960876 w 1960876"/>
                  <a:gd name="connsiteY14" fmla="*/ 802618 h 833727"/>
                  <a:gd name="connsiteX15" fmla="*/ 1937221 w 1960876"/>
                  <a:gd name="connsiteY15" fmla="*/ 832483 h 833727"/>
                  <a:gd name="connsiteX16" fmla="*/ 1929751 w 1960876"/>
                  <a:gd name="connsiteY16" fmla="*/ 833727 h 833727"/>
                  <a:gd name="connsiteX17" fmla="*/ 1903606 w 1960876"/>
                  <a:gd name="connsiteY17" fmla="*/ 818795 h 833727"/>
                  <a:gd name="connsiteX18" fmla="*/ 1775371 w 1960876"/>
                  <a:gd name="connsiteY18" fmla="*/ 610985 h 833727"/>
                  <a:gd name="connsiteX19" fmla="*/ 70965 w 1960876"/>
                  <a:gd name="connsiteY19" fmla="*/ 610985 h 833727"/>
                  <a:gd name="connsiteX20" fmla="*/ 0 w 1960876"/>
                  <a:gd name="connsiteY20" fmla="*/ 538812 h 833727"/>
                  <a:gd name="connsiteX21" fmla="*/ 0 w 1960876"/>
                  <a:gd name="connsiteY21" fmla="*/ 72173 h 833727"/>
                  <a:gd name="connsiteX22" fmla="*/ 70965 w 1960876"/>
                  <a:gd name="connsiteY22" fmla="*/ 0 h 8337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60876" h="833727">
                    <a:moveTo>
                      <a:pt x="70976" y="17444"/>
                    </a:moveTo>
                    <a:cubicBezTo>
                      <a:pt x="41096" y="17444"/>
                      <a:pt x="17441" y="41085"/>
                      <a:pt x="17441" y="72193"/>
                    </a:cubicBezTo>
                    <a:lnTo>
                      <a:pt x="17441" y="538801"/>
                    </a:lnTo>
                    <a:cubicBezTo>
                      <a:pt x="17441" y="568664"/>
                      <a:pt x="41096" y="593549"/>
                      <a:pt x="70976" y="593549"/>
                    </a:cubicBezTo>
                    <a:lnTo>
                      <a:pt x="1780342" y="593549"/>
                    </a:lnTo>
                    <a:cubicBezTo>
                      <a:pt x="1782832" y="593549"/>
                      <a:pt x="1785322" y="596038"/>
                      <a:pt x="1786567" y="597282"/>
                    </a:cubicBezTo>
                    <a:lnTo>
                      <a:pt x="1918535" y="810056"/>
                    </a:lnTo>
                    <a:cubicBezTo>
                      <a:pt x="1921025" y="817521"/>
                      <a:pt x="1928495" y="817521"/>
                      <a:pt x="1933475" y="816277"/>
                    </a:cubicBezTo>
                    <a:cubicBezTo>
                      <a:pt x="1938455" y="815033"/>
                      <a:pt x="1943435" y="811300"/>
                      <a:pt x="1943435" y="802590"/>
                    </a:cubicBezTo>
                    <a:lnTo>
                      <a:pt x="1943435" y="72193"/>
                    </a:lnTo>
                    <a:cubicBezTo>
                      <a:pt x="1943435" y="41085"/>
                      <a:pt x="1918535" y="17444"/>
                      <a:pt x="1888656" y="17444"/>
                    </a:cubicBezTo>
                    <a:close/>
                    <a:moveTo>
                      <a:pt x="70965" y="0"/>
                    </a:moveTo>
                    <a:lnTo>
                      <a:pt x="1888666" y="0"/>
                    </a:lnTo>
                    <a:cubicBezTo>
                      <a:pt x="1927261" y="0"/>
                      <a:pt x="1960876" y="32354"/>
                      <a:pt x="1960876" y="72173"/>
                    </a:cubicBezTo>
                    <a:lnTo>
                      <a:pt x="1960876" y="802618"/>
                    </a:lnTo>
                    <a:cubicBezTo>
                      <a:pt x="1960876" y="817550"/>
                      <a:pt x="1950916" y="828750"/>
                      <a:pt x="1937221" y="832483"/>
                    </a:cubicBezTo>
                    <a:cubicBezTo>
                      <a:pt x="1934731" y="832483"/>
                      <a:pt x="1932241" y="833727"/>
                      <a:pt x="1929751" y="833727"/>
                    </a:cubicBezTo>
                    <a:cubicBezTo>
                      <a:pt x="1918546" y="833727"/>
                      <a:pt x="1909831" y="828750"/>
                      <a:pt x="1903606" y="818795"/>
                    </a:cubicBezTo>
                    <a:lnTo>
                      <a:pt x="1775371" y="610985"/>
                    </a:lnTo>
                    <a:lnTo>
                      <a:pt x="70965" y="610985"/>
                    </a:lnTo>
                    <a:cubicBezTo>
                      <a:pt x="32370" y="610985"/>
                      <a:pt x="0" y="577387"/>
                      <a:pt x="0" y="538812"/>
                    </a:cubicBezTo>
                    <a:lnTo>
                      <a:pt x="0" y="72173"/>
                    </a:lnTo>
                    <a:cubicBezTo>
                      <a:pt x="0" y="32354"/>
                      <a:pt x="32370" y="0"/>
                      <a:pt x="70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AAE101BE-C3A9-464A-BB02-F65859849121}"/>
                  </a:ext>
                </a:extLst>
              </p:cNvPr>
              <p:cNvSpPr/>
              <p:nvPr/>
            </p:nvSpPr>
            <p:spPr>
              <a:xfrm>
                <a:off x="5782969" y="9199665"/>
                <a:ext cx="298990" cy="3003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1" h="242">
                    <a:moveTo>
                      <a:pt x="241" y="122"/>
                    </a:moveTo>
                    <a:cubicBezTo>
                      <a:pt x="241" y="187"/>
                      <a:pt x="187" y="242"/>
                      <a:pt x="120" y="242"/>
                    </a:cubicBezTo>
                    <a:cubicBezTo>
                      <a:pt x="54" y="242"/>
                      <a:pt x="0" y="187"/>
                      <a:pt x="0" y="122"/>
                    </a:cubicBezTo>
                    <a:cubicBezTo>
                      <a:pt x="0" y="55"/>
                      <a:pt x="54" y="0"/>
                      <a:pt x="120" y="0"/>
                    </a:cubicBezTo>
                    <a:cubicBezTo>
                      <a:pt x="187" y="0"/>
                      <a:pt x="241" y="55"/>
                      <a:pt x="241" y="122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CF36C3E0-3552-5846-8475-CA2C2EED6375}"/>
                  </a:ext>
                </a:extLst>
              </p:cNvPr>
              <p:cNvSpPr/>
              <p:nvPr/>
            </p:nvSpPr>
            <p:spPr>
              <a:xfrm>
                <a:off x="5774248" y="9192188"/>
                <a:ext cx="315185" cy="316542"/>
              </a:xfrm>
              <a:custGeom>
                <a:avLst/>
                <a:gdLst>
                  <a:gd name="connsiteX0" fmla="*/ 157596 w 315185"/>
                  <a:gd name="connsiteY0" fmla="*/ 16201 h 316542"/>
                  <a:gd name="connsiteX1" fmla="*/ 16195 w 315185"/>
                  <a:gd name="connsiteY1" fmla="*/ 158889 h 316542"/>
                  <a:gd name="connsiteX2" fmla="*/ 157596 w 315185"/>
                  <a:gd name="connsiteY2" fmla="*/ 299095 h 316542"/>
                  <a:gd name="connsiteX3" fmla="*/ 300236 w 315185"/>
                  <a:gd name="connsiteY3" fmla="*/ 158889 h 316542"/>
                  <a:gd name="connsiteX4" fmla="*/ 157596 w 315185"/>
                  <a:gd name="connsiteY4" fmla="*/ 16201 h 316542"/>
                  <a:gd name="connsiteX5" fmla="*/ 157593 w 315185"/>
                  <a:gd name="connsiteY5" fmla="*/ 0 h 316542"/>
                  <a:gd name="connsiteX6" fmla="*/ 315185 w 315185"/>
                  <a:gd name="connsiteY6" fmla="*/ 158892 h 316542"/>
                  <a:gd name="connsiteX7" fmla="*/ 157593 w 315185"/>
                  <a:gd name="connsiteY7" fmla="*/ 316542 h 316542"/>
                  <a:gd name="connsiteX8" fmla="*/ 0 w 315185"/>
                  <a:gd name="connsiteY8" fmla="*/ 158892 h 316542"/>
                  <a:gd name="connsiteX9" fmla="*/ 157593 w 315185"/>
                  <a:gd name="connsiteY9" fmla="*/ 0 h 316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15185" h="316542">
                    <a:moveTo>
                      <a:pt x="157596" y="16201"/>
                    </a:moveTo>
                    <a:cubicBezTo>
                      <a:pt x="80694" y="16201"/>
                      <a:pt x="16195" y="80721"/>
                      <a:pt x="16195" y="158889"/>
                    </a:cubicBezTo>
                    <a:cubicBezTo>
                      <a:pt x="16195" y="235816"/>
                      <a:pt x="80694" y="299095"/>
                      <a:pt x="157596" y="299095"/>
                    </a:cubicBezTo>
                    <a:cubicBezTo>
                      <a:pt x="235738" y="299095"/>
                      <a:pt x="300236" y="235816"/>
                      <a:pt x="300236" y="158889"/>
                    </a:cubicBezTo>
                    <a:cubicBezTo>
                      <a:pt x="300236" y="80721"/>
                      <a:pt x="235738" y="16201"/>
                      <a:pt x="157596" y="16201"/>
                    </a:cubicBezTo>
                    <a:close/>
                    <a:moveTo>
                      <a:pt x="157593" y="0"/>
                    </a:moveTo>
                    <a:cubicBezTo>
                      <a:pt x="244455" y="0"/>
                      <a:pt x="315185" y="70756"/>
                      <a:pt x="315185" y="158892"/>
                    </a:cubicBezTo>
                    <a:cubicBezTo>
                      <a:pt x="315185" y="244544"/>
                      <a:pt x="244455" y="316542"/>
                      <a:pt x="157593" y="316542"/>
                    </a:cubicBezTo>
                    <a:cubicBezTo>
                      <a:pt x="71972" y="316542"/>
                      <a:pt x="0" y="244544"/>
                      <a:pt x="0" y="158892"/>
                    </a:cubicBezTo>
                    <a:cubicBezTo>
                      <a:pt x="0" y="70756"/>
                      <a:pt x="71972" y="0"/>
                      <a:pt x="1575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19D26D38-1975-7A41-85F3-1090F03B10C0}"/>
                  </a:ext>
                </a:extLst>
              </p:cNvPr>
              <p:cNvSpPr/>
              <p:nvPr/>
            </p:nvSpPr>
            <p:spPr>
              <a:xfrm>
                <a:off x="6255124" y="9281916"/>
                <a:ext cx="109380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79" h="13">
                    <a:moveTo>
                      <a:pt x="873" y="13"/>
                    </a:moveTo>
                    <a:lnTo>
                      <a:pt x="7" y="13"/>
                    </a:lnTo>
                    <a:cubicBezTo>
                      <a:pt x="4" y="13"/>
                      <a:pt x="0" y="10"/>
                      <a:pt x="0" y="6"/>
                    </a:cubicBezTo>
                    <a:cubicBezTo>
                      <a:pt x="0" y="3"/>
                      <a:pt x="4" y="0"/>
                      <a:pt x="7" y="0"/>
                    </a:cubicBezTo>
                    <a:lnTo>
                      <a:pt x="873" y="0"/>
                    </a:lnTo>
                    <a:cubicBezTo>
                      <a:pt x="876" y="0"/>
                      <a:pt x="879" y="3"/>
                      <a:pt x="879" y="6"/>
                    </a:cubicBezTo>
                    <a:cubicBezTo>
                      <a:pt x="879" y="10"/>
                      <a:pt x="876" y="13"/>
                      <a:pt x="873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2B24FE46-ACEC-6B45-A1AE-0D69A088D9E3}"/>
                  </a:ext>
                </a:extLst>
              </p:cNvPr>
              <p:cNvSpPr/>
              <p:nvPr/>
            </p:nvSpPr>
            <p:spPr>
              <a:xfrm>
                <a:off x="6939063" y="9395323"/>
                <a:ext cx="40986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0" h="13">
                    <a:moveTo>
                      <a:pt x="324" y="13"/>
                    </a:moveTo>
                    <a:lnTo>
                      <a:pt x="6" y="13"/>
                    </a:lnTo>
                    <a:cubicBezTo>
                      <a:pt x="2" y="13"/>
                      <a:pt x="0" y="10"/>
                      <a:pt x="0" y="7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324" y="0"/>
                    </a:lnTo>
                    <a:cubicBezTo>
                      <a:pt x="327" y="0"/>
                      <a:pt x="330" y="2"/>
                      <a:pt x="330" y="7"/>
                    </a:cubicBezTo>
                    <a:cubicBezTo>
                      <a:pt x="330" y="10"/>
                      <a:pt x="327" y="13"/>
                      <a:pt x="324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FA929049-B631-2B4F-ACE5-3492B2BDD233}"/>
                  </a:ext>
                </a:extLst>
              </p:cNvPr>
              <p:cNvSpPr/>
              <p:nvPr/>
            </p:nvSpPr>
            <p:spPr>
              <a:xfrm>
                <a:off x="6255124" y="9395323"/>
                <a:ext cx="549394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2" h="13">
                    <a:moveTo>
                      <a:pt x="435" y="13"/>
                    </a:moveTo>
                    <a:lnTo>
                      <a:pt x="7" y="13"/>
                    </a:lnTo>
                    <a:cubicBezTo>
                      <a:pt x="4" y="13"/>
                      <a:pt x="0" y="10"/>
                      <a:pt x="0" y="7"/>
                    </a:cubicBezTo>
                    <a:cubicBezTo>
                      <a:pt x="0" y="2"/>
                      <a:pt x="4" y="0"/>
                      <a:pt x="7" y="0"/>
                    </a:cubicBezTo>
                    <a:lnTo>
                      <a:pt x="435" y="0"/>
                    </a:lnTo>
                    <a:cubicBezTo>
                      <a:pt x="439" y="0"/>
                      <a:pt x="442" y="2"/>
                      <a:pt x="442" y="7"/>
                    </a:cubicBezTo>
                    <a:cubicBezTo>
                      <a:pt x="442" y="10"/>
                      <a:pt x="439" y="13"/>
                      <a:pt x="435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78E1C70-757B-D24F-BF2B-8B4CB9CBA348}"/>
                </a:ext>
              </a:extLst>
            </p:cNvPr>
            <p:cNvGrpSpPr/>
            <p:nvPr/>
          </p:nvGrpSpPr>
          <p:grpSpPr>
            <a:xfrm>
              <a:off x="10788560" y="10402276"/>
              <a:ext cx="2034378" cy="1102913"/>
              <a:chOff x="10788560" y="10402276"/>
              <a:chExt cx="2034378" cy="1102913"/>
            </a:xfrm>
          </p:grpSpPr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7D5E689A-A209-8142-810F-31B91FBE604C}"/>
                  </a:ext>
                </a:extLst>
              </p:cNvPr>
              <p:cNvSpPr/>
              <p:nvPr/>
            </p:nvSpPr>
            <p:spPr>
              <a:xfrm>
                <a:off x="10797277" y="10411000"/>
                <a:ext cx="2016937" cy="10854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20" h="872">
                    <a:moveTo>
                      <a:pt x="1542" y="0"/>
                    </a:moveTo>
                    <a:lnTo>
                      <a:pt x="79" y="0"/>
                    </a:lnTo>
                    <a:cubicBezTo>
                      <a:pt x="35" y="0"/>
                      <a:pt x="0" y="35"/>
                      <a:pt x="0" y="78"/>
                    </a:cubicBezTo>
                    <a:lnTo>
                      <a:pt x="0" y="853"/>
                    </a:lnTo>
                    <a:cubicBezTo>
                      <a:pt x="0" y="870"/>
                      <a:pt x="20" y="879"/>
                      <a:pt x="33" y="867"/>
                    </a:cubicBezTo>
                    <a:lnTo>
                      <a:pt x="222" y="703"/>
                    </a:lnTo>
                    <a:lnTo>
                      <a:pt x="1542" y="703"/>
                    </a:lnTo>
                    <a:cubicBezTo>
                      <a:pt x="1585" y="703"/>
                      <a:pt x="1620" y="668"/>
                      <a:pt x="1620" y="624"/>
                    </a:cubicBezTo>
                    <a:lnTo>
                      <a:pt x="1620" y="78"/>
                    </a:lnTo>
                    <a:cubicBezTo>
                      <a:pt x="1620" y="35"/>
                      <a:pt x="1585" y="0"/>
                      <a:pt x="154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EF1D62EE-BD11-0A4E-80E0-CC4F9024C6D0}"/>
                  </a:ext>
                </a:extLst>
              </p:cNvPr>
              <p:cNvSpPr/>
              <p:nvPr/>
            </p:nvSpPr>
            <p:spPr>
              <a:xfrm>
                <a:off x="10788560" y="10402276"/>
                <a:ext cx="2034378" cy="1102913"/>
              </a:xfrm>
              <a:custGeom>
                <a:avLst/>
                <a:gdLst>
                  <a:gd name="connsiteX0" fmla="*/ 107082 w 2034378"/>
                  <a:gd name="connsiteY0" fmla="*/ 17447 h 1102913"/>
                  <a:gd name="connsiteX1" fmla="*/ 17441 w 2034378"/>
                  <a:gd name="connsiteY1" fmla="*/ 105826 h 1102913"/>
                  <a:gd name="connsiteX2" fmla="*/ 17441 w 2034378"/>
                  <a:gd name="connsiteY2" fmla="*/ 1070530 h 1102913"/>
                  <a:gd name="connsiteX3" fmla="*/ 26156 w 2034378"/>
                  <a:gd name="connsiteY3" fmla="*/ 1085467 h 1102913"/>
                  <a:gd name="connsiteX4" fmla="*/ 43586 w 2034378"/>
                  <a:gd name="connsiteY4" fmla="*/ 1082978 h 1102913"/>
                  <a:gd name="connsiteX5" fmla="*/ 282629 w 2034378"/>
                  <a:gd name="connsiteY5" fmla="*/ 875100 h 1102913"/>
                  <a:gd name="connsiteX6" fmla="*/ 1928541 w 2034378"/>
                  <a:gd name="connsiteY6" fmla="*/ 875100 h 1102913"/>
                  <a:gd name="connsiteX7" fmla="*/ 2016937 w 2034378"/>
                  <a:gd name="connsiteY7" fmla="*/ 785476 h 1102913"/>
                  <a:gd name="connsiteX8" fmla="*/ 2016937 w 2034378"/>
                  <a:gd name="connsiteY8" fmla="*/ 105826 h 1102913"/>
                  <a:gd name="connsiteX9" fmla="*/ 1928541 w 2034378"/>
                  <a:gd name="connsiteY9" fmla="*/ 17447 h 1102913"/>
                  <a:gd name="connsiteX10" fmla="*/ 107073 w 2034378"/>
                  <a:gd name="connsiteY10" fmla="*/ 0 h 1102913"/>
                  <a:gd name="connsiteX11" fmla="*/ 1928550 w 2034378"/>
                  <a:gd name="connsiteY11" fmla="*/ 0 h 1102913"/>
                  <a:gd name="connsiteX12" fmla="*/ 2034378 w 2034378"/>
                  <a:gd name="connsiteY12" fmla="*/ 105810 h 1102913"/>
                  <a:gd name="connsiteX13" fmla="*/ 2034378 w 2034378"/>
                  <a:gd name="connsiteY13" fmla="*/ 785483 h 1102913"/>
                  <a:gd name="connsiteX14" fmla="*/ 1928550 w 2034378"/>
                  <a:gd name="connsiteY14" fmla="*/ 891293 h 1102913"/>
                  <a:gd name="connsiteX15" fmla="*/ 287602 w 2034378"/>
                  <a:gd name="connsiteY15" fmla="*/ 891293 h 1102913"/>
                  <a:gd name="connsiteX16" fmla="*/ 54781 w 2034378"/>
                  <a:gd name="connsiteY16" fmla="*/ 1095444 h 1102913"/>
                  <a:gd name="connsiteX17" fmla="*/ 33616 w 2034378"/>
                  <a:gd name="connsiteY17" fmla="*/ 1102913 h 1102913"/>
                  <a:gd name="connsiteX18" fmla="*/ 19920 w 2034378"/>
                  <a:gd name="connsiteY18" fmla="*/ 1099178 h 1102913"/>
                  <a:gd name="connsiteX19" fmla="*/ 0 w 2034378"/>
                  <a:gd name="connsiteY19" fmla="*/ 1070548 h 1102913"/>
                  <a:gd name="connsiteX20" fmla="*/ 0 w 2034378"/>
                  <a:gd name="connsiteY20" fmla="*/ 105810 h 1102913"/>
                  <a:gd name="connsiteX21" fmla="*/ 107073 w 2034378"/>
                  <a:gd name="connsiteY21" fmla="*/ 0 h 1102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034378" h="1102913">
                    <a:moveTo>
                      <a:pt x="107082" y="17447"/>
                    </a:moveTo>
                    <a:cubicBezTo>
                      <a:pt x="57282" y="17447"/>
                      <a:pt x="17441" y="57280"/>
                      <a:pt x="17441" y="105826"/>
                    </a:cubicBezTo>
                    <a:lnTo>
                      <a:pt x="17441" y="1070530"/>
                    </a:lnTo>
                    <a:cubicBezTo>
                      <a:pt x="17441" y="1076754"/>
                      <a:pt x="19931" y="1082978"/>
                      <a:pt x="26156" y="1085467"/>
                    </a:cubicBezTo>
                    <a:cubicBezTo>
                      <a:pt x="32381" y="1087957"/>
                      <a:pt x="39851" y="1086712"/>
                      <a:pt x="43586" y="1082978"/>
                    </a:cubicBezTo>
                    <a:lnTo>
                      <a:pt x="282629" y="875100"/>
                    </a:lnTo>
                    <a:lnTo>
                      <a:pt x="1928541" y="875100"/>
                    </a:lnTo>
                    <a:cubicBezTo>
                      <a:pt x="1977096" y="875100"/>
                      <a:pt x="2016937" y="835267"/>
                      <a:pt x="2016937" y="785476"/>
                    </a:cubicBezTo>
                    <a:lnTo>
                      <a:pt x="2016937" y="105826"/>
                    </a:lnTo>
                    <a:cubicBezTo>
                      <a:pt x="2016937" y="57280"/>
                      <a:pt x="1977096" y="17447"/>
                      <a:pt x="1928541" y="17447"/>
                    </a:cubicBezTo>
                    <a:close/>
                    <a:moveTo>
                      <a:pt x="107073" y="0"/>
                    </a:moveTo>
                    <a:lnTo>
                      <a:pt x="1928550" y="0"/>
                    </a:lnTo>
                    <a:cubicBezTo>
                      <a:pt x="1985822" y="0"/>
                      <a:pt x="2034378" y="47303"/>
                      <a:pt x="2034378" y="105810"/>
                    </a:cubicBezTo>
                    <a:lnTo>
                      <a:pt x="2034378" y="785483"/>
                    </a:lnTo>
                    <a:cubicBezTo>
                      <a:pt x="2034378" y="845235"/>
                      <a:pt x="1985822" y="891293"/>
                      <a:pt x="1928550" y="891293"/>
                    </a:cubicBezTo>
                    <a:lnTo>
                      <a:pt x="287602" y="891293"/>
                    </a:lnTo>
                    <a:lnTo>
                      <a:pt x="54781" y="1095444"/>
                    </a:lnTo>
                    <a:cubicBezTo>
                      <a:pt x="48556" y="1100423"/>
                      <a:pt x="41086" y="1102913"/>
                      <a:pt x="33616" y="1102913"/>
                    </a:cubicBezTo>
                    <a:cubicBezTo>
                      <a:pt x="28636" y="1102913"/>
                      <a:pt x="23656" y="1101668"/>
                      <a:pt x="19920" y="1099178"/>
                    </a:cubicBezTo>
                    <a:cubicBezTo>
                      <a:pt x="7470" y="1094199"/>
                      <a:pt x="0" y="1082996"/>
                      <a:pt x="0" y="1070548"/>
                    </a:cubicBezTo>
                    <a:lnTo>
                      <a:pt x="0" y="105810"/>
                    </a:lnTo>
                    <a:cubicBezTo>
                      <a:pt x="0" y="47303"/>
                      <a:pt x="47311" y="0"/>
                      <a:pt x="1070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BDCBD6B6-C7B1-F747-A69B-11F5047BA50D}"/>
                  </a:ext>
                </a:extLst>
              </p:cNvPr>
              <p:cNvSpPr/>
              <p:nvPr/>
            </p:nvSpPr>
            <p:spPr>
              <a:xfrm>
                <a:off x="11163543" y="10610393"/>
                <a:ext cx="531953" cy="4635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8" h="373">
                    <a:moveTo>
                      <a:pt x="428" y="373"/>
                    </a:moveTo>
                    <a:lnTo>
                      <a:pt x="0" y="373"/>
                    </a:lnTo>
                    <a:lnTo>
                      <a:pt x="0" y="0"/>
                    </a:lnTo>
                    <a:lnTo>
                      <a:pt x="428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8AB2A1BD-74F3-A74A-BFB2-3405F453B692}"/>
                  </a:ext>
                </a:extLst>
              </p:cNvPr>
              <p:cNvSpPr/>
              <p:nvPr/>
            </p:nvSpPr>
            <p:spPr>
              <a:xfrm>
                <a:off x="11154823" y="10601673"/>
                <a:ext cx="548148" cy="481045"/>
              </a:xfrm>
              <a:custGeom>
                <a:avLst/>
                <a:gdLst>
                  <a:gd name="connsiteX0" fmla="*/ 16195 w 548148"/>
                  <a:gd name="connsiteY0" fmla="*/ 17444 h 481045"/>
                  <a:gd name="connsiteX1" fmla="*/ 16195 w 548148"/>
                  <a:gd name="connsiteY1" fmla="*/ 464840 h 481045"/>
                  <a:gd name="connsiteX2" fmla="*/ 531953 w 548148"/>
                  <a:gd name="connsiteY2" fmla="*/ 464840 h 481045"/>
                  <a:gd name="connsiteX3" fmla="*/ 531953 w 548148"/>
                  <a:gd name="connsiteY3" fmla="*/ 17444 h 481045"/>
                  <a:gd name="connsiteX4" fmla="*/ 0 w 548148"/>
                  <a:gd name="connsiteY4" fmla="*/ 0 h 481045"/>
                  <a:gd name="connsiteX5" fmla="*/ 548148 w 548148"/>
                  <a:gd name="connsiteY5" fmla="*/ 0 h 481045"/>
                  <a:gd name="connsiteX6" fmla="*/ 548148 w 548148"/>
                  <a:gd name="connsiteY6" fmla="*/ 481045 h 481045"/>
                  <a:gd name="connsiteX7" fmla="*/ 0 w 548148"/>
                  <a:gd name="connsiteY7" fmla="*/ 481045 h 481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8148" h="481045">
                    <a:moveTo>
                      <a:pt x="16195" y="17444"/>
                    </a:moveTo>
                    <a:lnTo>
                      <a:pt x="16195" y="464840"/>
                    </a:lnTo>
                    <a:lnTo>
                      <a:pt x="531953" y="464840"/>
                    </a:lnTo>
                    <a:lnTo>
                      <a:pt x="531953" y="17444"/>
                    </a:lnTo>
                    <a:close/>
                    <a:moveTo>
                      <a:pt x="0" y="0"/>
                    </a:moveTo>
                    <a:lnTo>
                      <a:pt x="548148" y="0"/>
                    </a:lnTo>
                    <a:lnTo>
                      <a:pt x="548148" y="481045"/>
                    </a:lnTo>
                    <a:lnTo>
                      <a:pt x="0" y="481045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A842471B-764B-5D4E-BFE8-0393CC314AD0}"/>
                  </a:ext>
                </a:extLst>
              </p:cNvPr>
              <p:cNvSpPr/>
              <p:nvPr/>
            </p:nvSpPr>
            <p:spPr>
              <a:xfrm>
                <a:off x="11376570" y="10558055"/>
                <a:ext cx="104647" cy="1034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" h="84">
                    <a:moveTo>
                      <a:pt x="85" y="42"/>
                    </a:moveTo>
                    <a:cubicBezTo>
                      <a:pt x="85" y="65"/>
                      <a:pt x="66" y="84"/>
                      <a:pt x="43" y="84"/>
                    </a:cubicBezTo>
                    <a:cubicBezTo>
                      <a:pt x="20" y="84"/>
                      <a:pt x="0" y="65"/>
                      <a:pt x="0" y="42"/>
                    </a:cubicBezTo>
                    <a:cubicBezTo>
                      <a:pt x="0" y="18"/>
                      <a:pt x="20" y="0"/>
                      <a:pt x="43" y="0"/>
                    </a:cubicBezTo>
                    <a:cubicBezTo>
                      <a:pt x="66" y="0"/>
                      <a:pt x="85" y="18"/>
                      <a:pt x="85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DFE8042A-EE23-D94D-A9AD-EF0218671F5A}"/>
                  </a:ext>
                </a:extLst>
              </p:cNvPr>
              <p:cNvSpPr/>
              <p:nvPr/>
            </p:nvSpPr>
            <p:spPr>
              <a:xfrm>
                <a:off x="11369095" y="10549328"/>
                <a:ext cx="120842" cy="120884"/>
              </a:xfrm>
              <a:custGeom>
                <a:avLst/>
                <a:gdLst>
                  <a:gd name="connsiteX0" fmla="*/ 60413 w 120842"/>
                  <a:gd name="connsiteY0" fmla="*/ 16201 h 120884"/>
                  <a:gd name="connsiteX1" fmla="*/ 16196 w 120842"/>
                  <a:gd name="connsiteY1" fmla="*/ 60433 h 120884"/>
                  <a:gd name="connsiteX2" fmla="*/ 60413 w 120842"/>
                  <a:gd name="connsiteY2" fmla="*/ 103437 h 120884"/>
                  <a:gd name="connsiteX3" fmla="*/ 103401 w 120842"/>
                  <a:gd name="connsiteY3" fmla="*/ 60433 h 120884"/>
                  <a:gd name="connsiteX4" fmla="*/ 60413 w 120842"/>
                  <a:gd name="connsiteY4" fmla="*/ 16201 h 120884"/>
                  <a:gd name="connsiteX5" fmla="*/ 60421 w 120842"/>
                  <a:gd name="connsiteY5" fmla="*/ 0 h 120884"/>
                  <a:gd name="connsiteX6" fmla="*/ 120842 w 120842"/>
                  <a:gd name="connsiteY6" fmla="*/ 60442 h 120884"/>
                  <a:gd name="connsiteX7" fmla="*/ 60421 w 120842"/>
                  <a:gd name="connsiteY7" fmla="*/ 120884 h 120884"/>
                  <a:gd name="connsiteX8" fmla="*/ 0 w 120842"/>
                  <a:gd name="connsiteY8" fmla="*/ 60442 h 120884"/>
                  <a:gd name="connsiteX9" fmla="*/ 60421 w 120842"/>
                  <a:gd name="connsiteY9" fmla="*/ 0 h 120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0842" h="120884">
                    <a:moveTo>
                      <a:pt x="60413" y="16201"/>
                    </a:moveTo>
                    <a:cubicBezTo>
                      <a:pt x="35848" y="16201"/>
                      <a:pt x="16196" y="35860"/>
                      <a:pt x="16196" y="60433"/>
                    </a:cubicBezTo>
                    <a:cubicBezTo>
                      <a:pt x="16196" y="83778"/>
                      <a:pt x="35848" y="103437"/>
                      <a:pt x="60413" y="103437"/>
                    </a:cubicBezTo>
                    <a:cubicBezTo>
                      <a:pt x="83749" y="103437"/>
                      <a:pt x="103401" y="83778"/>
                      <a:pt x="103401" y="60433"/>
                    </a:cubicBezTo>
                    <a:cubicBezTo>
                      <a:pt x="103401" y="35860"/>
                      <a:pt x="83749" y="16201"/>
                      <a:pt x="60413" y="16201"/>
                    </a:cubicBezTo>
                    <a:close/>
                    <a:moveTo>
                      <a:pt x="60421" y="0"/>
                    </a:moveTo>
                    <a:cubicBezTo>
                      <a:pt x="93714" y="0"/>
                      <a:pt x="120842" y="27137"/>
                      <a:pt x="120842" y="60442"/>
                    </a:cubicBezTo>
                    <a:cubicBezTo>
                      <a:pt x="120842" y="93747"/>
                      <a:pt x="93714" y="120884"/>
                      <a:pt x="60421" y="120884"/>
                    </a:cubicBezTo>
                    <a:cubicBezTo>
                      <a:pt x="27128" y="120884"/>
                      <a:pt x="0" y="93747"/>
                      <a:pt x="0" y="60442"/>
                    </a:cubicBezTo>
                    <a:cubicBezTo>
                      <a:pt x="0" y="27137"/>
                      <a:pt x="27128" y="0"/>
                      <a:pt x="604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180C2B9B-E9AB-C748-83F7-1D5033E966EF}"/>
                  </a:ext>
                </a:extLst>
              </p:cNvPr>
              <p:cNvSpPr/>
              <p:nvPr/>
            </p:nvSpPr>
            <p:spPr>
              <a:xfrm>
                <a:off x="11269432" y="10756205"/>
                <a:ext cx="308956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9" h="13">
                    <a:moveTo>
                      <a:pt x="242" y="13"/>
                    </a:moveTo>
                    <a:lnTo>
                      <a:pt x="7" y="13"/>
                    </a:lnTo>
                    <a:cubicBezTo>
                      <a:pt x="3" y="13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42" y="0"/>
                    </a:lnTo>
                    <a:cubicBezTo>
                      <a:pt x="246" y="0"/>
                      <a:pt x="249" y="3"/>
                      <a:pt x="249" y="7"/>
                    </a:cubicBezTo>
                    <a:cubicBezTo>
                      <a:pt x="249" y="11"/>
                      <a:pt x="246" y="13"/>
                      <a:pt x="242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0ED78440-68C8-9E45-8195-0D7EA2504A79}"/>
                  </a:ext>
                </a:extLst>
              </p:cNvPr>
              <p:cNvSpPr/>
              <p:nvPr/>
            </p:nvSpPr>
            <p:spPr>
              <a:xfrm>
                <a:off x="11269432" y="10850919"/>
                <a:ext cx="308956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9" h="13">
                    <a:moveTo>
                      <a:pt x="242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42" y="0"/>
                    </a:lnTo>
                    <a:cubicBezTo>
                      <a:pt x="246" y="0"/>
                      <a:pt x="249" y="3"/>
                      <a:pt x="249" y="7"/>
                    </a:cubicBezTo>
                    <a:cubicBezTo>
                      <a:pt x="249" y="10"/>
                      <a:pt x="246" y="13"/>
                      <a:pt x="242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3C4897DB-31AD-9743-BD05-B6BDA862A6F3}"/>
                  </a:ext>
                </a:extLst>
              </p:cNvPr>
              <p:cNvSpPr/>
              <p:nvPr/>
            </p:nvSpPr>
            <p:spPr>
              <a:xfrm>
                <a:off x="11269432" y="10945632"/>
                <a:ext cx="308956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9" h="14">
                    <a:moveTo>
                      <a:pt x="242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242" y="0"/>
                    </a:lnTo>
                    <a:cubicBezTo>
                      <a:pt x="246" y="0"/>
                      <a:pt x="249" y="4"/>
                      <a:pt x="249" y="7"/>
                    </a:cubicBezTo>
                    <a:cubicBezTo>
                      <a:pt x="249" y="11"/>
                      <a:pt x="246" y="14"/>
                      <a:pt x="24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D19EA5EE-6E64-1E42-BAE0-808D53B3F07E}"/>
                  </a:ext>
                </a:extLst>
              </p:cNvPr>
              <p:cNvSpPr/>
              <p:nvPr/>
            </p:nvSpPr>
            <p:spPr>
              <a:xfrm>
                <a:off x="11935934" y="10610393"/>
                <a:ext cx="531953" cy="4635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8" h="373">
                    <a:moveTo>
                      <a:pt x="428" y="373"/>
                    </a:moveTo>
                    <a:lnTo>
                      <a:pt x="0" y="373"/>
                    </a:lnTo>
                    <a:lnTo>
                      <a:pt x="0" y="0"/>
                    </a:lnTo>
                    <a:lnTo>
                      <a:pt x="42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61FC7F40-175A-CB4C-898A-D8FA1AD907F6}"/>
                  </a:ext>
                </a:extLst>
              </p:cNvPr>
              <p:cNvSpPr/>
              <p:nvPr/>
            </p:nvSpPr>
            <p:spPr>
              <a:xfrm>
                <a:off x="11927213" y="10601673"/>
                <a:ext cx="549394" cy="481045"/>
              </a:xfrm>
              <a:custGeom>
                <a:avLst/>
                <a:gdLst>
                  <a:gd name="connsiteX0" fmla="*/ 17442 w 549394"/>
                  <a:gd name="connsiteY0" fmla="*/ 17444 h 481045"/>
                  <a:gd name="connsiteX1" fmla="*/ 17442 w 549394"/>
                  <a:gd name="connsiteY1" fmla="*/ 464840 h 481045"/>
                  <a:gd name="connsiteX2" fmla="*/ 531954 w 549394"/>
                  <a:gd name="connsiteY2" fmla="*/ 464840 h 481045"/>
                  <a:gd name="connsiteX3" fmla="*/ 531954 w 549394"/>
                  <a:gd name="connsiteY3" fmla="*/ 17444 h 481045"/>
                  <a:gd name="connsiteX4" fmla="*/ 0 w 549394"/>
                  <a:gd name="connsiteY4" fmla="*/ 0 h 481045"/>
                  <a:gd name="connsiteX5" fmla="*/ 549394 w 549394"/>
                  <a:gd name="connsiteY5" fmla="*/ 0 h 481045"/>
                  <a:gd name="connsiteX6" fmla="*/ 549394 w 549394"/>
                  <a:gd name="connsiteY6" fmla="*/ 481045 h 481045"/>
                  <a:gd name="connsiteX7" fmla="*/ 0 w 549394"/>
                  <a:gd name="connsiteY7" fmla="*/ 481045 h 481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49394" h="481045">
                    <a:moveTo>
                      <a:pt x="17442" y="17444"/>
                    </a:moveTo>
                    <a:lnTo>
                      <a:pt x="17442" y="464840"/>
                    </a:lnTo>
                    <a:lnTo>
                      <a:pt x="531954" y="464840"/>
                    </a:lnTo>
                    <a:lnTo>
                      <a:pt x="531954" y="17444"/>
                    </a:lnTo>
                    <a:close/>
                    <a:moveTo>
                      <a:pt x="0" y="0"/>
                    </a:moveTo>
                    <a:lnTo>
                      <a:pt x="549394" y="0"/>
                    </a:lnTo>
                    <a:lnTo>
                      <a:pt x="549394" y="481045"/>
                    </a:lnTo>
                    <a:lnTo>
                      <a:pt x="0" y="481045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9116F3F2-B0C2-6340-9748-38D1F9DE8240}"/>
                  </a:ext>
                </a:extLst>
              </p:cNvPr>
              <p:cNvSpPr/>
              <p:nvPr/>
            </p:nvSpPr>
            <p:spPr>
              <a:xfrm>
                <a:off x="12150210" y="10558055"/>
                <a:ext cx="103401" cy="1034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" h="84">
                    <a:moveTo>
                      <a:pt x="84" y="42"/>
                    </a:moveTo>
                    <a:cubicBezTo>
                      <a:pt x="84" y="65"/>
                      <a:pt x="65" y="84"/>
                      <a:pt x="42" y="84"/>
                    </a:cubicBezTo>
                    <a:cubicBezTo>
                      <a:pt x="19" y="84"/>
                      <a:pt x="0" y="65"/>
                      <a:pt x="0" y="42"/>
                    </a:cubicBezTo>
                    <a:cubicBezTo>
                      <a:pt x="0" y="18"/>
                      <a:pt x="19" y="0"/>
                      <a:pt x="42" y="0"/>
                    </a:cubicBezTo>
                    <a:cubicBezTo>
                      <a:pt x="65" y="0"/>
                      <a:pt x="84" y="18"/>
                      <a:pt x="84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035F5444-238E-6743-83EE-40E7735D9F50}"/>
                  </a:ext>
                </a:extLst>
              </p:cNvPr>
              <p:cNvSpPr/>
              <p:nvPr/>
            </p:nvSpPr>
            <p:spPr>
              <a:xfrm>
                <a:off x="12141486" y="10549328"/>
                <a:ext cx="120842" cy="120884"/>
              </a:xfrm>
              <a:custGeom>
                <a:avLst/>
                <a:gdLst>
                  <a:gd name="connsiteX0" fmla="*/ 60416 w 120842"/>
                  <a:gd name="connsiteY0" fmla="*/ 16201 h 120884"/>
                  <a:gd name="connsiteX1" fmla="*/ 16199 w 120842"/>
                  <a:gd name="connsiteY1" fmla="*/ 60433 h 120884"/>
                  <a:gd name="connsiteX2" fmla="*/ 60416 w 120842"/>
                  <a:gd name="connsiteY2" fmla="*/ 103437 h 120884"/>
                  <a:gd name="connsiteX3" fmla="*/ 103404 w 120842"/>
                  <a:gd name="connsiteY3" fmla="*/ 60433 h 120884"/>
                  <a:gd name="connsiteX4" fmla="*/ 60416 w 120842"/>
                  <a:gd name="connsiteY4" fmla="*/ 16201 h 120884"/>
                  <a:gd name="connsiteX5" fmla="*/ 60421 w 120842"/>
                  <a:gd name="connsiteY5" fmla="*/ 0 h 120884"/>
                  <a:gd name="connsiteX6" fmla="*/ 120842 w 120842"/>
                  <a:gd name="connsiteY6" fmla="*/ 60442 h 120884"/>
                  <a:gd name="connsiteX7" fmla="*/ 60421 w 120842"/>
                  <a:gd name="connsiteY7" fmla="*/ 120884 h 120884"/>
                  <a:gd name="connsiteX8" fmla="*/ 0 w 120842"/>
                  <a:gd name="connsiteY8" fmla="*/ 60442 h 120884"/>
                  <a:gd name="connsiteX9" fmla="*/ 60421 w 120842"/>
                  <a:gd name="connsiteY9" fmla="*/ 0 h 120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0842" h="120884">
                    <a:moveTo>
                      <a:pt x="60416" y="16201"/>
                    </a:moveTo>
                    <a:cubicBezTo>
                      <a:pt x="35851" y="16201"/>
                      <a:pt x="16199" y="35860"/>
                      <a:pt x="16199" y="60433"/>
                    </a:cubicBezTo>
                    <a:cubicBezTo>
                      <a:pt x="16199" y="83778"/>
                      <a:pt x="35851" y="103437"/>
                      <a:pt x="60416" y="103437"/>
                    </a:cubicBezTo>
                    <a:cubicBezTo>
                      <a:pt x="83752" y="103437"/>
                      <a:pt x="103404" y="83778"/>
                      <a:pt x="103404" y="60433"/>
                    </a:cubicBezTo>
                    <a:cubicBezTo>
                      <a:pt x="103404" y="35860"/>
                      <a:pt x="83752" y="16201"/>
                      <a:pt x="60416" y="16201"/>
                    </a:cubicBezTo>
                    <a:close/>
                    <a:moveTo>
                      <a:pt x="60421" y="0"/>
                    </a:moveTo>
                    <a:cubicBezTo>
                      <a:pt x="93714" y="0"/>
                      <a:pt x="120842" y="27137"/>
                      <a:pt x="120842" y="60442"/>
                    </a:cubicBezTo>
                    <a:cubicBezTo>
                      <a:pt x="120842" y="93747"/>
                      <a:pt x="93714" y="120884"/>
                      <a:pt x="60421" y="120884"/>
                    </a:cubicBezTo>
                    <a:cubicBezTo>
                      <a:pt x="27128" y="120884"/>
                      <a:pt x="0" y="93747"/>
                      <a:pt x="0" y="60442"/>
                    </a:cubicBezTo>
                    <a:cubicBezTo>
                      <a:pt x="0" y="27137"/>
                      <a:pt x="27128" y="0"/>
                      <a:pt x="604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BCC7E990-FD34-CA45-A503-3E97546D7772}"/>
                  </a:ext>
                </a:extLst>
              </p:cNvPr>
              <p:cNvSpPr/>
              <p:nvPr/>
            </p:nvSpPr>
            <p:spPr>
              <a:xfrm>
                <a:off x="12041826" y="10756205"/>
                <a:ext cx="308956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9" h="13">
                    <a:moveTo>
                      <a:pt x="243" y="13"/>
                    </a:moveTo>
                    <a:lnTo>
                      <a:pt x="7" y="13"/>
                    </a:lnTo>
                    <a:cubicBezTo>
                      <a:pt x="4" y="13"/>
                      <a:pt x="0" y="11"/>
                      <a:pt x="0" y="7"/>
                    </a:cubicBezTo>
                    <a:cubicBezTo>
                      <a:pt x="0" y="3"/>
                      <a:pt x="4" y="0"/>
                      <a:pt x="7" y="0"/>
                    </a:cubicBezTo>
                    <a:lnTo>
                      <a:pt x="243" y="0"/>
                    </a:lnTo>
                    <a:cubicBezTo>
                      <a:pt x="246" y="0"/>
                      <a:pt x="249" y="3"/>
                      <a:pt x="249" y="7"/>
                    </a:cubicBezTo>
                    <a:cubicBezTo>
                      <a:pt x="249" y="11"/>
                      <a:pt x="246" y="13"/>
                      <a:pt x="243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70AC44D1-9AF2-804B-ADB4-7FDE4D135869}"/>
                  </a:ext>
                </a:extLst>
              </p:cNvPr>
              <p:cNvSpPr/>
              <p:nvPr/>
            </p:nvSpPr>
            <p:spPr>
              <a:xfrm>
                <a:off x="12041826" y="10850919"/>
                <a:ext cx="308956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9" h="13">
                    <a:moveTo>
                      <a:pt x="243" y="13"/>
                    </a:moveTo>
                    <a:lnTo>
                      <a:pt x="7" y="13"/>
                    </a:lnTo>
                    <a:cubicBezTo>
                      <a:pt x="4" y="13"/>
                      <a:pt x="0" y="10"/>
                      <a:pt x="0" y="7"/>
                    </a:cubicBezTo>
                    <a:cubicBezTo>
                      <a:pt x="0" y="3"/>
                      <a:pt x="4" y="0"/>
                      <a:pt x="7" y="0"/>
                    </a:cubicBezTo>
                    <a:lnTo>
                      <a:pt x="243" y="0"/>
                    </a:lnTo>
                    <a:cubicBezTo>
                      <a:pt x="246" y="0"/>
                      <a:pt x="249" y="3"/>
                      <a:pt x="249" y="7"/>
                    </a:cubicBezTo>
                    <a:cubicBezTo>
                      <a:pt x="249" y="10"/>
                      <a:pt x="246" y="13"/>
                      <a:pt x="243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DB8A51F5-7EFF-B941-A8A0-34DC17B7ED00}"/>
                  </a:ext>
                </a:extLst>
              </p:cNvPr>
              <p:cNvSpPr/>
              <p:nvPr/>
            </p:nvSpPr>
            <p:spPr>
              <a:xfrm>
                <a:off x="12041826" y="10945632"/>
                <a:ext cx="308956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9" h="14">
                    <a:moveTo>
                      <a:pt x="243" y="14"/>
                    </a:moveTo>
                    <a:lnTo>
                      <a:pt x="7" y="14"/>
                    </a:lnTo>
                    <a:cubicBezTo>
                      <a:pt x="4" y="14"/>
                      <a:pt x="0" y="11"/>
                      <a:pt x="0" y="7"/>
                    </a:cubicBezTo>
                    <a:cubicBezTo>
                      <a:pt x="0" y="4"/>
                      <a:pt x="4" y="0"/>
                      <a:pt x="7" y="0"/>
                    </a:cubicBezTo>
                    <a:lnTo>
                      <a:pt x="243" y="0"/>
                    </a:lnTo>
                    <a:cubicBezTo>
                      <a:pt x="246" y="0"/>
                      <a:pt x="249" y="4"/>
                      <a:pt x="249" y="7"/>
                    </a:cubicBezTo>
                    <a:cubicBezTo>
                      <a:pt x="249" y="11"/>
                      <a:pt x="246" y="14"/>
                      <a:pt x="243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B09576A-D343-A448-B6F8-613B8714E491}"/>
                </a:ext>
              </a:extLst>
            </p:cNvPr>
            <p:cNvGrpSpPr/>
            <p:nvPr/>
          </p:nvGrpSpPr>
          <p:grpSpPr>
            <a:xfrm>
              <a:off x="13159301" y="10349931"/>
              <a:ext cx="287778" cy="289125"/>
              <a:chOff x="13159301" y="10349931"/>
              <a:chExt cx="287778" cy="289125"/>
            </a:xfrm>
          </p:grpSpPr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A723E56E-EAC3-6641-A5DD-F0B0640A5CF9}"/>
                  </a:ext>
                </a:extLst>
              </p:cNvPr>
              <p:cNvSpPr/>
              <p:nvPr/>
            </p:nvSpPr>
            <p:spPr>
              <a:xfrm>
                <a:off x="13166776" y="10358658"/>
                <a:ext cx="271583" cy="2716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9" h="219">
                    <a:moveTo>
                      <a:pt x="187" y="219"/>
                    </a:moveTo>
                    <a:lnTo>
                      <a:pt x="33" y="219"/>
                    </a:lnTo>
                    <a:cubicBezTo>
                      <a:pt x="15" y="219"/>
                      <a:pt x="0" y="204"/>
                      <a:pt x="0" y="187"/>
                    </a:cubicBezTo>
                    <a:lnTo>
                      <a:pt x="0" y="32"/>
                    </a:lnTo>
                    <a:cubicBezTo>
                      <a:pt x="0" y="15"/>
                      <a:pt x="15" y="0"/>
                      <a:pt x="33" y="0"/>
                    </a:cubicBezTo>
                    <a:lnTo>
                      <a:pt x="187" y="0"/>
                    </a:lnTo>
                    <a:cubicBezTo>
                      <a:pt x="205" y="0"/>
                      <a:pt x="219" y="15"/>
                      <a:pt x="219" y="32"/>
                    </a:cubicBezTo>
                    <a:lnTo>
                      <a:pt x="219" y="187"/>
                    </a:lnTo>
                    <a:cubicBezTo>
                      <a:pt x="219" y="204"/>
                      <a:pt x="205" y="219"/>
                      <a:pt x="187" y="21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E5F59DF7-CD19-3D42-829B-2E1E6C725DBC}"/>
                  </a:ext>
                </a:extLst>
              </p:cNvPr>
              <p:cNvSpPr/>
              <p:nvPr/>
            </p:nvSpPr>
            <p:spPr>
              <a:xfrm>
                <a:off x="13159301" y="10349931"/>
                <a:ext cx="287778" cy="289125"/>
              </a:xfrm>
              <a:custGeom>
                <a:avLst/>
                <a:gdLst>
                  <a:gd name="connsiteX0" fmla="*/ 34792 w 287778"/>
                  <a:gd name="connsiteY0" fmla="*/ 17447 h 289125"/>
                  <a:gd name="connsiteX1" fmla="*/ 16196 w 287778"/>
                  <a:gd name="connsiteY1" fmla="*/ 34809 h 289125"/>
                  <a:gd name="connsiteX2" fmla="*/ 16196 w 287778"/>
                  <a:gd name="connsiteY2" fmla="*/ 254316 h 289125"/>
                  <a:gd name="connsiteX3" fmla="*/ 34792 w 287778"/>
                  <a:gd name="connsiteY3" fmla="*/ 271678 h 289125"/>
                  <a:gd name="connsiteX4" fmla="*/ 252987 w 287778"/>
                  <a:gd name="connsiteY4" fmla="*/ 271678 h 289125"/>
                  <a:gd name="connsiteX5" fmla="*/ 271583 w 287778"/>
                  <a:gd name="connsiteY5" fmla="*/ 254316 h 289125"/>
                  <a:gd name="connsiteX6" fmla="*/ 271583 w 287778"/>
                  <a:gd name="connsiteY6" fmla="*/ 34809 h 289125"/>
                  <a:gd name="connsiteX7" fmla="*/ 252987 w 287778"/>
                  <a:gd name="connsiteY7" fmla="*/ 17447 h 289125"/>
                  <a:gd name="connsiteX8" fmla="*/ 34732 w 287778"/>
                  <a:gd name="connsiteY8" fmla="*/ 0 h 289125"/>
                  <a:gd name="connsiteX9" fmla="*/ 253046 w 287778"/>
                  <a:gd name="connsiteY9" fmla="*/ 0 h 289125"/>
                  <a:gd name="connsiteX10" fmla="*/ 287778 w 287778"/>
                  <a:gd name="connsiteY10" fmla="*/ 34745 h 289125"/>
                  <a:gd name="connsiteX11" fmla="*/ 287778 w 287778"/>
                  <a:gd name="connsiteY11" fmla="*/ 254380 h 289125"/>
                  <a:gd name="connsiteX12" fmla="*/ 253046 w 287778"/>
                  <a:gd name="connsiteY12" fmla="*/ 289125 h 289125"/>
                  <a:gd name="connsiteX13" fmla="*/ 34732 w 287778"/>
                  <a:gd name="connsiteY13" fmla="*/ 289125 h 289125"/>
                  <a:gd name="connsiteX14" fmla="*/ 0 w 287778"/>
                  <a:gd name="connsiteY14" fmla="*/ 254380 h 289125"/>
                  <a:gd name="connsiteX15" fmla="*/ 0 w 287778"/>
                  <a:gd name="connsiteY15" fmla="*/ 34745 h 289125"/>
                  <a:gd name="connsiteX16" fmla="*/ 34732 w 287778"/>
                  <a:gd name="connsiteY16" fmla="*/ 0 h 289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87778" h="289125">
                    <a:moveTo>
                      <a:pt x="34792" y="17447"/>
                    </a:moveTo>
                    <a:cubicBezTo>
                      <a:pt x="24874" y="17447"/>
                      <a:pt x="16196" y="24888"/>
                      <a:pt x="16196" y="34809"/>
                    </a:cubicBezTo>
                    <a:lnTo>
                      <a:pt x="16196" y="254316"/>
                    </a:lnTo>
                    <a:cubicBezTo>
                      <a:pt x="16196" y="262997"/>
                      <a:pt x="24874" y="271678"/>
                      <a:pt x="34792" y="271678"/>
                    </a:cubicBezTo>
                    <a:lnTo>
                      <a:pt x="252987" y="271678"/>
                    </a:lnTo>
                    <a:cubicBezTo>
                      <a:pt x="264145" y="271678"/>
                      <a:pt x="271583" y="262997"/>
                      <a:pt x="271583" y="254316"/>
                    </a:cubicBezTo>
                    <a:lnTo>
                      <a:pt x="271583" y="34809"/>
                    </a:lnTo>
                    <a:cubicBezTo>
                      <a:pt x="271583" y="24888"/>
                      <a:pt x="264145" y="17447"/>
                      <a:pt x="252987" y="17447"/>
                    </a:cubicBezTo>
                    <a:close/>
                    <a:moveTo>
                      <a:pt x="34732" y="0"/>
                    </a:moveTo>
                    <a:lnTo>
                      <a:pt x="253046" y="0"/>
                    </a:lnTo>
                    <a:cubicBezTo>
                      <a:pt x="272893" y="0"/>
                      <a:pt x="287778" y="14891"/>
                      <a:pt x="287778" y="34745"/>
                    </a:cubicBezTo>
                    <a:lnTo>
                      <a:pt x="287778" y="254380"/>
                    </a:lnTo>
                    <a:cubicBezTo>
                      <a:pt x="287778" y="272994"/>
                      <a:pt x="272893" y="289125"/>
                      <a:pt x="253046" y="289125"/>
                    </a:cubicBezTo>
                    <a:lnTo>
                      <a:pt x="34732" y="289125"/>
                    </a:lnTo>
                    <a:cubicBezTo>
                      <a:pt x="16125" y="289125"/>
                      <a:pt x="0" y="272994"/>
                      <a:pt x="0" y="254380"/>
                    </a:cubicBezTo>
                    <a:lnTo>
                      <a:pt x="0" y="34745"/>
                    </a:lnTo>
                    <a:cubicBezTo>
                      <a:pt x="0" y="14891"/>
                      <a:pt x="16125" y="0"/>
                      <a:pt x="347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4B3BFAFD-0936-4D4A-AADD-2EB6D5B92BA6}"/>
                  </a:ext>
                </a:extLst>
              </p:cNvPr>
              <p:cNvSpPr/>
              <p:nvPr/>
            </p:nvSpPr>
            <p:spPr>
              <a:xfrm>
                <a:off x="13227820" y="10418477"/>
                <a:ext cx="151987" cy="1395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" h="113">
                    <a:moveTo>
                      <a:pt x="44" y="113"/>
                    </a:moveTo>
                    <a:cubicBezTo>
                      <a:pt x="42" y="113"/>
                      <a:pt x="40" y="112"/>
                      <a:pt x="39" y="110"/>
                    </a:cubicBezTo>
                    <a:lnTo>
                      <a:pt x="2" y="67"/>
                    </a:lnTo>
                    <a:cubicBezTo>
                      <a:pt x="-1" y="65"/>
                      <a:pt x="0" y="61"/>
                      <a:pt x="2" y="58"/>
                    </a:cubicBezTo>
                    <a:cubicBezTo>
                      <a:pt x="6" y="56"/>
                      <a:pt x="10" y="57"/>
                      <a:pt x="12" y="59"/>
                    </a:cubicBezTo>
                    <a:lnTo>
                      <a:pt x="43" y="96"/>
                    </a:lnTo>
                    <a:lnTo>
                      <a:pt x="111" y="3"/>
                    </a:lnTo>
                    <a:cubicBezTo>
                      <a:pt x="114" y="0"/>
                      <a:pt x="118" y="-1"/>
                      <a:pt x="121" y="1"/>
                    </a:cubicBezTo>
                    <a:cubicBezTo>
                      <a:pt x="124" y="3"/>
                      <a:pt x="124" y="8"/>
                      <a:pt x="122" y="11"/>
                    </a:cubicBezTo>
                    <a:lnTo>
                      <a:pt x="49" y="110"/>
                    </a:lnTo>
                    <a:cubicBezTo>
                      <a:pt x="48" y="112"/>
                      <a:pt x="46" y="113"/>
                      <a:pt x="44" y="1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21F41D4-6CA2-EC4B-909F-26A40DA05C5E}"/>
                </a:ext>
              </a:extLst>
            </p:cNvPr>
            <p:cNvGrpSpPr/>
            <p:nvPr/>
          </p:nvGrpSpPr>
          <p:grpSpPr>
            <a:xfrm>
              <a:off x="13159301" y="10705110"/>
              <a:ext cx="287778" cy="286633"/>
              <a:chOff x="13159301" y="10705110"/>
              <a:chExt cx="287778" cy="286633"/>
            </a:xfrm>
          </p:grpSpPr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8F00659F-B30C-0A41-8991-A1FAD1E8F0CB}"/>
                  </a:ext>
                </a:extLst>
              </p:cNvPr>
              <p:cNvSpPr/>
              <p:nvPr/>
            </p:nvSpPr>
            <p:spPr>
              <a:xfrm>
                <a:off x="13166776" y="10712587"/>
                <a:ext cx="271583" cy="2716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9" h="219">
                    <a:moveTo>
                      <a:pt x="187" y="219"/>
                    </a:moveTo>
                    <a:lnTo>
                      <a:pt x="33" y="219"/>
                    </a:lnTo>
                    <a:cubicBezTo>
                      <a:pt x="15" y="219"/>
                      <a:pt x="0" y="204"/>
                      <a:pt x="0" y="187"/>
                    </a:cubicBezTo>
                    <a:lnTo>
                      <a:pt x="0" y="33"/>
                    </a:lnTo>
                    <a:cubicBezTo>
                      <a:pt x="0" y="14"/>
                      <a:pt x="15" y="0"/>
                      <a:pt x="33" y="0"/>
                    </a:cubicBezTo>
                    <a:lnTo>
                      <a:pt x="187" y="0"/>
                    </a:lnTo>
                    <a:cubicBezTo>
                      <a:pt x="205" y="0"/>
                      <a:pt x="219" y="14"/>
                      <a:pt x="219" y="33"/>
                    </a:cubicBezTo>
                    <a:lnTo>
                      <a:pt x="219" y="187"/>
                    </a:lnTo>
                    <a:cubicBezTo>
                      <a:pt x="219" y="204"/>
                      <a:pt x="205" y="219"/>
                      <a:pt x="187" y="21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8257B359-3661-CD4F-997D-1745E67C0ACA}"/>
                  </a:ext>
                </a:extLst>
              </p:cNvPr>
              <p:cNvSpPr/>
              <p:nvPr/>
            </p:nvSpPr>
            <p:spPr>
              <a:xfrm>
                <a:off x="13159301" y="10705110"/>
                <a:ext cx="287778" cy="286633"/>
              </a:xfrm>
              <a:custGeom>
                <a:avLst/>
                <a:gdLst>
                  <a:gd name="connsiteX0" fmla="*/ 34792 w 287778"/>
                  <a:gd name="connsiteY0" fmla="*/ 16201 h 286633"/>
                  <a:gd name="connsiteX1" fmla="*/ 16196 w 287778"/>
                  <a:gd name="connsiteY1" fmla="*/ 33564 h 286633"/>
                  <a:gd name="connsiteX2" fmla="*/ 16196 w 287778"/>
                  <a:gd name="connsiteY2" fmla="*/ 253075 h 286633"/>
                  <a:gd name="connsiteX3" fmla="*/ 34792 w 287778"/>
                  <a:gd name="connsiteY3" fmla="*/ 271678 h 286633"/>
                  <a:gd name="connsiteX4" fmla="*/ 252987 w 287778"/>
                  <a:gd name="connsiteY4" fmla="*/ 271678 h 286633"/>
                  <a:gd name="connsiteX5" fmla="*/ 271583 w 287778"/>
                  <a:gd name="connsiteY5" fmla="*/ 253075 h 286633"/>
                  <a:gd name="connsiteX6" fmla="*/ 271583 w 287778"/>
                  <a:gd name="connsiteY6" fmla="*/ 33564 h 286633"/>
                  <a:gd name="connsiteX7" fmla="*/ 252987 w 287778"/>
                  <a:gd name="connsiteY7" fmla="*/ 16201 h 286633"/>
                  <a:gd name="connsiteX8" fmla="*/ 34732 w 287778"/>
                  <a:gd name="connsiteY8" fmla="*/ 0 h 286633"/>
                  <a:gd name="connsiteX9" fmla="*/ 253046 w 287778"/>
                  <a:gd name="connsiteY9" fmla="*/ 0 h 286633"/>
                  <a:gd name="connsiteX10" fmla="*/ 287778 w 287778"/>
                  <a:gd name="connsiteY10" fmla="*/ 33503 h 286633"/>
                  <a:gd name="connsiteX11" fmla="*/ 287778 w 287778"/>
                  <a:gd name="connsiteY11" fmla="*/ 253130 h 286633"/>
                  <a:gd name="connsiteX12" fmla="*/ 253046 w 287778"/>
                  <a:gd name="connsiteY12" fmla="*/ 286633 h 286633"/>
                  <a:gd name="connsiteX13" fmla="*/ 34732 w 287778"/>
                  <a:gd name="connsiteY13" fmla="*/ 286633 h 286633"/>
                  <a:gd name="connsiteX14" fmla="*/ 0 w 287778"/>
                  <a:gd name="connsiteY14" fmla="*/ 253130 h 286633"/>
                  <a:gd name="connsiteX15" fmla="*/ 0 w 287778"/>
                  <a:gd name="connsiteY15" fmla="*/ 33503 h 286633"/>
                  <a:gd name="connsiteX16" fmla="*/ 34732 w 287778"/>
                  <a:gd name="connsiteY16" fmla="*/ 0 h 28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87778" h="286633">
                    <a:moveTo>
                      <a:pt x="34792" y="16201"/>
                    </a:moveTo>
                    <a:cubicBezTo>
                      <a:pt x="24874" y="16201"/>
                      <a:pt x="16196" y="23642"/>
                      <a:pt x="16196" y="33564"/>
                    </a:cubicBezTo>
                    <a:lnTo>
                      <a:pt x="16196" y="253075"/>
                    </a:lnTo>
                    <a:cubicBezTo>
                      <a:pt x="16196" y="262997"/>
                      <a:pt x="24874" y="271678"/>
                      <a:pt x="34792" y="271678"/>
                    </a:cubicBezTo>
                    <a:lnTo>
                      <a:pt x="252987" y="271678"/>
                    </a:lnTo>
                    <a:cubicBezTo>
                      <a:pt x="264145" y="271678"/>
                      <a:pt x="271583" y="262997"/>
                      <a:pt x="271583" y="253075"/>
                    </a:cubicBezTo>
                    <a:lnTo>
                      <a:pt x="271583" y="33564"/>
                    </a:lnTo>
                    <a:cubicBezTo>
                      <a:pt x="271583" y="23642"/>
                      <a:pt x="264145" y="16201"/>
                      <a:pt x="252987" y="16201"/>
                    </a:cubicBezTo>
                    <a:close/>
                    <a:moveTo>
                      <a:pt x="34732" y="0"/>
                    </a:moveTo>
                    <a:lnTo>
                      <a:pt x="253046" y="0"/>
                    </a:lnTo>
                    <a:cubicBezTo>
                      <a:pt x="272893" y="0"/>
                      <a:pt x="287778" y="14890"/>
                      <a:pt x="287778" y="33503"/>
                    </a:cubicBezTo>
                    <a:lnTo>
                      <a:pt x="287778" y="253130"/>
                    </a:lnTo>
                    <a:cubicBezTo>
                      <a:pt x="287778" y="271743"/>
                      <a:pt x="272893" y="286633"/>
                      <a:pt x="253046" y="286633"/>
                    </a:cubicBezTo>
                    <a:lnTo>
                      <a:pt x="34732" y="286633"/>
                    </a:lnTo>
                    <a:cubicBezTo>
                      <a:pt x="16125" y="286633"/>
                      <a:pt x="0" y="271743"/>
                      <a:pt x="0" y="253130"/>
                    </a:cubicBezTo>
                    <a:lnTo>
                      <a:pt x="0" y="33503"/>
                    </a:lnTo>
                    <a:cubicBezTo>
                      <a:pt x="0" y="14890"/>
                      <a:pt x="16125" y="0"/>
                      <a:pt x="347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0C36FDE1-BB33-F548-BE6F-53541AA7A369}"/>
                  </a:ext>
                </a:extLst>
              </p:cNvPr>
              <p:cNvSpPr/>
              <p:nvPr/>
            </p:nvSpPr>
            <p:spPr>
              <a:xfrm>
                <a:off x="13227820" y="10772406"/>
                <a:ext cx="151987" cy="1395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" h="113">
                    <a:moveTo>
                      <a:pt x="44" y="113"/>
                    </a:moveTo>
                    <a:cubicBezTo>
                      <a:pt x="42" y="113"/>
                      <a:pt x="40" y="113"/>
                      <a:pt x="39" y="111"/>
                    </a:cubicBezTo>
                    <a:lnTo>
                      <a:pt x="2" y="68"/>
                    </a:lnTo>
                    <a:cubicBezTo>
                      <a:pt x="-1" y="65"/>
                      <a:pt x="0" y="61"/>
                      <a:pt x="2" y="59"/>
                    </a:cubicBezTo>
                    <a:cubicBezTo>
                      <a:pt x="6" y="56"/>
                      <a:pt x="10" y="57"/>
                      <a:pt x="12" y="59"/>
                    </a:cubicBezTo>
                    <a:lnTo>
                      <a:pt x="43" y="96"/>
                    </a:lnTo>
                    <a:lnTo>
                      <a:pt x="111" y="3"/>
                    </a:lnTo>
                    <a:cubicBezTo>
                      <a:pt x="114" y="0"/>
                      <a:pt x="118" y="-1"/>
                      <a:pt x="121" y="1"/>
                    </a:cubicBezTo>
                    <a:cubicBezTo>
                      <a:pt x="124" y="4"/>
                      <a:pt x="124" y="8"/>
                      <a:pt x="122" y="10"/>
                    </a:cubicBezTo>
                    <a:lnTo>
                      <a:pt x="49" y="111"/>
                    </a:lnTo>
                    <a:cubicBezTo>
                      <a:pt x="48" y="112"/>
                      <a:pt x="46" y="113"/>
                      <a:pt x="44" y="1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BA0DB5E-A9D8-EE4D-A3AF-D321A11006B7}"/>
                </a:ext>
              </a:extLst>
            </p:cNvPr>
            <p:cNvGrpSpPr/>
            <p:nvPr/>
          </p:nvGrpSpPr>
          <p:grpSpPr>
            <a:xfrm>
              <a:off x="13159301" y="11059039"/>
              <a:ext cx="287778" cy="287879"/>
              <a:chOff x="13159301" y="11059039"/>
              <a:chExt cx="287778" cy="287879"/>
            </a:xfrm>
          </p:grpSpPr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25BCAD1F-F107-E543-8810-FA44E3470DA9}"/>
                  </a:ext>
                </a:extLst>
              </p:cNvPr>
              <p:cNvSpPr/>
              <p:nvPr/>
            </p:nvSpPr>
            <p:spPr>
              <a:xfrm>
                <a:off x="13166776" y="11067763"/>
                <a:ext cx="271583" cy="2704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9" h="218">
                    <a:moveTo>
                      <a:pt x="187" y="218"/>
                    </a:moveTo>
                    <a:lnTo>
                      <a:pt x="33" y="218"/>
                    </a:lnTo>
                    <a:cubicBezTo>
                      <a:pt x="15" y="218"/>
                      <a:pt x="0" y="204"/>
                      <a:pt x="0" y="186"/>
                    </a:cubicBezTo>
                    <a:lnTo>
                      <a:pt x="0" y="32"/>
                    </a:lnTo>
                    <a:cubicBezTo>
                      <a:pt x="0" y="14"/>
                      <a:pt x="15" y="0"/>
                      <a:pt x="33" y="0"/>
                    </a:cubicBezTo>
                    <a:lnTo>
                      <a:pt x="187" y="0"/>
                    </a:lnTo>
                    <a:cubicBezTo>
                      <a:pt x="205" y="0"/>
                      <a:pt x="219" y="14"/>
                      <a:pt x="219" y="32"/>
                    </a:cubicBezTo>
                    <a:lnTo>
                      <a:pt x="219" y="186"/>
                    </a:lnTo>
                    <a:cubicBezTo>
                      <a:pt x="219" y="204"/>
                      <a:pt x="205" y="218"/>
                      <a:pt x="187" y="21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6DE9607C-E0C4-8640-8C13-871A4260E02A}"/>
                  </a:ext>
                </a:extLst>
              </p:cNvPr>
              <p:cNvSpPr/>
              <p:nvPr/>
            </p:nvSpPr>
            <p:spPr>
              <a:xfrm>
                <a:off x="13159301" y="11059039"/>
                <a:ext cx="287778" cy="287879"/>
              </a:xfrm>
              <a:custGeom>
                <a:avLst/>
                <a:gdLst>
                  <a:gd name="connsiteX0" fmla="*/ 34792 w 287778"/>
                  <a:gd name="connsiteY0" fmla="*/ 16201 h 287879"/>
                  <a:gd name="connsiteX1" fmla="*/ 16196 w 287778"/>
                  <a:gd name="connsiteY1" fmla="*/ 34803 h 287879"/>
                  <a:gd name="connsiteX2" fmla="*/ 16196 w 287778"/>
                  <a:gd name="connsiteY2" fmla="*/ 253070 h 287879"/>
                  <a:gd name="connsiteX3" fmla="*/ 34792 w 287778"/>
                  <a:gd name="connsiteY3" fmla="*/ 270432 h 287879"/>
                  <a:gd name="connsiteX4" fmla="*/ 252987 w 287778"/>
                  <a:gd name="connsiteY4" fmla="*/ 270432 h 287879"/>
                  <a:gd name="connsiteX5" fmla="*/ 271583 w 287778"/>
                  <a:gd name="connsiteY5" fmla="*/ 253070 h 287879"/>
                  <a:gd name="connsiteX6" fmla="*/ 271583 w 287778"/>
                  <a:gd name="connsiteY6" fmla="*/ 34803 h 287879"/>
                  <a:gd name="connsiteX7" fmla="*/ 252987 w 287778"/>
                  <a:gd name="connsiteY7" fmla="*/ 16201 h 287879"/>
                  <a:gd name="connsiteX8" fmla="*/ 34732 w 287778"/>
                  <a:gd name="connsiteY8" fmla="*/ 0 h 287879"/>
                  <a:gd name="connsiteX9" fmla="*/ 253046 w 287778"/>
                  <a:gd name="connsiteY9" fmla="*/ 0 h 287879"/>
                  <a:gd name="connsiteX10" fmla="*/ 287778 w 287778"/>
                  <a:gd name="connsiteY10" fmla="*/ 34744 h 287879"/>
                  <a:gd name="connsiteX11" fmla="*/ 287778 w 287778"/>
                  <a:gd name="connsiteY11" fmla="*/ 253135 h 287879"/>
                  <a:gd name="connsiteX12" fmla="*/ 253046 w 287778"/>
                  <a:gd name="connsiteY12" fmla="*/ 287879 h 287879"/>
                  <a:gd name="connsiteX13" fmla="*/ 34732 w 287778"/>
                  <a:gd name="connsiteY13" fmla="*/ 287879 h 287879"/>
                  <a:gd name="connsiteX14" fmla="*/ 0 w 287778"/>
                  <a:gd name="connsiteY14" fmla="*/ 253135 h 287879"/>
                  <a:gd name="connsiteX15" fmla="*/ 0 w 287778"/>
                  <a:gd name="connsiteY15" fmla="*/ 34744 h 287879"/>
                  <a:gd name="connsiteX16" fmla="*/ 34732 w 287778"/>
                  <a:gd name="connsiteY16" fmla="*/ 0 h 287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87778" h="287879">
                    <a:moveTo>
                      <a:pt x="34792" y="16201"/>
                    </a:moveTo>
                    <a:cubicBezTo>
                      <a:pt x="24874" y="16201"/>
                      <a:pt x="16196" y="24882"/>
                      <a:pt x="16196" y="34803"/>
                    </a:cubicBezTo>
                    <a:lnTo>
                      <a:pt x="16196" y="253070"/>
                    </a:lnTo>
                    <a:cubicBezTo>
                      <a:pt x="16196" y="262991"/>
                      <a:pt x="24874" y="270432"/>
                      <a:pt x="34792" y="270432"/>
                    </a:cubicBezTo>
                    <a:lnTo>
                      <a:pt x="252987" y="270432"/>
                    </a:lnTo>
                    <a:cubicBezTo>
                      <a:pt x="264145" y="270432"/>
                      <a:pt x="271583" y="262991"/>
                      <a:pt x="271583" y="253070"/>
                    </a:cubicBezTo>
                    <a:lnTo>
                      <a:pt x="271583" y="34803"/>
                    </a:lnTo>
                    <a:cubicBezTo>
                      <a:pt x="271583" y="24882"/>
                      <a:pt x="264145" y="16201"/>
                      <a:pt x="252987" y="16201"/>
                    </a:cubicBezTo>
                    <a:close/>
                    <a:moveTo>
                      <a:pt x="34732" y="0"/>
                    </a:moveTo>
                    <a:lnTo>
                      <a:pt x="253046" y="0"/>
                    </a:lnTo>
                    <a:cubicBezTo>
                      <a:pt x="272893" y="0"/>
                      <a:pt x="287778" y="14890"/>
                      <a:pt x="287778" y="34744"/>
                    </a:cubicBezTo>
                    <a:lnTo>
                      <a:pt x="287778" y="253135"/>
                    </a:lnTo>
                    <a:cubicBezTo>
                      <a:pt x="287778" y="271748"/>
                      <a:pt x="272893" y="287879"/>
                      <a:pt x="253046" y="287879"/>
                    </a:cubicBezTo>
                    <a:lnTo>
                      <a:pt x="34732" y="287879"/>
                    </a:lnTo>
                    <a:cubicBezTo>
                      <a:pt x="16125" y="287879"/>
                      <a:pt x="0" y="271748"/>
                      <a:pt x="0" y="253135"/>
                    </a:cubicBezTo>
                    <a:lnTo>
                      <a:pt x="0" y="34744"/>
                    </a:lnTo>
                    <a:cubicBezTo>
                      <a:pt x="0" y="14890"/>
                      <a:pt x="16125" y="0"/>
                      <a:pt x="347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D456521A-015E-D443-A278-02D37A6D84FC}"/>
                  </a:ext>
                </a:extLst>
              </p:cNvPr>
              <p:cNvSpPr/>
              <p:nvPr/>
            </p:nvSpPr>
            <p:spPr>
              <a:xfrm>
                <a:off x="13227820" y="11126335"/>
                <a:ext cx="151987" cy="1395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" h="113">
                    <a:moveTo>
                      <a:pt x="44" y="113"/>
                    </a:moveTo>
                    <a:cubicBezTo>
                      <a:pt x="42" y="113"/>
                      <a:pt x="40" y="112"/>
                      <a:pt x="39" y="111"/>
                    </a:cubicBezTo>
                    <a:lnTo>
                      <a:pt x="2" y="68"/>
                    </a:lnTo>
                    <a:cubicBezTo>
                      <a:pt x="-1" y="65"/>
                      <a:pt x="0" y="61"/>
                      <a:pt x="2" y="59"/>
                    </a:cubicBezTo>
                    <a:cubicBezTo>
                      <a:pt x="6" y="57"/>
                      <a:pt x="10" y="57"/>
                      <a:pt x="12" y="60"/>
                    </a:cubicBezTo>
                    <a:lnTo>
                      <a:pt x="43" y="96"/>
                    </a:lnTo>
                    <a:lnTo>
                      <a:pt x="111" y="3"/>
                    </a:lnTo>
                    <a:cubicBezTo>
                      <a:pt x="114" y="0"/>
                      <a:pt x="118" y="-1"/>
                      <a:pt x="121" y="2"/>
                    </a:cubicBezTo>
                    <a:cubicBezTo>
                      <a:pt x="124" y="4"/>
                      <a:pt x="124" y="8"/>
                      <a:pt x="122" y="11"/>
                    </a:cubicBezTo>
                    <a:lnTo>
                      <a:pt x="49" y="111"/>
                    </a:lnTo>
                    <a:cubicBezTo>
                      <a:pt x="48" y="112"/>
                      <a:pt x="46" y="113"/>
                      <a:pt x="44" y="1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6A856A4-813F-B441-A645-61DC24A3F6C9}"/>
                </a:ext>
              </a:extLst>
            </p:cNvPr>
            <p:cNvGrpSpPr/>
            <p:nvPr/>
          </p:nvGrpSpPr>
          <p:grpSpPr>
            <a:xfrm>
              <a:off x="5819097" y="6023026"/>
              <a:ext cx="1534815" cy="1534105"/>
              <a:chOff x="5819097" y="6023026"/>
              <a:chExt cx="1534815" cy="1534105"/>
            </a:xfrm>
          </p:grpSpPr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56662251-2E5F-6C4C-B408-976EF775147D}"/>
                  </a:ext>
                </a:extLst>
              </p:cNvPr>
              <p:cNvSpPr/>
              <p:nvPr/>
            </p:nvSpPr>
            <p:spPr>
              <a:xfrm>
                <a:off x="5819097" y="6023026"/>
                <a:ext cx="1534815" cy="15341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3" h="1232">
                    <a:moveTo>
                      <a:pt x="616" y="0"/>
                    </a:moveTo>
                    <a:cubicBezTo>
                      <a:pt x="276" y="0"/>
                      <a:pt x="0" y="276"/>
                      <a:pt x="0" y="616"/>
                    </a:cubicBezTo>
                    <a:cubicBezTo>
                      <a:pt x="0" y="955"/>
                      <a:pt x="276" y="1232"/>
                      <a:pt x="616" y="1232"/>
                    </a:cubicBezTo>
                    <a:cubicBezTo>
                      <a:pt x="956" y="1232"/>
                      <a:pt x="1233" y="955"/>
                      <a:pt x="1233" y="616"/>
                    </a:cubicBezTo>
                    <a:cubicBezTo>
                      <a:pt x="1233" y="276"/>
                      <a:pt x="956" y="0"/>
                      <a:pt x="6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C396881C-FC37-6A44-9A80-477F4D186B01}"/>
                  </a:ext>
                </a:extLst>
              </p:cNvPr>
              <p:cNvSpPr/>
              <p:nvPr/>
            </p:nvSpPr>
            <p:spPr>
              <a:xfrm>
                <a:off x="5934955" y="6138926"/>
                <a:ext cx="1303098" cy="130231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7" h="1046">
                    <a:moveTo>
                      <a:pt x="1047" y="523"/>
                    </a:moveTo>
                    <a:cubicBezTo>
                      <a:pt x="1047" y="812"/>
                      <a:pt x="812" y="1046"/>
                      <a:pt x="523" y="1046"/>
                    </a:cubicBezTo>
                    <a:cubicBezTo>
                      <a:pt x="234" y="1046"/>
                      <a:pt x="0" y="812"/>
                      <a:pt x="0" y="523"/>
                    </a:cubicBezTo>
                    <a:cubicBezTo>
                      <a:pt x="0" y="234"/>
                      <a:pt x="234" y="0"/>
                      <a:pt x="523" y="0"/>
                    </a:cubicBezTo>
                    <a:cubicBezTo>
                      <a:pt x="812" y="0"/>
                      <a:pt x="1047" y="234"/>
                      <a:pt x="1047" y="52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88E350C7-5356-A549-98AE-E1133C549D23}"/>
                  </a:ext>
                </a:extLst>
              </p:cNvPr>
              <p:cNvSpPr/>
              <p:nvPr/>
            </p:nvSpPr>
            <p:spPr>
              <a:xfrm>
                <a:off x="5926235" y="6130202"/>
                <a:ext cx="1319293" cy="1318511"/>
              </a:xfrm>
              <a:custGeom>
                <a:avLst/>
                <a:gdLst>
                  <a:gd name="connsiteX0" fmla="*/ 659647 w 1319293"/>
                  <a:gd name="connsiteY0" fmla="*/ 16201 h 1318511"/>
                  <a:gd name="connsiteX1" fmla="*/ 17441 w 1319293"/>
                  <a:gd name="connsiteY1" fmla="*/ 659878 h 1318511"/>
                  <a:gd name="connsiteX2" fmla="*/ 659647 w 1319293"/>
                  <a:gd name="connsiteY2" fmla="*/ 1302310 h 1318511"/>
                  <a:gd name="connsiteX3" fmla="*/ 1303098 w 1319293"/>
                  <a:gd name="connsiteY3" fmla="*/ 659878 h 1318511"/>
                  <a:gd name="connsiteX4" fmla="*/ 659647 w 1319293"/>
                  <a:gd name="connsiteY4" fmla="*/ 16201 h 1318511"/>
                  <a:gd name="connsiteX5" fmla="*/ 659647 w 1319293"/>
                  <a:gd name="connsiteY5" fmla="*/ 0 h 1318511"/>
                  <a:gd name="connsiteX6" fmla="*/ 1319293 w 1319293"/>
                  <a:gd name="connsiteY6" fmla="*/ 659878 h 1318511"/>
                  <a:gd name="connsiteX7" fmla="*/ 659647 w 1319293"/>
                  <a:gd name="connsiteY7" fmla="*/ 1318511 h 1318511"/>
                  <a:gd name="connsiteX8" fmla="*/ 0 w 1319293"/>
                  <a:gd name="connsiteY8" fmla="*/ 659878 h 1318511"/>
                  <a:gd name="connsiteX9" fmla="*/ 659647 w 1319293"/>
                  <a:gd name="connsiteY9" fmla="*/ 0 h 1318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19293" h="1318511">
                    <a:moveTo>
                      <a:pt x="659647" y="16201"/>
                    </a:moveTo>
                    <a:cubicBezTo>
                      <a:pt x="306185" y="16201"/>
                      <a:pt x="17441" y="305047"/>
                      <a:pt x="17441" y="659878"/>
                    </a:cubicBezTo>
                    <a:cubicBezTo>
                      <a:pt x="17441" y="1013465"/>
                      <a:pt x="306185" y="1302310"/>
                      <a:pt x="659647" y="1302310"/>
                    </a:cubicBezTo>
                    <a:cubicBezTo>
                      <a:pt x="1014354" y="1302310"/>
                      <a:pt x="1303098" y="1013465"/>
                      <a:pt x="1303098" y="659878"/>
                    </a:cubicBezTo>
                    <a:cubicBezTo>
                      <a:pt x="1303098" y="305047"/>
                      <a:pt x="1014354" y="16201"/>
                      <a:pt x="659647" y="16201"/>
                    </a:cubicBezTo>
                    <a:close/>
                    <a:moveTo>
                      <a:pt x="659647" y="0"/>
                    </a:moveTo>
                    <a:cubicBezTo>
                      <a:pt x="1023075" y="0"/>
                      <a:pt x="1319293" y="296323"/>
                      <a:pt x="1319293" y="659878"/>
                    </a:cubicBezTo>
                    <a:cubicBezTo>
                      <a:pt x="1319293" y="1023434"/>
                      <a:pt x="1023075" y="1318511"/>
                      <a:pt x="659647" y="1318511"/>
                    </a:cubicBezTo>
                    <a:cubicBezTo>
                      <a:pt x="296219" y="1318511"/>
                      <a:pt x="0" y="1023434"/>
                      <a:pt x="0" y="659878"/>
                    </a:cubicBezTo>
                    <a:cubicBezTo>
                      <a:pt x="0" y="296323"/>
                      <a:pt x="296219" y="0"/>
                      <a:pt x="6596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C8AA7DB5-431D-B14C-AD98-18F9ADBFF9BD}"/>
                  </a:ext>
                </a:extLst>
              </p:cNvPr>
              <p:cNvSpPr/>
              <p:nvPr/>
            </p:nvSpPr>
            <p:spPr>
              <a:xfrm>
                <a:off x="6536673" y="6742101"/>
                <a:ext cx="98418" cy="996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" h="81">
                    <a:moveTo>
                      <a:pt x="80" y="41"/>
                    </a:moveTo>
                    <a:cubicBezTo>
                      <a:pt x="80" y="63"/>
                      <a:pt x="63" y="81"/>
                      <a:pt x="40" y="81"/>
                    </a:cubicBezTo>
                    <a:cubicBezTo>
                      <a:pt x="18" y="81"/>
                      <a:pt x="0" y="63"/>
                      <a:pt x="0" y="41"/>
                    </a:cubicBezTo>
                    <a:cubicBezTo>
                      <a:pt x="0" y="19"/>
                      <a:pt x="18" y="0"/>
                      <a:pt x="40" y="0"/>
                    </a:cubicBezTo>
                    <a:cubicBezTo>
                      <a:pt x="63" y="0"/>
                      <a:pt x="80" y="19"/>
                      <a:pt x="80" y="4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C63E8968-82C9-994B-82A2-3FF51F524BE4}"/>
                  </a:ext>
                </a:extLst>
              </p:cNvPr>
              <p:cNvSpPr/>
              <p:nvPr/>
            </p:nvSpPr>
            <p:spPr>
              <a:xfrm>
                <a:off x="6579030" y="6447987"/>
                <a:ext cx="246667" cy="5184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9" h="417">
                    <a:moveTo>
                      <a:pt x="192" y="417"/>
                    </a:moveTo>
                    <a:cubicBezTo>
                      <a:pt x="191" y="417"/>
                      <a:pt x="189" y="417"/>
                      <a:pt x="188" y="416"/>
                    </a:cubicBezTo>
                    <a:lnTo>
                      <a:pt x="2" y="282"/>
                    </a:lnTo>
                    <a:cubicBezTo>
                      <a:pt x="0" y="281"/>
                      <a:pt x="0" y="279"/>
                      <a:pt x="0" y="277"/>
                    </a:cubicBezTo>
                    <a:lnTo>
                      <a:pt x="0" y="7"/>
                    </a:lnTo>
                    <a:cubicBezTo>
                      <a:pt x="0" y="4"/>
                      <a:pt x="2" y="0"/>
                      <a:pt x="6" y="0"/>
                    </a:cubicBezTo>
                    <a:cubicBezTo>
                      <a:pt x="10" y="0"/>
                      <a:pt x="13" y="4"/>
                      <a:pt x="13" y="7"/>
                    </a:cubicBezTo>
                    <a:lnTo>
                      <a:pt x="13" y="273"/>
                    </a:lnTo>
                    <a:lnTo>
                      <a:pt x="196" y="405"/>
                    </a:lnTo>
                    <a:cubicBezTo>
                      <a:pt x="199" y="407"/>
                      <a:pt x="199" y="411"/>
                      <a:pt x="198" y="414"/>
                    </a:cubicBezTo>
                    <a:cubicBezTo>
                      <a:pt x="196" y="416"/>
                      <a:pt x="194" y="417"/>
                      <a:pt x="192" y="4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CCBC5431-E9D5-D34B-8B9E-EC3DEE7FE261}"/>
                </a:ext>
              </a:extLst>
            </p:cNvPr>
            <p:cNvGrpSpPr/>
            <p:nvPr/>
          </p:nvGrpSpPr>
          <p:grpSpPr>
            <a:xfrm>
              <a:off x="17767483" y="7029980"/>
              <a:ext cx="1157342" cy="1242490"/>
              <a:chOff x="17767483" y="7029980"/>
              <a:chExt cx="1157342" cy="1242490"/>
            </a:xfrm>
          </p:grpSpPr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C5C7029E-F548-D947-B056-568931E616A2}"/>
                  </a:ext>
                </a:extLst>
              </p:cNvPr>
              <p:cNvSpPr/>
              <p:nvPr/>
            </p:nvSpPr>
            <p:spPr>
              <a:xfrm>
                <a:off x="17774960" y="7183262"/>
                <a:ext cx="1141145" cy="10817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7" h="869">
                    <a:moveTo>
                      <a:pt x="880" y="0"/>
                    </a:moveTo>
                    <a:lnTo>
                      <a:pt x="37" y="0"/>
                    </a:lnTo>
                    <a:cubicBezTo>
                      <a:pt x="17" y="0"/>
                      <a:pt x="0" y="10"/>
                      <a:pt x="0" y="23"/>
                    </a:cubicBezTo>
                    <a:lnTo>
                      <a:pt x="0" y="846"/>
                    </a:lnTo>
                    <a:cubicBezTo>
                      <a:pt x="0" y="858"/>
                      <a:pt x="17" y="869"/>
                      <a:pt x="37" y="869"/>
                    </a:cubicBezTo>
                    <a:lnTo>
                      <a:pt x="880" y="869"/>
                    </a:lnTo>
                    <a:cubicBezTo>
                      <a:pt x="900" y="869"/>
                      <a:pt x="917" y="858"/>
                      <a:pt x="917" y="846"/>
                    </a:cubicBezTo>
                    <a:lnTo>
                      <a:pt x="917" y="23"/>
                    </a:lnTo>
                    <a:cubicBezTo>
                      <a:pt x="917" y="10"/>
                      <a:pt x="900" y="0"/>
                      <a:pt x="88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945F8364-48CB-F449-8F09-56E6BBCCE071}"/>
                  </a:ext>
                </a:extLst>
              </p:cNvPr>
              <p:cNvSpPr/>
              <p:nvPr/>
            </p:nvSpPr>
            <p:spPr>
              <a:xfrm>
                <a:off x="17767483" y="7175788"/>
                <a:ext cx="1157342" cy="1096682"/>
              </a:xfrm>
              <a:custGeom>
                <a:avLst/>
                <a:gdLst>
                  <a:gd name="connsiteX0" fmla="*/ 53528 w 1157342"/>
                  <a:gd name="connsiteY0" fmla="*/ 14952 h 1096682"/>
                  <a:gd name="connsiteX1" fmla="*/ 16196 w 1157342"/>
                  <a:gd name="connsiteY1" fmla="*/ 36113 h 1096682"/>
                  <a:gd name="connsiteX2" fmla="*/ 16196 w 1157342"/>
                  <a:gd name="connsiteY2" fmla="*/ 1060562 h 1096682"/>
                  <a:gd name="connsiteX3" fmla="*/ 53528 w 1157342"/>
                  <a:gd name="connsiteY3" fmla="*/ 1080478 h 1096682"/>
                  <a:gd name="connsiteX4" fmla="*/ 1102568 w 1157342"/>
                  <a:gd name="connsiteY4" fmla="*/ 1080478 h 1096682"/>
                  <a:gd name="connsiteX5" fmla="*/ 1139900 w 1157342"/>
                  <a:gd name="connsiteY5" fmla="*/ 1060562 h 1096682"/>
                  <a:gd name="connsiteX6" fmla="*/ 1139900 w 1157342"/>
                  <a:gd name="connsiteY6" fmla="*/ 36113 h 1096682"/>
                  <a:gd name="connsiteX7" fmla="*/ 1102568 w 1157342"/>
                  <a:gd name="connsiteY7" fmla="*/ 14952 h 1096682"/>
                  <a:gd name="connsiteX8" fmla="*/ 53512 w 1157342"/>
                  <a:gd name="connsiteY8" fmla="*/ 0 h 1096682"/>
                  <a:gd name="connsiteX9" fmla="*/ 1102586 w 1157342"/>
                  <a:gd name="connsiteY9" fmla="*/ 0 h 1096682"/>
                  <a:gd name="connsiteX10" fmla="*/ 1157342 w 1157342"/>
                  <a:gd name="connsiteY10" fmla="*/ 36100 h 1096682"/>
                  <a:gd name="connsiteX11" fmla="*/ 1157342 w 1157342"/>
                  <a:gd name="connsiteY11" fmla="*/ 1060583 h 1096682"/>
                  <a:gd name="connsiteX12" fmla="*/ 1102586 w 1157342"/>
                  <a:gd name="connsiteY12" fmla="*/ 1096682 h 1096682"/>
                  <a:gd name="connsiteX13" fmla="*/ 53512 w 1157342"/>
                  <a:gd name="connsiteY13" fmla="*/ 1096682 h 1096682"/>
                  <a:gd name="connsiteX14" fmla="*/ 0 w 1157342"/>
                  <a:gd name="connsiteY14" fmla="*/ 1060583 h 1096682"/>
                  <a:gd name="connsiteX15" fmla="*/ 0 w 1157342"/>
                  <a:gd name="connsiteY15" fmla="*/ 36100 h 1096682"/>
                  <a:gd name="connsiteX16" fmla="*/ 53512 w 1157342"/>
                  <a:gd name="connsiteY16" fmla="*/ 0 h 1096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57342" h="1096682">
                    <a:moveTo>
                      <a:pt x="53528" y="14952"/>
                    </a:moveTo>
                    <a:cubicBezTo>
                      <a:pt x="31128" y="14952"/>
                      <a:pt x="16196" y="26155"/>
                      <a:pt x="16196" y="36113"/>
                    </a:cubicBezTo>
                    <a:lnTo>
                      <a:pt x="16196" y="1060562"/>
                    </a:lnTo>
                    <a:cubicBezTo>
                      <a:pt x="16196" y="1069275"/>
                      <a:pt x="31128" y="1080478"/>
                      <a:pt x="53528" y="1080478"/>
                    </a:cubicBezTo>
                    <a:lnTo>
                      <a:pt x="1102568" y="1080478"/>
                    </a:lnTo>
                    <a:cubicBezTo>
                      <a:pt x="1124968" y="1080478"/>
                      <a:pt x="1139900" y="1069275"/>
                      <a:pt x="1139900" y="1060562"/>
                    </a:cubicBezTo>
                    <a:lnTo>
                      <a:pt x="1139900" y="36113"/>
                    </a:lnTo>
                    <a:cubicBezTo>
                      <a:pt x="1139900" y="26155"/>
                      <a:pt x="1124968" y="14952"/>
                      <a:pt x="1102568" y="14952"/>
                    </a:cubicBezTo>
                    <a:close/>
                    <a:moveTo>
                      <a:pt x="53512" y="0"/>
                    </a:moveTo>
                    <a:lnTo>
                      <a:pt x="1102586" y="0"/>
                    </a:lnTo>
                    <a:cubicBezTo>
                      <a:pt x="1133698" y="0"/>
                      <a:pt x="1157342" y="14938"/>
                      <a:pt x="1157342" y="36100"/>
                    </a:cubicBezTo>
                    <a:lnTo>
                      <a:pt x="1157342" y="1060583"/>
                    </a:lnTo>
                    <a:cubicBezTo>
                      <a:pt x="1157342" y="1080500"/>
                      <a:pt x="1133698" y="1096682"/>
                      <a:pt x="1102586" y="1096682"/>
                    </a:cubicBezTo>
                    <a:lnTo>
                      <a:pt x="53512" y="1096682"/>
                    </a:lnTo>
                    <a:cubicBezTo>
                      <a:pt x="23646" y="1096682"/>
                      <a:pt x="0" y="1080500"/>
                      <a:pt x="0" y="1060583"/>
                    </a:cubicBezTo>
                    <a:lnTo>
                      <a:pt x="0" y="36100"/>
                    </a:lnTo>
                    <a:cubicBezTo>
                      <a:pt x="0" y="14938"/>
                      <a:pt x="23646" y="0"/>
                      <a:pt x="535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F4AEF70C-BFEB-4541-8024-BF21347316F8}"/>
                  </a:ext>
                </a:extLst>
              </p:cNvPr>
              <p:cNvSpPr/>
              <p:nvPr/>
            </p:nvSpPr>
            <p:spPr>
              <a:xfrm>
                <a:off x="18583479" y="7029980"/>
                <a:ext cx="153232" cy="3651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4" h="294">
                    <a:moveTo>
                      <a:pt x="62" y="294"/>
                    </a:moveTo>
                    <a:cubicBezTo>
                      <a:pt x="28" y="294"/>
                      <a:pt x="0" y="266"/>
                      <a:pt x="0" y="232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0" y="0"/>
                      <a:pt x="13" y="3"/>
                      <a:pt x="13" y="6"/>
                    </a:cubicBezTo>
                    <a:lnTo>
                      <a:pt x="13" y="232"/>
                    </a:lnTo>
                    <a:cubicBezTo>
                      <a:pt x="13" y="258"/>
                      <a:pt x="35" y="280"/>
                      <a:pt x="62" y="280"/>
                    </a:cubicBezTo>
                    <a:cubicBezTo>
                      <a:pt x="89" y="280"/>
                      <a:pt x="111" y="258"/>
                      <a:pt x="111" y="232"/>
                    </a:cubicBezTo>
                    <a:lnTo>
                      <a:pt x="111" y="44"/>
                    </a:lnTo>
                    <a:cubicBezTo>
                      <a:pt x="111" y="27"/>
                      <a:pt x="97" y="13"/>
                      <a:pt x="79" y="13"/>
                    </a:cubicBezTo>
                    <a:cubicBezTo>
                      <a:pt x="62" y="13"/>
                      <a:pt x="48" y="27"/>
                      <a:pt x="48" y="44"/>
                    </a:cubicBezTo>
                    <a:lnTo>
                      <a:pt x="48" y="209"/>
                    </a:lnTo>
                    <a:cubicBezTo>
                      <a:pt x="48" y="216"/>
                      <a:pt x="53" y="222"/>
                      <a:pt x="60" y="222"/>
                    </a:cubicBezTo>
                    <a:cubicBezTo>
                      <a:pt x="67" y="222"/>
                      <a:pt x="72" y="216"/>
                      <a:pt x="72" y="209"/>
                    </a:cubicBezTo>
                    <a:lnTo>
                      <a:pt x="72" y="88"/>
                    </a:lnTo>
                    <a:cubicBezTo>
                      <a:pt x="72" y="84"/>
                      <a:pt x="75" y="81"/>
                      <a:pt x="79" y="81"/>
                    </a:cubicBezTo>
                    <a:cubicBezTo>
                      <a:pt x="83" y="81"/>
                      <a:pt x="86" y="84"/>
                      <a:pt x="86" y="88"/>
                    </a:cubicBezTo>
                    <a:lnTo>
                      <a:pt x="86" y="209"/>
                    </a:lnTo>
                    <a:cubicBezTo>
                      <a:pt x="86" y="223"/>
                      <a:pt x="74" y="235"/>
                      <a:pt x="60" y="235"/>
                    </a:cubicBezTo>
                    <a:cubicBezTo>
                      <a:pt x="46" y="235"/>
                      <a:pt x="34" y="223"/>
                      <a:pt x="34" y="209"/>
                    </a:cubicBezTo>
                    <a:lnTo>
                      <a:pt x="34" y="44"/>
                    </a:lnTo>
                    <a:cubicBezTo>
                      <a:pt x="34" y="20"/>
                      <a:pt x="54" y="0"/>
                      <a:pt x="79" y="0"/>
                    </a:cubicBezTo>
                    <a:cubicBezTo>
                      <a:pt x="104" y="0"/>
                      <a:pt x="124" y="20"/>
                      <a:pt x="124" y="44"/>
                    </a:cubicBezTo>
                    <a:lnTo>
                      <a:pt x="124" y="232"/>
                    </a:lnTo>
                    <a:cubicBezTo>
                      <a:pt x="124" y="266"/>
                      <a:pt x="96" y="294"/>
                      <a:pt x="62" y="29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23254805-8EBF-4447-B4FF-3AD068E99C23}"/>
                  </a:ext>
                </a:extLst>
              </p:cNvPr>
              <p:cNvSpPr/>
              <p:nvPr/>
            </p:nvSpPr>
            <p:spPr>
              <a:xfrm>
                <a:off x="17899539" y="7517255"/>
                <a:ext cx="891987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7" h="13">
                    <a:moveTo>
                      <a:pt x="710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710" y="0"/>
                    </a:lnTo>
                    <a:cubicBezTo>
                      <a:pt x="714" y="0"/>
                      <a:pt x="717" y="3"/>
                      <a:pt x="717" y="7"/>
                    </a:cubicBezTo>
                    <a:cubicBezTo>
                      <a:pt x="717" y="10"/>
                      <a:pt x="714" y="13"/>
                      <a:pt x="71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C8A0910-D398-264C-B438-A626006B3A47}"/>
                  </a:ext>
                </a:extLst>
              </p:cNvPr>
              <p:cNvSpPr/>
              <p:nvPr/>
            </p:nvSpPr>
            <p:spPr>
              <a:xfrm>
                <a:off x="17899539" y="7665553"/>
                <a:ext cx="478384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5" h="14">
                    <a:moveTo>
                      <a:pt x="379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379" y="0"/>
                    </a:lnTo>
                    <a:cubicBezTo>
                      <a:pt x="383" y="0"/>
                      <a:pt x="385" y="3"/>
                      <a:pt x="385" y="7"/>
                    </a:cubicBezTo>
                    <a:cubicBezTo>
                      <a:pt x="385" y="11"/>
                      <a:pt x="383" y="14"/>
                      <a:pt x="379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FA597366-5222-E84A-A83B-689B97135341}"/>
                  </a:ext>
                </a:extLst>
              </p:cNvPr>
              <p:cNvSpPr/>
              <p:nvPr/>
            </p:nvSpPr>
            <p:spPr>
              <a:xfrm>
                <a:off x="18539876" y="7665553"/>
                <a:ext cx="241684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5" h="14">
                    <a:moveTo>
                      <a:pt x="188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88" y="0"/>
                    </a:lnTo>
                    <a:cubicBezTo>
                      <a:pt x="191" y="0"/>
                      <a:pt x="195" y="3"/>
                      <a:pt x="195" y="7"/>
                    </a:cubicBezTo>
                    <a:cubicBezTo>
                      <a:pt x="195" y="11"/>
                      <a:pt x="191" y="14"/>
                      <a:pt x="188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FD416F13-322A-4840-BE5D-8F7DF12190EB}"/>
                  </a:ext>
                </a:extLst>
              </p:cNvPr>
              <p:cNvSpPr/>
              <p:nvPr/>
            </p:nvSpPr>
            <p:spPr>
              <a:xfrm>
                <a:off x="17899539" y="7816350"/>
                <a:ext cx="891987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7" h="13">
                    <a:moveTo>
                      <a:pt x="710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2"/>
                      <a:pt x="3" y="0"/>
                      <a:pt x="7" y="0"/>
                    </a:cubicBezTo>
                    <a:lnTo>
                      <a:pt x="710" y="0"/>
                    </a:lnTo>
                    <a:cubicBezTo>
                      <a:pt x="714" y="0"/>
                      <a:pt x="717" y="2"/>
                      <a:pt x="717" y="6"/>
                    </a:cubicBezTo>
                    <a:cubicBezTo>
                      <a:pt x="717" y="10"/>
                      <a:pt x="714" y="13"/>
                      <a:pt x="71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3E252007-E421-EE45-8568-05199F06B56F}"/>
                  </a:ext>
                </a:extLst>
              </p:cNvPr>
              <p:cNvSpPr/>
              <p:nvPr/>
            </p:nvSpPr>
            <p:spPr>
              <a:xfrm>
                <a:off x="17908259" y="7972129"/>
                <a:ext cx="874546" cy="1109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3" h="90">
                    <a:moveTo>
                      <a:pt x="658" y="0"/>
                    </a:moveTo>
                    <a:lnTo>
                      <a:pt x="45" y="0"/>
                    </a:lnTo>
                    <a:cubicBezTo>
                      <a:pt x="20" y="0"/>
                      <a:pt x="0" y="20"/>
                      <a:pt x="0" y="45"/>
                    </a:cubicBezTo>
                    <a:cubicBezTo>
                      <a:pt x="0" y="70"/>
                      <a:pt x="20" y="90"/>
                      <a:pt x="45" y="90"/>
                    </a:cubicBezTo>
                    <a:lnTo>
                      <a:pt x="658" y="90"/>
                    </a:lnTo>
                    <a:cubicBezTo>
                      <a:pt x="683" y="90"/>
                      <a:pt x="703" y="70"/>
                      <a:pt x="703" y="45"/>
                    </a:cubicBezTo>
                    <a:cubicBezTo>
                      <a:pt x="703" y="20"/>
                      <a:pt x="683" y="0"/>
                      <a:pt x="6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FE09BB2E-2303-7145-8F8D-9D44BC8BA49B}"/>
                  </a:ext>
                </a:extLst>
              </p:cNvPr>
              <p:cNvSpPr/>
              <p:nvPr/>
            </p:nvSpPr>
            <p:spPr>
              <a:xfrm>
                <a:off x="17899540" y="7963405"/>
                <a:ext cx="891986" cy="128362"/>
              </a:xfrm>
              <a:custGeom>
                <a:avLst/>
                <a:gdLst>
                  <a:gd name="connsiteX0" fmla="*/ 64712 w 891986"/>
                  <a:gd name="connsiteY0" fmla="*/ 16201 h 128362"/>
                  <a:gd name="connsiteX1" fmla="*/ 17440 w 891986"/>
                  <a:gd name="connsiteY1" fmla="*/ 64173 h 128362"/>
                  <a:gd name="connsiteX2" fmla="*/ 64712 w 891986"/>
                  <a:gd name="connsiteY2" fmla="*/ 110914 h 128362"/>
                  <a:gd name="connsiteX3" fmla="*/ 827274 w 891986"/>
                  <a:gd name="connsiteY3" fmla="*/ 110914 h 128362"/>
                  <a:gd name="connsiteX4" fmla="*/ 875790 w 891986"/>
                  <a:gd name="connsiteY4" fmla="*/ 64173 h 128362"/>
                  <a:gd name="connsiteX5" fmla="*/ 827274 w 891986"/>
                  <a:gd name="connsiteY5" fmla="*/ 16201 h 128362"/>
                  <a:gd name="connsiteX6" fmla="*/ 64690 w 891986"/>
                  <a:gd name="connsiteY6" fmla="*/ 0 h 128362"/>
                  <a:gd name="connsiteX7" fmla="*/ 827296 w 891986"/>
                  <a:gd name="connsiteY7" fmla="*/ 0 h 128362"/>
                  <a:gd name="connsiteX8" fmla="*/ 891986 w 891986"/>
                  <a:gd name="connsiteY8" fmla="*/ 64181 h 128362"/>
                  <a:gd name="connsiteX9" fmla="*/ 827296 w 891986"/>
                  <a:gd name="connsiteY9" fmla="*/ 128362 h 128362"/>
                  <a:gd name="connsiteX10" fmla="*/ 64690 w 891986"/>
                  <a:gd name="connsiteY10" fmla="*/ 128362 h 128362"/>
                  <a:gd name="connsiteX11" fmla="*/ 0 w 891986"/>
                  <a:gd name="connsiteY11" fmla="*/ 64181 h 128362"/>
                  <a:gd name="connsiteX12" fmla="*/ 64690 w 891986"/>
                  <a:gd name="connsiteY12" fmla="*/ 0 h 12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91986" h="128362">
                    <a:moveTo>
                      <a:pt x="64712" y="16201"/>
                    </a:moveTo>
                    <a:cubicBezTo>
                      <a:pt x="38588" y="16201"/>
                      <a:pt x="17440" y="37112"/>
                      <a:pt x="17440" y="64173"/>
                    </a:cubicBezTo>
                    <a:cubicBezTo>
                      <a:pt x="17440" y="90004"/>
                      <a:pt x="38588" y="110914"/>
                      <a:pt x="64712" y="110914"/>
                    </a:cubicBezTo>
                    <a:lnTo>
                      <a:pt x="827274" y="110914"/>
                    </a:lnTo>
                    <a:cubicBezTo>
                      <a:pt x="854642" y="110914"/>
                      <a:pt x="875790" y="90004"/>
                      <a:pt x="875790" y="64173"/>
                    </a:cubicBezTo>
                    <a:cubicBezTo>
                      <a:pt x="875790" y="37112"/>
                      <a:pt x="854642" y="16201"/>
                      <a:pt x="827274" y="16201"/>
                    </a:cubicBezTo>
                    <a:close/>
                    <a:moveTo>
                      <a:pt x="64690" y="0"/>
                    </a:moveTo>
                    <a:lnTo>
                      <a:pt x="827296" y="0"/>
                    </a:lnTo>
                    <a:cubicBezTo>
                      <a:pt x="863372" y="0"/>
                      <a:pt x="891986" y="28388"/>
                      <a:pt x="891986" y="64181"/>
                    </a:cubicBezTo>
                    <a:cubicBezTo>
                      <a:pt x="891986" y="99974"/>
                      <a:pt x="863372" y="128362"/>
                      <a:pt x="827296" y="128362"/>
                    </a:cubicBezTo>
                    <a:lnTo>
                      <a:pt x="64690" y="128362"/>
                    </a:lnTo>
                    <a:cubicBezTo>
                      <a:pt x="29856" y="128362"/>
                      <a:pt x="0" y="99974"/>
                      <a:pt x="0" y="64181"/>
                    </a:cubicBezTo>
                    <a:cubicBezTo>
                      <a:pt x="0" y="28388"/>
                      <a:pt x="29856" y="0"/>
                      <a:pt x="64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5AB24B-DF8B-774C-8660-8F897317297C}"/>
                </a:ext>
              </a:extLst>
            </p:cNvPr>
            <p:cNvGrpSpPr/>
            <p:nvPr/>
          </p:nvGrpSpPr>
          <p:grpSpPr>
            <a:xfrm>
              <a:off x="16560622" y="6980130"/>
              <a:ext cx="770836" cy="925949"/>
              <a:chOff x="16560622" y="6980130"/>
              <a:chExt cx="770836" cy="925949"/>
            </a:xfrm>
          </p:grpSpPr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107CFBC0-1B36-0640-8C9D-F65D90E930D4}"/>
                  </a:ext>
                </a:extLst>
              </p:cNvPr>
              <p:cNvSpPr/>
              <p:nvPr/>
            </p:nvSpPr>
            <p:spPr>
              <a:xfrm>
                <a:off x="16895431" y="7032472"/>
                <a:ext cx="88451" cy="1856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" h="150">
                    <a:moveTo>
                      <a:pt x="43" y="150"/>
                    </a:moveTo>
                    <a:lnTo>
                      <a:pt x="30" y="150"/>
                    </a:lnTo>
                    <a:cubicBezTo>
                      <a:pt x="13" y="150"/>
                      <a:pt x="0" y="137"/>
                      <a:pt x="0" y="121"/>
                    </a:cubicBezTo>
                    <a:lnTo>
                      <a:pt x="0" y="29"/>
                    </a:lnTo>
                    <a:cubicBezTo>
                      <a:pt x="0" y="12"/>
                      <a:pt x="13" y="0"/>
                      <a:pt x="30" y="0"/>
                    </a:cubicBezTo>
                    <a:lnTo>
                      <a:pt x="43" y="0"/>
                    </a:lnTo>
                    <a:cubicBezTo>
                      <a:pt x="59" y="0"/>
                      <a:pt x="72" y="12"/>
                      <a:pt x="72" y="29"/>
                    </a:cubicBezTo>
                    <a:lnTo>
                      <a:pt x="72" y="121"/>
                    </a:lnTo>
                    <a:cubicBezTo>
                      <a:pt x="72" y="137"/>
                      <a:pt x="59" y="150"/>
                      <a:pt x="43" y="15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2175E4E8-6C6A-CA4F-ACE1-21D4618E55CC}"/>
                  </a:ext>
                </a:extLst>
              </p:cNvPr>
              <p:cNvSpPr/>
              <p:nvPr/>
            </p:nvSpPr>
            <p:spPr>
              <a:xfrm>
                <a:off x="16887955" y="7023749"/>
                <a:ext cx="104648" cy="203135"/>
              </a:xfrm>
              <a:custGeom>
                <a:avLst/>
                <a:gdLst>
                  <a:gd name="connsiteX0" fmla="*/ 46802 w 104648"/>
                  <a:gd name="connsiteY0" fmla="*/ 16200 h 203135"/>
                  <a:gd name="connsiteX1" fmla="*/ 16196 w 104648"/>
                  <a:gd name="connsiteY1" fmla="*/ 47129 h 203135"/>
                  <a:gd name="connsiteX2" fmla="*/ 16196 w 104648"/>
                  <a:gd name="connsiteY2" fmla="*/ 155996 h 203135"/>
                  <a:gd name="connsiteX3" fmla="*/ 46802 w 104648"/>
                  <a:gd name="connsiteY3" fmla="*/ 185687 h 203135"/>
                  <a:gd name="connsiteX4" fmla="*/ 57822 w 104648"/>
                  <a:gd name="connsiteY4" fmla="*/ 185687 h 203135"/>
                  <a:gd name="connsiteX5" fmla="*/ 87204 w 104648"/>
                  <a:gd name="connsiteY5" fmla="*/ 155996 h 203135"/>
                  <a:gd name="connsiteX6" fmla="*/ 87204 w 104648"/>
                  <a:gd name="connsiteY6" fmla="*/ 47129 h 203135"/>
                  <a:gd name="connsiteX7" fmla="*/ 57822 w 104648"/>
                  <a:gd name="connsiteY7" fmla="*/ 16200 h 203135"/>
                  <a:gd name="connsiteX8" fmla="*/ 46784 w 104648"/>
                  <a:gd name="connsiteY8" fmla="*/ 0 h 203135"/>
                  <a:gd name="connsiteX9" fmla="*/ 57864 w 104648"/>
                  <a:gd name="connsiteY9" fmla="*/ 0 h 203135"/>
                  <a:gd name="connsiteX10" fmla="*/ 104648 w 104648"/>
                  <a:gd name="connsiteY10" fmla="*/ 47068 h 203135"/>
                  <a:gd name="connsiteX11" fmla="*/ 104648 w 104648"/>
                  <a:gd name="connsiteY11" fmla="*/ 156067 h 203135"/>
                  <a:gd name="connsiteX12" fmla="*/ 57864 w 104648"/>
                  <a:gd name="connsiteY12" fmla="*/ 203135 h 203135"/>
                  <a:gd name="connsiteX13" fmla="*/ 46784 w 104648"/>
                  <a:gd name="connsiteY13" fmla="*/ 203135 h 203135"/>
                  <a:gd name="connsiteX14" fmla="*/ 0 w 104648"/>
                  <a:gd name="connsiteY14" fmla="*/ 156067 h 203135"/>
                  <a:gd name="connsiteX15" fmla="*/ 0 w 104648"/>
                  <a:gd name="connsiteY15" fmla="*/ 47068 h 203135"/>
                  <a:gd name="connsiteX16" fmla="*/ 46784 w 104648"/>
                  <a:gd name="connsiteY16" fmla="*/ 0 h 203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4648" h="203135">
                    <a:moveTo>
                      <a:pt x="46802" y="16200"/>
                    </a:moveTo>
                    <a:cubicBezTo>
                      <a:pt x="29662" y="16200"/>
                      <a:pt x="16196" y="29809"/>
                      <a:pt x="16196" y="47129"/>
                    </a:cubicBezTo>
                    <a:lnTo>
                      <a:pt x="16196" y="155996"/>
                    </a:lnTo>
                    <a:cubicBezTo>
                      <a:pt x="16196" y="172079"/>
                      <a:pt x="29662" y="185687"/>
                      <a:pt x="46802" y="185687"/>
                    </a:cubicBezTo>
                    <a:lnTo>
                      <a:pt x="57822" y="185687"/>
                    </a:lnTo>
                    <a:cubicBezTo>
                      <a:pt x="73738" y="185687"/>
                      <a:pt x="87204" y="172079"/>
                      <a:pt x="87204" y="155996"/>
                    </a:cubicBezTo>
                    <a:lnTo>
                      <a:pt x="87204" y="47129"/>
                    </a:lnTo>
                    <a:cubicBezTo>
                      <a:pt x="87204" y="29809"/>
                      <a:pt x="73738" y="16200"/>
                      <a:pt x="57822" y="16200"/>
                    </a:cubicBezTo>
                    <a:close/>
                    <a:moveTo>
                      <a:pt x="46784" y="0"/>
                    </a:moveTo>
                    <a:lnTo>
                      <a:pt x="57864" y="0"/>
                    </a:lnTo>
                    <a:cubicBezTo>
                      <a:pt x="83718" y="0"/>
                      <a:pt x="104648" y="21057"/>
                      <a:pt x="104648" y="47068"/>
                    </a:cubicBezTo>
                    <a:lnTo>
                      <a:pt x="104648" y="156067"/>
                    </a:lnTo>
                    <a:cubicBezTo>
                      <a:pt x="104648" y="180840"/>
                      <a:pt x="83718" y="203135"/>
                      <a:pt x="57864" y="203135"/>
                    </a:cubicBezTo>
                    <a:lnTo>
                      <a:pt x="46784" y="203135"/>
                    </a:lnTo>
                    <a:cubicBezTo>
                      <a:pt x="20930" y="203135"/>
                      <a:pt x="0" y="180840"/>
                      <a:pt x="0" y="156067"/>
                    </a:cubicBezTo>
                    <a:lnTo>
                      <a:pt x="0" y="47068"/>
                    </a:lnTo>
                    <a:cubicBezTo>
                      <a:pt x="0" y="21057"/>
                      <a:pt x="20930" y="0"/>
                      <a:pt x="467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EA8BBB45-E8F3-C14B-B6F4-C78B57465FA2}"/>
                  </a:ext>
                </a:extLst>
              </p:cNvPr>
              <p:cNvSpPr/>
              <p:nvPr/>
            </p:nvSpPr>
            <p:spPr>
              <a:xfrm>
                <a:off x="16567788" y="7119708"/>
                <a:ext cx="744983" cy="67421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99" h="542">
                    <a:moveTo>
                      <a:pt x="594" y="517"/>
                    </a:moveTo>
                    <a:lnTo>
                      <a:pt x="539" y="472"/>
                    </a:lnTo>
                    <a:cubicBezTo>
                      <a:pt x="506" y="445"/>
                      <a:pt x="487" y="405"/>
                      <a:pt x="487" y="362"/>
                    </a:cubicBezTo>
                    <a:lnTo>
                      <a:pt x="487" y="205"/>
                    </a:lnTo>
                    <a:cubicBezTo>
                      <a:pt x="487" y="162"/>
                      <a:pt x="476" y="120"/>
                      <a:pt x="452" y="84"/>
                    </a:cubicBezTo>
                    <a:cubicBezTo>
                      <a:pt x="425" y="43"/>
                      <a:pt x="378" y="1"/>
                      <a:pt x="299" y="0"/>
                    </a:cubicBezTo>
                    <a:cubicBezTo>
                      <a:pt x="220" y="1"/>
                      <a:pt x="173" y="43"/>
                      <a:pt x="146" y="84"/>
                    </a:cubicBezTo>
                    <a:cubicBezTo>
                      <a:pt x="123" y="120"/>
                      <a:pt x="111" y="162"/>
                      <a:pt x="111" y="205"/>
                    </a:cubicBezTo>
                    <a:lnTo>
                      <a:pt x="111" y="362"/>
                    </a:lnTo>
                    <a:cubicBezTo>
                      <a:pt x="111" y="405"/>
                      <a:pt x="92" y="445"/>
                      <a:pt x="60" y="472"/>
                    </a:cubicBezTo>
                    <a:lnTo>
                      <a:pt x="5" y="517"/>
                    </a:lnTo>
                    <a:cubicBezTo>
                      <a:pt x="-5" y="526"/>
                      <a:pt x="1" y="542"/>
                      <a:pt x="14" y="542"/>
                    </a:cubicBezTo>
                    <a:lnTo>
                      <a:pt x="299" y="542"/>
                    </a:lnTo>
                    <a:lnTo>
                      <a:pt x="585" y="542"/>
                    </a:lnTo>
                    <a:cubicBezTo>
                      <a:pt x="598" y="542"/>
                      <a:pt x="603" y="526"/>
                      <a:pt x="594" y="51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B35AAE31-D201-294D-A8E5-730EE826A3E8}"/>
                  </a:ext>
                </a:extLst>
              </p:cNvPr>
              <p:cNvSpPr/>
              <p:nvPr/>
            </p:nvSpPr>
            <p:spPr>
              <a:xfrm>
                <a:off x="16560622" y="7110985"/>
                <a:ext cx="761304" cy="690411"/>
              </a:xfrm>
              <a:custGeom>
                <a:avLst/>
                <a:gdLst>
                  <a:gd name="connsiteX0" fmla="*/ 380277 w 761304"/>
                  <a:gd name="connsiteY0" fmla="*/ 16201 h 690411"/>
                  <a:gd name="connsiteX1" fmla="*/ 197460 w 761304"/>
                  <a:gd name="connsiteY1" fmla="*/ 118199 h 690411"/>
                  <a:gd name="connsiteX2" fmla="*/ 155175 w 761304"/>
                  <a:gd name="connsiteY2" fmla="*/ 263732 h 690411"/>
                  <a:gd name="connsiteX3" fmla="*/ 155175 w 761304"/>
                  <a:gd name="connsiteY3" fmla="*/ 459020 h 690411"/>
                  <a:gd name="connsiteX4" fmla="*/ 88017 w 761304"/>
                  <a:gd name="connsiteY4" fmla="*/ 602066 h 690411"/>
                  <a:gd name="connsiteX5" fmla="*/ 19616 w 761304"/>
                  <a:gd name="connsiteY5" fmla="*/ 659284 h 690411"/>
                  <a:gd name="connsiteX6" fmla="*/ 17129 w 761304"/>
                  <a:gd name="connsiteY6" fmla="*/ 667991 h 690411"/>
                  <a:gd name="connsiteX7" fmla="*/ 25834 w 761304"/>
                  <a:gd name="connsiteY7" fmla="*/ 674210 h 690411"/>
                  <a:gd name="connsiteX8" fmla="*/ 735965 w 761304"/>
                  <a:gd name="connsiteY8" fmla="*/ 674210 h 690411"/>
                  <a:gd name="connsiteX9" fmla="*/ 743427 w 761304"/>
                  <a:gd name="connsiteY9" fmla="*/ 667991 h 690411"/>
                  <a:gd name="connsiteX10" fmla="*/ 740939 w 761304"/>
                  <a:gd name="connsiteY10" fmla="*/ 659284 h 690411"/>
                  <a:gd name="connsiteX11" fmla="*/ 672539 w 761304"/>
                  <a:gd name="connsiteY11" fmla="*/ 602066 h 690411"/>
                  <a:gd name="connsiteX12" fmla="*/ 606625 w 761304"/>
                  <a:gd name="connsiteY12" fmla="*/ 459020 h 690411"/>
                  <a:gd name="connsiteX13" fmla="*/ 606625 w 761304"/>
                  <a:gd name="connsiteY13" fmla="*/ 263732 h 690411"/>
                  <a:gd name="connsiteX14" fmla="*/ 564339 w 761304"/>
                  <a:gd name="connsiteY14" fmla="*/ 118199 h 690411"/>
                  <a:gd name="connsiteX15" fmla="*/ 380277 w 761304"/>
                  <a:gd name="connsiteY15" fmla="*/ 16201 h 690411"/>
                  <a:gd name="connsiteX16" fmla="*/ 380279 w 761304"/>
                  <a:gd name="connsiteY16" fmla="*/ 0 h 690411"/>
                  <a:gd name="connsiteX17" fmla="*/ 578037 w 761304"/>
                  <a:gd name="connsiteY17" fmla="*/ 109471 h 690411"/>
                  <a:gd name="connsiteX18" fmla="*/ 622813 w 761304"/>
                  <a:gd name="connsiteY18" fmla="*/ 263725 h 690411"/>
                  <a:gd name="connsiteX19" fmla="*/ 622813 w 761304"/>
                  <a:gd name="connsiteY19" fmla="*/ 459030 h 690411"/>
                  <a:gd name="connsiteX20" fmla="*/ 683757 w 761304"/>
                  <a:gd name="connsiteY20" fmla="*/ 589649 h 690411"/>
                  <a:gd name="connsiteX21" fmla="*/ 752163 w 761304"/>
                  <a:gd name="connsiteY21" fmla="*/ 645628 h 690411"/>
                  <a:gd name="connsiteX22" fmla="*/ 759625 w 761304"/>
                  <a:gd name="connsiteY22" fmla="*/ 674239 h 690411"/>
                  <a:gd name="connsiteX23" fmla="*/ 735993 w 761304"/>
                  <a:gd name="connsiteY23" fmla="*/ 690411 h 690411"/>
                  <a:gd name="connsiteX24" fmla="*/ 25809 w 761304"/>
                  <a:gd name="connsiteY24" fmla="*/ 690411 h 690411"/>
                  <a:gd name="connsiteX25" fmla="*/ 934 w 761304"/>
                  <a:gd name="connsiteY25" fmla="*/ 674239 h 690411"/>
                  <a:gd name="connsiteX26" fmla="*/ 8396 w 761304"/>
                  <a:gd name="connsiteY26" fmla="*/ 645628 h 690411"/>
                  <a:gd name="connsiteX27" fmla="*/ 78047 w 761304"/>
                  <a:gd name="connsiteY27" fmla="*/ 589649 h 690411"/>
                  <a:gd name="connsiteX28" fmla="*/ 137747 w 761304"/>
                  <a:gd name="connsiteY28" fmla="*/ 459030 h 690411"/>
                  <a:gd name="connsiteX29" fmla="*/ 137747 w 761304"/>
                  <a:gd name="connsiteY29" fmla="*/ 263725 h 690411"/>
                  <a:gd name="connsiteX30" fmla="*/ 183766 w 761304"/>
                  <a:gd name="connsiteY30" fmla="*/ 109471 h 690411"/>
                  <a:gd name="connsiteX31" fmla="*/ 380279 w 761304"/>
                  <a:gd name="connsiteY31" fmla="*/ 0 h 690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761304" h="690411">
                    <a:moveTo>
                      <a:pt x="380277" y="16201"/>
                    </a:moveTo>
                    <a:cubicBezTo>
                      <a:pt x="301927" y="17445"/>
                      <a:pt x="239745" y="52274"/>
                      <a:pt x="197460" y="118199"/>
                    </a:cubicBezTo>
                    <a:cubicBezTo>
                      <a:pt x="170099" y="159247"/>
                      <a:pt x="155175" y="210245"/>
                      <a:pt x="155175" y="263732"/>
                    </a:cubicBezTo>
                    <a:lnTo>
                      <a:pt x="155175" y="459020"/>
                    </a:lnTo>
                    <a:cubicBezTo>
                      <a:pt x="155175" y="514994"/>
                      <a:pt x="130302" y="567237"/>
                      <a:pt x="88017" y="602066"/>
                    </a:cubicBezTo>
                    <a:lnTo>
                      <a:pt x="19616" y="659284"/>
                    </a:lnTo>
                    <a:cubicBezTo>
                      <a:pt x="15885" y="661771"/>
                      <a:pt x="15885" y="666747"/>
                      <a:pt x="17129" y="667991"/>
                    </a:cubicBezTo>
                    <a:cubicBezTo>
                      <a:pt x="17129" y="669235"/>
                      <a:pt x="19616" y="674210"/>
                      <a:pt x="25834" y="674210"/>
                    </a:cubicBezTo>
                    <a:lnTo>
                      <a:pt x="735965" y="674210"/>
                    </a:lnTo>
                    <a:cubicBezTo>
                      <a:pt x="740939" y="674210"/>
                      <a:pt x="743427" y="669235"/>
                      <a:pt x="743427" y="667991"/>
                    </a:cubicBezTo>
                    <a:cubicBezTo>
                      <a:pt x="744671" y="666747"/>
                      <a:pt x="745915" y="661771"/>
                      <a:pt x="740939" y="659284"/>
                    </a:cubicBezTo>
                    <a:lnTo>
                      <a:pt x="672539" y="602066"/>
                    </a:lnTo>
                    <a:cubicBezTo>
                      <a:pt x="630253" y="567237"/>
                      <a:pt x="606625" y="514994"/>
                      <a:pt x="606625" y="459020"/>
                    </a:cubicBezTo>
                    <a:lnTo>
                      <a:pt x="606625" y="263732"/>
                    </a:lnTo>
                    <a:cubicBezTo>
                      <a:pt x="606625" y="210245"/>
                      <a:pt x="591701" y="159247"/>
                      <a:pt x="564339" y="118199"/>
                    </a:cubicBezTo>
                    <a:cubicBezTo>
                      <a:pt x="520811" y="52274"/>
                      <a:pt x="458629" y="17445"/>
                      <a:pt x="380277" y="16201"/>
                    </a:cubicBezTo>
                    <a:close/>
                    <a:moveTo>
                      <a:pt x="380279" y="0"/>
                    </a:moveTo>
                    <a:cubicBezTo>
                      <a:pt x="485999" y="1244"/>
                      <a:pt x="545699" y="59711"/>
                      <a:pt x="578037" y="109471"/>
                    </a:cubicBezTo>
                    <a:cubicBezTo>
                      <a:pt x="607887" y="153010"/>
                      <a:pt x="622813" y="207746"/>
                      <a:pt x="622813" y="263725"/>
                    </a:cubicBezTo>
                    <a:lnTo>
                      <a:pt x="622813" y="459030"/>
                    </a:lnTo>
                    <a:cubicBezTo>
                      <a:pt x="622813" y="510034"/>
                      <a:pt x="645199" y="557305"/>
                      <a:pt x="683757" y="589649"/>
                    </a:cubicBezTo>
                    <a:lnTo>
                      <a:pt x="752163" y="645628"/>
                    </a:lnTo>
                    <a:cubicBezTo>
                      <a:pt x="760869" y="653092"/>
                      <a:pt x="763357" y="664288"/>
                      <a:pt x="759625" y="674239"/>
                    </a:cubicBezTo>
                    <a:cubicBezTo>
                      <a:pt x="755893" y="684191"/>
                      <a:pt x="747187" y="690411"/>
                      <a:pt x="735993" y="690411"/>
                    </a:cubicBezTo>
                    <a:lnTo>
                      <a:pt x="25809" y="690411"/>
                    </a:lnTo>
                    <a:cubicBezTo>
                      <a:pt x="14615" y="690411"/>
                      <a:pt x="4665" y="684191"/>
                      <a:pt x="934" y="674239"/>
                    </a:cubicBezTo>
                    <a:cubicBezTo>
                      <a:pt x="-1554" y="664288"/>
                      <a:pt x="934" y="653092"/>
                      <a:pt x="8396" y="645628"/>
                    </a:cubicBezTo>
                    <a:lnTo>
                      <a:pt x="78047" y="589649"/>
                    </a:lnTo>
                    <a:cubicBezTo>
                      <a:pt x="116603" y="557305"/>
                      <a:pt x="137747" y="510034"/>
                      <a:pt x="137747" y="459030"/>
                    </a:cubicBezTo>
                    <a:lnTo>
                      <a:pt x="137747" y="263725"/>
                    </a:lnTo>
                    <a:cubicBezTo>
                      <a:pt x="137747" y="207746"/>
                      <a:pt x="153916" y="153010"/>
                      <a:pt x="183766" y="109471"/>
                    </a:cubicBezTo>
                    <a:cubicBezTo>
                      <a:pt x="214860" y="59711"/>
                      <a:pt x="274561" y="1244"/>
                      <a:pt x="3802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258C6DCF-74BC-FA4C-9E53-AF04CA7DDD3D}"/>
                  </a:ext>
                </a:extLst>
              </p:cNvPr>
              <p:cNvSpPr/>
              <p:nvPr/>
            </p:nvSpPr>
            <p:spPr>
              <a:xfrm>
                <a:off x="16836879" y="7795164"/>
                <a:ext cx="206801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7" h="83">
                    <a:moveTo>
                      <a:pt x="167" y="0"/>
                    </a:moveTo>
                    <a:cubicBezTo>
                      <a:pt x="167" y="45"/>
                      <a:pt x="129" y="83"/>
                      <a:pt x="83" y="83"/>
                    </a:cubicBezTo>
                    <a:cubicBezTo>
                      <a:pt x="37" y="83"/>
                      <a:pt x="0" y="45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63E34BAB-1037-4C44-AD1F-BCF0AFF9A9E6}"/>
                  </a:ext>
                </a:extLst>
              </p:cNvPr>
              <p:cNvSpPr/>
              <p:nvPr/>
            </p:nvSpPr>
            <p:spPr>
              <a:xfrm>
                <a:off x="16829403" y="7786441"/>
                <a:ext cx="221752" cy="119638"/>
              </a:xfrm>
              <a:custGeom>
                <a:avLst/>
                <a:gdLst>
                  <a:gd name="connsiteX0" fmla="*/ 16196 w 221752"/>
                  <a:gd name="connsiteY0" fmla="*/ 16197 h 119638"/>
                  <a:gd name="connsiteX1" fmla="*/ 110252 w 221752"/>
                  <a:gd name="connsiteY1" fmla="*/ 102187 h 119638"/>
                  <a:gd name="connsiteX2" fmla="*/ 204310 w 221752"/>
                  <a:gd name="connsiteY2" fmla="*/ 16197 h 119638"/>
                  <a:gd name="connsiteX3" fmla="*/ 7432 w 221752"/>
                  <a:gd name="connsiteY3" fmla="*/ 0 h 119638"/>
                  <a:gd name="connsiteX4" fmla="*/ 214318 w 221752"/>
                  <a:gd name="connsiteY4" fmla="*/ 0 h 119638"/>
                  <a:gd name="connsiteX5" fmla="*/ 221752 w 221752"/>
                  <a:gd name="connsiteY5" fmla="*/ 8634 h 119638"/>
                  <a:gd name="connsiteX6" fmla="*/ 110256 w 221752"/>
                  <a:gd name="connsiteY6" fmla="*/ 119638 h 119638"/>
                  <a:gd name="connsiteX7" fmla="*/ 0 w 221752"/>
                  <a:gd name="connsiteY7" fmla="*/ 8634 h 119638"/>
                  <a:gd name="connsiteX8" fmla="*/ 7432 w 221752"/>
                  <a:gd name="connsiteY8" fmla="*/ 0 h 119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1752" h="119638">
                    <a:moveTo>
                      <a:pt x="16196" y="16197"/>
                    </a:moveTo>
                    <a:cubicBezTo>
                      <a:pt x="19908" y="64106"/>
                      <a:pt x="60748" y="102187"/>
                      <a:pt x="110252" y="102187"/>
                    </a:cubicBezTo>
                    <a:cubicBezTo>
                      <a:pt x="159756" y="102187"/>
                      <a:pt x="200598" y="64106"/>
                      <a:pt x="204310" y="16197"/>
                    </a:cubicBezTo>
                    <a:close/>
                    <a:moveTo>
                      <a:pt x="7432" y="0"/>
                    </a:moveTo>
                    <a:lnTo>
                      <a:pt x="214318" y="0"/>
                    </a:lnTo>
                    <a:cubicBezTo>
                      <a:pt x="218034" y="0"/>
                      <a:pt x="221752" y="3700"/>
                      <a:pt x="221752" y="8634"/>
                    </a:cubicBezTo>
                    <a:cubicBezTo>
                      <a:pt x="221752" y="69070"/>
                      <a:pt x="172198" y="119638"/>
                      <a:pt x="110256" y="119638"/>
                    </a:cubicBezTo>
                    <a:cubicBezTo>
                      <a:pt x="49554" y="119638"/>
                      <a:pt x="0" y="69070"/>
                      <a:pt x="0" y="8634"/>
                    </a:cubicBezTo>
                    <a:cubicBezTo>
                      <a:pt x="0" y="3700"/>
                      <a:pt x="2478" y="0"/>
                      <a:pt x="74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7BD0B94D-2CD3-8D48-BCB2-C19685E8E995}"/>
                  </a:ext>
                </a:extLst>
              </p:cNvPr>
              <p:cNvSpPr/>
              <p:nvPr/>
            </p:nvSpPr>
            <p:spPr>
              <a:xfrm>
                <a:off x="16697350" y="7393879"/>
                <a:ext cx="484613" cy="1856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0" h="150">
                    <a:moveTo>
                      <a:pt x="390" y="7"/>
                    </a:moveTo>
                    <a:cubicBezTo>
                      <a:pt x="390" y="4"/>
                      <a:pt x="387" y="0"/>
                      <a:pt x="383" y="0"/>
                    </a:cubicBezTo>
                    <a:lnTo>
                      <a:pt x="7" y="0"/>
                    </a:lnTo>
                    <a:cubicBezTo>
                      <a:pt x="3" y="0"/>
                      <a:pt x="0" y="4"/>
                      <a:pt x="0" y="7"/>
                    </a:cubicBezTo>
                    <a:lnTo>
                      <a:pt x="0" y="142"/>
                    </a:lnTo>
                    <a:cubicBezTo>
                      <a:pt x="0" y="142"/>
                      <a:pt x="0" y="143"/>
                      <a:pt x="0" y="144"/>
                    </a:cubicBezTo>
                    <a:cubicBezTo>
                      <a:pt x="0" y="145"/>
                      <a:pt x="1" y="147"/>
                      <a:pt x="3" y="148"/>
                    </a:cubicBezTo>
                    <a:cubicBezTo>
                      <a:pt x="4" y="149"/>
                      <a:pt x="5" y="150"/>
                      <a:pt x="7" y="150"/>
                    </a:cubicBezTo>
                    <a:lnTo>
                      <a:pt x="383" y="150"/>
                    </a:lnTo>
                    <a:cubicBezTo>
                      <a:pt x="387" y="150"/>
                      <a:pt x="390" y="147"/>
                      <a:pt x="390" y="14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3C6C1616-BE24-9F4F-AC64-0D5D4322ABDC}"/>
                  </a:ext>
                </a:extLst>
              </p:cNvPr>
              <p:cNvSpPr/>
              <p:nvPr/>
            </p:nvSpPr>
            <p:spPr>
              <a:xfrm>
                <a:off x="17150818" y="7077336"/>
                <a:ext cx="83468" cy="847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" h="69">
                    <a:moveTo>
                      <a:pt x="0" y="0"/>
                    </a:moveTo>
                    <a:cubicBezTo>
                      <a:pt x="0" y="0"/>
                      <a:pt x="68" y="-4"/>
                      <a:pt x="68" y="6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E6A1D41A-306C-2845-8642-FD4AB1B9F754}"/>
                  </a:ext>
                </a:extLst>
              </p:cNvPr>
              <p:cNvSpPr/>
              <p:nvPr/>
            </p:nvSpPr>
            <p:spPr>
              <a:xfrm>
                <a:off x="17142098" y="7068613"/>
                <a:ext cx="99663" cy="1009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" h="82">
                    <a:moveTo>
                      <a:pt x="75" y="82"/>
                    </a:moveTo>
                    <a:cubicBezTo>
                      <a:pt x="71" y="82"/>
                      <a:pt x="68" y="79"/>
                      <a:pt x="68" y="76"/>
                    </a:cubicBezTo>
                    <a:cubicBezTo>
                      <a:pt x="68" y="55"/>
                      <a:pt x="63" y="40"/>
                      <a:pt x="51" y="29"/>
                    </a:cubicBezTo>
                    <a:cubicBezTo>
                      <a:pt x="33" y="12"/>
                      <a:pt x="7" y="13"/>
                      <a:pt x="7" y="13"/>
                    </a:cubicBezTo>
                    <a:cubicBezTo>
                      <a:pt x="4" y="13"/>
                      <a:pt x="0" y="10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7" y="0"/>
                      <a:pt x="38" y="-1"/>
                      <a:pt x="60" y="19"/>
                    </a:cubicBezTo>
                    <a:cubicBezTo>
                      <a:pt x="75" y="33"/>
                      <a:pt x="81" y="52"/>
                      <a:pt x="81" y="76"/>
                    </a:cubicBezTo>
                    <a:cubicBezTo>
                      <a:pt x="81" y="79"/>
                      <a:pt x="79" y="82"/>
                      <a:pt x="75" y="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46330D7C-26A9-5743-BBDC-360BBF441243}"/>
                  </a:ext>
                </a:extLst>
              </p:cNvPr>
              <p:cNvSpPr/>
              <p:nvPr/>
            </p:nvSpPr>
            <p:spPr>
              <a:xfrm>
                <a:off x="17191929" y="6988854"/>
                <a:ext cx="132054" cy="132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7" h="107">
                    <a:moveTo>
                      <a:pt x="0" y="0"/>
                    </a:moveTo>
                    <a:cubicBezTo>
                      <a:pt x="0" y="0"/>
                      <a:pt x="107" y="-5"/>
                      <a:pt x="107" y="10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0E95E8A2-C486-B743-BE40-E220006FBE00}"/>
                  </a:ext>
                </a:extLst>
              </p:cNvPr>
              <p:cNvSpPr/>
              <p:nvPr/>
            </p:nvSpPr>
            <p:spPr>
              <a:xfrm>
                <a:off x="17183209" y="6980130"/>
                <a:ext cx="148249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0" h="121">
                    <a:moveTo>
                      <a:pt x="114" y="121"/>
                    </a:moveTo>
                    <a:cubicBezTo>
                      <a:pt x="110" y="121"/>
                      <a:pt x="107" y="118"/>
                      <a:pt x="107" y="114"/>
                    </a:cubicBezTo>
                    <a:cubicBezTo>
                      <a:pt x="107" y="82"/>
                      <a:pt x="98" y="57"/>
                      <a:pt x="79" y="40"/>
                    </a:cubicBezTo>
                    <a:cubicBezTo>
                      <a:pt x="51" y="12"/>
                      <a:pt x="8" y="13"/>
                      <a:pt x="7" y="13"/>
                    </a:cubicBezTo>
                    <a:cubicBezTo>
                      <a:pt x="4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9" y="0"/>
                      <a:pt x="56" y="-2"/>
                      <a:pt x="89" y="30"/>
                    </a:cubicBezTo>
                    <a:cubicBezTo>
                      <a:pt x="109" y="49"/>
                      <a:pt x="120" y="78"/>
                      <a:pt x="120" y="114"/>
                    </a:cubicBezTo>
                    <a:cubicBezTo>
                      <a:pt x="120" y="118"/>
                      <a:pt x="118" y="121"/>
                      <a:pt x="114" y="1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20522F2-7925-A144-9754-7CD6B7172219}"/>
                </a:ext>
              </a:extLst>
            </p:cNvPr>
            <p:cNvGrpSpPr/>
            <p:nvPr/>
          </p:nvGrpSpPr>
          <p:grpSpPr>
            <a:xfrm>
              <a:off x="8152465" y="6914080"/>
              <a:ext cx="5213635" cy="2904961"/>
              <a:chOff x="8152465" y="6914080"/>
              <a:chExt cx="5213635" cy="2904961"/>
            </a:xfrm>
          </p:grpSpPr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F93B8B9B-3D48-E248-8534-0AC706817481}"/>
                  </a:ext>
                </a:extLst>
              </p:cNvPr>
              <p:cNvSpPr/>
              <p:nvPr/>
            </p:nvSpPr>
            <p:spPr>
              <a:xfrm>
                <a:off x="8161185" y="6921558"/>
                <a:ext cx="5196197" cy="288875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72" h="2319">
                    <a:moveTo>
                      <a:pt x="4091" y="0"/>
                    </a:moveTo>
                    <a:lnTo>
                      <a:pt x="80" y="0"/>
                    </a:lnTo>
                    <a:cubicBezTo>
                      <a:pt x="36" y="0"/>
                      <a:pt x="0" y="37"/>
                      <a:pt x="0" y="81"/>
                    </a:cubicBezTo>
                    <a:lnTo>
                      <a:pt x="0" y="2239"/>
                    </a:lnTo>
                    <a:cubicBezTo>
                      <a:pt x="0" y="2284"/>
                      <a:pt x="36" y="2319"/>
                      <a:pt x="80" y="2319"/>
                    </a:cubicBezTo>
                    <a:lnTo>
                      <a:pt x="4091" y="2319"/>
                    </a:lnTo>
                    <a:cubicBezTo>
                      <a:pt x="4136" y="2319"/>
                      <a:pt x="4172" y="2284"/>
                      <a:pt x="4172" y="2239"/>
                    </a:cubicBezTo>
                    <a:lnTo>
                      <a:pt x="4172" y="81"/>
                    </a:lnTo>
                    <a:cubicBezTo>
                      <a:pt x="4172" y="37"/>
                      <a:pt x="4136" y="0"/>
                      <a:pt x="409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3CE817EE-B3C3-2941-AD11-5A702FD87244}"/>
                  </a:ext>
                </a:extLst>
              </p:cNvPr>
              <p:cNvSpPr/>
              <p:nvPr/>
            </p:nvSpPr>
            <p:spPr>
              <a:xfrm>
                <a:off x="8152465" y="6914080"/>
                <a:ext cx="5213635" cy="2904957"/>
              </a:xfrm>
              <a:custGeom>
                <a:avLst/>
                <a:gdLst>
                  <a:gd name="connsiteX0" fmla="*/ 108362 w 5213635"/>
                  <a:gd name="connsiteY0" fmla="*/ 14955 h 2904957"/>
                  <a:gd name="connsiteX1" fmla="*/ 16195 w 5213635"/>
                  <a:gd name="connsiteY1" fmla="*/ 108382 h 2904957"/>
                  <a:gd name="connsiteX2" fmla="*/ 16195 w 5213635"/>
                  <a:gd name="connsiteY2" fmla="*/ 2796575 h 2904957"/>
                  <a:gd name="connsiteX3" fmla="*/ 108362 w 5213635"/>
                  <a:gd name="connsiteY3" fmla="*/ 2888756 h 2904957"/>
                  <a:gd name="connsiteX4" fmla="*/ 5104027 w 5213635"/>
                  <a:gd name="connsiteY4" fmla="*/ 2888756 h 2904957"/>
                  <a:gd name="connsiteX5" fmla="*/ 5196194 w 5213635"/>
                  <a:gd name="connsiteY5" fmla="*/ 2796575 h 2904957"/>
                  <a:gd name="connsiteX6" fmla="*/ 5196194 w 5213635"/>
                  <a:gd name="connsiteY6" fmla="*/ 108382 h 2904957"/>
                  <a:gd name="connsiteX7" fmla="*/ 5104027 w 5213635"/>
                  <a:gd name="connsiteY7" fmla="*/ 14955 h 2904957"/>
                  <a:gd name="connsiteX8" fmla="*/ 108358 w 5213635"/>
                  <a:gd name="connsiteY8" fmla="*/ 0 h 2904957"/>
                  <a:gd name="connsiteX9" fmla="*/ 5104031 w 5213635"/>
                  <a:gd name="connsiteY9" fmla="*/ 0 h 2904957"/>
                  <a:gd name="connsiteX10" fmla="*/ 5213635 w 5213635"/>
                  <a:gd name="connsiteY10" fmla="*/ 108376 h 2904957"/>
                  <a:gd name="connsiteX11" fmla="*/ 5213635 w 5213635"/>
                  <a:gd name="connsiteY11" fmla="*/ 2796582 h 2904957"/>
                  <a:gd name="connsiteX12" fmla="*/ 5104031 w 5213635"/>
                  <a:gd name="connsiteY12" fmla="*/ 2904957 h 2904957"/>
                  <a:gd name="connsiteX13" fmla="*/ 108358 w 5213635"/>
                  <a:gd name="connsiteY13" fmla="*/ 2904957 h 2904957"/>
                  <a:gd name="connsiteX14" fmla="*/ 0 w 5213635"/>
                  <a:gd name="connsiteY14" fmla="*/ 2796582 h 2904957"/>
                  <a:gd name="connsiteX15" fmla="*/ 0 w 5213635"/>
                  <a:gd name="connsiteY15" fmla="*/ 108376 h 2904957"/>
                  <a:gd name="connsiteX16" fmla="*/ 108358 w 5213635"/>
                  <a:gd name="connsiteY16" fmla="*/ 0 h 2904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213635" h="2904957">
                    <a:moveTo>
                      <a:pt x="108362" y="14955"/>
                    </a:moveTo>
                    <a:cubicBezTo>
                      <a:pt x="57296" y="14955"/>
                      <a:pt x="16195" y="57309"/>
                      <a:pt x="16195" y="108382"/>
                    </a:cubicBezTo>
                    <a:lnTo>
                      <a:pt x="16195" y="2796575"/>
                    </a:lnTo>
                    <a:cubicBezTo>
                      <a:pt x="16195" y="2847648"/>
                      <a:pt x="57296" y="2888756"/>
                      <a:pt x="108362" y="2888756"/>
                    </a:cubicBezTo>
                    <a:lnTo>
                      <a:pt x="5104027" y="2888756"/>
                    </a:lnTo>
                    <a:cubicBezTo>
                      <a:pt x="5155093" y="2888756"/>
                      <a:pt x="5196194" y="2847648"/>
                      <a:pt x="5196194" y="2796575"/>
                    </a:cubicBezTo>
                    <a:lnTo>
                      <a:pt x="5196194" y="108382"/>
                    </a:lnTo>
                    <a:cubicBezTo>
                      <a:pt x="5196194" y="57309"/>
                      <a:pt x="5155093" y="14955"/>
                      <a:pt x="5104027" y="14955"/>
                    </a:cubicBezTo>
                    <a:close/>
                    <a:moveTo>
                      <a:pt x="108358" y="0"/>
                    </a:moveTo>
                    <a:lnTo>
                      <a:pt x="5104031" y="0"/>
                    </a:lnTo>
                    <a:cubicBezTo>
                      <a:pt x="5165061" y="0"/>
                      <a:pt x="5213635" y="48582"/>
                      <a:pt x="5213635" y="108376"/>
                    </a:cubicBezTo>
                    <a:lnTo>
                      <a:pt x="5213635" y="2796582"/>
                    </a:lnTo>
                    <a:cubicBezTo>
                      <a:pt x="5213635" y="2856375"/>
                      <a:pt x="5165061" y="2904957"/>
                      <a:pt x="5104031" y="2904957"/>
                    </a:cubicBezTo>
                    <a:lnTo>
                      <a:pt x="108358" y="2904957"/>
                    </a:lnTo>
                    <a:cubicBezTo>
                      <a:pt x="48574" y="2904957"/>
                      <a:pt x="0" y="2856375"/>
                      <a:pt x="0" y="2796582"/>
                    </a:cubicBezTo>
                    <a:lnTo>
                      <a:pt x="0" y="108376"/>
                    </a:lnTo>
                    <a:cubicBezTo>
                      <a:pt x="0" y="48582"/>
                      <a:pt x="48574" y="0"/>
                      <a:pt x="108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EBB60C25-61D6-9843-A7A2-0452FEDCD60D}"/>
                  </a:ext>
                </a:extLst>
              </p:cNvPr>
              <p:cNvSpPr/>
              <p:nvPr/>
            </p:nvSpPr>
            <p:spPr>
              <a:xfrm>
                <a:off x="8315663" y="7078579"/>
                <a:ext cx="3819597" cy="2128560"/>
              </a:xfrm>
              <a:custGeom>
                <a:avLst/>
                <a:gdLst>
                  <a:gd name="connsiteX0" fmla="*/ 109599 w 3819597"/>
                  <a:gd name="connsiteY0" fmla="*/ 16205 h 2128560"/>
                  <a:gd name="connsiteX1" fmla="*/ 17441 w 3819597"/>
                  <a:gd name="connsiteY1" fmla="*/ 108371 h 2128560"/>
                  <a:gd name="connsiteX2" fmla="*/ 17441 w 3819597"/>
                  <a:gd name="connsiteY2" fmla="*/ 2018951 h 2128560"/>
                  <a:gd name="connsiteX3" fmla="*/ 109599 w 3819597"/>
                  <a:gd name="connsiteY3" fmla="*/ 2111117 h 2128560"/>
                  <a:gd name="connsiteX4" fmla="*/ 3711244 w 3819597"/>
                  <a:gd name="connsiteY4" fmla="*/ 2111117 h 2128560"/>
                  <a:gd name="connsiteX5" fmla="*/ 3803402 w 3819597"/>
                  <a:gd name="connsiteY5" fmla="*/ 2018951 h 2128560"/>
                  <a:gd name="connsiteX6" fmla="*/ 3803402 w 3819597"/>
                  <a:gd name="connsiteY6" fmla="*/ 108371 h 2128560"/>
                  <a:gd name="connsiteX7" fmla="*/ 3711244 w 3819597"/>
                  <a:gd name="connsiteY7" fmla="*/ 16205 h 2128560"/>
                  <a:gd name="connsiteX8" fmla="*/ 109594 w 3819597"/>
                  <a:gd name="connsiteY8" fmla="*/ 0 h 2128560"/>
                  <a:gd name="connsiteX9" fmla="*/ 3711249 w 3819597"/>
                  <a:gd name="connsiteY9" fmla="*/ 0 h 2128560"/>
                  <a:gd name="connsiteX10" fmla="*/ 3819597 w 3819597"/>
                  <a:gd name="connsiteY10" fmla="*/ 108359 h 2128560"/>
                  <a:gd name="connsiteX11" fmla="*/ 3819597 w 3819597"/>
                  <a:gd name="connsiteY11" fmla="*/ 2018956 h 2128560"/>
                  <a:gd name="connsiteX12" fmla="*/ 3711249 w 3819597"/>
                  <a:gd name="connsiteY12" fmla="*/ 2128560 h 2128560"/>
                  <a:gd name="connsiteX13" fmla="*/ 109594 w 3819597"/>
                  <a:gd name="connsiteY13" fmla="*/ 2128560 h 2128560"/>
                  <a:gd name="connsiteX14" fmla="*/ 0 w 3819597"/>
                  <a:gd name="connsiteY14" fmla="*/ 2018956 h 2128560"/>
                  <a:gd name="connsiteX15" fmla="*/ 0 w 3819597"/>
                  <a:gd name="connsiteY15" fmla="*/ 108359 h 2128560"/>
                  <a:gd name="connsiteX16" fmla="*/ 109594 w 3819597"/>
                  <a:gd name="connsiteY16" fmla="*/ 0 h 2128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819597" h="2128560">
                    <a:moveTo>
                      <a:pt x="109599" y="16205"/>
                    </a:moveTo>
                    <a:cubicBezTo>
                      <a:pt x="58539" y="16205"/>
                      <a:pt x="17441" y="57306"/>
                      <a:pt x="17441" y="108371"/>
                    </a:cubicBezTo>
                    <a:lnTo>
                      <a:pt x="17441" y="2018951"/>
                    </a:lnTo>
                    <a:cubicBezTo>
                      <a:pt x="17441" y="2070016"/>
                      <a:pt x="58539" y="2111117"/>
                      <a:pt x="109599" y="2111117"/>
                    </a:cubicBezTo>
                    <a:lnTo>
                      <a:pt x="3711244" y="2111117"/>
                    </a:lnTo>
                    <a:cubicBezTo>
                      <a:pt x="3762305" y="2111117"/>
                      <a:pt x="3803402" y="2070016"/>
                      <a:pt x="3803402" y="2018951"/>
                    </a:cubicBezTo>
                    <a:lnTo>
                      <a:pt x="3803402" y="108371"/>
                    </a:lnTo>
                    <a:cubicBezTo>
                      <a:pt x="3803402" y="57306"/>
                      <a:pt x="3762305" y="16205"/>
                      <a:pt x="3711244" y="16205"/>
                    </a:cubicBezTo>
                    <a:close/>
                    <a:moveTo>
                      <a:pt x="109594" y="0"/>
                    </a:moveTo>
                    <a:lnTo>
                      <a:pt x="3711249" y="0"/>
                    </a:lnTo>
                    <a:cubicBezTo>
                      <a:pt x="3771027" y="0"/>
                      <a:pt x="3819597" y="48575"/>
                      <a:pt x="3819597" y="108359"/>
                    </a:cubicBezTo>
                    <a:lnTo>
                      <a:pt x="3819597" y="2018956"/>
                    </a:lnTo>
                    <a:cubicBezTo>
                      <a:pt x="3819597" y="2078740"/>
                      <a:pt x="3771027" y="2128560"/>
                      <a:pt x="3711249" y="2128560"/>
                    </a:cubicBezTo>
                    <a:lnTo>
                      <a:pt x="109594" y="2128560"/>
                    </a:lnTo>
                    <a:cubicBezTo>
                      <a:pt x="48570" y="2128560"/>
                      <a:pt x="0" y="2078740"/>
                      <a:pt x="0" y="2018956"/>
                    </a:cubicBezTo>
                    <a:lnTo>
                      <a:pt x="0" y="108359"/>
                    </a:lnTo>
                    <a:cubicBezTo>
                      <a:pt x="0" y="48575"/>
                      <a:pt x="48570" y="0"/>
                      <a:pt x="1095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C70EAD0E-A68E-5A43-8508-F67FE2C53E24}"/>
                  </a:ext>
                </a:extLst>
              </p:cNvPr>
              <p:cNvSpPr/>
              <p:nvPr/>
            </p:nvSpPr>
            <p:spPr>
              <a:xfrm>
                <a:off x="8161185" y="9376629"/>
                <a:ext cx="5196197" cy="4336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72" h="349">
                    <a:moveTo>
                      <a:pt x="0" y="0"/>
                    </a:moveTo>
                    <a:lnTo>
                      <a:pt x="0" y="269"/>
                    </a:lnTo>
                    <a:cubicBezTo>
                      <a:pt x="0" y="314"/>
                      <a:pt x="36" y="349"/>
                      <a:pt x="80" y="349"/>
                    </a:cubicBezTo>
                    <a:lnTo>
                      <a:pt x="4091" y="349"/>
                    </a:lnTo>
                    <a:cubicBezTo>
                      <a:pt x="4136" y="349"/>
                      <a:pt x="4172" y="314"/>
                      <a:pt x="4172" y="269"/>
                    </a:cubicBezTo>
                    <a:lnTo>
                      <a:pt x="4172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50781189-EB0F-F148-BE63-DBCA0C678B7B}"/>
                  </a:ext>
                </a:extLst>
              </p:cNvPr>
              <p:cNvSpPr/>
              <p:nvPr/>
            </p:nvSpPr>
            <p:spPr>
              <a:xfrm>
                <a:off x="8161185" y="9376629"/>
                <a:ext cx="5196197" cy="4336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72" h="349">
                    <a:moveTo>
                      <a:pt x="0" y="0"/>
                    </a:moveTo>
                    <a:lnTo>
                      <a:pt x="0" y="269"/>
                    </a:lnTo>
                    <a:cubicBezTo>
                      <a:pt x="0" y="314"/>
                      <a:pt x="36" y="349"/>
                      <a:pt x="80" y="349"/>
                    </a:cubicBezTo>
                    <a:lnTo>
                      <a:pt x="4091" y="349"/>
                    </a:lnTo>
                    <a:cubicBezTo>
                      <a:pt x="4136" y="349"/>
                      <a:pt x="4172" y="314"/>
                      <a:pt x="4172" y="269"/>
                    </a:cubicBezTo>
                    <a:lnTo>
                      <a:pt x="4172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EE0CB319-2EDF-0441-8804-B7E8A2DFE338}"/>
                  </a:ext>
                </a:extLst>
              </p:cNvPr>
              <p:cNvSpPr/>
              <p:nvPr/>
            </p:nvSpPr>
            <p:spPr>
              <a:xfrm>
                <a:off x="8152465" y="9367906"/>
                <a:ext cx="5213635" cy="451135"/>
              </a:xfrm>
              <a:custGeom>
                <a:avLst/>
                <a:gdLst>
                  <a:gd name="connsiteX0" fmla="*/ 16195 w 5213635"/>
                  <a:gd name="connsiteY0" fmla="*/ 16201 h 451135"/>
                  <a:gd name="connsiteX1" fmla="*/ 16195 w 5213635"/>
                  <a:gd name="connsiteY1" fmla="*/ 342987 h 451135"/>
                  <a:gd name="connsiteX2" fmla="*/ 108362 w 5213635"/>
                  <a:gd name="connsiteY2" fmla="*/ 434934 h 451135"/>
                  <a:gd name="connsiteX3" fmla="*/ 5104027 w 5213635"/>
                  <a:gd name="connsiteY3" fmla="*/ 434934 h 451135"/>
                  <a:gd name="connsiteX4" fmla="*/ 5196194 w 5213635"/>
                  <a:gd name="connsiteY4" fmla="*/ 342987 h 451135"/>
                  <a:gd name="connsiteX5" fmla="*/ 5196194 w 5213635"/>
                  <a:gd name="connsiteY5" fmla="*/ 16201 h 451135"/>
                  <a:gd name="connsiteX6" fmla="*/ 8719 w 5213635"/>
                  <a:gd name="connsiteY6" fmla="*/ 0 h 451135"/>
                  <a:gd name="connsiteX7" fmla="*/ 5204917 w 5213635"/>
                  <a:gd name="connsiteY7" fmla="*/ 0 h 451135"/>
                  <a:gd name="connsiteX8" fmla="*/ 5213635 w 5213635"/>
                  <a:gd name="connsiteY8" fmla="*/ 8700 h 451135"/>
                  <a:gd name="connsiteX9" fmla="*/ 5213635 w 5213635"/>
                  <a:gd name="connsiteY9" fmla="*/ 343012 h 451135"/>
                  <a:gd name="connsiteX10" fmla="*/ 5104031 w 5213635"/>
                  <a:gd name="connsiteY10" fmla="*/ 451135 h 451135"/>
                  <a:gd name="connsiteX11" fmla="*/ 108358 w 5213635"/>
                  <a:gd name="connsiteY11" fmla="*/ 451135 h 451135"/>
                  <a:gd name="connsiteX12" fmla="*/ 0 w 5213635"/>
                  <a:gd name="connsiteY12" fmla="*/ 343012 h 451135"/>
                  <a:gd name="connsiteX13" fmla="*/ 0 w 5213635"/>
                  <a:gd name="connsiteY13" fmla="*/ 8700 h 451135"/>
                  <a:gd name="connsiteX14" fmla="*/ 8719 w 5213635"/>
                  <a:gd name="connsiteY14" fmla="*/ 0 h 451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213635" h="451135">
                    <a:moveTo>
                      <a:pt x="16195" y="16201"/>
                    </a:moveTo>
                    <a:lnTo>
                      <a:pt x="16195" y="342987"/>
                    </a:lnTo>
                    <a:cubicBezTo>
                      <a:pt x="16195" y="393930"/>
                      <a:pt x="57296" y="434934"/>
                      <a:pt x="108362" y="434934"/>
                    </a:cubicBezTo>
                    <a:lnTo>
                      <a:pt x="5104027" y="434934"/>
                    </a:lnTo>
                    <a:cubicBezTo>
                      <a:pt x="5155093" y="434934"/>
                      <a:pt x="5196194" y="393930"/>
                      <a:pt x="5196194" y="342987"/>
                    </a:cubicBezTo>
                    <a:lnTo>
                      <a:pt x="5196194" y="16201"/>
                    </a:lnTo>
                    <a:close/>
                    <a:moveTo>
                      <a:pt x="8719" y="0"/>
                    </a:moveTo>
                    <a:lnTo>
                      <a:pt x="5204917" y="0"/>
                    </a:lnTo>
                    <a:cubicBezTo>
                      <a:pt x="5209899" y="0"/>
                      <a:pt x="5213635" y="3728"/>
                      <a:pt x="5213635" y="8700"/>
                    </a:cubicBezTo>
                    <a:lnTo>
                      <a:pt x="5213635" y="343012"/>
                    </a:lnTo>
                    <a:cubicBezTo>
                      <a:pt x="5213635" y="402666"/>
                      <a:pt x="5165061" y="451135"/>
                      <a:pt x="5104031" y="451135"/>
                    </a:cubicBezTo>
                    <a:lnTo>
                      <a:pt x="108358" y="451135"/>
                    </a:lnTo>
                    <a:cubicBezTo>
                      <a:pt x="48574" y="451135"/>
                      <a:pt x="0" y="402666"/>
                      <a:pt x="0" y="343012"/>
                    </a:cubicBezTo>
                    <a:lnTo>
                      <a:pt x="0" y="8700"/>
                    </a:lnTo>
                    <a:cubicBezTo>
                      <a:pt x="0" y="3728"/>
                      <a:pt x="3737" y="0"/>
                      <a:pt x="87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91941369-E553-4D4D-8AC9-C759F64D6D20}"/>
                  </a:ext>
                </a:extLst>
              </p:cNvPr>
              <p:cNvSpPr/>
              <p:nvPr/>
            </p:nvSpPr>
            <p:spPr>
              <a:xfrm>
                <a:off x="10185597" y="9466358"/>
                <a:ext cx="74748" cy="15951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1" h="129">
                    <a:moveTo>
                      <a:pt x="31" y="0"/>
                    </a:moveTo>
                    <a:cubicBezTo>
                      <a:pt x="14" y="0"/>
                      <a:pt x="0" y="13"/>
                      <a:pt x="0" y="30"/>
                    </a:cubicBezTo>
                    <a:lnTo>
                      <a:pt x="0" y="98"/>
                    </a:lnTo>
                    <a:cubicBezTo>
                      <a:pt x="0" y="115"/>
                      <a:pt x="14" y="129"/>
                      <a:pt x="31" y="129"/>
                    </a:cubicBezTo>
                    <a:cubicBezTo>
                      <a:pt x="48" y="129"/>
                      <a:pt x="61" y="115"/>
                      <a:pt x="61" y="98"/>
                    </a:cubicBezTo>
                    <a:lnTo>
                      <a:pt x="61" y="30"/>
                    </a:lnTo>
                    <a:cubicBezTo>
                      <a:pt x="61" y="13"/>
                      <a:pt x="48" y="0"/>
                      <a:pt x="3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B86788E3-88FD-154C-9A8A-205AE24334DC}"/>
                  </a:ext>
                </a:extLst>
              </p:cNvPr>
              <p:cNvSpPr/>
              <p:nvPr/>
            </p:nvSpPr>
            <p:spPr>
              <a:xfrm>
                <a:off x="10176876" y="9457634"/>
                <a:ext cx="92189" cy="175718"/>
              </a:xfrm>
              <a:custGeom>
                <a:avLst/>
                <a:gdLst>
                  <a:gd name="connsiteX0" fmla="*/ 46714 w 92189"/>
                  <a:gd name="connsiteY0" fmla="*/ 17448 h 175718"/>
                  <a:gd name="connsiteX1" fmla="*/ 17438 w 92189"/>
                  <a:gd name="connsiteY1" fmla="*/ 45862 h 175718"/>
                  <a:gd name="connsiteX2" fmla="*/ 17438 w 92189"/>
                  <a:gd name="connsiteY2" fmla="*/ 129869 h 175718"/>
                  <a:gd name="connsiteX3" fmla="*/ 46714 w 92189"/>
                  <a:gd name="connsiteY3" fmla="*/ 159518 h 175718"/>
                  <a:gd name="connsiteX4" fmla="*/ 75990 w 92189"/>
                  <a:gd name="connsiteY4" fmla="*/ 129869 h 175718"/>
                  <a:gd name="connsiteX5" fmla="*/ 75990 w 92189"/>
                  <a:gd name="connsiteY5" fmla="*/ 45862 h 175718"/>
                  <a:gd name="connsiteX6" fmla="*/ 46714 w 92189"/>
                  <a:gd name="connsiteY6" fmla="*/ 17448 h 175718"/>
                  <a:gd name="connsiteX7" fmla="*/ 46709 w 92189"/>
                  <a:gd name="connsiteY7" fmla="*/ 0 h 175718"/>
                  <a:gd name="connsiteX8" fmla="*/ 92189 w 92189"/>
                  <a:gd name="connsiteY8" fmla="*/ 45786 h 175718"/>
                  <a:gd name="connsiteX9" fmla="*/ 92189 w 92189"/>
                  <a:gd name="connsiteY9" fmla="*/ 129932 h 175718"/>
                  <a:gd name="connsiteX10" fmla="*/ 46709 w 92189"/>
                  <a:gd name="connsiteY10" fmla="*/ 175718 h 175718"/>
                  <a:gd name="connsiteX11" fmla="*/ 0 w 92189"/>
                  <a:gd name="connsiteY11" fmla="*/ 129932 h 175718"/>
                  <a:gd name="connsiteX12" fmla="*/ 0 w 92189"/>
                  <a:gd name="connsiteY12" fmla="*/ 45786 h 175718"/>
                  <a:gd name="connsiteX13" fmla="*/ 46709 w 92189"/>
                  <a:gd name="connsiteY13" fmla="*/ 0 h 175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92189" h="175718">
                    <a:moveTo>
                      <a:pt x="46714" y="17448"/>
                    </a:moveTo>
                    <a:cubicBezTo>
                      <a:pt x="29636" y="17448"/>
                      <a:pt x="17438" y="29802"/>
                      <a:pt x="17438" y="45862"/>
                    </a:cubicBezTo>
                    <a:lnTo>
                      <a:pt x="17438" y="129869"/>
                    </a:lnTo>
                    <a:cubicBezTo>
                      <a:pt x="17438" y="145929"/>
                      <a:pt x="29636" y="159518"/>
                      <a:pt x="46714" y="159518"/>
                    </a:cubicBezTo>
                    <a:cubicBezTo>
                      <a:pt x="62572" y="159518"/>
                      <a:pt x="75990" y="145929"/>
                      <a:pt x="75990" y="129869"/>
                    </a:cubicBezTo>
                    <a:lnTo>
                      <a:pt x="75990" y="45862"/>
                    </a:lnTo>
                    <a:cubicBezTo>
                      <a:pt x="75990" y="29802"/>
                      <a:pt x="62572" y="17448"/>
                      <a:pt x="46714" y="17448"/>
                    </a:cubicBezTo>
                    <a:close/>
                    <a:moveTo>
                      <a:pt x="46709" y="0"/>
                    </a:moveTo>
                    <a:cubicBezTo>
                      <a:pt x="72522" y="0"/>
                      <a:pt x="92189" y="19799"/>
                      <a:pt x="92189" y="45786"/>
                    </a:cubicBezTo>
                    <a:lnTo>
                      <a:pt x="92189" y="129932"/>
                    </a:lnTo>
                    <a:cubicBezTo>
                      <a:pt x="92189" y="154681"/>
                      <a:pt x="72522" y="175718"/>
                      <a:pt x="46709" y="175718"/>
                    </a:cubicBezTo>
                    <a:cubicBezTo>
                      <a:pt x="20896" y="175718"/>
                      <a:pt x="0" y="154681"/>
                      <a:pt x="0" y="129932"/>
                    </a:cubicBezTo>
                    <a:lnTo>
                      <a:pt x="0" y="45786"/>
                    </a:lnTo>
                    <a:cubicBezTo>
                      <a:pt x="0" y="19799"/>
                      <a:pt x="20896" y="0"/>
                      <a:pt x="467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F37CDEB1-45EF-9F40-8613-73DFE9934ACE}"/>
                  </a:ext>
                </a:extLst>
              </p:cNvPr>
              <p:cNvSpPr/>
              <p:nvPr/>
            </p:nvSpPr>
            <p:spPr>
              <a:xfrm>
                <a:off x="10146974" y="9567303"/>
                <a:ext cx="151987" cy="1059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" h="86">
                    <a:moveTo>
                      <a:pt x="62" y="86"/>
                    </a:moveTo>
                    <a:cubicBezTo>
                      <a:pt x="28" y="86"/>
                      <a:pt x="0" y="63"/>
                      <a:pt x="0" y="34"/>
                    </a:cubicBezTo>
                    <a:lnTo>
                      <a:pt x="0" y="6"/>
                    </a:lnTo>
                    <a:cubicBezTo>
                      <a:pt x="0" y="2"/>
                      <a:pt x="4" y="0"/>
                      <a:pt x="7" y="0"/>
                    </a:cubicBezTo>
                    <a:cubicBezTo>
                      <a:pt x="11" y="0"/>
                      <a:pt x="14" y="2"/>
                      <a:pt x="14" y="6"/>
                    </a:cubicBezTo>
                    <a:lnTo>
                      <a:pt x="14" y="34"/>
                    </a:lnTo>
                    <a:cubicBezTo>
                      <a:pt x="14" y="55"/>
                      <a:pt x="35" y="72"/>
                      <a:pt x="62" y="72"/>
                    </a:cubicBezTo>
                    <a:cubicBezTo>
                      <a:pt x="88" y="72"/>
                      <a:pt x="109" y="55"/>
                      <a:pt x="109" y="34"/>
                    </a:cubicBezTo>
                    <a:lnTo>
                      <a:pt x="109" y="6"/>
                    </a:lnTo>
                    <a:cubicBezTo>
                      <a:pt x="109" y="2"/>
                      <a:pt x="112" y="0"/>
                      <a:pt x="116" y="0"/>
                    </a:cubicBezTo>
                    <a:cubicBezTo>
                      <a:pt x="120" y="0"/>
                      <a:pt x="123" y="2"/>
                      <a:pt x="123" y="6"/>
                    </a:cubicBezTo>
                    <a:lnTo>
                      <a:pt x="123" y="34"/>
                    </a:lnTo>
                    <a:cubicBezTo>
                      <a:pt x="123" y="63"/>
                      <a:pt x="95" y="86"/>
                      <a:pt x="62" y="8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9FFF268F-4F4D-0B44-AB5B-0924E5261EB3}"/>
                  </a:ext>
                </a:extLst>
              </p:cNvPr>
              <p:cNvSpPr/>
              <p:nvPr/>
            </p:nvSpPr>
            <p:spPr>
              <a:xfrm>
                <a:off x="10215492" y="9657031"/>
                <a:ext cx="14950" cy="67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55">
                    <a:moveTo>
                      <a:pt x="7" y="55"/>
                    </a:moveTo>
                    <a:cubicBezTo>
                      <a:pt x="3" y="55"/>
                      <a:pt x="0" y="52"/>
                      <a:pt x="0" y="49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49"/>
                    </a:lnTo>
                    <a:cubicBezTo>
                      <a:pt x="13" y="52"/>
                      <a:pt x="10" y="55"/>
                      <a:pt x="7" y="5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818790C6-026A-6641-A105-A53AF234F0CA}"/>
                  </a:ext>
                </a:extLst>
              </p:cNvPr>
              <p:cNvSpPr/>
              <p:nvPr/>
            </p:nvSpPr>
            <p:spPr>
              <a:xfrm>
                <a:off x="10181859" y="9709373"/>
                <a:ext cx="83468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" h="13">
                    <a:moveTo>
                      <a:pt x="61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61" y="0"/>
                    </a:lnTo>
                    <a:cubicBezTo>
                      <a:pt x="65" y="0"/>
                      <a:pt x="68" y="3"/>
                      <a:pt x="68" y="7"/>
                    </a:cubicBezTo>
                    <a:cubicBezTo>
                      <a:pt x="68" y="10"/>
                      <a:pt x="65" y="13"/>
                      <a:pt x="61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20DBED73-6829-9044-BED1-2F98835DBED6}"/>
                  </a:ext>
                </a:extLst>
              </p:cNvPr>
              <p:cNvSpPr/>
              <p:nvPr/>
            </p:nvSpPr>
            <p:spPr>
              <a:xfrm>
                <a:off x="9667344" y="9511222"/>
                <a:ext cx="286532" cy="1582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1" h="128">
                    <a:moveTo>
                      <a:pt x="221" y="23"/>
                    </a:moveTo>
                    <a:lnTo>
                      <a:pt x="185" y="40"/>
                    </a:lnTo>
                    <a:lnTo>
                      <a:pt x="185" y="20"/>
                    </a:lnTo>
                    <a:cubicBezTo>
                      <a:pt x="185" y="10"/>
                      <a:pt x="176" y="0"/>
                      <a:pt x="165" y="0"/>
                    </a:cubicBezTo>
                    <a:lnTo>
                      <a:pt x="20" y="0"/>
                    </a:lnTo>
                    <a:cubicBezTo>
                      <a:pt x="9" y="0"/>
                      <a:pt x="0" y="10"/>
                      <a:pt x="0" y="20"/>
                    </a:cubicBezTo>
                    <a:lnTo>
                      <a:pt x="0" y="109"/>
                    </a:lnTo>
                    <a:cubicBezTo>
                      <a:pt x="0" y="120"/>
                      <a:pt x="9" y="128"/>
                      <a:pt x="20" y="128"/>
                    </a:cubicBezTo>
                    <a:lnTo>
                      <a:pt x="165" y="128"/>
                    </a:lnTo>
                    <a:cubicBezTo>
                      <a:pt x="176" y="128"/>
                      <a:pt x="185" y="120"/>
                      <a:pt x="185" y="109"/>
                    </a:cubicBezTo>
                    <a:lnTo>
                      <a:pt x="185" y="91"/>
                    </a:lnTo>
                    <a:lnTo>
                      <a:pt x="222" y="105"/>
                    </a:lnTo>
                    <a:cubicBezTo>
                      <a:pt x="227" y="107"/>
                      <a:pt x="231" y="103"/>
                      <a:pt x="231" y="98"/>
                    </a:cubicBezTo>
                    <a:lnTo>
                      <a:pt x="231" y="30"/>
                    </a:lnTo>
                    <a:cubicBezTo>
                      <a:pt x="231" y="24"/>
                      <a:pt x="226" y="21"/>
                      <a:pt x="221" y="2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4DFF767C-A757-3548-8C7C-729C12BAA15C}"/>
                  </a:ext>
                </a:extLst>
              </p:cNvPr>
              <p:cNvSpPr/>
              <p:nvPr/>
            </p:nvSpPr>
            <p:spPr>
              <a:xfrm>
                <a:off x="9658627" y="9503745"/>
                <a:ext cx="303973" cy="174472"/>
              </a:xfrm>
              <a:custGeom>
                <a:avLst/>
                <a:gdLst>
                  <a:gd name="connsiteX0" fmla="*/ 33558 w 303973"/>
                  <a:gd name="connsiteY0" fmla="*/ 16201 h 174472"/>
                  <a:gd name="connsiteX1" fmla="*/ 17437 w 303973"/>
                  <a:gd name="connsiteY1" fmla="*/ 32261 h 174472"/>
                  <a:gd name="connsiteX2" fmla="*/ 17437 w 303973"/>
                  <a:gd name="connsiteY2" fmla="*/ 142211 h 174472"/>
                  <a:gd name="connsiteX3" fmla="*/ 33558 w 303973"/>
                  <a:gd name="connsiteY3" fmla="*/ 158271 h 174472"/>
                  <a:gd name="connsiteX4" fmla="*/ 213369 w 303973"/>
                  <a:gd name="connsiteY4" fmla="*/ 158271 h 174472"/>
                  <a:gd name="connsiteX5" fmla="*/ 229490 w 303973"/>
                  <a:gd name="connsiteY5" fmla="*/ 142211 h 174472"/>
                  <a:gd name="connsiteX6" fmla="*/ 229490 w 303973"/>
                  <a:gd name="connsiteY6" fmla="*/ 119974 h 174472"/>
                  <a:gd name="connsiteX7" fmla="*/ 233211 w 303973"/>
                  <a:gd name="connsiteY7" fmla="*/ 113797 h 174472"/>
                  <a:gd name="connsiteX8" fmla="*/ 240651 w 303973"/>
                  <a:gd name="connsiteY8" fmla="*/ 112562 h 174472"/>
                  <a:gd name="connsiteX9" fmla="*/ 285294 w 303973"/>
                  <a:gd name="connsiteY9" fmla="*/ 129857 h 174472"/>
                  <a:gd name="connsiteX10" fmla="*/ 287774 w 303973"/>
                  <a:gd name="connsiteY10" fmla="*/ 128622 h 174472"/>
                  <a:gd name="connsiteX11" fmla="*/ 287774 w 303973"/>
                  <a:gd name="connsiteY11" fmla="*/ 44615 h 174472"/>
                  <a:gd name="connsiteX12" fmla="*/ 287774 w 303973"/>
                  <a:gd name="connsiteY12" fmla="*/ 43380 h 174472"/>
                  <a:gd name="connsiteX13" fmla="*/ 285294 w 303973"/>
                  <a:gd name="connsiteY13" fmla="*/ 43380 h 174472"/>
                  <a:gd name="connsiteX14" fmla="*/ 241891 w 303973"/>
                  <a:gd name="connsiteY14" fmla="*/ 64381 h 174472"/>
                  <a:gd name="connsiteX15" fmla="*/ 233211 w 303973"/>
                  <a:gd name="connsiteY15" fmla="*/ 63146 h 174472"/>
                  <a:gd name="connsiteX16" fmla="*/ 229490 w 303973"/>
                  <a:gd name="connsiteY16" fmla="*/ 56969 h 174472"/>
                  <a:gd name="connsiteX17" fmla="*/ 229490 w 303973"/>
                  <a:gd name="connsiteY17" fmla="*/ 32261 h 174472"/>
                  <a:gd name="connsiteX18" fmla="*/ 213369 w 303973"/>
                  <a:gd name="connsiteY18" fmla="*/ 16201 h 174472"/>
                  <a:gd name="connsiteX19" fmla="*/ 33499 w 303973"/>
                  <a:gd name="connsiteY19" fmla="*/ 0 h 174472"/>
                  <a:gd name="connsiteX20" fmla="*/ 213401 w 303973"/>
                  <a:gd name="connsiteY20" fmla="*/ 0 h 174472"/>
                  <a:gd name="connsiteX21" fmla="*/ 246901 w 303973"/>
                  <a:gd name="connsiteY21" fmla="*/ 32172 h 174472"/>
                  <a:gd name="connsiteX22" fmla="*/ 246901 w 303973"/>
                  <a:gd name="connsiteY22" fmla="*/ 43309 h 174472"/>
                  <a:gd name="connsiteX23" fmla="*/ 279159 w 303973"/>
                  <a:gd name="connsiteY23" fmla="*/ 28460 h 174472"/>
                  <a:gd name="connsiteX24" fmla="*/ 295288 w 303973"/>
                  <a:gd name="connsiteY24" fmla="*/ 29697 h 174472"/>
                  <a:gd name="connsiteX25" fmla="*/ 303973 w 303973"/>
                  <a:gd name="connsiteY25" fmla="*/ 44546 h 174472"/>
                  <a:gd name="connsiteX26" fmla="*/ 303973 w 303973"/>
                  <a:gd name="connsiteY26" fmla="*/ 128689 h 174472"/>
                  <a:gd name="connsiteX27" fmla="*/ 296529 w 303973"/>
                  <a:gd name="connsiteY27" fmla="*/ 142300 h 174472"/>
                  <a:gd name="connsiteX28" fmla="*/ 280400 w 303973"/>
                  <a:gd name="connsiteY28" fmla="*/ 144775 h 174472"/>
                  <a:gd name="connsiteX29" fmla="*/ 246901 w 303973"/>
                  <a:gd name="connsiteY29" fmla="*/ 132401 h 174472"/>
                  <a:gd name="connsiteX30" fmla="*/ 246901 w 303973"/>
                  <a:gd name="connsiteY30" fmla="*/ 142300 h 174472"/>
                  <a:gd name="connsiteX31" fmla="*/ 213401 w 303973"/>
                  <a:gd name="connsiteY31" fmla="*/ 174472 h 174472"/>
                  <a:gd name="connsiteX32" fmla="*/ 33499 w 303973"/>
                  <a:gd name="connsiteY32" fmla="*/ 174472 h 174472"/>
                  <a:gd name="connsiteX33" fmla="*/ 0 w 303973"/>
                  <a:gd name="connsiteY33" fmla="*/ 142300 h 174472"/>
                  <a:gd name="connsiteX34" fmla="*/ 0 w 303973"/>
                  <a:gd name="connsiteY34" fmla="*/ 32172 h 174472"/>
                  <a:gd name="connsiteX35" fmla="*/ 33499 w 303973"/>
                  <a:gd name="connsiteY35" fmla="*/ 0 h 174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303973" h="174472">
                    <a:moveTo>
                      <a:pt x="33558" y="16201"/>
                    </a:moveTo>
                    <a:cubicBezTo>
                      <a:pt x="23637" y="16201"/>
                      <a:pt x="17437" y="23613"/>
                      <a:pt x="17437" y="32261"/>
                    </a:cubicBezTo>
                    <a:lnTo>
                      <a:pt x="17437" y="142211"/>
                    </a:lnTo>
                    <a:cubicBezTo>
                      <a:pt x="17437" y="150859"/>
                      <a:pt x="23637" y="158271"/>
                      <a:pt x="33558" y="158271"/>
                    </a:cubicBezTo>
                    <a:lnTo>
                      <a:pt x="213369" y="158271"/>
                    </a:lnTo>
                    <a:cubicBezTo>
                      <a:pt x="223290" y="158271"/>
                      <a:pt x="229490" y="150859"/>
                      <a:pt x="229490" y="142211"/>
                    </a:cubicBezTo>
                    <a:lnTo>
                      <a:pt x="229490" y="119974"/>
                    </a:lnTo>
                    <a:cubicBezTo>
                      <a:pt x="229490" y="117503"/>
                      <a:pt x="230730" y="115032"/>
                      <a:pt x="233211" y="113797"/>
                    </a:cubicBezTo>
                    <a:cubicBezTo>
                      <a:pt x="235691" y="111326"/>
                      <a:pt x="239411" y="111326"/>
                      <a:pt x="240651" y="112562"/>
                    </a:cubicBezTo>
                    <a:lnTo>
                      <a:pt x="285294" y="129857"/>
                    </a:lnTo>
                    <a:cubicBezTo>
                      <a:pt x="286534" y="129857"/>
                      <a:pt x="286534" y="129857"/>
                      <a:pt x="287774" y="128622"/>
                    </a:cubicBezTo>
                    <a:lnTo>
                      <a:pt x="287774" y="44615"/>
                    </a:lnTo>
                    <a:lnTo>
                      <a:pt x="287774" y="43380"/>
                    </a:lnTo>
                    <a:cubicBezTo>
                      <a:pt x="286534" y="43380"/>
                      <a:pt x="285294" y="43380"/>
                      <a:pt x="285294" y="43380"/>
                    </a:cubicBezTo>
                    <a:lnTo>
                      <a:pt x="241891" y="64381"/>
                    </a:lnTo>
                    <a:cubicBezTo>
                      <a:pt x="239411" y="64381"/>
                      <a:pt x="235691" y="64381"/>
                      <a:pt x="233211" y="63146"/>
                    </a:cubicBezTo>
                    <a:cubicBezTo>
                      <a:pt x="230730" y="61910"/>
                      <a:pt x="229490" y="58204"/>
                      <a:pt x="229490" y="56969"/>
                    </a:cubicBezTo>
                    <a:lnTo>
                      <a:pt x="229490" y="32261"/>
                    </a:lnTo>
                    <a:cubicBezTo>
                      <a:pt x="229490" y="23613"/>
                      <a:pt x="223290" y="16201"/>
                      <a:pt x="213369" y="16201"/>
                    </a:cubicBezTo>
                    <a:close/>
                    <a:moveTo>
                      <a:pt x="33499" y="0"/>
                    </a:moveTo>
                    <a:lnTo>
                      <a:pt x="213401" y="0"/>
                    </a:lnTo>
                    <a:cubicBezTo>
                      <a:pt x="232012" y="0"/>
                      <a:pt x="246901" y="14849"/>
                      <a:pt x="246901" y="32172"/>
                    </a:cubicBezTo>
                    <a:lnTo>
                      <a:pt x="246901" y="43309"/>
                    </a:lnTo>
                    <a:lnTo>
                      <a:pt x="279159" y="28460"/>
                    </a:lnTo>
                    <a:cubicBezTo>
                      <a:pt x="284122" y="25985"/>
                      <a:pt x="291566" y="25985"/>
                      <a:pt x="295288" y="29697"/>
                    </a:cubicBezTo>
                    <a:cubicBezTo>
                      <a:pt x="301492" y="33410"/>
                      <a:pt x="303973" y="38359"/>
                      <a:pt x="303973" y="44546"/>
                    </a:cubicBezTo>
                    <a:lnTo>
                      <a:pt x="303973" y="128689"/>
                    </a:lnTo>
                    <a:cubicBezTo>
                      <a:pt x="303973" y="134876"/>
                      <a:pt x="301492" y="139825"/>
                      <a:pt x="296529" y="142300"/>
                    </a:cubicBezTo>
                    <a:cubicBezTo>
                      <a:pt x="291566" y="146012"/>
                      <a:pt x="285362" y="147249"/>
                      <a:pt x="280400" y="144775"/>
                    </a:cubicBezTo>
                    <a:lnTo>
                      <a:pt x="246901" y="132401"/>
                    </a:lnTo>
                    <a:lnTo>
                      <a:pt x="246901" y="142300"/>
                    </a:lnTo>
                    <a:cubicBezTo>
                      <a:pt x="246901" y="159623"/>
                      <a:pt x="232012" y="174472"/>
                      <a:pt x="213401" y="174472"/>
                    </a:cubicBezTo>
                    <a:lnTo>
                      <a:pt x="33499" y="174472"/>
                    </a:lnTo>
                    <a:cubicBezTo>
                      <a:pt x="14888" y="174472"/>
                      <a:pt x="0" y="159623"/>
                      <a:pt x="0" y="142300"/>
                    </a:cubicBezTo>
                    <a:lnTo>
                      <a:pt x="0" y="32172"/>
                    </a:lnTo>
                    <a:cubicBezTo>
                      <a:pt x="0" y="14849"/>
                      <a:pt x="14888" y="0"/>
                      <a:pt x="334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FB5DAADB-0C83-274C-90BE-B7B8A44FD591}"/>
                  </a:ext>
                </a:extLst>
              </p:cNvPr>
              <p:cNvSpPr/>
              <p:nvPr/>
            </p:nvSpPr>
            <p:spPr>
              <a:xfrm>
                <a:off x="10515731" y="9509976"/>
                <a:ext cx="387441" cy="16325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2" h="132">
                    <a:moveTo>
                      <a:pt x="312" y="71"/>
                    </a:moveTo>
                    <a:cubicBezTo>
                      <a:pt x="312" y="-19"/>
                      <a:pt x="0" y="-29"/>
                      <a:pt x="0" y="71"/>
                    </a:cubicBezTo>
                    <a:cubicBezTo>
                      <a:pt x="0" y="126"/>
                      <a:pt x="21" y="134"/>
                      <a:pt x="60" y="131"/>
                    </a:cubicBezTo>
                    <a:cubicBezTo>
                      <a:pt x="97" y="129"/>
                      <a:pt x="92" y="72"/>
                      <a:pt x="102" y="57"/>
                    </a:cubicBezTo>
                    <a:cubicBezTo>
                      <a:pt x="112" y="41"/>
                      <a:pt x="201" y="41"/>
                      <a:pt x="210" y="57"/>
                    </a:cubicBezTo>
                    <a:cubicBezTo>
                      <a:pt x="220" y="72"/>
                      <a:pt x="215" y="129"/>
                      <a:pt x="253" y="131"/>
                    </a:cubicBezTo>
                    <a:cubicBezTo>
                      <a:pt x="291" y="134"/>
                      <a:pt x="312" y="126"/>
                      <a:pt x="312" y="7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C0FBE077-01D4-C74C-B963-4FB7300ABA3D}"/>
                  </a:ext>
                </a:extLst>
              </p:cNvPr>
              <p:cNvSpPr/>
              <p:nvPr/>
            </p:nvSpPr>
            <p:spPr>
              <a:xfrm>
                <a:off x="10507011" y="9501252"/>
                <a:ext cx="404882" cy="180703"/>
              </a:xfrm>
              <a:custGeom>
                <a:avLst/>
                <a:gdLst>
                  <a:gd name="connsiteX0" fmla="*/ 194993 w 404882"/>
                  <a:gd name="connsiteY0" fmla="*/ 16201 h 180703"/>
                  <a:gd name="connsiteX1" fmla="*/ 69589 w 404882"/>
                  <a:gd name="connsiteY1" fmla="*/ 37209 h 180703"/>
                  <a:gd name="connsiteX2" fmla="*/ 17441 w 404882"/>
                  <a:gd name="connsiteY2" fmla="*/ 96525 h 180703"/>
                  <a:gd name="connsiteX3" fmla="*/ 32341 w 404882"/>
                  <a:gd name="connsiteY3" fmla="*/ 153370 h 180703"/>
                  <a:gd name="connsiteX4" fmla="*/ 82006 w 404882"/>
                  <a:gd name="connsiteY4" fmla="*/ 162020 h 180703"/>
                  <a:gd name="connsiteX5" fmla="*/ 119254 w 404882"/>
                  <a:gd name="connsiteY5" fmla="*/ 105175 h 180703"/>
                  <a:gd name="connsiteX6" fmla="*/ 129187 w 404882"/>
                  <a:gd name="connsiteY6" fmla="*/ 74282 h 180703"/>
                  <a:gd name="connsiteX7" fmla="*/ 202443 w 404882"/>
                  <a:gd name="connsiteY7" fmla="*/ 55745 h 180703"/>
                  <a:gd name="connsiteX8" fmla="*/ 276941 w 404882"/>
                  <a:gd name="connsiteY8" fmla="*/ 74282 h 180703"/>
                  <a:gd name="connsiteX9" fmla="*/ 285632 w 404882"/>
                  <a:gd name="connsiteY9" fmla="*/ 105175 h 180703"/>
                  <a:gd name="connsiteX10" fmla="*/ 322881 w 404882"/>
                  <a:gd name="connsiteY10" fmla="*/ 162020 h 180703"/>
                  <a:gd name="connsiteX11" fmla="*/ 372546 w 404882"/>
                  <a:gd name="connsiteY11" fmla="*/ 153370 h 180703"/>
                  <a:gd name="connsiteX12" fmla="*/ 388687 w 404882"/>
                  <a:gd name="connsiteY12" fmla="*/ 96525 h 180703"/>
                  <a:gd name="connsiteX13" fmla="*/ 194993 w 404882"/>
                  <a:gd name="connsiteY13" fmla="*/ 16201 h 180703"/>
                  <a:gd name="connsiteX14" fmla="*/ 194989 w 404882"/>
                  <a:gd name="connsiteY14" fmla="*/ 0 h 180703"/>
                  <a:gd name="connsiteX15" fmla="*/ 404882 w 404882"/>
                  <a:gd name="connsiteY15" fmla="*/ 96540 h 180703"/>
                  <a:gd name="connsiteX16" fmla="*/ 385011 w 404882"/>
                  <a:gd name="connsiteY16" fmla="*/ 164613 h 180703"/>
                  <a:gd name="connsiteX17" fmla="*/ 322912 w 404882"/>
                  <a:gd name="connsiteY17" fmla="*/ 179465 h 180703"/>
                  <a:gd name="connsiteX18" fmla="*/ 269507 w 404882"/>
                  <a:gd name="connsiteY18" fmla="*/ 107679 h 180703"/>
                  <a:gd name="connsiteX19" fmla="*/ 263297 w 404882"/>
                  <a:gd name="connsiteY19" fmla="*/ 82925 h 180703"/>
                  <a:gd name="connsiteX20" fmla="*/ 202441 w 404882"/>
                  <a:gd name="connsiteY20" fmla="*/ 71786 h 180703"/>
                  <a:gd name="connsiteX21" fmla="*/ 142826 w 404882"/>
                  <a:gd name="connsiteY21" fmla="*/ 82925 h 180703"/>
                  <a:gd name="connsiteX22" fmla="*/ 136617 w 404882"/>
                  <a:gd name="connsiteY22" fmla="*/ 107679 h 180703"/>
                  <a:gd name="connsiteX23" fmla="*/ 83212 w 404882"/>
                  <a:gd name="connsiteY23" fmla="*/ 179465 h 180703"/>
                  <a:gd name="connsiteX24" fmla="*/ 68308 w 404882"/>
                  <a:gd name="connsiteY24" fmla="*/ 180703 h 180703"/>
                  <a:gd name="connsiteX25" fmla="*/ 21113 w 404882"/>
                  <a:gd name="connsiteY25" fmla="*/ 164613 h 180703"/>
                  <a:gd name="connsiteX26" fmla="*/ 0 w 404882"/>
                  <a:gd name="connsiteY26" fmla="*/ 96540 h 180703"/>
                  <a:gd name="connsiteX27" fmla="*/ 63340 w 404882"/>
                  <a:gd name="connsiteY27" fmla="*/ 22278 h 180703"/>
                  <a:gd name="connsiteX28" fmla="*/ 194989 w 404882"/>
                  <a:gd name="connsiteY28" fmla="*/ 0 h 180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04882" h="180703">
                    <a:moveTo>
                      <a:pt x="194993" y="16201"/>
                    </a:moveTo>
                    <a:cubicBezTo>
                      <a:pt x="146570" y="16201"/>
                      <a:pt x="101872" y="23616"/>
                      <a:pt x="69589" y="37209"/>
                    </a:cubicBezTo>
                    <a:cubicBezTo>
                      <a:pt x="45998" y="47095"/>
                      <a:pt x="17441" y="65631"/>
                      <a:pt x="17441" y="96525"/>
                    </a:cubicBezTo>
                    <a:cubicBezTo>
                      <a:pt x="17441" y="124948"/>
                      <a:pt x="22408" y="143484"/>
                      <a:pt x="32341" y="153370"/>
                    </a:cubicBezTo>
                    <a:cubicBezTo>
                      <a:pt x="41032" y="162020"/>
                      <a:pt x="55931" y="164492"/>
                      <a:pt x="82006" y="162020"/>
                    </a:cubicBezTo>
                    <a:cubicBezTo>
                      <a:pt x="106838" y="160784"/>
                      <a:pt x="113046" y="137305"/>
                      <a:pt x="119254" y="105175"/>
                    </a:cubicBezTo>
                    <a:cubicBezTo>
                      <a:pt x="121738" y="92818"/>
                      <a:pt x="124221" y="80460"/>
                      <a:pt x="129187" y="74282"/>
                    </a:cubicBezTo>
                    <a:cubicBezTo>
                      <a:pt x="139120" y="58217"/>
                      <a:pt x="183819" y="55745"/>
                      <a:pt x="202443" y="55745"/>
                    </a:cubicBezTo>
                    <a:cubicBezTo>
                      <a:pt x="221068" y="55745"/>
                      <a:pt x="265766" y="58217"/>
                      <a:pt x="276941" y="74282"/>
                    </a:cubicBezTo>
                    <a:cubicBezTo>
                      <a:pt x="280666" y="80460"/>
                      <a:pt x="283149" y="92818"/>
                      <a:pt x="285632" y="105175"/>
                    </a:cubicBezTo>
                    <a:cubicBezTo>
                      <a:pt x="291840" y="137305"/>
                      <a:pt x="298048" y="160784"/>
                      <a:pt x="322881" y="162020"/>
                    </a:cubicBezTo>
                    <a:cubicBezTo>
                      <a:pt x="350197" y="164492"/>
                      <a:pt x="363855" y="162020"/>
                      <a:pt x="372546" y="153370"/>
                    </a:cubicBezTo>
                    <a:cubicBezTo>
                      <a:pt x="383721" y="143484"/>
                      <a:pt x="388687" y="124948"/>
                      <a:pt x="388687" y="96525"/>
                    </a:cubicBezTo>
                    <a:cubicBezTo>
                      <a:pt x="388687" y="45859"/>
                      <a:pt x="290599" y="16201"/>
                      <a:pt x="194993" y="16201"/>
                    </a:cubicBezTo>
                    <a:close/>
                    <a:moveTo>
                      <a:pt x="194989" y="0"/>
                    </a:moveTo>
                    <a:cubicBezTo>
                      <a:pt x="299315" y="0"/>
                      <a:pt x="404882" y="32180"/>
                      <a:pt x="404882" y="96540"/>
                    </a:cubicBezTo>
                    <a:cubicBezTo>
                      <a:pt x="404882" y="129958"/>
                      <a:pt x="398672" y="152236"/>
                      <a:pt x="385011" y="164613"/>
                    </a:cubicBezTo>
                    <a:cubicBezTo>
                      <a:pt x="368865" y="180703"/>
                      <a:pt x="345267" y="180703"/>
                      <a:pt x="322912" y="179465"/>
                    </a:cubicBezTo>
                    <a:cubicBezTo>
                      <a:pt x="283169" y="176990"/>
                      <a:pt x="274475" y="134908"/>
                      <a:pt x="269507" y="107679"/>
                    </a:cubicBezTo>
                    <a:cubicBezTo>
                      <a:pt x="267023" y="97778"/>
                      <a:pt x="265781" y="86638"/>
                      <a:pt x="263297" y="82925"/>
                    </a:cubicBezTo>
                    <a:cubicBezTo>
                      <a:pt x="260814" y="79212"/>
                      <a:pt x="239700" y="71786"/>
                      <a:pt x="202441" y="71786"/>
                    </a:cubicBezTo>
                    <a:cubicBezTo>
                      <a:pt x="165182" y="71786"/>
                      <a:pt x="145310" y="79212"/>
                      <a:pt x="142826" y="82925"/>
                    </a:cubicBezTo>
                    <a:cubicBezTo>
                      <a:pt x="140343" y="86638"/>
                      <a:pt x="137859" y="97778"/>
                      <a:pt x="136617" y="107679"/>
                    </a:cubicBezTo>
                    <a:cubicBezTo>
                      <a:pt x="130407" y="134908"/>
                      <a:pt x="122955" y="176990"/>
                      <a:pt x="83212" y="179465"/>
                    </a:cubicBezTo>
                    <a:cubicBezTo>
                      <a:pt x="78244" y="180703"/>
                      <a:pt x="73276" y="180703"/>
                      <a:pt x="68308" y="180703"/>
                    </a:cubicBezTo>
                    <a:cubicBezTo>
                      <a:pt x="50921" y="180703"/>
                      <a:pt x="33533" y="176990"/>
                      <a:pt x="21113" y="164613"/>
                    </a:cubicBezTo>
                    <a:cubicBezTo>
                      <a:pt x="7452" y="152236"/>
                      <a:pt x="0" y="129958"/>
                      <a:pt x="0" y="96540"/>
                    </a:cubicBezTo>
                    <a:cubicBezTo>
                      <a:pt x="0" y="64360"/>
                      <a:pt x="22355" y="38368"/>
                      <a:pt x="63340" y="22278"/>
                    </a:cubicBezTo>
                    <a:cubicBezTo>
                      <a:pt x="96874" y="7426"/>
                      <a:pt x="144068" y="0"/>
                      <a:pt x="1949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3A04A111-E912-224B-A06F-A85C6402A4FF}"/>
                  </a:ext>
                </a:extLst>
              </p:cNvPr>
              <p:cNvSpPr/>
              <p:nvPr/>
            </p:nvSpPr>
            <p:spPr>
              <a:xfrm>
                <a:off x="11128657" y="9517453"/>
                <a:ext cx="260370" cy="2043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0" h="165">
                    <a:moveTo>
                      <a:pt x="193" y="0"/>
                    </a:moveTo>
                    <a:lnTo>
                      <a:pt x="17" y="0"/>
                    </a:lnTo>
                    <a:cubicBezTo>
                      <a:pt x="8" y="0"/>
                      <a:pt x="0" y="8"/>
                      <a:pt x="0" y="18"/>
                    </a:cubicBezTo>
                    <a:lnTo>
                      <a:pt x="0" y="114"/>
                    </a:lnTo>
                    <a:cubicBezTo>
                      <a:pt x="0" y="123"/>
                      <a:pt x="8" y="131"/>
                      <a:pt x="17" y="131"/>
                    </a:cubicBezTo>
                    <a:lnTo>
                      <a:pt x="159" y="131"/>
                    </a:lnTo>
                    <a:lnTo>
                      <a:pt x="199" y="163"/>
                    </a:lnTo>
                    <a:cubicBezTo>
                      <a:pt x="204" y="167"/>
                      <a:pt x="210" y="164"/>
                      <a:pt x="210" y="157"/>
                    </a:cubicBezTo>
                    <a:lnTo>
                      <a:pt x="210" y="18"/>
                    </a:lnTo>
                    <a:cubicBezTo>
                      <a:pt x="210" y="8"/>
                      <a:pt x="203" y="0"/>
                      <a:pt x="19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0495B05C-6BDA-C54B-BA25-D7E948501791}"/>
                  </a:ext>
                </a:extLst>
              </p:cNvPr>
              <p:cNvSpPr/>
              <p:nvPr/>
            </p:nvSpPr>
            <p:spPr>
              <a:xfrm>
                <a:off x="11119940" y="9509976"/>
                <a:ext cx="277812" cy="219336"/>
              </a:xfrm>
              <a:custGeom>
                <a:avLst/>
                <a:gdLst>
                  <a:gd name="connsiteX0" fmla="*/ 29833 w 277812"/>
                  <a:gd name="connsiteY0" fmla="*/ 16201 h 219336"/>
                  <a:gd name="connsiteX1" fmla="*/ 17438 w 277812"/>
                  <a:gd name="connsiteY1" fmla="*/ 29818 h 219336"/>
                  <a:gd name="connsiteX2" fmla="*/ 17438 w 277812"/>
                  <a:gd name="connsiteY2" fmla="*/ 148658 h 219336"/>
                  <a:gd name="connsiteX3" fmla="*/ 29833 w 277812"/>
                  <a:gd name="connsiteY3" fmla="*/ 161038 h 219336"/>
                  <a:gd name="connsiteX4" fmla="*/ 205837 w 277812"/>
                  <a:gd name="connsiteY4" fmla="*/ 161038 h 219336"/>
                  <a:gd name="connsiteX5" fmla="*/ 210795 w 277812"/>
                  <a:gd name="connsiteY5" fmla="*/ 162276 h 219336"/>
                  <a:gd name="connsiteX6" fmla="*/ 260374 w 277812"/>
                  <a:gd name="connsiteY6" fmla="*/ 201889 h 219336"/>
                  <a:gd name="connsiteX7" fmla="*/ 261613 w 277812"/>
                  <a:gd name="connsiteY7" fmla="*/ 201889 h 219336"/>
                  <a:gd name="connsiteX8" fmla="*/ 261613 w 277812"/>
                  <a:gd name="connsiteY8" fmla="*/ 29818 h 219336"/>
                  <a:gd name="connsiteX9" fmla="*/ 247979 w 277812"/>
                  <a:gd name="connsiteY9" fmla="*/ 16201 h 219336"/>
                  <a:gd name="connsiteX10" fmla="*/ 29766 w 277812"/>
                  <a:gd name="connsiteY10" fmla="*/ 0 h 219336"/>
                  <a:gd name="connsiteX11" fmla="*/ 248046 w 277812"/>
                  <a:gd name="connsiteY11" fmla="*/ 0 h 219336"/>
                  <a:gd name="connsiteX12" fmla="*/ 277812 w 277812"/>
                  <a:gd name="connsiteY12" fmla="*/ 29740 h 219336"/>
                  <a:gd name="connsiteX13" fmla="*/ 277812 w 277812"/>
                  <a:gd name="connsiteY13" fmla="*/ 201987 h 219336"/>
                  <a:gd name="connsiteX14" fmla="*/ 267890 w 277812"/>
                  <a:gd name="connsiteY14" fmla="*/ 218097 h 219336"/>
                  <a:gd name="connsiteX15" fmla="*/ 260449 w 277812"/>
                  <a:gd name="connsiteY15" fmla="*/ 219336 h 219336"/>
                  <a:gd name="connsiteX16" fmla="*/ 250527 w 277812"/>
                  <a:gd name="connsiteY16" fmla="*/ 215618 h 219336"/>
                  <a:gd name="connsiteX17" fmla="*/ 203398 w 277812"/>
                  <a:gd name="connsiteY17" fmla="*/ 178443 h 219336"/>
                  <a:gd name="connsiteX18" fmla="*/ 29766 w 277812"/>
                  <a:gd name="connsiteY18" fmla="*/ 178443 h 219336"/>
                  <a:gd name="connsiteX19" fmla="*/ 0 w 277812"/>
                  <a:gd name="connsiteY19" fmla="*/ 148702 h 219336"/>
                  <a:gd name="connsiteX20" fmla="*/ 0 w 277812"/>
                  <a:gd name="connsiteY20" fmla="*/ 29740 h 219336"/>
                  <a:gd name="connsiteX21" fmla="*/ 29766 w 277812"/>
                  <a:gd name="connsiteY21" fmla="*/ 0 h 219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77812" h="219336">
                    <a:moveTo>
                      <a:pt x="29833" y="16201"/>
                    </a:moveTo>
                    <a:cubicBezTo>
                      <a:pt x="23635" y="16201"/>
                      <a:pt x="17438" y="22391"/>
                      <a:pt x="17438" y="29818"/>
                    </a:cubicBezTo>
                    <a:lnTo>
                      <a:pt x="17438" y="148658"/>
                    </a:lnTo>
                    <a:cubicBezTo>
                      <a:pt x="17438" y="154848"/>
                      <a:pt x="23635" y="161038"/>
                      <a:pt x="29833" y="161038"/>
                    </a:cubicBezTo>
                    <a:lnTo>
                      <a:pt x="205837" y="161038"/>
                    </a:lnTo>
                    <a:cubicBezTo>
                      <a:pt x="207076" y="161038"/>
                      <a:pt x="209555" y="162276"/>
                      <a:pt x="210795" y="162276"/>
                    </a:cubicBezTo>
                    <a:lnTo>
                      <a:pt x="260374" y="201889"/>
                    </a:lnTo>
                    <a:lnTo>
                      <a:pt x="261613" y="201889"/>
                    </a:lnTo>
                    <a:lnTo>
                      <a:pt x="261613" y="29818"/>
                    </a:lnTo>
                    <a:cubicBezTo>
                      <a:pt x="261613" y="22391"/>
                      <a:pt x="255416" y="16201"/>
                      <a:pt x="247979" y="16201"/>
                    </a:cubicBezTo>
                    <a:close/>
                    <a:moveTo>
                      <a:pt x="29766" y="0"/>
                    </a:moveTo>
                    <a:lnTo>
                      <a:pt x="248046" y="0"/>
                    </a:lnTo>
                    <a:cubicBezTo>
                      <a:pt x="264169" y="0"/>
                      <a:pt x="277812" y="13631"/>
                      <a:pt x="277812" y="29740"/>
                    </a:cubicBezTo>
                    <a:lnTo>
                      <a:pt x="277812" y="201987"/>
                    </a:lnTo>
                    <a:cubicBezTo>
                      <a:pt x="277812" y="209423"/>
                      <a:pt x="274091" y="214379"/>
                      <a:pt x="267890" y="218097"/>
                    </a:cubicBezTo>
                    <a:cubicBezTo>
                      <a:pt x="266650" y="219336"/>
                      <a:pt x="264169" y="219336"/>
                      <a:pt x="260449" y="219336"/>
                    </a:cubicBezTo>
                    <a:cubicBezTo>
                      <a:pt x="256728" y="219336"/>
                      <a:pt x="253007" y="218097"/>
                      <a:pt x="250527" y="215618"/>
                    </a:cubicBezTo>
                    <a:lnTo>
                      <a:pt x="203398" y="178443"/>
                    </a:lnTo>
                    <a:lnTo>
                      <a:pt x="29766" y="178443"/>
                    </a:lnTo>
                    <a:cubicBezTo>
                      <a:pt x="13643" y="178443"/>
                      <a:pt x="0" y="163573"/>
                      <a:pt x="0" y="148702"/>
                    </a:cubicBezTo>
                    <a:lnTo>
                      <a:pt x="0" y="29740"/>
                    </a:lnTo>
                    <a:cubicBezTo>
                      <a:pt x="0" y="13631"/>
                      <a:pt x="13643" y="0"/>
                      <a:pt x="297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6EDB4A3F-3329-B146-BA9E-D2B3541282AD}"/>
                  </a:ext>
                </a:extLst>
              </p:cNvPr>
              <p:cNvSpPr/>
              <p:nvPr/>
            </p:nvSpPr>
            <p:spPr>
              <a:xfrm>
                <a:off x="11552227" y="9585996"/>
                <a:ext cx="47340" cy="473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" h="39">
                    <a:moveTo>
                      <a:pt x="39" y="20"/>
                    </a:moveTo>
                    <a:cubicBezTo>
                      <a:pt x="39" y="31"/>
                      <a:pt x="30" y="39"/>
                      <a:pt x="19" y="39"/>
                    </a:cubicBezTo>
                    <a:cubicBezTo>
                      <a:pt x="9" y="39"/>
                      <a:pt x="0" y="31"/>
                      <a:pt x="0" y="20"/>
                    </a:cubicBezTo>
                    <a:cubicBezTo>
                      <a:pt x="0" y="9"/>
                      <a:pt x="9" y="0"/>
                      <a:pt x="19" y="0"/>
                    </a:cubicBezTo>
                    <a:cubicBezTo>
                      <a:pt x="30" y="0"/>
                      <a:pt x="39" y="9"/>
                      <a:pt x="39" y="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182C9484-D5CB-5A48-9C9B-07276B46A876}"/>
                  </a:ext>
                </a:extLst>
              </p:cNvPr>
              <p:cNvSpPr/>
              <p:nvPr/>
            </p:nvSpPr>
            <p:spPr>
              <a:xfrm>
                <a:off x="11544752" y="9578519"/>
                <a:ext cx="63535" cy="63558"/>
              </a:xfrm>
              <a:custGeom>
                <a:avLst/>
                <a:gdLst>
                  <a:gd name="connsiteX0" fmla="*/ 30547 w 63535"/>
                  <a:gd name="connsiteY0" fmla="*/ 16201 h 63558"/>
                  <a:gd name="connsiteX1" fmla="*/ 16195 w 63535"/>
                  <a:gd name="connsiteY1" fmla="*/ 31754 h 63558"/>
                  <a:gd name="connsiteX2" fmla="*/ 30547 w 63535"/>
                  <a:gd name="connsiteY2" fmla="*/ 46111 h 63558"/>
                  <a:gd name="connsiteX3" fmla="*/ 46094 w 63535"/>
                  <a:gd name="connsiteY3" fmla="*/ 31754 h 63558"/>
                  <a:gd name="connsiteX4" fmla="*/ 30547 w 63535"/>
                  <a:gd name="connsiteY4" fmla="*/ 16201 h 63558"/>
                  <a:gd name="connsiteX5" fmla="*/ 30546 w 63535"/>
                  <a:gd name="connsiteY5" fmla="*/ 0 h 63558"/>
                  <a:gd name="connsiteX6" fmla="*/ 63535 w 63535"/>
                  <a:gd name="connsiteY6" fmla="*/ 31779 h 63558"/>
                  <a:gd name="connsiteX7" fmla="*/ 30546 w 63535"/>
                  <a:gd name="connsiteY7" fmla="*/ 63558 h 63558"/>
                  <a:gd name="connsiteX8" fmla="*/ 0 w 63535"/>
                  <a:gd name="connsiteY8" fmla="*/ 31779 h 63558"/>
                  <a:gd name="connsiteX9" fmla="*/ 30546 w 63535"/>
                  <a:gd name="connsiteY9" fmla="*/ 0 h 63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3535" h="63558">
                    <a:moveTo>
                      <a:pt x="30547" y="16201"/>
                    </a:moveTo>
                    <a:cubicBezTo>
                      <a:pt x="22175" y="16201"/>
                      <a:pt x="16195" y="23379"/>
                      <a:pt x="16195" y="31754"/>
                    </a:cubicBezTo>
                    <a:cubicBezTo>
                      <a:pt x="16195" y="40129"/>
                      <a:pt x="22175" y="46111"/>
                      <a:pt x="30547" y="46111"/>
                    </a:cubicBezTo>
                    <a:cubicBezTo>
                      <a:pt x="38918" y="46111"/>
                      <a:pt x="46094" y="40129"/>
                      <a:pt x="46094" y="31754"/>
                    </a:cubicBezTo>
                    <a:cubicBezTo>
                      <a:pt x="46094" y="23379"/>
                      <a:pt x="38918" y="16201"/>
                      <a:pt x="30547" y="16201"/>
                    </a:cubicBezTo>
                    <a:close/>
                    <a:moveTo>
                      <a:pt x="30546" y="0"/>
                    </a:moveTo>
                    <a:cubicBezTo>
                      <a:pt x="48873" y="0"/>
                      <a:pt x="63535" y="13445"/>
                      <a:pt x="63535" y="31779"/>
                    </a:cubicBezTo>
                    <a:cubicBezTo>
                      <a:pt x="63535" y="48891"/>
                      <a:pt x="48873" y="63558"/>
                      <a:pt x="30546" y="63558"/>
                    </a:cubicBezTo>
                    <a:cubicBezTo>
                      <a:pt x="13440" y="63558"/>
                      <a:pt x="0" y="48891"/>
                      <a:pt x="0" y="31779"/>
                    </a:cubicBezTo>
                    <a:cubicBezTo>
                      <a:pt x="0" y="13445"/>
                      <a:pt x="13440" y="0"/>
                      <a:pt x="305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F7A36EFC-8264-C445-8BF0-49A224BD69F8}"/>
                  </a:ext>
                </a:extLst>
              </p:cNvPr>
              <p:cNvSpPr/>
              <p:nvPr/>
            </p:nvSpPr>
            <p:spPr>
              <a:xfrm>
                <a:off x="11678055" y="9585996"/>
                <a:ext cx="47340" cy="473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" h="39">
                    <a:moveTo>
                      <a:pt x="39" y="20"/>
                    </a:moveTo>
                    <a:cubicBezTo>
                      <a:pt x="39" y="31"/>
                      <a:pt x="30" y="39"/>
                      <a:pt x="20" y="39"/>
                    </a:cubicBezTo>
                    <a:cubicBezTo>
                      <a:pt x="9" y="39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0" y="0"/>
                      <a:pt x="39" y="9"/>
                      <a:pt x="39" y="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EB0FBB14-2463-8245-836E-96934B15BDB7}"/>
                  </a:ext>
                </a:extLst>
              </p:cNvPr>
              <p:cNvSpPr/>
              <p:nvPr/>
            </p:nvSpPr>
            <p:spPr>
              <a:xfrm>
                <a:off x="11669335" y="9578519"/>
                <a:ext cx="63535" cy="63558"/>
              </a:xfrm>
              <a:custGeom>
                <a:avLst/>
                <a:gdLst>
                  <a:gd name="connsiteX0" fmla="*/ 32988 w 63535"/>
                  <a:gd name="connsiteY0" fmla="*/ 16201 h 63558"/>
                  <a:gd name="connsiteX1" fmla="*/ 17441 w 63535"/>
                  <a:gd name="connsiteY1" fmla="*/ 31754 h 63558"/>
                  <a:gd name="connsiteX2" fmla="*/ 32988 w 63535"/>
                  <a:gd name="connsiteY2" fmla="*/ 46111 h 63558"/>
                  <a:gd name="connsiteX3" fmla="*/ 47340 w 63535"/>
                  <a:gd name="connsiteY3" fmla="*/ 31754 h 63558"/>
                  <a:gd name="connsiteX4" fmla="*/ 32988 w 63535"/>
                  <a:gd name="connsiteY4" fmla="*/ 16201 h 63558"/>
                  <a:gd name="connsiteX5" fmla="*/ 32989 w 63535"/>
                  <a:gd name="connsiteY5" fmla="*/ 0 h 63558"/>
                  <a:gd name="connsiteX6" fmla="*/ 63535 w 63535"/>
                  <a:gd name="connsiteY6" fmla="*/ 31779 h 63558"/>
                  <a:gd name="connsiteX7" fmla="*/ 32989 w 63535"/>
                  <a:gd name="connsiteY7" fmla="*/ 63558 h 63558"/>
                  <a:gd name="connsiteX8" fmla="*/ 0 w 63535"/>
                  <a:gd name="connsiteY8" fmla="*/ 31779 h 63558"/>
                  <a:gd name="connsiteX9" fmla="*/ 32989 w 63535"/>
                  <a:gd name="connsiteY9" fmla="*/ 0 h 63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3535" h="63558">
                    <a:moveTo>
                      <a:pt x="32988" y="16201"/>
                    </a:moveTo>
                    <a:cubicBezTo>
                      <a:pt x="23421" y="16201"/>
                      <a:pt x="17441" y="23379"/>
                      <a:pt x="17441" y="31754"/>
                    </a:cubicBezTo>
                    <a:cubicBezTo>
                      <a:pt x="17441" y="40129"/>
                      <a:pt x="23421" y="46111"/>
                      <a:pt x="32988" y="46111"/>
                    </a:cubicBezTo>
                    <a:cubicBezTo>
                      <a:pt x="40164" y="46111"/>
                      <a:pt x="47340" y="40129"/>
                      <a:pt x="47340" y="31754"/>
                    </a:cubicBezTo>
                    <a:cubicBezTo>
                      <a:pt x="47340" y="23379"/>
                      <a:pt x="40164" y="16201"/>
                      <a:pt x="32988" y="16201"/>
                    </a:cubicBezTo>
                    <a:close/>
                    <a:moveTo>
                      <a:pt x="32989" y="0"/>
                    </a:moveTo>
                    <a:cubicBezTo>
                      <a:pt x="50095" y="0"/>
                      <a:pt x="63535" y="13445"/>
                      <a:pt x="63535" y="31779"/>
                    </a:cubicBezTo>
                    <a:cubicBezTo>
                      <a:pt x="63535" y="48891"/>
                      <a:pt x="50095" y="63558"/>
                      <a:pt x="32989" y="63558"/>
                    </a:cubicBezTo>
                    <a:cubicBezTo>
                      <a:pt x="14662" y="63558"/>
                      <a:pt x="0" y="48891"/>
                      <a:pt x="0" y="31779"/>
                    </a:cubicBezTo>
                    <a:cubicBezTo>
                      <a:pt x="0" y="13445"/>
                      <a:pt x="14662" y="0"/>
                      <a:pt x="329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62BCF907-6169-5444-96AD-6707323E9B9D}"/>
                  </a:ext>
                </a:extLst>
              </p:cNvPr>
              <p:cNvSpPr/>
              <p:nvPr/>
            </p:nvSpPr>
            <p:spPr>
              <a:xfrm>
                <a:off x="11803880" y="9585996"/>
                <a:ext cx="47340" cy="473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" h="39">
                    <a:moveTo>
                      <a:pt x="39" y="20"/>
                    </a:moveTo>
                    <a:cubicBezTo>
                      <a:pt x="39" y="31"/>
                      <a:pt x="30" y="39"/>
                      <a:pt x="20" y="39"/>
                    </a:cubicBezTo>
                    <a:cubicBezTo>
                      <a:pt x="9" y="39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0" y="0"/>
                      <a:pt x="39" y="9"/>
                      <a:pt x="39" y="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EF732AF1-7A40-CB41-9D74-4095E29127FC}"/>
                  </a:ext>
                </a:extLst>
              </p:cNvPr>
              <p:cNvSpPr/>
              <p:nvPr/>
            </p:nvSpPr>
            <p:spPr>
              <a:xfrm>
                <a:off x="11795160" y="9578519"/>
                <a:ext cx="63535" cy="63558"/>
              </a:xfrm>
              <a:custGeom>
                <a:avLst/>
                <a:gdLst>
                  <a:gd name="connsiteX0" fmla="*/ 32988 w 63535"/>
                  <a:gd name="connsiteY0" fmla="*/ 16201 h 63558"/>
                  <a:gd name="connsiteX1" fmla="*/ 17441 w 63535"/>
                  <a:gd name="connsiteY1" fmla="*/ 31754 h 63558"/>
                  <a:gd name="connsiteX2" fmla="*/ 32988 w 63535"/>
                  <a:gd name="connsiteY2" fmla="*/ 46111 h 63558"/>
                  <a:gd name="connsiteX3" fmla="*/ 47340 w 63535"/>
                  <a:gd name="connsiteY3" fmla="*/ 31754 h 63558"/>
                  <a:gd name="connsiteX4" fmla="*/ 32988 w 63535"/>
                  <a:gd name="connsiteY4" fmla="*/ 16201 h 63558"/>
                  <a:gd name="connsiteX5" fmla="*/ 32989 w 63535"/>
                  <a:gd name="connsiteY5" fmla="*/ 0 h 63558"/>
                  <a:gd name="connsiteX6" fmla="*/ 63535 w 63535"/>
                  <a:gd name="connsiteY6" fmla="*/ 31779 h 63558"/>
                  <a:gd name="connsiteX7" fmla="*/ 32989 w 63535"/>
                  <a:gd name="connsiteY7" fmla="*/ 63558 h 63558"/>
                  <a:gd name="connsiteX8" fmla="*/ 0 w 63535"/>
                  <a:gd name="connsiteY8" fmla="*/ 31779 h 63558"/>
                  <a:gd name="connsiteX9" fmla="*/ 32989 w 63535"/>
                  <a:gd name="connsiteY9" fmla="*/ 0 h 635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3535" h="63558">
                    <a:moveTo>
                      <a:pt x="32988" y="16201"/>
                    </a:moveTo>
                    <a:cubicBezTo>
                      <a:pt x="23421" y="16201"/>
                      <a:pt x="17441" y="23379"/>
                      <a:pt x="17441" y="31754"/>
                    </a:cubicBezTo>
                    <a:cubicBezTo>
                      <a:pt x="17441" y="40129"/>
                      <a:pt x="23421" y="46111"/>
                      <a:pt x="32988" y="46111"/>
                    </a:cubicBezTo>
                    <a:cubicBezTo>
                      <a:pt x="40164" y="46111"/>
                      <a:pt x="47340" y="40129"/>
                      <a:pt x="47340" y="31754"/>
                    </a:cubicBezTo>
                    <a:cubicBezTo>
                      <a:pt x="47340" y="23379"/>
                      <a:pt x="40164" y="16201"/>
                      <a:pt x="32988" y="16201"/>
                    </a:cubicBezTo>
                    <a:close/>
                    <a:moveTo>
                      <a:pt x="32989" y="0"/>
                    </a:moveTo>
                    <a:cubicBezTo>
                      <a:pt x="50095" y="0"/>
                      <a:pt x="63535" y="13445"/>
                      <a:pt x="63535" y="31779"/>
                    </a:cubicBezTo>
                    <a:cubicBezTo>
                      <a:pt x="63535" y="48891"/>
                      <a:pt x="50095" y="63558"/>
                      <a:pt x="32989" y="63558"/>
                    </a:cubicBezTo>
                    <a:cubicBezTo>
                      <a:pt x="14662" y="63558"/>
                      <a:pt x="0" y="48891"/>
                      <a:pt x="0" y="31779"/>
                    </a:cubicBezTo>
                    <a:cubicBezTo>
                      <a:pt x="0" y="13445"/>
                      <a:pt x="14662" y="0"/>
                      <a:pt x="329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AF0B5524-0D14-A040-9AB4-4F86A23D95D8}"/>
                  </a:ext>
                </a:extLst>
              </p:cNvPr>
              <p:cNvSpPr/>
              <p:nvPr/>
            </p:nvSpPr>
            <p:spPr>
              <a:xfrm>
                <a:off x="9779468" y="7675526"/>
                <a:ext cx="1945927" cy="2853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63" h="230">
                    <a:moveTo>
                      <a:pt x="1448" y="0"/>
                    </a:moveTo>
                    <a:lnTo>
                      <a:pt x="52" y="0"/>
                    </a:lnTo>
                    <a:cubicBezTo>
                      <a:pt x="23" y="0"/>
                      <a:pt x="0" y="24"/>
                      <a:pt x="0" y="52"/>
                    </a:cubicBezTo>
                    <a:lnTo>
                      <a:pt x="0" y="177"/>
                    </a:lnTo>
                    <a:cubicBezTo>
                      <a:pt x="0" y="206"/>
                      <a:pt x="23" y="230"/>
                      <a:pt x="52" y="230"/>
                    </a:cubicBezTo>
                    <a:lnTo>
                      <a:pt x="1448" y="230"/>
                    </a:lnTo>
                    <a:cubicBezTo>
                      <a:pt x="1511" y="230"/>
                      <a:pt x="1563" y="178"/>
                      <a:pt x="1563" y="115"/>
                    </a:cubicBezTo>
                    <a:cubicBezTo>
                      <a:pt x="1563" y="52"/>
                      <a:pt x="1511" y="0"/>
                      <a:pt x="14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CEF1B740-2D9A-564D-9143-25DC80771170}"/>
                  </a:ext>
                </a:extLst>
              </p:cNvPr>
              <p:cNvSpPr/>
              <p:nvPr/>
            </p:nvSpPr>
            <p:spPr>
              <a:xfrm>
                <a:off x="9771994" y="7668049"/>
                <a:ext cx="1960876" cy="300341"/>
              </a:xfrm>
              <a:custGeom>
                <a:avLst/>
                <a:gdLst>
                  <a:gd name="connsiteX0" fmla="*/ 72219 w 1960876"/>
                  <a:gd name="connsiteY0" fmla="*/ 16201 h 300341"/>
                  <a:gd name="connsiteX1" fmla="*/ 16195 w 1960876"/>
                  <a:gd name="connsiteY1" fmla="*/ 72022 h 300341"/>
                  <a:gd name="connsiteX2" fmla="*/ 16195 w 1960876"/>
                  <a:gd name="connsiteY2" fmla="*/ 227079 h 300341"/>
                  <a:gd name="connsiteX3" fmla="*/ 72219 w 1960876"/>
                  <a:gd name="connsiteY3" fmla="*/ 284140 h 300341"/>
                  <a:gd name="connsiteX4" fmla="*/ 1810222 w 1960876"/>
                  <a:gd name="connsiteY4" fmla="*/ 284140 h 300341"/>
                  <a:gd name="connsiteX5" fmla="*/ 1944681 w 1960876"/>
                  <a:gd name="connsiteY5" fmla="*/ 150171 h 300341"/>
                  <a:gd name="connsiteX6" fmla="*/ 1810222 w 1960876"/>
                  <a:gd name="connsiteY6" fmla="*/ 16201 h 300341"/>
                  <a:gd name="connsiteX7" fmla="*/ 72210 w 1960876"/>
                  <a:gd name="connsiteY7" fmla="*/ 0 h 300341"/>
                  <a:gd name="connsiteX8" fmla="*/ 1810231 w 1960876"/>
                  <a:gd name="connsiteY8" fmla="*/ 0 h 300341"/>
                  <a:gd name="connsiteX9" fmla="*/ 1960876 w 1960876"/>
                  <a:gd name="connsiteY9" fmla="*/ 150171 h 300341"/>
                  <a:gd name="connsiteX10" fmla="*/ 1810231 w 1960876"/>
                  <a:gd name="connsiteY10" fmla="*/ 300341 h 300341"/>
                  <a:gd name="connsiteX11" fmla="*/ 72210 w 1960876"/>
                  <a:gd name="connsiteY11" fmla="*/ 300341 h 300341"/>
                  <a:gd name="connsiteX12" fmla="*/ 0 w 1960876"/>
                  <a:gd name="connsiteY12" fmla="*/ 227118 h 300341"/>
                  <a:gd name="connsiteX13" fmla="*/ 0 w 1960876"/>
                  <a:gd name="connsiteY13" fmla="*/ 71983 h 300341"/>
                  <a:gd name="connsiteX14" fmla="*/ 72210 w 1960876"/>
                  <a:gd name="connsiteY14" fmla="*/ 0 h 300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960876" h="300341">
                    <a:moveTo>
                      <a:pt x="72219" y="16201"/>
                    </a:moveTo>
                    <a:cubicBezTo>
                      <a:pt x="41095" y="16201"/>
                      <a:pt x="16195" y="41010"/>
                      <a:pt x="16195" y="72022"/>
                    </a:cubicBezTo>
                    <a:lnTo>
                      <a:pt x="16195" y="227079"/>
                    </a:lnTo>
                    <a:cubicBezTo>
                      <a:pt x="16195" y="258091"/>
                      <a:pt x="41095" y="284140"/>
                      <a:pt x="72219" y="284140"/>
                    </a:cubicBezTo>
                    <a:lnTo>
                      <a:pt x="1810222" y="284140"/>
                    </a:lnTo>
                    <a:cubicBezTo>
                      <a:pt x="1884922" y="284140"/>
                      <a:pt x="1944681" y="224598"/>
                      <a:pt x="1944681" y="150171"/>
                    </a:cubicBezTo>
                    <a:cubicBezTo>
                      <a:pt x="1944681" y="75743"/>
                      <a:pt x="1884922" y="16201"/>
                      <a:pt x="1810222" y="16201"/>
                    </a:cubicBezTo>
                    <a:close/>
                    <a:moveTo>
                      <a:pt x="72210" y="0"/>
                    </a:moveTo>
                    <a:lnTo>
                      <a:pt x="1810231" y="0"/>
                    </a:lnTo>
                    <a:cubicBezTo>
                      <a:pt x="1893646" y="0"/>
                      <a:pt x="1960876" y="67018"/>
                      <a:pt x="1960876" y="150171"/>
                    </a:cubicBezTo>
                    <a:cubicBezTo>
                      <a:pt x="1960876" y="233323"/>
                      <a:pt x="1893646" y="300341"/>
                      <a:pt x="1810231" y="300341"/>
                    </a:cubicBezTo>
                    <a:lnTo>
                      <a:pt x="72210" y="300341"/>
                    </a:lnTo>
                    <a:cubicBezTo>
                      <a:pt x="32370" y="300341"/>
                      <a:pt x="0" y="266832"/>
                      <a:pt x="0" y="227118"/>
                    </a:cubicBezTo>
                    <a:lnTo>
                      <a:pt x="0" y="71983"/>
                    </a:lnTo>
                    <a:cubicBezTo>
                      <a:pt x="0" y="32268"/>
                      <a:pt x="32370" y="0"/>
                      <a:pt x="722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C7FE639D-E94A-914A-9816-0AB4381CE2C9}"/>
                  </a:ext>
                </a:extLst>
              </p:cNvPr>
              <p:cNvSpPr/>
              <p:nvPr/>
            </p:nvSpPr>
            <p:spPr>
              <a:xfrm>
                <a:off x="8685663" y="7439989"/>
                <a:ext cx="1380337" cy="13808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09" h="1109">
                    <a:moveTo>
                      <a:pt x="1109" y="554"/>
                    </a:moveTo>
                    <a:cubicBezTo>
                      <a:pt x="1109" y="860"/>
                      <a:pt x="860" y="1109"/>
                      <a:pt x="555" y="1109"/>
                    </a:cubicBezTo>
                    <a:cubicBezTo>
                      <a:pt x="248" y="1109"/>
                      <a:pt x="0" y="860"/>
                      <a:pt x="0" y="554"/>
                    </a:cubicBezTo>
                    <a:cubicBezTo>
                      <a:pt x="0" y="248"/>
                      <a:pt x="248" y="0"/>
                      <a:pt x="555" y="0"/>
                    </a:cubicBezTo>
                    <a:cubicBezTo>
                      <a:pt x="860" y="0"/>
                      <a:pt x="1109" y="248"/>
                      <a:pt x="1109" y="55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42AE6A1A-39D6-D04F-998C-19A16278BEC2}"/>
                  </a:ext>
                </a:extLst>
              </p:cNvPr>
              <p:cNvSpPr/>
              <p:nvPr/>
            </p:nvSpPr>
            <p:spPr>
              <a:xfrm>
                <a:off x="8678189" y="7432512"/>
                <a:ext cx="1395287" cy="1395777"/>
              </a:xfrm>
              <a:custGeom>
                <a:avLst/>
                <a:gdLst>
                  <a:gd name="connsiteX0" fmla="*/ 698265 w 1395287"/>
                  <a:gd name="connsiteY0" fmla="*/ 14954 h 1395777"/>
                  <a:gd name="connsiteX1" fmla="*/ 16195 w 1395287"/>
                  <a:gd name="connsiteY1" fmla="*/ 697265 h 1395777"/>
                  <a:gd name="connsiteX2" fmla="*/ 698265 w 1395287"/>
                  <a:gd name="connsiteY2" fmla="*/ 1379575 h 1395777"/>
                  <a:gd name="connsiteX3" fmla="*/ 1379091 w 1395287"/>
                  <a:gd name="connsiteY3" fmla="*/ 697265 h 1395777"/>
                  <a:gd name="connsiteX4" fmla="*/ 698265 w 1395287"/>
                  <a:gd name="connsiteY4" fmla="*/ 14954 h 1395777"/>
                  <a:gd name="connsiteX5" fmla="*/ 698266 w 1395287"/>
                  <a:gd name="connsiteY5" fmla="*/ 0 h 1395777"/>
                  <a:gd name="connsiteX6" fmla="*/ 1395287 w 1395287"/>
                  <a:gd name="connsiteY6" fmla="*/ 697266 h 1395777"/>
                  <a:gd name="connsiteX7" fmla="*/ 698266 w 1395287"/>
                  <a:gd name="connsiteY7" fmla="*/ 1395777 h 1395777"/>
                  <a:gd name="connsiteX8" fmla="*/ 0 w 1395287"/>
                  <a:gd name="connsiteY8" fmla="*/ 697266 h 1395777"/>
                  <a:gd name="connsiteX9" fmla="*/ 698266 w 1395287"/>
                  <a:gd name="connsiteY9" fmla="*/ 0 h 1395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5287" h="1395777">
                    <a:moveTo>
                      <a:pt x="698265" y="14954"/>
                    </a:moveTo>
                    <a:cubicBezTo>
                      <a:pt x="322380" y="14954"/>
                      <a:pt x="16195" y="321247"/>
                      <a:pt x="16195" y="697265"/>
                    </a:cubicBezTo>
                    <a:cubicBezTo>
                      <a:pt x="16195" y="1073282"/>
                      <a:pt x="322380" y="1379575"/>
                      <a:pt x="698265" y="1379575"/>
                    </a:cubicBezTo>
                    <a:cubicBezTo>
                      <a:pt x="1072906" y="1379575"/>
                      <a:pt x="1379091" y="1073282"/>
                      <a:pt x="1379091" y="697265"/>
                    </a:cubicBezTo>
                    <a:cubicBezTo>
                      <a:pt x="1379091" y="321247"/>
                      <a:pt x="1072906" y="14954"/>
                      <a:pt x="698265" y="14954"/>
                    </a:cubicBezTo>
                    <a:close/>
                    <a:moveTo>
                      <a:pt x="698266" y="0"/>
                    </a:moveTo>
                    <a:cubicBezTo>
                      <a:pt x="1081627" y="0"/>
                      <a:pt x="1395287" y="312525"/>
                      <a:pt x="1395287" y="697266"/>
                    </a:cubicBezTo>
                    <a:cubicBezTo>
                      <a:pt x="1395287" y="1082007"/>
                      <a:pt x="1081627" y="1395777"/>
                      <a:pt x="698266" y="1395777"/>
                    </a:cubicBezTo>
                    <a:cubicBezTo>
                      <a:pt x="312415" y="1395777"/>
                      <a:pt x="0" y="1082007"/>
                      <a:pt x="0" y="697266"/>
                    </a:cubicBezTo>
                    <a:cubicBezTo>
                      <a:pt x="0" y="312525"/>
                      <a:pt x="312415" y="0"/>
                      <a:pt x="6982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4754F7A3-69FA-3E44-A7FB-ADBBDCE9FE18}"/>
                  </a:ext>
                </a:extLst>
              </p:cNvPr>
              <p:cNvSpPr/>
              <p:nvPr/>
            </p:nvSpPr>
            <p:spPr>
              <a:xfrm>
                <a:off x="10109603" y="7780210"/>
                <a:ext cx="1447610" cy="623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63" h="51">
                    <a:moveTo>
                      <a:pt x="26" y="51"/>
                    </a:moveTo>
                    <a:cubicBezTo>
                      <a:pt x="12" y="51"/>
                      <a:pt x="0" y="39"/>
                      <a:pt x="0" y="25"/>
                    </a:cubicBezTo>
                    <a:cubicBezTo>
                      <a:pt x="0" y="11"/>
                      <a:pt x="12" y="0"/>
                      <a:pt x="26" y="0"/>
                    </a:cubicBezTo>
                    <a:lnTo>
                      <a:pt x="1137" y="0"/>
                    </a:lnTo>
                    <a:cubicBezTo>
                      <a:pt x="1152" y="0"/>
                      <a:pt x="1163" y="11"/>
                      <a:pt x="1163" y="25"/>
                    </a:cubicBezTo>
                    <a:cubicBezTo>
                      <a:pt x="1163" y="39"/>
                      <a:pt x="1152" y="51"/>
                      <a:pt x="1137" y="5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3" name="Freeform 342">
                <a:extLst>
                  <a:ext uri="{FF2B5EF4-FFF2-40B4-BE49-F238E27FC236}">
                    <a16:creationId xmlns:a16="http://schemas.microsoft.com/office/drawing/2014/main" id="{04364171-E934-DB4B-86D1-24E97A605C79}"/>
                  </a:ext>
                </a:extLst>
              </p:cNvPr>
              <p:cNvSpPr/>
              <p:nvPr/>
            </p:nvSpPr>
            <p:spPr>
              <a:xfrm>
                <a:off x="10100883" y="7771486"/>
                <a:ext cx="1465051" cy="78512"/>
              </a:xfrm>
              <a:custGeom>
                <a:avLst/>
                <a:gdLst>
                  <a:gd name="connsiteX0" fmla="*/ 41086 w 1465051"/>
                  <a:gd name="connsiteY0" fmla="*/ 17447 h 78512"/>
                  <a:gd name="connsiteX1" fmla="*/ 17437 w 1465051"/>
                  <a:gd name="connsiteY1" fmla="*/ 39273 h 78512"/>
                  <a:gd name="connsiteX2" fmla="*/ 41086 w 1465051"/>
                  <a:gd name="connsiteY2" fmla="*/ 62311 h 78512"/>
                  <a:gd name="connsiteX3" fmla="*/ 1423957 w 1465051"/>
                  <a:gd name="connsiteY3" fmla="*/ 62311 h 78512"/>
                  <a:gd name="connsiteX4" fmla="*/ 1447606 w 1465051"/>
                  <a:gd name="connsiteY4" fmla="*/ 39273 h 78512"/>
                  <a:gd name="connsiteX5" fmla="*/ 1423957 w 1465051"/>
                  <a:gd name="connsiteY5" fmla="*/ 17447 h 78512"/>
                  <a:gd name="connsiteX6" fmla="*/ 41076 w 1465051"/>
                  <a:gd name="connsiteY6" fmla="*/ 0 h 78512"/>
                  <a:gd name="connsiteX7" fmla="*/ 1423975 w 1465051"/>
                  <a:gd name="connsiteY7" fmla="*/ 0 h 78512"/>
                  <a:gd name="connsiteX8" fmla="*/ 1465051 w 1465051"/>
                  <a:gd name="connsiteY8" fmla="*/ 39256 h 78512"/>
                  <a:gd name="connsiteX9" fmla="*/ 1423975 w 1465051"/>
                  <a:gd name="connsiteY9" fmla="*/ 78512 h 78512"/>
                  <a:gd name="connsiteX10" fmla="*/ 41076 w 1465051"/>
                  <a:gd name="connsiteY10" fmla="*/ 78512 h 78512"/>
                  <a:gd name="connsiteX11" fmla="*/ 0 w 1465051"/>
                  <a:gd name="connsiteY11" fmla="*/ 39256 h 78512"/>
                  <a:gd name="connsiteX12" fmla="*/ 41076 w 1465051"/>
                  <a:gd name="connsiteY12" fmla="*/ 0 h 78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65051" h="78512">
                    <a:moveTo>
                      <a:pt x="41086" y="17447"/>
                    </a:moveTo>
                    <a:cubicBezTo>
                      <a:pt x="27395" y="17447"/>
                      <a:pt x="17437" y="27148"/>
                      <a:pt x="17437" y="39273"/>
                    </a:cubicBezTo>
                    <a:cubicBezTo>
                      <a:pt x="17437" y="51398"/>
                      <a:pt x="27395" y="62311"/>
                      <a:pt x="41086" y="62311"/>
                    </a:cubicBezTo>
                    <a:lnTo>
                      <a:pt x="1423957" y="62311"/>
                    </a:lnTo>
                    <a:cubicBezTo>
                      <a:pt x="1437648" y="62311"/>
                      <a:pt x="1447606" y="51398"/>
                      <a:pt x="1447606" y="39273"/>
                    </a:cubicBezTo>
                    <a:cubicBezTo>
                      <a:pt x="1447606" y="27148"/>
                      <a:pt x="1437648" y="17447"/>
                      <a:pt x="1423957" y="17447"/>
                    </a:cubicBezTo>
                    <a:close/>
                    <a:moveTo>
                      <a:pt x="41076" y="0"/>
                    </a:moveTo>
                    <a:lnTo>
                      <a:pt x="1423975" y="0"/>
                    </a:lnTo>
                    <a:cubicBezTo>
                      <a:pt x="1446380" y="0"/>
                      <a:pt x="1465051" y="17175"/>
                      <a:pt x="1465051" y="39256"/>
                    </a:cubicBezTo>
                    <a:cubicBezTo>
                      <a:pt x="1465051" y="61338"/>
                      <a:pt x="1446380" y="78512"/>
                      <a:pt x="1423975" y="78512"/>
                    </a:cubicBezTo>
                    <a:lnTo>
                      <a:pt x="41076" y="78512"/>
                    </a:lnTo>
                    <a:cubicBezTo>
                      <a:pt x="18671" y="78512"/>
                      <a:pt x="0" y="61338"/>
                      <a:pt x="0" y="39256"/>
                    </a:cubicBezTo>
                    <a:cubicBezTo>
                      <a:pt x="0" y="17175"/>
                      <a:pt x="18671" y="0"/>
                      <a:pt x="410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B7B9A1CB-741C-0A49-B981-7033AD794F94}"/>
                  </a:ext>
                </a:extLst>
              </p:cNvPr>
              <p:cNvSpPr/>
              <p:nvPr/>
            </p:nvSpPr>
            <p:spPr>
              <a:xfrm>
                <a:off x="11075092" y="8205174"/>
                <a:ext cx="56808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7" h="14">
                    <a:moveTo>
                      <a:pt x="451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451" y="0"/>
                    </a:lnTo>
                    <a:cubicBezTo>
                      <a:pt x="454" y="0"/>
                      <a:pt x="457" y="3"/>
                      <a:pt x="457" y="7"/>
                    </a:cubicBezTo>
                    <a:cubicBezTo>
                      <a:pt x="457" y="11"/>
                      <a:pt x="454" y="14"/>
                      <a:pt x="451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125CBE76-758F-F04B-9030-13096D991428}"/>
                  </a:ext>
                </a:extLst>
              </p:cNvPr>
              <p:cNvSpPr/>
              <p:nvPr/>
            </p:nvSpPr>
            <p:spPr>
              <a:xfrm>
                <a:off x="10307684" y="8205174"/>
                <a:ext cx="533199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9" h="14">
                    <a:moveTo>
                      <a:pt x="422" y="14"/>
                    </a:moveTo>
                    <a:lnTo>
                      <a:pt x="6" y="14"/>
                    </a:lnTo>
                    <a:cubicBezTo>
                      <a:pt x="2" y="14"/>
                      <a:pt x="0" y="11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422" y="0"/>
                    </a:lnTo>
                    <a:cubicBezTo>
                      <a:pt x="426" y="0"/>
                      <a:pt x="429" y="3"/>
                      <a:pt x="429" y="7"/>
                    </a:cubicBezTo>
                    <a:cubicBezTo>
                      <a:pt x="429" y="11"/>
                      <a:pt x="426" y="14"/>
                      <a:pt x="42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63003093-B99A-4B43-846C-E2A7F99844AD}"/>
                  </a:ext>
                </a:extLst>
              </p:cNvPr>
              <p:cNvSpPr/>
              <p:nvPr/>
            </p:nvSpPr>
            <p:spPr>
              <a:xfrm>
                <a:off x="11334217" y="8358460"/>
                <a:ext cx="308956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9" h="14">
                    <a:moveTo>
                      <a:pt x="243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43" y="0"/>
                    </a:lnTo>
                    <a:cubicBezTo>
                      <a:pt x="246" y="0"/>
                      <a:pt x="249" y="3"/>
                      <a:pt x="249" y="7"/>
                    </a:cubicBezTo>
                    <a:cubicBezTo>
                      <a:pt x="249" y="11"/>
                      <a:pt x="246" y="14"/>
                      <a:pt x="243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2A422967-5730-6449-8A83-BA65B97512C8}"/>
                  </a:ext>
                </a:extLst>
              </p:cNvPr>
              <p:cNvSpPr/>
              <p:nvPr/>
            </p:nvSpPr>
            <p:spPr>
              <a:xfrm>
                <a:off x="10307684" y="8358460"/>
                <a:ext cx="822223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1" h="14">
                    <a:moveTo>
                      <a:pt x="655" y="14"/>
                    </a:moveTo>
                    <a:lnTo>
                      <a:pt x="6" y="14"/>
                    </a:lnTo>
                    <a:cubicBezTo>
                      <a:pt x="2" y="14"/>
                      <a:pt x="0" y="11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655" y="0"/>
                    </a:lnTo>
                    <a:cubicBezTo>
                      <a:pt x="659" y="0"/>
                      <a:pt x="661" y="3"/>
                      <a:pt x="661" y="7"/>
                    </a:cubicBezTo>
                    <a:cubicBezTo>
                      <a:pt x="661" y="11"/>
                      <a:pt x="659" y="14"/>
                      <a:pt x="655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5ECBB196-2477-4B49-9FB5-30C1816EBBBD}"/>
                  </a:ext>
                </a:extLst>
              </p:cNvPr>
              <p:cNvSpPr/>
              <p:nvPr/>
            </p:nvSpPr>
            <p:spPr>
              <a:xfrm>
                <a:off x="10307684" y="8510500"/>
                <a:ext cx="1335489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73" h="14">
                    <a:moveTo>
                      <a:pt x="1067" y="14"/>
                    </a:moveTo>
                    <a:lnTo>
                      <a:pt x="6" y="14"/>
                    </a:lnTo>
                    <a:cubicBezTo>
                      <a:pt x="2" y="14"/>
                      <a:pt x="0" y="11"/>
                      <a:pt x="0" y="7"/>
                    </a:cubicBezTo>
                    <a:cubicBezTo>
                      <a:pt x="0" y="4"/>
                      <a:pt x="2" y="0"/>
                      <a:pt x="6" y="0"/>
                    </a:cubicBezTo>
                    <a:lnTo>
                      <a:pt x="1067" y="0"/>
                    </a:lnTo>
                    <a:cubicBezTo>
                      <a:pt x="1070" y="0"/>
                      <a:pt x="1073" y="4"/>
                      <a:pt x="1073" y="7"/>
                    </a:cubicBezTo>
                    <a:cubicBezTo>
                      <a:pt x="1073" y="11"/>
                      <a:pt x="1070" y="14"/>
                      <a:pt x="106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4" name="Freeform 343">
                <a:extLst>
                  <a:ext uri="{FF2B5EF4-FFF2-40B4-BE49-F238E27FC236}">
                    <a16:creationId xmlns:a16="http://schemas.microsoft.com/office/drawing/2014/main" id="{7D05CFEB-EAE5-284F-B999-68FDDDB3F8D3}"/>
                  </a:ext>
                </a:extLst>
              </p:cNvPr>
              <p:cNvSpPr/>
              <p:nvPr/>
            </p:nvSpPr>
            <p:spPr>
              <a:xfrm>
                <a:off x="12626099" y="7264271"/>
                <a:ext cx="204310" cy="205628"/>
              </a:xfrm>
              <a:custGeom>
                <a:avLst/>
                <a:gdLst>
                  <a:gd name="connsiteX0" fmla="*/ 101536 w 204310"/>
                  <a:gd name="connsiteY0" fmla="*/ 17447 h 205628"/>
                  <a:gd name="connsiteX1" fmla="*/ 16195 w 204310"/>
                  <a:gd name="connsiteY1" fmla="*/ 102819 h 205628"/>
                  <a:gd name="connsiteX2" fmla="*/ 101536 w 204310"/>
                  <a:gd name="connsiteY2" fmla="*/ 189427 h 205628"/>
                  <a:gd name="connsiteX3" fmla="*/ 188114 w 204310"/>
                  <a:gd name="connsiteY3" fmla="*/ 102819 h 205628"/>
                  <a:gd name="connsiteX4" fmla="*/ 101536 w 204310"/>
                  <a:gd name="connsiteY4" fmla="*/ 17447 h 205628"/>
                  <a:gd name="connsiteX5" fmla="*/ 101536 w 204310"/>
                  <a:gd name="connsiteY5" fmla="*/ 0 h 205628"/>
                  <a:gd name="connsiteX6" fmla="*/ 204310 w 204310"/>
                  <a:gd name="connsiteY6" fmla="*/ 102814 h 205628"/>
                  <a:gd name="connsiteX7" fmla="*/ 101536 w 204310"/>
                  <a:gd name="connsiteY7" fmla="*/ 205628 h 205628"/>
                  <a:gd name="connsiteX8" fmla="*/ 0 w 204310"/>
                  <a:gd name="connsiteY8" fmla="*/ 102814 h 205628"/>
                  <a:gd name="connsiteX9" fmla="*/ 101536 w 204310"/>
                  <a:gd name="connsiteY9" fmla="*/ 0 h 205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4310" h="205628">
                    <a:moveTo>
                      <a:pt x="101536" y="17447"/>
                    </a:moveTo>
                    <a:cubicBezTo>
                      <a:pt x="54537" y="17447"/>
                      <a:pt x="16195" y="55802"/>
                      <a:pt x="16195" y="102819"/>
                    </a:cubicBezTo>
                    <a:cubicBezTo>
                      <a:pt x="16195" y="151072"/>
                      <a:pt x="54537" y="189427"/>
                      <a:pt x="101536" y="189427"/>
                    </a:cubicBezTo>
                    <a:cubicBezTo>
                      <a:pt x="149772" y="189427"/>
                      <a:pt x="188114" y="151072"/>
                      <a:pt x="188114" y="102819"/>
                    </a:cubicBezTo>
                    <a:cubicBezTo>
                      <a:pt x="188114" y="55802"/>
                      <a:pt x="149772" y="17447"/>
                      <a:pt x="101536" y="17447"/>
                    </a:cubicBezTo>
                    <a:close/>
                    <a:moveTo>
                      <a:pt x="101536" y="0"/>
                    </a:moveTo>
                    <a:cubicBezTo>
                      <a:pt x="158495" y="0"/>
                      <a:pt x="204310" y="47072"/>
                      <a:pt x="204310" y="102814"/>
                    </a:cubicBezTo>
                    <a:cubicBezTo>
                      <a:pt x="204310" y="159795"/>
                      <a:pt x="158495" y="205628"/>
                      <a:pt x="101536" y="205628"/>
                    </a:cubicBezTo>
                    <a:cubicBezTo>
                      <a:pt x="45815" y="205628"/>
                      <a:pt x="0" y="159795"/>
                      <a:pt x="0" y="102814"/>
                    </a:cubicBezTo>
                    <a:cubicBezTo>
                      <a:pt x="0" y="47072"/>
                      <a:pt x="45815" y="0"/>
                      <a:pt x="101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0732A7F4-3D1B-8C45-9489-DBAC1D59316B}"/>
                  </a:ext>
                </a:extLst>
              </p:cNvPr>
              <p:cNvSpPr/>
              <p:nvPr/>
            </p:nvSpPr>
            <p:spPr>
              <a:xfrm>
                <a:off x="12354517" y="7494823"/>
                <a:ext cx="200572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2" h="13">
                    <a:moveTo>
                      <a:pt x="156" y="13"/>
                    </a:moveTo>
                    <a:lnTo>
                      <a:pt x="7" y="13"/>
                    </a:lnTo>
                    <a:cubicBezTo>
                      <a:pt x="4" y="13"/>
                      <a:pt x="0" y="10"/>
                      <a:pt x="0" y="6"/>
                    </a:cubicBezTo>
                    <a:cubicBezTo>
                      <a:pt x="0" y="3"/>
                      <a:pt x="4" y="0"/>
                      <a:pt x="7" y="0"/>
                    </a:cubicBezTo>
                    <a:lnTo>
                      <a:pt x="156" y="0"/>
                    </a:lnTo>
                    <a:cubicBezTo>
                      <a:pt x="159" y="0"/>
                      <a:pt x="162" y="3"/>
                      <a:pt x="162" y="6"/>
                    </a:cubicBezTo>
                    <a:cubicBezTo>
                      <a:pt x="162" y="10"/>
                      <a:pt x="159" y="13"/>
                      <a:pt x="156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DAC3D0ED-FDC6-8C4E-80F0-B15AF133855F}"/>
                  </a:ext>
                </a:extLst>
              </p:cNvPr>
              <p:cNvSpPr/>
              <p:nvPr/>
            </p:nvSpPr>
            <p:spPr>
              <a:xfrm>
                <a:off x="12811726" y="7251808"/>
                <a:ext cx="48586" cy="648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" h="53">
                    <a:moveTo>
                      <a:pt x="33" y="53"/>
                    </a:moveTo>
                    <a:cubicBezTo>
                      <a:pt x="30" y="53"/>
                      <a:pt x="27" y="50"/>
                      <a:pt x="27" y="46"/>
                    </a:cubicBezTo>
                    <a:cubicBezTo>
                      <a:pt x="27" y="18"/>
                      <a:pt x="6" y="14"/>
                      <a:pt x="5" y="13"/>
                    </a:cubicBezTo>
                    <a:cubicBezTo>
                      <a:pt x="1" y="13"/>
                      <a:pt x="-1" y="9"/>
                      <a:pt x="0" y="5"/>
                    </a:cubicBezTo>
                    <a:cubicBezTo>
                      <a:pt x="1" y="2"/>
                      <a:pt x="4" y="0"/>
                      <a:pt x="8" y="0"/>
                    </a:cubicBezTo>
                    <a:cubicBezTo>
                      <a:pt x="19" y="3"/>
                      <a:pt x="40" y="15"/>
                      <a:pt x="40" y="46"/>
                    </a:cubicBezTo>
                    <a:cubicBezTo>
                      <a:pt x="40" y="50"/>
                      <a:pt x="37" y="53"/>
                      <a:pt x="33" y="5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E398F844-86B2-E144-83B4-89A8269C254D}"/>
                  </a:ext>
                </a:extLst>
              </p:cNvPr>
              <p:cNvSpPr/>
              <p:nvPr/>
            </p:nvSpPr>
            <p:spPr>
              <a:xfrm>
                <a:off x="12822934" y="7210683"/>
                <a:ext cx="78485" cy="1071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4" h="87">
                    <a:moveTo>
                      <a:pt x="57" y="87"/>
                    </a:moveTo>
                    <a:cubicBezTo>
                      <a:pt x="53" y="87"/>
                      <a:pt x="50" y="83"/>
                      <a:pt x="50" y="80"/>
                    </a:cubicBezTo>
                    <a:cubicBezTo>
                      <a:pt x="50" y="23"/>
                      <a:pt x="7" y="13"/>
                      <a:pt x="5" y="13"/>
                    </a:cubicBezTo>
                    <a:cubicBezTo>
                      <a:pt x="2" y="12"/>
                      <a:pt x="-1" y="9"/>
                      <a:pt x="0" y="5"/>
                    </a:cubicBezTo>
                    <a:cubicBezTo>
                      <a:pt x="1" y="1"/>
                      <a:pt x="4" y="-1"/>
                      <a:pt x="8" y="0"/>
                    </a:cubicBezTo>
                    <a:cubicBezTo>
                      <a:pt x="8" y="0"/>
                      <a:pt x="64" y="12"/>
                      <a:pt x="64" y="80"/>
                    </a:cubicBezTo>
                    <a:cubicBezTo>
                      <a:pt x="64" y="83"/>
                      <a:pt x="60" y="87"/>
                      <a:pt x="57" y="8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5" name="Freeform 344">
                <a:extLst>
                  <a:ext uri="{FF2B5EF4-FFF2-40B4-BE49-F238E27FC236}">
                    <a16:creationId xmlns:a16="http://schemas.microsoft.com/office/drawing/2014/main" id="{896D2B3B-3023-884C-8BA1-E9460B1DC431}"/>
                  </a:ext>
                </a:extLst>
              </p:cNvPr>
              <p:cNvSpPr/>
              <p:nvPr/>
            </p:nvSpPr>
            <p:spPr>
              <a:xfrm>
                <a:off x="12626099" y="7781452"/>
                <a:ext cx="204310" cy="204382"/>
              </a:xfrm>
              <a:custGeom>
                <a:avLst/>
                <a:gdLst>
                  <a:gd name="connsiteX0" fmla="*/ 101536 w 204310"/>
                  <a:gd name="connsiteY0" fmla="*/ 17451 h 204382"/>
                  <a:gd name="connsiteX1" fmla="*/ 16195 w 204310"/>
                  <a:gd name="connsiteY1" fmla="*/ 102818 h 204382"/>
                  <a:gd name="connsiteX2" fmla="*/ 101536 w 204310"/>
                  <a:gd name="connsiteY2" fmla="*/ 188184 h 204382"/>
                  <a:gd name="connsiteX3" fmla="*/ 188114 w 204310"/>
                  <a:gd name="connsiteY3" fmla="*/ 102818 h 204382"/>
                  <a:gd name="connsiteX4" fmla="*/ 101536 w 204310"/>
                  <a:gd name="connsiteY4" fmla="*/ 17451 h 204382"/>
                  <a:gd name="connsiteX5" fmla="*/ 101536 w 204310"/>
                  <a:gd name="connsiteY5" fmla="*/ 0 h 204382"/>
                  <a:gd name="connsiteX6" fmla="*/ 204310 w 204310"/>
                  <a:gd name="connsiteY6" fmla="*/ 102811 h 204382"/>
                  <a:gd name="connsiteX7" fmla="*/ 101536 w 204310"/>
                  <a:gd name="connsiteY7" fmla="*/ 204382 h 204382"/>
                  <a:gd name="connsiteX8" fmla="*/ 0 w 204310"/>
                  <a:gd name="connsiteY8" fmla="*/ 102811 h 204382"/>
                  <a:gd name="connsiteX9" fmla="*/ 101536 w 204310"/>
                  <a:gd name="connsiteY9" fmla="*/ 0 h 20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4310" h="204382">
                    <a:moveTo>
                      <a:pt x="101536" y="17451"/>
                    </a:moveTo>
                    <a:cubicBezTo>
                      <a:pt x="54537" y="17451"/>
                      <a:pt x="16195" y="55804"/>
                      <a:pt x="16195" y="102818"/>
                    </a:cubicBezTo>
                    <a:cubicBezTo>
                      <a:pt x="16195" y="149831"/>
                      <a:pt x="54537" y="188184"/>
                      <a:pt x="101536" y="188184"/>
                    </a:cubicBezTo>
                    <a:cubicBezTo>
                      <a:pt x="149772" y="188184"/>
                      <a:pt x="188114" y="149831"/>
                      <a:pt x="188114" y="102818"/>
                    </a:cubicBezTo>
                    <a:cubicBezTo>
                      <a:pt x="188114" y="55804"/>
                      <a:pt x="149772" y="17451"/>
                      <a:pt x="101536" y="17451"/>
                    </a:cubicBezTo>
                    <a:close/>
                    <a:moveTo>
                      <a:pt x="101536" y="0"/>
                    </a:moveTo>
                    <a:cubicBezTo>
                      <a:pt x="158495" y="0"/>
                      <a:pt x="204310" y="47070"/>
                      <a:pt x="204310" y="102811"/>
                    </a:cubicBezTo>
                    <a:cubicBezTo>
                      <a:pt x="204310" y="159790"/>
                      <a:pt x="158495" y="204382"/>
                      <a:pt x="101536" y="204382"/>
                    </a:cubicBezTo>
                    <a:cubicBezTo>
                      <a:pt x="45815" y="204382"/>
                      <a:pt x="0" y="159790"/>
                      <a:pt x="0" y="102811"/>
                    </a:cubicBezTo>
                    <a:cubicBezTo>
                      <a:pt x="0" y="47070"/>
                      <a:pt x="45815" y="0"/>
                      <a:pt x="101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FA97D228-EA1D-9D48-9614-26DE63638A62}"/>
                  </a:ext>
                </a:extLst>
              </p:cNvPr>
              <p:cNvSpPr/>
              <p:nvPr/>
            </p:nvSpPr>
            <p:spPr>
              <a:xfrm>
                <a:off x="12354517" y="8010762"/>
                <a:ext cx="200572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2" h="14">
                    <a:moveTo>
                      <a:pt x="156" y="14"/>
                    </a:moveTo>
                    <a:lnTo>
                      <a:pt x="7" y="14"/>
                    </a:lnTo>
                    <a:cubicBezTo>
                      <a:pt x="4" y="14"/>
                      <a:pt x="0" y="11"/>
                      <a:pt x="0" y="7"/>
                    </a:cubicBezTo>
                    <a:cubicBezTo>
                      <a:pt x="0" y="3"/>
                      <a:pt x="4" y="0"/>
                      <a:pt x="7" y="0"/>
                    </a:cubicBezTo>
                    <a:lnTo>
                      <a:pt x="156" y="0"/>
                    </a:lnTo>
                    <a:cubicBezTo>
                      <a:pt x="159" y="0"/>
                      <a:pt x="162" y="3"/>
                      <a:pt x="162" y="7"/>
                    </a:cubicBezTo>
                    <a:cubicBezTo>
                      <a:pt x="162" y="11"/>
                      <a:pt x="159" y="14"/>
                      <a:pt x="15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2EA069C1-AD37-4B45-8161-536304645974}"/>
                  </a:ext>
                </a:extLst>
              </p:cNvPr>
              <p:cNvSpPr/>
              <p:nvPr/>
            </p:nvSpPr>
            <p:spPr>
              <a:xfrm>
                <a:off x="12626099" y="8298641"/>
                <a:ext cx="204310" cy="204382"/>
              </a:xfrm>
              <a:custGeom>
                <a:avLst/>
                <a:gdLst>
                  <a:gd name="connsiteX0" fmla="*/ 101536 w 204310"/>
                  <a:gd name="connsiteY0" fmla="*/ 16201 h 204382"/>
                  <a:gd name="connsiteX1" fmla="*/ 16195 w 204310"/>
                  <a:gd name="connsiteY1" fmla="*/ 101572 h 204382"/>
                  <a:gd name="connsiteX2" fmla="*/ 101536 w 204310"/>
                  <a:gd name="connsiteY2" fmla="*/ 188181 h 204382"/>
                  <a:gd name="connsiteX3" fmla="*/ 188114 w 204310"/>
                  <a:gd name="connsiteY3" fmla="*/ 101572 h 204382"/>
                  <a:gd name="connsiteX4" fmla="*/ 101536 w 204310"/>
                  <a:gd name="connsiteY4" fmla="*/ 16201 h 204382"/>
                  <a:gd name="connsiteX5" fmla="*/ 101536 w 204310"/>
                  <a:gd name="connsiteY5" fmla="*/ 0 h 204382"/>
                  <a:gd name="connsiteX6" fmla="*/ 204310 w 204310"/>
                  <a:gd name="connsiteY6" fmla="*/ 101572 h 204382"/>
                  <a:gd name="connsiteX7" fmla="*/ 101536 w 204310"/>
                  <a:gd name="connsiteY7" fmla="*/ 204382 h 204382"/>
                  <a:gd name="connsiteX8" fmla="*/ 0 w 204310"/>
                  <a:gd name="connsiteY8" fmla="*/ 101572 h 204382"/>
                  <a:gd name="connsiteX9" fmla="*/ 101536 w 204310"/>
                  <a:gd name="connsiteY9" fmla="*/ 0 h 20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4310" h="204382">
                    <a:moveTo>
                      <a:pt x="101536" y="16201"/>
                    </a:moveTo>
                    <a:cubicBezTo>
                      <a:pt x="54537" y="16201"/>
                      <a:pt x="16195" y="54556"/>
                      <a:pt x="16195" y="101572"/>
                    </a:cubicBezTo>
                    <a:cubicBezTo>
                      <a:pt x="16195" y="148588"/>
                      <a:pt x="54537" y="188181"/>
                      <a:pt x="101536" y="188181"/>
                    </a:cubicBezTo>
                    <a:cubicBezTo>
                      <a:pt x="149772" y="188181"/>
                      <a:pt x="188114" y="148588"/>
                      <a:pt x="188114" y="101572"/>
                    </a:cubicBezTo>
                    <a:cubicBezTo>
                      <a:pt x="188114" y="54556"/>
                      <a:pt x="149772" y="16201"/>
                      <a:pt x="101536" y="16201"/>
                    </a:cubicBezTo>
                    <a:close/>
                    <a:moveTo>
                      <a:pt x="101536" y="0"/>
                    </a:moveTo>
                    <a:cubicBezTo>
                      <a:pt x="158495" y="0"/>
                      <a:pt x="204310" y="45831"/>
                      <a:pt x="204310" y="101572"/>
                    </a:cubicBezTo>
                    <a:cubicBezTo>
                      <a:pt x="204310" y="158551"/>
                      <a:pt x="158495" y="204382"/>
                      <a:pt x="101536" y="204382"/>
                    </a:cubicBezTo>
                    <a:cubicBezTo>
                      <a:pt x="45815" y="204382"/>
                      <a:pt x="0" y="158551"/>
                      <a:pt x="0" y="101572"/>
                    </a:cubicBezTo>
                    <a:cubicBezTo>
                      <a:pt x="0" y="45831"/>
                      <a:pt x="45815" y="0"/>
                      <a:pt x="101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B04D5888-13FA-074A-A04A-3267C1996FCA}"/>
                  </a:ext>
                </a:extLst>
              </p:cNvPr>
              <p:cNvSpPr/>
              <p:nvPr/>
            </p:nvSpPr>
            <p:spPr>
              <a:xfrm>
                <a:off x="12354517" y="8527947"/>
                <a:ext cx="200572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2" h="13">
                    <a:moveTo>
                      <a:pt x="156" y="13"/>
                    </a:moveTo>
                    <a:lnTo>
                      <a:pt x="7" y="13"/>
                    </a:lnTo>
                    <a:cubicBezTo>
                      <a:pt x="4" y="13"/>
                      <a:pt x="0" y="10"/>
                      <a:pt x="0" y="7"/>
                    </a:cubicBezTo>
                    <a:cubicBezTo>
                      <a:pt x="0" y="3"/>
                      <a:pt x="4" y="0"/>
                      <a:pt x="7" y="0"/>
                    </a:cubicBezTo>
                    <a:lnTo>
                      <a:pt x="156" y="0"/>
                    </a:lnTo>
                    <a:cubicBezTo>
                      <a:pt x="159" y="0"/>
                      <a:pt x="162" y="3"/>
                      <a:pt x="162" y="7"/>
                    </a:cubicBezTo>
                    <a:cubicBezTo>
                      <a:pt x="162" y="10"/>
                      <a:pt x="159" y="13"/>
                      <a:pt x="156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1B7ECE18-238A-7E42-B792-D09CFFFBC4C4}"/>
                  </a:ext>
                </a:extLst>
              </p:cNvPr>
              <p:cNvSpPr/>
              <p:nvPr/>
            </p:nvSpPr>
            <p:spPr>
              <a:xfrm>
                <a:off x="12294722" y="7150864"/>
                <a:ext cx="867071" cy="432442"/>
              </a:xfrm>
              <a:custGeom>
                <a:avLst/>
                <a:gdLst>
                  <a:gd name="connsiteX0" fmla="*/ 51023 w 867071"/>
                  <a:gd name="connsiteY0" fmla="*/ 16197 h 432442"/>
                  <a:gd name="connsiteX1" fmla="*/ 14949 w 867071"/>
                  <a:gd name="connsiteY1" fmla="*/ 52226 h 432442"/>
                  <a:gd name="connsiteX2" fmla="*/ 14949 w 867071"/>
                  <a:gd name="connsiteY2" fmla="*/ 382697 h 432442"/>
                  <a:gd name="connsiteX3" fmla="*/ 51023 w 867071"/>
                  <a:gd name="connsiteY3" fmla="*/ 417483 h 432442"/>
                  <a:gd name="connsiteX4" fmla="*/ 816045 w 867071"/>
                  <a:gd name="connsiteY4" fmla="*/ 417483 h 432442"/>
                  <a:gd name="connsiteX5" fmla="*/ 850875 w 867071"/>
                  <a:gd name="connsiteY5" fmla="*/ 382697 h 432442"/>
                  <a:gd name="connsiteX6" fmla="*/ 850875 w 867071"/>
                  <a:gd name="connsiteY6" fmla="*/ 52226 h 432442"/>
                  <a:gd name="connsiteX7" fmla="*/ 816045 w 867071"/>
                  <a:gd name="connsiteY7" fmla="*/ 16197 h 432442"/>
                  <a:gd name="connsiteX8" fmla="*/ 51004 w 867071"/>
                  <a:gd name="connsiteY8" fmla="*/ 0 h 432442"/>
                  <a:gd name="connsiteX9" fmla="*/ 816067 w 867071"/>
                  <a:gd name="connsiteY9" fmla="*/ 0 h 432442"/>
                  <a:gd name="connsiteX10" fmla="*/ 867071 w 867071"/>
                  <a:gd name="connsiteY10" fmla="*/ 52192 h 432442"/>
                  <a:gd name="connsiteX11" fmla="*/ 867071 w 867071"/>
                  <a:gd name="connsiteY11" fmla="*/ 382736 h 432442"/>
                  <a:gd name="connsiteX12" fmla="*/ 816067 w 867071"/>
                  <a:gd name="connsiteY12" fmla="*/ 432442 h 432442"/>
                  <a:gd name="connsiteX13" fmla="*/ 51004 w 867071"/>
                  <a:gd name="connsiteY13" fmla="*/ 432442 h 432442"/>
                  <a:gd name="connsiteX14" fmla="*/ 0 w 867071"/>
                  <a:gd name="connsiteY14" fmla="*/ 382736 h 432442"/>
                  <a:gd name="connsiteX15" fmla="*/ 0 w 867071"/>
                  <a:gd name="connsiteY15" fmla="*/ 52192 h 432442"/>
                  <a:gd name="connsiteX16" fmla="*/ 51004 w 867071"/>
                  <a:gd name="connsiteY16" fmla="*/ 0 h 432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67071" h="432442">
                    <a:moveTo>
                      <a:pt x="51023" y="16197"/>
                    </a:moveTo>
                    <a:cubicBezTo>
                      <a:pt x="31120" y="16197"/>
                      <a:pt x="14949" y="32348"/>
                      <a:pt x="14949" y="52226"/>
                    </a:cubicBezTo>
                    <a:lnTo>
                      <a:pt x="14949" y="382697"/>
                    </a:lnTo>
                    <a:cubicBezTo>
                      <a:pt x="14949" y="401332"/>
                      <a:pt x="31120" y="417483"/>
                      <a:pt x="51023" y="417483"/>
                    </a:cubicBezTo>
                    <a:lnTo>
                      <a:pt x="816045" y="417483"/>
                    </a:lnTo>
                    <a:cubicBezTo>
                      <a:pt x="834704" y="417483"/>
                      <a:pt x="850875" y="401332"/>
                      <a:pt x="850875" y="382697"/>
                    </a:cubicBezTo>
                    <a:lnTo>
                      <a:pt x="850875" y="52226"/>
                    </a:lnTo>
                    <a:cubicBezTo>
                      <a:pt x="850875" y="32348"/>
                      <a:pt x="834704" y="16197"/>
                      <a:pt x="816045" y="16197"/>
                    </a:cubicBezTo>
                    <a:close/>
                    <a:moveTo>
                      <a:pt x="51004" y="0"/>
                    </a:moveTo>
                    <a:lnTo>
                      <a:pt x="816067" y="0"/>
                    </a:lnTo>
                    <a:cubicBezTo>
                      <a:pt x="843435" y="0"/>
                      <a:pt x="867071" y="22368"/>
                      <a:pt x="867071" y="52192"/>
                    </a:cubicBezTo>
                    <a:lnTo>
                      <a:pt x="867071" y="382736"/>
                    </a:lnTo>
                    <a:cubicBezTo>
                      <a:pt x="867071" y="410075"/>
                      <a:pt x="843435" y="432442"/>
                      <a:pt x="816067" y="432442"/>
                    </a:cubicBezTo>
                    <a:lnTo>
                      <a:pt x="51004" y="432442"/>
                    </a:lnTo>
                    <a:cubicBezTo>
                      <a:pt x="22392" y="432442"/>
                      <a:pt x="0" y="410075"/>
                      <a:pt x="0" y="382736"/>
                    </a:cubicBezTo>
                    <a:lnTo>
                      <a:pt x="0" y="52192"/>
                    </a:lnTo>
                    <a:cubicBezTo>
                      <a:pt x="0" y="22368"/>
                      <a:pt x="22392" y="0"/>
                      <a:pt x="510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8" name="Freeform 347">
                <a:extLst>
                  <a:ext uri="{FF2B5EF4-FFF2-40B4-BE49-F238E27FC236}">
                    <a16:creationId xmlns:a16="http://schemas.microsoft.com/office/drawing/2014/main" id="{9C2BAB6F-6E7C-134E-A487-67BCE66E83E7}"/>
                  </a:ext>
                </a:extLst>
              </p:cNvPr>
              <p:cNvSpPr/>
              <p:nvPr/>
            </p:nvSpPr>
            <p:spPr>
              <a:xfrm>
                <a:off x="12294722" y="7668049"/>
                <a:ext cx="867071" cy="432442"/>
              </a:xfrm>
              <a:custGeom>
                <a:avLst/>
                <a:gdLst>
                  <a:gd name="connsiteX0" fmla="*/ 51023 w 867071"/>
                  <a:gd name="connsiteY0" fmla="*/ 16201 h 432442"/>
                  <a:gd name="connsiteX1" fmla="*/ 14949 w 867071"/>
                  <a:gd name="connsiteY1" fmla="*/ 50987 h 432442"/>
                  <a:gd name="connsiteX2" fmla="*/ 14949 w 867071"/>
                  <a:gd name="connsiteY2" fmla="*/ 381455 h 432442"/>
                  <a:gd name="connsiteX3" fmla="*/ 51023 w 867071"/>
                  <a:gd name="connsiteY3" fmla="*/ 416241 h 432442"/>
                  <a:gd name="connsiteX4" fmla="*/ 816045 w 867071"/>
                  <a:gd name="connsiteY4" fmla="*/ 416241 h 432442"/>
                  <a:gd name="connsiteX5" fmla="*/ 850875 w 867071"/>
                  <a:gd name="connsiteY5" fmla="*/ 381455 h 432442"/>
                  <a:gd name="connsiteX6" fmla="*/ 850875 w 867071"/>
                  <a:gd name="connsiteY6" fmla="*/ 50987 h 432442"/>
                  <a:gd name="connsiteX7" fmla="*/ 816045 w 867071"/>
                  <a:gd name="connsiteY7" fmla="*/ 16201 h 432442"/>
                  <a:gd name="connsiteX8" fmla="*/ 51004 w 867071"/>
                  <a:gd name="connsiteY8" fmla="*/ 0 h 432442"/>
                  <a:gd name="connsiteX9" fmla="*/ 816067 w 867071"/>
                  <a:gd name="connsiteY9" fmla="*/ 0 h 432442"/>
                  <a:gd name="connsiteX10" fmla="*/ 867071 w 867071"/>
                  <a:gd name="connsiteY10" fmla="*/ 50949 h 432442"/>
                  <a:gd name="connsiteX11" fmla="*/ 867071 w 867071"/>
                  <a:gd name="connsiteY11" fmla="*/ 381494 h 432442"/>
                  <a:gd name="connsiteX12" fmla="*/ 816067 w 867071"/>
                  <a:gd name="connsiteY12" fmla="*/ 432442 h 432442"/>
                  <a:gd name="connsiteX13" fmla="*/ 51004 w 867071"/>
                  <a:gd name="connsiteY13" fmla="*/ 432442 h 432442"/>
                  <a:gd name="connsiteX14" fmla="*/ 0 w 867071"/>
                  <a:gd name="connsiteY14" fmla="*/ 381494 h 432442"/>
                  <a:gd name="connsiteX15" fmla="*/ 0 w 867071"/>
                  <a:gd name="connsiteY15" fmla="*/ 50949 h 432442"/>
                  <a:gd name="connsiteX16" fmla="*/ 51004 w 867071"/>
                  <a:gd name="connsiteY16" fmla="*/ 0 h 432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67071" h="432442">
                    <a:moveTo>
                      <a:pt x="51023" y="16201"/>
                    </a:moveTo>
                    <a:cubicBezTo>
                      <a:pt x="31120" y="16201"/>
                      <a:pt x="14949" y="31110"/>
                      <a:pt x="14949" y="50987"/>
                    </a:cubicBezTo>
                    <a:lnTo>
                      <a:pt x="14949" y="381455"/>
                    </a:lnTo>
                    <a:cubicBezTo>
                      <a:pt x="14949" y="401333"/>
                      <a:pt x="31120" y="416241"/>
                      <a:pt x="51023" y="416241"/>
                    </a:cubicBezTo>
                    <a:lnTo>
                      <a:pt x="816045" y="416241"/>
                    </a:lnTo>
                    <a:cubicBezTo>
                      <a:pt x="834704" y="416241"/>
                      <a:pt x="850875" y="401333"/>
                      <a:pt x="850875" y="381455"/>
                    </a:cubicBezTo>
                    <a:lnTo>
                      <a:pt x="850875" y="50987"/>
                    </a:lnTo>
                    <a:cubicBezTo>
                      <a:pt x="850875" y="31110"/>
                      <a:pt x="834704" y="16201"/>
                      <a:pt x="816045" y="16201"/>
                    </a:cubicBezTo>
                    <a:close/>
                    <a:moveTo>
                      <a:pt x="51004" y="0"/>
                    </a:moveTo>
                    <a:lnTo>
                      <a:pt x="816067" y="0"/>
                    </a:lnTo>
                    <a:cubicBezTo>
                      <a:pt x="843435" y="0"/>
                      <a:pt x="867071" y="22368"/>
                      <a:pt x="867071" y="50949"/>
                    </a:cubicBezTo>
                    <a:lnTo>
                      <a:pt x="867071" y="381494"/>
                    </a:lnTo>
                    <a:cubicBezTo>
                      <a:pt x="867071" y="410075"/>
                      <a:pt x="843435" y="432442"/>
                      <a:pt x="816067" y="432442"/>
                    </a:cubicBezTo>
                    <a:lnTo>
                      <a:pt x="51004" y="432442"/>
                    </a:lnTo>
                    <a:cubicBezTo>
                      <a:pt x="22392" y="432442"/>
                      <a:pt x="0" y="410075"/>
                      <a:pt x="0" y="381494"/>
                    </a:cubicBezTo>
                    <a:lnTo>
                      <a:pt x="0" y="50949"/>
                    </a:lnTo>
                    <a:cubicBezTo>
                      <a:pt x="0" y="22368"/>
                      <a:pt x="22392" y="0"/>
                      <a:pt x="510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4A1190B2-0F4F-6B46-ADAD-589394A0CE13}"/>
                  </a:ext>
                </a:extLst>
              </p:cNvPr>
              <p:cNvSpPr/>
              <p:nvPr/>
            </p:nvSpPr>
            <p:spPr>
              <a:xfrm>
                <a:off x="12294722" y="8183988"/>
                <a:ext cx="867071" cy="433688"/>
              </a:xfrm>
              <a:custGeom>
                <a:avLst/>
                <a:gdLst>
                  <a:gd name="connsiteX0" fmla="*/ 51023 w 867071"/>
                  <a:gd name="connsiteY0" fmla="*/ 16201 h 433688"/>
                  <a:gd name="connsiteX1" fmla="*/ 14949 w 867071"/>
                  <a:gd name="connsiteY1" fmla="*/ 52230 h 433688"/>
                  <a:gd name="connsiteX2" fmla="*/ 14949 w 867071"/>
                  <a:gd name="connsiteY2" fmla="*/ 381455 h 433688"/>
                  <a:gd name="connsiteX3" fmla="*/ 51023 w 867071"/>
                  <a:gd name="connsiteY3" fmla="*/ 416241 h 433688"/>
                  <a:gd name="connsiteX4" fmla="*/ 816045 w 867071"/>
                  <a:gd name="connsiteY4" fmla="*/ 416241 h 433688"/>
                  <a:gd name="connsiteX5" fmla="*/ 850875 w 867071"/>
                  <a:gd name="connsiteY5" fmla="*/ 381455 h 433688"/>
                  <a:gd name="connsiteX6" fmla="*/ 850875 w 867071"/>
                  <a:gd name="connsiteY6" fmla="*/ 52230 h 433688"/>
                  <a:gd name="connsiteX7" fmla="*/ 816045 w 867071"/>
                  <a:gd name="connsiteY7" fmla="*/ 16201 h 433688"/>
                  <a:gd name="connsiteX8" fmla="*/ 51004 w 867071"/>
                  <a:gd name="connsiteY8" fmla="*/ 0 h 433688"/>
                  <a:gd name="connsiteX9" fmla="*/ 816067 w 867071"/>
                  <a:gd name="connsiteY9" fmla="*/ 0 h 433688"/>
                  <a:gd name="connsiteX10" fmla="*/ 867071 w 867071"/>
                  <a:gd name="connsiteY10" fmla="*/ 52192 h 433688"/>
                  <a:gd name="connsiteX11" fmla="*/ 867071 w 867071"/>
                  <a:gd name="connsiteY11" fmla="*/ 381496 h 433688"/>
                  <a:gd name="connsiteX12" fmla="*/ 816067 w 867071"/>
                  <a:gd name="connsiteY12" fmla="*/ 433688 h 433688"/>
                  <a:gd name="connsiteX13" fmla="*/ 51004 w 867071"/>
                  <a:gd name="connsiteY13" fmla="*/ 433688 h 433688"/>
                  <a:gd name="connsiteX14" fmla="*/ 0 w 867071"/>
                  <a:gd name="connsiteY14" fmla="*/ 381496 h 433688"/>
                  <a:gd name="connsiteX15" fmla="*/ 0 w 867071"/>
                  <a:gd name="connsiteY15" fmla="*/ 52192 h 433688"/>
                  <a:gd name="connsiteX16" fmla="*/ 51004 w 867071"/>
                  <a:gd name="connsiteY16" fmla="*/ 0 h 433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67071" h="433688">
                    <a:moveTo>
                      <a:pt x="51023" y="16201"/>
                    </a:moveTo>
                    <a:cubicBezTo>
                      <a:pt x="31120" y="16201"/>
                      <a:pt x="14949" y="32352"/>
                      <a:pt x="14949" y="52230"/>
                    </a:cubicBezTo>
                    <a:lnTo>
                      <a:pt x="14949" y="381455"/>
                    </a:lnTo>
                    <a:cubicBezTo>
                      <a:pt x="14949" y="401333"/>
                      <a:pt x="31120" y="416241"/>
                      <a:pt x="51023" y="416241"/>
                    </a:cubicBezTo>
                    <a:lnTo>
                      <a:pt x="816045" y="416241"/>
                    </a:lnTo>
                    <a:cubicBezTo>
                      <a:pt x="834704" y="416241"/>
                      <a:pt x="850875" y="401333"/>
                      <a:pt x="850875" y="381455"/>
                    </a:cubicBezTo>
                    <a:lnTo>
                      <a:pt x="850875" y="52230"/>
                    </a:lnTo>
                    <a:cubicBezTo>
                      <a:pt x="850875" y="32352"/>
                      <a:pt x="834704" y="16201"/>
                      <a:pt x="816045" y="16201"/>
                    </a:cubicBezTo>
                    <a:close/>
                    <a:moveTo>
                      <a:pt x="51004" y="0"/>
                    </a:moveTo>
                    <a:lnTo>
                      <a:pt x="816067" y="0"/>
                    </a:lnTo>
                    <a:cubicBezTo>
                      <a:pt x="843435" y="0"/>
                      <a:pt x="867071" y="23611"/>
                      <a:pt x="867071" y="52192"/>
                    </a:cubicBezTo>
                    <a:lnTo>
                      <a:pt x="867071" y="381496"/>
                    </a:lnTo>
                    <a:cubicBezTo>
                      <a:pt x="867071" y="410077"/>
                      <a:pt x="843435" y="433688"/>
                      <a:pt x="816067" y="433688"/>
                    </a:cubicBezTo>
                    <a:lnTo>
                      <a:pt x="51004" y="433688"/>
                    </a:lnTo>
                    <a:cubicBezTo>
                      <a:pt x="22392" y="433688"/>
                      <a:pt x="0" y="410077"/>
                      <a:pt x="0" y="381496"/>
                    </a:cubicBezTo>
                    <a:lnTo>
                      <a:pt x="0" y="52192"/>
                    </a:lnTo>
                    <a:cubicBezTo>
                      <a:pt x="0" y="23611"/>
                      <a:pt x="22392" y="0"/>
                      <a:pt x="510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A0759DC9-946A-6844-A41F-1B1A53ABBC9B}"/>
                  </a:ext>
                </a:extLst>
              </p:cNvPr>
              <p:cNvSpPr/>
              <p:nvPr/>
            </p:nvSpPr>
            <p:spPr>
              <a:xfrm>
                <a:off x="12294722" y="8701173"/>
                <a:ext cx="867071" cy="432442"/>
              </a:xfrm>
              <a:custGeom>
                <a:avLst/>
                <a:gdLst>
                  <a:gd name="connsiteX0" fmla="*/ 51023 w 867071"/>
                  <a:gd name="connsiteY0" fmla="*/ 16201 h 432442"/>
                  <a:gd name="connsiteX1" fmla="*/ 14949 w 867071"/>
                  <a:gd name="connsiteY1" fmla="*/ 50987 h 432442"/>
                  <a:gd name="connsiteX2" fmla="*/ 14949 w 867071"/>
                  <a:gd name="connsiteY2" fmla="*/ 381455 h 432442"/>
                  <a:gd name="connsiteX3" fmla="*/ 51023 w 867071"/>
                  <a:gd name="connsiteY3" fmla="*/ 416241 h 432442"/>
                  <a:gd name="connsiteX4" fmla="*/ 816045 w 867071"/>
                  <a:gd name="connsiteY4" fmla="*/ 416241 h 432442"/>
                  <a:gd name="connsiteX5" fmla="*/ 850875 w 867071"/>
                  <a:gd name="connsiteY5" fmla="*/ 381455 h 432442"/>
                  <a:gd name="connsiteX6" fmla="*/ 850875 w 867071"/>
                  <a:gd name="connsiteY6" fmla="*/ 50987 h 432442"/>
                  <a:gd name="connsiteX7" fmla="*/ 816045 w 867071"/>
                  <a:gd name="connsiteY7" fmla="*/ 16201 h 432442"/>
                  <a:gd name="connsiteX8" fmla="*/ 51004 w 867071"/>
                  <a:gd name="connsiteY8" fmla="*/ 0 h 432442"/>
                  <a:gd name="connsiteX9" fmla="*/ 816067 w 867071"/>
                  <a:gd name="connsiteY9" fmla="*/ 0 h 432442"/>
                  <a:gd name="connsiteX10" fmla="*/ 867071 w 867071"/>
                  <a:gd name="connsiteY10" fmla="*/ 50949 h 432442"/>
                  <a:gd name="connsiteX11" fmla="*/ 867071 w 867071"/>
                  <a:gd name="connsiteY11" fmla="*/ 381493 h 432442"/>
                  <a:gd name="connsiteX12" fmla="*/ 816067 w 867071"/>
                  <a:gd name="connsiteY12" fmla="*/ 432442 h 432442"/>
                  <a:gd name="connsiteX13" fmla="*/ 51004 w 867071"/>
                  <a:gd name="connsiteY13" fmla="*/ 432442 h 432442"/>
                  <a:gd name="connsiteX14" fmla="*/ 0 w 867071"/>
                  <a:gd name="connsiteY14" fmla="*/ 381493 h 432442"/>
                  <a:gd name="connsiteX15" fmla="*/ 0 w 867071"/>
                  <a:gd name="connsiteY15" fmla="*/ 50949 h 432442"/>
                  <a:gd name="connsiteX16" fmla="*/ 51004 w 867071"/>
                  <a:gd name="connsiteY16" fmla="*/ 0 h 432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67071" h="432442">
                    <a:moveTo>
                      <a:pt x="51023" y="16201"/>
                    </a:moveTo>
                    <a:cubicBezTo>
                      <a:pt x="31120" y="16201"/>
                      <a:pt x="14949" y="31109"/>
                      <a:pt x="14949" y="50987"/>
                    </a:cubicBezTo>
                    <a:lnTo>
                      <a:pt x="14949" y="381455"/>
                    </a:lnTo>
                    <a:cubicBezTo>
                      <a:pt x="14949" y="401333"/>
                      <a:pt x="31120" y="416241"/>
                      <a:pt x="51023" y="416241"/>
                    </a:cubicBezTo>
                    <a:lnTo>
                      <a:pt x="816045" y="416241"/>
                    </a:lnTo>
                    <a:cubicBezTo>
                      <a:pt x="834704" y="416241"/>
                      <a:pt x="850875" y="401333"/>
                      <a:pt x="850875" y="381455"/>
                    </a:cubicBezTo>
                    <a:lnTo>
                      <a:pt x="850875" y="50987"/>
                    </a:lnTo>
                    <a:cubicBezTo>
                      <a:pt x="850875" y="31109"/>
                      <a:pt x="834704" y="16201"/>
                      <a:pt x="816045" y="16201"/>
                    </a:cubicBezTo>
                    <a:close/>
                    <a:moveTo>
                      <a:pt x="51004" y="0"/>
                    </a:moveTo>
                    <a:lnTo>
                      <a:pt x="816067" y="0"/>
                    </a:lnTo>
                    <a:cubicBezTo>
                      <a:pt x="843435" y="0"/>
                      <a:pt x="867071" y="22368"/>
                      <a:pt x="867071" y="50949"/>
                    </a:cubicBezTo>
                    <a:lnTo>
                      <a:pt x="867071" y="381493"/>
                    </a:lnTo>
                    <a:cubicBezTo>
                      <a:pt x="867071" y="410074"/>
                      <a:pt x="843435" y="432442"/>
                      <a:pt x="816067" y="432442"/>
                    </a:cubicBezTo>
                    <a:lnTo>
                      <a:pt x="51004" y="432442"/>
                    </a:lnTo>
                    <a:cubicBezTo>
                      <a:pt x="22392" y="432442"/>
                      <a:pt x="0" y="410074"/>
                      <a:pt x="0" y="381493"/>
                    </a:cubicBezTo>
                    <a:lnTo>
                      <a:pt x="0" y="50949"/>
                    </a:lnTo>
                    <a:cubicBezTo>
                      <a:pt x="0" y="22368"/>
                      <a:pt x="22392" y="0"/>
                      <a:pt x="510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74C05EFD-108A-8D4F-9CF2-2BE6A1B58A0E}"/>
                  </a:ext>
                </a:extLst>
              </p:cNvPr>
              <p:cNvSpPr/>
              <p:nvPr/>
            </p:nvSpPr>
            <p:spPr>
              <a:xfrm>
                <a:off x="12626099" y="8815823"/>
                <a:ext cx="204310" cy="204382"/>
              </a:xfrm>
              <a:custGeom>
                <a:avLst/>
                <a:gdLst>
                  <a:gd name="connsiteX0" fmla="*/ 101536 w 204310"/>
                  <a:gd name="connsiteY0" fmla="*/ 14958 h 204382"/>
                  <a:gd name="connsiteX1" fmla="*/ 16195 w 204310"/>
                  <a:gd name="connsiteY1" fmla="*/ 101567 h 204382"/>
                  <a:gd name="connsiteX2" fmla="*/ 101536 w 204310"/>
                  <a:gd name="connsiteY2" fmla="*/ 186938 h 204382"/>
                  <a:gd name="connsiteX3" fmla="*/ 188114 w 204310"/>
                  <a:gd name="connsiteY3" fmla="*/ 101567 h 204382"/>
                  <a:gd name="connsiteX4" fmla="*/ 101536 w 204310"/>
                  <a:gd name="connsiteY4" fmla="*/ 14958 h 204382"/>
                  <a:gd name="connsiteX5" fmla="*/ 101536 w 204310"/>
                  <a:gd name="connsiteY5" fmla="*/ 0 h 204382"/>
                  <a:gd name="connsiteX6" fmla="*/ 204310 w 204310"/>
                  <a:gd name="connsiteY6" fmla="*/ 101572 h 204382"/>
                  <a:gd name="connsiteX7" fmla="*/ 101536 w 204310"/>
                  <a:gd name="connsiteY7" fmla="*/ 204382 h 204382"/>
                  <a:gd name="connsiteX8" fmla="*/ 0 w 204310"/>
                  <a:gd name="connsiteY8" fmla="*/ 101572 h 204382"/>
                  <a:gd name="connsiteX9" fmla="*/ 101536 w 204310"/>
                  <a:gd name="connsiteY9" fmla="*/ 0 h 20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4310" h="204382">
                    <a:moveTo>
                      <a:pt x="101536" y="14958"/>
                    </a:moveTo>
                    <a:cubicBezTo>
                      <a:pt x="54537" y="14958"/>
                      <a:pt x="16195" y="54551"/>
                      <a:pt x="16195" y="101567"/>
                    </a:cubicBezTo>
                    <a:cubicBezTo>
                      <a:pt x="16195" y="148583"/>
                      <a:pt x="54537" y="186938"/>
                      <a:pt x="101536" y="186938"/>
                    </a:cubicBezTo>
                    <a:cubicBezTo>
                      <a:pt x="149772" y="186938"/>
                      <a:pt x="188114" y="148583"/>
                      <a:pt x="188114" y="101567"/>
                    </a:cubicBezTo>
                    <a:cubicBezTo>
                      <a:pt x="188114" y="54551"/>
                      <a:pt x="149772" y="14958"/>
                      <a:pt x="101536" y="14958"/>
                    </a:cubicBezTo>
                    <a:close/>
                    <a:moveTo>
                      <a:pt x="101536" y="0"/>
                    </a:moveTo>
                    <a:cubicBezTo>
                      <a:pt x="158495" y="0"/>
                      <a:pt x="204310" y="44592"/>
                      <a:pt x="204310" y="101572"/>
                    </a:cubicBezTo>
                    <a:cubicBezTo>
                      <a:pt x="204310" y="157312"/>
                      <a:pt x="158495" y="204382"/>
                      <a:pt x="101536" y="204382"/>
                    </a:cubicBezTo>
                    <a:cubicBezTo>
                      <a:pt x="45815" y="204382"/>
                      <a:pt x="0" y="157312"/>
                      <a:pt x="0" y="101572"/>
                    </a:cubicBezTo>
                    <a:cubicBezTo>
                      <a:pt x="0" y="44592"/>
                      <a:pt x="45815" y="0"/>
                      <a:pt x="101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E553D0D4-59ED-9141-AA12-1C30D630921A}"/>
                  </a:ext>
                </a:extLst>
              </p:cNvPr>
              <p:cNvSpPr/>
              <p:nvPr/>
            </p:nvSpPr>
            <p:spPr>
              <a:xfrm>
                <a:off x="12354517" y="9045132"/>
                <a:ext cx="200572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2" h="13">
                    <a:moveTo>
                      <a:pt x="156" y="13"/>
                    </a:moveTo>
                    <a:lnTo>
                      <a:pt x="7" y="13"/>
                    </a:lnTo>
                    <a:cubicBezTo>
                      <a:pt x="4" y="13"/>
                      <a:pt x="0" y="10"/>
                      <a:pt x="0" y="6"/>
                    </a:cubicBezTo>
                    <a:cubicBezTo>
                      <a:pt x="0" y="3"/>
                      <a:pt x="4" y="0"/>
                      <a:pt x="7" y="0"/>
                    </a:cubicBezTo>
                    <a:lnTo>
                      <a:pt x="156" y="0"/>
                    </a:lnTo>
                    <a:cubicBezTo>
                      <a:pt x="159" y="0"/>
                      <a:pt x="162" y="3"/>
                      <a:pt x="162" y="6"/>
                    </a:cubicBezTo>
                    <a:cubicBezTo>
                      <a:pt x="162" y="10"/>
                      <a:pt x="159" y="13"/>
                      <a:pt x="156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4" name="Group 12">
              <a:extLst>
                <a:ext uri="{FF2B5EF4-FFF2-40B4-BE49-F238E27FC236}">
                  <a16:creationId xmlns:a16="http://schemas.microsoft.com/office/drawing/2014/main" id="{F913469C-E48F-194E-9E1F-9FFFF7CF8CFE}"/>
                </a:ext>
              </a:extLst>
            </p:cNvPr>
            <p:cNvGrpSpPr/>
            <p:nvPr/>
          </p:nvGrpSpPr>
          <p:grpSpPr>
            <a:xfrm>
              <a:off x="4918389" y="12566977"/>
              <a:ext cx="14540881" cy="405025"/>
              <a:chOff x="4918389" y="12566977"/>
              <a:chExt cx="14540881" cy="405025"/>
            </a:xfrm>
          </p:grpSpPr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F4A49215-BD36-BF41-A433-8C5A1CF7FBB9}"/>
                  </a:ext>
                </a:extLst>
              </p:cNvPr>
              <p:cNvSpPr/>
              <p:nvPr/>
            </p:nvSpPr>
            <p:spPr>
              <a:xfrm>
                <a:off x="4925864" y="12574454"/>
                <a:ext cx="14524686" cy="38882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660" h="313">
                    <a:moveTo>
                      <a:pt x="11533" y="313"/>
                    </a:moveTo>
                    <a:lnTo>
                      <a:pt x="128" y="313"/>
                    </a:lnTo>
                    <a:cubicBezTo>
                      <a:pt x="58" y="313"/>
                      <a:pt x="0" y="256"/>
                      <a:pt x="0" y="186"/>
                    </a:cubicBezTo>
                    <a:lnTo>
                      <a:pt x="0" y="128"/>
                    </a:lnTo>
                    <a:cubicBezTo>
                      <a:pt x="0" y="57"/>
                      <a:pt x="58" y="0"/>
                      <a:pt x="128" y="0"/>
                    </a:cubicBezTo>
                    <a:lnTo>
                      <a:pt x="11533" y="0"/>
                    </a:lnTo>
                    <a:cubicBezTo>
                      <a:pt x="11603" y="0"/>
                      <a:pt x="11660" y="57"/>
                      <a:pt x="11660" y="128"/>
                    </a:cubicBezTo>
                    <a:lnTo>
                      <a:pt x="11660" y="186"/>
                    </a:lnTo>
                    <a:cubicBezTo>
                      <a:pt x="11660" y="256"/>
                      <a:pt x="11603" y="313"/>
                      <a:pt x="11533" y="31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0AC2D66F-3475-1447-86E6-8891BE80A97E}"/>
                  </a:ext>
                </a:extLst>
              </p:cNvPr>
              <p:cNvSpPr/>
              <p:nvPr/>
            </p:nvSpPr>
            <p:spPr>
              <a:xfrm>
                <a:off x="4918389" y="12566977"/>
                <a:ext cx="14540881" cy="405025"/>
              </a:xfrm>
              <a:custGeom>
                <a:avLst/>
                <a:gdLst>
                  <a:gd name="connsiteX0" fmla="*/ 203048 w 14540881"/>
                  <a:gd name="connsiteY0" fmla="*/ 16201 h 405025"/>
                  <a:gd name="connsiteX1" fmla="*/ 16196 w 14540881"/>
                  <a:gd name="connsiteY1" fmla="*/ 202513 h 405025"/>
                  <a:gd name="connsiteX2" fmla="*/ 203048 w 14540881"/>
                  <a:gd name="connsiteY2" fmla="*/ 388824 h 405025"/>
                  <a:gd name="connsiteX3" fmla="*/ 14337829 w 14540881"/>
                  <a:gd name="connsiteY3" fmla="*/ 388824 h 405025"/>
                  <a:gd name="connsiteX4" fmla="*/ 14524683 w 14540881"/>
                  <a:gd name="connsiteY4" fmla="*/ 202513 h 405025"/>
                  <a:gd name="connsiteX5" fmla="*/ 14337829 w 14540881"/>
                  <a:gd name="connsiteY5" fmla="*/ 16201 h 405025"/>
                  <a:gd name="connsiteX6" fmla="*/ 203047 w 14540881"/>
                  <a:gd name="connsiteY6" fmla="*/ 0 h 405025"/>
                  <a:gd name="connsiteX7" fmla="*/ 14337835 w 14540881"/>
                  <a:gd name="connsiteY7" fmla="*/ 0 h 405025"/>
                  <a:gd name="connsiteX8" fmla="*/ 14540881 w 14540881"/>
                  <a:gd name="connsiteY8" fmla="*/ 202513 h 405025"/>
                  <a:gd name="connsiteX9" fmla="*/ 14337835 w 14540881"/>
                  <a:gd name="connsiteY9" fmla="*/ 405025 h 405025"/>
                  <a:gd name="connsiteX10" fmla="*/ 203047 w 14540881"/>
                  <a:gd name="connsiteY10" fmla="*/ 405025 h 405025"/>
                  <a:gd name="connsiteX11" fmla="*/ 0 w 14540881"/>
                  <a:gd name="connsiteY11" fmla="*/ 202513 h 405025"/>
                  <a:gd name="connsiteX12" fmla="*/ 203047 w 14540881"/>
                  <a:gd name="connsiteY12" fmla="*/ 0 h 405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540881" h="405025">
                    <a:moveTo>
                      <a:pt x="203048" y="16201"/>
                    </a:moveTo>
                    <a:cubicBezTo>
                      <a:pt x="99657" y="16201"/>
                      <a:pt x="16196" y="99420"/>
                      <a:pt x="16196" y="202513"/>
                    </a:cubicBezTo>
                    <a:cubicBezTo>
                      <a:pt x="16196" y="304363"/>
                      <a:pt x="99657" y="388824"/>
                      <a:pt x="203048" y="388824"/>
                    </a:cubicBezTo>
                    <a:lnTo>
                      <a:pt x="14337829" y="388824"/>
                    </a:lnTo>
                    <a:cubicBezTo>
                      <a:pt x="14441221" y="388824"/>
                      <a:pt x="14524683" y="304363"/>
                      <a:pt x="14524683" y="202513"/>
                    </a:cubicBezTo>
                    <a:cubicBezTo>
                      <a:pt x="14524683" y="99420"/>
                      <a:pt x="14441221" y="16201"/>
                      <a:pt x="14337829" y="16201"/>
                    </a:cubicBezTo>
                    <a:close/>
                    <a:moveTo>
                      <a:pt x="203047" y="0"/>
                    </a:moveTo>
                    <a:lnTo>
                      <a:pt x="14337835" y="0"/>
                    </a:lnTo>
                    <a:cubicBezTo>
                      <a:pt x="14449947" y="0"/>
                      <a:pt x="14540881" y="89453"/>
                      <a:pt x="14540881" y="202513"/>
                    </a:cubicBezTo>
                    <a:cubicBezTo>
                      <a:pt x="14540881" y="314329"/>
                      <a:pt x="14449947" y="405025"/>
                      <a:pt x="14337835" y="405025"/>
                    </a:cubicBezTo>
                    <a:lnTo>
                      <a:pt x="203047" y="405025"/>
                    </a:lnTo>
                    <a:cubicBezTo>
                      <a:pt x="90936" y="405025"/>
                      <a:pt x="0" y="314329"/>
                      <a:pt x="0" y="202513"/>
                    </a:cubicBezTo>
                    <a:cubicBezTo>
                      <a:pt x="0" y="89453"/>
                      <a:pt x="90936" y="0"/>
                      <a:pt x="2030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9C6819F7-8106-D349-8D9F-3E0F71477D29}"/>
                </a:ext>
              </a:extLst>
            </p:cNvPr>
            <p:cNvGrpSpPr/>
            <p:nvPr/>
          </p:nvGrpSpPr>
          <p:grpSpPr>
            <a:xfrm>
              <a:off x="5150881" y="11363758"/>
              <a:ext cx="1561921" cy="1218174"/>
              <a:chOff x="5150881" y="11363758"/>
              <a:chExt cx="1561921" cy="1218174"/>
            </a:xfrm>
          </p:grpSpPr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075FB4EB-EA77-3F44-BDA2-04B80B85072B}"/>
                  </a:ext>
                </a:extLst>
              </p:cNvPr>
              <p:cNvSpPr/>
              <p:nvPr/>
            </p:nvSpPr>
            <p:spPr>
              <a:xfrm>
                <a:off x="6167918" y="11819239"/>
                <a:ext cx="536936" cy="2031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2" h="164">
                    <a:moveTo>
                      <a:pt x="0" y="164"/>
                    </a:moveTo>
                    <a:cubicBezTo>
                      <a:pt x="0" y="164"/>
                      <a:pt x="89" y="58"/>
                      <a:pt x="252" y="13"/>
                    </a:cubicBezTo>
                    <a:cubicBezTo>
                      <a:pt x="416" y="-33"/>
                      <a:pt x="653" y="51"/>
                      <a:pt x="0" y="16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3" name="Freeform 352">
                <a:extLst>
                  <a:ext uri="{FF2B5EF4-FFF2-40B4-BE49-F238E27FC236}">
                    <a16:creationId xmlns:a16="http://schemas.microsoft.com/office/drawing/2014/main" id="{FD58B72B-2B97-224E-91F7-E051A8FF0527}"/>
                  </a:ext>
                </a:extLst>
              </p:cNvPr>
              <p:cNvSpPr/>
              <p:nvPr/>
            </p:nvSpPr>
            <p:spPr>
              <a:xfrm>
                <a:off x="6158262" y="11810755"/>
                <a:ext cx="554540" cy="220343"/>
              </a:xfrm>
              <a:custGeom>
                <a:avLst/>
                <a:gdLst>
                  <a:gd name="connsiteX0" fmla="*/ 440942 w 554540"/>
                  <a:gd name="connsiteY0" fmla="*/ 15961 h 220343"/>
                  <a:gd name="connsiteX1" fmla="*/ 325367 w 554540"/>
                  <a:gd name="connsiteY1" fmla="*/ 32053 h 220343"/>
                  <a:gd name="connsiteX2" fmla="*/ 32081 w 554540"/>
                  <a:gd name="connsiteY2" fmla="*/ 199157 h 220343"/>
                  <a:gd name="connsiteX3" fmla="*/ 416087 w 554540"/>
                  <a:gd name="connsiteY3" fmla="*/ 111272 h 220343"/>
                  <a:gd name="connsiteX4" fmla="*/ 537875 w 554540"/>
                  <a:gd name="connsiteY4" fmla="*/ 45668 h 220343"/>
                  <a:gd name="connsiteX5" fmla="*/ 536633 w 554540"/>
                  <a:gd name="connsiteY5" fmla="*/ 37004 h 220343"/>
                  <a:gd name="connsiteX6" fmla="*/ 440942 w 554540"/>
                  <a:gd name="connsiteY6" fmla="*/ 15961 h 220343"/>
                  <a:gd name="connsiteX7" fmla="*/ 455873 w 554540"/>
                  <a:gd name="connsiteY7" fmla="*/ 379 h 220343"/>
                  <a:gd name="connsiteX8" fmla="*/ 546612 w 554540"/>
                  <a:gd name="connsiteY8" fmla="*/ 25784 h 220343"/>
                  <a:gd name="connsiteX9" fmla="*/ 552827 w 554540"/>
                  <a:gd name="connsiteY9" fmla="*/ 50568 h 220343"/>
                  <a:gd name="connsiteX10" fmla="*/ 9634 w 554540"/>
                  <a:gd name="connsiteY10" fmla="*/ 220343 h 220343"/>
                  <a:gd name="connsiteX11" fmla="*/ 8391 w 554540"/>
                  <a:gd name="connsiteY11" fmla="*/ 220343 h 220343"/>
                  <a:gd name="connsiteX12" fmla="*/ 933 w 554540"/>
                  <a:gd name="connsiteY12" fmla="*/ 216625 h 220343"/>
                  <a:gd name="connsiteX13" fmla="*/ 933 w 554540"/>
                  <a:gd name="connsiteY13" fmla="*/ 206711 h 220343"/>
                  <a:gd name="connsiteX14" fmla="*/ 320385 w 554540"/>
                  <a:gd name="connsiteY14" fmla="*/ 15870 h 220343"/>
                  <a:gd name="connsiteX15" fmla="*/ 455873 w 554540"/>
                  <a:gd name="connsiteY15" fmla="*/ 379 h 22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54540" h="220343">
                    <a:moveTo>
                      <a:pt x="440942" y="15961"/>
                    </a:moveTo>
                    <a:cubicBezTo>
                      <a:pt x="404903" y="15961"/>
                      <a:pt x="363892" y="20912"/>
                      <a:pt x="325367" y="32053"/>
                    </a:cubicBezTo>
                    <a:cubicBezTo>
                      <a:pt x="172511" y="75376"/>
                      <a:pt x="69363" y="162023"/>
                      <a:pt x="32081" y="199157"/>
                    </a:cubicBezTo>
                    <a:cubicBezTo>
                      <a:pt x="199851" y="170687"/>
                      <a:pt x="329096" y="140980"/>
                      <a:pt x="416087" y="111272"/>
                    </a:cubicBezTo>
                    <a:cubicBezTo>
                      <a:pt x="517992" y="76614"/>
                      <a:pt x="535390" y="54333"/>
                      <a:pt x="537875" y="45668"/>
                    </a:cubicBezTo>
                    <a:cubicBezTo>
                      <a:pt x="539118" y="43193"/>
                      <a:pt x="539118" y="40717"/>
                      <a:pt x="536633" y="37004"/>
                    </a:cubicBezTo>
                    <a:cubicBezTo>
                      <a:pt x="524205" y="24626"/>
                      <a:pt x="486923" y="15961"/>
                      <a:pt x="440942" y="15961"/>
                    </a:cubicBezTo>
                    <a:close/>
                    <a:moveTo>
                      <a:pt x="455873" y="379"/>
                    </a:moveTo>
                    <a:cubicBezTo>
                      <a:pt x="497824" y="2238"/>
                      <a:pt x="532318" y="10913"/>
                      <a:pt x="546612" y="25784"/>
                    </a:cubicBezTo>
                    <a:cubicBezTo>
                      <a:pt x="554070" y="31980"/>
                      <a:pt x="556556" y="41894"/>
                      <a:pt x="552827" y="50568"/>
                    </a:cubicBezTo>
                    <a:cubicBezTo>
                      <a:pt x="535425" y="101377"/>
                      <a:pt x="342759" y="162099"/>
                      <a:pt x="9634" y="220343"/>
                    </a:cubicBezTo>
                    <a:cubicBezTo>
                      <a:pt x="8391" y="220343"/>
                      <a:pt x="8391" y="220343"/>
                      <a:pt x="8391" y="220343"/>
                    </a:cubicBezTo>
                    <a:cubicBezTo>
                      <a:pt x="4662" y="220343"/>
                      <a:pt x="2176" y="219104"/>
                      <a:pt x="933" y="216625"/>
                    </a:cubicBezTo>
                    <a:cubicBezTo>
                      <a:pt x="-310" y="212908"/>
                      <a:pt x="-310" y="209190"/>
                      <a:pt x="933" y="206711"/>
                    </a:cubicBezTo>
                    <a:cubicBezTo>
                      <a:pt x="2176" y="205472"/>
                      <a:pt x="116533" y="72875"/>
                      <a:pt x="320385" y="15870"/>
                    </a:cubicBezTo>
                    <a:cubicBezTo>
                      <a:pt x="364512" y="3478"/>
                      <a:pt x="413922" y="-1479"/>
                      <a:pt x="455873" y="3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FEE65C8A-BE1C-CD42-B247-84C55D271EDD}"/>
                  </a:ext>
                </a:extLst>
              </p:cNvPr>
              <p:cNvSpPr/>
              <p:nvPr/>
            </p:nvSpPr>
            <p:spPr>
              <a:xfrm>
                <a:off x="6024652" y="11896505"/>
                <a:ext cx="457206" cy="2043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8" h="165">
                    <a:moveTo>
                      <a:pt x="7" y="165"/>
                    </a:moveTo>
                    <a:cubicBezTo>
                      <a:pt x="5" y="165"/>
                      <a:pt x="2" y="163"/>
                      <a:pt x="1" y="161"/>
                    </a:cubicBezTo>
                    <a:cubicBezTo>
                      <a:pt x="-1" y="159"/>
                      <a:pt x="0" y="154"/>
                      <a:pt x="3" y="152"/>
                    </a:cubicBezTo>
                    <a:cubicBezTo>
                      <a:pt x="5" y="152"/>
                      <a:pt x="143" y="69"/>
                      <a:pt x="360" y="0"/>
                    </a:cubicBezTo>
                    <a:cubicBezTo>
                      <a:pt x="363" y="-1"/>
                      <a:pt x="367" y="1"/>
                      <a:pt x="368" y="4"/>
                    </a:cubicBezTo>
                    <a:cubicBezTo>
                      <a:pt x="369" y="8"/>
                      <a:pt x="367" y="12"/>
                      <a:pt x="363" y="13"/>
                    </a:cubicBezTo>
                    <a:cubicBezTo>
                      <a:pt x="148" y="81"/>
                      <a:pt x="12" y="163"/>
                      <a:pt x="10" y="164"/>
                    </a:cubicBezTo>
                    <a:cubicBezTo>
                      <a:pt x="9" y="165"/>
                      <a:pt x="8" y="165"/>
                      <a:pt x="7" y="16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099CF244-3F7D-D94D-91A8-2DB999054DE7}"/>
                  </a:ext>
                </a:extLst>
              </p:cNvPr>
              <p:cNvSpPr/>
              <p:nvPr/>
            </p:nvSpPr>
            <p:spPr>
              <a:xfrm>
                <a:off x="5160073" y="11819239"/>
                <a:ext cx="538182" cy="2031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3" h="164">
                    <a:moveTo>
                      <a:pt x="433" y="164"/>
                    </a:moveTo>
                    <a:cubicBezTo>
                      <a:pt x="433" y="164"/>
                      <a:pt x="343" y="58"/>
                      <a:pt x="180" y="13"/>
                    </a:cubicBezTo>
                    <a:cubicBezTo>
                      <a:pt x="17" y="-33"/>
                      <a:pt x="-221" y="51"/>
                      <a:pt x="433" y="16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9D5CF3DC-0E50-5649-9730-8BB724B3137B}"/>
                  </a:ext>
                </a:extLst>
              </p:cNvPr>
              <p:cNvSpPr/>
              <p:nvPr/>
            </p:nvSpPr>
            <p:spPr>
              <a:xfrm>
                <a:off x="5150881" y="11810755"/>
                <a:ext cx="554420" cy="220343"/>
              </a:xfrm>
              <a:custGeom>
                <a:avLst/>
                <a:gdLst>
                  <a:gd name="connsiteX0" fmla="*/ 114843 w 554420"/>
                  <a:gd name="connsiteY0" fmla="*/ 15961 h 220343"/>
                  <a:gd name="connsiteX1" fmla="*/ 20394 w 554420"/>
                  <a:gd name="connsiteY1" fmla="*/ 37004 h 220343"/>
                  <a:gd name="connsiteX2" fmla="*/ 17909 w 554420"/>
                  <a:gd name="connsiteY2" fmla="*/ 45668 h 220343"/>
                  <a:gd name="connsiteX3" fmla="*/ 139697 w 554420"/>
                  <a:gd name="connsiteY3" fmla="*/ 111272 h 220343"/>
                  <a:gd name="connsiteX4" fmla="*/ 523703 w 554420"/>
                  <a:gd name="connsiteY4" fmla="*/ 199157 h 220343"/>
                  <a:gd name="connsiteX5" fmla="*/ 230417 w 554420"/>
                  <a:gd name="connsiteY5" fmla="*/ 32053 h 220343"/>
                  <a:gd name="connsiteX6" fmla="*/ 114843 w 554420"/>
                  <a:gd name="connsiteY6" fmla="*/ 15961 h 220343"/>
                  <a:gd name="connsiteX7" fmla="*/ 98201 w 554420"/>
                  <a:gd name="connsiteY7" fmla="*/ 379 h 220343"/>
                  <a:gd name="connsiteX8" fmla="*/ 234154 w 554420"/>
                  <a:gd name="connsiteY8" fmla="*/ 15870 h 220343"/>
                  <a:gd name="connsiteX9" fmla="*/ 552361 w 554420"/>
                  <a:gd name="connsiteY9" fmla="*/ 206711 h 220343"/>
                  <a:gd name="connsiteX10" fmla="*/ 553604 w 554420"/>
                  <a:gd name="connsiteY10" fmla="*/ 216625 h 220343"/>
                  <a:gd name="connsiteX11" fmla="*/ 546146 w 554420"/>
                  <a:gd name="connsiteY11" fmla="*/ 220343 h 220343"/>
                  <a:gd name="connsiteX12" fmla="*/ 544903 w 554420"/>
                  <a:gd name="connsiteY12" fmla="*/ 220343 h 220343"/>
                  <a:gd name="connsiteX13" fmla="*/ 1713 w 554420"/>
                  <a:gd name="connsiteY13" fmla="*/ 50568 h 220343"/>
                  <a:gd name="connsiteX14" fmla="*/ 7928 w 554420"/>
                  <a:gd name="connsiteY14" fmla="*/ 25784 h 220343"/>
                  <a:gd name="connsiteX15" fmla="*/ 98201 w 554420"/>
                  <a:gd name="connsiteY15" fmla="*/ 379 h 22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54420" h="220343">
                    <a:moveTo>
                      <a:pt x="114843" y="15961"/>
                    </a:moveTo>
                    <a:cubicBezTo>
                      <a:pt x="68861" y="15961"/>
                      <a:pt x="32822" y="24626"/>
                      <a:pt x="20394" y="37004"/>
                    </a:cubicBezTo>
                    <a:cubicBezTo>
                      <a:pt x="16666" y="40717"/>
                      <a:pt x="16666" y="43193"/>
                      <a:pt x="17909" y="45668"/>
                    </a:cubicBezTo>
                    <a:cubicBezTo>
                      <a:pt x="20394" y="54333"/>
                      <a:pt x="37793" y="76614"/>
                      <a:pt x="139697" y="111272"/>
                    </a:cubicBezTo>
                    <a:cubicBezTo>
                      <a:pt x="227932" y="140980"/>
                      <a:pt x="357176" y="170687"/>
                      <a:pt x="523703" y="199157"/>
                    </a:cubicBezTo>
                    <a:cubicBezTo>
                      <a:pt x="486421" y="162023"/>
                      <a:pt x="384517" y="75376"/>
                      <a:pt x="230417" y="32053"/>
                    </a:cubicBezTo>
                    <a:cubicBezTo>
                      <a:pt x="191892" y="20912"/>
                      <a:pt x="150882" y="15961"/>
                      <a:pt x="114843" y="15961"/>
                    </a:cubicBezTo>
                    <a:close/>
                    <a:moveTo>
                      <a:pt x="98201" y="379"/>
                    </a:moveTo>
                    <a:cubicBezTo>
                      <a:pt x="140307" y="-1479"/>
                      <a:pt x="190027" y="3478"/>
                      <a:pt x="234154" y="15870"/>
                    </a:cubicBezTo>
                    <a:cubicBezTo>
                      <a:pt x="436762" y="72875"/>
                      <a:pt x="551118" y="205472"/>
                      <a:pt x="552361" y="206711"/>
                    </a:cubicBezTo>
                    <a:cubicBezTo>
                      <a:pt x="554847" y="209190"/>
                      <a:pt x="554847" y="212908"/>
                      <a:pt x="553604" y="216625"/>
                    </a:cubicBezTo>
                    <a:cubicBezTo>
                      <a:pt x="551118" y="219104"/>
                      <a:pt x="549875" y="220343"/>
                      <a:pt x="546146" y="220343"/>
                    </a:cubicBezTo>
                    <a:cubicBezTo>
                      <a:pt x="544903" y="220343"/>
                      <a:pt x="544903" y="220343"/>
                      <a:pt x="544903" y="220343"/>
                    </a:cubicBezTo>
                    <a:cubicBezTo>
                      <a:pt x="210537" y="162099"/>
                      <a:pt x="17872" y="101377"/>
                      <a:pt x="1713" y="50568"/>
                    </a:cubicBezTo>
                    <a:cubicBezTo>
                      <a:pt x="-2016" y="41894"/>
                      <a:pt x="470" y="31980"/>
                      <a:pt x="7928" y="25784"/>
                    </a:cubicBezTo>
                    <a:cubicBezTo>
                      <a:pt x="21601" y="10913"/>
                      <a:pt x="56094" y="2238"/>
                      <a:pt x="98201" y="3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162BEEDA-1D19-8443-AEC1-7353472B0A85}"/>
                  </a:ext>
                </a:extLst>
              </p:cNvPr>
              <p:cNvSpPr/>
              <p:nvPr/>
            </p:nvSpPr>
            <p:spPr>
              <a:xfrm>
                <a:off x="5383066" y="11896505"/>
                <a:ext cx="457206" cy="2043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8" h="165">
                    <a:moveTo>
                      <a:pt x="362" y="165"/>
                    </a:moveTo>
                    <a:cubicBezTo>
                      <a:pt x="361" y="165"/>
                      <a:pt x="359" y="165"/>
                      <a:pt x="358" y="164"/>
                    </a:cubicBezTo>
                    <a:cubicBezTo>
                      <a:pt x="357" y="163"/>
                      <a:pt x="220" y="81"/>
                      <a:pt x="5" y="13"/>
                    </a:cubicBezTo>
                    <a:cubicBezTo>
                      <a:pt x="1" y="12"/>
                      <a:pt x="-1" y="8"/>
                      <a:pt x="0" y="4"/>
                    </a:cubicBezTo>
                    <a:cubicBezTo>
                      <a:pt x="2" y="1"/>
                      <a:pt x="5" y="-1"/>
                      <a:pt x="9" y="0"/>
                    </a:cubicBezTo>
                    <a:cubicBezTo>
                      <a:pt x="226" y="69"/>
                      <a:pt x="364" y="152"/>
                      <a:pt x="365" y="152"/>
                    </a:cubicBezTo>
                    <a:cubicBezTo>
                      <a:pt x="368" y="154"/>
                      <a:pt x="369" y="159"/>
                      <a:pt x="367" y="161"/>
                    </a:cubicBezTo>
                    <a:cubicBezTo>
                      <a:pt x="366" y="163"/>
                      <a:pt x="364" y="165"/>
                      <a:pt x="362" y="16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DBAFF31F-34EE-D74C-B810-300A9E21C711}"/>
                  </a:ext>
                </a:extLst>
              </p:cNvPr>
              <p:cNvSpPr/>
              <p:nvPr/>
            </p:nvSpPr>
            <p:spPr>
              <a:xfrm>
                <a:off x="5312059" y="11543822"/>
                <a:ext cx="503300" cy="4199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5" h="338">
                    <a:moveTo>
                      <a:pt x="405" y="338"/>
                    </a:moveTo>
                    <a:cubicBezTo>
                      <a:pt x="405" y="338"/>
                      <a:pt x="377" y="173"/>
                      <a:pt x="249" y="73"/>
                    </a:cubicBezTo>
                    <a:cubicBezTo>
                      <a:pt x="120" y="-28"/>
                      <a:pt x="-64" y="-32"/>
                      <a:pt x="22" y="106"/>
                    </a:cubicBezTo>
                    <a:cubicBezTo>
                      <a:pt x="108" y="243"/>
                      <a:pt x="405" y="338"/>
                      <a:pt x="405" y="33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5" name="Freeform 354">
                <a:extLst>
                  <a:ext uri="{FF2B5EF4-FFF2-40B4-BE49-F238E27FC236}">
                    <a16:creationId xmlns:a16="http://schemas.microsoft.com/office/drawing/2014/main" id="{04714323-293F-0049-B3F8-8B170CE35232}"/>
                  </a:ext>
                </a:extLst>
              </p:cNvPr>
              <p:cNvSpPr/>
              <p:nvPr/>
            </p:nvSpPr>
            <p:spPr>
              <a:xfrm>
                <a:off x="5303612" y="11534989"/>
                <a:ext cx="519222" cy="436290"/>
              </a:xfrm>
              <a:custGeom>
                <a:avLst/>
                <a:gdLst>
                  <a:gd name="connsiteX0" fmla="*/ 87992 w 519222"/>
                  <a:gd name="connsiteY0" fmla="*/ 16311 h 436290"/>
                  <a:gd name="connsiteX1" fmla="*/ 28348 w 519222"/>
                  <a:gd name="connsiteY1" fmla="*/ 32462 h 436290"/>
                  <a:gd name="connsiteX2" fmla="*/ 40774 w 519222"/>
                  <a:gd name="connsiteY2" fmla="*/ 135578 h 436290"/>
                  <a:gd name="connsiteX3" fmla="*/ 498043 w 519222"/>
                  <a:gd name="connsiteY3" fmla="*/ 416351 h 436290"/>
                  <a:gd name="connsiteX4" fmla="*/ 311656 w 519222"/>
                  <a:gd name="connsiteY4" fmla="*/ 105761 h 436290"/>
                  <a:gd name="connsiteX5" fmla="*/ 87992 w 519222"/>
                  <a:gd name="connsiteY5" fmla="*/ 16311 h 436290"/>
                  <a:gd name="connsiteX6" fmla="*/ 72218 w 519222"/>
                  <a:gd name="connsiteY6" fmla="*/ 693 h 436290"/>
                  <a:gd name="connsiteX7" fmla="*/ 321615 w 519222"/>
                  <a:gd name="connsiteY7" fmla="*/ 93311 h 436290"/>
                  <a:gd name="connsiteX8" fmla="*/ 519222 w 519222"/>
                  <a:gd name="connsiteY8" fmla="*/ 426349 h 436290"/>
                  <a:gd name="connsiteX9" fmla="*/ 516737 w 519222"/>
                  <a:gd name="connsiteY9" fmla="*/ 433805 h 436290"/>
                  <a:gd name="connsiteX10" fmla="*/ 511765 w 519222"/>
                  <a:gd name="connsiteY10" fmla="*/ 436290 h 436290"/>
                  <a:gd name="connsiteX11" fmla="*/ 509280 w 519222"/>
                  <a:gd name="connsiteY11" fmla="*/ 436290 h 436290"/>
                  <a:gd name="connsiteX12" fmla="*/ 310430 w 519222"/>
                  <a:gd name="connsiteY12" fmla="*/ 355516 h 436290"/>
                  <a:gd name="connsiteX13" fmla="*/ 28312 w 519222"/>
                  <a:gd name="connsiteY13" fmla="*/ 144261 h 436290"/>
                  <a:gd name="connsiteX14" fmla="*/ 18369 w 519222"/>
                  <a:gd name="connsiteY14" fmla="*/ 21236 h 436290"/>
                  <a:gd name="connsiteX15" fmla="*/ 72218 w 519222"/>
                  <a:gd name="connsiteY15" fmla="*/ 693 h 4362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19222" h="436290">
                    <a:moveTo>
                      <a:pt x="87992" y="16311"/>
                    </a:moveTo>
                    <a:cubicBezTo>
                      <a:pt x="60655" y="16311"/>
                      <a:pt x="40774" y="22523"/>
                      <a:pt x="28348" y="32462"/>
                    </a:cubicBezTo>
                    <a:cubicBezTo>
                      <a:pt x="2254" y="57309"/>
                      <a:pt x="20893" y="102034"/>
                      <a:pt x="40774" y="135578"/>
                    </a:cubicBezTo>
                    <a:cubicBezTo>
                      <a:pt x="135210" y="283418"/>
                      <a:pt x="432186" y="392746"/>
                      <a:pt x="498043" y="416351"/>
                    </a:cubicBezTo>
                    <a:cubicBezTo>
                      <a:pt x="488103" y="367899"/>
                      <a:pt x="442127" y="208877"/>
                      <a:pt x="311656" y="105761"/>
                    </a:cubicBezTo>
                    <a:cubicBezTo>
                      <a:pt x="234616" y="46128"/>
                      <a:pt x="146393" y="16311"/>
                      <a:pt x="87992" y="16311"/>
                    </a:cubicBezTo>
                    <a:close/>
                    <a:moveTo>
                      <a:pt x="72218" y="693"/>
                    </a:moveTo>
                    <a:cubicBezTo>
                      <a:pt x="139621" y="-5482"/>
                      <a:pt x="241454" y="29935"/>
                      <a:pt x="321615" y="93311"/>
                    </a:cubicBezTo>
                    <a:cubicBezTo>
                      <a:pt x="483181" y="218821"/>
                      <a:pt x="519222" y="425106"/>
                      <a:pt x="519222" y="426349"/>
                    </a:cubicBezTo>
                    <a:cubicBezTo>
                      <a:pt x="519222" y="430077"/>
                      <a:pt x="519222" y="432562"/>
                      <a:pt x="516737" y="433805"/>
                    </a:cubicBezTo>
                    <a:cubicBezTo>
                      <a:pt x="515494" y="436290"/>
                      <a:pt x="514251" y="436290"/>
                      <a:pt x="511765" y="436290"/>
                    </a:cubicBezTo>
                    <a:cubicBezTo>
                      <a:pt x="510523" y="436290"/>
                      <a:pt x="510523" y="436290"/>
                      <a:pt x="509280" y="436290"/>
                    </a:cubicBezTo>
                    <a:cubicBezTo>
                      <a:pt x="508037" y="436290"/>
                      <a:pt x="414826" y="406466"/>
                      <a:pt x="310430" y="355516"/>
                    </a:cubicBezTo>
                    <a:cubicBezTo>
                      <a:pt x="168750" y="287169"/>
                      <a:pt x="74296" y="216336"/>
                      <a:pt x="28312" y="144261"/>
                    </a:cubicBezTo>
                    <a:cubicBezTo>
                      <a:pt x="-15187" y="74671"/>
                      <a:pt x="-273" y="38633"/>
                      <a:pt x="18369" y="21236"/>
                    </a:cubicBezTo>
                    <a:cubicBezTo>
                      <a:pt x="31108" y="9431"/>
                      <a:pt x="49750" y="2751"/>
                      <a:pt x="72218" y="69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A1417CEE-485E-384D-8CB1-1833151E1DBE}"/>
                  </a:ext>
                </a:extLst>
              </p:cNvPr>
              <p:cNvSpPr/>
              <p:nvPr/>
            </p:nvSpPr>
            <p:spPr>
              <a:xfrm>
                <a:off x="5505157" y="11684646"/>
                <a:ext cx="419832" cy="4162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8" h="335">
                    <a:moveTo>
                      <a:pt x="331" y="335"/>
                    </a:moveTo>
                    <a:cubicBezTo>
                      <a:pt x="329" y="335"/>
                      <a:pt x="327" y="335"/>
                      <a:pt x="326" y="333"/>
                    </a:cubicBezTo>
                    <a:cubicBezTo>
                      <a:pt x="324" y="331"/>
                      <a:pt x="205" y="149"/>
                      <a:pt x="3" y="12"/>
                    </a:cubicBezTo>
                    <a:cubicBezTo>
                      <a:pt x="0" y="10"/>
                      <a:pt x="-1" y="6"/>
                      <a:pt x="1" y="3"/>
                    </a:cubicBezTo>
                    <a:cubicBezTo>
                      <a:pt x="3" y="-1"/>
                      <a:pt x="8" y="-1"/>
                      <a:pt x="11" y="1"/>
                    </a:cubicBezTo>
                    <a:cubicBezTo>
                      <a:pt x="214" y="140"/>
                      <a:pt x="335" y="324"/>
                      <a:pt x="337" y="325"/>
                    </a:cubicBezTo>
                    <a:cubicBezTo>
                      <a:pt x="338" y="329"/>
                      <a:pt x="338" y="332"/>
                      <a:pt x="335" y="335"/>
                    </a:cubicBezTo>
                    <a:cubicBezTo>
                      <a:pt x="333" y="335"/>
                      <a:pt x="332" y="335"/>
                      <a:pt x="331" y="33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FBF2A756-62B1-DB46-B1D0-0B9FA761C61D}"/>
                  </a:ext>
                </a:extLst>
              </p:cNvPr>
              <p:cNvSpPr/>
              <p:nvPr/>
            </p:nvSpPr>
            <p:spPr>
              <a:xfrm>
                <a:off x="5881383" y="11373089"/>
                <a:ext cx="219259" cy="5745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7" h="462">
                    <a:moveTo>
                      <a:pt x="53" y="462"/>
                    </a:moveTo>
                    <a:cubicBezTo>
                      <a:pt x="53" y="462"/>
                      <a:pt x="-15" y="325"/>
                      <a:pt x="3" y="160"/>
                    </a:cubicBezTo>
                    <a:cubicBezTo>
                      <a:pt x="21" y="-5"/>
                      <a:pt x="204" y="-97"/>
                      <a:pt x="173" y="160"/>
                    </a:cubicBezTo>
                    <a:cubicBezTo>
                      <a:pt x="148" y="376"/>
                      <a:pt x="53" y="462"/>
                      <a:pt x="53" y="46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6" name="Freeform 355">
                <a:extLst>
                  <a:ext uri="{FF2B5EF4-FFF2-40B4-BE49-F238E27FC236}">
                    <a16:creationId xmlns:a16="http://schemas.microsoft.com/office/drawing/2014/main" id="{748F1D38-0C7A-FA4B-8805-8DF8D748B31C}"/>
                  </a:ext>
                </a:extLst>
              </p:cNvPr>
              <p:cNvSpPr/>
              <p:nvPr/>
            </p:nvSpPr>
            <p:spPr>
              <a:xfrm>
                <a:off x="5872283" y="11363758"/>
                <a:ext cx="235105" cy="591316"/>
              </a:xfrm>
              <a:custGeom>
                <a:avLst/>
                <a:gdLst>
                  <a:gd name="connsiteX0" fmla="*/ 158971 w 235105"/>
                  <a:gd name="connsiteY0" fmla="*/ 16807 h 591316"/>
                  <a:gd name="connsiteX1" fmla="*/ 131730 w 235105"/>
                  <a:gd name="connsiteY1" fmla="*/ 23024 h 591316"/>
                  <a:gd name="connsiteX2" fmla="*/ 20293 w 235105"/>
                  <a:gd name="connsiteY2" fmla="*/ 208294 h 591316"/>
                  <a:gd name="connsiteX3" fmla="*/ 77250 w 235105"/>
                  <a:gd name="connsiteY3" fmla="*/ 568887 h 591316"/>
                  <a:gd name="connsiteX4" fmla="*/ 215928 w 235105"/>
                  <a:gd name="connsiteY4" fmla="*/ 207051 h 591316"/>
                  <a:gd name="connsiteX5" fmla="*/ 184973 w 235105"/>
                  <a:gd name="connsiteY5" fmla="*/ 25511 h 591316"/>
                  <a:gd name="connsiteX6" fmla="*/ 158971 w 235105"/>
                  <a:gd name="connsiteY6" fmla="*/ 16807 h 591316"/>
                  <a:gd name="connsiteX7" fmla="*/ 161794 w 235105"/>
                  <a:gd name="connsiteY7" fmla="*/ 137 h 591316"/>
                  <a:gd name="connsiteX8" fmla="*/ 193704 w 235105"/>
                  <a:gd name="connsiteY8" fmla="*/ 11795 h 591316"/>
                  <a:gd name="connsiteX9" fmla="*/ 230881 w 235105"/>
                  <a:gd name="connsiteY9" fmla="*/ 209529 h 591316"/>
                  <a:gd name="connsiteX10" fmla="*/ 79694 w 235105"/>
                  <a:gd name="connsiteY10" fmla="*/ 588829 h 591316"/>
                  <a:gd name="connsiteX11" fmla="*/ 73498 w 235105"/>
                  <a:gd name="connsiteY11" fmla="*/ 591316 h 591316"/>
                  <a:gd name="connsiteX12" fmla="*/ 72259 w 235105"/>
                  <a:gd name="connsiteY12" fmla="*/ 591316 h 591316"/>
                  <a:gd name="connsiteX13" fmla="*/ 66063 w 235105"/>
                  <a:gd name="connsiteY13" fmla="*/ 587585 h 591316"/>
                  <a:gd name="connsiteX14" fmla="*/ 4101 w 235105"/>
                  <a:gd name="connsiteY14" fmla="*/ 207042 h 591316"/>
                  <a:gd name="connsiteX15" fmla="*/ 124307 w 235105"/>
                  <a:gd name="connsiteY15" fmla="*/ 8065 h 591316"/>
                  <a:gd name="connsiteX16" fmla="*/ 161794 w 235105"/>
                  <a:gd name="connsiteY16" fmla="*/ 137 h 591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5105" h="591316">
                    <a:moveTo>
                      <a:pt x="158971" y="16807"/>
                    </a:moveTo>
                    <a:cubicBezTo>
                      <a:pt x="149065" y="16807"/>
                      <a:pt x="139160" y="19294"/>
                      <a:pt x="131730" y="23024"/>
                    </a:cubicBezTo>
                    <a:cubicBezTo>
                      <a:pt x="85917" y="42919"/>
                      <a:pt x="31437" y="115037"/>
                      <a:pt x="20293" y="208294"/>
                    </a:cubicBezTo>
                    <a:cubicBezTo>
                      <a:pt x="1720" y="379887"/>
                      <a:pt x="59915" y="529097"/>
                      <a:pt x="77250" y="568887"/>
                    </a:cubicBezTo>
                    <a:cubicBezTo>
                      <a:pt x="104490" y="539045"/>
                      <a:pt x="188687" y="428380"/>
                      <a:pt x="215928" y="207051"/>
                    </a:cubicBezTo>
                    <a:cubicBezTo>
                      <a:pt x="230786" y="80222"/>
                      <a:pt x="202308" y="39189"/>
                      <a:pt x="184973" y="25511"/>
                    </a:cubicBezTo>
                    <a:cubicBezTo>
                      <a:pt x="176305" y="19294"/>
                      <a:pt x="166400" y="16807"/>
                      <a:pt x="158971" y="16807"/>
                    </a:cubicBezTo>
                    <a:close/>
                    <a:moveTo>
                      <a:pt x="161794" y="137"/>
                    </a:moveTo>
                    <a:cubicBezTo>
                      <a:pt x="173567" y="914"/>
                      <a:pt x="184410" y="4956"/>
                      <a:pt x="193704" y="11795"/>
                    </a:cubicBezTo>
                    <a:cubicBezTo>
                      <a:pt x="218489" y="31693"/>
                      <a:pt x="245752" y="80194"/>
                      <a:pt x="230881" y="209529"/>
                    </a:cubicBezTo>
                    <a:cubicBezTo>
                      <a:pt x="199900" y="478148"/>
                      <a:pt x="84651" y="585098"/>
                      <a:pt x="79694" y="588829"/>
                    </a:cubicBezTo>
                    <a:cubicBezTo>
                      <a:pt x="78455" y="591316"/>
                      <a:pt x="75977" y="591316"/>
                      <a:pt x="73498" y="591316"/>
                    </a:cubicBezTo>
                    <a:lnTo>
                      <a:pt x="72259" y="591316"/>
                    </a:lnTo>
                    <a:cubicBezTo>
                      <a:pt x="71020" y="591316"/>
                      <a:pt x="68541" y="588829"/>
                      <a:pt x="66063" y="587585"/>
                    </a:cubicBezTo>
                    <a:cubicBezTo>
                      <a:pt x="66063" y="586342"/>
                      <a:pt x="-19445" y="412237"/>
                      <a:pt x="4101" y="207042"/>
                    </a:cubicBezTo>
                    <a:cubicBezTo>
                      <a:pt x="14015" y="106310"/>
                      <a:pt x="72259" y="30450"/>
                      <a:pt x="124307" y="8065"/>
                    </a:cubicBezTo>
                    <a:cubicBezTo>
                      <a:pt x="137319" y="1847"/>
                      <a:pt x="150021" y="-640"/>
                      <a:pt x="161794" y="1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0FB15BA7-5C65-5840-9A19-78FF85B5FFE8}"/>
                  </a:ext>
                </a:extLst>
              </p:cNvPr>
              <p:cNvSpPr/>
              <p:nvPr/>
            </p:nvSpPr>
            <p:spPr>
              <a:xfrm>
                <a:off x="5938693" y="11518898"/>
                <a:ext cx="61044" cy="5932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" h="477">
                    <a:moveTo>
                      <a:pt x="17" y="477"/>
                    </a:moveTo>
                    <a:cubicBezTo>
                      <a:pt x="14" y="477"/>
                      <a:pt x="11" y="475"/>
                      <a:pt x="11" y="472"/>
                    </a:cubicBezTo>
                    <a:cubicBezTo>
                      <a:pt x="11" y="469"/>
                      <a:pt x="-26" y="226"/>
                      <a:pt x="37" y="5"/>
                    </a:cubicBezTo>
                    <a:cubicBezTo>
                      <a:pt x="37" y="2"/>
                      <a:pt x="41" y="-1"/>
                      <a:pt x="45" y="1"/>
                    </a:cubicBezTo>
                    <a:cubicBezTo>
                      <a:pt x="48" y="2"/>
                      <a:pt x="50" y="6"/>
                      <a:pt x="50" y="9"/>
                    </a:cubicBezTo>
                    <a:cubicBezTo>
                      <a:pt x="-11" y="226"/>
                      <a:pt x="23" y="467"/>
                      <a:pt x="24" y="469"/>
                    </a:cubicBezTo>
                    <a:cubicBezTo>
                      <a:pt x="25" y="473"/>
                      <a:pt x="22" y="476"/>
                      <a:pt x="18" y="4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B505B685-B55D-5F48-89DA-65E31E9C1BFD}"/>
                  </a:ext>
                </a:extLst>
              </p:cNvPr>
              <p:cNvSpPr/>
              <p:nvPr/>
            </p:nvSpPr>
            <p:spPr>
              <a:xfrm>
                <a:off x="6058285" y="11612361"/>
                <a:ext cx="428552" cy="37885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5" h="305">
                    <a:moveTo>
                      <a:pt x="0" y="305"/>
                    </a:moveTo>
                    <a:cubicBezTo>
                      <a:pt x="0" y="305"/>
                      <a:pt x="20" y="176"/>
                      <a:pt x="118" y="75"/>
                    </a:cubicBezTo>
                    <a:cubicBezTo>
                      <a:pt x="225" y="-33"/>
                      <a:pt x="462" y="-30"/>
                      <a:pt x="275" y="125"/>
                    </a:cubicBezTo>
                    <a:cubicBezTo>
                      <a:pt x="92" y="277"/>
                      <a:pt x="0" y="305"/>
                      <a:pt x="0" y="30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72AA03A6-AB15-7449-996D-407FA2A89717}"/>
                  </a:ext>
                </a:extLst>
              </p:cNvPr>
              <p:cNvSpPr/>
              <p:nvPr/>
            </p:nvSpPr>
            <p:spPr>
              <a:xfrm>
                <a:off x="6049565" y="11603657"/>
                <a:ext cx="445555" cy="395036"/>
              </a:xfrm>
              <a:custGeom>
                <a:avLst/>
                <a:gdLst>
                  <a:gd name="connsiteX0" fmla="*/ 370182 w 445555"/>
                  <a:gd name="connsiteY0" fmla="*/ 16185 h 395036"/>
                  <a:gd name="connsiteX1" fmla="*/ 161525 w 445555"/>
                  <a:gd name="connsiteY1" fmla="*/ 106843 h 395036"/>
                  <a:gd name="connsiteX2" fmla="*/ 19936 w 445555"/>
                  <a:gd name="connsiteY2" fmla="*/ 372607 h 395036"/>
                  <a:gd name="connsiteX3" fmla="*/ 345342 w 445555"/>
                  <a:gd name="connsiteY3" fmla="*/ 156518 h 395036"/>
                  <a:gd name="connsiteX4" fmla="*/ 428556 w 445555"/>
                  <a:gd name="connsiteY4" fmla="*/ 42265 h 395036"/>
                  <a:gd name="connsiteX5" fmla="*/ 403716 w 445555"/>
                  <a:gd name="connsiteY5" fmla="*/ 21153 h 395036"/>
                  <a:gd name="connsiteX6" fmla="*/ 370182 w 445555"/>
                  <a:gd name="connsiteY6" fmla="*/ 16185 h 395036"/>
                  <a:gd name="connsiteX7" fmla="*/ 351907 w 445555"/>
                  <a:gd name="connsiteY7" fmla="*/ 777 h 395036"/>
                  <a:gd name="connsiteX8" fmla="*/ 407481 w 445555"/>
                  <a:gd name="connsiteY8" fmla="*/ 4950 h 395036"/>
                  <a:gd name="connsiteX9" fmla="*/ 444751 w 445555"/>
                  <a:gd name="connsiteY9" fmla="*/ 39735 h 395036"/>
                  <a:gd name="connsiteX10" fmla="*/ 356546 w 445555"/>
                  <a:gd name="connsiteY10" fmla="*/ 168935 h 395036"/>
                  <a:gd name="connsiteX11" fmla="*/ 11181 w 445555"/>
                  <a:gd name="connsiteY11" fmla="*/ 395036 h 395036"/>
                  <a:gd name="connsiteX12" fmla="*/ 8696 w 445555"/>
                  <a:gd name="connsiteY12" fmla="*/ 395036 h 395036"/>
                  <a:gd name="connsiteX13" fmla="*/ 2485 w 445555"/>
                  <a:gd name="connsiteY13" fmla="*/ 392551 h 395036"/>
                  <a:gd name="connsiteX14" fmla="*/ 0 w 445555"/>
                  <a:gd name="connsiteY14" fmla="*/ 385097 h 395036"/>
                  <a:gd name="connsiteX15" fmla="*/ 149079 w 445555"/>
                  <a:gd name="connsiteY15" fmla="*/ 95639 h 395036"/>
                  <a:gd name="connsiteX16" fmla="*/ 351907 w 445555"/>
                  <a:gd name="connsiteY16" fmla="*/ 777 h 395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45555" h="395036">
                    <a:moveTo>
                      <a:pt x="370182" y="16185"/>
                    </a:moveTo>
                    <a:cubicBezTo>
                      <a:pt x="309324" y="16185"/>
                      <a:pt x="218657" y="49716"/>
                      <a:pt x="161525" y="106843"/>
                    </a:cubicBezTo>
                    <a:cubicBezTo>
                      <a:pt x="63406" y="206194"/>
                      <a:pt x="28630" y="331625"/>
                      <a:pt x="19936" y="372607"/>
                    </a:cubicBezTo>
                    <a:cubicBezTo>
                      <a:pt x="55954" y="357704"/>
                      <a:pt x="165251" y="305545"/>
                      <a:pt x="345342" y="156518"/>
                    </a:cubicBezTo>
                    <a:cubicBezTo>
                      <a:pt x="424830" y="90698"/>
                      <a:pt x="431040" y="57167"/>
                      <a:pt x="428556" y="42265"/>
                    </a:cubicBezTo>
                    <a:cubicBezTo>
                      <a:pt x="426072" y="32330"/>
                      <a:pt x="417378" y="24878"/>
                      <a:pt x="403716" y="21153"/>
                    </a:cubicBezTo>
                    <a:cubicBezTo>
                      <a:pt x="393780" y="17427"/>
                      <a:pt x="382602" y="16185"/>
                      <a:pt x="370182" y="16185"/>
                    </a:cubicBezTo>
                    <a:close/>
                    <a:moveTo>
                      <a:pt x="351907" y="777"/>
                    </a:moveTo>
                    <a:cubicBezTo>
                      <a:pt x="373162" y="-1028"/>
                      <a:pt x="392263" y="292"/>
                      <a:pt x="407481" y="4950"/>
                    </a:cubicBezTo>
                    <a:cubicBezTo>
                      <a:pt x="434812" y="12404"/>
                      <a:pt x="442266" y="27312"/>
                      <a:pt x="444751" y="39735"/>
                    </a:cubicBezTo>
                    <a:cubicBezTo>
                      <a:pt x="450963" y="70793"/>
                      <a:pt x="421147" y="114274"/>
                      <a:pt x="356546" y="168935"/>
                    </a:cubicBezTo>
                    <a:cubicBezTo>
                      <a:pt x="129202" y="355282"/>
                      <a:pt x="16150" y="392551"/>
                      <a:pt x="11181" y="395036"/>
                    </a:cubicBezTo>
                    <a:cubicBezTo>
                      <a:pt x="11181" y="395036"/>
                      <a:pt x="9939" y="395036"/>
                      <a:pt x="8696" y="395036"/>
                    </a:cubicBezTo>
                    <a:cubicBezTo>
                      <a:pt x="6212" y="395036"/>
                      <a:pt x="4970" y="395036"/>
                      <a:pt x="2485" y="392551"/>
                    </a:cubicBezTo>
                    <a:cubicBezTo>
                      <a:pt x="0" y="391309"/>
                      <a:pt x="0" y="388824"/>
                      <a:pt x="0" y="385097"/>
                    </a:cubicBezTo>
                    <a:cubicBezTo>
                      <a:pt x="1243" y="378886"/>
                      <a:pt x="26089" y="221112"/>
                      <a:pt x="149079" y="95639"/>
                    </a:cubicBezTo>
                    <a:cubicBezTo>
                      <a:pt x="204983" y="39735"/>
                      <a:pt x="288141" y="6193"/>
                      <a:pt x="351907" y="7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4A773F0E-609D-8547-8EA0-9BD51B468307}"/>
                  </a:ext>
                </a:extLst>
              </p:cNvPr>
              <p:cNvSpPr/>
              <p:nvPr/>
            </p:nvSpPr>
            <p:spPr>
              <a:xfrm>
                <a:off x="5999733" y="11720787"/>
                <a:ext cx="302727" cy="380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4" h="306">
                    <a:moveTo>
                      <a:pt x="7" y="306"/>
                    </a:moveTo>
                    <a:cubicBezTo>
                      <a:pt x="6" y="306"/>
                      <a:pt x="5" y="306"/>
                      <a:pt x="4" y="306"/>
                    </a:cubicBezTo>
                    <a:cubicBezTo>
                      <a:pt x="1" y="304"/>
                      <a:pt x="-1" y="300"/>
                      <a:pt x="0" y="297"/>
                    </a:cubicBezTo>
                    <a:cubicBezTo>
                      <a:pt x="1" y="295"/>
                      <a:pt x="72" y="102"/>
                      <a:pt x="234" y="1"/>
                    </a:cubicBezTo>
                    <a:cubicBezTo>
                      <a:pt x="237" y="-1"/>
                      <a:pt x="241" y="0"/>
                      <a:pt x="243" y="3"/>
                    </a:cubicBezTo>
                    <a:cubicBezTo>
                      <a:pt x="245" y="6"/>
                      <a:pt x="244" y="10"/>
                      <a:pt x="241" y="12"/>
                    </a:cubicBezTo>
                    <a:cubicBezTo>
                      <a:pt x="83" y="112"/>
                      <a:pt x="13" y="300"/>
                      <a:pt x="13" y="301"/>
                    </a:cubicBezTo>
                    <a:cubicBezTo>
                      <a:pt x="12" y="304"/>
                      <a:pt x="9" y="306"/>
                      <a:pt x="7" y="30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0605C65E-B7E6-5945-A95B-010E067F4E7A}"/>
                  </a:ext>
                </a:extLst>
              </p:cNvPr>
              <p:cNvSpPr/>
              <p:nvPr/>
            </p:nvSpPr>
            <p:spPr>
              <a:xfrm>
                <a:off x="5551251" y="12058515"/>
                <a:ext cx="814748" cy="5146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5" h="414">
                    <a:moveTo>
                      <a:pt x="650" y="30"/>
                    </a:moveTo>
                    <a:cubicBezTo>
                      <a:pt x="648" y="13"/>
                      <a:pt x="635" y="0"/>
                      <a:pt x="618" y="0"/>
                    </a:cubicBezTo>
                    <a:lnTo>
                      <a:pt x="328" y="0"/>
                    </a:lnTo>
                    <a:lnTo>
                      <a:pt x="37" y="0"/>
                    </a:lnTo>
                    <a:cubicBezTo>
                      <a:pt x="21" y="0"/>
                      <a:pt x="7" y="13"/>
                      <a:pt x="5" y="30"/>
                    </a:cubicBezTo>
                    <a:cubicBezTo>
                      <a:pt x="-3" y="101"/>
                      <a:pt x="-12" y="280"/>
                      <a:pt x="77" y="402"/>
                    </a:cubicBezTo>
                    <a:cubicBezTo>
                      <a:pt x="84" y="410"/>
                      <a:pt x="93" y="414"/>
                      <a:pt x="102" y="414"/>
                    </a:cubicBezTo>
                    <a:lnTo>
                      <a:pt x="328" y="414"/>
                    </a:lnTo>
                    <a:lnTo>
                      <a:pt x="553" y="414"/>
                    </a:lnTo>
                    <a:cubicBezTo>
                      <a:pt x="563" y="414"/>
                      <a:pt x="572" y="410"/>
                      <a:pt x="578" y="402"/>
                    </a:cubicBezTo>
                    <a:cubicBezTo>
                      <a:pt x="667" y="280"/>
                      <a:pt x="658" y="101"/>
                      <a:pt x="650" y="3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8" name="Freeform 357">
                <a:extLst>
                  <a:ext uri="{FF2B5EF4-FFF2-40B4-BE49-F238E27FC236}">
                    <a16:creationId xmlns:a16="http://schemas.microsoft.com/office/drawing/2014/main" id="{F943B668-C08D-B24A-8AAC-4C13D3B5B3BC}"/>
                  </a:ext>
                </a:extLst>
              </p:cNvPr>
              <p:cNvSpPr/>
              <p:nvPr/>
            </p:nvSpPr>
            <p:spPr>
              <a:xfrm>
                <a:off x="5544056" y="12051038"/>
                <a:ext cx="830128" cy="530894"/>
              </a:xfrm>
              <a:custGeom>
                <a:avLst/>
                <a:gdLst>
                  <a:gd name="connsiteX0" fmla="*/ 53227 w 830128"/>
                  <a:gd name="connsiteY0" fmla="*/ 16201 h 530894"/>
                  <a:gd name="connsiteX1" fmla="*/ 22130 w 830128"/>
                  <a:gd name="connsiteY1" fmla="*/ 46036 h 530894"/>
                  <a:gd name="connsiteX2" fmla="*/ 110443 w 830128"/>
                  <a:gd name="connsiteY2" fmla="*/ 502262 h 530894"/>
                  <a:gd name="connsiteX3" fmla="*/ 134077 w 830128"/>
                  <a:gd name="connsiteY3" fmla="*/ 514693 h 530894"/>
                  <a:gd name="connsiteX4" fmla="*/ 695051 w 830128"/>
                  <a:gd name="connsiteY4" fmla="*/ 514693 h 530894"/>
                  <a:gd name="connsiteX5" fmla="*/ 718684 w 830128"/>
                  <a:gd name="connsiteY5" fmla="*/ 502262 h 530894"/>
                  <a:gd name="connsiteX6" fmla="*/ 806997 w 830128"/>
                  <a:gd name="connsiteY6" fmla="*/ 46036 h 530894"/>
                  <a:gd name="connsiteX7" fmla="*/ 775901 w 830128"/>
                  <a:gd name="connsiteY7" fmla="*/ 16201 h 530894"/>
                  <a:gd name="connsiteX8" fmla="*/ 53209 w 830128"/>
                  <a:gd name="connsiteY8" fmla="*/ 0 h 530894"/>
                  <a:gd name="connsiteX9" fmla="*/ 775929 w 830128"/>
                  <a:gd name="connsiteY9" fmla="*/ 0 h 530894"/>
                  <a:gd name="connsiteX10" fmla="*/ 824442 w 830128"/>
                  <a:gd name="connsiteY10" fmla="*/ 44759 h 530894"/>
                  <a:gd name="connsiteX11" fmla="*/ 732391 w 830128"/>
                  <a:gd name="connsiteY11" fmla="*/ 512244 h 530894"/>
                  <a:gd name="connsiteX12" fmla="*/ 695073 w 830128"/>
                  <a:gd name="connsiteY12" fmla="*/ 530894 h 530894"/>
                  <a:gd name="connsiteX13" fmla="*/ 134064 w 830128"/>
                  <a:gd name="connsiteY13" fmla="*/ 530894 h 530894"/>
                  <a:gd name="connsiteX14" fmla="*/ 96746 w 830128"/>
                  <a:gd name="connsiteY14" fmla="*/ 512244 h 530894"/>
                  <a:gd name="connsiteX15" fmla="*/ 5940 w 830128"/>
                  <a:gd name="connsiteY15" fmla="*/ 44759 h 530894"/>
                  <a:gd name="connsiteX16" fmla="*/ 53209 w 830128"/>
                  <a:gd name="connsiteY16" fmla="*/ 0 h 530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30128" h="530894">
                    <a:moveTo>
                      <a:pt x="53227" y="16201"/>
                    </a:moveTo>
                    <a:cubicBezTo>
                      <a:pt x="37057" y="16201"/>
                      <a:pt x="23374" y="29875"/>
                      <a:pt x="22130" y="46036"/>
                    </a:cubicBezTo>
                    <a:cubicBezTo>
                      <a:pt x="12180" y="133054"/>
                      <a:pt x="2229" y="353087"/>
                      <a:pt x="110443" y="502262"/>
                    </a:cubicBezTo>
                    <a:cubicBezTo>
                      <a:pt x="115419" y="509720"/>
                      <a:pt x="125370" y="514693"/>
                      <a:pt x="134077" y="514693"/>
                    </a:cubicBezTo>
                    <a:lnTo>
                      <a:pt x="695051" y="514693"/>
                    </a:lnTo>
                    <a:cubicBezTo>
                      <a:pt x="705002" y="514693"/>
                      <a:pt x="712465" y="509720"/>
                      <a:pt x="718684" y="502262"/>
                    </a:cubicBezTo>
                    <a:cubicBezTo>
                      <a:pt x="828142" y="353087"/>
                      <a:pt x="816948" y="133054"/>
                      <a:pt x="806997" y="46036"/>
                    </a:cubicBezTo>
                    <a:cubicBezTo>
                      <a:pt x="805753" y="29875"/>
                      <a:pt x="792071" y="16201"/>
                      <a:pt x="775901" y="16201"/>
                    </a:cubicBezTo>
                    <a:close/>
                    <a:moveTo>
                      <a:pt x="53209" y="0"/>
                    </a:moveTo>
                    <a:lnTo>
                      <a:pt x="775929" y="0"/>
                    </a:lnTo>
                    <a:cubicBezTo>
                      <a:pt x="800807" y="0"/>
                      <a:pt x="820710" y="18650"/>
                      <a:pt x="824442" y="44759"/>
                    </a:cubicBezTo>
                    <a:cubicBezTo>
                      <a:pt x="834393" y="134278"/>
                      <a:pt x="844344" y="358074"/>
                      <a:pt x="732391" y="512244"/>
                    </a:cubicBezTo>
                    <a:cubicBezTo>
                      <a:pt x="723684" y="524677"/>
                      <a:pt x="710001" y="530894"/>
                      <a:pt x="695073" y="530894"/>
                    </a:cubicBezTo>
                    <a:lnTo>
                      <a:pt x="134064" y="530894"/>
                    </a:lnTo>
                    <a:cubicBezTo>
                      <a:pt x="119137" y="530894"/>
                      <a:pt x="105454" y="524677"/>
                      <a:pt x="96746" y="512244"/>
                    </a:cubicBezTo>
                    <a:cubicBezTo>
                      <a:pt x="-15207" y="358074"/>
                      <a:pt x="-4012" y="134278"/>
                      <a:pt x="5940" y="44759"/>
                    </a:cubicBezTo>
                    <a:cubicBezTo>
                      <a:pt x="8428" y="18650"/>
                      <a:pt x="29574" y="0"/>
                      <a:pt x="532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408A8D90-D085-2C41-AB6B-2C8EC866B91C}"/>
                  </a:ext>
                </a:extLst>
              </p:cNvPr>
              <p:cNvSpPr/>
              <p:nvPr/>
            </p:nvSpPr>
            <p:spPr>
              <a:xfrm>
                <a:off x="5546268" y="12119580"/>
                <a:ext cx="824714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3" h="14">
                    <a:moveTo>
                      <a:pt x="656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656" y="0"/>
                    </a:lnTo>
                    <a:cubicBezTo>
                      <a:pt x="660" y="0"/>
                      <a:pt x="663" y="3"/>
                      <a:pt x="663" y="7"/>
                    </a:cubicBezTo>
                    <a:cubicBezTo>
                      <a:pt x="663" y="11"/>
                      <a:pt x="660" y="14"/>
                      <a:pt x="65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5DA9979-0245-5B4F-88A9-A6D54CF700A2}"/>
                </a:ext>
              </a:extLst>
            </p:cNvPr>
            <p:cNvGrpSpPr/>
            <p:nvPr/>
          </p:nvGrpSpPr>
          <p:grpSpPr>
            <a:xfrm>
              <a:off x="6612666" y="10341208"/>
              <a:ext cx="5329497" cy="2240720"/>
              <a:chOff x="6612666" y="10341208"/>
              <a:chExt cx="5329497" cy="2240720"/>
            </a:xfrm>
          </p:grpSpPr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B72643ED-554B-C545-B33C-7587B33CAC12}"/>
                  </a:ext>
                </a:extLst>
              </p:cNvPr>
              <p:cNvSpPr/>
              <p:nvPr/>
            </p:nvSpPr>
            <p:spPr>
              <a:xfrm>
                <a:off x="6612666" y="10341208"/>
                <a:ext cx="5329497" cy="22407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79" h="1799">
                    <a:moveTo>
                      <a:pt x="4214" y="1668"/>
                    </a:moveTo>
                    <a:lnTo>
                      <a:pt x="3372" y="1668"/>
                    </a:lnTo>
                    <a:cubicBezTo>
                      <a:pt x="3335" y="1668"/>
                      <a:pt x="3304" y="1644"/>
                      <a:pt x="3294" y="1609"/>
                    </a:cubicBezTo>
                    <a:lnTo>
                      <a:pt x="2887" y="100"/>
                    </a:lnTo>
                    <a:cubicBezTo>
                      <a:pt x="2871" y="41"/>
                      <a:pt x="2818" y="0"/>
                      <a:pt x="2756" y="0"/>
                    </a:cubicBezTo>
                    <a:lnTo>
                      <a:pt x="77" y="0"/>
                    </a:lnTo>
                    <a:cubicBezTo>
                      <a:pt x="53" y="0"/>
                      <a:pt x="30" y="11"/>
                      <a:pt x="15" y="30"/>
                    </a:cubicBezTo>
                    <a:cubicBezTo>
                      <a:pt x="1" y="50"/>
                      <a:pt x="-4" y="75"/>
                      <a:pt x="2" y="98"/>
                    </a:cubicBezTo>
                    <a:lnTo>
                      <a:pt x="429" y="1679"/>
                    </a:lnTo>
                    <a:cubicBezTo>
                      <a:pt x="448" y="1749"/>
                      <a:pt x="513" y="1799"/>
                      <a:pt x="586" y="1799"/>
                    </a:cubicBezTo>
                    <a:lnTo>
                      <a:pt x="4214" y="1799"/>
                    </a:lnTo>
                    <a:cubicBezTo>
                      <a:pt x="4250" y="1799"/>
                      <a:pt x="4279" y="1770"/>
                      <a:pt x="4279" y="1734"/>
                    </a:cubicBezTo>
                    <a:cubicBezTo>
                      <a:pt x="4279" y="1697"/>
                      <a:pt x="4250" y="1668"/>
                      <a:pt x="4214" y="166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51531715-AFAB-0647-B266-9BD4F05F957A}"/>
                  </a:ext>
                </a:extLst>
              </p:cNvPr>
              <p:cNvSpPr/>
              <p:nvPr/>
            </p:nvSpPr>
            <p:spPr>
              <a:xfrm>
                <a:off x="8434013" y="11292080"/>
                <a:ext cx="368754" cy="3676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7" h="296">
                    <a:moveTo>
                      <a:pt x="297" y="148"/>
                    </a:moveTo>
                    <a:cubicBezTo>
                      <a:pt x="297" y="230"/>
                      <a:pt x="230" y="296"/>
                      <a:pt x="148" y="296"/>
                    </a:cubicBezTo>
                    <a:cubicBezTo>
                      <a:pt x="66" y="296"/>
                      <a:pt x="0" y="230"/>
                      <a:pt x="0" y="148"/>
                    </a:cubicBezTo>
                    <a:cubicBezTo>
                      <a:pt x="0" y="66"/>
                      <a:pt x="66" y="0"/>
                      <a:pt x="148" y="0"/>
                    </a:cubicBezTo>
                    <a:cubicBezTo>
                      <a:pt x="230" y="0"/>
                      <a:pt x="297" y="66"/>
                      <a:pt x="297" y="14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C75392A-86CA-9B4F-BE6E-FBC5C93EC009}"/>
                </a:ext>
              </a:extLst>
            </p:cNvPr>
            <p:cNvGrpSpPr/>
            <p:nvPr/>
          </p:nvGrpSpPr>
          <p:grpSpPr>
            <a:xfrm>
              <a:off x="17794892" y="11658475"/>
              <a:ext cx="1080002" cy="923453"/>
              <a:chOff x="17794892" y="11658475"/>
              <a:chExt cx="1080002" cy="923453"/>
            </a:xfrm>
          </p:grpSpPr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A2453282-2925-904F-9B11-6023031256CA}"/>
                  </a:ext>
                </a:extLst>
              </p:cNvPr>
              <p:cNvSpPr/>
              <p:nvPr/>
            </p:nvSpPr>
            <p:spPr>
              <a:xfrm>
                <a:off x="17878360" y="11665953"/>
                <a:ext cx="989159" cy="8711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5" h="700">
                    <a:moveTo>
                      <a:pt x="730" y="110"/>
                    </a:moveTo>
                    <a:cubicBezTo>
                      <a:pt x="703" y="93"/>
                      <a:pt x="674" y="89"/>
                      <a:pt x="644" y="97"/>
                    </a:cubicBezTo>
                    <a:cubicBezTo>
                      <a:pt x="635" y="99"/>
                      <a:pt x="627" y="103"/>
                      <a:pt x="618" y="108"/>
                    </a:cubicBezTo>
                    <a:lnTo>
                      <a:pt x="618" y="41"/>
                    </a:lnTo>
                    <a:cubicBezTo>
                      <a:pt x="618" y="19"/>
                      <a:pt x="600" y="0"/>
                      <a:pt x="578" y="0"/>
                    </a:cubicBezTo>
                    <a:lnTo>
                      <a:pt x="41" y="0"/>
                    </a:lnTo>
                    <a:cubicBezTo>
                      <a:pt x="19" y="0"/>
                      <a:pt x="0" y="19"/>
                      <a:pt x="0" y="41"/>
                    </a:cubicBezTo>
                    <a:lnTo>
                      <a:pt x="0" y="391"/>
                    </a:lnTo>
                    <a:cubicBezTo>
                      <a:pt x="0" y="562"/>
                      <a:pt x="139" y="700"/>
                      <a:pt x="310" y="700"/>
                    </a:cubicBezTo>
                    <a:cubicBezTo>
                      <a:pt x="422" y="700"/>
                      <a:pt x="520" y="640"/>
                      <a:pt x="574" y="551"/>
                    </a:cubicBezTo>
                    <a:cubicBezTo>
                      <a:pt x="664" y="550"/>
                      <a:pt x="737" y="495"/>
                      <a:pt x="773" y="397"/>
                    </a:cubicBezTo>
                    <a:cubicBezTo>
                      <a:pt x="810" y="294"/>
                      <a:pt x="802" y="155"/>
                      <a:pt x="730" y="11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57E55C3B-5114-864E-BE37-837B1EB179AB}"/>
                  </a:ext>
                </a:extLst>
              </p:cNvPr>
              <p:cNvSpPr/>
              <p:nvPr/>
            </p:nvSpPr>
            <p:spPr>
              <a:xfrm>
                <a:off x="18639539" y="11887782"/>
                <a:ext cx="122088" cy="3501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9" h="282">
                    <a:moveTo>
                      <a:pt x="82" y="190"/>
                    </a:moveTo>
                    <a:cubicBezTo>
                      <a:pt x="69" y="227"/>
                      <a:pt x="44" y="267"/>
                      <a:pt x="0" y="282"/>
                    </a:cubicBezTo>
                    <a:cubicBezTo>
                      <a:pt x="5" y="260"/>
                      <a:pt x="7" y="238"/>
                      <a:pt x="7" y="214"/>
                    </a:cubicBezTo>
                    <a:lnTo>
                      <a:pt x="7" y="45"/>
                    </a:lnTo>
                    <a:cubicBezTo>
                      <a:pt x="20" y="26"/>
                      <a:pt x="40" y="6"/>
                      <a:pt x="56" y="1"/>
                    </a:cubicBezTo>
                    <a:cubicBezTo>
                      <a:pt x="61" y="0"/>
                      <a:pt x="66" y="0"/>
                      <a:pt x="74" y="5"/>
                    </a:cubicBezTo>
                    <a:cubicBezTo>
                      <a:pt x="96" y="18"/>
                      <a:pt x="113" y="105"/>
                      <a:pt x="82" y="19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9" name="Freeform 358">
                <a:extLst>
                  <a:ext uri="{FF2B5EF4-FFF2-40B4-BE49-F238E27FC236}">
                    <a16:creationId xmlns:a16="http://schemas.microsoft.com/office/drawing/2014/main" id="{4583334D-1617-5543-8C6F-7BFD8221EEF3}"/>
                  </a:ext>
                </a:extLst>
              </p:cNvPr>
              <p:cNvSpPr/>
              <p:nvPr/>
            </p:nvSpPr>
            <p:spPr>
              <a:xfrm>
                <a:off x="17870886" y="11658475"/>
                <a:ext cx="1004008" cy="887315"/>
              </a:xfrm>
              <a:custGeom>
                <a:avLst/>
                <a:gdLst>
                  <a:gd name="connsiteX0" fmla="*/ 58498 w 1004008"/>
                  <a:gd name="connsiteY0" fmla="*/ 16201 h 887315"/>
                  <a:gd name="connsiteX1" fmla="*/ 16194 w 1004008"/>
                  <a:gd name="connsiteY1" fmla="*/ 58511 h 887315"/>
                  <a:gd name="connsiteX2" fmla="*/ 16194 w 1004008"/>
                  <a:gd name="connsiteY2" fmla="*/ 494055 h 887315"/>
                  <a:gd name="connsiteX3" fmla="*/ 393188 w 1004008"/>
                  <a:gd name="connsiteY3" fmla="*/ 869868 h 887315"/>
                  <a:gd name="connsiteX4" fmla="*/ 714190 w 1004008"/>
                  <a:gd name="connsiteY4" fmla="*/ 689428 h 887315"/>
                  <a:gd name="connsiteX5" fmla="*/ 721656 w 1004008"/>
                  <a:gd name="connsiteY5" fmla="*/ 684451 h 887315"/>
                  <a:gd name="connsiteX6" fmla="*/ 961786 w 1004008"/>
                  <a:gd name="connsiteY6" fmla="*/ 497789 h 887315"/>
                  <a:gd name="connsiteX7" fmla="*/ 910774 w 1004008"/>
                  <a:gd name="connsiteY7" fmla="*/ 150598 h 887315"/>
                  <a:gd name="connsiteX8" fmla="*/ 811238 w 1004008"/>
                  <a:gd name="connsiteY8" fmla="*/ 136909 h 887315"/>
                  <a:gd name="connsiteX9" fmla="*/ 781376 w 1004008"/>
                  <a:gd name="connsiteY9" fmla="*/ 149353 h 887315"/>
                  <a:gd name="connsiteX10" fmla="*/ 772668 w 1004008"/>
                  <a:gd name="connsiteY10" fmla="*/ 149353 h 887315"/>
                  <a:gd name="connsiteX11" fmla="*/ 768934 w 1004008"/>
                  <a:gd name="connsiteY11" fmla="*/ 141887 h 887315"/>
                  <a:gd name="connsiteX12" fmla="*/ 768934 w 1004008"/>
                  <a:gd name="connsiteY12" fmla="*/ 58511 h 887315"/>
                  <a:gd name="connsiteX13" fmla="*/ 726632 w 1004008"/>
                  <a:gd name="connsiteY13" fmla="*/ 16201 h 887315"/>
                  <a:gd name="connsiteX14" fmla="*/ 58480 w 1004008"/>
                  <a:gd name="connsiteY14" fmla="*/ 0 h 887315"/>
                  <a:gd name="connsiteX15" fmla="*/ 726640 w 1004008"/>
                  <a:gd name="connsiteY15" fmla="*/ 0 h 887315"/>
                  <a:gd name="connsiteX16" fmla="*/ 785120 w 1004008"/>
                  <a:gd name="connsiteY16" fmla="*/ 58491 h 887315"/>
                  <a:gd name="connsiteX17" fmla="*/ 785120 w 1004008"/>
                  <a:gd name="connsiteY17" fmla="*/ 128182 h 887315"/>
                  <a:gd name="connsiteX18" fmla="*/ 806272 w 1004008"/>
                  <a:gd name="connsiteY18" fmla="*/ 120715 h 887315"/>
                  <a:gd name="connsiteX19" fmla="*/ 919500 w 1004008"/>
                  <a:gd name="connsiteY19" fmla="*/ 136893 h 887315"/>
                  <a:gd name="connsiteX20" fmla="*/ 976734 w 1004008"/>
                  <a:gd name="connsiteY20" fmla="*/ 504015 h 887315"/>
                  <a:gd name="connsiteX21" fmla="*/ 726640 w 1004008"/>
                  <a:gd name="connsiteY21" fmla="*/ 701887 h 887315"/>
                  <a:gd name="connsiteX22" fmla="*/ 393182 w 1004008"/>
                  <a:gd name="connsiteY22" fmla="*/ 887315 h 887315"/>
                  <a:gd name="connsiteX23" fmla="*/ 0 w 1004008"/>
                  <a:gd name="connsiteY23" fmla="*/ 494059 h 887315"/>
                  <a:gd name="connsiteX24" fmla="*/ 0 w 1004008"/>
                  <a:gd name="connsiteY24" fmla="*/ 58491 h 887315"/>
                  <a:gd name="connsiteX25" fmla="*/ 58480 w 1004008"/>
                  <a:gd name="connsiteY25" fmla="*/ 0 h 8873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004008" h="887315">
                    <a:moveTo>
                      <a:pt x="58498" y="16201"/>
                    </a:moveTo>
                    <a:cubicBezTo>
                      <a:pt x="34858" y="16201"/>
                      <a:pt x="16194" y="36112"/>
                      <a:pt x="16194" y="58511"/>
                    </a:cubicBezTo>
                    <a:lnTo>
                      <a:pt x="16194" y="494055"/>
                    </a:lnTo>
                    <a:cubicBezTo>
                      <a:pt x="16194" y="701872"/>
                      <a:pt x="185406" y="869868"/>
                      <a:pt x="393188" y="869868"/>
                    </a:cubicBezTo>
                    <a:cubicBezTo>
                      <a:pt x="525072" y="869868"/>
                      <a:pt x="645760" y="802670"/>
                      <a:pt x="714190" y="689428"/>
                    </a:cubicBezTo>
                    <a:cubicBezTo>
                      <a:pt x="716678" y="685695"/>
                      <a:pt x="719166" y="684451"/>
                      <a:pt x="721656" y="684451"/>
                    </a:cubicBezTo>
                    <a:cubicBezTo>
                      <a:pt x="831144" y="683206"/>
                      <a:pt x="918238" y="616008"/>
                      <a:pt x="961786" y="497789"/>
                    </a:cubicBezTo>
                    <a:cubicBezTo>
                      <a:pt x="1017774" y="344726"/>
                      <a:pt x="981692" y="194152"/>
                      <a:pt x="910774" y="150598"/>
                    </a:cubicBezTo>
                    <a:cubicBezTo>
                      <a:pt x="879668" y="131931"/>
                      <a:pt x="846076" y="126954"/>
                      <a:pt x="811238" y="136909"/>
                    </a:cubicBezTo>
                    <a:cubicBezTo>
                      <a:pt x="801284" y="138153"/>
                      <a:pt x="791330" y="143131"/>
                      <a:pt x="781376" y="149353"/>
                    </a:cubicBezTo>
                    <a:cubicBezTo>
                      <a:pt x="778888" y="150598"/>
                      <a:pt x="775156" y="150598"/>
                      <a:pt x="772668" y="149353"/>
                    </a:cubicBezTo>
                    <a:cubicBezTo>
                      <a:pt x="770180" y="146864"/>
                      <a:pt x="768934" y="144375"/>
                      <a:pt x="768934" y="141887"/>
                    </a:cubicBezTo>
                    <a:lnTo>
                      <a:pt x="768934" y="58511"/>
                    </a:lnTo>
                    <a:cubicBezTo>
                      <a:pt x="768934" y="36112"/>
                      <a:pt x="749028" y="16201"/>
                      <a:pt x="726632" y="16201"/>
                    </a:cubicBezTo>
                    <a:close/>
                    <a:moveTo>
                      <a:pt x="58480" y="0"/>
                    </a:moveTo>
                    <a:lnTo>
                      <a:pt x="726640" y="0"/>
                    </a:lnTo>
                    <a:cubicBezTo>
                      <a:pt x="758992" y="0"/>
                      <a:pt x="785120" y="26134"/>
                      <a:pt x="785120" y="58491"/>
                    </a:cubicBezTo>
                    <a:lnTo>
                      <a:pt x="785120" y="128182"/>
                    </a:lnTo>
                    <a:cubicBezTo>
                      <a:pt x="792586" y="124448"/>
                      <a:pt x="800052" y="121959"/>
                      <a:pt x="806272" y="120715"/>
                    </a:cubicBezTo>
                    <a:cubicBezTo>
                      <a:pt x="846088" y="109514"/>
                      <a:pt x="884660" y="115737"/>
                      <a:pt x="919500" y="136893"/>
                    </a:cubicBezTo>
                    <a:cubicBezTo>
                      <a:pt x="1012818" y="195384"/>
                      <a:pt x="1024016" y="373344"/>
                      <a:pt x="976734" y="504015"/>
                    </a:cubicBezTo>
                    <a:cubicBezTo>
                      <a:pt x="931942" y="627218"/>
                      <a:pt x="839868" y="698154"/>
                      <a:pt x="726640" y="701887"/>
                    </a:cubicBezTo>
                    <a:cubicBezTo>
                      <a:pt x="654474" y="817624"/>
                      <a:pt x="530050" y="887315"/>
                      <a:pt x="393182" y="887315"/>
                    </a:cubicBezTo>
                    <a:cubicBezTo>
                      <a:pt x="175438" y="887315"/>
                      <a:pt x="0" y="710599"/>
                      <a:pt x="0" y="494059"/>
                    </a:cubicBezTo>
                    <a:lnTo>
                      <a:pt x="0" y="58491"/>
                    </a:lnTo>
                    <a:cubicBezTo>
                      <a:pt x="0" y="26134"/>
                      <a:pt x="26130" y="0"/>
                      <a:pt x="584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0" name="Freeform 359">
                <a:extLst>
                  <a:ext uri="{FF2B5EF4-FFF2-40B4-BE49-F238E27FC236}">
                    <a16:creationId xmlns:a16="http://schemas.microsoft.com/office/drawing/2014/main" id="{9DF7155E-471B-A847-A0B5-3876D547B53B}"/>
                  </a:ext>
                </a:extLst>
              </p:cNvPr>
              <p:cNvSpPr/>
              <p:nvPr/>
            </p:nvSpPr>
            <p:spPr>
              <a:xfrm>
                <a:off x="18630820" y="11878815"/>
                <a:ext cx="139273" cy="367881"/>
              </a:xfrm>
              <a:custGeom>
                <a:avLst/>
                <a:gdLst>
                  <a:gd name="connsiteX0" fmla="*/ 80240 w 139273"/>
                  <a:gd name="connsiteY0" fmla="*/ 18932 h 367881"/>
                  <a:gd name="connsiteX1" fmla="*/ 26084 w 139273"/>
                  <a:gd name="connsiteY1" fmla="*/ 67351 h 367881"/>
                  <a:gd name="connsiteX2" fmla="*/ 26084 w 139273"/>
                  <a:gd name="connsiteY2" fmla="*/ 274686 h 367881"/>
                  <a:gd name="connsiteX3" fmla="*/ 19932 w 139273"/>
                  <a:gd name="connsiteY3" fmla="*/ 346695 h 367881"/>
                  <a:gd name="connsiteX4" fmla="*/ 102394 w 139273"/>
                  <a:gd name="connsiteY4" fmla="*/ 242407 h 367881"/>
                  <a:gd name="connsiteX5" fmla="*/ 95008 w 139273"/>
                  <a:gd name="connsiteY5" fmla="*/ 22656 h 367881"/>
                  <a:gd name="connsiteX6" fmla="*/ 80240 w 139273"/>
                  <a:gd name="connsiteY6" fmla="*/ 18932 h 367881"/>
                  <a:gd name="connsiteX7" fmla="*/ 87976 w 139273"/>
                  <a:gd name="connsiteY7" fmla="*/ 243 h 367881"/>
                  <a:gd name="connsiteX8" fmla="*/ 104954 w 139273"/>
                  <a:gd name="connsiteY8" fmla="*/ 6453 h 367881"/>
                  <a:gd name="connsiteX9" fmla="*/ 117302 w 139273"/>
                  <a:gd name="connsiteY9" fmla="*/ 247405 h 367881"/>
                  <a:gd name="connsiteX10" fmla="*/ 11112 w 139273"/>
                  <a:gd name="connsiteY10" fmla="*/ 366639 h 367881"/>
                  <a:gd name="connsiteX11" fmla="*/ 8642 w 139273"/>
                  <a:gd name="connsiteY11" fmla="*/ 367881 h 367881"/>
                  <a:gd name="connsiteX12" fmla="*/ 2468 w 139273"/>
                  <a:gd name="connsiteY12" fmla="*/ 365397 h 367881"/>
                  <a:gd name="connsiteX13" fmla="*/ 0 w 139273"/>
                  <a:gd name="connsiteY13" fmla="*/ 357945 h 367881"/>
                  <a:gd name="connsiteX14" fmla="*/ 9878 w 139273"/>
                  <a:gd name="connsiteY14" fmla="*/ 273487 h 367881"/>
                  <a:gd name="connsiteX15" fmla="*/ 9878 w 139273"/>
                  <a:gd name="connsiteY15" fmla="*/ 63586 h 367881"/>
                  <a:gd name="connsiteX16" fmla="*/ 11112 w 139273"/>
                  <a:gd name="connsiteY16" fmla="*/ 58618 h 367881"/>
                  <a:gd name="connsiteX17" fmla="*/ 76554 w 139273"/>
                  <a:gd name="connsiteY17" fmla="*/ 1485 h 367881"/>
                  <a:gd name="connsiteX18" fmla="*/ 87976 w 139273"/>
                  <a:gd name="connsiteY18" fmla="*/ 243 h 3678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9273" h="367881">
                    <a:moveTo>
                      <a:pt x="80240" y="18932"/>
                    </a:moveTo>
                    <a:cubicBezTo>
                      <a:pt x="65470" y="22656"/>
                      <a:pt x="45778" y="41279"/>
                      <a:pt x="26084" y="67351"/>
                    </a:cubicBezTo>
                    <a:lnTo>
                      <a:pt x="26084" y="274686"/>
                    </a:lnTo>
                    <a:cubicBezTo>
                      <a:pt x="26084" y="299517"/>
                      <a:pt x="23624" y="323106"/>
                      <a:pt x="19932" y="346695"/>
                    </a:cubicBezTo>
                    <a:cubicBezTo>
                      <a:pt x="55624" y="329314"/>
                      <a:pt x="83932" y="294551"/>
                      <a:pt x="102394" y="242407"/>
                    </a:cubicBezTo>
                    <a:cubicBezTo>
                      <a:pt x="140548" y="136877"/>
                      <a:pt x="115932" y="35071"/>
                      <a:pt x="95008" y="22656"/>
                    </a:cubicBezTo>
                    <a:cubicBezTo>
                      <a:pt x="87624" y="17690"/>
                      <a:pt x="83932" y="17690"/>
                      <a:pt x="80240" y="18932"/>
                    </a:cubicBezTo>
                    <a:close/>
                    <a:moveTo>
                      <a:pt x="87976" y="243"/>
                    </a:moveTo>
                    <a:cubicBezTo>
                      <a:pt x="92916" y="864"/>
                      <a:pt x="98780" y="2727"/>
                      <a:pt x="104954" y="6453"/>
                    </a:cubicBezTo>
                    <a:cubicBezTo>
                      <a:pt x="137058" y="26325"/>
                      <a:pt x="156814" y="143075"/>
                      <a:pt x="117302" y="247405"/>
                    </a:cubicBezTo>
                    <a:cubicBezTo>
                      <a:pt x="95076" y="309506"/>
                      <a:pt x="58034" y="351735"/>
                      <a:pt x="11112" y="366639"/>
                    </a:cubicBezTo>
                    <a:cubicBezTo>
                      <a:pt x="9878" y="367881"/>
                      <a:pt x="8642" y="367881"/>
                      <a:pt x="8642" y="367881"/>
                    </a:cubicBezTo>
                    <a:cubicBezTo>
                      <a:pt x="6172" y="367881"/>
                      <a:pt x="3704" y="366639"/>
                      <a:pt x="2468" y="365397"/>
                    </a:cubicBezTo>
                    <a:cubicBezTo>
                      <a:pt x="1234" y="364155"/>
                      <a:pt x="0" y="360429"/>
                      <a:pt x="0" y="357945"/>
                    </a:cubicBezTo>
                    <a:cubicBezTo>
                      <a:pt x="7408" y="329378"/>
                      <a:pt x="9878" y="302054"/>
                      <a:pt x="9878" y="273487"/>
                    </a:cubicBezTo>
                    <a:lnTo>
                      <a:pt x="9878" y="63586"/>
                    </a:lnTo>
                    <a:cubicBezTo>
                      <a:pt x="9878" y="61102"/>
                      <a:pt x="9878" y="59860"/>
                      <a:pt x="11112" y="58618"/>
                    </a:cubicBezTo>
                    <a:cubicBezTo>
                      <a:pt x="23460" y="39988"/>
                      <a:pt x="49390" y="8937"/>
                      <a:pt x="76554" y="1485"/>
                    </a:cubicBezTo>
                    <a:cubicBezTo>
                      <a:pt x="79024" y="243"/>
                      <a:pt x="83036" y="-378"/>
                      <a:pt x="87976" y="2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17E517D8-6076-6045-879E-043851814142}"/>
                  </a:ext>
                </a:extLst>
              </p:cNvPr>
              <p:cNvSpPr/>
              <p:nvPr/>
            </p:nvSpPr>
            <p:spPr>
              <a:xfrm>
                <a:off x="17803613" y="12464782"/>
                <a:ext cx="916903" cy="1084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37" h="88">
                    <a:moveTo>
                      <a:pt x="702" y="88"/>
                    </a:moveTo>
                    <a:lnTo>
                      <a:pt x="35" y="88"/>
                    </a:lnTo>
                    <a:cubicBezTo>
                      <a:pt x="16" y="88"/>
                      <a:pt x="0" y="72"/>
                      <a:pt x="0" y="52"/>
                    </a:cubicBezTo>
                    <a:lnTo>
                      <a:pt x="0" y="36"/>
                    </a:lnTo>
                    <a:cubicBezTo>
                      <a:pt x="0" y="16"/>
                      <a:pt x="16" y="0"/>
                      <a:pt x="35" y="0"/>
                    </a:cubicBezTo>
                    <a:lnTo>
                      <a:pt x="702" y="0"/>
                    </a:lnTo>
                    <a:cubicBezTo>
                      <a:pt x="722" y="0"/>
                      <a:pt x="737" y="16"/>
                      <a:pt x="737" y="36"/>
                    </a:cubicBezTo>
                    <a:lnTo>
                      <a:pt x="737" y="52"/>
                    </a:lnTo>
                    <a:cubicBezTo>
                      <a:pt x="737" y="72"/>
                      <a:pt x="722" y="88"/>
                      <a:pt x="702" y="8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2B7276A0-0473-C34F-8029-6C51861BC370}"/>
                  </a:ext>
                </a:extLst>
              </p:cNvPr>
              <p:cNvSpPr/>
              <p:nvPr/>
            </p:nvSpPr>
            <p:spPr>
              <a:xfrm>
                <a:off x="17794892" y="12456059"/>
                <a:ext cx="934344" cy="125869"/>
              </a:xfrm>
              <a:custGeom>
                <a:avLst/>
                <a:gdLst>
                  <a:gd name="connsiteX0" fmla="*/ 63466 w 934344"/>
                  <a:gd name="connsiteY0" fmla="*/ 17450 h 125869"/>
                  <a:gd name="connsiteX1" fmla="*/ 16192 w 934344"/>
                  <a:gd name="connsiteY1" fmla="*/ 62946 h 125869"/>
                  <a:gd name="connsiteX2" fmla="*/ 63466 w 934344"/>
                  <a:gd name="connsiteY2" fmla="*/ 109671 h 125869"/>
                  <a:gd name="connsiteX3" fmla="*/ 870868 w 934344"/>
                  <a:gd name="connsiteY3" fmla="*/ 109671 h 125869"/>
                  <a:gd name="connsiteX4" fmla="*/ 916900 w 934344"/>
                  <a:gd name="connsiteY4" fmla="*/ 62946 h 125869"/>
                  <a:gd name="connsiteX5" fmla="*/ 870868 w 934344"/>
                  <a:gd name="connsiteY5" fmla="*/ 17450 h 125869"/>
                  <a:gd name="connsiteX6" fmla="*/ 63450 w 934344"/>
                  <a:gd name="connsiteY6" fmla="*/ 0 h 125869"/>
                  <a:gd name="connsiteX7" fmla="*/ 870894 w 934344"/>
                  <a:gd name="connsiteY7" fmla="*/ 0 h 125869"/>
                  <a:gd name="connsiteX8" fmla="*/ 934344 w 934344"/>
                  <a:gd name="connsiteY8" fmla="*/ 62935 h 125869"/>
                  <a:gd name="connsiteX9" fmla="*/ 870894 w 934344"/>
                  <a:gd name="connsiteY9" fmla="*/ 125869 h 125869"/>
                  <a:gd name="connsiteX10" fmla="*/ 63450 w 934344"/>
                  <a:gd name="connsiteY10" fmla="*/ 125869 h 125869"/>
                  <a:gd name="connsiteX11" fmla="*/ 0 w 934344"/>
                  <a:gd name="connsiteY11" fmla="*/ 62935 h 125869"/>
                  <a:gd name="connsiteX12" fmla="*/ 63450 w 934344"/>
                  <a:gd name="connsiteY12" fmla="*/ 0 h 125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34344" h="125869">
                    <a:moveTo>
                      <a:pt x="63466" y="17450"/>
                    </a:moveTo>
                    <a:cubicBezTo>
                      <a:pt x="37342" y="17450"/>
                      <a:pt x="16192" y="38353"/>
                      <a:pt x="16192" y="62946"/>
                    </a:cubicBezTo>
                    <a:cubicBezTo>
                      <a:pt x="16192" y="88768"/>
                      <a:pt x="37342" y="109671"/>
                      <a:pt x="63466" y="109671"/>
                    </a:cubicBezTo>
                    <a:lnTo>
                      <a:pt x="870868" y="109671"/>
                    </a:lnTo>
                    <a:cubicBezTo>
                      <a:pt x="896994" y="109671"/>
                      <a:pt x="916900" y="88768"/>
                      <a:pt x="916900" y="62946"/>
                    </a:cubicBezTo>
                    <a:cubicBezTo>
                      <a:pt x="916900" y="38353"/>
                      <a:pt x="896994" y="17450"/>
                      <a:pt x="870868" y="17450"/>
                    </a:cubicBezTo>
                    <a:close/>
                    <a:moveTo>
                      <a:pt x="63450" y="0"/>
                    </a:moveTo>
                    <a:lnTo>
                      <a:pt x="870894" y="0"/>
                    </a:lnTo>
                    <a:cubicBezTo>
                      <a:pt x="906974" y="0"/>
                      <a:pt x="934344" y="28382"/>
                      <a:pt x="934344" y="62935"/>
                    </a:cubicBezTo>
                    <a:cubicBezTo>
                      <a:pt x="934344" y="97487"/>
                      <a:pt x="906974" y="125869"/>
                      <a:pt x="870894" y="125869"/>
                    </a:cubicBezTo>
                    <a:lnTo>
                      <a:pt x="63450" y="125869"/>
                    </a:lnTo>
                    <a:cubicBezTo>
                      <a:pt x="28616" y="125869"/>
                      <a:pt x="0" y="97487"/>
                      <a:pt x="0" y="62935"/>
                    </a:cubicBezTo>
                    <a:cubicBezTo>
                      <a:pt x="0" y="28382"/>
                      <a:pt x="28616" y="0"/>
                      <a:pt x="634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270" name="Freeform 269">
            <a:extLst>
              <a:ext uri="{FF2B5EF4-FFF2-40B4-BE49-F238E27FC236}">
                <a16:creationId xmlns:a16="http://schemas.microsoft.com/office/drawing/2014/main" id="{6C1DE3BB-B5E1-2A49-911F-30B4AD820EBD}"/>
              </a:ext>
            </a:extLst>
          </p:cNvPr>
          <p:cNvSpPr/>
          <p:nvPr/>
        </p:nvSpPr>
        <p:spPr>
          <a:xfrm>
            <a:off x="15094016" y="3420900"/>
            <a:ext cx="7285390" cy="18643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9" h="1497">
                <a:moveTo>
                  <a:pt x="5849" y="608"/>
                </a:moveTo>
                <a:lnTo>
                  <a:pt x="5849" y="1497"/>
                </a:lnTo>
                <a:lnTo>
                  <a:pt x="608" y="1497"/>
                </a:lnTo>
                <a:cubicBezTo>
                  <a:pt x="272" y="1497"/>
                  <a:pt x="0" y="1225"/>
                  <a:pt x="0" y="889"/>
                </a:cubicBezTo>
                <a:lnTo>
                  <a:pt x="0" y="0"/>
                </a:lnTo>
                <a:lnTo>
                  <a:pt x="5241" y="0"/>
                </a:lnTo>
                <a:cubicBezTo>
                  <a:pt x="5576" y="0"/>
                  <a:pt x="5849" y="272"/>
                  <a:pt x="5849" y="608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72" name="Freeform 271">
            <a:extLst>
              <a:ext uri="{FF2B5EF4-FFF2-40B4-BE49-F238E27FC236}">
                <a16:creationId xmlns:a16="http://schemas.microsoft.com/office/drawing/2014/main" id="{680D51C2-5D8C-8045-A79B-B47C8523C2D0}"/>
              </a:ext>
            </a:extLst>
          </p:cNvPr>
          <p:cNvSpPr/>
          <p:nvPr/>
        </p:nvSpPr>
        <p:spPr>
          <a:xfrm>
            <a:off x="2125324" y="3420900"/>
            <a:ext cx="7285390" cy="18643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9" h="1497">
                <a:moveTo>
                  <a:pt x="5849" y="608"/>
                </a:moveTo>
                <a:lnTo>
                  <a:pt x="5849" y="1497"/>
                </a:lnTo>
                <a:lnTo>
                  <a:pt x="608" y="1497"/>
                </a:lnTo>
                <a:cubicBezTo>
                  <a:pt x="272" y="1497"/>
                  <a:pt x="0" y="1225"/>
                  <a:pt x="0" y="889"/>
                </a:cubicBezTo>
                <a:lnTo>
                  <a:pt x="0" y="0"/>
                </a:lnTo>
                <a:lnTo>
                  <a:pt x="5242" y="0"/>
                </a:lnTo>
                <a:cubicBezTo>
                  <a:pt x="5577" y="0"/>
                  <a:pt x="5849" y="272"/>
                  <a:pt x="5849" y="608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rgbClr val="262626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74" name="Freeform 273">
            <a:extLst>
              <a:ext uri="{FF2B5EF4-FFF2-40B4-BE49-F238E27FC236}">
                <a16:creationId xmlns:a16="http://schemas.microsoft.com/office/drawing/2014/main" id="{9C4FCC05-8D5E-4E47-9112-8CB8A736127D}"/>
              </a:ext>
            </a:extLst>
          </p:cNvPr>
          <p:cNvSpPr/>
          <p:nvPr/>
        </p:nvSpPr>
        <p:spPr>
          <a:xfrm>
            <a:off x="1999499" y="3293784"/>
            <a:ext cx="7284144" cy="186560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8" h="1498">
                <a:moveTo>
                  <a:pt x="5848" y="608"/>
                </a:moveTo>
                <a:lnTo>
                  <a:pt x="5848" y="1498"/>
                </a:lnTo>
                <a:lnTo>
                  <a:pt x="607" y="1498"/>
                </a:lnTo>
                <a:cubicBezTo>
                  <a:pt x="272" y="1498"/>
                  <a:pt x="0" y="1226"/>
                  <a:pt x="0" y="890"/>
                </a:cubicBezTo>
                <a:lnTo>
                  <a:pt x="0" y="0"/>
                </a:lnTo>
                <a:lnTo>
                  <a:pt x="5240" y="0"/>
                </a:lnTo>
                <a:cubicBezTo>
                  <a:pt x="5576" y="0"/>
                  <a:pt x="5848" y="272"/>
                  <a:pt x="5848" y="608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76" name="Freeform 275">
            <a:extLst>
              <a:ext uri="{FF2B5EF4-FFF2-40B4-BE49-F238E27FC236}">
                <a16:creationId xmlns:a16="http://schemas.microsoft.com/office/drawing/2014/main" id="{34A7F809-89CB-8748-844E-B2B2763283B0}"/>
              </a:ext>
            </a:extLst>
          </p:cNvPr>
          <p:cNvSpPr/>
          <p:nvPr/>
        </p:nvSpPr>
        <p:spPr>
          <a:xfrm>
            <a:off x="1999499" y="3293784"/>
            <a:ext cx="1172290" cy="117270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2" h="942">
                <a:moveTo>
                  <a:pt x="942" y="0"/>
                </a:moveTo>
                <a:cubicBezTo>
                  <a:pt x="942" y="520"/>
                  <a:pt x="520" y="942"/>
                  <a:pt x="0" y="94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67" name="Freeform 366">
            <a:extLst>
              <a:ext uri="{FF2B5EF4-FFF2-40B4-BE49-F238E27FC236}">
                <a16:creationId xmlns:a16="http://schemas.microsoft.com/office/drawing/2014/main" id="{094D4C3A-0B0B-B844-A6E1-0A8C4FE29485}"/>
              </a:ext>
            </a:extLst>
          </p:cNvPr>
          <p:cNvSpPr/>
          <p:nvPr/>
        </p:nvSpPr>
        <p:spPr>
          <a:xfrm>
            <a:off x="2212530" y="3481961"/>
            <a:ext cx="492709" cy="611899"/>
          </a:xfrm>
          <a:custGeom>
            <a:avLst/>
            <a:gdLst>
              <a:gd name="connsiteX0" fmla="*/ 333493 w 492709"/>
              <a:gd name="connsiteY0" fmla="*/ 427457 h 611899"/>
              <a:gd name="connsiteX1" fmla="*/ 282794 w 492709"/>
              <a:gd name="connsiteY1" fmla="*/ 590713 h 611899"/>
              <a:gd name="connsiteX2" fmla="*/ 449730 w 492709"/>
              <a:gd name="connsiteY2" fmla="*/ 427457 h 611899"/>
              <a:gd name="connsiteX3" fmla="*/ 171915 w 492709"/>
              <a:gd name="connsiteY3" fmla="*/ 427457 h 611899"/>
              <a:gd name="connsiteX4" fmla="*/ 243548 w 492709"/>
              <a:gd name="connsiteY4" fmla="*/ 594452 h 611899"/>
              <a:gd name="connsiteX5" fmla="*/ 315181 w 492709"/>
              <a:gd name="connsiteY5" fmla="*/ 427457 h 611899"/>
              <a:gd name="connsiteX6" fmla="*/ 36124 w 492709"/>
              <a:gd name="connsiteY6" fmla="*/ 427457 h 611899"/>
              <a:gd name="connsiteX7" fmla="*/ 203060 w 492709"/>
              <a:gd name="connsiteY7" fmla="*/ 590713 h 611899"/>
              <a:gd name="connsiteX8" fmla="*/ 152361 w 492709"/>
              <a:gd name="connsiteY8" fmla="*/ 427457 h 611899"/>
              <a:gd name="connsiteX9" fmla="*/ 304077 w 492709"/>
              <a:gd name="connsiteY9" fmla="*/ 269189 h 611899"/>
              <a:gd name="connsiteX10" fmla="*/ 285547 w 492709"/>
              <a:gd name="connsiteY10" fmla="*/ 275365 h 611899"/>
              <a:gd name="connsiteX11" fmla="*/ 237370 w 492709"/>
              <a:gd name="connsiteY11" fmla="*/ 286482 h 611899"/>
              <a:gd name="connsiteX12" fmla="*/ 236134 w 492709"/>
              <a:gd name="connsiteY12" fmla="*/ 286482 h 611899"/>
              <a:gd name="connsiteX13" fmla="*/ 234899 w 492709"/>
              <a:gd name="connsiteY13" fmla="*/ 286482 h 611899"/>
              <a:gd name="connsiteX14" fmla="*/ 191663 w 492709"/>
              <a:gd name="connsiteY14" fmla="*/ 275365 h 611899"/>
              <a:gd name="connsiteX15" fmla="*/ 181780 w 492709"/>
              <a:gd name="connsiteY15" fmla="*/ 272895 h 611899"/>
              <a:gd name="connsiteX16" fmla="*/ 169427 w 492709"/>
              <a:gd name="connsiteY16" fmla="*/ 385298 h 611899"/>
              <a:gd name="connsiteX17" fmla="*/ 170662 w 492709"/>
              <a:gd name="connsiteY17" fmla="*/ 408767 h 611899"/>
              <a:gd name="connsiteX18" fmla="*/ 315195 w 492709"/>
              <a:gd name="connsiteY18" fmla="*/ 408767 h 611899"/>
              <a:gd name="connsiteX19" fmla="*/ 316430 w 492709"/>
              <a:gd name="connsiteY19" fmla="*/ 385298 h 611899"/>
              <a:gd name="connsiteX20" fmla="*/ 304077 w 492709"/>
              <a:gd name="connsiteY20" fmla="*/ 269189 h 611899"/>
              <a:gd name="connsiteX21" fmla="*/ 94098 w 492709"/>
              <a:gd name="connsiteY21" fmla="*/ 236787 h 611899"/>
              <a:gd name="connsiteX22" fmla="*/ 32390 w 492709"/>
              <a:gd name="connsiteY22" fmla="*/ 385259 h 611899"/>
              <a:gd name="connsiteX23" fmla="*/ 33624 w 492709"/>
              <a:gd name="connsiteY23" fmla="*/ 408767 h 611899"/>
              <a:gd name="connsiteX24" fmla="*/ 150868 w 492709"/>
              <a:gd name="connsiteY24" fmla="*/ 408767 h 611899"/>
              <a:gd name="connsiteX25" fmla="*/ 150868 w 492709"/>
              <a:gd name="connsiteY25" fmla="*/ 385259 h 611899"/>
              <a:gd name="connsiteX26" fmla="*/ 164444 w 492709"/>
              <a:gd name="connsiteY26" fmla="*/ 265244 h 611899"/>
              <a:gd name="connsiteX27" fmla="*/ 389298 w 492709"/>
              <a:gd name="connsiteY27" fmla="*/ 235541 h 611899"/>
              <a:gd name="connsiteX28" fmla="*/ 321414 w 492709"/>
              <a:gd name="connsiteY28" fmla="*/ 262762 h 611899"/>
              <a:gd name="connsiteX29" fmla="*/ 334991 w 492709"/>
              <a:gd name="connsiteY29" fmla="*/ 385258 h 611899"/>
              <a:gd name="connsiteX30" fmla="*/ 334991 w 492709"/>
              <a:gd name="connsiteY30" fmla="*/ 408767 h 611899"/>
              <a:gd name="connsiteX31" fmla="*/ 452246 w 492709"/>
              <a:gd name="connsiteY31" fmla="*/ 408767 h 611899"/>
              <a:gd name="connsiteX32" fmla="*/ 454714 w 492709"/>
              <a:gd name="connsiteY32" fmla="*/ 385258 h 611899"/>
              <a:gd name="connsiteX33" fmla="*/ 389298 w 492709"/>
              <a:gd name="connsiteY33" fmla="*/ 235541 h 611899"/>
              <a:gd name="connsiteX34" fmla="*/ 465303 w 492709"/>
              <a:gd name="connsiteY34" fmla="*/ 219340 h 611899"/>
              <a:gd name="connsiteX35" fmla="*/ 459697 w 492709"/>
              <a:gd name="connsiteY35" fmla="*/ 229310 h 611899"/>
              <a:gd name="connsiteX36" fmla="*/ 470909 w 492709"/>
              <a:gd name="connsiteY36" fmla="*/ 229310 h 611899"/>
              <a:gd name="connsiteX37" fmla="*/ 382454 w 492709"/>
              <a:gd name="connsiteY37" fmla="*/ 139581 h 611899"/>
              <a:gd name="connsiteX38" fmla="*/ 255943 w 492709"/>
              <a:gd name="connsiteY38" fmla="*/ 186478 h 611899"/>
              <a:gd name="connsiteX39" fmla="*/ 238579 w 492709"/>
              <a:gd name="connsiteY39" fmla="*/ 190180 h 611899"/>
              <a:gd name="connsiteX40" fmla="*/ 221215 w 492709"/>
              <a:gd name="connsiteY40" fmla="*/ 186478 h 611899"/>
              <a:gd name="connsiteX41" fmla="*/ 100905 w 492709"/>
              <a:gd name="connsiteY41" fmla="*/ 142049 h 611899"/>
              <a:gd name="connsiteX42" fmla="*/ 100905 w 492709"/>
              <a:gd name="connsiteY42" fmla="*/ 219799 h 611899"/>
              <a:gd name="connsiteX43" fmla="*/ 198889 w 492709"/>
              <a:gd name="connsiteY43" fmla="*/ 258057 h 611899"/>
              <a:gd name="connsiteX44" fmla="*/ 236098 w 492709"/>
              <a:gd name="connsiteY44" fmla="*/ 266696 h 611899"/>
              <a:gd name="connsiteX45" fmla="*/ 279509 w 492709"/>
              <a:gd name="connsiteY45" fmla="*/ 258057 h 611899"/>
              <a:gd name="connsiteX46" fmla="*/ 382454 w 492709"/>
              <a:gd name="connsiteY46" fmla="*/ 217331 h 611899"/>
              <a:gd name="connsiteX47" fmla="*/ 238569 w 492709"/>
              <a:gd name="connsiteY47" fmla="*/ 62315 h 611899"/>
              <a:gd name="connsiteX48" fmla="*/ 247185 w 492709"/>
              <a:gd name="connsiteY48" fmla="*/ 70874 h 611899"/>
              <a:gd name="connsiteX49" fmla="*/ 238569 w 492709"/>
              <a:gd name="connsiteY49" fmla="*/ 79433 h 611899"/>
              <a:gd name="connsiteX50" fmla="*/ 205333 w 492709"/>
              <a:gd name="connsiteY50" fmla="*/ 95328 h 611899"/>
              <a:gd name="connsiteX51" fmla="*/ 238569 w 492709"/>
              <a:gd name="connsiteY51" fmla="*/ 108778 h 611899"/>
              <a:gd name="connsiteX52" fmla="*/ 271805 w 492709"/>
              <a:gd name="connsiteY52" fmla="*/ 95328 h 611899"/>
              <a:gd name="connsiteX53" fmla="*/ 281652 w 492709"/>
              <a:gd name="connsiteY53" fmla="*/ 85547 h 611899"/>
              <a:gd name="connsiteX54" fmla="*/ 290269 w 492709"/>
              <a:gd name="connsiteY54" fmla="*/ 95328 h 611899"/>
              <a:gd name="connsiteX55" fmla="*/ 238569 w 492709"/>
              <a:gd name="connsiteY55" fmla="*/ 127119 h 611899"/>
              <a:gd name="connsiteX56" fmla="*/ 186868 w 492709"/>
              <a:gd name="connsiteY56" fmla="*/ 95328 h 611899"/>
              <a:gd name="connsiteX57" fmla="*/ 238569 w 492709"/>
              <a:gd name="connsiteY57" fmla="*/ 62315 h 611899"/>
              <a:gd name="connsiteX58" fmla="*/ 226143 w 492709"/>
              <a:gd name="connsiteY58" fmla="*/ 18687 h 611899"/>
              <a:gd name="connsiteX59" fmla="*/ 19932 w 492709"/>
              <a:gd name="connsiteY59" fmla="*/ 90386 h 611899"/>
              <a:gd name="connsiteX60" fmla="*/ 94466 w 492709"/>
              <a:gd name="connsiteY60" fmla="*/ 118818 h 611899"/>
              <a:gd name="connsiteX61" fmla="*/ 95708 w 492709"/>
              <a:gd name="connsiteY61" fmla="*/ 120054 h 611899"/>
              <a:gd name="connsiteX62" fmla="*/ 227385 w 492709"/>
              <a:gd name="connsiteY62" fmla="*/ 168265 h 611899"/>
              <a:gd name="connsiteX63" fmla="*/ 249745 w 492709"/>
              <a:gd name="connsiteY63" fmla="*/ 168265 h 611899"/>
              <a:gd name="connsiteX64" fmla="*/ 454713 w 492709"/>
              <a:gd name="connsiteY64" fmla="*/ 91622 h 611899"/>
              <a:gd name="connsiteX65" fmla="*/ 252229 w 492709"/>
              <a:gd name="connsiteY65" fmla="*/ 18687 h 611899"/>
              <a:gd name="connsiteX66" fmla="*/ 226143 w 492709"/>
              <a:gd name="connsiteY66" fmla="*/ 18687 h 611899"/>
              <a:gd name="connsiteX67" fmla="*/ 219949 w 492709"/>
              <a:gd name="connsiteY67" fmla="*/ 3731 h 611899"/>
              <a:gd name="connsiteX68" fmla="*/ 258471 w 492709"/>
              <a:gd name="connsiteY68" fmla="*/ 3731 h 611899"/>
              <a:gd name="connsiteX69" fmla="*/ 463507 w 492709"/>
              <a:gd name="connsiteY69" fmla="*/ 78353 h 611899"/>
              <a:gd name="connsiteX70" fmla="*/ 474691 w 492709"/>
              <a:gd name="connsiteY70" fmla="*/ 93277 h 611899"/>
              <a:gd name="connsiteX71" fmla="*/ 473448 w 492709"/>
              <a:gd name="connsiteY71" fmla="*/ 94521 h 611899"/>
              <a:gd name="connsiteX72" fmla="*/ 474691 w 492709"/>
              <a:gd name="connsiteY72" fmla="*/ 94521 h 611899"/>
              <a:gd name="connsiteX73" fmla="*/ 474691 w 492709"/>
              <a:gd name="connsiteY73" fmla="*/ 198992 h 611899"/>
              <a:gd name="connsiteX74" fmla="*/ 490845 w 492709"/>
              <a:gd name="connsiteY74" fmla="*/ 228840 h 611899"/>
              <a:gd name="connsiteX75" fmla="*/ 490845 w 492709"/>
              <a:gd name="connsiteY75" fmla="*/ 242521 h 611899"/>
              <a:gd name="connsiteX76" fmla="*/ 479662 w 492709"/>
              <a:gd name="connsiteY76" fmla="*/ 248740 h 611899"/>
              <a:gd name="connsiteX77" fmla="*/ 449838 w 492709"/>
              <a:gd name="connsiteY77" fmla="*/ 248740 h 611899"/>
              <a:gd name="connsiteX78" fmla="*/ 438654 w 492709"/>
              <a:gd name="connsiteY78" fmla="*/ 242521 h 611899"/>
              <a:gd name="connsiteX79" fmla="*/ 438654 w 492709"/>
              <a:gd name="connsiteY79" fmla="*/ 228840 h 611899"/>
              <a:gd name="connsiteX80" fmla="*/ 456051 w 492709"/>
              <a:gd name="connsiteY80" fmla="*/ 198992 h 611899"/>
              <a:gd name="connsiteX81" fmla="*/ 456051 w 492709"/>
              <a:gd name="connsiteY81" fmla="*/ 111933 h 611899"/>
              <a:gd name="connsiteX82" fmla="*/ 400132 w 492709"/>
              <a:gd name="connsiteY82" fmla="*/ 133076 h 611899"/>
              <a:gd name="connsiteX83" fmla="*/ 400132 w 492709"/>
              <a:gd name="connsiteY83" fmla="*/ 220135 h 611899"/>
              <a:gd name="connsiteX84" fmla="*/ 472206 w 492709"/>
              <a:gd name="connsiteY84" fmla="*/ 385546 h 611899"/>
              <a:gd name="connsiteX85" fmla="*/ 469721 w 492709"/>
              <a:gd name="connsiteY85" fmla="*/ 419126 h 611899"/>
              <a:gd name="connsiteX86" fmla="*/ 243559 w 492709"/>
              <a:gd name="connsiteY86" fmla="*/ 611899 h 611899"/>
              <a:gd name="connsiteX87" fmla="*/ 16155 w 492709"/>
              <a:gd name="connsiteY87" fmla="*/ 419126 h 611899"/>
              <a:gd name="connsiteX88" fmla="*/ 14912 w 492709"/>
              <a:gd name="connsiteY88" fmla="*/ 385546 h 611899"/>
              <a:gd name="connsiteX89" fmla="*/ 83257 w 492709"/>
              <a:gd name="connsiteY89" fmla="*/ 222622 h 611899"/>
              <a:gd name="connsiteX90" fmla="*/ 83257 w 492709"/>
              <a:gd name="connsiteY90" fmla="*/ 135563 h 611899"/>
              <a:gd name="connsiteX91" fmla="*/ 9941 w 492709"/>
              <a:gd name="connsiteY91" fmla="*/ 108202 h 611899"/>
              <a:gd name="connsiteX92" fmla="*/ 0 w 492709"/>
              <a:gd name="connsiteY92" fmla="*/ 92034 h 611899"/>
              <a:gd name="connsiteX93" fmla="*/ 9941 w 492709"/>
              <a:gd name="connsiteY93" fmla="*/ 77109 h 611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92709" h="611899">
                <a:moveTo>
                  <a:pt x="333493" y="427457"/>
                </a:moveTo>
                <a:cubicBezTo>
                  <a:pt x="328547" y="500428"/>
                  <a:pt x="308762" y="559793"/>
                  <a:pt x="282794" y="590713"/>
                </a:cubicBezTo>
                <a:cubicBezTo>
                  <a:pt x="366880" y="574635"/>
                  <a:pt x="433655" y="509085"/>
                  <a:pt x="449730" y="427457"/>
                </a:cubicBezTo>
                <a:close/>
                <a:moveTo>
                  <a:pt x="171915" y="427457"/>
                </a:moveTo>
                <a:cubicBezTo>
                  <a:pt x="178090" y="512810"/>
                  <a:pt x="206497" y="594452"/>
                  <a:pt x="243548" y="594452"/>
                </a:cubicBezTo>
                <a:cubicBezTo>
                  <a:pt x="280600" y="594452"/>
                  <a:pt x="307771" y="512810"/>
                  <a:pt x="315181" y="427457"/>
                </a:cubicBezTo>
                <a:close/>
                <a:moveTo>
                  <a:pt x="36124" y="427457"/>
                </a:moveTo>
                <a:cubicBezTo>
                  <a:pt x="53436" y="509085"/>
                  <a:pt x="118974" y="574635"/>
                  <a:pt x="203060" y="590713"/>
                </a:cubicBezTo>
                <a:cubicBezTo>
                  <a:pt x="177092" y="559793"/>
                  <a:pt x="158544" y="500428"/>
                  <a:pt x="152361" y="427457"/>
                </a:cubicBezTo>
                <a:close/>
                <a:moveTo>
                  <a:pt x="304077" y="269189"/>
                </a:moveTo>
                <a:lnTo>
                  <a:pt x="285547" y="275365"/>
                </a:lnTo>
                <a:cubicBezTo>
                  <a:pt x="269488" y="281541"/>
                  <a:pt x="253429" y="286482"/>
                  <a:pt x="237370" y="286482"/>
                </a:cubicBezTo>
                <a:lnTo>
                  <a:pt x="236134" y="286482"/>
                </a:lnTo>
                <a:lnTo>
                  <a:pt x="234899" y="286482"/>
                </a:lnTo>
                <a:cubicBezTo>
                  <a:pt x="221311" y="285247"/>
                  <a:pt x="206487" y="281541"/>
                  <a:pt x="191663" y="275365"/>
                </a:cubicBezTo>
                <a:lnTo>
                  <a:pt x="181780" y="272895"/>
                </a:lnTo>
                <a:cubicBezTo>
                  <a:pt x="174368" y="306245"/>
                  <a:pt x="169427" y="344537"/>
                  <a:pt x="169427" y="385298"/>
                </a:cubicBezTo>
                <a:cubicBezTo>
                  <a:pt x="169427" y="392709"/>
                  <a:pt x="169427" y="401356"/>
                  <a:pt x="170662" y="408767"/>
                </a:cubicBezTo>
                <a:lnTo>
                  <a:pt x="315195" y="408767"/>
                </a:lnTo>
                <a:cubicBezTo>
                  <a:pt x="316430" y="401356"/>
                  <a:pt x="316430" y="392709"/>
                  <a:pt x="316430" y="385298"/>
                </a:cubicBezTo>
                <a:cubicBezTo>
                  <a:pt x="316430" y="343301"/>
                  <a:pt x="311489" y="303775"/>
                  <a:pt x="304077" y="269189"/>
                </a:cubicBezTo>
                <a:close/>
                <a:moveTo>
                  <a:pt x="94098" y="236787"/>
                </a:moveTo>
                <a:cubicBezTo>
                  <a:pt x="53371" y="276380"/>
                  <a:pt x="32390" y="329582"/>
                  <a:pt x="32390" y="385259"/>
                </a:cubicBezTo>
                <a:cubicBezTo>
                  <a:pt x="32390" y="392683"/>
                  <a:pt x="32390" y="401344"/>
                  <a:pt x="33624" y="408767"/>
                </a:cubicBezTo>
                <a:lnTo>
                  <a:pt x="150868" y="408767"/>
                </a:lnTo>
                <a:cubicBezTo>
                  <a:pt x="150868" y="401344"/>
                  <a:pt x="150868" y="392683"/>
                  <a:pt x="150868" y="385259"/>
                </a:cubicBezTo>
                <a:cubicBezTo>
                  <a:pt x="150868" y="343192"/>
                  <a:pt x="155805" y="301125"/>
                  <a:pt x="164444" y="265244"/>
                </a:cubicBezTo>
                <a:close/>
                <a:moveTo>
                  <a:pt x="389298" y="235541"/>
                </a:moveTo>
                <a:lnTo>
                  <a:pt x="321414" y="262762"/>
                </a:lnTo>
                <a:cubicBezTo>
                  <a:pt x="330054" y="298645"/>
                  <a:pt x="334991" y="340714"/>
                  <a:pt x="334991" y="385258"/>
                </a:cubicBezTo>
                <a:cubicBezTo>
                  <a:pt x="334991" y="392682"/>
                  <a:pt x="334991" y="401343"/>
                  <a:pt x="334991" y="408767"/>
                </a:cubicBezTo>
                <a:lnTo>
                  <a:pt x="452246" y="408767"/>
                </a:lnTo>
                <a:cubicBezTo>
                  <a:pt x="453480" y="401343"/>
                  <a:pt x="454714" y="392682"/>
                  <a:pt x="454714" y="385258"/>
                </a:cubicBezTo>
                <a:cubicBezTo>
                  <a:pt x="454714" y="328341"/>
                  <a:pt x="431263" y="273898"/>
                  <a:pt x="389298" y="235541"/>
                </a:cubicBezTo>
                <a:close/>
                <a:moveTo>
                  <a:pt x="465303" y="219340"/>
                </a:moveTo>
                <a:lnTo>
                  <a:pt x="459697" y="229310"/>
                </a:lnTo>
                <a:lnTo>
                  <a:pt x="470909" y="229310"/>
                </a:lnTo>
                <a:close/>
                <a:moveTo>
                  <a:pt x="382454" y="139581"/>
                </a:moveTo>
                <a:lnTo>
                  <a:pt x="255943" y="186478"/>
                </a:lnTo>
                <a:cubicBezTo>
                  <a:pt x="250982" y="188946"/>
                  <a:pt x="244780" y="190180"/>
                  <a:pt x="238579" y="190180"/>
                </a:cubicBezTo>
                <a:cubicBezTo>
                  <a:pt x="232377" y="190180"/>
                  <a:pt x="226176" y="188946"/>
                  <a:pt x="221215" y="186478"/>
                </a:cubicBezTo>
                <a:lnTo>
                  <a:pt x="100905" y="142049"/>
                </a:lnTo>
                <a:lnTo>
                  <a:pt x="100905" y="219799"/>
                </a:lnTo>
                <a:lnTo>
                  <a:pt x="198889" y="258057"/>
                </a:lnTo>
                <a:cubicBezTo>
                  <a:pt x="211292" y="264228"/>
                  <a:pt x="223695" y="266696"/>
                  <a:pt x="236098" y="266696"/>
                </a:cubicBezTo>
                <a:cubicBezTo>
                  <a:pt x="249742" y="266696"/>
                  <a:pt x="264625" y="264228"/>
                  <a:pt x="279509" y="258057"/>
                </a:cubicBezTo>
                <a:lnTo>
                  <a:pt x="382454" y="217331"/>
                </a:lnTo>
                <a:close/>
                <a:moveTo>
                  <a:pt x="238569" y="62315"/>
                </a:moveTo>
                <a:cubicBezTo>
                  <a:pt x="243492" y="62315"/>
                  <a:pt x="247185" y="65983"/>
                  <a:pt x="247185" y="70874"/>
                </a:cubicBezTo>
                <a:cubicBezTo>
                  <a:pt x="247185" y="75765"/>
                  <a:pt x="243492" y="79433"/>
                  <a:pt x="238569" y="79433"/>
                </a:cubicBezTo>
                <a:cubicBezTo>
                  <a:pt x="217642" y="79433"/>
                  <a:pt x="205333" y="89215"/>
                  <a:pt x="205333" y="95328"/>
                </a:cubicBezTo>
                <a:cubicBezTo>
                  <a:pt x="205333" y="101442"/>
                  <a:pt x="217642" y="108778"/>
                  <a:pt x="238569" y="108778"/>
                </a:cubicBezTo>
                <a:cubicBezTo>
                  <a:pt x="259495" y="108778"/>
                  <a:pt x="271805" y="101442"/>
                  <a:pt x="271805" y="95328"/>
                </a:cubicBezTo>
                <a:cubicBezTo>
                  <a:pt x="271805" y="89215"/>
                  <a:pt x="276729" y="85547"/>
                  <a:pt x="281652" y="85547"/>
                </a:cubicBezTo>
                <a:cubicBezTo>
                  <a:pt x="286576" y="85547"/>
                  <a:pt x="290269" y="89215"/>
                  <a:pt x="290269" y="95328"/>
                </a:cubicBezTo>
                <a:cubicBezTo>
                  <a:pt x="290269" y="112447"/>
                  <a:pt x="268112" y="127119"/>
                  <a:pt x="238569" y="127119"/>
                </a:cubicBezTo>
                <a:cubicBezTo>
                  <a:pt x="209025" y="127119"/>
                  <a:pt x="186868" y="112447"/>
                  <a:pt x="186868" y="95328"/>
                </a:cubicBezTo>
                <a:cubicBezTo>
                  <a:pt x="186868" y="75765"/>
                  <a:pt x="209025" y="62315"/>
                  <a:pt x="238569" y="62315"/>
                </a:cubicBezTo>
                <a:close/>
                <a:moveTo>
                  <a:pt x="226143" y="18687"/>
                </a:moveTo>
                <a:lnTo>
                  <a:pt x="19932" y="90386"/>
                </a:lnTo>
                <a:lnTo>
                  <a:pt x="94466" y="118818"/>
                </a:lnTo>
                <a:lnTo>
                  <a:pt x="95708" y="120054"/>
                </a:lnTo>
                <a:lnTo>
                  <a:pt x="227385" y="168265"/>
                </a:lnTo>
                <a:cubicBezTo>
                  <a:pt x="234838" y="170737"/>
                  <a:pt x="242292" y="170737"/>
                  <a:pt x="249745" y="168265"/>
                </a:cubicBezTo>
                <a:lnTo>
                  <a:pt x="454713" y="91622"/>
                </a:lnTo>
                <a:lnTo>
                  <a:pt x="252229" y="18687"/>
                </a:lnTo>
                <a:cubicBezTo>
                  <a:pt x="243534" y="17451"/>
                  <a:pt x="233596" y="17451"/>
                  <a:pt x="226143" y="18687"/>
                </a:cubicBezTo>
                <a:close/>
                <a:moveTo>
                  <a:pt x="219949" y="3731"/>
                </a:moveTo>
                <a:cubicBezTo>
                  <a:pt x="231132" y="-1244"/>
                  <a:pt x="244801" y="-1244"/>
                  <a:pt x="258471" y="3731"/>
                </a:cubicBezTo>
                <a:lnTo>
                  <a:pt x="463507" y="78353"/>
                </a:lnTo>
                <a:cubicBezTo>
                  <a:pt x="469721" y="80840"/>
                  <a:pt x="474691" y="87059"/>
                  <a:pt x="474691" y="93277"/>
                </a:cubicBezTo>
                <a:cubicBezTo>
                  <a:pt x="474691" y="94521"/>
                  <a:pt x="473448" y="94521"/>
                  <a:pt x="473448" y="94521"/>
                </a:cubicBezTo>
                <a:lnTo>
                  <a:pt x="474691" y="94521"/>
                </a:lnTo>
                <a:lnTo>
                  <a:pt x="474691" y="198992"/>
                </a:lnTo>
                <a:lnTo>
                  <a:pt x="490845" y="228840"/>
                </a:lnTo>
                <a:cubicBezTo>
                  <a:pt x="493331" y="232572"/>
                  <a:pt x="493331" y="237546"/>
                  <a:pt x="490845" y="242521"/>
                </a:cubicBezTo>
                <a:cubicBezTo>
                  <a:pt x="488360" y="246252"/>
                  <a:pt x="484632" y="248740"/>
                  <a:pt x="479662" y="248740"/>
                </a:cubicBezTo>
                <a:lnTo>
                  <a:pt x="449838" y="248740"/>
                </a:lnTo>
                <a:cubicBezTo>
                  <a:pt x="444868" y="248740"/>
                  <a:pt x="441140" y="246252"/>
                  <a:pt x="438654" y="242521"/>
                </a:cubicBezTo>
                <a:cubicBezTo>
                  <a:pt x="436169" y="237546"/>
                  <a:pt x="436169" y="232572"/>
                  <a:pt x="438654" y="228840"/>
                </a:cubicBezTo>
                <a:lnTo>
                  <a:pt x="456051" y="198992"/>
                </a:lnTo>
                <a:lnTo>
                  <a:pt x="456051" y="111933"/>
                </a:lnTo>
                <a:lnTo>
                  <a:pt x="400132" y="133076"/>
                </a:lnTo>
                <a:lnTo>
                  <a:pt x="400132" y="220135"/>
                </a:lnTo>
                <a:cubicBezTo>
                  <a:pt x="446110" y="263664"/>
                  <a:pt x="472206" y="323361"/>
                  <a:pt x="472206" y="385546"/>
                </a:cubicBezTo>
                <a:cubicBezTo>
                  <a:pt x="472206" y="396740"/>
                  <a:pt x="470963" y="407933"/>
                  <a:pt x="469721" y="419126"/>
                </a:cubicBezTo>
                <a:cubicBezTo>
                  <a:pt x="452323" y="528571"/>
                  <a:pt x="357882" y="611899"/>
                  <a:pt x="243559" y="611899"/>
                </a:cubicBezTo>
                <a:cubicBezTo>
                  <a:pt x="127993" y="611899"/>
                  <a:pt x="33552" y="528571"/>
                  <a:pt x="16155" y="419126"/>
                </a:cubicBezTo>
                <a:cubicBezTo>
                  <a:pt x="14912" y="407933"/>
                  <a:pt x="14912" y="396740"/>
                  <a:pt x="14912" y="385546"/>
                </a:cubicBezTo>
                <a:cubicBezTo>
                  <a:pt x="14912" y="323361"/>
                  <a:pt x="38522" y="266151"/>
                  <a:pt x="83257" y="222622"/>
                </a:cubicBezTo>
                <a:lnTo>
                  <a:pt x="83257" y="135563"/>
                </a:lnTo>
                <a:lnTo>
                  <a:pt x="9941" y="108202"/>
                </a:lnTo>
                <a:cubicBezTo>
                  <a:pt x="3728" y="105714"/>
                  <a:pt x="0" y="99496"/>
                  <a:pt x="0" y="92034"/>
                </a:cubicBezTo>
                <a:cubicBezTo>
                  <a:pt x="0" y="85815"/>
                  <a:pt x="3728" y="79597"/>
                  <a:pt x="9941" y="77109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89" name="Freeform 288">
            <a:extLst>
              <a:ext uri="{FF2B5EF4-FFF2-40B4-BE49-F238E27FC236}">
                <a16:creationId xmlns:a16="http://schemas.microsoft.com/office/drawing/2014/main" id="{A74B8FDC-0671-764E-BC1B-09B26D10F7B4}"/>
              </a:ext>
            </a:extLst>
          </p:cNvPr>
          <p:cNvSpPr/>
          <p:nvPr/>
        </p:nvSpPr>
        <p:spPr>
          <a:xfrm>
            <a:off x="14966945" y="3293784"/>
            <a:ext cx="7285390" cy="186560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849" h="1498">
                <a:moveTo>
                  <a:pt x="5849" y="608"/>
                </a:moveTo>
                <a:lnTo>
                  <a:pt x="5849" y="1498"/>
                </a:lnTo>
                <a:lnTo>
                  <a:pt x="608" y="1498"/>
                </a:lnTo>
                <a:cubicBezTo>
                  <a:pt x="273" y="1498"/>
                  <a:pt x="0" y="1226"/>
                  <a:pt x="0" y="890"/>
                </a:cubicBezTo>
                <a:lnTo>
                  <a:pt x="0" y="0"/>
                </a:lnTo>
                <a:lnTo>
                  <a:pt x="5241" y="0"/>
                </a:lnTo>
                <a:cubicBezTo>
                  <a:pt x="5577" y="0"/>
                  <a:pt x="5849" y="272"/>
                  <a:pt x="5849" y="608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91" name="Freeform 290">
            <a:extLst>
              <a:ext uri="{FF2B5EF4-FFF2-40B4-BE49-F238E27FC236}">
                <a16:creationId xmlns:a16="http://schemas.microsoft.com/office/drawing/2014/main" id="{D3AA1CA7-4B65-2B42-8549-E0A94EC4379D}"/>
              </a:ext>
            </a:extLst>
          </p:cNvPr>
          <p:cNvSpPr/>
          <p:nvPr/>
        </p:nvSpPr>
        <p:spPr>
          <a:xfrm>
            <a:off x="14966945" y="3293784"/>
            <a:ext cx="1172290" cy="117270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42" h="942">
                <a:moveTo>
                  <a:pt x="942" y="0"/>
                </a:moveTo>
                <a:cubicBezTo>
                  <a:pt x="942" y="520"/>
                  <a:pt x="520" y="942"/>
                  <a:pt x="0" y="94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77" name="Freeform 376">
            <a:extLst>
              <a:ext uri="{FF2B5EF4-FFF2-40B4-BE49-F238E27FC236}">
                <a16:creationId xmlns:a16="http://schemas.microsoft.com/office/drawing/2014/main" id="{82D5248C-282D-464C-93BC-B6392C01E6D2}"/>
              </a:ext>
            </a:extLst>
          </p:cNvPr>
          <p:cNvSpPr/>
          <p:nvPr/>
        </p:nvSpPr>
        <p:spPr>
          <a:xfrm>
            <a:off x="15142602" y="3449563"/>
            <a:ext cx="541919" cy="682933"/>
          </a:xfrm>
          <a:custGeom>
            <a:avLst/>
            <a:gdLst>
              <a:gd name="connsiteX0" fmla="*/ 397133 w 541919"/>
              <a:gd name="connsiteY0" fmla="*/ 583235 h 682933"/>
              <a:gd name="connsiteX1" fmla="*/ 361279 w 541919"/>
              <a:gd name="connsiteY1" fmla="*/ 618836 h 682933"/>
              <a:gd name="connsiteX2" fmla="*/ 361279 w 541919"/>
              <a:gd name="connsiteY2" fmla="*/ 665486 h 682933"/>
              <a:gd name="connsiteX3" fmla="*/ 524478 w 541919"/>
              <a:gd name="connsiteY3" fmla="*/ 665486 h 682933"/>
              <a:gd name="connsiteX4" fmla="*/ 524478 w 541919"/>
              <a:gd name="connsiteY4" fmla="*/ 618836 h 682933"/>
              <a:gd name="connsiteX5" fmla="*/ 488624 w 541919"/>
              <a:gd name="connsiteY5" fmla="*/ 583235 h 682933"/>
              <a:gd name="connsiteX6" fmla="*/ 53295 w 541919"/>
              <a:gd name="connsiteY6" fmla="*/ 583235 h 682933"/>
              <a:gd name="connsiteX7" fmla="*/ 17441 w 541919"/>
              <a:gd name="connsiteY7" fmla="*/ 618836 h 682933"/>
              <a:gd name="connsiteX8" fmla="*/ 17441 w 541919"/>
              <a:gd name="connsiteY8" fmla="*/ 665486 h 682933"/>
              <a:gd name="connsiteX9" fmla="*/ 180640 w 541919"/>
              <a:gd name="connsiteY9" fmla="*/ 665486 h 682933"/>
              <a:gd name="connsiteX10" fmla="*/ 180640 w 541919"/>
              <a:gd name="connsiteY10" fmla="*/ 618836 h 682933"/>
              <a:gd name="connsiteX11" fmla="*/ 146022 w 541919"/>
              <a:gd name="connsiteY11" fmla="*/ 583235 h 682933"/>
              <a:gd name="connsiteX12" fmla="*/ 223978 w 541919"/>
              <a:gd name="connsiteY12" fmla="*/ 538371 h 682933"/>
              <a:gd name="connsiteX13" fmla="*/ 189360 w 541919"/>
              <a:gd name="connsiteY13" fmla="*/ 572737 h 682933"/>
              <a:gd name="connsiteX14" fmla="*/ 189360 w 541919"/>
              <a:gd name="connsiteY14" fmla="*/ 586238 h 682933"/>
              <a:gd name="connsiteX15" fmla="*/ 199251 w 541919"/>
              <a:gd name="connsiteY15" fmla="*/ 618149 h 682933"/>
              <a:gd name="connsiteX16" fmla="*/ 199251 w 541919"/>
              <a:gd name="connsiteY16" fmla="*/ 619376 h 682933"/>
              <a:gd name="connsiteX17" fmla="*/ 342668 w 541919"/>
              <a:gd name="connsiteY17" fmla="*/ 619376 h 682933"/>
              <a:gd name="connsiteX18" fmla="*/ 342668 w 541919"/>
              <a:gd name="connsiteY18" fmla="*/ 618149 h 682933"/>
              <a:gd name="connsiteX19" fmla="*/ 352559 w 541919"/>
              <a:gd name="connsiteY19" fmla="*/ 587465 h 682933"/>
              <a:gd name="connsiteX20" fmla="*/ 352559 w 541919"/>
              <a:gd name="connsiteY20" fmla="*/ 572737 h 682933"/>
              <a:gd name="connsiteX21" fmla="*/ 317941 w 541919"/>
              <a:gd name="connsiteY21" fmla="*/ 538371 h 682933"/>
              <a:gd name="connsiteX22" fmla="*/ 223728 w 541919"/>
              <a:gd name="connsiteY22" fmla="*/ 519677 h 682933"/>
              <a:gd name="connsiteX23" fmla="*/ 318191 w 541919"/>
              <a:gd name="connsiteY23" fmla="*/ 519677 h 682933"/>
              <a:gd name="connsiteX24" fmla="*/ 370394 w 541919"/>
              <a:gd name="connsiteY24" fmla="*/ 571622 h 682933"/>
              <a:gd name="connsiteX25" fmla="*/ 396496 w 541919"/>
              <a:gd name="connsiteY25" fmla="*/ 565438 h 682933"/>
              <a:gd name="connsiteX26" fmla="*/ 488473 w 541919"/>
              <a:gd name="connsiteY26" fmla="*/ 565438 h 682933"/>
              <a:gd name="connsiteX27" fmla="*/ 541919 w 541919"/>
              <a:gd name="connsiteY27" fmla="*/ 618620 h 682933"/>
              <a:gd name="connsiteX28" fmla="*/ 541919 w 541919"/>
              <a:gd name="connsiteY28" fmla="*/ 674276 h 682933"/>
              <a:gd name="connsiteX29" fmla="*/ 533218 w 541919"/>
              <a:gd name="connsiteY29" fmla="*/ 682933 h 682933"/>
              <a:gd name="connsiteX30" fmla="*/ 351750 w 541919"/>
              <a:gd name="connsiteY30" fmla="*/ 682933 h 682933"/>
              <a:gd name="connsiteX31" fmla="*/ 343050 w 541919"/>
              <a:gd name="connsiteY31" fmla="*/ 674276 h 682933"/>
              <a:gd name="connsiteX32" fmla="*/ 343050 w 541919"/>
              <a:gd name="connsiteY32" fmla="*/ 637172 h 682933"/>
              <a:gd name="connsiteX33" fmla="*/ 198869 w 541919"/>
              <a:gd name="connsiteY33" fmla="*/ 637172 h 682933"/>
              <a:gd name="connsiteX34" fmla="*/ 198869 w 541919"/>
              <a:gd name="connsiteY34" fmla="*/ 674276 h 682933"/>
              <a:gd name="connsiteX35" fmla="*/ 190169 w 541919"/>
              <a:gd name="connsiteY35" fmla="*/ 682933 h 682933"/>
              <a:gd name="connsiteX36" fmla="*/ 8701 w 541919"/>
              <a:gd name="connsiteY36" fmla="*/ 682933 h 682933"/>
              <a:gd name="connsiteX37" fmla="*/ 0 w 541919"/>
              <a:gd name="connsiteY37" fmla="*/ 674276 h 682933"/>
              <a:gd name="connsiteX38" fmla="*/ 0 w 541919"/>
              <a:gd name="connsiteY38" fmla="*/ 618620 h 682933"/>
              <a:gd name="connsiteX39" fmla="*/ 53446 w 541919"/>
              <a:gd name="connsiteY39" fmla="*/ 565438 h 682933"/>
              <a:gd name="connsiteX40" fmla="*/ 146666 w 541919"/>
              <a:gd name="connsiteY40" fmla="*/ 565438 h 682933"/>
              <a:gd name="connsiteX41" fmla="*/ 171525 w 541919"/>
              <a:gd name="connsiteY41" fmla="*/ 571622 h 682933"/>
              <a:gd name="connsiteX42" fmla="*/ 223728 w 541919"/>
              <a:gd name="connsiteY42" fmla="*/ 519677 h 682933"/>
              <a:gd name="connsiteX43" fmla="*/ 442878 w 541919"/>
              <a:gd name="connsiteY43" fmla="*/ 437426 h 682933"/>
              <a:gd name="connsiteX44" fmla="*/ 398653 w 541919"/>
              <a:gd name="connsiteY44" fmla="*/ 481667 h 682933"/>
              <a:gd name="connsiteX45" fmla="*/ 442878 w 541919"/>
              <a:gd name="connsiteY45" fmla="*/ 525908 h 682933"/>
              <a:gd name="connsiteX46" fmla="*/ 487104 w 541919"/>
              <a:gd name="connsiteY46" fmla="*/ 481667 h 682933"/>
              <a:gd name="connsiteX47" fmla="*/ 442878 w 541919"/>
              <a:gd name="connsiteY47" fmla="*/ 437426 h 682933"/>
              <a:gd name="connsiteX48" fmla="*/ 99040 w 541919"/>
              <a:gd name="connsiteY48" fmla="*/ 437426 h 682933"/>
              <a:gd name="connsiteX49" fmla="*/ 54815 w 541919"/>
              <a:gd name="connsiteY49" fmla="*/ 481667 h 682933"/>
              <a:gd name="connsiteX50" fmla="*/ 99040 w 541919"/>
              <a:gd name="connsiteY50" fmla="*/ 525908 h 682933"/>
              <a:gd name="connsiteX51" fmla="*/ 143266 w 541919"/>
              <a:gd name="connsiteY51" fmla="*/ 481667 h 682933"/>
              <a:gd name="connsiteX52" fmla="*/ 99040 w 541919"/>
              <a:gd name="connsiteY52" fmla="*/ 437426 h 682933"/>
              <a:gd name="connsiteX53" fmla="*/ 442878 w 541919"/>
              <a:gd name="connsiteY53" fmla="*/ 419979 h 682933"/>
              <a:gd name="connsiteX54" fmla="*/ 504545 w 541919"/>
              <a:gd name="connsiteY54" fmla="*/ 481668 h 682933"/>
              <a:gd name="connsiteX55" fmla="*/ 442878 w 541919"/>
              <a:gd name="connsiteY55" fmla="*/ 543356 h 682933"/>
              <a:gd name="connsiteX56" fmla="*/ 381212 w 541919"/>
              <a:gd name="connsiteY56" fmla="*/ 481668 h 682933"/>
              <a:gd name="connsiteX57" fmla="*/ 442878 w 541919"/>
              <a:gd name="connsiteY57" fmla="*/ 419979 h 682933"/>
              <a:gd name="connsiteX58" fmla="*/ 99047 w 541919"/>
              <a:gd name="connsiteY58" fmla="*/ 419979 h 682933"/>
              <a:gd name="connsiteX59" fmla="*/ 161953 w 541919"/>
              <a:gd name="connsiteY59" fmla="*/ 481668 h 682933"/>
              <a:gd name="connsiteX60" fmla="*/ 99047 w 541919"/>
              <a:gd name="connsiteY60" fmla="*/ 543356 h 682933"/>
              <a:gd name="connsiteX61" fmla="*/ 37374 w 541919"/>
              <a:gd name="connsiteY61" fmla="*/ 481668 h 682933"/>
              <a:gd name="connsiteX62" fmla="*/ 99047 w 541919"/>
              <a:gd name="connsiteY62" fmla="*/ 419979 h 682933"/>
              <a:gd name="connsiteX63" fmla="*/ 270960 w 541919"/>
              <a:gd name="connsiteY63" fmla="*/ 391316 h 682933"/>
              <a:gd name="connsiteX64" fmla="*/ 226734 w 541919"/>
              <a:gd name="connsiteY64" fmla="*/ 435557 h 682933"/>
              <a:gd name="connsiteX65" fmla="*/ 270960 w 541919"/>
              <a:gd name="connsiteY65" fmla="*/ 479798 h 682933"/>
              <a:gd name="connsiteX66" fmla="*/ 315185 w 541919"/>
              <a:gd name="connsiteY66" fmla="*/ 435557 h 682933"/>
              <a:gd name="connsiteX67" fmla="*/ 270960 w 541919"/>
              <a:gd name="connsiteY67" fmla="*/ 391316 h 682933"/>
              <a:gd name="connsiteX68" fmla="*/ 270966 w 541919"/>
              <a:gd name="connsiteY68" fmla="*/ 373869 h 682933"/>
              <a:gd name="connsiteX69" fmla="*/ 333872 w 541919"/>
              <a:gd name="connsiteY69" fmla="*/ 435564 h 682933"/>
              <a:gd name="connsiteX70" fmla="*/ 270966 w 541919"/>
              <a:gd name="connsiteY70" fmla="*/ 498492 h 682933"/>
              <a:gd name="connsiteX71" fmla="*/ 209293 w 541919"/>
              <a:gd name="connsiteY71" fmla="*/ 435564 h 682933"/>
              <a:gd name="connsiteX72" fmla="*/ 270966 w 541919"/>
              <a:gd name="connsiteY72" fmla="*/ 373869 h 682933"/>
              <a:gd name="connsiteX73" fmla="*/ 358165 w 541919"/>
              <a:gd name="connsiteY73" fmla="*/ 57323 h 682933"/>
              <a:gd name="connsiteX74" fmla="*/ 281549 w 541919"/>
              <a:gd name="connsiteY74" fmla="*/ 80840 h 682933"/>
              <a:gd name="connsiteX75" fmla="*/ 281549 w 541919"/>
              <a:gd name="connsiteY75" fmla="*/ 239272 h 682933"/>
              <a:gd name="connsiteX76" fmla="*/ 308735 w 541919"/>
              <a:gd name="connsiteY76" fmla="*/ 233083 h 682933"/>
              <a:gd name="connsiteX77" fmla="*/ 415009 w 541919"/>
              <a:gd name="connsiteY77" fmla="*/ 234321 h 682933"/>
              <a:gd name="connsiteX78" fmla="*/ 434781 w 541919"/>
              <a:gd name="connsiteY78" fmla="*/ 239272 h 682933"/>
              <a:gd name="connsiteX79" fmla="*/ 434781 w 541919"/>
              <a:gd name="connsiteY79" fmla="*/ 80840 h 682933"/>
              <a:gd name="connsiteX80" fmla="*/ 358165 w 541919"/>
              <a:gd name="connsiteY80" fmla="*/ 57323 h 682933"/>
              <a:gd name="connsiteX81" fmla="*/ 187486 w 541919"/>
              <a:gd name="connsiteY81" fmla="*/ 57323 h 682933"/>
              <a:gd name="connsiteX82" fmla="*/ 110875 w 541919"/>
              <a:gd name="connsiteY82" fmla="*/ 80840 h 682933"/>
              <a:gd name="connsiteX83" fmla="*/ 110875 w 541919"/>
              <a:gd name="connsiteY83" fmla="*/ 239272 h 682933"/>
              <a:gd name="connsiteX84" fmla="*/ 136824 w 541919"/>
              <a:gd name="connsiteY84" fmla="*/ 233083 h 682933"/>
              <a:gd name="connsiteX85" fmla="*/ 243091 w 541919"/>
              <a:gd name="connsiteY85" fmla="*/ 234321 h 682933"/>
              <a:gd name="connsiteX86" fmla="*/ 262862 w 541919"/>
              <a:gd name="connsiteY86" fmla="*/ 239272 h 682933"/>
              <a:gd name="connsiteX87" fmla="*/ 262862 w 541919"/>
              <a:gd name="connsiteY87" fmla="*/ 80840 h 682933"/>
              <a:gd name="connsiteX88" fmla="*/ 187486 w 541919"/>
              <a:gd name="connsiteY88" fmla="*/ 57323 h 682933"/>
              <a:gd name="connsiteX89" fmla="*/ 187785 w 541919"/>
              <a:gd name="connsiteY89" fmla="*/ 39879 h 682933"/>
              <a:gd name="connsiteX90" fmla="*/ 273448 w 541919"/>
              <a:gd name="connsiteY90" fmla="*/ 63424 h 682933"/>
              <a:gd name="connsiteX91" fmla="*/ 357870 w 541919"/>
              <a:gd name="connsiteY91" fmla="*/ 39879 h 682933"/>
              <a:gd name="connsiteX92" fmla="*/ 453465 w 541919"/>
              <a:gd name="connsiteY92" fmla="*/ 79533 h 682933"/>
              <a:gd name="connsiteX93" fmla="*/ 453465 w 541919"/>
              <a:gd name="connsiteY93" fmla="*/ 80772 h 682933"/>
              <a:gd name="connsiteX94" fmla="*/ 453465 w 541919"/>
              <a:gd name="connsiteY94" fmla="*/ 250541 h 682933"/>
              <a:gd name="connsiteX95" fmla="*/ 453465 w 541919"/>
              <a:gd name="connsiteY95" fmla="*/ 253019 h 682933"/>
              <a:gd name="connsiteX96" fmla="*/ 452224 w 541919"/>
              <a:gd name="connsiteY96" fmla="*/ 253019 h 682933"/>
              <a:gd name="connsiteX97" fmla="*/ 450982 w 541919"/>
              <a:gd name="connsiteY97" fmla="*/ 254258 h 682933"/>
              <a:gd name="connsiteX98" fmla="*/ 449740 w 541919"/>
              <a:gd name="connsiteY98" fmla="*/ 256737 h 682933"/>
              <a:gd name="connsiteX99" fmla="*/ 447258 w 541919"/>
              <a:gd name="connsiteY99" fmla="*/ 257976 h 682933"/>
              <a:gd name="connsiteX100" fmla="*/ 443533 w 541919"/>
              <a:gd name="connsiteY100" fmla="*/ 259215 h 682933"/>
              <a:gd name="connsiteX101" fmla="*/ 442292 w 541919"/>
              <a:gd name="connsiteY101" fmla="*/ 257976 h 682933"/>
              <a:gd name="connsiteX102" fmla="*/ 411254 w 541919"/>
              <a:gd name="connsiteY102" fmla="*/ 250541 h 682933"/>
              <a:gd name="connsiteX103" fmla="*/ 311934 w 541919"/>
              <a:gd name="connsiteY103" fmla="*/ 250541 h 682933"/>
              <a:gd name="connsiteX104" fmla="*/ 274690 w 541919"/>
              <a:gd name="connsiteY104" fmla="*/ 257976 h 682933"/>
              <a:gd name="connsiteX105" fmla="*/ 273448 w 541919"/>
              <a:gd name="connsiteY105" fmla="*/ 259215 h 682933"/>
              <a:gd name="connsiteX106" fmla="*/ 272206 w 541919"/>
              <a:gd name="connsiteY106" fmla="*/ 259215 h 682933"/>
              <a:gd name="connsiteX107" fmla="*/ 270965 w 541919"/>
              <a:gd name="connsiteY107" fmla="*/ 257976 h 682933"/>
              <a:gd name="connsiteX108" fmla="*/ 239928 w 541919"/>
              <a:gd name="connsiteY108" fmla="*/ 250541 h 682933"/>
              <a:gd name="connsiteX109" fmla="*/ 140608 w 541919"/>
              <a:gd name="connsiteY109" fmla="*/ 250541 h 682933"/>
              <a:gd name="connsiteX110" fmla="*/ 103363 w 541919"/>
              <a:gd name="connsiteY110" fmla="*/ 257976 h 682933"/>
              <a:gd name="connsiteX111" fmla="*/ 103363 w 541919"/>
              <a:gd name="connsiteY111" fmla="*/ 259215 h 682933"/>
              <a:gd name="connsiteX112" fmla="*/ 100880 w 541919"/>
              <a:gd name="connsiteY112" fmla="*/ 259215 h 682933"/>
              <a:gd name="connsiteX113" fmla="*/ 99638 w 541919"/>
              <a:gd name="connsiteY113" fmla="*/ 257976 h 682933"/>
              <a:gd name="connsiteX114" fmla="*/ 98397 w 541919"/>
              <a:gd name="connsiteY114" fmla="*/ 257976 h 682933"/>
              <a:gd name="connsiteX115" fmla="*/ 97155 w 541919"/>
              <a:gd name="connsiteY115" fmla="*/ 257976 h 682933"/>
              <a:gd name="connsiteX116" fmla="*/ 95914 w 541919"/>
              <a:gd name="connsiteY116" fmla="*/ 256737 h 682933"/>
              <a:gd name="connsiteX117" fmla="*/ 94672 w 541919"/>
              <a:gd name="connsiteY117" fmla="*/ 256737 h 682933"/>
              <a:gd name="connsiteX118" fmla="*/ 94672 w 541919"/>
              <a:gd name="connsiteY118" fmla="*/ 255498 h 682933"/>
              <a:gd name="connsiteX119" fmla="*/ 93431 w 541919"/>
              <a:gd name="connsiteY119" fmla="*/ 254258 h 682933"/>
              <a:gd name="connsiteX120" fmla="*/ 93431 w 541919"/>
              <a:gd name="connsiteY120" fmla="*/ 253019 h 682933"/>
              <a:gd name="connsiteX121" fmla="*/ 93431 w 541919"/>
              <a:gd name="connsiteY121" fmla="*/ 251780 h 682933"/>
              <a:gd name="connsiteX122" fmla="*/ 93431 w 541919"/>
              <a:gd name="connsiteY122" fmla="*/ 250541 h 682933"/>
              <a:gd name="connsiteX123" fmla="*/ 93431 w 541919"/>
              <a:gd name="connsiteY123" fmla="*/ 80772 h 682933"/>
              <a:gd name="connsiteX124" fmla="*/ 93431 w 541919"/>
              <a:gd name="connsiteY124" fmla="*/ 79533 h 682933"/>
              <a:gd name="connsiteX125" fmla="*/ 187785 w 541919"/>
              <a:gd name="connsiteY125" fmla="*/ 39879 h 682933"/>
              <a:gd name="connsiteX126" fmla="*/ 59770 w 541919"/>
              <a:gd name="connsiteY126" fmla="*/ 17444 h 682933"/>
              <a:gd name="connsiteX127" fmla="*/ 49832 w 541919"/>
              <a:gd name="connsiteY127" fmla="*/ 28619 h 682933"/>
              <a:gd name="connsiteX128" fmla="*/ 49832 w 541919"/>
              <a:gd name="connsiteY128" fmla="*/ 271975 h 682933"/>
              <a:gd name="connsiteX129" fmla="*/ 59770 w 541919"/>
              <a:gd name="connsiteY129" fmla="*/ 283150 h 682933"/>
              <a:gd name="connsiteX130" fmla="*/ 78405 w 541919"/>
              <a:gd name="connsiteY130" fmla="*/ 283150 h 682933"/>
              <a:gd name="connsiteX131" fmla="*/ 79647 w 541919"/>
              <a:gd name="connsiteY131" fmla="*/ 283150 h 682933"/>
              <a:gd name="connsiteX132" fmla="*/ 80889 w 541919"/>
              <a:gd name="connsiteY132" fmla="*/ 283150 h 682933"/>
              <a:gd name="connsiteX133" fmla="*/ 82132 w 541919"/>
              <a:gd name="connsiteY133" fmla="*/ 284391 h 682933"/>
              <a:gd name="connsiteX134" fmla="*/ 83374 w 541919"/>
              <a:gd name="connsiteY134" fmla="*/ 284391 h 682933"/>
              <a:gd name="connsiteX135" fmla="*/ 84616 w 541919"/>
              <a:gd name="connsiteY135" fmla="*/ 284391 h 682933"/>
              <a:gd name="connsiteX136" fmla="*/ 84616 w 541919"/>
              <a:gd name="connsiteY136" fmla="*/ 285633 h 682933"/>
              <a:gd name="connsiteX137" fmla="*/ 85858 w 541919"/>
              <a:gd name="connsiteY137" fmla="*/ 286875 h 682933"/>
              <a:gd name="connsiteX138" fmla="*/ 85858 w 541919"/>
              <a:gd name="connsiteY138" fmla="*/ 288116 h 682933"/>
              <a:gd name="connsiteX139" fmla="*/ 106977 w 541919"/>
              <a:gd name="connsiteY139" fmla="*/ 350197 h 682933"/>
              <a:gd name="connsiteX140" fmla="*/ 109462 w 541919"/>
              <a:gd name="connsiteY140" fmla="*/ 352680 h 682933"/>
              <a:gd name="connsiteX141" fmla="*/ 111947 w 541919"/>
              <a:gd name="connsiteY141" fmla="*/ 350197 h 682933"/>
              <a:gd name="connsiteX142" fmla="*/ 133066 w 541919"/>
              <a:gd name="connsiteY142" fmla="*/ 288116 h 682933"/>
              <a:gd name="connsiteX143" fmla="*/ 134308 w 541919"/>
              <a:gd name="connsiteY143" fmla="*/ 288116 h 682933"/>
              <a:gd name="connsiteX144" fmla="*/ 134308 w 541919"/>
              <a:gd name="connsiteY144" fmla="*/ 286875 h 682933"/>
              <a:gd name="connsiteX145" fmla="*/ 134308 w 541919"/>
              <a:gd name="connsiteY145" fmla="*/ 285633 h 682933"/>
              <a:gd name="connsiteX146" fmla="*/ 135550 w 541919"/>
              <a:gd name="connsiteY146" fmla="*/ 285633 h 682933"/>
              <a:gd name="connsiteX147" fmla="*/ 136792 w 541919"/>
              <a:gd name="connsiteY147" fmla="*/ 284391 h 682933"/>
              <a:gd name="connsiteX148" fmla="*/ 138035 w 541919"/>
              <a:gd name="connsiteY148" fmla="*/ 284391 h 682933"/>
              <a:gd name="connsiteX149" fmla="*/ 139277 w 541919"/>
              <a:gd name="connsiteY149" fmla="*/ 283150 h 682933"/>
              <a:gd name="connsiteX150" fmla="*/ 140519 w 541919"/>
              <a:gd name="connsiteY150" fmla="*/ 283150 h 682933"/>
              <a:gd name="connsiteX151" fmla="*/ 141762 w 541919"/>
              <a:gd name="connsiteY151" fmla="*/ 283150 h 682933"/>
              <a:gd name="connsiteX152" fmla="*/ 224995 w 541919"/>
              <a:gd name="connsiteY152" fmla="*/ 283150 h 682933"/>
              <a:gd name="connsiteX153" fmla="*/ 238660 w 541919"/>
              <a:gd name="connsiteY153" fmla="*/ 283150 h 682933"/>
              <a:gd name="connsiteX154" fmla="*/ 239903 w 541919"/>
              <a:gd name="connsiteY154" fmla="*/ 283150 h 682933"/>
              <a:gd name="connsiteX155" fmla="*/ 241145 w 541919"/>
              <a:gd name="connsiteY155" fmla="*/ 283150 h 682933"/>
              <a:gd name="connsiteX156" fmla="*/ 242387 w 541919"/>
              <a:gd name="connsiteY156" fmla="*/ 283150 h 682933"/>
              <a:gd name="connsiteX157" fmla="*/ 242387 w 541919"/>
              <a:gd name="connsiteY157" fmla="*/ 284391 h 682933"/>
              <a:gd name="connsiteX158" fmla="*/ 243630 w 541919"/>
              <a:gd name="connsiteY158" fmla="*/ 284391 h 682933"/>
              <a:gd name="connsiteX159" fmla="*/ 244872 w 541919"/>
              <a:gd name="connsiteY159" fmla="*/ 285633 h 682933"/>
              <a:gd name="connsiteX160" fmla="*/ 246114 w 541919"/>
              <a:gd name="connsiteY160" fmla="*/ 285633 h 682933"/>
              <a:gd name="connsiteX161" fmla="*/ 246114 w 541919"/>
              <a:gd name="connsiteY161" fmla="*/ 286875 h 682933"/>
              <a:gd name="connsiteX162" fmla="*/ 247356 w 541919"/>
              <a:gd name="connsiteY162" fmla="*/ 288116 h 682933"/>
              <a:gd name="connsiteX163" fmla="*/ 269718 w 541919"/>
              <a:gd name="connsiteY163" fmla="*/ 329089 h 682933"/>
              <a:gd name="connsiteX164" fmla="*/ 269718 w 541919"/>
              <a:gd name="connsiteY164" fmla="*/ 330331 h 682933"/>
              <a:gd name="connsiteX165" fmla="*/ 272202 w 541919"/>
              <a:gd name="connsiteY165" fmla="*/ 331573 h 682933"/>
              <a:gd name="connsiteX166" fmla="*/ 274687 w 541919"/>
              <a:gd name="connsiteY166" fmla="*/ 330331 h 682933"/>
              <a:gd name="connsiteX167" fmla="*/ 275929 w 541919"/>
              <a:gd name="connsiteY167" fmla="*/ 329089 h 682933"/>
              <a:gd name="connsiteX168" fmla="*/ 294564 w 541919"/>
              <a:gd name="connsiteY168" fmla="*/ 288116 h 682933"/>
              <a:gd name="connsiteX169" fmla="*/ 295806 w 541919"/>
              <a:gd name="connsiteY169" fmla="*/ 285633 h 682933"/>
              <a:gd name="connsiteX170" fmla="*/ 297048 w 541919"/>
              <a:gd name="connsiteY170" fmla="*/ 285633 h 682933"/>
              <a:gd name="connsiteX171" fmla="*/ 297048 w 541919"/>
              <a:gd name="connsiteY171" fmla="*/ 284391 h 682933"/>
              <a:gd name="connsiteX172" fmla="*/ 298290 w 541919"/>
              <a:gd name="connsiteY172" fmla="*/ 284391 h 682933"/>
              <a:gd name="connsiteX173" fmla="*/ 299533 w 541919"/>
              <a:gd name="connsiteY173" fmla="*/ 284391 h 682933"/>
              <a:gd name="connsiteX174" fmla="*/ 299533 w 541919"/>
              <a:gd name="connsiteY174" fmla="*/ 283150 h 682933"/>
              <a:gd name="connsiteX175" fmla="*/ 300775 w 541919"/>
              <a:gd name="connsiteY175" fmla="*/ 283150 h 682933"/>
              <a:gd name="connsiteX176" fmla="*/ 302017 w 541919"/>
              <a:gd name="connsiteY176" fmla="*/ 283150 h 682933"/>
              <a:gd name="connsiteX177" fmla="*/ 303260 w 541919"/>
              <a:gd name="connsiteY177" fmla="*/ 283150 h 682933"/>
              <a:gd name="connsiteX178" fmla="*/ 400158 w 541919"/>
              <a:gd name="connsiteY178" fmla="*/ 283150 h 682933"/>
              <a:gd name="connsiteX179" fmla="*/ 401401 w 541919"/>
              <a:gd name="connsiteY179" fmla="*/ 283150 h 682933"/>
              <a:gd name="connsiteX180" fmla="*/ 402643 w 541919"/>
              <a:gd name="connsiteY180" fmla="*/ 283150 h 682933"/>
              <a:gd name="connsiteX181" fmla="*/ 403885 w 541919"/>
              <a:gd name="connsiteY181" fmla="*/ 284391 h 682933"/>
              <a:gd name="connsiteX182" fmla="*/ 405128 w 541919"/>
              <a:gd name="connsiteY182" fmla="*/ 284391 h 682933"/>
              <a:gd name="connsiteX183" fmla="*/ 406370 w 541919"/>
              <a:gd name="connsiteY183" fmla="*/ 284391 h 682933"/>
              <a:gd name="connsiteX184" fmla="*/ 406370 w 541919"/>
              <a:gd name="connsiteY184" fmla="*/ 285633 h 682933"/>
              <a:gd name="connsiteX185" fmla="*/ 407612 w 541919"/>
              <a:gd name="connsiteY185" fmla="*/ 285633 h 682933"/>
              <a:gd name="connsiteX186" fmla="*/ 407612 w 541919"/>
              <a:gd name="connsiteY186" fmla="*/ 286875 h 682933"/>
              <a:gd name="connsiteX187" fmla="*/ 407612 w 541919"/>
              <a:gd name="connsiteY187" fmla="*/ 288116 h 682933"/>
              <a:gd name="connsiteX188" fmla="*/ 408854 w 541919"/>
              <a:gd name="connsiteY188" fmla="*/ 288116 h 682933"/>
              <a:gd name="connsiteX189" fmla="*/ 429973 w 541919"/>
              <a:gd name="connsiteY189" fmla="*/ 350197 h 682933"/>
              <a:gd name="connsiteX190" fmla="*/ 432458 w 541919"/>
              <a:gd name="connsiteY190" fmla="*/ 352680 h 682933"/>
              <a:gd name="connsiteX191" fmla="*/ 434943 w 541919"/>
              <a:gd name="connsiteY191" fmla="*/ 350197 h 682933"/>
              <a:gd name="connsiteX192" fmla="*/ 456062 w 541919"/>
              <a:gd name="connsiteY192" fmla="*/ 288116 h 682933"/>
              <a:gd name="connsiteX193" fmla="*/ 457304 w 541919"/>
              <a:gd name="connsiteY193" fmla="*/ 286875 h 682933"/>
              <a:gd name="connsiteX194" fmla="*/ 457304 w 541919"/>
              <a:gd name="connsiteY194" fmla="*/ 285633 h 682933"/>
              <a:gd name="connsiteX195" fmla="*/ 458546 w 541919"/>
              <a:gd name="connsiteY195" fmla="*/ 284391 h 682933"/>
              <a:gd name="connsiteX196" fmla="*/ 459788 w 541919"/>
              <a:gd name="connsiteY196" fmla="*/ 284391 h 682933"/>
              <a:gd name="connsiteX197" fmla="*/ 461031 w 541919"/>
              <a:gd name="connsiteY197" fmla="*/ 284391 h 682933"/>
              <a:gd name="connsiteX198" fmla="*/ 461031 w 541919"/>
              <a:gd name="connsiteY198" fmla="*/ 283150 h 682933"/>
              <a:gd name="connsiteX199" fmla="*/ 462273 w 541919"/>
              <a:gd name="connsiteY199" fmla="*/ 283150 h 682933"/>
              <a:gd name="connsiteX200" fmla="*/ 463515 w 541919"/>
              <a:gd name="connsiteY200" fmla="*/ 283150 h 682933"/>
              <a:gd name="connsiteX201" fmla="*/ 464758 w 541919"/>
              <a:gd name="connsiteY201" fmla="*/ 283150 h 682933"/>
              <a:gd name="connsiteX202" fmla="*/ 482150 w 541919"/>
              <a:gd name="connsiteY202" fmla="*/ 283150 h 682933"/>
              <a:gd name="connsiteX203" fmla="*/ 492088 w 541919"/>
              <a:gd name="connsiteY203" fmla="*/ 271975 h 682933"/>
              <a:gd name="connsiteX204" fmla="*/ 492088 w 541919"/>
              <a:gd name="connsiteY204" fmla="*/ 28619 h 682933"/>
              <a:gd name="connsiteX205" fmla="*/ 482150 w 541919"/>
              <a:gd name="connsiteY205" fmla="*/ 17444 h 682933"/>
              <a:gd name="connsiteX206" fmla="*/ 59726 w 541919"/>
              <a:gd name="connsiteY206" fmla="*/ 0 h 682933"/>
              <a:gd name="connsiteX207" fmla="*/ 482192 w 541919"/>
              <a:gd name="connsiteY207" fmla="*/ 0 h 682933"/>
              <a:gd name="connsiteX208" fmla="*/ 509528 w 541919"/>
              <a:gd name="connsiteY208" fmla="*/ 28567 h 682933"/>
              <a:gd name="connsiteX209" fmla="*/ 509528 w 541919"/>
              <a:gd name="connsiteY209" fmla="*/ 272008 h 682933"/>
              <a:gd name="connsiteX210" fmla="*/ 482192 w 541919"/>
              <a:gd name="connsiteY210" fmla="*/ 300576 h 682933"/>
              <a:gd name="connsiteX211" fmla="*/ 471009 w 541919"/>
              <a:gd name="connsiteY211" fmla="*/ 300576 h 682933"/>
              <a:gd name="connsiteX212" fmla="*/ 451128 w 541919"/>
              <a:gd name="connsiteY212" fmla="*/ 356468 h 682933"/>
              <a:gd name="connsiteX213" fmla="*/ 432490 w 541919"/>
              <a:gd name="connsiteY213" fmla="*/ 370130 h 682933"/>
              <a:gd name="connsiteX214" fmla="*/ 413852 w 541919"/>
              <a:gd name="connsiteY214" fmla="*/ 357710 h 682933"/>
              <a:gd name="connsiteX215" fmla="*/ 412609 w 541919"/>
              <a:gd name="connsiteY215" fmla="*/ 356468 h 682933"/>
              <a:gd name="connsiteX216" fmla="*/ 393971 w 541919"/>
              <a:gd name="connsiteY216" fmla="*/ 300576 h 682933"/>
              <a:gd name="connsiteX217" fmla="*/ 308235 w 541919"/>
              <a:gd name="connsiteY217" fmla="*/ 300576 h 682933"/>
              <a:gd name="connsiteX218" fmla="*/ 292082 w 541919"/>
              <a:gd name="connsiteY218" fmla="*/ 336595 h 682933"/>
              <a:gd name="connsiteX219" fmla="*/ 273444 w 541919"/>
              <a:gd name="connsiteY219" fmla="*/ 350257 h 682933"/>
              <a:gd name="connsiteX220" fmla="*/ 272202 w 541919"/>
              <a:gd name="connsiteY220" fmla="*/ 350257 h 682933"/>
              <a:gd name="connsiteX221" fmla="*/ 253563 w 541919"/>
              <a:gd name="connsiteY221" fmla="*/ 337837 h 682933"/>
              <a:gd name="connsiteX222" fmla="*/ 233683 w 541919"/>
              <a:gd name="connsiteY222" fmla="*/ 300576 h 682933"/>
              <a:gd name="connsiteX223" fmla="*/ 224985 w 541919"/>
              <a:gd name="connsiteY223" fmla="*/ 300576 h 682933"/>
              <a:gd name="connsiteX224" fmla="*/ 149189 w 541919"/>
              <a:gd name="connsiteY224" fmla="*/ 300576 h 682933"/>
              <a:gd name="connsiteX225" fmla="*/ 129309 w 541919"/>
              <a:gd name="connsiteY225" fmla="*/ 356468 h 682933"/>
              <a:gd name="connsiteX226" fmla="*/ 110670 w 541919"/>
              <a:gd name="connsiteY226" fmla="*/ 370130 h 682933"/>
              <a:gd name="connsiteX227" fmla="*/ 109428 w 541919"/>
              <a:gd name="connsiteY227" fmla="*/ 370130 h 682933"/>
              <a:gd name="connsiteX228" fmla="*/ 90790 w 541919"/>
              <a:gd name="connsiteY228" fmla="*/ 357710 h 682933"/>
              <a:gd name="connsiteX229" fmla="*/ 90790 w 541919"/>
              <a:gd name="connsiteY229" fmla="*/ 356468 h 682933"/>
              <a:gd name="connsiteX230" fmla="*/ 72152 w 541919"/>
              <a:gd name="connsiteY230" fmla="*/ 300576 h 682933"/>
              <a:gd name="connsiteX231" fmla="*/ 59726 w 541919"/>
              <a:gd name="connsiteY231" fmla="*/ 300576 h 682933"/>
              <a:gd name="connsiteX232" fmla="*/ 32390 w 541919"/>
              <a:gd name="connsiteY232" fmla="*/ 272008 h 682933"/>
              <a:gd name="connsiteX233" fmla="*/ 32390 w 541919"/>
              <a:gd name="connsiteY233" fmla="*/ 28567 h 682933"/>
              <a:gd name="connsiteX234" fmla="*/ 59726 w 541919"/>
              <a:gd name="connsiteY234" fmla="*/ 0 h 682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</a:cxnLst>
            <a:rect l="l" t="t" r="r" b="b"/>
            <a:pathLst>
              <a:path w="541919" h="682933">
                <a:moveTo>
                  <a:pt x="397133" y="583235"/>
                </a:moveTo>
                <a:cubicBezTo>
                  <a:pt x="377352" y="583235"/>
                  <a:pt x="361279" y="599194"/>
                  <a:pt x="361279" y="618836"/>
                </a:cubicBezTo>
                <a:lnTo>
                  <a:pt x="361279" y="665486"/>
                </a:lnTo>
                <a:lnTo>
                  <a:pt x="524478" y="665486"/>
                </a:lnTo>
                <a:lnTo>
                  <a:pt x="524478" y="618836"/>
                </a:lnTo>
                <a:cubicBezTo>
                  <a:pt x="524478" y="599194"/>
                  <a:pt x="508405" y="583235"/>
                  <a:pt x="488624" y="583235"/>
                </a:cubicBezTo>
                <a:close/>
                <a:moveTo>
                  <a:pt x="53295" y="583235"/>
                </a:moveTo>
                <a:cubicBezTo>
                  <a:pt x="33514" y="583235"/>
                  <a:pt x="17441" y="599194"/>
                  <a:pt x="17441" y="618836"/>
                </a:cubicBezTo>
                <a:lnTo>
                  <a:pt x="17441" y="665486"/>
                </a:lnTo>
                <a:lnTo>
                  <a:pt x="180640" y="665486"/>
                </a:lnTo>
                <a:lnTo>
                  <a:pt x="180640" y="618836"/>
                </a:lnTo>
                <a:cubicBezTo>
                  <a:pt x="180640" y="599194"/>
                  <a:pt x="164567" y="583235"/>
                  <a:pt x="146022" y="583235"/>
                </a:cubicBezTo>
                <a:close/>
                <a:moveTo>
                  <a:pt x="223978" y="538371"/>
                </a:moveTo>
                <a:cubicBezTo>
                  <a:pt x="205433" y="538371"/>
                  <a:pt x="189360" y="553099"/>
                  <a:pt x="189360" y="572737"/>
                </a:cubicBezTo>
                <a:lnTo>
                  <a:pt x="189360" y="586238"/>
                </a:lnTo>
                <a:cubicBezTo>
                  <a:pt x="195542" y="596057"/>
                  <a:pt x="199251" y="605875"/>
                  <a:pt x="199251" y="618149"/>
                </a:cubicBezTo>
                <a:lnTo>
                  <a:pt x="199251" y="619376"/>
                </a:lnTo>
                <a:lnTo>
                  <a:pt x="342668" y="619376"/>
                </a:lnTo>
                <a:lnTo>
                  <a:pt x="342668" y="618149"/>
                </a:lnTo>
                <a:cubicBezTo>
                  <a:pt x="342668" y="605875"/>
                  <a:pt x="346377" y="596057"/>
                  <a:pt x="352559" y="587465"/>
                </a:cubicBezTo>
                <a:lnTo>
                  <a:pt x="352559" y="572737"/>
                </a:lnTo>
                <a:cubicBezTo>
                  <a:pt x="352559" y="553099"/>
                  <a:pt x="336486" y="538371"/>
                  <a:pt x="317941" y="538371"/>
                </a:cubicBezTo>
                <a:close/>
                <a:moveTo>
                  <a:pt x="223728" y="519677"/>
                </a:moveTo>
                <a:lnTo>
                  <a:pt x="318191" y="519677"/>
                </a:lnTo>
                <a:cubicBezTo>
                  <a:pt x="346778" y="519677"/>
                  <a:pt x="370394" y="543176"/>
                  <a:pt x="370394" y="571622"/>
                </a:cubicBezTo>
                <a:cubicBezTo>
                  <a:pt x="377852" y="567912"/>
                  <a:pt x="386552" y="565438"/>
                  <a:pt x="396496" y="565438"/>
                </a:cubicBezTo>
                <a:lnTo>
                  <a:pt x="488473" y="565438"/>
                </a:lnTo>
                <a:cubicBezTo>
                  <a:pt x="518303" y="565438"/>
                  <a:pt x="541919" y="588937"/>
                  <a:pt x="541919" y="618620"/>
                </a:cubicBezTo>
                <a:lnTo>
                  <a:pt x="541919" y="674276"/>
                </a:lnTo>
                <a:cubicBezTo>
                  <a:pt x="541919" y="679223"/>
                  <a:pt x="538190" y="682933"/>
                  <a:pt x="533218" y="682933"/>
                </a:cubicBezTo>
                <a:lnTo>
                  <a:pt x="351750" y="682933"/>
                </a:lnTo>
                <a:cubicBezTo>
                  <a:pt x="346778" y="682933"/>
                  <a:pt x="343050" y="679223"/>
                  <a:pt x="343050" y="674276"/>
                </a:cubicBezTo>
                <a:lnTo>
                  <a:pt x="343050" y="637172"/>
                </a:lnTo>
                <a:lnTo>
                  <a:pt x="198869" y="637172"/>
                </a:lnTo>
                <a:lnTo>
                  <a:pt x="198869" y="674276"/>
                </a:lnTo>
                <a:cubicBezTo>
                  <a:pt x="198869" y="679223"/>
                  <a:pt x="195141" y="682933"/>
                  <a:pt x="190169" y="682933"/>
                </a:cubicBezTo>
                <a:lnTo>
                  <a:pt x="8701" y="682933"/>
                </a:lnTo>
                <a:cubicBezTo>
                  <a:pt x="3729" y="682933"/>
                  <a:pt x="0" y="679223"/>
                  <a:pt x="0" y="674276"/>
                </a:cubicBezTo>
                <a:lnTo>
                  <a:pt x="0" y="618620"/>
                </a:lnTo>
                <a:cubicBezTo>
                  <a:pt x="0" y="588937"/>
                  <a:pt x="23616" y="565438"/>
                  <a:pt x="53446" y="565438"/>
                </a:cubicBezTo>
                <a:lnTo>
                  <a:pt x="146666" y="565438"/>
                </a:lnTo>
                <a:cubicBezTo>
                  <a:pt x="155367" y="565438"/>
                  <a:pt x="164067" y="567912"/>
                  <a:pt x="171525" y="571622"/>
                </a:cubicBezTo>
                <a:cubicBezTo>
                  <a:pt x="171525" y="543176"/>
                  <a:pt x="195141" y="519677"/>
                  <a:pt x="223728" y="519677"/>
                </a:cubicBezTo>
                <a:close/>
                <a:moveTo>
                  <a:pt x="442878" y="437426"/>
                </a:moveTo>
                <a:cubicBezTo>
                  <a:pt x="418309" y="437426"/>
                  <a:pt x="398653" y="457089"/>
                  <a:pt x="398653" y="481667"/>
                </a:cubicBezTo>
                <a:cubicBezTo>
                  <a:pt x="398653" y="506245"/>
                  <a:pt x="418309" y="525908"/>
                  <a:pt x="442878" y="525908"/>
                </a:cubicBezTo>
                <a:cubicBezTo>
                  <a:pt x="467448" y="525908"/>
                  <a:pt x="487104" y="506245"/>
                  <a:pt x="487104" y="481667"/>
                </a:cubicBezTo>
                <a:cubicBezTo>
                  <a:pt x="487104" y="457089"/>
                  <a:pt x="467448" y="437426"/>
                  <a:pt x="442878" y="437426"/>
                </a:cubicBezTo>
                <a:close/>
                <a:moveTo>
                  <a:pt x="99040" y="437426"/>
                </a:moveTo>
                <a:cubicBezTo>
                  <a:pt x="74471" y="437426"/>
                  <a:pt x="54815" y="457089"/>
                  <a:pt x="54815" y="481667"/>
                </a:cubicBezTo>
                <a:cubicBezTo>
                  <a:pt x="54815" y="506245"/>
                  <a:pt x="74471" y="525908"/>
                  <a:pt x="99040" y="525908"/>
                </a:cubicBezTo>
                <a:cubicBezTo>
                  <a:pt x="123610" y="525908"/>
                  <a:pt x="143266" y="506245"/>
                  <a:pt x="143266" y="481667"/>
                </a:cubicBezTo>
                <a:cubicBezTo>
                  <a:pt x="143266" y="457089"/>
                  <a:pt x="123610" y="437426"/>
                  <a:pt x="99040" y="437426"/>
                </a:cubicBezTo>
                <a:close/>
                <a:moveTo>
                  <a:pt x="442878" y="419979"/>
                </a:moveTo>
                <a:cubicBezTo>
                  <a:pt x="477412" y="419979"/>
                  <a:pt x="504545" y="448356"/>
                  <a:pt x="504545" y="481668"/>
                </a:cubicBezTo>
                <a:cubicBezTo>
                  <a:pt x="504545" y="514979"/>
                  <a:pt x="477412" y="543356"/>
                  <a:pt x="442878" y="543356"/>
                </a:cubicBezTo>
                <a:cubicBezTo>
                  <a:pt x="408345" y="543356"/>
                  <a:pt x="381212" y="514979"/>
                  <a:pt x="381212" y="481668"/>
                </a:cubicBezTo>
                <a:cubicBezTo>
                  <a:pt x="381212" y="448356"/>
                  <a:pt x="408345" y="419979"/>
                  <a:pt x="442878" y="419979"/>
                </a:cubicBezTo>
                <a:close/>
                <a:moveTo>
                  <a:pt x="99047" y="419979"/>
                </a:moveTo>
                <a:cubicBezTo>
                  <a:pt x="133584" y="419979"/>
                  <a:pt x="161953" y="448356"/>
                  <a:pt x="161953" y="481668"/>
                </a:cubicBezTo>
                <a:cubicBezTo>
                  <a:pt x="161953" y="514979"/>
                  <a:pt x="133584" y="543356"/>
                  <a:pt x="99047" y="543356"/>
                </a:cubicBezTo>
                <a:cubicBezTo>
                  <a:pt x="65743" y="543356"/>
                  <a:pt x="37374" y="514979"/>
                  <a:pt x="37374" y="481668"/>
                </a:cubicBezTo>
                <a:cubicBezTo>
                  <a:pt x="37374" y="448356"/>
                  <a:pt x="65743" y="419979"/>
                  <a:pt x="99047" y="419979"/>
                </a:cubicBezTo>
                <a:close/>
                <a:moveTo>
                  <a:pt x="270960" y="391316"/>
                </a:moveTo>
                <a:cubicBezTo>
                  <a:pt x="246390" y="391316"/>
                  <a:pt x="226734" y="410979"/>
                  <a:pt x="226734" y="435557"/>
                </a:cubicBezTo>
                <a:cubicBezTo>
                  <a:pt x="226734" y="460135"/>
                  <a:pt x="246390" y="479798"/>
                  <a:pt x="270960" y="479798"/>
                </a:cubicBezTo>
                <a:cubicBezTo>
                  <a:pt x="295529" y="479798"/>
                  <a:pt x="315185" y="460135"/>
                  <a:pt x="315185" y="435557"/>
                </a:cubicBezTo>
                <a:cubicBezTo>
                  <a:pt x="315185" y="410979"/>
                  <a:pt x="295529" y="391316"/>
                  <a:pt x="270960" y="391316"/>
                </a:cubicBezTo>
                <a:close/>
                <a:moveTo>
                  <a:pt x="270966" y="373869"/>
                </a:moveTo>
                <a:cubicBezTo>
                  <a:pt x="305503" y="373869"/>
                  <a:pt x="333872" y="401015"/>
                  <a:pt x="333872" y="435564"/>
                </a:cubicBezTo>
                <a:cubicBezTo>
                  <a:pt x="333872" y="470113"/>
                  <a:pt x="305503" y="498492"/>
                  <a:pt x="270966" y="498492"/>
                </a:cubicBezTo>
                <a:cubicBezTo>
                  <a:pt x="236429" y="498492"/>
                  <a:pt x="209293" y="470113"/>
                  <a:pt x="209293" y="435564"/>
                </a:cubicBezTo>
                <a:cubicBezTo>
                  <a:pt x="209293" y="401015"/>
                  <a:pt x="236429" y="373869"/>
                  <a:pt x="270966" y="373869"/>
                </a:cubicBezTo>
                <a:close/>
                <a:moveTo>
                  <a:pt x="358165" y="57323"/>
                </a:moveTo>
                <a:cubicBezTo>
                  <a:pt x="308735" y="57323"/>
                  <a:pt x="281549" y="73414"/>
                  <a:pt x="281549" y="80840"/>
                </a:cubicBezTo>
                <a:lnTo>
                  <a:pt x="281549" y="239272"/>
                </a:lnTo>
                <a:lnTo>
                  <a:pt x="308735" y="233083"/>
                </a:lnTo>
                <a:cubicBezTo>
                  <a:pt x="343336" y="225657"/>
                  <a:pt x="380408" y="225657"/>
                  <a:pt x="415009" y="234321"/>
                </a:cubicBezTo>
                <a:lnTo>
                  <a:pt x="434781" y="239272"/>
                </a:lnTo>
                <a:lnTo>
                  <a:pt x="434781" y="80840"/>
                </a:lnTo>
                <a:cubicBezTo>
                  <a:pt x="434781" y="73414"/>
                  <a:pt x="407595" y="57323"/>
                  <a:pt x="358165" y="57323"/>
                </a:cubicBezTo>
                <a:close/>
                <a:moveTo>
                  <a:pt x="187486" y="57323"/>
                </a:moveTo>
                <a:cubicBezTo>
                  <a:pt x="138060" y="57323"/>
                  <a:pt x="110875" y="73414"/>
                  <a:pt x="110875" y="80840"/>
                </a:cubicBezTo>
                <a:lnTo>
                  <a:pt x="110875" y="239272"/>
                </a:lnTo>
                <a:lnTo>
                  <a:pt x="136824" y="233083"/>
                </a:lnTo>
                <a:cubicBezTo>
                  <a:pt x="171423" y="225657"/>
                  <a:pt x="208493" y="225657"/>
                  <a:pt x="243091" y="234321"/>
                </a:cubicBezTo>
                <a:lnTo>
                  <a:pt x="262862" y="239272"/>
                </a:lnTo>
                <a:lnTo>
                  <a:pt x="262862" y="80840"/>
                </a:lnTo>
                <a:cubicBezTo>
                  <a:pt x="262862" y="73414"/>
                  <a:pt x="235677" y="57323"/>
                  <a:pt x="187486" y="57323"/>
                </a:cubicBezTo>
                <a:close/>
                <a:moveTo>
                  <a:pt x="187785" y="39879"/>
                </a:moveTo>
                <a:cubicBezTo>
                  <a:pt x="222547" y="39879"/>
                  <a:pt x="257309" y="47314"/>
                  <a:pt x="273448" y="63424"/>
                </a:cubicBezTo>
                <a:cubicBezTo>
                  <a:pt x="289587" y="47314"/>
                  <a:pt x="324349" y="39879"/>
                  <a:pt x="357870" y="39879"/>
                </a:cubicBezTo>
                <a:cubicBezTo>
                  <a:pt x="405047" y="39879"/>
                  <a:pt x="450982" y="53510"/>
                  <a:pt x="453465" y="79533"/>
                </a:cubicBezTo>
                <a:lnTo>
                  <a:pt x="453465" y="80772"/>
                </a:lnTo>
                <a:lnTo>
                  <a:pt x="453465" y="250541"/>
                </a:lnTo>
                <a:cubicBezTo>
                  <a:pt x="453465" y="251780"/>
                  <a:pt x="453465" y="251780"/>
                  <a:pt x="453465" y="253019"/>
                </a:cubicBezTo>
                <a:lnTo>
                  <a:pt x="452224" y="253019"/>
                </a:lnTo>
                <a:cubicBezTo>
                  <a:pt x="452224" y="253019"/>
                  <a:pt x="452224" y="254258"/>
                  <a:pt x="450982" y="254258"/>
                </a:cubicBezTo>
                <a:cubicBezTo>
                  <a:pt x="450982" y="255498"/>
                  <a:pt x="449740" y="256737"/>
                  <a:pt x="449740" y="256737"/>
                </a:cubicBezTo>
                <a:cubicBezTo>
                  <a:pt x="448499" y="257976"/>
                  <a:pt x="448499" y="257976"/>
                  <a:pt x="447258" y="257976"/>
                </a:cubicBezTo>
                <a:cubicBezTo>
                  <a:pt x="446016" y="257976"/>
                  <a:pt x="444775" y="259215"/>
                  <a:pt x="443533" y="259215"/>
                </a:cubicBezTo>
                <a:cubicBezTo>
                  <a:pt x="443533" y="259215"/>
                  <a:pt x="442292" y="259215"/>
                  <a:pt x="442292" y="257976"/>
                </a:cubicBezTo>
                <a:lnTo>
                  <a:pt x="411254" y="250541"/>
                </a:lnTo>
                <a:cubicBezTo>
                  <a:pt x="378975" y="243106"/>
                  <a:pt x="344213" y="241867"/>
                  <a:pt x="311934" y="250541"/>
                </a:cubicBezTo>
                <a:lnTo>
                  <a:pt x="274690" y="257976"/>
                </a:lnTo>
                <a:cubicBezTo>
                  <a:pt x="274690" y="257976"/>
                  <a:pt x="273448" y="257976"/>
                  <a:pt x="273448" y="259215"/>
                </a:cubicBezTo>
                <a:lnTo>
                  <a:pt x="272206" y="259215"/>
                </a:lnTo>
                <a:cubicBezTo>
                  <a:pt x="270965" y="259215"/>
                  <a:pt x="270965" y="259215"/>
                  <a:pt x="270965" y="257976"/>
                </a:cubicBezTo>
                <a:lnTo>
                  <a:pt x="239928" y="250541"/>
                </a:lnTo>
                <a:cubicBezTo>
                  <a:pt x="207649" y="243106"/>
                  <a:pt x="172887" y="241867"/>
                  <a:pt x="140608" y="250541"/>
                </a:cubicBezTo>
                <a:lnTo>
                  <a:pt x="103363" y="257976"/>
                </a:lnTo>
                <a:cubicBezTo>
                  <a:pt x="103363" y="257976"/>
                  <a:pt x="103363" y="257976"/>
                  <a:pt x="103363" y="259215"/>
                </a:cubicBezTo>
                <a:cubicBezTo>
                  <a:pt x="102121" y="259215"/>
                  <a:pt x="102121" y="259215"/>
                  <a:pt x="100880" y="259215"/>
                </a:cubicBezTo>
                <a:cubicBezTo>
                  <a:pt x="100880" y="259215"/>
                  <a:pt x="100880" y="259215"/>
                  <a:pt x="99638" y="257976"/>
                </a:cubicBezTo>
                <a:lnTo>
                  <a:pt x="98397" y="257976"/>
                </a:lnTo>
                <a:lnTo>
                  <a:pt x="97155" y="257976"/>
                </a:lnTo>
                <a:lnTo>
                  <a:pt x="95914" y="256737"/>
                </a:lnTo>
                <a:lnTo>
                  <a:pt x="94672" y="256737"/>
                </a:lnTo>
                <a:lnTo>
                  <a:pt x="94672" y="255498"/>
                </a:lnTo>
                <a:lnTo>
                  <a:pt x="93431" y="254258"/>
                </a:lnTo>
                <a:lnTo>
                  <a:pt x="93431" y="253019"/>
                </a:lnTo>
                <a:lnTo>
                  <a:pt x="93431" y="251780"/>
                </a:lnTo>
                <a:cubicBezTo>
                  <a:pt x="93431" y="251780"/>
                  <a:pt x="93431" y="251780"/>
                  <a:pt x="93431" y="250541"/>
                </a:cubicBezTo>
                <a:lnTo>
                  <a:pt x="93431" y="80772"/>
                </a:lnTo>
                <a:cubicBezTo>
                  <a:pt x="93431" y="80772"/>
                  <a:pt x="93431" y="80772"/>
                  <a:pt x="93431" y="79533"/>
                </a:cubicBezTo>
                <a:cubicBezTo>
                  <a:pt x="94672" y="53510"/>
                  <a:pt x="141849" y="39879"/>
                  <a:pt x="187785" y="39879"/>
                </a:cubicBezTo>
                <a:close/>
                <a:moveTo>
                  <a:pt x="59770" y="17444"/>
                </a:moveTo>
                <a:cubicBezTo>
                  <a:pt x="54801" y="17444"/>
                  <a:pt x="49832" y="22411"/>
                  <a:pt x="49832" y="28619"/>
                </a:cubicBezTo>
                <a:lnTo>
                  <a:pt x="49832" y="271975"/>
                </a:lnTo>
                <a:cubicBezTo>
                  <a:pt x="49832" y="278183"/>
                  <a:pt x="54801" y="283150"/>
                  <a:pt x="59770" y="283150"/>
                </a:cubicBezTo>
                <a:lnTo>
                  <a:pt x="78405" y="283150"/>
                </a:lnTo>
                <a:cubicBezTo>
                  <a:pt x="78405" y="283150"/>
                  <a:pt x="78405" y="283150"/>
                  <a:pt x="79647" y="283150"/>
                </a:cubicBezTo>
                <a:lnTo>
                  <a:pt x="80889" y="283150"/>
                </a:lnTo>
                <a:cubicBezTo>
                  <a:pt x="80889" y="283150"/>
                  <a:pt x="82132" y="283150"/>
                  <a:pt x="82132" y="284391"/>
                </a:cubicBezTo>
                <a:lnTo>
                  <a:pt x="83374" y="284391"/>
                </a:lnTo>
                <a:lnTo>
                  <a:pt x="84616" y="284391"/>
                </a:lnTo>
                <a:lnTo>
                  <a:pt x="84616" y="285633"/>
                </a:lnTo>
                <a:cubicBezTo>
                  <a:pt x="85858" y="285633"/>
                  <a:pt x="85858" y="286875"/>
                  <a:pt x="85858" y="286875"/>
                </a:cubicBezTo>
                <a:lnTo>
                  <a:pt x="85858" y="288116"/>
                </a:lnTo>
                <a:lnTo>
                  <a:pt x="106977" y="350197"/>
                </a:lnTo>
                <a:cubicBezTo>
                  <a:pt x="108220" y="352680"/>
                  <a:pt x="109462" y="352680"/>
                  <a:pt x="109462" y="352680"/>
                </a:cubicBezTo>
                <a:cubicBezTo>
                  <a:pt x="110704" y="352680"/>
                  <a:pt x="111947" y="351439"/>
                  <a:pt x="111947" y="350197"/>
                </a:cubicBezTo>
                <a:lnTo>
                  <a:pt x="133066" y="288116"/>
                </a:lnTo>
                <a:cubicBezTo>
                  <a:pt x="133066" y="288116"/>
                  <a:pt x="133066" y="288116"/>
                  <a:pt x="134308" y="288116"/>
                </a:cubicBezTo>
                <a:lnTo>
                  <a:pt x="134308" y="286875"/>
                </a:lnTo>
                <a:lnTo>
                  <a:pt x="134308" y="285633"/>
                </a:lnTo>
                <a:lnTo>
                  <a:pt x="135550" y="285633"/>
                </a:lnTo>
                <a:cubicBezTo>
                  <a:pt x="135550" y="285633"/>
                  <a:pt x="135550" y="285633"/>
                  <a:pt x="136792" y="284391"/>
                </a:cubicBezTo>
                <a:cubicBezTo>
                  <a:pt x="136792" y="284391"/>
                  <a:pt x="136792" y="284391"/>
                  <a:pt x="138035" y="284391"/>
                </a:cubicBezTo>
                <a:cubicBezTo>
                  <a:pt x="138035" y="283150"/>
                  <a:pt x="138035" y="283150"/>
                  <a:pt x="139277" y="283150"/>
                </a:cubicBezTo>
                <a:cubicBezTo>
                  <a:pt x="139277" y="283150"/>
                  <a:pt x="139277" y="283150"/>
                  <a:pt x="140519" y="283150"/>
                </a:cubicBezTo>
                <a:lnTo>
                  <a:pt x="141762" y="283150"/>
                </a:lnTo>
                <a:lnTo>
                  <a:pt x="224995" y="283150"/>
                </a:lnTo>
                <a:lnTo>
                  <a:pt x="238660" y="283150"/>
                </a:lnTo>
                <a:lnTo>
                  <a:pt x="239903" y="283150"/>
                </a:lnTo>
                <a:lnTo>
                  <a:pt x="241145" y="283150"/>
                </a:lnTo>
                <a:lnTo>
                  <a:pt x="242387" y="283150"/>
                </a:lnTo>
                <a:lnTo>
                  <a:pt x="242387" y="284391"/>
                </a:lnTo>
                <a:lnTo>
                  <a:pt x="243630" y="284391"/>
                </a:lnTo>
                <a:cubicBezTo>
                  <a:pt x="244872" y="284391"/>
                  <a:pt x="244872" y="284391"/>
                  <a:pt x="244872" y="285633"/>
                </a:cubicBezTo>
                <a:lnTo>
                  <a:pt x="246114" y="285633"/>
                </a:lnTo>
                <a:lnTo>
                  <a:pt x="246114" y="286875"/>
                </a:lnTo>
                <a:lnTo>
                  <a:pt x="247356" y="288116"/>
                </a:lnTo>
                <a:lnTo>
                  <a:pt x="269718" y="329089"/>
                </a:lnTo>
                <a:lnTo>
                  <a:pt x="269718" y="330331"/>
                </a:lnTo>
                <a:cubicBezTo>
                  <a:pt x="270960" y="331573"/>
                  <a:pt x="270960" y="331573"/>
                  <a:pt x="272202" y="331573"/>
                </a:cubicBezTo>
                <a:cubicBezTo>
                  <a:pt x="273445" y="331573"/>
                  <a:pt x="274687" y="331573"/>
                  <a:pt x="274687" y="330331"/>
                </a:cubicBezTo>
                <a:lnTo>
                  <a:pt x="275929" y="329089"/>
                </a:lnTo>
                <a:lnTo>
                  <a:pt x="294564" y="288116"/>
                </a:lnTo>
                <a:cubicBezTo>
                  <a:pt x="295806" y="286875"/>
                  <a:pt x="295806" y="286875"/>
                  <a:pt x="295806" y="285633"/>
                </a:cubicBezTo>
                <a:lnTo>
                  <a:pt x="297048" y="285633"/>
                </a:lnTo>
                <a:lnTo>
                  <a:pt x="297048" y="284391"/>
                </a:lnTo>
                <a:lnTo>
                  <a:pt x="298290" y="284391"/>
                </a:lnTo>
                <a:lnTo>
                  <a:pt x="299533" y="284391"/>
                </a:lnTo>
                <a:lnTo>
                  <a:pt x="299533" y="283150"/>
                </a:lnTo>
                <a:lnTo>
                  <a:pt x="300775" y="283150"/>
                </a:lnTo>
                <a:cubicBezTo>
                  <a:pt x="300775" y="283150"/>
                  <a:pt x="300775" y="283150"/>
                  <a:pt x="302017" y="283150"/>
                </a:cubicBezTo>
                <a:cubicBezTo>
                  <a:pt x="302017" y="283150"/>
                  <a:pt x="302017" y="283150"/>
                  <a:pt x="303260" y="283150"/>
                </a:cubicBezTo>
                <a:lnTo>
                  <a:pt x="400158" y="283150"/>
                </a:lnTo>
                <a:lnTo>
                  <a:pt x="401401" y="283150"/>
                </a:lnTo>
                <a:lnTo>
                  <a:pt x="402643" y="283150"/>
                </a:lnTo>
                <a:cubicBezTo>
                  <a:pt x="403885" y="283150"/>
                  <a:pt x="403885" y="283150"/>
                  <a:pt x="403885" y="284391"/>
                </a:cubicBezTo>
                <a:lnTo>
                  <a:pt x="405128" y="284391"/>
                </a:lnTo>
                <a:lnTo>
                  <a:pt x="406370" y="284391"/>
                </a:lnTo>
                <a:lnTo>
                  <a:pt x="406370" y="285633"/>
                </a:lnTo>
                <a:cubicBezTo>
                  <a:pt x="406370" y="285633"/>
                  <a:pt x="406370" y="285633"/>
                  <a:pt x="407612" y="285633"/>
                </a:cubicBezTo>
                <a:lnTo>
                  <a:pt x="407612" y="286875"/>
                </a:lnTo>
                <a:lnTo>
                  <a:pt x="407612" y="288116"/>
                </a:lnTo>
                <a:lnTo>
                  <a:pt x="408854" y="288116"/>
                </a:lnTo>
                <a:lnTo>
                  <a:pt x="429973" y="350197"/>
                </a:lnTo>
                <a:cubicBezTo>
                  <a:pt x="429973" y="351439"/>
                  <a:pt x="432458" y="352680"/>
                  <a:pt x="432458" y="352680"/>
                </a:cubicBezTo>
                <a:cubicBezTo>
                  <a:pt x="433700" y="352680"/>
                  <a:pt x="433700" y="351439"/>
                  <a:pt x="434943" y="350197"/>
                </a:cubicBezTo>
                <a:lnTo>
                  <a:pt x="456062" y="288116"/>
                </a:lnTo>
                <a:cubicBezTo>
                  <a:pt x="457304" y="288116"/>
                  <a:pt x="457304" y="286875"/>
                  <a:pt x="457304" y="286875"/>
                </a:cubicBezTo>
                <a:lnTo>
                  <a:pt x="457304" y="285633"/>
                </a:lnTo>
                <a:cubicBezTo>
                  <a:pt x="458546" y="285633"/>
                  <a:pt x="458546" y="285633"/>
                  <a:pt x="458546" y="284391"/>
                </a:cubicBezTo>
                <a:lnTo>
                  <a:pt x="459788" y="284391"/>
                </a:lnTo>
                <a:lnTo>
                  <a:pt x="461031" y="284391"/>
                </a:lnTo>
                <a:lnTo>
                  <a:pt x="461031" y="283150"/>
                </a:lnTo>
                <a:lnTo>
                  <a:pt x="462273" y="283150"/>
                </a:lnTo>
                <a:lnTo>
                  <a:pt x="463515" y="283150"/>
                </a:lnTo>
                <a:lnTo>
                  <a:pt x="464758" y="283150"/>
                </a:lnTo>
                <a:lnTo>
                  <a:pt x="482150" y="283150"/>
                </a:lnTo>
                <a:cubicBezTo>
                  <a:pt x="487119" y="283150"/>
                  <a:pt x="492088" y="278183"/>
                  <a:pt x="492088" y="271975"/>
                </a:cubicBezTo>
                <a:lnTo>
                  <a:pt x="492088" y="28619"/>
                </a:lnTo>
                <a:cubicBezTo>
                  <a:pt x="492088" y="22411"/>
                  <a:pt x="487119" y="17444"/>
                  <a:pt x="482150" y="17444"/>
                </a:cubicBezTo>
                <a:close/>
                <a:moveTo>
                  <a:pt x="59726" y="0"/>
                </a:moveTo>
                <a:lnTo>
                  <a:pt x="482192" y="0"/>
                </a:lnTo>
                <a:cubicBezTo>
                  <a:pt x="497103" y="0"/>
                  <a:pt x="509528" y="12421"/>
                  <a:pt x="509528" y="28567"/>
                </a:cubicBezTo>
                <a:lnTo>
                  <a:pt x="509528" y="272008"/>
                </a:lnTo>
                <a:cubicBezTo>
                  <a:pt x="509528" y="288155"/>
                  <a:pt x="497103" y="300576"/>
                  <a:pt x="482192" y="300576"/>
                </a:cubicBezTo>
                <a:lnTo>
                  <a:pt x="471009" y="300576"/>
                </a:lnTo>
                <a:lnTo>
                  <a:pt x="451128" y="356468"/>
                </a:lnTo>
                <a:cubicBezTo>
                  <a:pt x="448643" y="363920"/>
                  <a:pt x="441188" y="370130"/>
                  <a:pt x="432490" y="370130"/>
                </a:cubicBezTo>
                <a:cubicBezTo>
                  <a:pt x="423792" y="370130"/>
                  <a:pt x="416337" y="365162"/>
                  <a:pt x="413852" y="357710"/>
                </a:cubicBezTo>
                <a:cubicBezTo>
                  <a:pt x="413852" y="357710"/>
                  <a:pt x="413852" y="356468"/>
                  <a:pt x="412609" y="356468"/>
                </a:cubicBezTo>
                <a:lnTo>
                  <a:pt x="393971" y="300576"/>
                </a:lnTo>
                <a:lnTo>
                  <a:pt x="308235" y="300576"/>
                </a:lnTo>
                <a:lnTo>
                  <a:pt x="292082" y="336595"/>
                </a:lnTo>
                <a:cubicBezTo>
                  <a:pt x="288355" y="345289"/>
                  <a:pt x="280899" y="349015"/>
                  <a:pt x="273444" y="350257"/>
                </a:cubicBezTo>
                <a:lnTo>
                  <a:pt x="272202" y="350257"/>
                </a:lnTo>
                <a:cubicBezTo>
                  <a:pt x="264746" y="350257"/>
                  <a:pt x="257291" y="345289"/>
                  <a:pt x="253563" y="337837"/>
                </a:cubicBezTo>
                <a:lnTo>
                  <a:pt x="233683" y="300576"/>
                </a:lnTo>
                <a:lnTo>
                  <a:pt x="224985" y="300576"/>
                </a:lnTo>
                <a:lnTo>
                  <a:pt x="149189" y="300576"/>
                </a:lnTo>
                <a:lnTo>
                  <a:pt x="129309" y="356468"/>
                </a:lnTo>
                <a:cubicBezTo>
                  <a:pt x="126824" y="363920"/>
                  <a:pt x="119368" y="370130"/>
                  <a:pt x="110670" y="370130"/>
                </a:cubicBezTo>
                <a:lnTo>
                  <a:pt x="109428" y="370130"/>
                </a:lnTo>
                <a:cubicBezTo>
                  <a:pt x="100730" y="370130"/>
                  <a:pt x="94517" y="365162"/>
                  <a:pt x="90790" y="357710"/>
                </a:cubicBezTo>
                <a:lnTo>
                  <a:pt x="90790" y="356468"/>
                </a:lnTo>
                <a:lnTo>
                  <a:pt x="72152" y="300576"/>
                </a:lnTo>
                <a:lnTo>
                  <a:pt x="59726" y="300576"/>
                </a:lnTo>
                <a:cubicBezTo>
                  <a:pt x="44815" y="300576"/>
                  <a:pt x="32390" y="288155"/>
                  <a:pt x="32390" y="272008"/>
                </a:cubicBezTo>
                <a:lnTo>
                  <a:pt x="32390" y="28567"/>
                </a:lnTo>
                <a:cubicBezTo>
                  <a:pt x="32390" y="12421"/>
                  <a:pt x="44815" y="0"/>
                  <a:pt x="59726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5A24EB45-D588-C840-A875-8EF305EF0103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CEA9C1E4-E266-094A-B813-76A2EB042729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E7190146-80E1-D34F-9F56-1E8C545D62ED}"/>
              </a:ext>
            </a:extLst>
          </p:cNvPr>
          <p:cNvSpPr txBox="1"/>
          <p:nvPr/>
        </p:nvSpPr>
        <p:spPr>
          <a:xfrm>
            <a:off x="3289288" y="3431962"/>
            <a:ext cx="590283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381" name="TextBox 380">
            <a:extLst>
              <a:ext uri="{FF2B5EF4-FFF2-40B4-BE49-F238E27FC236}">
                <a16:creationId xmlns:a16="http://schemas.microsoft.com/office/drawing/2014/main" id="{805D7370-A31C-7D42-B434-77345A7E1476}"/>
              </a:ext>
            </a:extLst>
          </p:cNvPr>
          <p:cNvSpPr txBox="1"/>
          <p:nvPr/>
        </p:nvSpPr>
        <p:spPr>
          <a:xfrm>
            <a:off x="3289289" y="4017051"/>
            <a:ext cx="5902838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82" name="TextBox 381">
            <a:extLst>
              <a:ext uri="{FF2B5EF4-FFF2-40B4-BE49-F238E27FC236}">
                <a16:creationId xmlns:a16="http://schemas.microsoft.com/office/drawing/2014/main" id="{6E98510D-6627-4D41-B52E-3CF88CF24B78}"/>
              </a:ext>
            </a:extLst>
          </p:cNvPr>
          <p:cNvSpPr txBox="1"/>
          <p:nvPr/>
        </p:nvSpPr>
        <p:spPr>
          <a:xfrm>
            <a:off x="16253142" y="3431960"/>
            <a:ext cx="590283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68E2D67C-DF12-0041-83A3-19D0B8850ED1}"/>
              </a:ext>
            </a:extLst>
          </p:cNvPr>
          <p:cNvSpPr txBox="1"/>
          <p:nvPr/>
        </p:nvSpPr>
        <p:spPr>
          <a:xfrm>
            <a:off x="16253142" y="4018081"/>
            <a:ext cx="5902839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1730510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8B0CC6AC-CAA7-424B-BADC-BB39E3241034}"/>
              </a:ext>
            </a:extLst>
          </p:cNvPr>
          <p:cNvGrpSpPr/>
          <p:nvPr/>
        </p:nvGrpSpPr>
        <p:grpSpPr>
          <a:xfrm>
            <a:off x="0" y="4035291"/>
            <a:ext cx="24377649" cy="8936710"/>
            <a:chOff x="0" y="4035291"/>
            <a:chExt cx="24377649" cy="893671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3D4AD952-22F9-0F49-9E71-8A802E743FFB}"/>
                </a:ext>
              </a:extLst>
            </p:cNvPr>
            <p:cNvSpPr/>
            <p:nvPr/>
          </p:nvSpPr>
          <p:spPr>
            <a:xfrm>
              <a:off x="0" y="4035291"/>
              <a:ext cx="24377649" cy="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9569" fill="none">
                  <a:moveTo>
                    <a:pt x="0" y="0"/>
                  </a:moveTo>
                  <a:lnTo>
                    <a:pt x="7605" y="0"/>
                  </a:lnTo>
                  <a:lnTo>
                    <a:pt x="15209" y="0"/>
                  </a:lnTo>
                  <a:lnTo>
                    <a:pt x="19569" y="0"/>
                  </a:lnTo>
                </a:path>
              </a:pathLst>
            </a:custGeom>
            <a:noFill/>
            <a:ln w="12700" cap="flat">
              <a:solidFill>
                <a:schemeClr val="tx2"/>
              </a:solidFill>
              <a:prstDash val="solid"/>
              <a:round/>
            </a:ln>
          </p:spPr>
          <p:txBody>
            <a:bodyPr vert="horz" wrap="none" lIns="1800" tIns="1800" rIns="1800" bIns="18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E95E8CD4-1EF8-414C-A14C-2222BD5F5168}"/>
                </a:ext>
              </a:extLst>
            </p:cNvPr>
            <p:cNvGrpSpPr/>
            <p:nvPr/>
          </p:nvGrpSpPr>
          <p:grpSpPr>
            <a:xfrm>
              <a:off x="5844009" y="12655459"/>
              <a:ext cx="12689635" cy="316542"/>
              <a:chOff x="5844009" y="12655459"/>
              <a:chExt cx="12689635" cy="316542"/>
            </a:xfrm>
          </p:grpSpPr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6377AB0D-74F7-F14A-AD45-45EA9441EA82}"/>
                  </a:ext>
                </a:extLst>
              </p:cNvPr>
              <p:cNvSpPr/>
              <p:nvPr/>
            </p:nvSpPr>
            <p:spPr>
              <a:xfrm>
                <a:off x="5851484" y="12664182"/>
                <a:ext cx="12674685" cy="2990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175" h="241">
                    <a:moveTo>
                      <a:pt x="10054" y="0"/>
                    </a:moveTo>
                    <a:lnTo>
                      <a:pt x="5088" y="0"/>
                    </a:lnTo>
                    <a:lnTo>
                      <a:pt x="121" y="0"/>
                    </a:lnTo>
                    <a:cubicBezTo>
                      <a:pt x="87" y="0"/>
                      <a:pt x="57" y="13"/>
                      <a:pt x="35" y="35"/>
                    </a:cubicBezTo>
                    <a:cubicBezTo>
                      <a:pt x="13" y="57"/>
                      <a:pt x="0" y="87"/>
                      <a:pt x="0" y="120"/>
                    </a:cubicBezTo>
                    <a:cubicBezTo>
                      <a:pt x="0" y="154"/>
                      <a:pt x="13" y="184"/>
                      <a:pt x="35" y="206"/>
                    </a:cubicBezTo>
                    <a:cubicBezTo>
                      <a:pt x="57" y="228"/>
                      <a:pt x="87" y="241"/>
                      <a:pt x="121" y="241"/>
                    </a:cubicBezTo>
                    <a:lnTo>
                      <a:pt x="5088" y="241"/>
                    </a:lnTo>
                    <a:lnTo>
                      <a:pt x="10054" y="241"/>
                    </a:lnTo>
                    <a:cubicBezTo>
                      <a:pt x="10088" y="241"/>
                      <a:pt x="10118" y="228"/>
                      <a:pt x="10140" y="206"/>
                    </a:cubicBezTo>
                    <a:cubicBezTo>
                      <a:pt x="10162" y="184"/>
                      <a:pt x="10175" y="154"/>
                      <a:pt x="10175" y="120"/>
                    </a:cubicBezTo>
                    <a:cubicBezTo>
                      <a:pt x="10175" y="87"/>
                      <a:pt x="10162" y="57"/>
                      <a:pt x="10140" y="35"/>
                    </a:cubicBezTo>
                    <a:cubicBezTo>
                      <a:pt x="10118" y="13"/>
                      <a:pt x="10088" y="0"/>
                      <a:pt x="1005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7EFF6603-11C0-BC4E-8CC9-39944C8B6D8D}"/>
                  </a:ext>
                </a:extLst>
              </p:cNvPr>
              <p:cNvSpPr/>
              <p:nvPr/>
            </p:nvSpPr>
            <p:spPr>
              <a:xfrm>
                <a:off x="5844009" y="12655459"/>
                <a:ext cx="12689635" cy="316542"/>
              </a:xfrm>
              <a:custGeom>
                <a:avLst/>
                <a:gdLst>
                  <a:gd name="connsiteX0" fmla="*/ 158205 w 12689635"/>
                  <a:gd name="connsiteY0" fmla="*/ 16201 h 316542"/>
                  <a:gd name="connsiteX1" fmla="*/ 57306 w 12689635"/>
                  <a:gd name="connsiteY1" fmla="*/ 58388 h 316542"/>
                  <a:gd name="connsiteX2" fmla="*/ 14954 w 12689635"/>
                  <a:gd name="connsiteY2" fmla="*/ 157651 h 316542"/>
                  <a:gd name="connsiteX3" fmla="*/ 57306 w 12689635"/>
                  <a:gd name="connsiteY3" fmla="*/ 259395 h 316542"/>
                  <a:gd name="connsiteX4" fmla="*/ 158205 w 12689635"/>
                  <a:gd name="connsiteY4" fmla="*/ 300341 h 316542"/>
                  <a:gd name="connsiteX5" fmla="*/ 12531437 w 12689635"/>
                  <a:gd name="connsiteY5" fmla="*/ 300341 h 316542"/>
                  <a:gd name="connsiteX6" fmla="*/ 12633583 w 12689635"/>
                  <a:gd name="connsiteY6" fmla="*/ 259395 h 316542"/>
                  <a:gd name="connsiteX7" fmla="*/ 12674689 w 12689635"/>
                  <a:gd name="connsiteY7" fmla="*/ 157651 h 316542"/>
                  <a:gd name="connsiteX8" fmla="*/ 12633583 w 12689635"/>
                  <a:gd name="connsiteY8" fmla="*/ 58388 h 316542"/>
                  <a:gd name="connsiteX9" fmla="*/ 12531437 w 12689635"/>
                  <a:gd name="connsiteY9" fmla="*/ 16201 h 316542"/>
                  <a:gd name="connsiteX10" fmla="*/ 158200 w 12689635"/>
                  <a:gd name="connsiteY10" fmla="*/ 0 h 316542"/>
                  <a:gd name="connsiteX11" fmla="*/ 12531435 w 12689635"/>
                  <a:gd name="connsiteY11" fmla="*/ 0 h 316542"/>
                  <a:gd name="connsiteX12" fmla="*/ 12643545 w 12689635"/>
                  <a:gd name="connsiteY12" fmla="*/ 47171 h 316542"/>
                  <a:gd name="connsiteX13" fmla="*/ 12689635 w 12689635"/>
                  <a:gd name="connsiteY13" fmla="*/ 157650 h 316542"/>
                  <a:gd name="connsiteX14" fmla="*/ 12643545 w 12689635"/>
                  <a:gd name="connsiteY14" fmla="*/ 269371 h 316542"/>
                  <a:gd name="connsiteX15" fmla="*/ 12531435 w 12689635"/>
                  <a:gd name="connsiteY15" fmla="*/ 316542 h 316542"/>
                  <a:gd name="connsiteX16" fmla="*/ 158200 w 12689635"/>
                  <a:gd name="connsiteY16" fmla="*/ 316542 h 316542"/>
                  <a:gd name="connsiteX17" fmla="*/ 46090 w 12689635"/>
                  <a:gd name="connsiteY17" fmla="*/ 269371 h 316542"/>
                  <a:gd name="connsiteX18" fmla="*/ 0 w 12689635"/>
                  <a:gd name="connsiteY18" fmla="*/ 157650 h 316542"/>
                  <a:gd name="connsiteX19" fmla="*/ 46090 w 12689635"/>
                  <a:gd name="connsiteY19" fmla="*/ 47171 h 316542"/>
                  <a:gd name="connsiteX20" fmla="*/ 158200 w 12689635"/>
                  <a:gd name="connsiteY20" fmla="*/ 0 h 316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689635" h="316542">
                    <a:moveTo>
                      <a:pt x="158205" y="16201"/>
                    </a:moveTo>
                    <a:cubicBezTo>
                      <a:pt x="119589" y="16201"/>
                      <a:pt x="84711" y="31090"/>
                      <a:pt x="57306" y="58388"/>
                    </a:cubicBezTo>
                    <a:cubicBezTo>
                      <a:pt x="29901" y="84444"/>
                      <a:pt x="14954" y="120427"/>
                      <a:pt x="14954" y="157651"/>
                    </a:cubicBezTo>
                    <a:cubicBezTo>
                      <a:pt x="14954" y="196115"/>
                      <a:pt x="29901" y="232098"/>
                      <a:pt x="57306" y="259395"/>
                    </a:cubicBezTo>
                    <a:cubicBezTo>
                      <a:pt x="84711" y="285452"/>
                      <a:pt x="119589" y="300341"/>
                      <a:pt x="158205" y="300341"/>
                    </a:cubicBezTo>
                    <a:lnTo>
                      <a:pt x="12531437" y="300341"/>
                    </a:lnTo>
                    <a:cubicBezTo>
                      <a:pt x="12570053" y="300341"/>
                      <a:pt x="12606177" y="285452"/>
                      <a:pt x="12633583" y="259395"/>
                    </a:cubicBezTo>
                    <a:cubicBezTo>
                      <a:pt x="12659741" y="232098"/>
                      <a:pt x="12674689" y="196115"/>
                      <a:pt x="12674689" y="157651"/>
                    </a:cubicBezTo>
                    <a:cubicBezTo>
                      <a:pt x="12674689" y="120427"/>
                      <a:pt x="12659741" y="84444"/>
                      <a:pt x="12633583" y="58388"/>
                    </a:cubicBezTo>
                    <a:cubicBezTo>
                      <a:pt x="12606177" y="31090"/>
                      <a:pt x="12570053" y="16201"/>
                      <a:pt x="12531437" y="16201"/>
                    </a:cubicBezTo>
                    <a:close/>
                    <a:moveTo>
                      <a:pt x="158200" y="0"/>
                    </a:moveTo>
                    <a:lnTo>
                      <a:pt x="12531435" y="0"/>
                    </a:lnTo>
                    <a:cubicBezTo>
                      <a:pt x="12573787" y="0"/>
                      <a:pt x="12613649" y="17379"/>
                      <a:pt x="12643545" y="47171"/>
                    </a:cubicBezTo>
                    <a:cubicBezTo>
                      <a:pt x="12673441" y="76963"/>
                      <a:pt x="12689635" y="116686"/>
                      <a:pt x="12689635" y="157650"/>
                    </a:cubicBezTo>
                    <a:cubicBezTo>
                      <a:pt x="12689635" y="201097"/>
                      <a:pt x="12673441" y="240820"/>
                      <a:pt x="12643545" y="269371"/>
                    </a:cubicBezTo>
                    <a:cubicBezTo>
                      <a:pt x="12613649" y="300405"/>
                      <a:pt x="12573787" y="316542"/>
                      <a:pt x="12531435" y="316542"/>
                    </a:cubicBezTo>
                    <a:lnTo>
                      <a:pt x="158200" y="316542"/>
                    </a:lnTo>
                    <a:cubicBezTo>
                      <a:pt x="115848" y="316542"/>
                      <a:pt x="75986" y="300405"/>
                      <a:pt x="46090" y="269371"/>
                    </a:cubicBezTo>
                    <a:cubicBezTo>
                      <a:pt x="16194" y="240820"/>
                      <a:pt x="0" y="201097"/>
                      <a:pt x="0" y="157650"/>
                    </a:cubicBezTo>
                    <a:cubicBezTo>
                      <a:pt x="0" y="116686"/>
                      <a:pt x="16194" y="76963"/>
                      <a:pt x="46090" y="47171"/>
                    </a:cubicBezTo>
                    <a:cubicBezTo>
                      <a:pt x="75986" y="17379"/>
                      <a:pt x="115848" y="0"/>
                      <a:pt x="1582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527BBDF-41E8-394E-BA21-672D4249DF18}"/>
                </a:ext>
              </a:extLst>
            </p:cNvPr>
            <p:cNvGrpSpPr/>
            <p:nvPr/>
          </p:nvGrpSpPr>
          <p:grpSpPr>
            <a:xfrm>
              <a:off x="8290747" y="11956324"/>
              <a:ext cx="7798656" cy="887424"/>
              <a:chOff x="8290747" y="11956324"/>
              <a:chExt cx="7798656" cy="887424"/>
            </a:xfrm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EDF78154-2285-3544-9ADC-A88F9B9DC4F7}"/>
                  </a:ext>
                </a:extLst>
              </p:cNvPr>
              <p:cNvSpPr/>
              <p:nvPr/>
            </p:nvSpPr>
            <p:spPr>
              <a:xfrm>
                <a:off x="8298219" y="11965044"/>
                <a:ext cx="7783707" cy="6978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49" h="561">
                    <a:moveTo>
                      <a:pt x="280" y="0"/>
                    </a:moveTo>
                    <a:cubicBezTo>
                      <a:pt x="203" y="0"/>
                      <a:pt x="132" y="31"/>
                      <a:pt x="82" y="82"/>
                    </a:cubicBezTo>
                    <a:cubicBezTo>
                      <a:pt x="31" y="133"/>
                      <a:pt x="0" y="203"/>
                      <a:pt x="0" y="280"/>
                    </a:cubicBezTo>
                    <a:cubicBezTo>
                      <a:pt x="0" y="358"/>
                      <a:pt x="31" y="428"/>
                      <a:pt x="82" y="478"/>
                    </a:cubicBezTo>
                    <a:cubicBezTo>
                      <a:pt x="132" y="529"/>
                      <a:pt x="203" y="561"/>
                      <a:pt x="280" y="561"/>
                    </a:cubicBezTo>
                    <a:lnTo>
                      <a:pt x="3264" y="561"/>
                    </a:lnTo>
                    <a:lnTo>
                      <a:pt x="6249" y="561"/>
                    </a:lnTo>
                    <a:lnTo>
                      <a:pt x="6249" y="280"/>
                    </a:lnTo>
                    <a:lnTo>
                      <a:pt x="6249" y="0"/>
                    </a:lnTo>
                    <a:lnTo>
                      <a:pt x="3264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E291F86A-4BCA-2141-9346-A605B260C5BA}"/>
                  </a:ext>
                </a:extLst>
              </p:cNvPr>
              <p:cNvSpPr/>
              <p:nvPr/>
            </p:nvSpPr>
            <p:spPr>
              <a:xfrm>
                <a:off x="8290747" y="11956324"/>
                <a:ext cx="7798656" cy="714089"/>
              </a:xfrm>
              <a:custGeom>
                <a:avLst/>
                <a:gdLst>
                  <a:gd name="connsiteX0" fmla="*/ 356238 w 7798656"/>
                  <a:gd name="connsiteY0" fmla="*/ 16201 h 714089"/>
                  <a:gd name="connsiteX1" fmla="*/ 114593 w 7798656"/>
                  <a:gd name="connsiteY1" fmla="*/ 115717 h 714089"/>
                  <a:gd name="connsiteX2" fmla="*/ 14946 w 7798656"/>
                  <a:gd name="connsiteY2" fmla="*/ 357044 h 714089"/>
                  <a:gd name="connsiteX3" fmla="*/ 114593 w 7798656"/>
                  <a:gd name="connsiteY3" fmla="*/ 598372 h 714089"/>
                  <a:gd name="connsiteX4" fmla="*/ 356238 w 7798656"/>
                  <a:gd name="connsiteY4" fmla="*/ 697888 h 714089"/>
                  <a:gd name="connsiteX5" fmla="*/ 7782457 w 7798656"/>
                  <a:gd name="connsiteY5" fmla="*/ 697888 h 714089"/>
                  <a:gd name="connsiteX6" fmla="*/ 7782457 w 7798656"/>
                  <a:gd name="connsiteY6" fmla="*/ 16201 h 714089"/>
                  <a:gd name="connsiteX7" fmla="*/ 356240 w 7798656"/>
                  <a:gd name="connsiteY7" fmla="*/ 0 h 714089"/>
                  <a:gd name="connsiteX8" fmla="*/ 7791183 w 7798656"/>
                  <a:gd name="connsiteY8" fmla="*/ 0 h 714089"/>
                  <a:gd name="connsiteX9" fmla="*/ 7798656 w 7798656"/>
                  <a:gd name="connsiteY9" fmla="*/ 8708 h 714089"/>
                  <a:gd name="connsiteX10" fmla="*/ 7798656 w 7798656"/>
                  <a:gd name="connsiteY10" fmla="*/ 706625 h 714089"/>
                  <a:gd name="connsiteX11" fmla="*/ 7791183 w 7798656"/>
                  <a:gd name="connsiteY11" fmla="*/ 714089 h 714089"/>
                  <a:gd name="connsiteX12" fmla="*/ 356240 w 7798656"/>
                  <a:gd name="connsiteY12" fmla="*/ 714089 h 714089"/>
                  <a:gd name="connsiteX13" fmla="*/ 103384 w 7798656"/>
                  <a:gd name="connsiteY13" fmla="*/ 609588 h 714089"/>
                  <a:gd name="connsiteX14" fmla="*/ 0 w 7798656"/>
                  <a:gd name="connsiteY14" fmla="*/ 357044 h 714089"/>
                  <a:gd name="connsiteX15" fmla="*/ 103384 w 7798656"/>
                  <a:gd name="connsiteY15" fmla="*/ 104501 h 714089"/>
                  <a:gd name="connsiteX16" fmla="*/ 356240 w 7798656"/>
                  <a:gd name="connsiteY16" fmla="*/ 0 h 714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798656" h="714089">
                    <a:moveTo>
                      <a:pt x="356238" y="16201"/>
                    </a:moveTo>
                    <a:cubicBezTo>
                      <a:pt x="265310" y="16201"/>
                      <a:pt x="179364" y="51032"/>
                      <a:pt x="114593" y="115717"/>
                    </a:cubicBezTo>
                    <a:cubicBezTo>
                      <a:pt x="51068" y="180403"/>
                      <a:pt x="14946" y="266236"/>
                      <a:pt x="14946" y="357044"/>
                    </a:cubicBezTo>
                    <a:cubicBezTo>
                      <a:pt x="14946" y="447853"/>
                      <a:pt x="51068" y="533686"/>
                      <a:pt x="114593" y="598372"/>
                    </a:cubicBezTo>
                    <a:cubicBezTo>
                      <a:pt x="179364" y="663057"/>
                      <a:pt x="265310" y="697888"/>
                      <a:pt x="356238" y="697888"/>
                    </a:cubicBezTo>
                    <a:lnTo>
                      <a:pt x="7782457" y="697888"/>
                    </a:lnTo>
                    <a:lnTo>
                      <a:pt x="7782457" y="16201"/>
                    </a:lnTo>
                    <a:close/>
                    <a:moveTo>
                      <a:pt x="356240" y="0"/>
                    </a:moveTo>
                    <a:lnTo>
                      <a:pt x="7791183" y="0"/>
                    </a:lnTo>
                    <a:cubicBezTo>
                      <a:pt x="7794919" y="0"/>
                      <a:pt x="7798656" y="3732"/>
                      <a:pt x="7798656" y="8708"/>
                    </a:cubicBezTo>
                    <a:lnTo>
                      <a:pt x="7798656" y="706625"/>
                    </a:lnTo>
                    <a:cubicBezTo>
                      <a:pt x="7798656" y="710357"/>
                      <a:pt x="7794919" y="714089"/>
                      <a:pt x="7791183" y="714089"/>
                    </a:cubicBezTo>
                    <a:lnTo>
                      <a:pt x="356240" y="714089"/>
                    </a:lnTo>
                    <a:cubicBezTo>
                      <a:pt x="260329" y="714089"/>
                      <a:pt x="171892" y="676767"/>
                      <a:pt x="103384" y="609588"/>
                    </a:cubicBezTo>
                    <a:cubicBezTo>
                      <a:pt x="36122" y="542409"/>
                      <a:pt x="0" y="452837"/>
                      <a:pt x="0" y="357044"/>
                    </a:cubicBezTo>
                    <a:cubicBezTo>
                      <a:pt x="0" y="262496"/>
                      <a:pt x="36122" y="172924"/>
                      <a:pt x="103384" y="104501"/>
                    </a:cubicBezTo>
                    <a:cubicBezTo>
                      <a:pt x="171892" y="37322"/>
                      <a:pt x="260329" y="0"/>
                      <a:pt x="3562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A19356A5-07C0-EA44-86C6-268D6DB71098}"/>
                  </a:ext>
                </a:extLst>
              </p:cNvPr>
              <p:cNvSpPr/>
              <p:nvPr/>
            </p:nvSpPr>
            <p:spPr>
              <a:xfrm>
                <a:off x="8298219" y="11965044"/>
                <a:ext cx="7783707" cy="6978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49" h="561">
                    <a:moveTo>
                      <a:pt x="280" y="0"/>
                    </a:moveTo>
                    <a:cubicBezTo>
                      <a:pt x="203" y="0"/>
                      <a:pt x="132" y="31"/>
                      <a:pt x="82" y="82"/>
                    </a:cubicBezTo>
                    <a:cubicBezTo>
                      <a:pt x="31" y="133"/>
                      <a:pt x="0" y="203"/>
                      <a:pt x="0" y="280"/>
                    </a:cubicBezTo>
                    <a:cubicBezTo>
                      <a:pt x="0" y="358"/>
                      <a:pt x="31" y="428"/>
                      <a:pt x="82" y="478"/>
                    </a:cubicBezTo>
                    <a:cubicBezTo>
                      <a:pt x="132" y="529"/>
                      <a:pt x="203" y="561"/>
                      <a:pt x="280" y="561"/>
                    </a:cubicBezTo>
                    <a:lnTo>
                      <a:pt x="3264" y="561"/>
                    </a:lnTo>
                    <a:lnTo>
                      <a:pt x="6249" y="561"/>
                    </a:lnTo>
                    <a:lnTo>
                      <a:pt x="6249" y="280"/>
                    </a:lnTo>
                    <a:lnTo>
                      <a:pt x="6249" y="0"/>
                    </a:lnTo>
                    <a:lnTo>
                      <a:pt x="3264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9E4FEB28-6A1A-A44E-B65A-B5029736A2D1}"/>
                  </a:ext>
                </a:extLst>
              </p:cNvPr>
              <p:cNvSpPr/>
              <p:nvPr/>
            </p:nvSpPr>
            <p:spPr>
              <a:xfrm>
                <a:off x="12530177" y="11956324"/>
                <a:ext cx="3557978" cy="714089"/>
              </a:xfrm>
              <a:custGeom>
                <a:avLst/>
                <a:gdLst>
                  <a:gd name="connsiteX0" fmla="*/ 357421 w 3557978"/>
                  <a:gd name="connsiteY0" fmla="*/ 16201 h 714089"/>
                  <a:gd name="connsiteX1" fmla="*/ 115823 w 3557978"/>
                  <a:gd name="connsiteY1" fmla="*/ 115717 h 714089"/>
                  <a:gd name="connsiteX2" fmla="*/ 16195 w 3557978"/>
                  <a:gd name="connsiteY2" fmla="*/ 357044 h 714089"/>
                  <a:gd name="connsiteX3" fmla="*/ 115823 w 3557978"/>
                  <a:gd name="connsiteY3" fmla="*/ 598372 h 714089"/>
                  <a:gd name="connsiteX4" fmla="*/ 357421 w 3557978"/>
                  <a:gd name="connsiteY4" fmla="*/ 697888 h 714089"/>
                  <a:gd name="connsiteX5" fmla="*/ 3541782 w 3557978"/>
                  <a:gd name="connsiteY5" fmla="*/ 697888 h 714089"/>
                  <a:gd name="connsiteX6" fmla="*/ 3541782 w 3557978"/>
                  <a:gd name="connsiteY6" fmla="*/ 16201 h 714089"/>
                  <a:gd name="connsiteX7" fmla="*/ 357417 w 3557978"/>
                  <a:gd name="connsiteY7" fmla="*/ 0 h 714089"/>
                  <a:gd name="connsiteX8" fmla="*/ 3550506 w 3557978"/>
                  <a:gd name="connsiteY8" fmla="*/ 0 h 714089"/>
                  <a:gd name="connsiteX9" fmla="*/ 3557978 w 3557978"/>
                  <a:gd name="connsiteY9" fmla="*/ 8708 h 714089"/>
                  <a:gd name="connsiteX10" fmla="*/ 3557978 w 3557978"/>
                  <a:gd name="connsiteY10" fmla="*/ 706625 h 714089"/>
                  <a:gd name="connsiteX11" fmla="*/ 3550506 w 3557978"/>
                  <a:gd name="connsiteY11" fmla="*/ 714089 h 714089"/>
                  <a:gd name="connsiteX12" fmla="*/ 357417 w 3557978"/>
                  <a:gd name="connsiteY12" fmla="*/ 714089 h 714089"/>
                  <a:gd name="connsiteX13" fmla="*/ 104610 w 3557978"/>
                  <a:gd name="connsiteY13" fmla="*/ 609588 h 714089"/>
                  <a:gd name="connsiteX14" fmla="*/ 0 w 3557978"/>
                  <a:gd name="connsiteY14" fmla="*/ 357044 h 714089"/>
                  <a:gd name="connsiteX15" fmla="*/ 104610 w 3557978"/>
                  <a:gd name="connsiteY15" fmla="*/ 104501 h 714089"/>
                  <a:gd name="connsiteX16" fmla="*/ 357417 w 3557978"/>
                  <a:gd name="connsiteY16" fmla="*/ 0 h 714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557978" h="714089">
                    <a:moveTo>
                      <a:pt x="357421" y="16201"/>
                    </a:moveTo>
                    <a:cubicBezTo>
                      <a:pt x="266510" y="16201"/>
                      <a:pt x="180581" y="51032"/>
                      <a:pt x="115823" y="115717"/>
                    </a:cubicBezTo>
                    <a:cubicBezTo>
                      <a:pt x="51065" y="180403"/>
                      <a:pt x="16195" y="266236"/>
                      <a:pt x="16195" y="357044"/>
                    </a:cubicBezTo>
                    <a:cubicBezTo>
                      <a:pt x="16195" y="447853"/>
                      <a:pt x="51065" y="533686"/>
                      <a:pt x="115823" y="598372"/>
                    </a:cubicBezTo>
                    <a:cubicBezTo>
                      <a:pt x="180581" y="663057"/>
                      <a:pt x="266510" y="697888"/>
                      <a:pt x="357421" y="697888"/>
                    </a:cubicBezTo>
                    <a:lnTo>
                      <a:pt x="3541782" y="697888"/>
                    </a:lnTo>
                    <a:lnTo>
                      <a:pt x="3541782" y="16201"/>
                    </a:lnTo>
                    <a:close/>
                    <a:moveTo>
                      <a:pt x="357417" y="0"/>
                    </a:moveTo>
                    <a:lnTo>
                      <a:pt x="3550506" y="0"/>
                    </a:lnTo>
                    <a:cubicBezTo>
                      <a:pt x="3554242" y="0"/>
                      <a:pt x="3557978" y="3732"/>
                      <a:pt x="3557978" y="8708"/>
                    </a:cubicBezTo>
                    <a:lnTo>
                      <a:pt x="3557978" y="706625"/>
                    </a:lnTo>
                    <a:cubicBezTo>
                      <a:pt x="3557978" y="710357"/>
                      <a:pt x="3554242" y="714089"/>
                      <a:pt x="3550506" y="714089"/>
                    </a:cubicBezTo>
                    <a:lnTo>
                      <a:pt x="357417" y="714089"/>
                    </a:lnTo>
                    <a:cubicBezTo>
                      <a:pt x="261524" y="714089"/>
                      <a:pt x="171859" y="676767"/>
                      <a:pt x="104610" y="609588"/>
                    </a:cubicBezTo>
                    <a:cubicBezTo>
                      <a:pt x="37361" y="542409"/>
                      <a:pt x="0" y="452837"/>
                      <a:pt x="0" y="357044"/>
                    </a:cubicBezTo>
                    <a:cubicBezTo>
                      <a:pt x="0" y="262496"/>
                      <a:pt x="37361" y="172924"/>
                      <a:pt x="104610" y="104501"/>
                    </a:cubicBezTo>
                    <a:cubicBezTo>
                      <a:pt x="171859" y="37322"/>
                      <a:pt x="261524" y="0"/>
                      <a:pt x="3574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76ABDB7F-D9C5-DF4D-B659-B2CB0CB1A4EE}"/>
                  </a:ext>
                </a:extLst>
              </p:cNvPr>
              <p:cNvSpPr/>
              <p:nvPr/>
            </p:nvSpPr>
            <p:spPr>
              <a:xfrm>
                <a:off x="12654756" y="12080947"/>
                <a:ext cx="3425927" cy="4648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51" h="374">
                    <a:moveTo>
                      <a:pt x="187" y="374"/>
                    </a:moveTo>
                    <a:cubicBezTo>
                      <a:pt x="136" y="374"/>
                      <a:pt x="88" y="353"/>
                      <a:pt x="55" y="319"/>
                    </a:cubicBezTo>
                    <a:cubicBezTo>
                      <a:pt x="21" y="286"/>
                      <a:pt x="0" y="238"/>
                      <a:pt x="0" y="187"/>
                    </a:cubicBezTo>
                    <a:cubicBezTo>
                      <a:pt x="0" y="135"/>
                      <a:pt x="21" y="89"/>
                      <a:pt x="55" y="55"/>
                    </a:cubicBezTo>
                    <a:cubicBezTo>
                      <a:pt x="88" y="21"/>
                      <a:pt x="136" y="0"/>
                      <a:pt x="187" y="0"/>
                    </a:cubicBezTo>
                    <a:lnTo>
                      <a:pt x="1469" y="0"/>
                    </a:lnTo>
                    <a:lnTo>
                      <a:pt x="2751" y="0"/>
                    </a:lnTo>
                    <a:lnTo>
                      <a:pt x="2751" y="187"/>
                    </a:lnTo>
                    <a:lnTo>
                      <a:pt x="2751" y="374"/>
                    </a:lnTo>
                    <a:lnTo>
                      <a:pt x="1469" y="374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B3897CD9-577F-6E47-9949-0936898F2147}"/>
                  </a:ext>
                </a:extLst>
              </p:cNvPr>
              <p:cNvSpPr/>
              <p:nvPr/>
            </p:nvSpPr>
            <p:spPr>
              <a:xfrm>
                <a:off x="12647281" y="12073470"/>
                <a:ext cx="3440877" cy="479798"/>
              </a:xfrm>
              <a:custGeom>
                <a:avLst/>
                <a:gdLst>
                  <a:gd name="connsiteX0" fmla="*/ 240356 w 3440877"/>
                  <a:gd name="connsiteY0" fmla="*/ 14954 h 479798"/>
                  <a:gd name="connsiteX1" fmla="*/ 80953 w 3440877"/>
                  <a:gd name="connsiteY1" fmla="*/ 80822 h 479798"/>
                  <a:gd name="connsiteX2" fmla="*/ 14950 w 3440877"/>
                  <a:gd name="connsiteY2" fmla="*/ 239898 h 479798"/>
                  <a:gd name="connsiteX3" fmla="*/ 80953 w 3440877"/>
                  <a:gd name="connsiteY3" fmla="*/ 398975 h 479798"/>
                  <a:gd name="connsiteX4" fmla="*/ 240356 w 3440877"/>
                  <a:gd name="connsiteY4" fmla="*/ 464843 h 479798"/>
                  <a:gd name="connsiteX5" fmla="*/ 3424682 w 3440877"/>
                  <a:gd name="connsiteY5" fmla="*/ 464843 h 479798"/>
                  <a:gd name="connsiteX6" fmla="*/ 3424682 w 3440877"/>
                  <a:gd name="connsiteY6" fmla="*/ 14954 h 479798"/>
                  <a:gd name="connsiteX7" fmla="*/ 240351 w 3440877"/>
                  <a:gd name="connsiteY7" fmla="*/ 0 h 479798"/>
                  <a:gd name="connsiteX8" fmla="*/ 3433405 w 3440877"/>
                  <a:gd name="connsiteY8" fmla="*/ 0 h 479798"/>
                  <a:gd name="connsiteX9" fmla="*/ 3440877 w 3440877"/>
                  <a:gd name="connsiteY9" fmla="*/ 7458 h 479798"/>
                  <a:gd name="connsiteX10" fmla="*/ 3440877 w 3440877"/>
                  <a:gd name="connsiteY10" fmla="*/ 472340 h 479798"/>
                  <a:gd name="connsiteX11" fmla="*/ 3433405 w 3440877"/>
                  <a:gd name="connsiteY11" fmla="*/ 479798 h 479798"/>
                  <a:gd name="connsiteX12" fmla="*/ 240351 w 3440877"/>
                  <a:gd name="connsiteY12" fmla="*/ 479798 h 479798"/>
                  <a:gd name="connsiteX13" fmla="*/ 70984 w 3440877"/>
                  <a:gd name="connsiteY13" fmla="*/ 410190 h 479798"/>
                  <a:gd name="connsiteX14" fmla="*/ 0 w 3440877"/>
                  <a:gd name="connsiteY14" fmla="*/ 239899 h 479798"/>
                  <a:gd name="connsiteX15" fmla="*/ 70984 w 3440877"/>
                  <a:gd name="connsiteY15" fmla="*/ 69608 h 479798"/>
                  <a:gd name="connsiteX16" fmla="*/ 240351 w 3440877"/>
                  <a:gd name="connsiteY16" fmla="*/ 0 h 479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440877" h="479798">
                    <a:moveTo>
                      <a:pt x="240356" y="14954"/>
                    </a:moveTo>
                    <a:cubicBezTo>
                      <a:pt x="179334" y="14954"/>
                      <a:pt x="123294" y="38567"/>
                      <a:pt x="80953" y="80822"/>
                    </a:cubicBezTo>
                    <a:cubicBezTo>
                      <a:pt x="38611" y="124319"/>
                      <a:pt x="14950" y="180245"/>
                      <a:pt x="14950" y="239898"/>
                    </a:cubicBezTo>
                    <a:cubicBezTo>
                      <a:pt x="14950" y="300795"/>
                      <a:pt x="38611" y="356720"/>
                      <a:pt x="80953" y="398975"/>
                    </a:cubicBezTo>
                    <a:cubicBezTo>
                      <a:pt x="123294" y="441230"/>
                      <a:pt x="179334" y="464843"/>
                      <a:pt x="240356" y="464843"/>
                    </a:cubicBezTo>
                    <a:lnTo>
                      <a:pt x="3424682" y="464843"/>
                    </a:lnTo>
                    <a:lnTo>
                      <a:pt x="3424682" y="14954"/>
                    </a:lnTo>
                    <a:close/>
                    <a:moveTo>
                      <a:pt x="240351" y="0"/>
                    </a:moveTo>
                    <a:lnTo>
                      <a:pt x="3433405" y="0"/>
                    </a:lnTo>
                    <a:cubicBezTo>
                      <a:pt x="3437141" y="0"/>
                      <a:pt x="3440877" y="2486"/>
                      <a:pt x="3440877" y="7458"/>
                    </a:cubicBezTo>
                    <a:lnTo>
                      <a:pt x="3440877" y="472340"/>
                    </a:lnTo>
                    <a:cubicBezTo>
                      <a:pt x="3440877" y="476069"/>
                      <a:pt x="3437141" y="479798"/>
                      <a:pt x="3433405" y="479798"/>
                    </a:cubicBezTo>
                    <a:lnTo>
                      <a:pt x="240351" y="479798"/>
                    </a:lnTo>
                    <a:cubicBezTo>
                      <a:pt x="176838" y="479798"/>
                      <a:pt x="115817" y="454938"/>
                      <a:pt x="70984" y="410190"/>
                    </a:cubicBezTo>
                    <a:cubicBezTo>
                      <a:pt x="24907" y="365442"/>
                      <a:pt x="0" y="303292"/>
                      <a:pt x="0" y="239899"/>
                    </a:cubicBezTo>
                    <a:cubicBezTo>
                      <a:pt x="0" y="176506"/>
                      <a:pt x="24907" y="115599"/>
                      <a:pt x="70984" y="69608"/>
                    </a:cubicBezTo>
                    <a:cubicBezTo>
                      <a:pt x="115817" y="24860"/>
                      <a:pt x="176838" y="0"/>
                      <a:pt x="2403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8BAA9407-9465-B340-9761-A1EAEEE67EF3}"/>
                  </a:ext>
                </a:extLst>
              </p:cNvPr>
              <p:cNvSpPr/>
              <p:nvPr/>
            </p:nvSpPr>
            <p:spPr>
              <a:xfrm>
                <a:off x="8838896" y="12140766"/>
                <a:ext cx="347576" cy="346452"/>
              </a:xfrm>
              <a:custGeom>
                <a:avLst/>
                <a:gdLst>
                  <a:gd name="connsiteX0" fmla="*/ 175028 w 347576"/>
                  <a:gd name="connsiteY0" fmla="*/ 14955 h 346452"/>
                  <a:gd name="connsiteX1" fmla="*/ 16195 w 347576"/>
                  <a:gd name="connsiteY1" fmla="*/ 172603 h 346452"/>
                  <a:gd name="connsiteX2" fmla="*/ 175028 w 347576"/>
                  <a:gd name="connsiteY2" fmla="*/ 330251 h 346452"/>
                  <a:gd name="connsiteX3" fmla="*/ 331380 w 347576"/>
                  <a:gd name="connsiteY3" fmla="*/ 172603 h 346452"/>
                  <a:gd name="connsiteX4" fmla="*/ 175028 w 347576"/>
                  <a:gd name="connsiteY4" fmla="*/ 14955 h 346452"/>
                  <a:gd name="connsiteX5" fmla="*/ 175029 w 347576"/>
                  <a:gd name="connsiteY5" fmla="*/ 0 h 346452"/>
                  <a:gd name="connsiteX6" fmla="*/ 347576 w 347576"/>
                  <a:gd name="connsiteY6" fmla="*/ 172605 h 346452"/>
                  <a:gd name="connsiteX7" fmla="*/ 175029 w 347576"/>
                  <a:gd name="connsiteY7" fmla="*/ 346452 h 346452"/>
                  <a:gd name="connsiteX8" fmla="*/ 0 w 347576"/>
                  <a:gd name="connsiteY8" fmla="*/ 172605 h 346452"/>
                  <a:gd name="connsiteX9" fmla="*/ 175029 w 347576"/>
                  <a:gd name="connsiteY9" fmla="*/ 0 h 34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7576" h="346452">
                    <a:moveTo>
                      <a:pt x="175028" y="14955"/>
                    </a:moveTo>
                    <a:cubicBezTo>
                      <a:pt x="86925" y="14955"/>
                      <a:pt x="16195" y="85710"/>
                      <a:pt x="16195" y="172603"/>
                    </a:cubicBezTo>
                    <a:cubicBezTo>
                      <a:pt x="16195" y="259496"/>
                      <a:pt x="86925" y="330251"/>
                      <a:pt x="175028" y="330251"/>
                    </a:cubicBezTo>
                    <a:cubicBezTo>
                      <a:pt x="260650" y="330251"/>
                      <a:pt x="331380" y="259496"/>
                      <a:pt x="331380" y="172603"/>
                    </a:cubicBezTo>
                    <a:cubicBezTo>
                      <a:pt x="331380" y="85710"/>
                      <a:pt x="260650" y="14955"/>
                      <a:pt x="175028" y="14955"/>
                    </a:cubicBezTo>
                    <a:close/>
                    <a:moveTo>
                      <a:pt x="175029" y="0"/>
                    </a:moveTo>
                    <a:cubicBezTo>
                      <a:pt x="269371" y="0"/>
                      <a:pt x="347576" y="76989"/>
                      <a:pt x="347576" y="172605"/>
                    </a:cubicBezTo>
                    <a:cubicBezTo>
                      <a:pt x="347576" y="268221"/>
                      <a:pt x="269371" y="346452"/>
                      <a:pt x="175029" y="346452"/>
                    </a:cubicBezTo>
                    <a:cubicBezTo>
                      <a:pt x="78205" y="346452"/>
                      <a:pt x="0" y="268221"/>
                      <a:pt x="0" y="172605"/>
                    </a:cubicBezTo>
                    <a:cubicBezTo>
                      <a:pt x="0" y="76989"/>
                      <a:pt x="78205" y="0"/>
                      <a:pt x="1750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D99BFD1F-CDA6-F14F-BFC2-385981EDD60F}"/>
                  </a:ext>
                </a:extLst>
              </p:cNvPr>
              <p:cNvSpPr/>
              <p:nvPr/>
            </p:nvSpPr>
            <p:spPr>
              <a:xfrm>
                <a:off x="9982529" y="12246696"/>
                <a:ext cx="2168923" cy="1333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42" h="108">
                    <a:moveTo>
                      <a:pt x="1688" y="108"/>
                    </a:moveTo>
                    <a:lnTo>
                      <a:pt x="54" y="108"/>
                    </a:lnTo>
                    <a:cubicBezTo>
                      <a:pt x="24" y="108"/>
                      <a:pt x="0" y="84"/>
                      <a:pt x="0" y="54"/>
                    </a:cubicBezTo>
                    <a:cubicBezTo>
                      <a:pt x="0" y="24"/>
                      <a:pt x="24" y="0"/>
                      <a:pt x="54" y="0"/>
                    </a:cubicBezTo>
                    <a:lnTo>
                      <a:pt x="1688" y="0"/>
                    </a:lnTo>
                    <a:cubicBezTo>
                      <a:pt x="1718" y="0"/>
                      <a:pt x="1742" y="24"/>
                      <a:pt x="1742" y="54"/>
                    </a:cubicBezTo>
                    <a:cubicBezTo>
                      <a:pt x="1742" y="84"/>
                      <a:pt x="1718" y="108"/>
                      <a:pt x="1688" y="10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A39245F3-AFC8-3C4B-B44F-D13580632FAA}"/>
                  </a:ext>
                </a:extLst>
              </p:cNvPr>
              <p:cNvSpPr/>
              <p:nvPr/>
            </p:nvSpPr>
            <p:spPr>
              <a:xfrm>
                <a:off x="9975054" y="12239215"/>
                <a:ext cx="2183873" cy="148301"/>
              </a:xfrm>
              <a:custGeom>
                <a:avLst/>
                <a:gdLst>
                  <a:gd name="connsiteX0" fmla="*/ 74716 w 2183873"/>
                  <a:gd name="connsiteY0" fmla="*/ 14958 h 148301"/>
                  <a:gd name="connsiteX1" fmla="*/ 14953 w 2183873"/>
                  <a:gd name="connsiteY1" fmla="*/ 74154 h 148301"/>
                  <a:gd name="connsiteX2" fmla="*/ 74716 w 2183873"/>
                  <a:gd name="connsiteY2" fmla="*/ 133350 h 148301"/>
                  <a:gd name="connsiteX3" fmla="*/ 2109164 w 2183873"/>
                  <a:gd name="connsiteY3" fmla="*/ 133350 h 148301"/>
                  <a:gd name="connsiteX4" fmla="*/ 2168927 w 2183873"/>
                  <a:gd name="connsiteY4" fmla="*/ 74154 h 148301"/>
                  <a:gd name="connsiteX5" fmla="*/ 2109164 w 2183873"/>
                  <a:gd name="connsiteY5" fmla="*/ 14958 h 148301"/>
                  <a:gd name="connsiteX6" fmla="*/ 74705 w 2183873"/>
                  <a:gd name="connsiteY6" fmla="*/ 0 h 148301"/>
                  <a:gd name="connsiteX7" fmla="*/ 2109168 w 2183873"/>
                  <a:gd name="connsiteY7" fmla="*/ 0 h 148301"/>
                  <a:gd name="connsiteX8" fmla="*/ 2183873 w 2183873"/>
                  <a:gd name="connsiteY8" fmla="*/ 74151 h 148301"/>
                  <a:gd name="connsiteX9" fmla="*/ 2109168 w 2183873"/>
                  <a:gd name="connsiteY9" fmla="*/ 148301 h 148301"/>
                  <a:gd name="connsiteX10" fmla="*/ 74705 w 2183873"/>
                  <a:gd name="connsiteY10" fmla="*/ 148301 h 148301"/>
                  <a:gd name="connsiteX11" fmla="*/ 0 w 2183873"/>
                  <a:gd name="connsiteY11" fmla="*/ 74151 h 148301"/>
                  <a:gd name="connsiteX12" fmla="*/ 74705 w 2183873"/>
                  <a:gd name="connsiteY12" fmla="*/ 0 h 148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83873" h="148301">
                    <a:moveTo>
                      <a:pt x="74716" y="14958"/>
                    </a:moveTo>
                    <a:cubicBezTo>
                      <a:pt x="42345" y="14958"/>
                      <a:pt x="14953" y="42089"/>
                      <a:pt x="14953" y="74154"/>
                    </a:cubicBezTo>
                    <a:cubicBezTo>
                      <a:pt x="14953" y="106219"/>
                      <a:pt x="42345" y="133350"/>
                      <a:pt x="74716" y="133350"/>
                    </a:cubicBezTo>
                    <a:lnTo>
                      <a:pt x="2109164" y="133350"/>
                    </a:lnTo>
                    <a:cubicBezTo>
                      <a:pt x="2142780" y="133350"/>
                      <a:pt x="2168927" y="106219"/>
                      <a:pt x="2168927" y="74154"/>
                    </a:cubicBezTo>
                    <a:cubicBezTo>
                      <a:pt x="2168927" y="42089"/>
                      <a:pt x="2142780" y="14958"/>
                      <a:pt x="2109164" y="14958"/>
                    </a:cubicBezTo>
                    <a:close/>
                    <a:moveTo>
                      <a:pt x="74705" y="0"/>
                    </a:moveTo>
                    <a:lnTo>
                      <a:pt x="2109168" y="0"/>
                    </a:lnTo>
                    <a:cubicBezTo>
                      <a:pt x="2150256" y="0"/>
                      <a:pt x="2183873" y="33368"/>
                      <a:pt x="2183873" y="74151"/>
                    </a:cubicBezTo>
                    <a:cubicBezTo>
                      <a:pt x="2183873" y="114933"/>
                      <a:pt x="2150256" y="148301"/>
                      <a:pt x="2109168" y="148301"/>
                    </a:cubicBezTo>
                    <a:lnTo>
                      <a:pt x="74705" y="148301"/>
                    </a:lnTo>
                    <a:cubicBezTo>
                      <a:pt x="33617" y="148301"/>
                      <a:pt x="0" y="114933"/>
                      <a:pt x="0" y="74151"/>
                    </a:cubicBezTo>
                    <a:cubicBezTo>
                      <a:pt x="0" y="33368"/>
                      <a:pt x="33617" y="0"/>
                      <a:pt x="747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324815EC-B099-5A4F-B5DE-81761C9BDDBB}"/>
                  </a:ext>
                </a:extLst>
              </p:cNvPr>
              <p:cNvSpPr/>
              <p:nvPr/>
            </p:nvSpPr>
            <p:spPr>
              <a:xfrm>
                <a:off x="13260211" y="12229245"/>
                <a:ext cx="2404378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31" h="13">
                    <a:moveTo>
                      <a:pt x="1925" y="13"/>
                    </a:moveTo>
                    <a:lnTo>
                      <a:pt x="6" y="13"/>
                    </a:lnTo>
                    <a:cubicBezTo>
                      <a:pt x="2" y="13"/>
                      <a:pt x="0" y="10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1925" y="0"/>
                    </a:lnTo>
                    <a:cubicBezTo>
                      <a:pt x="1928" y="0"/>
                      <a:pt x="1931" y="3"/>
                      <a:pt x="1931" y="7"/>
                    </a:cubicBezTo>
                    <a:cubicBezTo>
                      <a:pt x="1931" y="10"/>
                      <a:pt x="1928" y="13"/>
                      <a:pt x="1925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CDBB1620-A431-AE42-8FF5-F354557E9853}"/>
                  </a:ext>
                </a:extLst>
              </p:cNvPr>
              <p:cNvSpPr/>
              <p:nvPr/>
            </p:nvSpPr>
            <p:spPr>
              <a:xfrm>
                <a:off x="13260211" y="12386273"/>
                <a:ext cx="2404378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31" h="13">
                    <a:moveTo>
                      <a:pt x="1925" y="13"/>
                    </a:moveTo>
                    <a:lnTo>
                      <a:pt x="6" y="13"/>
                    </a:lnTo>
                    <a:cubicBezTo>
                      <a:pt x="2" y="13"/>
                      <a:pt x="0" y="9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1925" y="0"/>
                    </a:lnTo>
                    <a:cubicBezTo>
                      <a:pt x="1928" y="0"/>
                      <a:pt x="1931" y="3"/>
                      <a:pt x="1931" y="6"/>
                    </a:cubicBezTo>
                    <a:cubicBezTo>
                      <a:pt x="1931" y="9"/>
                      <a:pt x="1928" y="13"/>
                      <a:pt x="1925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326E3462-9454-BD4D-BE59-2AF9CEB7063B}"/>
                  </a:ext>
                </a:extLst>
              </p:cNvPr>
              <p:cNvSpPr/>
              <p:nvPr/>
            </p:nvSpPr>
            <p:spPr>
              <a:xfrm>
                <a:off x="14295463" y="12237972"/>
                <a:ext cx="379966" cy="5981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6" h="481">
                    <a:moveTo>
                      <a:pt x="153" y="0"/>
                    </a:moveTo>
                    <a:lnTo>
                      <a:pt x="0" y="0"/>
                    </a:lnTo>
                    <a:lnTo>
                      <a:pt x="0" y="481"/>
                    </a:lnTo>
                    <a:lnTo>
                      <a:pt x="153" y="342"/>
                    </a:lnTo>
                    <a:lnTo>
                      <a:pt x="306" y="481"/>
                    </a:lnTo>
                    <a:lnTo>
                      <a:pt x="306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A9576D96-AD49-D146-9761-E5FB52B06817}"/>
                  </a:ext>
                </a:extLst>
              </p:cNvPr>
              <p:cNvSpPr/>
              <p:nvPr/>
            </p:nvSpPr>
            <p:spPr>
              <a:xfrm>
                <a:off x="14287989" y="12229245"/>
                <a:ext cx="394916" cy="614503"/>
              </a:xfrm>
              <a:custGeom>
                <a:avLst/>
                <a:gdLst>
                  <a:gd name="connsiteX0" fmla="*/ 14949 w 394916"/>
                  <a:gd name="connsiteY0" fmla="*/ 16204 h 614503"/>
                  <a:gd name="connsiteX1" fmla="*/ 14949 w 394916"/>
                  <a:gd name="connsiteY1" fmla="*/ 589469 h 614503"/>
                  <a:gd name="connsiteX2" fmla="*/ 192491 w 394916"/>
                  <a:gd name="connsiteY2" fmla="*/ 427811 h 614503"/>
                  <a:gd name="connsiteX3" fmla="*/ 202424 w 394916"/>
                  <a:gd name="connsiteY3" fmla="*/ 427811 h 614503"/>
                  <a:gd name="connsiteX4" fmla="*/ 379966 w 394916"/>
                  <a:gd name="connsiteY4" fmla="*/ 589469 h 614503"/>
                  <a:gd name="connsiteX5" fmla="*/ 379966 w 394916"/>
                  <a:gd name="connsiteY5" fmla="*/ 16204 h 614503"/>
                  <a:gd name="connsiteX6" fmla="*/ 7451 w 394916"/>
                  <a:gd name="connsiteY6" fmla="*/ 0 h 614503"/>
                  <a:gd name="connsiteX7" fmla="*/ 387465 w 394916"/>
                  <a:gd name="connsiteY7" fmla="*/ 0 h 614503"/>
                  <a:gd name="connsiteX8" fmla="*/ 394916 w 394916"/>
                  <a:gd name="connsiteY8" fmla="*/ 8706 h 614503"/>
                  <a:gd name="connsiteX9" fmla="*/ 394916 w 394916"/>
                  <a:gd name="connsiteY9" fmla="*/ 606929 h 614503"/>
                  <a:gd name="connsiteX10" fmla="*/ 389949 w 394916"/>
                  <a:gd name="connsiteY10" fmla="*/ 613147 h 614503"/>
                  <a:gd name="connsiteX11" fmla="*/ 382497 w 394916"/>
                  <a:gd name="connsiteY11" fmla="*/ 611904 h 614503"/>
                  <a:gd name="connsiteX12" fmla="*/ 197458 w 394916"/>
                  <a:gd name="connsiteY12" fmla="*/ 444003 h 614503"/>
                  <a:gd name="connsiteX13" fmla="*/ 12419 w 394916"/>
                  <a:gd name="connsiteY13" fmla="*/ 611904 h 614503"/>
                  <a:gd name="connsiteX14" fmla="*/ 7451 w 394916"/>
                  <a:gd name="connsiteY14" fmla="*/ 614391 h 614503"/>
                  <a:gd name="connsiteX15" fmla="*/ 4967 w 394916"/>
                  <a:gd name="connsiteY15" fmla="*/ 613147 h 614503"/>
                  <a:gd name="connsiteX16" fmla="*/ 0 w 394916"/>
                  <a:gd name="connsiteY16" fmla="*/ 606929 h 614503"/>
                  <a:gd name="connsiteX17" fmla="*/ 0 w 394916"/>
                  <a:gd name="connsiteY17" fmla="*/ 8706 h 614503"/>
                  <a:gd name="connsiteX18" fmla="*/ 7451 w 394916"/>
                  <a:gd name="connsiteY18" fmla="*/ 0 h 6145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94916" h="614503">
                    <a:moveTo>
                      <a:pt x="14949" y="16204"/>
                    </a:moveTo>
                    <a:lnTo>
                      <a:pt x="14949" y="589469"/>
                    </a:lnTo>
                    <a:lnTo>
                      <a:pt x="192491" y="427811"/>
                    </a:lnTo>
                    <a:cubicBezTo>
                      <a:pt x="194974" y="425324"/>
                      <a:pt x="199941" y="425324"/>
                      <a:pt x="202424" y="427811"/>
                    </a:cubicBezTo>
                    <a:lnTo>
                      <a:pt x="379966" y="589469"/>
                    </a:lnTo>
                    <a:lnTo>
                      <a:pt x="379966" y="16204"/>
                    </a:lnTo>
                    <a:close/>
                    <a:moveTo>
                      <a:pt x="7451" y="0"/>
                    </a:moveTo>
                    <a:lnTo>
                      <a:pt x="387465" y="0"/>
                    </a:lnTo>
                    <a:cubicBezTo>
                      <a:pt x="391190" y="0"/>
                      <a:pt x="394916" y="3731"/>
                      <a:pt x="394916" y="8706"/>
                    </a:cubicBezTo>
                    <a:lnTo>
                      <a:pt x="394916" y="606929"/>
                    </a:lnTo>
                    <a:cubicBezTo>
                      <a:pt x="394916" y="609416"/>
                      <a:pt x="393674" y="611904"/>
                      <a:pt x="389949" y="613147"/>
                    </a:cubicBezTo>
                    <a:cubicBezTo>
                      <a:pt x="387465" y="615635"/>
                      <a:pt x="383739" y="614391"/>
                      <a:pt x="382497" y="611904"/>
                    </a:cubicBezTo>
                    <a:lnTo>
                      <a:pt x="197458" y="444003"/>
                    </a:lnTo>
                    <a:lnTo>
                      <a:pt x="12419" y="611904"/>
                    </a:lnTo>
                    <a:cubicBezTo>
                      <a:pt x="11177" y="613147"/>
                      <a:pt x="8693" y="614391"/>
                      <a:pt x="7451" y="614391"/>
                    </a:cubicBezTo>
                    <a:cubicBezTo>
                      <a:pt x="6209" y="614391"/>
                      <a:pt x="4967" y="614391"/>
                      <a:pt x="4967" y="613147"/>
                    </a:cubicBezTo>
                    <a:cubicBezTo>
                      <a:pt x="1242" y="611904"/>
                      <a:pt x="0" y="609416"/>
                      <a:pt x="0" y="606929"/>
                    </a:cubicBezTo>
                    <a:lnTo>
                      <a:pt x="0" y="8706"/>
                    </a:lnTo>
                    <a:cubicBezTo>
                      <a:pt x="0" y="3731"/>
                      <a:pt x="2484" y="0"/>
                      <a:pt x="74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5546D9FF-7DF7-A144-92F5-8168FCE44FA2}"/>
                  </a:ext>
                </a:extLst>
              </p:cNvPr>
              <p:cNvSpPr/>
              <p:nvPr/>
            </p:nvSpPr>
            <p:spPr>
              <a:xfrm>
                <a:off x="9428155" y="11956324"/>
                <a:ext cx="143266" cy="714089"/>
              </a:xfrm>
              <a:custGeom>
                <a:avLst/>
                <a:gdLst>
                  <a:gd name="connsiteX0" fmla="*/ 14950 w 143266"/>
                  <a:gd name="connsiteY0" fmla="*/ 16201 h 714089"/>
                  <a:gd name="connsiteX1" fmla="*/ 14950 w 143266"/>
                  <a:gd name="connsiteY1" fmla="*/ 697888 h 714089"/>
                  <a:gd name="connsiteX2" fmla="*/ 127071 w 143266"/>
                  <a:gd name="connsiteY2" fmla="*/ 697888 h 714089"/>
                  <a:gd name="connsiteX3" fmla="*/ 127071 w 143266"/>
                  <a:gd name="connsiteY3" fmla="*/ 16201 h 714089"/>
                  <a:gd name="connsiteX4" fmla="*/ 7410 w 143266"/>
                  <a:gd name="connsiteY4" fmla="*/ 0 h 714089"/>
                  <a:gd name="connsiteX5" fmla="*/ 134621 w 143266"/>
                  <a:gd name="connsiteY5" fmla="*/ 0 h 714089"/>
                  <a:gd name="connsiteX6" fmla="*/ 143266 w 143266"/>
                  <a:gd name="connsiteY6" fmla="*/ 8708 h 714089"/>
                  <a:gd name="connsiteX7" fmla="*/ 143266 w 143266"/>
                  <a:gd name="connsiteY7" fmla="*/ 706625 h 714089"/>
                  <a:gd name="connsiteX8" fmla="*/ 134621 w 143266"/>
                  <a:gd name="connsiteY8" fmla="*/ 714089 h 714089"/>
                  <a:gd name="connsiteX9" fmla="*/ 7410 w 143266"/>
                  <a:gd name="connsiteY9" fmla="*/ 714089 h 714089"/>
                  <a:gd name="connsiteX10" fmla="*/ 0 w 143266"/>
                  <a:gd name="connsiteY10" fmla="*/ 706625 h 714089"/>
                  <a:gd name="connsiteX11" fmla="*/ 0 w 143266"/>
                  <a:gd name="connsiteY11" fmla="*/ 8708 h 714089"/>
                  <a:gd name="connsiteX12" fmla="*/ 7410 w 143266"/>
                  <a:gd name="connsiteY12" fmla="*/ 0 h 714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3266" h="714089">
                    <a:moveTo>
                      <a:pt x="14950" y="16201"/>
                    </a:moveTo>
                    <a:lnTo>
                      <a:pt x="14950" y="697888"/>
                    </a:lnTo>
                    <a:lnTo>
                      <a:pt x="127071" y="697888"/>
                    </a:lnTo>
                    <a:lnTo>
                      <a:pt x="127071" y="16201"/>
                    </a:lnTo>
                    <a:close/>
                    <a:moveTo>
                      <a:pt x="7410" y="0"/>
                    </a:moveTo>
                    <a:lnTo>
                      <a:pt x="134621" y="0"/>
                    </a:lnTo>
                    <a:cubicBezTo>
                      <a:pt x="139561" y="0"/>
                      <a:pt x="143266" y="3732"/>
                      <a:pt x="143266" y="8708"/>
                    </a:cubicBezTo>
                    <a:lnTo>
                      <a:pt x="143266" y="706625"/>
                    </a:lnTo>
                    <a:cubicBezTo>
                      <a:pt x="143266" y="710357"/>
                      <a:pt x="139561" y="714089"/>
                      <a:pt x="134621" y="714089"/>
                    </a:cubicBezTo>
                    <a:lnTo>
                      <a:pt x="7410" y="714089"/>
                    </a:lnTo>
                    <a:cubicBezTo>
                      <a:pt x="3705" y="714089"/>
                      <a:pt x="0" y="710357"/>
                      <a:pt x="0" y="706625"/>
                    </a:cubicBezTo>
                    <a:lnTo>
                      <a:pt x="0" y="8708"/>
                    </a:lnTo>
                    <a:cubicBezTo>
                      <a:pt x="0" y="3732"/>
                      <a:pt x="3705" y="0"/>
                      <a:pt x="74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C44920D-D27B-DD48-9BC5-69AE6A31FE4D}"/>
                </a:ext>
              </a:extLst>
            </p:cNvPr>
            <p:cNvGrpSpPr/>
            <p:nvPr/>
          </p:nvGrpSpPr>
          <p:grpSpPr>
            <a:xfrm>
              <a:off x="7756303" y="9391584"/>
              <a:ext cx="7641686" cy="2579695"/>
              <a:chOff x="7756303" y="9391584"/>
              <a:chExt cx="7641686" cy="2579695"/>
            </a:xfrm>
          </p:grpSpPr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A585F5BA-AFA1-9147-B6F3-01FF9C954C32}"/>
                  </a:ext>
                </a:extLst>
              </p:cNvPr>
              <p:cNvSpPr/>
              <p:nvPr/>
            </p:nvSpPr>
            <p:spPr>
              <a:xfrm>
                <a:off x="7756303" y="9391584"/>
                <a:ext cx="7641686" cy="25796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135" h="2071">
                    <a:moveTo>
                      <a:pt x="6060" y="1920"/>
                    </a:moveTo>
                    <a:lnTo>
                      <a:pt x="4150" y="1920"/>
                    </a:lnTo>
                    <a:lnTo>
                      <a:pt x="3204" y="59"/>
                    </a:lnTo>
                    <a:cubicBezTo>
                      <a:pt x="3186" y="22"/>
                      <a:pt x="3148" y="0"/>
                      <a:pt x="3107" y="0"/>
                    </a:cubicBezTo>
                    <a:lnTo>
                      <a:pt x="75" y="0"/>
                    </a:lnTo>
                    <a:cubicBezTo>
                      <a:pt x="49" y="0"/>
                      <a:pt x="25" y="13"/>
                      <a:pt x="11" y="36"/>
                    </a:cubicBezTo>
                    <a:cubicBezTo>
                      <a:pt x="-3" y="58"/>
                      <a:pt x="-4" y="85"/>
                      <a:pt x="8" y="109"/>
                    </a:cubicBezTo>
                    <a:lnTo>
                      <a:pt x="974" y="2011"/>
                    </a:lnTo>
                    <a:cubicBezTo>
                      <a:pt x="993" y="2048"/>
                      <a:pt x="1030" y="2071"/>
                      <a:pt x="1071" y="2071"/>
                    </a:cubicBezTo>
                    <a:lnTo>
                      <a:pt x="6060" y="2071"/>
                    </a:lnTo>
                    <a:cubicBezTo>
                      <a:pt x="6101" y="2071"/>
                      <a:pt x="6135" y="2037"/>
                      <a:pt x="6135" y="1995"/>
                    </a:cubicBezTo>
                    <a:cubicBezTo>
                      <a:pt x="6135" y="1954"/>
                      <a:pt x="6101" y="1920"/>
                      <a:pt x="6060" y="19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7754FDA7-1888-CB4A-825B-6348B4C66334}"/>
                  </a:ext>
                </a:extLst>
              </p:cNvPr>
              <p:cNvSpPr/>
              <p:nvPr/>
            </p:nvSpPr>
            <p:spPr>
              <a:xfrm>
                <a:off x="8029131" y="9559825"/>
                <a:ext cx="4717813" cy="22307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88" h="1791">
                    <a:moveTo>
                      <a:pt x="2867" y="0"/>
                    </a:moveTo>
                    <a:lnTo>
                      <a:pt x="0" y="0"/>
                    </a:lnTo>
                    <a:lnTo>
                      <a:pt x="907" y="1786"/>
                    </a:lnTo>
                    <a:cubicBezTo>
                      <a:pt x="909" y="1789"/>
                      <a:pt x="913" y="1791"/>
                      <a:pt x="917" y="1791"/>
                    </a:cubicBezTo>
                    <a:lnTo>
                      <a:pt x="3788" y="1791"/>
                    </a:lnTo>
                    <a:lnTo>
                      <a:pt x="2884" y="11"/>
                    </a:lnTo>
                    <a:cubicBezTo>
                      <a:pt x="2881" y="4"/>
                      <a:pt x="2874" y="0"/>
                      <a:pt x="286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92522409-969A-9B4F-9677-915491C5D227}"/>
                  </a:ext>
                </a:extLst>
              </p:cNvPr>
              <p:cNvSpPr/>
              <p:nvPr/>
            </p:nvSpPr>
            <p:spPr>
              <a:xfrm>
                <a:off x="8017919" y="9552348"/>
                <a:ext cx="4742729" cy="2245705"/>
              </a:xfrm>
              <a:custGeom>
                <a:avLst/>
                <a:gdLst>
                  <a:gd name="connsiteX0" fmla="*/ 24916 w 4742729"/>
                  <a:gd name="connsiteY0" fmla="*/ 14955 h 2245705"/>
                  <a:gd name="connsiteX1" fmla="*/ 1148322 w 4742729"/>
                  <a:gd name="connsiteY1" fmla="*/ 2228260 h 2245705"/>
                  <a:gd name="connsiteX2" fmla="*/ 1153304 w 4742729"/>
                  <a:gd name="connsiteY2" fmla="*/ 2230751 h 2245705"/>
                  <a:gd name="connsiteX3" fmla="*/ 4716568 w 4742729"/>
                  <a:gd name="connsiteY3" fmla="*/ 2230751 h 2245705"/>
                  <a:gd name="connsiteX4" fmla="*/ 3595653 w 4742729"/>
                  <a:gd name="connsiteY4" fmla="*/ 23674 h 2245705"/>
                  <a:gd name="connsiteX5" fmla="*/ 3581953 w 4742729"/>
                  <a:gd name="connsiteY5" fmla="*/ 14955 h 2245705"/>
                  <a:gd name="connsiteX6" fmla="*/ 0 w 4742729"/>
                  <a:gd name="connsiteY6" fmla="*/ 0 h 2245705"/>
                  <a:gd name="connsiteX7" fmla="*/ 3581956 w 4742729"/>
                  <a:gd name="connsiteY7" fmla="*/ 0 h 2245705"/>
                  <a:gd name="connsiteX8" fmla="*/ 3609356 w 4742729"/>
                  <a:gd name="connsiteY8" fmla="*/ 17438 h 2245705"/>
                  <a:gd name="connsiteX9" fmla="*/ 4742729 w 4742729"/>
                  <a:gd name="connsiteY9" fmla="*/ 2245705 h 2245705"/>
                  <a:gd name="connsiteX10" fmla="*/ 1153300 w 4742729"/>
                  <a:gd name="connsiteY10" fmla="*/ 2245705 h 2245705"/>
                  <a:gd name="connsiteX11" fmla="*/ 1134618 w 4742729"/>
                  <a:gd name="connsiteY11" fmla="*/ 2235741 h 2245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742729" h="2245705">
                    <a:moveTo>
                      <a:pt x="24916" y="14955"/>
                    </a:moveTo>
                    <a:lnTo>
                      <a:pt x="1148322" y="2228260"/>
                    </a:lnTo>
                    <a:cubicBezTo>
                      <a:pt x="1149567" y="2229506"/>
                      <a:pt x="1150813" y="2230751"/>
                      <a:pt x="1153304" y="2230751"/>
                    </a:cubicBezTo>
                    <a:lnTo>
                      <a:pt x="4716568" y="2230751"/>
                    </a:lnTo>
                    <a:lnTo>
                      <a:pt x="3595653" y="23674"/>
                    </a:lnTo>
                    <a:cubicBezTo>
                      <a:pt x="3593162" y="18692"/>
                      <a:pt x="3588180" y="14955"/>
                      <a:pt x="3581953" y="14955"/>
                    </a:cubicBezTo>
                    <a:close/>
                    <a:moveTo>
                      <a:pt x="0" y="0"/>
                    </a:moveTo>
                    <a:lnTo>
                      <a:pt x="3581956" y="0"/>
                    </a:lnTo>
                    <a:cubicBezTo>
                      <a:pt x="3593165" y="0"/>
                      <a:pt x="3604375" y="7473"/>
                      <a:pt x="3609356" y="17438"/>
                    </a:cubicBezTo>
                    <a:lnTo>
                      <a:pt x="4742729" y="2245705"/>
                    </a:lnTo>
                    <a:lnTo>
                      <a:pt x="1153300" y="2245705"/>
                    </a:lnTo>
                    <a:cubicBezTo>
                      <a:pt x="1144582" y="2245705"/>
                      <a:pt x="1138355" y="2241968"/>
                      <a:pt x="1134618" y="223574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28118DF-6DAF-D44E-B1EB-BC860F10F903}"/>
                </a:ext>
              </a:extLst>
            </p:cNvPr>
            <p:cNvGrpSpPr/>
            <p:nvPr/>
          </p:nvGrpSpPr>
          <p:grpSpPr>
            <a:xfrm>
              <a:off x="6159065" y="11181170"/>
              <a:ext cx="1357269" cy="1489244"/>
              <a:chOff x="6159065" y="11181170"/>
              <a:chExt cx="1357269" cy="1489244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64F1CB8D-7907-3643-B43B-66B68B8168A5}"/>
                  </a:ext>
                </a:extLst>
              </p:cNvPr>
              <p:cNvSpPr/>
              <p:nvPr/>
            </p:nvSpPr>
            <p:spPr>
              <a:xfrm>
                <a:off x="6260107" y="11429169"/>
                <a:ext cx="1148620" cy="12337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23" h="991">
                    <a:moveTo>
                      <a:pt x="461" y="0"/>
                    </a:moveTo>
                    <a:lnTo>
                      <a:pt x="0" y="0"/>
                    </a:lnTo>
                    <a:lnTo>
                      <a:pt x="124" y="991"/>
                    </a:lnTo>
                    <a:lnTo>
                      <a:pt x="461" y="991"/>
                    </a:lnTo>
                    <a:lnTo>
                      <a:pt x="799" y="991"/>
                    </a:lnTo>
                    <a:lnTo>
                      <a:pt x="923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02735B84-6A3A-3048-A294-7732FB15D86A}"/>
                  </a:ext>
                </a:extLst>
              </p:cNvPr>
              <p:cNvSpPr/>
              <p:nvPr/>
            </p:nvSpPr>
            <p:spPr>
              <a:xfrm>
                <a:off x="6250870" y="11421692"/>
                <a:ext cx="1164084" cy="1248722"/>
              </a:xfrm>
              <a:custGeom>
                <a:avLst/>
                <a:gdLst>
                  <a:gd name="connsiteX0" fmla="*/ 16711 w 1164084"/>
                  <a:gd name="connsiteY0" fmla="*/ 14955 h 1248722"/>
                  <a:gd name="connsiteX1" fmla="*/ 169775 w 1164084"/>
                  <a:gd name="connsiteY1" fmla="*/ 1232521 h 1248722"/>
                  <a:gd name="connsiteX2" fmla="*/ 996072 w 1164084"/>
                  <a:gd name="connsiteY2" fmla="*/ 1232521 h 1248722"/>
                  <a:gd name="connsiteX3" fmla="*/ 1149136 w 1164084"/>
                  <a:gd name="connsiteY3" fmla="*/ 14955 h 1248722"/>
                  <a:gd name="connsiteX4" fmla="*/ 7982 w 1164084"/>
                  <a:gd name="connsiteY4" fmla="*/ 0 h 1248722"/>
                  <a:gd name="connsiteX5" fmla="*/ 1156617 w 1164084"/>
                  <a:gd name="connsiteY5" fmla="*/ 0 h 1248722"/>
                  <a:gd name="connsiteX6" fmla="*/ 1161595 w 1164084"/>
                  <a:gd name="connsiteY6" fmla="*/ 2490 h 1248722"/>
                  <a:gd name="connsiteX7" fmla="*/ 1164084 w 1164084"/>
                  <a:gd name="connsiteY7" fmla="*/ 8715 h 1248722"/>
                  <a:gd name="connsiteX8" fmla="*/ 1009771 w 1164084"/>
                  <a:gd name="connsiteY8" fmla="*/ 1241252 h 1248722"/>
                  <a:gd name="connsiteX9" fmla="*/ 1002305 w 1164084"/>
                  <a:gd name="connsiteY9" fmla="*/ 1248722 h 1248722"/>
                  <a:gd name="connsiteX10" fmla="*/ 162295 w 1164084"/>
                  <a:gd name="connsiteY10" fmla="*/ 1248722 h 1248722"/>
                  <a:gd name="connsiteX11" fmla="*/ 153584 w 1164084"/>
                  <a:gd name="connsiteY11" fmla="*/ 1241252 h 1248722"/>
                  <a:gd name="connsiteX12" fmla="*/ 515 w 1164084"/>
                  <a:gd name="connsiteY12" fmla="*/ 8715 h 1248722"/>
                  <a:gd name="connsiteX13" fmla="*/ 1760 w 1164084"/>
                  <a:gd name="connsiteY13" fmla="*/ 2490 h 1248722"/>
                  <a:gd name="connsiteX14" fmla="*/ 7982 w 1164084"/>
                  <a:gd name="connsiteY14" fmla="*/ 0 h 1248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64084" h="1248722">
                    <a:moveTo>
                      <a:pt x="16711" y="14955"/>
                    </a:moveTo>
                    <a:lnTo>
                      <a:pt x="169775" y="1232521"/>
                    </a:lnTo>
                    <a:lnTo>
                      <a:pt x="996072" y="1232521"/>
                    </a:lnTo>
                    <a:lnTo>
                      <a:pt x="1149136" y="14955"/>
                    </a:lnTo>
                    <a:close/>
                    <a:moveTo>
                      <a:pt x="7982" y="0"/>
                    </a:moveTo>
                    <a:lnTo>
                      <a:pt x="1156617" y="0"/>
                    </a:lnTo>
                    <a:cubicBezTo>
                      <a:pt x="1157862" y="0"/>
                      <a:pt x="1160351" y="1245"/>
                      <a:pt x="1161595" y="2490"/>
                    </a:cubicBezTo>
                    <a:cubicBezTo>
                      <a:pt x="1164084" y="4980"/>
                      <a:pt x="1164084" y="7470"/>
                      <a:pt x="1164084" y="8715"/>
                    </a:cubicBezTo>
                    <a:lnTo>
                      <a:pt x="1009771" y="1241252"/>
                    </a:lnTo>
                    <a:cubicBezTo>
                      <a:pt x="1009771" y="1246232"/>
                      <a:pt x="1006038" y="1248722"/>
                      <a:pt x="1002305" y="1248722"/>
                    </a:cubicBezTo>
                    <a:lnTo>
                      <a:pt x="162295" y="1248722"/>
                    </a:lnTo>
                    <a:cubicBezTo>
                      <a:pt x="157317" y="1248722"/>
                      <a:pt x="154828" y="1246232"/>
                      <a:pt x="153584" y="1241252"/>
                    </a:cubicBezTo>
                    <a:lnTo>
                      <a:pt x="515" y="8715"/>
                    </a:lnTo>
                    <a:cubicBezTo>
                      <a:pt x="-730" y="7470"/>
                      <a:pt x="515" y="4980"/>
                      <a:pt x="1760" y="2490"/>
                    </a:cubicBezTo>
                    <a:cubicBezTo>
                      <a:pt x="3004" y="1245"/>
                      <a:pt x="5493" y="0"/>
                      <a:pt x="79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34A26C54-ACCE-F941-BADB-DF7C70EA642F}"/>
                  </a:ext>
                </a:extLst>
              </p:cNvPr>
              <p:cNvSpPr/>
              <p:nvPr/>
            </p:nvSpPr>
            <p:spPr>
              <a:xfrm>
                <a:off x="6166672" y="11188643"/>
                <a:ext cx="1341718" cy="25796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78" h="208">
                    <a:moveTo>
                      <a:pt x="1019" y="93"/>
                    </a:moveTo>
                    <a:lnTo>
                      <a:pt x="947" y="93"/>
                    </a:lnTo>
                    <a:cubicBezTo>
                      <a:pt x="939" y="93"/>
                      <a:pt x="933" y="85"/>
                      <a:pt x="936" y="78"/>
                    </a:cubicBezTo>
                    <a:cubicBezTo>
                      <a:pt x="938" y="71"/>
                      <a:pt x="940" y="63"/>
                      <a:pt x="939" y="55"/>
                    </a:cubicBezTo>
                    <a:cubicBezTo>
                      <a:pt x="938" y="24"/>
                      <a:pt x="911" y="0"/>
                      <a:pt x="880" y="0"/>
                    </a:cubicBezTo>
                    <a:lnTo>
                      <a:pt x="198" y="0"/>
                    </a:lnTo>
                    <a:cubicBezTo>
                      <a:pt x="169" y="0"/>
                      <a:pt x="143" y="21"/>
                      <a:pt x="139" y="51"/>
                    </a:cubicBezTo>
                    <a:cubicBezTo>
                      <a:pt x="138" y="61"/>
                      <a:pt x="139" y="70"/>
                      <a:pt x="143" y="78"/>
                    </a:cubicBezTo>
                    <a:cubicBezTo>
                      <a:pt x="145" y="85"/>
                      <a:pt x="139" y="93"/>
                      <a:pt x="131" y="93"/>
                    </a:cubicBezTo>
                    <a:lnTo>
                      <a:pt x="59" y="93"/>
                    </a:lnTo>
                    <a:cubicBezTo>
                      <a:pt x="29" y="93"/>
                      <a:pt x="2" y="117"/>
                      <a:pt x="0" y="147"/>
                    </a:cubicBezTo>
                    <a:cubicBezTo>
                      <a:pt x="-3" y="180"/>
                      <a:pt x="25" y="208"/>
                      <a:pt x="58" y="208"/>
                    </a:cubicBezTo>
                    <a:lnTo>
                      <a:pt x="1021" y="208"/>
                    </a:lnTo>
                    <a:cubicBezTo>
                      <a:pt x="1054" y="208"/>
                      <a:pt x="1080" y="180"/>
                      <a:pt x="1078" y="147"/>
                    </a:cubicBezTo>
                    <a:cubicBezTo>
                      <a:pt x="1076" y="117"/>
                      <a:pt x="1050" y="93"/>
                      <a:pt x="1019" y="9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D5570252-7A7D-E040-9855-B308E2843D3E}"/>
                  </a:ext>
                </a:extLst>
              </p:cNvPr>
              <p:cNvSpPr/>
              <p:nvPr/>
            </p:nvSpPr>
            <p:spPr>
              <a:xfrm>
                <a:off x="6159065" y="11181170"/>
                <a:ext cx="1357269" cy="274170"/>
              </a:xfrm>
              <a:custGeom>
                <a:avLst/>
                <a:gdLst>
                  <a:gd name="connsiteX0" fmla="*/ 254050 w 1357269"/>
                  <a:gd name="connsiteY0" fmla="*/ 16197 h 274170"/>
                  <a:gd name="connsiteX1" fmla="*/ 189329 w 1357269"/>
                  <a:gd name="connsiteY1" fmla="*/ 70750 h 274170"/>
                  <a:gd name="connsiteX2" fmla="*/ 191819 w 1357269"/>
                  <a:gd name="connsiteY2" fmla="*/ 101746 h 274170"/>
                  <a:gd name="connsiteX3" fmla="*/ 189329 w 1357269"/>
                  <a:gd name="connsiteY3" fmla="*/ 121583 h 274170"/>
                  <a:gd name="connsiteX4" fmla="*/ 170660 w 1357269"/>
                  <a:gd name="connsiteY4" fmla="*/ 131502 h 274170"/>
                  <a:gd name="connsiteX5" fmla="*/ 81047 w 1357269"/>
                  <a:gd name="connsiteY5" fmla="*/ 131502 h 274170"/>
                  <a:gd name="connsiteX6" fmla="*/ 15082 w 1357269"/>
                  <a:gd name="connsiteY6" fmla="*/ 189774 h 274170"/>
                  <a:gd name="connsiteX7" fmla="*/ 32507 w 1357269"/>
                  <a:gd name="connsiteY7" fmla="*/ 238128 h 274170"/>
                  <a:gd name="connsiteX8" fmla="*/ 79803 w 1357269"/>
                  <a:gd name="connsiteY8" fmla="*/ 257965 h 274170"/>
                  <a:gd name="connsiteX9" fmla="*/ 1278374 w 1357269"/>
                  <a:gd name="connsiteY9" fmla="*/ 257965 h 274170"/>
                  <a:gd name="connsiteX10" fmla="*/ 1324425 w 1357269"/>
                  <a:gd name="connsiteY10" fmla="*/ 238128 h 274170"/>
                  <a:gd name="connsiteX11" fmla="*/ 1341850 w 1357269"/>
                  <a:gd name="connsiteY11" fmla="*/ 189774 h 274170"/>
                  <a:gd name="connsiteX12" fmla="*/ 1275885 w 1357269"/>
                  <a:gd name="connsiteY12" fmla="*/ 131502 h 274170"/>
                  <a:gd name="connsiteX13" fmla="*/ 1186272 w 1357269"/>
                  <a:gd name="connsiteY13" fmla="*/ 131502 h 274170"/>
                  <a:gd name="connsiteX14" fmla="*/ 1167603 w 1357269"/>
                  <a:gd name="connsiteY14" fmla="*/ 121583 h 274170"/>
                  <a:gd name="connsiteX15" fmla="*/ 1165114 w 1357269"/>
                  <a:gd name="connsiteY15" fmla="*/ 101746 h 274170"/>
                  <a:gd name="connsiteX16" fmla="*/ 1168848 w 1357269"/>
                  <a:gd name="connsiteY16" fmla="*/ 76949 h 274170"/>
                  <a:gd name="connsiteX17" fmla="*/ 1102883 w 1357269"/>
                  <a:gd name="connsiteY17" fmla="*/ 16197 h 274170"/>
                  <a:gd name="connsiteX18" fmla="*/ 254042 w 1357269"/>
                  <a:gd name="connsiteY18" fmla="*/ 0 h 274170"/>
                  <a:gd name="connsiteX19" fmla="*/ 1102892 w 1357269"/>
                  <a:gd name="connsiteY19" fmla="*/ 0 h 274170"/>
                  <a:gd name="connsiteX20" fmla="*/ 1183794 w 1357269"/>
                  <a:gd name="connsiteY20" fmla="*/ 75676 h 274170"/>
                  <a:gd name="connsiteX21" fmla="*/ 1180060 w 1357269"/>
                  <a:gd name="connsiteY21" fmla="*/ 106691 h 274170"/>
                  <a:gd name="connsiteX22" fmla="*/ 1181305 w 1357269"/>
                  <a:gd name="connsiteY22" fmla="*/ 112894 h 274170"/>
                  <a:gd name="connsiteX23" fmla="*/ 1186283 w 1357269"/>
                  <a:gd name="connsiteY23" fmla="*/ 115375 h 274170"/>
                  <a:gd name="connsiteX24" fmla="*/ 1275898 w 1357269"/>
                  <a:gd name="connsiteY24" fmla="*/ 115375 h 274170"/>
                  <a:gd name="connsiteX25" fmla="*/ 1356800 w 1357269"/>
                  <a:gd name="connsiteY25" fmla="*/ 189810 h 274170"/>
                  <a:gd name="connsiteX26" fmla="*/ 1335641 w 1357269"/>
                  <a:gd name="connsiteY26" fmla="*/ 248118 h 274170"/>
                  <a:gd name="connsiteX27" fmla="*/ 1278387 w 1357269"/>
                  <a:gd name="connsiteY27" fmla="*/ 274170 h 274170"/>
                  <a:gd name="connsiteX28" fmla="*/ 79791 w 1357269"/>
                  <a:gd name="connsiteY28" fmla="*/ 274170 h 274170"/>
                  <a:gd name="connsiteX29" fmla="*/ 21292 w 1357269"/>
                  <a:gd name="connsiteY29" fmla="*/ 248118 h 274170"/>
                  <a:gd name="connsiteX30" fmla="*/ 133 w 1357269"/>
                  <a:gd name="connsiteY30" fmla="*/ 189810 h 274170"/>
                  <a:gd name="connsiteX31" fmla="*/ 81035 w 1357269"/>
                  <a:gd name="connsiteY31" fmla="*/ 115375 h 274170"/>
                  <a:gd name="connsiteX32" fmla="*/ 170650 w 1357269"/>
                  <a:gd name="connsiteY32" fmla="*/ 115375 h 274170"/>
                  <a:gd name="connsiteX33" fmla="*/ 176873 w 1357269"/>
                  <a:gd name="connsiteY33" fmla="*/ 112894 h 274170"/>
                  <a:gd name="connsiteX34" fmla="*/ 176873 w 1357269"/>
                  <a:gd name="connsiteY34" fmla="*/ 106691 h 274170"/>
                  <a:gd name="connsiteX35" fmla="*/ 173139 w 1357269"/>
                  <a:gd name="connsiteY35" fmla="*/ 69473 h 274170"/>
                  <a:gd name="connsiteX36" fmla="*/ 254042 w 1357269"/>
                  <a:gd name="connsiteY36" fmla="*/ 0 h 274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357269" h="274170">
                    <a:moveTo>
                      <a:pt x="254050" y="16197"/>
                    </a:moveTo>
                    <a:cubicBezTo>
                      <a:pt x="220445" y="16197"/>
                      <a:pt x="193063" y="39754"/>
                      <a:pt x="189329" y="70750"/>
                    </a:cubicBezTo>
                    <a:cubicBezTo>
                      <a:pt x="186840" y="81908"/>
                      <a:pt x="189329" y="91827"/>
                      <a:pt x="191819" y="101746"/>
                    </a:cubicBezTo>
                    <a:cubicBezTo>
                      <a:pt x="194308" y="107945"/>
                      <a:pt x="193063" y="115384"/>
                      <a:pt x="189329" y="121583"/>
                    </a:cubicBezTo>
                    <a:cubicBezTo>
                      <a:pt x="185596" y="127782"/>
                      <a:pt x="178128" y="131502"/>
                      <a:pt x="170660" y="131502"/>
                    </a:cubicBezTo>
                    <a:lnTo>
                      <a:pt x="81047" y="131502"/>
                    </a:lnTo>
                    <a:cubicBezTo>
                      <a:pt x="46198" y="131502"/>
                      <a:pt x="17571" y="156298"/>
                      <a:pt x="15082" y="189774"/>
                    </a:cubicBezTo>
                    <a:cubicBezTo>
                      <a:pt x="15082" y="208372"/>
                      <a:pt x="20061" y="225729"/>
                      <a:pt x="32507" y="238128"/>
                    </a:cubicBezTo>
                    <a:cubicBezTo>
                      <a:pt x="44953" y="250526"/>
                      <a:pt x="61133" y="257965"/>
                      <a:pt x="79803" y="257965"/>
                    </a:cubicBezTo>
                    <a:lnTo>
                      <a:pt x="1278374" y="257965"/>
                    </a:lnTo>
                    <a:cubicBezTo>
                      <a:pt x="1295799" y="257965"/>
                      <a:pt x="1311979" y="250526"/>
                      <a:pt x="1324425" y="238128"/>
                    </a:cubicBezTo>
                    <a:cubicBezTo>
                      <a:pt x="1336872" y="225729"/>
                      <a:pt x="1343095" y="208372"/>
                      <a:pt x="1341850" y="189774"/>
                    </a:cubicBezTo>
                    <a:cubicBezTo>
                      <a:pt x="1339361" y="156298"/>
                      <a:pt x="1310735" y="131502"/>
                      <a:pt x="1275885" y="131502"/>
                    </a:cubicBezTo>
                    <a:lnTo>
                      <a:pt x="1186272" y="131502"/>
                    </a:lnTo>
                    <a:cubicBezTo>
                      <a:pt x="1178805" y="131502"/>
                      <a:pt x="1172581" y="127782"/>
                      <a:pt x="1167603" y="121583"/>
                    </a:cubicBezTo>
                    <a:cubicBezTo>
                      <a:pt x="1163869" y="115384"/>
                      <a:pt x="1162624" y="107945"/>
                      <a:pt x="1165114" y="101746"/>
                    </a:cubicBezTo>
                    <a:cubicBezTo>
                      <a:pt x="1168848" y="93067"/>
                      <a:pt x="1168848" y="84388"/>
                      <a:pt x="1168848" y="76949"/>
                    </a:cubicBezTo>
                    <a:cubicBezTo>
                      <a:pt x="1166358" y="42234"/>
                      <a:pt x="1137732" y="16197"/>
                      <a:pt x="1102883" y="16197"/>
                    </a:cubicBezTo>
                    <a:close/>
                    <a:moveTo>
                      <a:pt x="254042" y="0"/>
                    </a:moveTo>
                    <a:lnTo>
                      <a:pt x="1102892" y="0"/>
                    </a:lnTo>
                    <a:cubicBezTo>
                      <a:pt x="1146455" y="0"/>
                      <a:pt x="1182549" y="33496"/>
                      <a:pt x="1183794" y="75676"/>
                    </a:cubicBezTo>
                    <a:cubicBezTo>
                      <a:pt x="1185039" y="85601"/>
                      <a:pt x="1183794" y="96766"/>
                      <a:pt x="1180060" y="106691"/>
                    </a:cubicBezTo>
                    <a:cubicBezTo>
                      <a:pt x="1178815" y="109172"/>
                      <a:pt x="1180060" y="111653"/>
                      <a:pt x="1181305" y="112894"/>
                    </a:cubicBezTo>
                    <a:cubicBezTo>
                      <a:pt x="1182549" y="114134"/>
                      <a:pt x="1183794" y="115375"/>
                      <a:pt x="1186283" y="115375"/>
                    </a:cubicBezTo>
                    <a:lnTo>
                      <a:pt x="1275898" y="115375"/>
                    </a:lnTo>
                    <a:cubicBezTo>
                      <a:pt x="1318216" y="115375"/>
                      <a:pt x="1354311" y="147630"/>
                      <a:pt x="1356800" y="189810"/>
                    </a:cubicBezTo>
                    <a:cubicBezTo>
                      <a:pt x="1359289" y="212141"/>
                      <a:pt x="1351822" y="233231"/>
                      <a:pt x="1335641" y="248118"/>
                    </a:cubicBezTo>
                    <a:cubicBezTo>
                      <a:pt x="1321950" y="264245"/>
                      <a:pt x="1300791" y="274170"/>
                      <a:pt x="1278387" y="274170"/>
                    </a:cubicBezTo>
                    <a:lnTo>
                      <a:pt x="79791" y="274170"/>
                    </a:lnTo>
                    <a:cubicBezTo>
                      <a:pt x="57387" y="274170"/>
                      <a:pt x="36228" y="264245"/>
                      <a:pt x="21292" y="248118"/>
                    </a:cubicBezTo>
                    <a:cubicBezTo>
                      <a:pt x="6356" y="233231"/>
                      <a:pt x="-1112" y="212141"/>
                      <a:pt x="133" y="189810"/>
                    </a:cubicBezTo>
                    <a:cubicBezTo>
                      <a:pt x="2623" y="147630"/>
                      <a:pt x="38717" y="115375"/>
                      <a:pt x="81035" y="115375"/>
                    </a:cubicBezTo>
                    <a:lnTo>
                      <a:pt x="170650" y="115375"/>
                    </a:lnTo>
                    <a:cubicBezTo>
                      <a:pt x="173139" y="115375"/>
                      <a:pt x="174384" y="114134"/>
                      <a:pt x="176873" y="112894"/>
                    </a:cubicBezTo>
                    <a:cubicBezTo>
                      <a:pt x="176873" y="111653"/>
                      <a:pt x="178118" y="109172"/>
                      <a:pt x="176873" y="106691"/>
                    </a:cubicBezTo>
                    <a:cubicBezTo>
                      <a:pt x="173139" y="94285"/>
                      <a:pt x="171895" y="81879"/>
                      <a:pt x="173139" y="69473"/>
                    </a:cubicBezTo>
                    <a:cubicBezTo>
                      <a:pt x="178118" y="29774"/>
                      <a:pt x="212968" y="0"/>
                      <a:pt x="2540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38D69491-2820-7244-9799-6803ABB2C23D}"/>
                  </a:ext>
                </a:extLst>
              </p:cNvPr>
              <p:cNvSpPr/>
              <p:nvPr/>
            </p:nvSpPr>
            <p:spPr>
              <a:xfrm>
                <a:off x="6304955" y="11791818"/>
                <a:ext cx="1057677" cy="52092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0" h="419">
                    <a:moveTo>
                      <a:pt x="52" y="419"/>
                    </a:moveTo>
                    <a:lnTo>
                      <a:pt x="798" y="419"/>
                    </a:lnTo>
                    <a:lnTo>
                      <a:pt x="8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566E92C9-FA62-BF4E-9F27-8C5E66BFA002}"/>
                  </a:ext>
                </a:extLst>
              </p:cNvPr>
              <p:cNvSpPr/>
              <p:nvPr/>
            </p:nvSpPr>
            <p:spPr>
              <a:xfrm>
                <a:off x="6297481" y="11784341"/>
                <a:ext cx="1072627" cy="535879"/>
              </a:xfrm>
              <a:custGeom>
                <a:avLst/>
                <a:gdLst>
                  <a:gd name="connsiteX0" fmla="*/ 16195 w 1072627"/>
                  <a:gd name="connsiteY0" fmla="*/ 14958 h 535879"/>
                  <a:gd name="connsiteX1" fmla="*/ 79655 w 1072627"/>
                  <a:gd name="connsiteY1" fmla="*/ 520927 h 535879"/>
                  <a:gd name="connsiteX2" fmla="*/ 992972 w 1072627"/>
                  <a:gd name="connsiteY2" fmla="*/ 520927 h 535879"/>
                  <a:gd name="connsiteX3" fmla="*/ 1056431 w 1072627"/>
                  <a:gd name="connsiteY3" fmla="*/ 14958 h 535879"/>
                  <a:gd name="connsiteX4" fmla="*/ 7466 w 1072627"/>
                  <a:gd name="connsiteY4" fmla="*/ 0 h 535879"/>
                  <a:gd name="connsiteX5" fmla="*/ 1065161 w 1072627"/>
                  <a:gd name="connsiteY5" fmla="*/ 0 h 535879"/>
                  <a:gd name="connsiteX6" fmla="*/ 1071383 w 1072627"/>
                  <a:gd name="connsiteY6" fmla="*/ 2487 h 535879"/>
                  <a:gd name="connsiteX7" fmla="*/ 1072627 w 1072627"/>
                  <a:gd name="connsiteY7" fmla="*/ 8703 h 535879"/>
                  <a:gd name="connsiteX8" fmla="*/ 1007921 w 1072627"/>
                  <a:gd name="connsiteY8" fmla="*/ 529662 h 535879"/>
                  <a:gd name="connsiteX9" fmla="*/ 1000455 w 1072627"/>
                  <a:gd name="connsiteY9" fmla="*/ 535879 h 535879"/>
                  <a:gd name="connsiteX10" fmla="*/ 72172 w 1072627"/>
                  <a:gd name="connsiteY10" fmla="*/ 535879 h 535879"/>
                  <a:gd name="connsiteX11" fmla="*/ 64706 w 1072627"/>
                  <a:gd name="connsiteY11" fmla="*/ 529662 h 535879"/>
                  <a:gd name="connsiteX12" fmla="*/ 0 w 1072627"/>
                  <a:gd name="connsiteY12" fmla="*/ 8703 h 535879"/>
                  <a:gd name="connsiteX13" fmla="*/ 1245 w 1072627"/>
                  <a:gd name="connsiteY13" fmla="*/ 2487 h 535879"/>
                  <a:gd name="connsiteX14" fmla="*/ 7466 w 1072627"/>
                  <a:gd name="connsiteY14" fmla="*/ 0 h 535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72627" h="535879">
                    <a:moveTo>
                      <a:pt x="16195" y="14958"/>
                    </a:moveTo>
                    <a:lnTo>
                      <a:pt x="79655" y="520927"/>
                    </a:lnTo>
                    <a:lnTo>
                      <a:pt x="992972" y="520927"/>
                    </a:lnTo>
                    <a:lnTo>
                      <a:pt x="1056431" y="14958"/>
                    </a:lnTo>
                    <a:close/>
                    <a:moveTo>
                      <a:pt x="7466" y="0"/>
                    </a:moveTo>
                    <a:lnTo>
                      <a:pt x="1065161" y="0"/>
                    </a:lnTo>
                    <a:cubicBezTo>
                      <a:pt x="1067650" y="0"/>
                      <a:pt x="1070138" y="1243"/>
                      <a:pt x="1071383" y="2487"/>
                    </a:cubicBezTo>
                    <a:cubicBezTo>
                      <a:pt x="1072627" y="4973"/>
                      <a:pt x="1072627" y="6217"/>
                      <a:pt x="1072627" y="8703"/>
                    </a:cubicBezTo>
                    <a:lnTo>
                      <a:pt x="1007921" y="529662"/>
                    </a:lnTo>
                    <a:cubicBezTo>
                      <a:pt x="1006677" y="533392"/>
                      <a:pt x="1004188" y="535879"/>
                      <a:pt x="1000455" y="535879"/>
                    </a:cubicBezTo>
                    <a:lnTo>
                      <a:pt x="72172" y="535879"/>
                    </a:lnTo>
                    <a:cubicBezTo>
                      <a:pt x="68439" y="535879"/>
                      <a:pt x="65951" y="533392"/>
                      <a:pt x="64706" y="529662"/>
                    </a:cubicBezTo>
                    <a:lnTo>
                      <a:pt x="0" y="8703"/>
                    </a:lnTo>
                    <a:cubicBezTo>
                      <a:pt x="0" y="6217"/>
                      <a:pt x="0" y="4973"/>
                      <a:pt x="1245" y="2487"/>
                    </a:cubicBezTo>
                    <a:cubicBezTo>
                      <a:pt x="3733" y="1243"/>
                      <a:pt x="6222" y="0"/>
                      <a:pt x="74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3513B9D8-4197-414D-8A3A-53A6A9C1C09E}"/>
                  </a:ext>
                </a:extLst>
              </p:cNvPr>
              <p:cNvSpPr/>
              <p:nvPr/>
            </p:nvSpPr>
            <p:spPr>
              <a:xfrm>
                <a:off x="6166672" y="11188643"/>
                <a:ext cx="1341718" cy="25796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78" h="208">
                    <a:moveTo>
                      <a:pt x="1019" y="93"/>
                    </a:moveTo>
                    <a:lnTo>
                      <a:pt x="947" y="93"/>
                    </a:lnTo>
                    <a:cubicBezTo>
                      <a:pt x="939" y="93"/>
                      <a:pt x="933" y="85"/>
                      <a:pt x="936" y="78"/>
                    </a:cubicBezTo>
                    <a:cubicBezTo>
                      <a:pt x="938" y="71"/>
                      <a:pt x="940" y="63"/>
                      <a:pt x="939" y="55"/>
                    </a:cubicBezTo>
                    <a:cubicBezTo>
                      <a:pt x="938" y="24"/>
                      <a:pt x="911" y="0"/>
                      <a:pt x="880" y="0"/>
                    </a:cubicBezTo>
                    <a:lnTo>
                      <a:pt x="198" y="0"/>
                    </a:lnTo>
                    <a:cubicBezTo>
                      <a:pt x="169" y="0"/>
                      <a:pt x="143" y="21"/>
                      <a:pt x="139" y="51"/>
                    </a:cubicBezTo>
                    <a:cubicBezTo>
                      <a:pt x="138" y="61"/>
                      <a:pt x="139" y="70"/>
                      <a:pt x="143" y="78"/>
                    </a:cubicBezTo>
                    <a:cubicBezTo>
                      <a:pt x="145" y="85"/>
                      <a:pt x="139" y="93"/>
                      <a:pt x="131" y="93"/>
                    </a:cubicBezTo>
                    <a:lnTo>
                      <a:pt x="59" y="93"/>
                    </a:lnTo>
                    <a:cubicBezTo>
                      <a:pt x="29" y="93"/>
                      <a:pt x="2" y="117"/>
                      <a:pt x="0" y="147"/>
                    </a:cubicBezTo>
                    <a:cubicBezTo>
                      <a:pt x="-3" y="180"/>
                      <a:pt x="25" y="208"/>
                      <a:pt x="58" y="208"/>
                    </a:cubicBezTo>
                    <a:lnTo>
                      <a:pt x="1021" y="208"/>
                    </a:lnTo>
                    <a:cubicBezTo>
                      <a:pt x="1054" y="208"/>
                      <a:pt x="1080" y="180"/>
                      <a:pt x="1078" y="147"/>
                    </a:cubicBezTo>
                    <a:cubicBezTo>
                      <a:pt x="1076" y="117"/>
                      <a:pt x="1050" y="93"/>
                      <a:pt x="1019" y="93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A1E9B4EE-30E1-4A44-828F-90EB97E0925F}"/>
                  </a:ext>
                </a:extLst>
              </p:cNvPr>
              <p:cNvSpPr/>
              <p:nvPr/>
            </p:nvSpPr>
            <p:spPr>
              <a:xfrm>
                <a:off x="6322396" y="11297069"/>
                <a:ext cx="320168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8" h="13">
                    <a:moveTo>
                      <a:pt x="252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52" y="0"/>
                    </a:lnTo>
                    <a:cubicBezTo>
                      <a:pt x="255" y="0"/>
                      <a:pt x="258" y="3"/>
                      <a:pt x="258" y="6"/>
                    </a:cubicBezTo>
                    <a:cubicBezTo>
                      <a:pt x="258" y="10"/>
                      <a:pt x="255" y="13"/>
                      <a:pt x="252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F342A7AA-B4F9-2C4C-889F-560C8A577029}"/>
                  </a:ext>
                </a:extLst>
              </p:cNvPr>
              <p:cNvSpPr/>
              <p:nvPr/>
            </p:nvSpPr>
            <p:spPr>
              <a:xfrm>
                <a:off x="7047447" y="11297069"/>
                <a:ext cx="320168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8" h="13">
                    <a:moveTo>
                      <a:pt x="252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52" y="0"/>
                    </a:lnTo>
                    <a:cubicBezTo>
                      <a:pt x="255" y="0"/>
                      <a:pt x="258" y="3"/>
                      <a:pt x="258" y="6"/>
                    </a:cubicBezTo>
                    <a:cubicBezTo>
                      <a:pt x="258" y="10"/>
                      <a:pt x="255" y="13"/>
                      <a:pt x="252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787F959-DA67-D244-92C1-027EDDCA2F45}"/>
                </a:ext>
              </a:extLst>
            </p:cNvPr>
            <p:cNvGrpSpPr/>
            <p:nvPr/>
          </p:nvGrpSpPr>
          <p:grpSpPr>
            <a:xfrm>
              <a:off x="9495425" y="7002563"/>
              <a:ext cx="6339834" cy="4355568"/>
              <a:chOff x="9495425" y="7002563"/>
              <a:chExt cx="6339834" cy="4355568"/>
            </a:xfrm>
          </p:grpSpPr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C24F9DA7-74B9-1D47-A746-6E2629C0F370}"/>
                  </a:ext>
                </a:extLst>
              </p:cNvPr>
              <p:cNvSpPr/>
              <p:nvPr/>
            </p:nvSpPr>
            <p:spPr>
              <a:xfrm>
                <a:off x="9502903" y="7573336"/>
                <a:ext cx="6324885" cy="37773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78" h="3032">
                    <a:moveTo>
                      <a:pt x="4893" y="0"/>
                    </a:moveTo>
                    <a:lnTo>
                      <a:pt x="2539" y="0"/>
                    </a:lnTo>
                    <a:lnTo>
                      <a:pt x="185" y="0"/>
                    </a:lnTo>
                    <a:cubicBezTo>
                      <a:pt x="133" y="0"/>
                      <a:pt x="88" y="21"/>
                      <a:pt x="54" y="54"/>
                    </a:cubicBezTo>
                    <a:cubicBezTo>
                      <a:pt x="21" y="87"/>
                      <a:pt x="0" y="133"/>
                      <a:pt x="0" y="183"/>
                    </a:cubicBezTo>
                    <a:lnTo>
                      <a:pt x="0" y="1516"/>
                    </a:lnTo>
                    <a:lnTo>
                      <a:pt x="0" y="2848"/>
                    </a:lnTo>
                    <a:cubicBezTo>
                      <a:pt x="0" y="2899"/>
                      <a:pt x="21" y="2945"/>
                      <a:pt x="54" y="2978"/>
                    </a:cubicBezTo>
                    <a:cubicBezTo>
                      <a:pt x="88" y="3011"/>
                      <a:pt x="133" y="3032"/>
                      <a:pt x="185" y="3032"/>
                    </a:cubicBezTo>
                    <a:lnTo>
                      <a:pt x="2539" y="3032"/>
                    </a:lnTo>
                    <a:lnTo>
                      <a:pt x="4893" y="3032"/>
                    </a:lnTo>
                    <a:cubicBezTo>
                      <a:pt x="4945" y="3032"/>
                      <a:pt x="4991" y="3011"/>
                      <a:pt x="5024" y="2978"/>
                    </a:cubicBezTo>
                    <a:cubicBezTo>
                      <a:pt x="5057" y="2945"/>
                      <a:pt x="5078" y="2899"/>
                      <a:pt x="5078" y="2848"/>
                    </a:cubicBezTo>
                    <a:lnTo>
                      <a:pt x="5078" y="1516"/>
                    </a:lnTo>
                    <a:lnTo>
                      <a:pt x="5078" y="183"/>
                    </a:lnTo>
                    <a:cubicBezTo>
                      <a:pt x="5078" y="133"/>
                      <a:pt x="5057" y="87"/>
                      <a:pt x="5024" y="54"/>
                    </a:cubicBezTo>
                    <a:cubicBezTo>
                      <a:pt x="4991" y="21"/>
                      <a:pt x="4945" y="0"/>
                      <a:pt x="489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FFF59877-3D3E-9A4B-AF6C-D83C72E94BB0}"/>
                  </a:ext>
                </a:extLst>
              </p:cNvPr>
              <p:cNvSpPr/>
              <p:nvPr/>
            </p:nvSpPr>
            <p:spPr>
              <a:xfrm>
                <a:off x="9495425" y="7565855"/>
                <a:ext cx="6339834" cy="3792276"/>
              </a:xfrm>
              <a:custGeom>
                <a:avLst/>
                <a:gdLst>
                  <a:gd name="connsiteX0" fmla="*/ 237905 w 6339834"/>
                  <a:gd name="connsiteY0" fmla="*/ 14958 h 3792276"/>
                  <a:gd name="connsiteX1" fmla="*/ 79720 w 6339834"/>
                  <a:gd name="connsiteY1" fmla="*/ 79741 h 3792276"/>
                  <a:gd name="connsiteX2" fmla="*/ 14952 w 6339834"/>
                  <a:gd name="connsiteY2" fmla="*/ 235468 h 3792276"/>
                  <a:gd name="connsiteX3" fmla="*/ 14952 w 6339834"/>
                  <a:gd name="connsiteY3" fmla="*/ 3555569 h 3792276"/>
                  <a:gd name="connsiteX4" fmla="*/ 79720 w 6339834"/>
                  <a:gd name="connsiteY4" fmla="*/ 3712541 h 3792276"/>
                  <a:gd name="connsiteX5" fmla="*/ 237905 w 6339834"/>
                  <a:gd name="connsiteY5" fmla="*/ 3776078 h 3792276"/>
                  <a:gd name="connsiteX6" fmla="*/ 6101931 w 6339834"/>
                  <a:gd name="connsiteY6" fmla="*/ 3776078 h 3792276"/>
                  <a:gd name="connsiteX7" fmla="*/ 6260115 w 6339834"/>
                  <a:gd name="connsiteY7" fmla="*/ 3712541 h 3792276"/>
                  <a:gd name="connsiteX8" fmla="*/ 6324884 w 6339834"/>
                  <a:gd name="connsiteY8" fmla="*/ 3555569 h 3792276"/>
                  <a:gd name="connsiteX9" fmla="*/ 6324884 w 6339834"/>
                  <a:gd name="connsiteY9" fmla="*/ 235468 h 3792276"/>
                  <a:gd name="connsiteX10" fmla="*/ 6260115 w 6339834"/>
                  <a:gd name="connsiteY10" fmla="*/ 79741 h 3792276"/>
                  <a:gd name="connsiteX11" fmla="*/ 6101931 w 6339834"/>
                  <a:gd name="connsiteY11" fmla="*/ 14958 h 3792276"/>
                  <a:gd name="connsiteX12" fmla="*/ 237899 w 6339834"/>
                  <a:gd name="connsiteY12" fmla="*/ 0 h 3792276"/>
                  <a:gd name="connsiteX13" fmla="*/ 6101935 w 6339834"/>
                  <a:gd name="connsiteY13" fmla="*/ 0 h 3792276"/>
                  <a:gd name="connsiteX14" fmla="*/ 6270083 w 6339834"/>
                  <a:gd name="connsiteY14" fmla="*/ 68520 h 3792276"/>
                  <a:gd name="connsiteX15" fmla="*/ 6339834 w 6339834"/>
                  <a:gd name="connsiteY15" fmla="*/ 235460 h 3792276"/>
                  <a:gd name="connsiteX16" fmla="*/ 6339834 w 6339834"/>
                  <a:gd name="connsiteY16" fmla="*/ 3555570 h 3792276"/>
                  <a:gd name="connsiteX17" fmla="*/ 6270083 w 6339834"/>
                  <a:gd name="connsiteY17" fmla="*/ 3722510 h 3792276"/>
                  <a:gd name="connsiteX18" fmla="*/ 6101935 w 6339834"/>
                  <a:gd name="connsiteY18" fmla="*/ 3792276 h 3792276"/>
                  <a:gd name="connsiteX19" fmla="*/ 237899 w 6339834"/>
                  <a:gd name="connsiteY19" fmla="*/ 3792276 h 3792276"/>
                  <a:gd name="connsiteX20" fmla="*/ 69751 w 6339834"/>
                  <a:gd name="connsiteY20" fmla="*/ 3722510 h 3792276"/>
                  <a:gd name="connsiteX21" fmla="*/ 0 w 6339834"/>
                  <a:gd name="connsiteY21" fmla="*/ 3555570 h 3792276"/>
                  <a:gd name="connsiteX22" fmla="*/ 0 w 6339834"/>
                  <a:gd name="connsiteY22" fmla="*/ 235460 h 3792276"/>
                  <a:gd name="connsiteX23" fmla="*/ 69751 w 6339834"/>
                  <a:gd name="connsiteY23" fmla="*/ 68520 h 3792276"/>
                  <a:gd name="connsiteX24" fmla="*/ 237899 w 6339834"/>
                  <a:gd name="connsiteY24" fmla="*/ 0 h 3792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339834" h="3792276">
                    <a:moveTo>
                      <a:pt x="237905" y="14958"/>
                    </a:moveTo>
                    <a:cubicBezTo>
                      <a:pt x="178118" y="14958"/>
                      <a:pt x="122069" y="38629"/>
                      <a:pt x="79720" y="79741"/>
                    </a:cubicBezTo>
                    <a:cubicBezTo>
                      <a:pt x="38617" y="120853"/>
                      <a:pt x="14952" y="176914"/>
                      <a:pt x="14952" y="235468"/>
                    </a:cubicBezTo>
                    <a:lnTo>
                      <a:pt x="14952" y="3555569"/>
                    </a:lnTo>
                    <a:cubicBezTo>
                      <a:pt x="14952" y="3615368"/>
                      <a:pt x="38617" y="3670183"/>
                      <a:pt x="79720" y="3712541"/>
                    </a:cubicBezTo>
                    <a:cubicBezTo>
                      <a:pt x="122069" y="3753653"/>
                      <a:pt x="178118" y="3776078"/>
                      <a:pt x="237905" y="3776078"/>
                    </a:cubicBezTo>
                    <a:lnTo>
                      <a:pt x="6101931" y="3776078"/>
                    </a:lnTo>
                    <a:cubicBezTo>
                      <a:pt x="6161717" y="3776078"/>
                      <a:pt x="6217767" y="3753653"/>
                      <a:pt x="6260115" y="3712541"/>
                    </a:cubicBezTo>
                    <a:cubicBezTo>
                      <a:pt x="6301219" y="3670183"/>
                      <a:pt x="6324884" y="3615368"/>
                      <a:pt x="6324884" y="3555569"/>
                    </a:cubicBezTo>
                    <a:lnTo>
                      <a:pt x="6324884" y="235468"/>
                    </a:lnTo>
                    <a:cubicBezTo>
                      <a:pt x="6324884" y="176914"/>
                      <a:pt x="6301219" y="120853"/>
                      <a:pt x="6260115" y="79741"/>
                    </a:cubicBezTo>
                    <a:cubicBezTo>
                      <a:pt x="6217767" y="38629"/>
                      <a:pt x="6161717" y="14958"/>
                      <a:pt x="6101931" y="14958"/>
                    </a:cubicBezTo>
                    <a:close/>
                    <a:moveTo>
                      <a:pt x="237899" y="0"/>
                    </a:moveTo>
                    <a:lnTo>
                      <a:pt x="6101935" y="0"/>
                    </a:lnTo>
                    <a:cubicBezTo>
                      <a:pt x="6166703" y="0"/>
                      <a:pt x="6225243" y="24917"/>
                      <a:pt x="6270083" y="68520"/>
                    </a:cubicBezTo>
                    <a:cubicBezTo>
                      <a:pt x="6314923" y="113370"/>
                      <a:pt x="6339834" y="173169"/>
                      <a:pt x="6339834" y="235460"/>
                    </a:cubicBezTo>
                    <a:lnTo>
                      <a:pt x="6339834" y="3555570"/>
                    </a:lnTo>
                    <a:cubicBezTo>
                      <a:pt x="6339834" y="3619107"/>
                      <a:pt x="6314923" y="3678907"/>
                      <a:pt x="6270083" y="3722510"/>
                    </a:cubicBezTo>
                    <a:cubicBezTo>
                      <a:pt x="6225243" y="3767359"/>
                      <a:pt x="6166703" y="3792276"/>
                      <a:pt x="6101935" y="3792276"/>
                    </a:cubicBezTo>
                    <a:lnTo>
                      <a:pt x="237899" y="3792276"/>
                    </a:lnTo>
                    <a:cubicBezTo>
                      <a:pt x="173131" y="3792276"/>
                      <a:pt x="114590" y="3767359"/>
                      <a:pt x="69751" y="3722510"/>
                    </a:cubicBezTo>
                    <a:cubicBezTo>
                      <a:pt x="24911" y="3678907"/>
                      <a:pt x="0" y="3619107"/>
                      <a:pt x="0" y="3555570"/>
                    </a:cubicBezTo>
                    <a:lnTo>
                      <a:pt x="0" y="235460"/>
                    </a:lnTo>
                    <a:cubicBezTo>
                      <a:pt x="0" y="173169"/>
                      <a:pt x="24911" y="113370"/>
                      <a:pt x="69751" y="68520"/>
                    </a:cubicBezTo>
                    <a:cubicBezTo>
                      <a:pt x="114590" y="24917"/>
                      <a:pt x="173131" y="0"/>
                      <a:pt x="2378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B77C5281-1024-FA4A-BC89-39AD489AF4B9}"/>
                  </a:ext>
                </a:extLst>
              </p:cNvPr>
              <p:cNvSpPr/>
              <p:nvPr/>
            </p:nvSpPr>
            <p:spPr>
              <a:xfrm>
                <a:off x="9676064" y="7770240"/>
                <a:ext cx="5978554" cy="30221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00" h="2426">
                    <a:moveTo>
                      <a:pt x="4735" y="0"/>
                    </a:moveTo>
                    <a:lnTo>
                      <a:pt x="2400" y="0"/>
                    </a:lnTo>
                    <a:lnTo>
                      <a:pt x="65" y="0"/>
                    </a:lnTo>
                    <a:cubicBezTo>
                      <a:pt x="47" y="0"/>
                      <a:pt x="31" y="7"/>
                      <a:pt x="19" y="18"/>
                    </a:cubicBezTo>
                    <a:cubicBezTo>
                      <a:pt x="7" y="30"/>
                      <a:pt x="0" y="46"/>
                      <a:pt x="0" y="64"/>
                    </a:cubicBezTo>
                    <a:lnTo>
                      <a:pt x="0" y="1212"/>
                    </a:lnTo>
                    <a:lnTo>
                      <a:pt x="0" y="2361"/>
                    </a:lnTo>
                    <a:cubicBezTo>
                      <a:pt x="0" y="2379"/>
                      <a:pt x="7" y="2395"/>
                      <a:pt x="19" y="2407"/>
                    </a:cubicBezTo>
                    <a:cubicBezTo>
                      <a:pt x="31" y="2418"/>
                      <a:pt x="47" y="2426"/>
                      <a:pt x="65" y="2426"/>
                    </a:cubicBezTo>
                    <a:lnTo>
                      <a:pt x="2400" y="2426"/>
                    </a:lnTo>
                    <a:lnTo>
                      <a:pt x="4735" y="2426"/>
                    </a:lnTo>
                    <a:cubicBezTo>
                      <a:pt x="4753" y="2426"/>
                      <a:pt x="4769" y="2418"/>
                      <a:pt x="4781" y="2407"/>
                    </a:cubicBezTo>
                    <a:cubicBezTo>
                      <a:pt x="4793" y="2395"/>
                      <a:pt x="4800" y="2379"/>
                      <a:pt x="4800" y="2361"/>
                    </a:cubicBezTo>
                    <a:lnTo>
                      <a:pt x="4800" y="1212"/>
                    </a:lnTo>
                    <a:lnTo>
                      <a:pt x="4800" y="64"/>
                    </a:lnTo>
                    <a:cubicBezTo>
                      <a:pt x="4800" y="46"/>
                      <a:pt x="4793" y="30"/>
                      <a:pt x="4781" y="18"/>
                    </a:cubicBezTo>
                    <a:cubicBezTo>
                      <a:pt x="4769" y="7"/>
                      <a:pt x="4753" y="0"/>
                      <a:pt x="473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FDB168C6-9FDA-334A-ADFE-68DFB182778D}"/>
                  </a:ext>
                </a:extLst>
              </p:cNvPr>
              <p:cNvSpPr/>
              <p:nvPr/>
            </p:nvSpPr>
            <p:spPr>
              <a:xfrm>
                <a:off x="9668593" y="7761516"/>
                <a:ext cx="5993504" cy="3038304"/>
              </a:xfrm>
              <a:custGeom>
                <a:avLst/>
                <a:gdLst>
                  <a:gd name="connsiteX0" fmla="*/ 88432 w 5993504"/>
                  <a:gd name="connsiteY0" fmla="*/ 16198 h 3038304"/>
                  <a:gd name="connsiteX1" fmla="*/ 36120 w 5993504"/>
                  <a:gd name="connsiteY1" fmla="*/ 37375 h 3038304"/>
                  <a:gd name="connsiteX2" fmla="*/ 14946 w 5993504"/>
                  <a:gd name="connsiteY2" fmla="*/ 88450 h 3038304"/>
                  <a:gd name="connsiteX3" fmla="*/ 14946 w 5993504"/>
                  <a:gd name="connsiteY3" fmla="*/ 2949849 h 3038304"/>
                  <a:gd name="connsiteX4" fmla="*/ 36120 w 5993504"/>
                  <a:gd name="connsiteY4" fmla="*/ 3000923 h 3038304"/>
                  <a:gd name="connsiteX5" fmla="*/ 88432 w 5993504"/>
                  <a:gd name="connsiteY5" fmla="*/ 3022100 h 3038304"/>
                  <a:gd name="connsiteX6" fmla="*/ 5905064 w 5993504"/>
                  <a:gd name="connsiteY6" fmla="*/ 3022100 h 3038304"/>
                  <a:gd name="connsiteX7" fmla="*/ 5957377 w 5993504"/>
                  <a:gd name="connsiteY7" fmla="*/ 3000923 h 3038304"/>
                  <a:gd name="connsiteX8" fmla="*/ 5977305 w 5993504"/>
                  <a:gd name="connsiteY8" fmla="*/ 2949849 h 3038304"/>
                  <a:gd name="connsiteX9" fmla="*/ 5977305 w 5993504"/>
                  <a:gd name="connsiteY9" fmla="*/ 88450 h 3038304"/>
                  <a:gd name="connsiteX10" fmla="*/ 5957377 w 5993504"/>
                  <a:gd name="connsiteY10" fmla="*/ 37375 h 3038304"/>
                  <a:gd name="connsiteX11" fmla="*/ 5905064 w 5993504"/>
                  <a:gd name="connsiteY11" fmla="*/ 16198 h 3038304"/>
                  <a:gd name="connsiteX12" fmla="*/ 88433 w 5993504"/>
                  <a:gd name="connsiteY12" fmla="*/ 0 h 3038304"/>
                  <a:gd name="connsiteX13" fmla="*/ 5905071 w 5993504"/>
                  <a:gd name="connsiteY13" fmla="*/ 0 h 3038304"/>
                  <a:gd name="connsiteX14" fmla="*/ 5967348 w 5993504"/>
                  <a:gd name="connsiteY14" fmla="*/ 24915 h 3038304"/>
                  <a:gd name="connsiteX15" fmla="*/ 5993504 w 5993504"/>
                  <a:gd name="connsiteY15" fmla="*/ 88446 h 3038304"/>
                  <a:gd name="connsiteX16" fmla="*/ 5993504 w 5993504"/>
                  <a:gd name="connsiteY16" fmla="*/ 2949858 h 3038304"/>
                  <a:gd name="connsiteX17" fmla="*/ 5967348 w 5993504"/>
                  <a:gd name="connsiteY17" fmla="*/ 3012144 h 3038304"/>
                  <a:gd name="connsiteX18" fmla="*/ 5905071 w 5993504"/>
                  <a:gd name="connsiteY18" fmla="*/ 3038304 h 3038304"/>
                  <a:gd name="connsiteX19" fmla="*/ 88433 w 5993504"/>
                  <a:gd name="connsiteY19" fmla="*/ 3038304 h 3038304"/>
                  <a:gd name="connsiteX20" fmla="*/ 26156 w 5993504"/>
                  <a:gd name="connsiteY20" fmla="*/ 3012144 h 3038304"/>
                  <a:gd name="connsiteX21" fmla="*/ 0 w 5993504"/>
                  <a:gd name="connsiteY21" fmla="*/ 2949858 h 3038304"/>
                  <a:gd name="connsiteX22" fmla="*/ 0 w 5993504"/>
                  <a:gd name="connsiteY22" fmla="*/ 88446 h 3038304"/>
                  <a:gd name="connsiteX23" fmla="*/ 26156 w 5993504"/>
                  <a:gd name="connsiteY23" fmla="*/ 24915 h 3038304"/>
                  <a:gd name="connsiteX24" fmla="*/ 88433 w 5993504"/>
                  <a:gd name="connsiteY24" fmla="*/ 0 h 3038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993504" h="3038304">
                    <a:moveTo>
                      <a:pt x="88432" y="16198"/>
                    </a:moveTo>
                    <a:cubicBezTo>
                      <a:pt x="68504" y="16198"/>
                      <a:pt x="49821" y="23673"/>
                      <a:pt x="36120" y="37375"/>
                    </a:cubicBezTo>
                    <a:cubicBezTo>
                      <a:pt x="22419" y="51078"/>
                      <a:pt x="14946" y="68518"/>
                      <a:pt x="14946" y="88450"/>
                    </a:cubicBezTo>
                    <a:lnTo>
                      <a:pt x="14946" y="2949849"/>
                    </a:lnTo>
                    <a:cubicBezTo>
                      <a:pt x="14946" y="2969780"/>
                      <a:pt x="22419" y="2987220"/>
                      <a:pt x="36120" y="3000923"/>
                    </a:cubicBezTo>
                    <a:cubicBezTo>
                      <a:pt x="49821" y="3014626"/>
                      <a:pt x="68504" y="3022100"/>
                      <a:pt x="88432" y="3022100"/>
                    </a:cubicBezTo>
                    <a:lnTo>
                      <a:pt x="5905064" y="3022100"/>
                    </a:lnTo>
                    <a:cubicBezTo>
                      <a:pt x="5924993" y="3022100"/>
                      <a:pt x="5943675" y="3014626"/>
                      <a:pt x="5957377" y="3000923"/>
                    </a:cubicBezTo>
                    <a:cubicBezTo>
                      <a:pt x="5971077" y="2987220"/>
                      <a:pt x="5977305" y="2969780"/>
                      <a:pt x="5977305" y="2949849"/>
                    </a:cubicBezTo>
                    <a:lnTo>
                      <a:pt x="5977305" y="88450"/>
                    </a:lnTo>
                    <a:cubicBezTo>
                      <a:pt x="5977305" y="68518"/>
                      <a:pt x="5971077" y="51078"/>
                      <a:pt x="5957377" y="37375"/>
                    </a:cubicBezTo>
                    <a:cubicBezTo>
                      <a:pt x="5943675" y="23673"/>
                      <a:pt x="5924993" y="16198"/>
                      <a:pt x="5905064" y="16198"/>
                    </a:cubicBezTo>
                    <a:close/>
                    <a:moveTo>
                      <a:pt x="88433" y="0"/>
                    </a:moveTo>
                    <a:lnTo>
                      <a:pt x="5905071" y="0"/>
                    </a:lnTo>
                    <a:cubicBezTo>
                      <a:pt x="5928737" y="0"/>
                      <a:pt x="5951156" y="9966"/>
                      <a:pt x="5967348" y="24915"/>
                    </a:cubicBezTo>
                    <a:cubicBezTo>
                      <a:pt x="5984785" y="42355"/>
                      <a:pt x="5993504" y="64778"/>
                      <a:pt x="5993504" y="88446"/>
                    </a:cubicBezTo>
                    <a:lnTo>
                      <a:pt x="5993504" y="2949858"/>
                    </a:lnTo>
                    <a:cubicBezTo>
                      <a:pt x="5993504" y="2973527"/>
                      <a:pt x="5984785" y="2995950"/>
                      <a:pt x="5967348" y="3012144"/>
                    </a:cubicBezTo>
                    <a:cubicBezTo>
                      <a:pt x="5951156" y="3028338"/>
                      <a:pt x="5928737" y="3038304"/>
                      <a:pt x="5905071" y="3038304"/>
                    </a:cubicBezTo>
                    <a:lnTo>
                      <a:pt x="88433" y="3038304"/>
                    </a:lnTo>
                    <a:cubicBezTo>
                      <a:pt x="64768" y="3038304"/>
                      <a:pt x="42348" y="3028338"/>
                      <a:pt x="26156" y="3012144"/>
                    </a:cubicBezTo>
                    <a:cubicBezTo>
                      <a:pt x="8719" y="2995950"/>
                      <a:pt x="0" y="2973527"/>
                      <a:pt x="0" y="2949858"/>
                    </a:cubicBezTo>
                    <a:lnTo>
                      <a:pt x="0" y="88446"/>
                    </a:lnTo>
                    <a:cubicBezTo>
                      <a:pt x="0" y="64778"/>
                      <a:pt x="8719" y="42355"/>
                      <a:pt x="26156" y="24915"/>
                    </a:cubicBezTo>
                    <a:cubicBezTo>
                      <a:pt x="42348" y="9966"/>
                      <a:pt x="64768" y="0"/>
                      <a:pt x="884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B252E989-A7F3-8345-AEC5-B543D5C769BD}"/>
                  </a:ext>
                </a:extLst>
              </p:cNvPr>
              <p:cNvSpPr/>
              <p:nvPr/>
            </p:nvSpPr>
            <p:spPr>
              <a:xfrm>
                <a:off x="11962096" y="10898275"/>
                <a:ext cx="92189" cy="1956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" h="158">
                    <a:moveTo>
                      <a:pt x="38" y="158"/>
                    </a:moveTo>
                    <a:cubicBezTo>
                      <a:pt x="27" y="158"/>
                      <a:pt x="18" y="153"/>
                      <a:pt x="11" y="147"/>
                    </a:cubicBezTo>
                    <a:cubicBezTo>
                      <a:pt x="5" y="140"/>
                      <a:pt x="0" y="131"/>
                      <a:pt x="0" y="120"/>
                    </a:cubicBezTo>
                    <a:lnTo>
                      <a:pt x="0" y="79"/>
                    </a:lnTo>
                    <a:lnTo>
                      <a:pt x="0" y="37"/>
                    </a:lnTo>
                    <a:cubicBezTo>
                      <a:pt x="0" y="27"/>
                      <a:pt x="5" y="18"/>
                      <a:pt x="11" y="11"/>
                    </a:cubicBezTo>
                    <a:cubicBezTo>
                      <a:pt x="18" y="3"/>
                      <a:pt x="27" y="0"/>
                      <a:pt x="38" y="0"/>
                    </a:cubicBezTo>
                    <a:cubicBezTo>
                      <a:pt x="49" y="0"/>
                      <a:pt x="58" y="3"/>
                      <a:pt x="64" y="11"/>
                    </a:cubicBezTo>
                    <a:cubicBezTo>
                      <a:pt x="71" y="18"/>
                      <a:pt x="75" y="27"/>
                      <a:pt x="75" y="37"/>
                    </a:cubicBezTo>
                    <a:lnTo>
                      <a:pt x="75" y="79"/>
                    </a:lnTo>
                    <a:lnTo>
                      <a:pt x="75" y="120"/>
                    </a:lnTo>
                    <a:cubicBezTo>
                      <a:pt x="75" y="131"/>
                      <a:pt x="71" y="140"/>
                      <a:pt x="64" y="147"/>
                    </a:cubicBezTo>
                    <a:cubicBezTo>
                      <a:pt x="58" y="153"/>
                      <a:pt x="49" y="158"/>
                      <a:pt x="38" y="15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1655C938-6E30-E34A-9CF4-6AF819D0BB9E}"/>
                  </a:ext>
                </a:extLst>
              </p:cNvPr>
              <p:cNvSpPr/>
              <p:nvPr/>
            </p:nvSpPr>
            <p:spPr>
              <a:xfrm>
                <a:off x="11954621" y="10889548"/>
                <a:ext cx="107138" cy="211859"/>
              </a:xfrm>
              <a:custGeom>
                <a:avLst/>
                <a:gdLst>
                  <a:gd name="connsiteX0" fmla="*/ 54182 w 107138"/>
                  <a:gd name="connsiteY0" fmla="*/ 16205 h 211859"/>
                  <a:gd name="connsiteX1" fmla="*/ 27209 w 107138"/>
                  <a:gd name="connsiteY1" fmla="*/ 27344 h 211859"/>
                  <a:gd name="connsiteX2" fmla="*/ 14949 w 107138"/>
                  <a:gd name="connsiteY2" fmla="*/ 54573 h 211859"/>
                  <a:gd name="connsiteX3" fmla="*/ 14949 w 107138"/>
                  <a:gd name="connsiteY3" fmla="*/ 157302 h 211859"/>
                  <a:gd name="connsiteX4" fmla="*/ 27209 w 107138"/>
                  <a:gd name="connsiteY4" fmla="*/ 184531 h 211859"/>
                  <a:gd name="connsiteX5" fmla="*/ 54182 w 107138"/>
                  <a:gd name="connsiteY5" fmla="*/ 196908 h 211859"/>
                  <a:gd name="connsiteX6" fmla="*/ 81154 w 107138"/>
                  <a:gd name="connsiteY6" fmla="*/ 184531 h 211859"/>
                  <a:gd name="connsiteX7" fmla="*/ 92188 w 107138"/>
                  <a:gd name="connsiteY7" fmla="*/ 157302 h 211859"/>
                  <a:gd name="connsiteX8" fmla="*/ 92188 w 107138"/>
                  <a:gd name="connsiteY8" fmla="*/ 54573 h 211859"/>
                  <a:gd name="connsiteX9" fmla="*/ 81154 w 107138"/>
                  <a:gd name="connsiteY9" fmla="*/ 27344 h 211859"/>
                  <a:gd name="connsiteX10" fmla="*/ 54182 w 107138"/>
                  <a:gd name="connsiteY10" fmla="*/ 16205 h 211859"/>
                  <a:gd name="connsiteX11" fmla="*/ 54185 w 107138"/>
                  <a:gd name="connsiteY11" fmla="*/ 0 h 211859"/>
                  <a:gd name="connsiteX12" fmla="*/ 92360 w 107138"/>
                  <a:gd name="connsiteY12" fmla="*/ 16106 h 211859"/>
                  <a:gd name="connsiteX13" fmla="*/ 107138 w 107138"/>
                  <a:gd name="connsiteY13" fmla="*/ 54513 h 211859"/>
                  <a:gd name="connsiteX14" fmla="*/ 107138 w 107138"/>
                  <a:gd name="connsiteY14" fmla="*/ 157346 h 211859"/>
                  <a:gd name="connsiteX15" fmla="*/ 92360 w 107138"/>
                  <a:gd name="connsiteY15" fmla="*/ 196992 h 211859"/>
                  <a:gd name="connsiteX16" fmla="*/ 54185 w 107138"/>
                  <a:gd name="connsiteY16" fmla="*/ 211859 h 211859"/>
                  <a:gd name="connsiteX17" fmla="*/ 16009 w 107138"/>
                  <a:gd name="connsiteY17" fmla="*/ 196992 h 211859"/>
                  <a:gd name="connsiteX18" fmla="*/ 0 w 107138"/>
                  <a:gd name="connsiteY18" fmla="*/ 157346 h 211859"/>
                  <a:gd name="connsiteX19" fmla="*/ 0 w 107138"/>
                  <a:gd name="connsiteY19" fmla="*/ 54513 h 211859"/>
                  <a:gd name="connsiteX20" fmla="*/ 16009 w 107138"/>
                  <a:gd name="connsiteY20" fmla="*/ 16106 h 211859"/>
                  <a:gd name="connsiteX21" fmla="*/ 54185 w 107138"/>
                  <a:gd name="connsiteY21" fmla="*/ 0 h 211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7138" h="211859">
                    <a:moveTo>
                      <a:pt x="54182" y="16205"/>
                    </a:moveTo>
                    <a:cubicBezTo>
                      <a:pt x="43147" y="16205"/>
                      <a:pt x="34565" y="19918"/>
                      <a:pt x="27209" y="27344"/>
                    </a:cubicBezTo>
                    <a:cubicBezTo>
                      <a:pt x="19853" y="34770"/>
                      <a:pt x="14949" y="44672"/>
                      <a:pt x="14949" y="54573"/>
                    </a:cubicBezTo>
                    <a:lnTo>
                      <a:pt x="14949" y="157302"/>
                    </a:lnTo>
                    <a:cubicBezTo>
                      <a:pt x="14949" y="168441"/>
                      <a:pt x="19853" y="178343"/>
                      <a:pt x="27209" y="184531"/>
                    </a:cubicBezTo>
                    <a:cubicBezTo>
                      <a:pt x="34565" y="193195"/>
                      <a:pt x="43147" y="196908"/>
                      <a:pt x="54182" y="196908"/>
                    </a:cubicBezTo>
                    <a:cubicBezTo>
                      <a:pt x="65216" y="196908"/>
                      <a:pt x="75024" y="193195"/>
                      <a:pt x="81154" y="184531"/>
                    </a:cubicBezTo>
                    <a:cubicBezTo>
                      <a:pt x="88510" y="178343"/>
                      <a:pt x="92188" y="168441"/>
                      <a:pt x="92188" y="157302"/>
                    </a:cubicBezTo>
                    <a:lnTo>
                      <a:pt x="92188" y="54573"/>
                    </a:lnTo>
                    <a:cubicBezTo>
                      <a:pt x="92188" y="44672"/>
                      <a:pt x="88510" y="34770"/>
                      <a:pt x="81154" y="27344"/>
                    </a:cubicBezTo>
                    <a:cubicBezTo>
                      <a:pt x="75024" y="19918"/>
                      <a:pt x="65216" y="16205"/>
                      <a:pt x="54182" y="16205"/>
                    </a:cubicBezTo>
                    <a:close/>
                    <a:moveTo>
                      <a:pt x="54185" y="0"/>
                    </a:moveTo>
                    <a:cubicBezTo>
                      <a:pt x="68962" y="0"/>
                      <a:pt x="82509" y="6195"/>
                      <a:pt x="92360" y="16106"/>
                    </a:cubicBezTo>
                    <a:cubicBezTo>
                      <a:pt x="102212" y="26018"/>
                      <a:pt x="107138" y="40885"/>
                      <a:pt x="107138" y="54513"/>
                    </a:cubicBezTo>
                    <a:lnTo>
                      <a:pt x="107138" y="157346"/>
                    </a:lnTo>
                    <a:cubicBezTo>
                      <a:pt x="107138" y="172213"/>
                      <a:pt x="102212" y="185841"/>
                      <a:pt x="92360" y="196992"/>
                    </a:cubicBezTo>
                    <a:cubicBezTo>
                      <a:pt x="82509" y="206903"/>
                      <a:pt x="68962" y="211859"/>
                      <a:pt x="54185" y="211859"/>
                    </a:cubicBezTo>
                    <a:cubicBezTo>
                      <a:pt x="39407" y="211859"/>
                      <a:pt x="25861" y="206903"/>
                      <a:pt x="16009" y="196992"/>
                    </a:cubicBezTo>
                    <a:cubicBezTo>
                      <a:pt x="6157" y="185841"/>
                      <a:pt x="0" y="172213"/>
                      <a:pt x="0" y="157346"/>
                    </a:cubicBezTo>
                    <a:lnTo>
                      <a:pt x="0" y="54513"/>
                    </a:lnTo>
                    <a:cubicBezTo>
                      <a:pt x="0" y="40885"/>
                      <a:pt x="6157" y="26018"/>
                      <a:pt x="16009" y="16106"/>
                    </a:cubicBezTo>
                    <a:cubicBezTo>
                      <a:pt x="25861" y="6195"/>
                      <a:pt x="39407" y="0"/>
                      <a:pt x="54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191D7E8B-0462-A141-9FB5-C6E7B37C1A82}"/>
                  </a:ext>
                </a:extLst>
              </p:cNvPr>
              <p:cNvSpPr/>
              <p:nvPr/>
            </p:nvSpPr>
            <p:spPr>
              <a:xfrm>
                <a:off x="11918493" y="11024145"/>
                <a:ext cx="180640" cy="1246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" h="101">
                    <a:moveTo>
                      <a:pt x="73" y="101"/>
                    </a:moveTo>
                    <a:cubicBezTo>
                      <a:pt x="53" y="101"/>
                      <a:pt x="36" y="95"/>
                      <a:pt x="22" y="84"/>
                    </a:cubicBezTo>
                    <a:cubicBezTo>
                      <a:pt x="8" y="72"/>
                      <a:pt x="0" y="57"/>
                      <a:pt x="0" y="40"/>
                    </a:cubicBezTo>
                    <a:lnTo>
                      <a:pt x="0" y="6"/>
                    </a:ln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3" y="2"/>
                      <a:pt x="13" y="6"/>
                    </a:cubicBezTo>
                    <a:lnTo>
                      <a:pt x="13" y="40"/>
                    </a:lnTo>
                    <a:cubicBezTo>
                      <a:pt x="13" y="53"/>
                      <a:pt x="19" y="65"/>
                      <a:pt x="30" y="74"/>
                    </a:cubicBezTo>
                    <a:cubicBezTo>
                      <a:pt x="41" y="84"/>
                      <a:pt x="57" y="89"/>
                      <a:pt x="73" y="89"/>
                    </a:cubicBezTo>
                    <a:cubicBezTo>
                      <a:pt x="89" y="89"/>
                      <a:pt x="105" y="84"/>
                      <a:pt x="116" y="74"/>
                    </a:cubicBezTo>
                    <a:cubicBezTo>
                      <a:pt x="127" y="65"/>
                      <a:pt x="133" y="53"/>
                      <a:pt x="133" y="40"/>
                    </a:cubicBezTo>
                    <a:lnTo>
                      <a:pt x="133" y="6"/>
                    </a:lnTo>
                    <a:cubicBezTo>
                      <a:pt x="133" y="2"/>
                      <a:pt x="136" y="0"/>
                      <a:pt x="140" y="0"/>
                    </a:cubicBezTo>
                    <a:cubicBezTo>
                      <a:pt x="143" y="0"/>
                      <a:pt x="146" y="2"/>
                      <a:pt x="146" y="6"/>
                    </a:cubicBezTo>
                    <a:lnTo>
                      <a:pt x="146" y="40"/>
                    </a:lnTo>
                    <a:cubicBezTo>
                      <a:pt x="146" y="57"/>
                      <a:pt x="138" y="72"/>
                      <a:pt x="124" y="84"/>
                    </a:cubicBezTo>
                    <a:cubicBezTo>
                      <a:pt x="110" y="95"/>
                      <a:pt x="92" y="101"/>
                      <a:pt x="73" y="10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771AD335-CBCC-4F49-AD3C-351D31349B5E}"/>
                  </a:ext>
                </a:extLst>
              </p:cNvPr>
              <p:cNvSpPr/>
              <p:nvPr/>
            </p:nvSpPr>
            <p:spPr>
              <a:xfrm>
                <a:off x="12000712" y="11135056"/>
                <a:ext cx="14950" cy="772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63">
                    <a:moveTo>
                      <a:pt x="7" y="63"/>
                    </a:moveTo>
                    <a:cubicBezTo>
                      <a:pt x="3" y="63"/>
                      <a:pt x="0" y="61"/>
                      <a:pt x="0" y="57"/>
                    </a:cubicBezTo>
                    <a:lnTo>
                      <a:pt x="0" y="6"/>
                    </a:lnTo>
                    <a:cubicBezTo>
                      <a:pt x="0" y="2"/>
                      <a:pt x="3" y="0"/>
                      <a:pt x="7" y="0"/>
                    </a:cubicBezTo>
                    <a:cubicBezTo>
                      <a:pt x="10" y="0"/>
                      <a:pt x="13" y="2"/>
                      <a:pt x="13" y="6"/>
                    </a:cubicBezTo>
                    <a:lnTo>
                      <a:pt x="13" y="57"/>
                    </a:lnTo>
                    <a:cubicBezTo>
                      <a:pt x="13" y="61"/>
                      <a:pt x="10" y="63"/>
                      <a:pt x="7" y="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A9851D3F-D05E-7243-AEB1-2ACB1CD91452}"/>
                  </a:ext>
                </a:extLst>
              </p:cNvPr>
              <p:cNvSpPr/>
              <p:nvPr/>
            </p:nvSpPr>
            <p:spPr>
              <a:xfrm>
                <a:off x="11960850" y="11198617"/>
                <a:ext cx="97172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" h="12">
                    <a:moveTo>
                      <a:pt x="72" y="12"/>
                    </a:moveTo>
                    <a:lnTo>
                      <a:pt x="6" y="12"/>
                    </a:lnTo>
                    <a:cubicBezTo>
                      <a:pt x="2" y="12"/>
                      <a:pt x="0" y="10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72" y="0"/>
                    </a:lnTo>
                    <a:cubicBezTo>
                      <a:pt x="76" y="0"/>
                      <a:pt x="79" y="2"/>
                      <a:pt x="79" y="6"/>
                    </a:cubicBezTo>
                    <a:cubicBezTo>
                      <a:pt x="79" y="10"/>
                      <a:pt x="76" y="12"/>
                      <a:pt x="7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BD7809ED-5393-1E43-AD85-64D738231E45}"/>
                  </a:ext>
                </a:extLst>
              </p:cNvPr>
              <p:cNvSpPr/>
              <p:nvPr/>
            </p:nvSpPr>
            <p:spPr>
              <a:xfrm>
                <a:off x="11326742" y="10954356"/>
                <a:ext cx="352559" cy="1944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4" h="157">
                    <a:moveTo>
                      <a:pt x="271" y="28"/>
                    </a:moveTo>
                    <a:lnTo>
                      <a:pt x="249" y="37"/>
                    </a:lnTo>
                    <a:lnTo>
                      <a:pt x="227" y="47"/>
                    </a:lnTo>
                    <a:lnTo>
                      <a:pt x="227" y="36"/>
                    </a:lnTo>
                    <a:lnTo>
                      <a:pt x="227" y="24"/>
                    </a:lnTo>
                    <a:cubicBezTo>
                      <a:pt x="227" y="17"/>
                      <a:pt x="225" y="11"/>
                      <a:pt x="220" y="7"/>
                    </a:cubicBezTo>
                    <a:cubicBezTo>
                      <a:pt x="216" y="3"/>
                      <a:pt x="210" y="0"/>
                      <a:pt x="203" y="0"/>
                    </a:cubicBezTo>
                    <a:lnTo>
                      <a:pt x="114" y="0"/>
                    </a:lnTo>
                    <a:lnTo>
                      <a:pt x="25" y="0"/>
                    </a:lnTo>
                    <a:cubicBezTo>
                      <a:pt x="18" y="0"/>
                      <a:pt x="12" y="3"/>
                      <a:pt x="8" y="7"/>
                    </a:cubicBezTo>
                    <a:cubicBezTo>
                      <a:pt x="3" y="11"/>
                      <a:pt x="0" y="17"/>
                      <a:pt x="0" y="24"/>
                    </a:cubicBezTo>
                    <a:lnTo>
                      <a:pt x="0" y="78"/>
                    </a:lnTo>
                    <a:lnTo>
                      <a:pt x="0" y="132"/>
                    </a:lnTo>
                    <a:cubicBezTo>
                      <a:pt x="0" y="139"/>
                      <a:pt x="3" y="145"/>
                      <a:pt x="8" y="149"/>
                    </a:cubicBezTo>
                    <a:cubicBezTo>
                      <a:pt x="12" y="154"/>
                      <a:pt x="18" y="157"/>
                      <a:pt x="25" y="157"/>
                    </a:cubicBezTo>
                    <a:lnTo>
                      <a:pt x="114" y="157"/>
                    </a:lnTo>
                    <a:lnTo>
                      <a:pt x="203" y="157"/>
                    </a:lnTo>
                    <a:cubicBezTo>
                      <a:pt x="210" y="157"/>
                      <a:pt x="216" y="154"/>
                      <a:pt x="220" y="149"/>
                    </a:cubicBezTo>
                    <a:cubicBezTo>
                      <a:pt x="225" y="145"/>
                      <a:pt x="227" y="139"/>
                      <a:pt x="227" y="132"/>
                    </a:cubicBezTo>
                    <a:lnTo>
                      <a:pt x="227" y="122"/>
                    </a:lnTo>
                    <a:lnTo>
                      <a:pt x="227" y="111"/>
                    </a:lnTo>
                    <a:lnTo>
                      <a:pt x="250" y="119"/>
                    </a:lnTo>
                    <a:lnTo>
                      <a:pt x="272" y="128"/>
                    </a:lnTo>
                    <a:cubicBezTo>
                      <a:pt x="275" y="129"/>
                      <a:pt x="278" y="129"/>
                      <a:pt x="280" y="127"/>
                    </a:cubicBezTo>
                    <a:cubicBezTo>
                      <a:pt x="283" y="125"/>
                      <a:pt x="284" y="123"/>
                      <a:pt x="284" y="119"/>
                    </a:cubicBezTo>
                    <a:lnTo>
                      <a:pt x="284" y="77"/>
                    </a:lnTo>
                    <a:lnTo>
                      <a:pt x="284" y="36"/>
                    </a:lnTo>
                    <a:cubicBezTo>
                      <a:pt x="284" y="33"/>
                      <a:pt x="282" y="30"/>
                      <a:pt x="280" y="28"/>
                    </a:cubicBezTo>
                    <a:cubicBezTo>
                      <a:pt x="277" y="26"/>
                      <a:pt x="274" y="26"/>
                      <a:pt x="271" y="2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9767C4EE-2338-054A-A00D-17709F6EC941}"/>
                  </a:ext>
                </a:extLst>
              </p:cNvPr>
              <p:cNvSpPr/>
              <p:nvPr/>
            </p:nvSpPr>
            <p:spPr>
              <a:xfrm>
                <a:off x="11319267" y="10946878"/>
                <a:ext cx="368754" cy="209367"/>
              </a:xfrm>
              <a:custGeom>
                <a:avLst/>
                <a:gdLst>
                  <a:gd name="connsiteX0" fmla="*/ 38537 w 368754"/>
                  <a:gd name="connsiteY0" fmla="*/ 14952 h 209367"/>
                  <a:gd name="connsiteX1" fmla="*/ 22401 w 368754"/>
                  <a:gd name="connsiteY1" fmla="*/ 21140 h 209367"/>
                  <a:gd name="connsiteX2" fmla="*/ 16195 w 368754"/>
                  <a:gd name="connsiteY2" fmla="*/ 37229 h 209367"/>
                  <a:gd name="connsiteX3" fmla="*/ 16195 w 368754"/>
                  <a:gd name="connsiteY3" fmla="*/ 170894 h 209367"/>
                  <a:gd name="connsiteX4" fmla="*/ 22401 w 368754"/>
                  <a:gd name="connsiteY4" fmla="*/ 186983 h 209367"/>
                  <a:gd name="connsiteX5" fmla="*/ 38537 w 368754"/>
                  <a:gd name="connsiteY5" fmla="*/ 194409 h 209367"/>
                  <a:gd name="connsiteX6" fmla="*/ 259469 w 368754"/>
                  <a:gd name="connsiteY6" fmla="*/ 194409 h 209367"/>
                  <a:gd name="connsiteX7" fmla="*/ 275605 w 368754"/>
                  <a:gd name="connsiteY7" fmla="*/ 186983 h 209367"/>
                  <a:gd name="connsiteX8" fmla="*/ 281811 w 368754"/>
                  <a:gd name="connsiteY8" fmla="*/ 170894 h 209367"/>
                  <a:gd name="connsiteX9" fmla="*/ 281811 w 368754"/>
                  <a:gd name="connsiteY9" fmla="*/ 144904 h 209367"/>
                  <a:gd name="connsiteX10" fmla="*/ 284293 w 368754"/>
                  <a:gd name="connsiteY10" fmla="*/ 138715 h 209367"/>
                  <a:gd name="connsiteX11" fmla="*/ 291740 w 368754"/>
                  <a:gd name="connsiteY11" fmla="*/ 137478 h 209367"/>
                  <a:gd name="connsiteX12" fmla="*/ 347594 w 368754"/>
                  <a:gd name="connsiteY12" fmla="*/ 158518 h 209367"/>
                  <a:gd name="connsiteX13" fmla="*/ 351318 w 368754"/>
                  <a:gd name="connsiteY13" fmla="*/ 158518 h 209367"/>
                  <a:gd name="connsiteX14" fmla="*/ 352559 w 368754"/>
                  <a:gd name="connsiteY14" fmla="*/ 154805 h 209367"/>
                  <a:gd name="connsiteX15" fmla="*/ 352559 w 368754"/>
                  <a:gd name="connsiteY15" fmla="*/ 52081 h 209367"/>
                  <a:gd name="connsiteX16" fmla="*/ 351318 w 368754"/>
                  <a:gd name="connsiteY16" fmla="*/ 48368 h 209367"/>
                  <a:gd name="connsiteX17" fmla="*/ 347594 w 368754"/>
                  <a:gd name="connsiteY17" fmla="*/ 48368 h 209367"/>
                  <a:gd name="connsiteX18" fmla="*/ 291740 w 368754"/>
                  <a:gd name="connsiteY18" fmla="*/ 73121 h 209367"/>
                  <a:gd name="connsiteX19" fmla="*/ 285534 w 368754"/>
                  <a:gd name="connsiteY19" fmla="*/ 73121 h 209367"/>
                  <a:gd name="connsiteX20" fmla="*/ 281811 w 368754"/>
                  <a:gd name="connsiteY20" fmla="*/ 65695 h 209367"/>
                  <a:gd name="connsiteX21" fmla="*/ 281811 w 368754"/>
                  <a:gd name="connsiteY21" fmla="*/ 37229 h 209367"/>
                  <a:gd name="connsiteX22" fmla="*/ 275605 w 368754"/>
                  <a:gd name="connsiteY22" fmla="*/ 21140 h 209367"/>
                  <a:gd name="connsiteX23" fmla="*/ 259469 w 368754"/>
                  <a:gd name="connsiteY23" fmla="*/ 14952 h 209367"/>
                  <a:gd name="connsiteX24" fmla="*/ 38489 w 368754"/>
                  <a:gd name="connsiteY24" fmla="*/ 0 h 209367"/>
                  <a:gd name="connsiteX25" fmla="*/ 259494 w 368754"/>
                  <a:gd name="connsiteY25" fmla="*/ 0 h 209367"/>
                  <a:gd name="connsiteX26" fmla="*/ 286809 w 368754"/>
                  <a:gd name="connsiteY26" fmla="*/ 11150 h 209367"/>
                  <a:gd name="connsiteX27" fmla="*/ 296741 w 368754"/>
                  <a:gd name="connsiteY27" fmla="*/ 37166 h 209367"/>
                  <a:gd name="connsiteX28" fmla="*/ 296741 w 368754"/>
                  <a:gd name="connsiteY28" fmla="*/ 54510 h 209367"/>
                  <a:gd name="connsiteX29" fmla="*/ 341439 w 368754"/>
                  <a:gd name="connsiteY29" fmla="*/ 33449 h 209367"/>
                  <a:gd name="connsiteX30" fmla="*/ 358821 w 368754"/>
                  <a:gd name="connsiteY30" fmla="*/ 35927 h 209367"/>
                  <a:gd name="connsiteX31" fmla="*/ 368754 w 368754"/>
                  <a:gd name="connsiteY31" fmla="*/ 52032 h 209367"/>
                  <a:gd name="connsiteX32" fmla="*/ 368754 w 368754"/>
                  <a:gd name="connsiteY32" fmla="*/ 154857 h 209367"/>
                  <a:gd name="connsiteX33" fmla="*/ 360063 w 368754"/>
                  <a:gd name="connsiteY33" fmla="*/ 170962 h 209367"/>
                  <a:gd name="connsiteX34" fmla="*/ 341439 w 368754"/>
                  <a:gd name="connsiteY34" fmla="*/ 173440 h 209367"/>
                  <a:gd name="connsiteX35" fmla="*/ 296741 w 368754"/>
                  <a:gd name="connsiteY35" fmla="*/ 156096 h 209367"/>
                  <a:gd name="connsiteX36" fmla="*/ 296741 w 368754"/>
                  <a:gd name="connsiteY36" fmla="*/ 170962 h 209367"/>
                  <a:gd name="connsiteX37" fmla="*/ 286809 w 368754"/>
                  <a:gd name="connsiteY37" fmla="*/ 198217 h 209367"/>
                  <a:gd name="connsiteX38" fmla="*/ 259494 w 368754"/>
                  <a:gd name="connsiteY38" fmla="*/ 209367 h 209367"/>
                  <a:gd name="connsiteX39" fmla="*/ 38489 w 368754"/>
                  <a:gd name="connsiteY39" fmla="*/ 209367 h 209367"/>
                  <a:gd name="connsiteX40" fmla="*/ 11174 w 368754"/>
                  <a:gd name="connsiteY40" fmla="*/ 198217 h 209367"/>
                  <a:gd name="connsiteX41" fmla="*/ 0 w 368754"/>
                  <a:gd name="connsiteY41" fmla="*/ 170962 h 209367"/>
                  <a:gd name="connsiteX42" fmla="*/ 0 w 368754"/>
                  <a:gd name="connsiteY42" fmla="*/ 37166 h 209367"/>
                  <a:gd name="connsiteX43" fmla="*/ 11174 w 368754"/>
                  <a:gd name="connsiteY43" fmla="*/ 11150 h 209367"/>
                  <a:gd name="connsiteX44" fmla="*/ 38489 w 368754"/>
                  <a:gd name="connsiteY44" fmla="*/ 0 h 209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68754" h="209367">
                    <a:moveTo>
                      <a:pt x="38537" y="14952"/>
                    </a:moveTo>
                    <a:cubicBezTo>
                      <a:pt x="32331" y="14952"/>
                      <a:pt x="27366" y="17427"/>
                      <a:pt x="22401" y="21140"/>
                    </a:cubicBezTo>
                    <a:cubicBezTo>
                      <a:pt x="18677" y="26091"/>
                      <a:pt x="16195" y="31041"/>
                      <a:pt x="16195" y="37229"/>
                    </a:cubicBezTo>
                    <a:lnTo>
                      <a:pt x="16195" y="170894"/>
                    </a:lnTo>
                    <a:cubicBezTo>
                      <a:pt x="16195" y="177082"/>
                      <a:pt x="18677" y="183270"/>
                      <a:pt x="22401" y="186983"/>
                    </a:cubicBezTo>
                    <a:cubicBezTo>
                      <a:pt x="27366" y="191934"/>
                      <a:pt x="32331" y="194409"/>
                      <a:pt x="38537" y="194409"/>
                    </a:cubicBezTo>
                    <a:lnTo>
                      <a:pt x="259469" y="194409"/>
                    </a:lnTo>
                    <a:cubicBezTo>
                      <a:pt x="265675" y="194409"/>
                      <a:pt x="270640" y="191934"/>
                      <a:pt x="275605" y="186983"/>
                    </a:cubicBezTo>
                    <a:cubicBezTo>
                      <a:pt x="279328" y="183270"/>
                      <a:pt x="281811" y="177082"/>
                      <a:pt x="281811" y="170894"/>
                    </a:cubicBezTo>
                    <a:lnTo>
                      <a:pt x="281811" y="144904"/>
                    </a:lnTo>
                    <a:cubicBezTo>
                      <a:pt x="281811" y="142428"/>
                      <a:pt x="283052" y="139953"/>
                      <a:pt x="284293" y="138715"/>
                    </a:cubicBezTo>
                    <a:cubicBezTo>
                      <a:pt x="286776" y="137478"/>
                      <a:pt x="290499" y="137478"/>
                      <a:pt x="291740" y="137478"/>
                    </a:cubicBezTo>
                    <a:lnTo>
                      <a:pt x="347594" y="158518"/>
                    </a:lnTo>
                    <a:cubicBezTo>
                      <a:pt x="348835" y="159755"/>
                      <a:pt x="350077" y="158518"/>
                      <a:pt x="351318" y="158518"/>
                    </a:cubicBezTo>
                    <a:cubicBezTo>
                      <a:pt x="351318" y="157280"/>
                      <a:pt x="352559" y="157280"/>
                      <a:pt x="352559" y="154805"/>
                    </a:cubicBezTo>
                    <a:lnTo>
                      <a:pt x="352559" y="52081"/>
                    </a:lnTo>
                    <a:cubicBezTo>
                      <a:pt x="352559" y="49606"/>
                      <a:pt x="351318" y="49606"/>
                      <a:pt x="351318" y="48368"/>
                    </a:cubicBezTo>
                    <a:cubicBezTo>
                      <a:pt x="350077" y="48368"/>
                      <a:pt x="348835" y="48368"/>
                      <a:pt x="347594" y="48368"/>
                    </a:cubicBezTo>
                    <a:lnTo>
                      <a:pt x="291740" y="73121"/>
                    </a:lnTo>
                    <a:cubicBezTo>
                      <a:pt x="290499" y="74358"/>
                      <a:pt x="288017" y="74358"/>
                      <a:pt x="285534" y="73121"/>
                    </a:cubicBezTo>
                    <a:cubicBezTo>
                      <a:pt x="283052" y="71883"/>
                      <a:pt x="281811" y="69408"/>
                      <a:pt x="281811" y="65695"/>
                    </a:cubicBezTo>
                    <a:lnTo>
                      <a:pt x="281811" y="37229"/>
                    </a:lnTo>
                    <a:cubicBezTo>
                      <a:pt x="281811" y="31041"/>
                      <a:pt x="279328" y="26091"/>
                      <a:pt x="275605" y="21140"/>
                    </a:cubicBezTo>
                    <a:cubicBezTo>
                      <a:pt x="270640" y="17427"/>
                      <a:pt x="265675" y="14952"/>
                      <a:pt x="259469" y="14952"/>
                    </a:cubicBezTo>
                    <a:close/>
                    <a:moveTo>
                      <a:pt x="38489" y="0"/>
                    </a:moveTo>
                    <a:lnTo>
                      <a:pt x="259494" y="0"/>
                    </a:lnTo>
                    <a:cubicBezTo>
                      <a:pt x="269426" y="0"/>
                      <a:pt x="278117" y="3717"/>
                      <a:pt x="286809" y="11150"/>
                    </a:cubicBezTo>
                    <a:cubicBezTo>
                      <a:pt x="293017" y="17344"/>
                      <a:pt x="296741" y="27255"/>
                      <a:pt x="296741" y="37166"/>
                    </a:cubicBezTo>
                    <a:lnTo>
                      <a:pt x="296741" y="54510"/>
                    </a:lnTo>
                    <a:lnTo>
                      <a:pt x="341439" y="33449"/>
                    </a:lnTo>
                    <a:cubicBezTo>
                      <a:pt x="347647" y="32210"/>
                      <a:pt x="353855" y="32210"/>
                      <a:pt x="358821" y="35927"/>
                    </a:cubicBezTo>
                    <a:cubicBezTo>
                      <a:pt x="365029" y="39643"/>
                      <a:pt x="368754" y="45838"/>
                      <a:pt x="368754" y="52032"/>
                    </a:cubicBezTo>
                    <a:lnTo>
                      <a:pt x="368754" y="154857"/>
                    </a:lnTo>
                    <a:cubicBezTo>
                      <a:pt x="368754" y="161052"/>
                      <a:pt x="365029" y="167246"/>
                      <a:pt x="360063" y="170962"/>
                    </a:cubicBezTo>
                    <a:cubicBezTo>
                      <a:pt x="355096" y="174679"/>
                      <a:pt x="347647" y="174679"/>
                      <a:pt x="341439" y="173440"/>
                    </a:cubicBezTo>
                    <a:lnTo>
                      <a:pt x="296741" y="156096"/>
                    </a:lnTo>
                    <a:lnTo>
                      <a:pt x="296741" y="170962"/>
                    </a:lnTo>
                    <a:cubicBezTo>
                      <a:pt x="296741" y="182112"/>
                      <a:pt x="293017" y="190784"/>
                      <a:pt x="286809" y="198217"/>
                    </a:cubicBezTo>
                    <a:cubicBezTo>
                      <a:pt x="278117" y="205650"/>
                      <a:pt x="269426" y="209367"/>
                      <a:pt x="259494" y="209367"/>
                    </a:cubicBezTo>
                    <a:lnTo>
                      <a:pt x="38489" y="209367"/>
                    </a:lnTo>
                    <a:cubicBezTo>
                      <a:pt x="28557" y="209367"/>
                      <a:pt x="18624" y="205650"/>
                      <a:pt x="11174" y="198217"/>
                    </a:cubicBezTo>
                    <a:cubicBezTo>
                      <a:pt x="3725" y="190784"/>
                      <a:pt x="0" y="182112"/>
                      <a:pt x="0" y="170962"/>
                    </a:cubicBezTo>
                    <a:lnTo>
                      <a:pt x="0" y="37166"/>
                    </a:lnTo>
                    <a:cubicBezTo>
                      <a:pt x="0" y="27255"/>
                      <a:pt x="3725" y="17344"/>
                      <a:pt x="11174" y="11150"/>
                    </a:cubicBezTo>
                    <a:cubicBezTo>
                      <a:pt x="18624" y="3717"/>
                      <a:pt x="28557" y="0"/>
                      <a:pt x="384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398E0F3A-9D49-F246-AD19-5D4E6CFB5DFA}"/>
                  </a:ext>
                </a:extLst>
              </p:cNvPr>
              <p:cNvSpPr/>
              <p:nvPr/>
            </p:nvSpPr>
            <p:spPr>
              <a:xfrm>
                <a:off x="12365732" y="10950617"/>
                <a:ext cx="475892" cy="2006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3" h="162">
                    <a:moveTo>
                      <a:pt x="383" y="87"/>
                    </a:moveTo>
                    <a:cubicBezTo>
                      <a:pt x="383" y="33"/>
                      <a:pt x="288" y="2"/>
                      <a:pt x="191" y="0"/>
                    </a:cubicBezTo>
                    <a:cubicBezTo>
                      <a:pt x="96" y="-1"/>
                      <a:pt x="0" y="26"/>
                      <a:pt x="0" y="87"/>
                    </a:cubicBezTo>
                    <a:cubicBezTo>
                      <a:pt x="0" y="121"/>
                      <a:pt x="7" y="141"/>
                      <a:pt x="19" y="151"/>
                    </a:cubicBezTo>
                    <a:cubicBezTo>
                      <a:pt x="31" y="162"/>
                      <a:pt x="49" y="163"/>
                      <a:pt x="73" y="162"/>
                    </a:cubicBezTo>
                    <a:cubicBezTo>
                      <a:pt x="97" y="160"/>
                      <a:pt x="106" y="142"/>
                      <a:pt x="112" y="122"/>
                    </a:cubicBezTo>
                    <a:cubicBezTo>
                      <a:pt x="118" y="102"/>
                      <a:pt x="119" y="80"/>
                      <a:pt x="125" y="70"/>
                    </a:cubicBezTo>
                    <a:cubicBezTo>
                      <a:pt x="132" y="61"/>
                      <a:pt x="162" y="56"/>
                      <a:pt x="191" y="56"/>
                    </a:cubicBezTo>
                    <a:cubicBezTo>
                      <a:pt x="221" y="56"/>
                      <a:pt x="251" y="61"/>
                      <a:pt x="257" y="70"/>
                    </a:cubicBezTo>
                    <a:cubicBezTo>
                      <a:pt x="264" y="80"/>
                      <a:pt x="265" y="102"/>
                      <a:pt x="271" y="122"/>
                    </a:cubicBezTo>
                    <a:cubicBezTo>
                      <a:pt x="277" y="142"/>
                      <a:pt x="287" y="160"/>
                      <a:pt x="309" y="162"/>
                    </a:cubicBezTo>
                    <a:cubicBezTo>
                      <a:pt x="333" y="163"/>
                      <a:pt x="352" y="162"/>
                      <a:pt x="364" y="151"/>
                    </a:cubicBezTo>
                    <a:cubicBezTo>
                      <a:pt x="377" y="141"/>
                      <a:pt x="383" y="121"/>
                      <a:pt x="383" y="8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EC2259D1-5AE5-BA4B-AF54-2EFAF9D1A001}"/>
                  </a:ext>
                </a:extLst>
              </p:cNvPr>
              <p:cNvSpPr/>
              <p:nvPr/>
            </p:nvSpPr>
            <p:spPr>
              <a:xfrm>
                <a:off x="12358257" y="10943087"/>
                <a:ext cx="490842" cy="216893"/>
              </a:xfrm>
              <a:custGeom>
                <a:avLst/>
                <a:gdLst>
                  <a:gd name="connsiteX0" fmla="*/ 244800 w 490842"/>
                  <a:gd name="connsiteY0" fmla="*/ 16254 h 216893"/>
                  <a:gd name="connsiteX1" fmla="*/ 36071 w 490842"/>
                  <a:gd name="connsiteY1" fmla="*/ 69482 h 216893"/>
                  <a:gd name="connsiteX2" fmla="*/ 14950 w 490842"/>
                  <a:gd name="connsiteY2" fmla="*/ 115283 h 216893"/>
                  <a:gd name="connsiteX3" fmla="*/ 36071 w 490842"/>
                  <a:gd name="connsiteY3" fmla="*/ 188317 h 216893"/>
                  <a:gd name="connsiteX4" fmla="*/ 98193 w 490842"/>
                  <a:gd name="connsiteY4" fmla="*/ 199458 h 216893"/>
                  <a:gd name="connsiteX5" fmla="*/ 139193 w 490842"/>
                  <a:gd name="connsiteY5" fmla="*/ 157371 h 216893"/>
                  <a:gd name="connsiteX6" fmla="*/ 145406 w 490842"/>
                  <a:gd name="connsiteY6" fmla="*/ 127662 h 216893"/>
                  <a:gd name="connsiteX7" fmla="*/ 156587 w 490842"/>
                  <a:gd name="connsiteY7" fmla="*/ 90526 h 216893"/>
                  <a:gd name="connsiteX8" fmla="*/ 244800 w 490842"/>
                  <a:gd name="connsiteY8" fmla="*/ 69482 h 216893"/>
                  <a:gd name="connsiteX9" fmla="*/ 334256 w 490842"/>
                  <a:gd name="connsiteY9" fmla="*/ 90526 h 216893"/>
                  <a:gd name="connsiteX10" fmla="*/ 345437 w 490842"/>
                  <a:gd name="connsiteY10" fmla="*/ 127662 h 216893"/>
                  <a:gd name="connsiteX11" fmla="*/ 351650 w 490842"/>
                  <a:gd name="connsiteY11" fmla="*/ 157371 h 216893"/>
                  <a:gd name="connsiteX12" fmla="*/ 392650 w 490842"/>
                  <a:gd name="connsiteY12" fmla="*/ 199458 h 216893"/>
                  <a:gd name="connsiteX13" fmla="*/ 454772 w 490842"/>
                  <a:gd name="connsiteY13" fmla="*/ 188317 h 216893"/>
                  <a:gd name="connsiteX14" fmla="*/ 475893 w 490842"/>
                  <a:gd name="connsiteY14" fmla="*/ 115283 h 216893"/>
                  <a:gd name="connsiteX15" fmla="*/ 244800 w 490842"/>
                  <a:gd name="connsiteY15" fmla="*/ 16254 h 216893"/>
                  <a:gd name="connsiteX16" fmla="*/ 244800 w 490842"/>
                  <a:gd name="connsiteY16" fmla="*/ 49 h 216893"/>
                  <a:gd name="connsiteX17" fmla="*/ 490842 w 490842"/>
                  <a:gd name="connsiteY17" fmla="*/ 115286 h 216893"/>
                  <a:gd name="connsiteX18" fmla="*/ 464747 w 490842"/>
                  <a:gd name="connsiteY18" fmla="*/ 200785 h 216893"/>
                  <a:gd name="connsiteX19" fmla="*/ 410071 w 490842"/>
                  <a:gd name="connsiteY19" fmla="*/ 216893 h 216893"/>
                  <a:gd name="connsiteX20" fmla="*/ 391431 w 490842"/>
                  <a:gd name="connsiteY20" fmla="*/ 215654 h 216893"/>
                  <a:gd name="connsiteX21" fmla="*/ 336755 w 490842"/>
                  <a:gd name="connsiteY21" fmla="*/ 161133 h 216893"/>
                  <a:gd name="connsiteX22" fmla="*/ 329299 w 490842"/>
                  <a:gd name="connsiteY22" fmla="*/ 130155 h 216893"/>
                  <a:gd name="connsiteX23" fmla="*/ 321843 w 490842"/>
                  <a:gd name="connsiteY23" fmla="*/ 99178 h 216893"/>
                  <a:gd name="connsiteX24" fmla="*/ 244800 w 490842"/>
                  <a:gd name="connsiteY24" fmla="*/ 84308 h 216893"/>
                  <a:gd name="connsiteX25" fmla="*/ 170241 w 490842"/>
                  <a:gd name="connsiteY25" fmla="*/ 99178 h 216893"/>
                  <a:gd name="connsiteX26" fmla="*/ 160300 w 490842"/>
                  <a:gd name="connsiteY26" fmla="*/ 130155 h 216893"/>
                  <a:gd name="connsiteX27" fmla="*/ 154087 w 490842"/>
                  <a:gd name="connsiteY27" fmla="*/ 161133 h 216893"/>
                  <a:gd name="connsiteX28" fmla="*/ 99411 w 490842"/>
                  <a:gd name="connsiteY28" fmla="*/ 215654 h 216893"/>
                  <a:gd name="connsiteX29" fmla="*/ 26095 w 490842"/>
                  <a:gd name="connsiteY29" fmla="*/ 200785 h 216893"/>
                  <a:gd name="connsiteX30" fmla="*/ 0 w 490842"/>
                  <a:gd name="connsiteY30" fmla="*/ 115286 h 216893"/>
                  <a:gd name="connsiteX31" fmla="*/ 24853 w 490842"/>
                  <a:gd name="connsiteY31" fmla="*/ 58287 h 216893"/>
                  <a:gd name="connsiteX32" fmla="*/ 244800 w 490842"/>
                  <a:gd name="connsiteY32" fmla="*/ 49 h 216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490842" h="216893">
                    <a:moveTo>
                      <a:pt x="244800" y="16254"/>
                    </a:moveTo>
                    <a:cubicBezTo>
                      <a:pt x="151618" y="13778"/>
                      <a:pt x="70860" y="34822"/>
                      <a:pt x="36071" y="69482"/>
                    </a:cubicBezTo>
                    <a:cubicBezTo>
                      <a:pt x="22405" y="83099"/>
                      <a:pt x="14950" y="99191"/>
                      <a:pt x="14950" y="115283"/>
                    </a:cubicBezTo>
                    <a:cubicBezTo>
                      <a:pt x="14950" y="153657"/>
                      <a:pt x="22405" y="177177"/>
                      <a:pt x="36071" y="188317"/>
                    </a:cubicBezTo>
                    <a:cubicBezTo>
                      <a:pt x="47253" y="199458"/>
                      <a:pt x="65890" y="201934"/>
                      <a:pt x="98193" y="199458"/>
                    </a:cubicBezTo>
                    <a:cubicBezTo>
                      <a:pt x="118072" y="199458"/>
                      <a:pt x="131739" y="185842"/>
                      <a:pt x="139193" y="157371"/>
                    </a:cubicBezTo>
                    <a:cubicBezTo>
                      <a:pt x="141678" y="147468"/>
                      <a:pt x="144163" y="137565"/>
                      <a:pt x="145406" y="127662"/>
                    </a:cubicBezTo>
                    <a:cubicBezTo>
                      <a:pt x="149133" y="112808"/>
                      <a:pt x="151618" y="99191"/>
                      <a:pt x="156587" y="90526"/>
                    </a:cubicBezTo>
                    <a:cubicBezTo>
                      <a:pt x="169012" y="70720"/>
                      <a:pt x="227406" y="69482"/>
                      <a:pt x="244800" y="69482"/>
                    </a:cubicBezTo>
                    <a:cubicBezTo>
                      <a:pt x="262194" y="69482"/>
                      <a:pt x="321831" y="70720"/>
                      <a:pt x="334256" y="90526"/>
                    </a:cubicBezTo>
                    <a:cubicBezTo>
                      <a:pt x="339225" y="99191"/>
                      <a:pt x="341710" y="112808"/>
                      <a:pt x="345437" y="127662"/>
                    </a:cubicBezTo>
                    <a:cubicBezTo>
                      <a:pt x="346680" y="137565"/>
                      <a:pt x="349165" y="147468"/>
                      <a:pt x="351650" y="157371"/>
                    </a:cubicBezTo>
                    <a:cubicBezTo>
                      <a:pt x="360347" y="185842"/>
                      <a:pt x="372771" y="199458"/>
                      <a:pt x="392650" y="199458"/>
                    </a:cubicBezTo>
                    <a:cubicBezTo>
                      <a:pt x="424953" y="201934"/>
                      <a:pt x="443590" y="199458"/>
                      <a:pt x="454772" y="188317"/>
                    </a:cubicBezTo>
                    <a:cubicBezTo>
                      <a:pt x="468438" y="177177"/>
                      <a:pt x="475893" y="153657"/>
                      <a:pt x="475893" y="115283"/>
                    </a:cubicBezTo>
                    <a:cubicBezTo>
                      <a:pt x="475893" y="53390"/>
                      <a:pt x="356619" y="17492"/>
                      <a:pt x="244800" y="16254"/>
                    </a:cubicBezTo>
                    <a:close/>
                    <a:moveTo>
                      <a:pt x="244800" y="49"/>
                    </a:moveTo>
                    <a:cubicBezTo>
                      <a:pt x="413798" y="2527"/>
                      <a:pt x="490842" y="62004"/>
                      <a:pt x="490842" y="115286"/>
                    </a:cubicBezTo>
                    <a:cubicBezTo>
                      <a:pt x="490842" y="158655"/>
                      <a:pt x="482144" y="185915"/>
                      <a:pt x="464747" y="200785"/>
                    </a:cubicBezTo>
                    <a:cubicBezTo>
                      <a:pt x="451078" y="213176"/>
                      <a:pt x="431195" y="216893"/>
                      <a:pt x="410071" y="216893"/>
                    </a:cubicBezTo>
                    <a:cubicBezTo>
                      <a:pt x="403857" y="216893"/>
                      <a:pt x="397644" y="215654"/>
                      <a:pt x="391431" y="215654"/>
                    </a:cubicBezTo>
                    <a:cubicBezTo>
                      <a:pt x="355394" y="213176"/>
                      <a:pt x="342968" y="183437"/>
                      <a:pt x="336755" y="161133"/>
                    </a:cubicBezTo>
                    <a:cubicBezTo>
                      <a:pt x="333027" y="149981"/>
                      <a:pt x="331784" y="140068"/>
                      <a:pt x="329299" y="130155"/>
                    </a:cubicBezTo>
                    <a:cubicBezTo>
                      <a:pt x="326814" y="116525"/>
                      <a:pt x="325571" y="104134"/>
                      <a:pt x="321843" y="99178"/>
                    </a:cubicBezTo>
                    <a:cubicBezTo>
                      <a:pt x="316873" y="92982"/>
                      <a:pt x="292020" y="84308"/>
                      <a:pt x="244800" y="84308"/>
                    </a:cubicBezTo>
                    <a:cubicBezTo>
                      <a:pt x="200065" y="84308"/>
                      <a:pt x="172727" y="92982"/>
                      <a:pt x="170241" y="99178"/>
                    </a:cubicBezTo>
                    <a:cubicBezTo>
                      <a:pt x="166513" y="104134"/>
                      <a:pt x="162786" y="116525"/>
                      <a:pt x="160300" y="130155"/>
                    </a:cubicBezTo>
                    <a:cubicBezTo>
                      <a:pt x="159058" y="140068"/>
                      <a:pt x="157815" y="149981"/>
                      <a:pt x="154087" y="161133"/>
                    </a:cubicBezTo>
                    <a:cubicBezTo>
                      <a:pt x="147874" y="183437"/>
                      <a:pt x="135448" y="213176"/>
                      <a:pt x="99411" y="215654"/>
                    </a:cubicBezTo>
                    <a:cubicBezTo>
                      <a:pt x="73316" y="218132"/>
                      <a:pt x="45978" y="216893"/>
                      <a:pt x="26095" y="200785"/>
                    </a:cubicBezTo>
                    <a:cubicBezTo>
                      <a:pt x="8698" y="185915"/>
                      <a:pt x="0" y="158655"/>
                      <a:pt x="0" y="115286"/>
                    </a:cubicBezTo>
                    <a:cubicBezTo>
                      <a:pt x="0" y="94221"/>
                      <a:pt x="8698" y="75635"/>
                      <a:pt x="24853" y="58287"/>
                    </a:cubicBezTo>
                    <a:cubicBezTo>
                      <a:pt x="63375" y="21114"/>
                      <a:pt x="145389" y="-1190"/>
                      <a:pt x="244800" y="4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AE3893B0-D752-7446-B669-49A0D18484C5}"/>
                  </a:ext>
                </a:extLst>
              </p:cNvPr>
              <p:cNvSpPr/>
              <p:nvPr/>
            </p:nvSpPr>
            <p:spPr>
              <a:xfrm>
                <a:off x="13118187" y="10961830"/>
                <a:ext cx="318923" cy="2492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7" h="201">
                    <a:moveTo>
                      <a:pt x="236" y="0"/>
                    </a:moveTo>
                    <a:lnTo>
                      <a:pt x="128" y="0"/>
                    </a:lnTo>
                    <a:lnTo>
                      <a:pt x="20" y="0"/>
                    </a:lnTo>
                    <a:cubicBezTo>
                      <a:pt x="14" y="0"/>
                      <a:pt x="9" y="2"/>
                      <a:pt x="6" y="6"/>
                    </a:cubicBezTo>
                    <a:cubicBezTo>
                      <a:pt x="1" y="10"/>
                      <a:pt x="0" y="15"/>
                      <a:pt x="0" y="21"/>
                    </a:cubicBezTo>
                    <a:lnTo>
                      <a:pt x="0" y="80"/>
                    </a:lnTo>
                    <a:lnTo>
                      <a:pt x="0" y="139"/>
                    </a:lnTo>
                    <a:cubicBezTo>
                      <a:pt x="0" y="144"/>
                      <a:pt x="1" y="150"/>
                      <a:pt x="6" y="153"/>
                    </a:cubicBezTo>
                    <a:cubicBezTo>
                      <a:pt x="9" y="157"/>
                      <a:pt x="14" y="159"/>
                      <a:pt x="20" y="159"/>
                    </a:cubicBezTo>
                    <a:lnTo>
                      <a:pt x="107" y="159"/>
                    </a:lnTo>
                    <a:lnTo>
                      <a:pt x="194" y="159"/>
                    </a:lnTo>
                    <a:lnTo>
                      <a:pt x="218" y="179"/>
                    </a:lnTo>
                    <a:lnTo>
                      <a:pt x="243" y="199"/>
                    </a:lnTo>
                    <a:cubicBezTo>
                      <a:pt x="246" y="202"/>
                      <a:pt x="249" y="202"/>
                      <a:pt x="252" y="200"/>
                    </a:cubicBezTo>
                    <a:cubicBezTo>
                      <a:pt x="255" y="199"/>
                      <a:pt x="257" y="196"/>
                      <a:pt x="257" y="192"/>
                    </a:cubicBezTo>
                    <a:lnTo>
                      <a:pt x="257" y="107"/>
                    </a:lnTo>
                    <a:lnTo>
                      <a:pt x="257" y="21"/>
                    </a:lnTo>
                    <a:cubicBezTo>
                      <a:pt x="257" y="15"/>
                      <a:pt x="255" y="10"/>
                      <a:pt x="251" y="6"/>
                    </a:cubicBezTo>
                    <a:cubicBezTo>
                      <a:pt x="247" y="2"/>
                      <a:pt x="242" y="0"/>
                      <a:pt x="23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6BC83B1F-4B60-804A-9227-C702152786BA}"/>
                  </a:ext>
                </a:extLst>
              </p:cNvPr>
              <p:cNvSpPr/>
              <p:nvPr/>
            </p:nvSpPr>
            <p:spPr>
              <a:xfrm>
                <a:off x="13109466" y="10954356"/>
                <a:ext cx="335118" cy="264201"/>
              </a:xfrm>
              <a:custGeom>
                <a:avLst/>
                <a:gdLst>
                  <a:gd name="connsiteX0" fmla="*/ 33566 w 335118"/>
                  <a:gd name="connsiteY0" fmla="*/ 16201 h 264201"/>
                  <a:gd name="connsiteX1" fmla="*/ 21159 w 335118"/>
                  <a:gd name="connsiteY1" fmla="*/ 21159 h 264201"/>
                  <a:gd name="connsiteX2" fmla="*/ 16196 w 335118"/>
                  <a:gd name="connsiteY2" fmla="*/ 33555 h 264201"/>
                  <a:gd name="connsiteX3" fmla="*/ 16196 w 335118"/>
                  <a:gd name="connsiteY3" fmla="*/ 179828 h 264201"/>
                  <a:gd name="connsiteX4" fmla="*/ 21159 w 335118"/>
                  <a:gd name="connsiteY4" fmla="*/ 192224 h 264201"/>
                  <a:gd name="connsiteX5" fmla="*/ 33566 w 335118"/>
                  <a:gd name="connsiteY5" fmla="*/ 197183 h 264201"/>
                  <a:gd name="connsiteX6" fmla="*/ 249449 w 335118"/>
                  <a:gd name="connsiteY6" fmla="*/ 197183 h 264201"/>
                  <a:gd name="connsiteX7" fmla="*/ 254412 w 335118"/>
                  <a:gd name="connsiteY7" fmla="*/ 198422 h 264201"/>
                  <a:gd name="connsiteX8" fmla="*/ 315206 w 335118"/>
                  <a:gd name="connsiteY8" fmla="*/ 248006 h 264201"/>
                  <a:gd name="connsiteX9" fmla="*/ 317688 w 335118"/>
                  <a:gd name="connsiteY9" fmla="*/ 249246 h 264201"/>
                  <a:gd name="connsiteX10" fmla="*/ 320169 w 335118"/>
                  <a:gd name="connsiteY10" fmla="*/ 245527 h 264201"/>
                  <a:gd name="connsiteX11" fmla="*/ 320169 w 335118"/>
                  <a:gd name="connsiteY11" fmla="*/ 33555 h 264201"/>
                  <a:gd name="connsiteX12" fmla="*/ 315206 w 335118"/>
                  <a:gd name="connsiteY12" fmla="*/ 21159 h 264201"/>
                  <a:gd name="connsiteX13" fmla="*/ 301558 w 335118"/>
                  <a:gd name="connsiteY13" fmla="*/ 16201 h 264201"/>
                  <a:gd name="connsiteX14" fmla="*/ 33512 w 335118"/>
                  <a:gd name="connsiteY14" fmla="*/ 0 h 264201"/>
                  <a:gd name="connsiteX15" fmla="*/ 301606 w 335118"/>
                  <a:gd name="connsiteY15" fmla="*/ 0 h 264201"/>
                  <a:gd name="connsiteX16" fmla="*/ 325189 w 335118"/>
                  <a:gd name="connsiteY16" fmla="*/ 9923 h 264201"/>
                  <a:gd name="connsiteX17" fmla="*/ 335118 w 335118"/>
                  <a:gd name="connsiteY17" fmla="*/ 33490 h 264201"/>
                  <a:gd name="connsiteX18" fmla="*/ 335118 w 335118"/>
                  <a:gd name="connsiteY18" fmla="*/ 245595 h 264201"/>
                  <a:gd name="connsiteX19" fmla="*/ 325189 w 335118"/>
                  <a:gd name="connsiteY19" fmla="*/ 262961 h 264201"/>
                  <a:gd name="connsiteX20" fmla="*/ 316500 w 335118"/>
                  <a:gd name="connsiteY20" fmla="*/ 264201 h 264201"/>
                  <a:gd name="connsiteX21" fmla="*/ 305330 w 335118"/>
                  <a:gd name="connsiteY21" fmla="*/ 260480 h 264201"/>
                  <a:gd name="connsiteX22" fmla="*/ 246994 w 335118"/>
                  <a:gd name="connsiteY22" fmla="*/ 212105 h 264201"/>
                  <a:gd name="connsiteX23" fmla="*/ 33512 w 335118"/>
                  <a:gd name="connsiteY23" fmla="*/ 212105 h 264201"/>
                  <a:gd name="connsiteX24" fmla="*/ 9929 w 335118"/>
                  <a:gd name="connsiteY24" fmla="*/ 202182 h 264201"/>
                  <a:gd name="connsiteX25" fmla="*/ 0 w 335118"/>
                  <a:gd name="connsiteY25" fmla="*/ 179855 h 264201"/>
                  <a:gd name="connsiteX26" fmla="*/ 0 w 335118"/>
                  <a:gd name="connsiteY26" fmla="*/ 33490 h 264201"/>
                  <a:gd name="connsiteX27" fmla="*/ 9929 w 335118"/>
                  <a:gd name="connsiteY27" fmla="*/ 9923 h 264201"/>
                  <a:gd name="connsiteX28" fmla="*/ 33512 w 335118"/>
                  <a:gd name="connsiteY28" fmla="*/ 0 h 264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35118" h="264201">
                    <a:moveTo>
                      <a:pt x="33566" y="16201"/>
                    </a:moveTo>
                    <a:cubicBezTo>
                      <a:pt x="28603" y="16201"/>
                      <a:pt x="23640" y="17441"/>
                      <a:pt x="21159" y="21159"/>
                    </a:cubicBezTo>
                    <a:cubicBezTo>
                      <a:pt x="17437" y="23639"/>
                      <a:pt x="16196" y="28597"/>
                      <a:pt x="16196" y="33555"/>
                    </a:cubicBezTo>
                    <a:lnTo>
                      <a:pt x="16196" y="179828"/>
                    </a:lnTo>
                    <a:cubicBezTo>
                      <a:pt x="16196" y="183547"/>
                      <a:pt x="17437" y="188506"/>
                      <a:pt x="21159" y="192224"/>
                    </a:cubicBezTo>
                    <a:cubicBezTo>
                      <a:pt x="23640" y="194704"/>
                      <a:pt x="28603" y="197183"/>
                      <a:pt x="33566" y="197183"/>
                    </a:cubicBezTo>
                    <a:lnTo>
                      <a:pt x="249449" y="197183"/>
                    </a:lnTo>
                    <a:cubicBezTo>
                      <a:pt x="250689" y="197183"/>
                      <a:pt x="251930" y="198422"/>
                      <a:pt x="254412" y="198422"/>
                    </a:cubicBezTo>
                    <a:lnTo>
                      <a:pt x="315206" y="248006"/>
                    </a:lnTo>
                    <a:cubicBezTo>
                      <a:pt x="316447" y="249246"/>
                      <a:pt x="316447" y="249246"/>
                      <a:pt x="317688" y="249246"/>
                    </a:cubicBezTo>
                    <a:cubicBezTo>
                      <a:pt x="318928" y="248006"/>
                      <a:pt x="320169" y="246767"/>
                      <a:pt x="320169" y="245527"/>
                    </a:cubicBezTo>
                    <a:lnTo>
                      <a:pt x="320169" y="33555"/>
                    </a:lnTo>
                    <a:cubicBezTo>
                      <a:pt x="320169" y="28597"/>
                      <a:pt x="317688" y="23639"/>
                      <a:pt x="315206" y="21159"/>
                    </a:cubicBezTo>
                    <a:cubicBezTo>
                      <a:pt x="311484" y="17441"/>
                      <a:pt x="306521" y="16201"/>
                      <a:pt x="301558" y="16201"/>
                    </a:cubicBezTo>
                    <a:close/>
                    <a:moveTo>
                      <a:pt x="33512" y="0"/>
                    </a:moveTo>
                    <a:lnTo>
                      <a:pt x="301606" y="0"/>
                    </a:lnTo>
                    <a:cubicBezTo>
                      <a:pt x="311536" y="0"/>
                      <a:pt x="318983" y="3721"/>
                      <a:pt x="325189" y="9923"/>
                    </a:cubicBezTo>
                    <a:cubicBezTo>
                      <a:pt x="331394" y="16125"/>
                      <a:pt x="335118" y="24808"/>
                      <a:pt x="335118" y="33490"/>
                    </a:cubicBezTo>
                    <a:lnTo>
                      <a:pt x="335118" y="245595"/>
                    </a:lnTo>
                    <a:cubicBezTo>
                      <a:pt x="335118" y="253038"/>
                      <a:pt x="331394" y="259239"/>
                      <a:pt x="325189" y="262961"/>
                    </a:cubicBezTo>
                    <a:cubicBezTo>
                      <a:pt x="322706" y="264201"/>
                      <a:pt x="318983" y="264201"/>
                      <a:pt x="316500" y="264201"/>
                    </a:cubicBezTo>
                    <a:cubicBezTo>
                      <a:pt x="312777" y="264201"/>
                      <a:pt x="309053" y="262961"/>
                      <a:pt x="305330" y="260480"/>
                    </a:cubicBezTo>
                    <a:lnTo>
                      <a:pt x="246994" y="212105"/>
                    </a:lnTo>
                    <a:lnTo>
                      <a:pt x="33512" y="212105"/>
                    </a:lnTo>
                    <a:cubicBezTo>
                      <a:pt x="24824" y="212105"/>
                      <a:pt x="16135" y="208384"/>
                      <a:pt x="9929" y="202182"/>
                    </a:cubicBezTo>
                    <a:cubicBezTo>
                      <a:pt x="3724" y="197220"/>
                      <a:pt x="0" y="188538"/>
                      <a:pt x="0" y="179855"/>
                    </a:cubicBezTo>
                    <a:lnTo>
                      <a:pt x="0" y="33490"/>
                    </a:lnTo>
                    <a:cubicBezTo>
                      <a:pt x="0" y="24808"/>
                      <a:pt x="3724" y="16125"/>
                      <a:pt x="9929" y="9923"/>
                    </a:cubicBezTo>
                    <a:cubicBezTo>
                      <a:pt x="16135" y="3721"/>
                      <a:pt x="24824" y="0"/>
                      <a:pt x="335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222EA40C-34BF-844C-B3CD-F96741F32496}"/>
                  </a:ext>
                </a:extLst>
              </p:cNvPr>
              <p:cNvSpPr/>
              <p:nvPr/>
            </p:nvSpPr>
            <p:spPr>
              <a:xfrm>
                <a:off x="13636440" y="11045331"/>
                <a:ext cx="57306" cy="585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" h="48">
                    <a:moveTo>
                      <a:pt x="47" y="24"/>
                    </a:moveTo>
                    <a:cubicBezTo>
                      <a:pt x="47" y="31"/>
                      <a:pt x="44" y="36"/>
                      <a:pt x="40" y="40"/>
                    </a:cubicBezTo>
                    <a:cubicBezTo>
                      <a:pt x="36" y="45"/>
                      <a:pt x="30" y="48"/>
                      <a:pt x="23" y="48"/>
                    </a:cubicBezTo>
                    <a:cubicBezTo>
                      <a:pt x="17" y="48"/>
                      <a:pt x="11" y="45"/>
                      <a:pt x="7" y="40"/>
                    </a:cubicBezTo>
                    <a:cubicBezTo>
                      <a:pt x="3" y="36"/>
                      <a:pt x="0" y="31"/>
                      <a:pt x="0" y="24"/>
                    </a:cubicBezTo>
                    <a:cubicBezTo>
                      <a:pt x="0" y="18"/>
                      <a:pt x="3" y="11"/>
                      <a:pt x="7" y="7"/>
                    </a:cubicBezTo>
                    <a:cubicBezTo>
                      <a:pt x="11" y="3"/>
                      <a:pt x="17" y="0"/>
                      <a:pt x="23" y="0"/>
                    </a:cubicBezTo>
                    <a:cubicBezTo>
                      <a:pt x="30" y="0"/>
                      <a:pt x="36" y="3"/>
                      <a:pt x="40" y="7"/>
                    </a:cubicBezTo>
                    <a:cubicBezTo>
                      <a:pt x="44" y="11"/>
                      <a:pt x="47" y="18"/>
                      <a:pt x="47" y="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15E0F0E0-6A2A-3149-948C-9EF3D4B20707}"/>
                  </a:ext>
                </a:extLst>
              </p:cNvPr>
              <p:cNvSpPr/>
              <p:nvPr/>
            </p:nvSpPr>
            <p:spPr>
              <a:xfrm>
                <a:off x="13628965" y="11037853"/>
                <a:ext cx="72256" cy="73528"/>
              </a:xfrm>
              <a:custGeom>
                <a:avLst/>
                <a:gdLst>
                  <a:gd name="connsiteX0" fmla="*/ 35522 w 72256"/>
                  <a:gd name="connsiteY0" fmla="*/ 16201 h 73528"/>
                  <a:gd name="connsiteX1" fmla="*/ 21000 w 72256"/>
                  <a:gd name="connsiteY1" fmla="*/ 21039 h 73528"/>
                  <a:gd name="connsiteX2" fmla="*/ 14949 w 72256"/>
                  <a:gd name="connsiteY2" fmla="*/ 36764 h 73528"/>
                  <a:gd name="connsiteX3" fmla="*/ 21000 w 72256"/>
                  <a:gd name="connsiteY3" fmla="*/ 51279 h 73528"/>
                  <a:gd name="connsiteX4" fmla="*/ 51255 w 72256"/>
                  <a:gd name="connsiteY4" fmla="*/ 51279 h 73528"/>
                  <a:gd name="connsiteX5" fmla="*/ 57306 w 72256"/>
                  <a:gd name="connsiteY5" fmla="*/ 36764 h 73528"/>
                  <a:gd name="connsiteX6" fmla="*/ 51255 w 72256"/>
                  <a:gd name="connsiteY6" fmla="*/ 21039 h 73528"/>
                  <a:gd name="connsiteX7" fmla="*/ 35522 w 72256"/>
                  <a:gd name="connsiteY7" fmla="*/ 16201 h 73528"/>
                  <a:gd name="connsiteX8" fmla="*/ 35516 w 72256"/>
                  <a:gd name="connsiteY8" fmla="*/ 0 h 73528"/>
                  <a:gd name="connsiteX9" fmla="*/ 62459 w 72256"/>
                  <a:gd name="connsiteY9" fmla="*/ 11029 h 73528"/>
                  <a:gd name="connsiteX10" fmla="*/ 72256 w 72256"/>
                  <a:gd name="connsiteY10" fmla="*/ 36764 h 73528"/>
                  <a:gd name="connsiteX11" fmla="*/ 62459 w 72256"/>
                  <a:gd name="connsiteY11" fmla="*/ 62499 h 73528"/>
                  <a:gd name="connsiteX12" fmla="*/ 35516 w 72256"/>
                  <a:gd name="connsiteY12" fmla="*/ 73528 h 73528"/>
                  <a:gd name="connsiteX13" fmla="*/ 11022 w 72256"/>
                  <a:gd name="connsiteY13" fmla="*/ 62499 h 73528"/>
                  <a:gd name="connsiteX14" fmla="*/ 0 w 72256"/>
                  <a:gd name="connsiteY14" fmla="*/ 36764 h 73528"/>
                  <a:gd name="connsiteX15" fmla="*/ 11022 w 72256"/>
                  <a:gd name="connsiteY15" fmla="*/ 11029 h 73528"/>
                  <a:gd name="connsiteX16" fmla="*/ 35516 w 72256"/>
                  <a:gd name="connsiteY16" fmla="*/ 0 h 73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2256" h="73528">
                    <a:moveTo>
                      <a:pt x="35522" y="16201"/>
                    </a:moveTo>
                    <a:cubicBezTo>
                      <a:pt x="30682" y="16201"/>
                      <a:pt x="25841" y="18620"/>
                      <a:pt x="21000" y="21039"/>
                    </a:cubicBezTo>
                    <a:cubicBezTo>
                      <a:pt x="17369" y="25878"/>
                      <a:pt x="14949" y="31926"/>
                      <a:pt x="14949" y="36764"/>
                    </a:cubicBezTo>
                    <a:cubicBezTo>
                      <a:pt x="14949" y="42812"/>
                      <a:pt x="17369" y="47650"/>
                      <a:pt x="21000" y="51279"/>
                    </a:cubicBezTo>
                    <a:cubicBezTo>
                      <a:pt x="29471" y="59746"/>
                      <a:pt x="42784" y="59746"/>
                      <a:pt x="51255" y="51279"/>
                    </a:cubicBezTo>
                    <a:cubicBezTo>
                      <a:pt x="54886" y="47650"/>
                      <a:pt x="57306" y="42812"/>
                      <a:pt x="57306" y="36764"/>
                    </a:cubicBezTo>
                    <a:cubicBezTo>
                      <a:pt x="57306" y="31926"/>
                      <a:pt x="54886" y="25878"/>
                      <a:pt x="51255" y="21039"/>
                    </a:cubicBezTo>
                    <a:cubicBezTo>
                      <a:pt x="46414" y="18620"/>
                      <a:pt x="41573" y="16201"/>
                      <a:pt x="35522" y="16201"/>
                    </a:cubicBezTo>
                    <a:close/>
                    <a:moveTo>
                      <a:pt x="35516" y="0"/>
                    </a:moveTo>
                    <a:cubicBezTo>
                      <a:pt x="45313" y="0"/>
                      <a:pt x="55111" y="4902"/>
                      <a:pt x="62459" y="11029"/>
                    </a:cubicBezTo>
                    <a:cubicBezTo>
                      <a:pt x="68582" y="18382"/>
                      <a:pt x="72256" y="26960"/>
                      <a:pt x="72256" y="36764"/>
                    </a:cubicBezTo>
                    <a:cubicBezTo>
                      <a:pt x="72256" y="46568"/>
                      <a:pt x="68582" y="55146"/>
                      <a:pt x="62459" y="62499"/>
                    </a:cubicBezTo>
                    <a:cubicBezTo>
                      <a:pt x="55111" y="69852"/>
                      <a:pt x="45313" y="73528"/>
                      <a:pt x="35516" y="73528"/>
                    </a:cubicBezTo>
                    <a:cubicBezTo>
                      <a:pt x="25718" y="73528"/>
                      <a:pt x="17145" y="69852"/>
                      <a:pt x="11022" y="62499"/>
                    </a:cubicBezTo>
                    <a:cubicBezTo>
                      <a:pt x="3674" y="55146"/>
                      <a:pt x="0" y="46568"/>
                      <a:pt x="0" y="36764"/>
                    </a:cubicBezTo>
                    <a:cubicBezTo>
                      <a:pt x="0" y="26960"/>
                      <a:pt x="3674" y="18382"/>
                      <a:pt x="11022" y="11029"/>
                    </a:cubicBezTo>
                    <a:cubicBezTo>
                      <a:pt x="17145" y="4902"/>
                      <a:pt x="25718" y="0"/>
                      <a:pt x="355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E1418023-0437-3E49-B3A2-370A1778BF84}"/>
                  </a:ext>
                </a:extLst>
              </p:cNvPr>
              <p:cNvSpPr/>
              <p:nvPr/>
            </p:nvSpPr>
            <p:spPr>
              <a:xfrm>
                <a:off x="13790918" y="11045331"/>
                <a:ext cx="57306" cy="585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" h="48">
                    <a:moveTo>
                      <a:pt x="47" y="24"/>
                    </a:moveTo>
                    <a:cubicBezTo>
                      <a:pt x="47" y="31"/>
                      <a:pt x="44" y="36"/>
                      <a:pt x="40" y="40"/>
                    </a:cubicBezTo>
                    <a:cubicBezTo>
                      <a:pt x="36" y="45"/>
                      <a:pt x="30" y="48"/>
                      <a:pt x="23" y="48"/>
                    </a:cubicBezTo>
                    <a:cubicBezTo>
                      <a:pt x="17" y="48"/>
                      <a:pt x="11" y="45"/>
                      <a:pt x="6" y="40"/>
                    </a:cubicBezTo>
                    <a:cubicBezTo>
                      <a:pt x="2" y="36"/>
                      <a:pt x="0" y="31"/>
                      <a:pt x="0" y="24"/>
                    </a:cubicBezTo>
                    <a:cubicBezTo>
                      <a:pt x="0" y="18"/>
                      <a:pt x="2" y="11"/>
                      <a:pt x="6" y="7"/>
                    </a:cubicBezTo>
                    <a:cubicBezTo>
                      <a:pt x="11" y="3"/>
                      <a:pt x="17" y="0"/>
                      <a:pt x="23" y="0"/>
                    </a:cubicBezTo>
                    <a:cubicBezTo>
                      <a:pt x="30" y="0"/>
                      <a:pt x="36" y="3"/>
                      <a:pt x="40" y="7"/>
                    </a:cubicBezTo>
                    <a:cubicBezTo>
                      <a:pt x="44" y="11"/>
                      <a:pt x="47" y="18"/>
                      <a:pt x="47" y="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3EA4FE13-B97B-AB4E-A426-EAF907CAE82A}"/>
                  </a:ext>
                </a:extLst>
              </p:cNvPr>
              <p:cNvSpPr/>
              <p:nvPr/>
            </p:nvSpPr>
            <p:spPr>
              <a:xfrm>
                <a:off x="13783443" y="11037853"/>
                <a:ext cx="72256" cy="73528"/>
              </a:xfrm>
              <a:custGeom>
                <a:avLst/>
                <a:gdLst>
                  <a:gd name="connsiteX0" fmla="*/ 35523 w 72256"/>
                  <a:gd name="connsiteY0" fmla="*/ 16201 h 73528"/>
                  <a:gd name="connsiteX1" fmla="*/ 21001 w 72256"/>
                  <a:gd name="connsiteY1" fmla="*/ 21039 h 73528"/>
                  <a:gd name="connsiteX2" fmla="*/ 14950 w 72256"/>
                  <a:gd name="connsiteY2" fmla="*/ 36764 h 73528"/>
                  <a:gd name="connsiteX3" fmla="*/ 21001 w 72256"/>
                  <a:gd name="connsiteY3" fmla="*/ 51279 h 73528"/>
                  <a:gd name="connsiteX4" fmla="*/ 51256 w 72256"/>
                  <a:gd name="connsiteY4" fmla="*/ 51279 h 73528"/>
                  <a:gd name="connsiteX5" fmla="*/ 57307 w 72256"/>
                  <a:gd name="connsiteY5" fmla="*/ 36764 h 73528"/>
                  <a:gd name="connsiteX6" fmla="*/ 51256 w 72256"/>
                  <a:gd name="connsiteY6" fmla="*/ 21039 h 73528"/>
                  <a:gd name="connsiteX7" fmla="*/ 35523 w 72256"/>
                  <a:gd name="connsiteY7" fmla="*/ 16201 h 73528"/>
                  <a:gd name="connsiteX8" fmla="*/ 35516 w 72256"/>
                  <a:gd name="connsiteY8" fmla="*/ 0 h 73528"/>
                  <a:gd name="connsiteX9" fmla="*/ 61234 w 72256"/>
                  <a:gd name="connsiteY9" fmla="*/ 11029 h 73528"/>
                  <a:gd name="connsiteX10" fmla="*/ 72256 w 72256"/>
                  <a:gd name="connsiteY10" fmla="*/ 36764 h 73528"/>
                  <a:gd name="connsiteX11" fmla="*/ 61234 w 72256"/>
                  <a:gd name="connsiteY11" fmla="*/ 62499 h 73528"/>
                  <a:gd name="connsiteX12" fmla="*/ 35516 w 72256"/>
                  <a:gd name="connsiteY12" fmla="*/ 73528 h 73528"/>
                  <a:gd name="connsiteX13" fmla="*/ 9797 w 72256"/>
                  <a:gd name="connsiteY13" fmla="*/ 62499 h 73528"/>
                  <a:gd name="connsiteX14" fmla="*/ 0 w 72256"/>
                  <a:gd name="connsiteY14" fmla="*/ 36764 h 73528"/>
                  <a:gd name="connsiteX15" fmla="*/ 9797 w 72256"/>
                  <a:gd name="connsiteY15" fmla="*/ 11029 h 73528"/>
                  <a:gd name="connsiteX16" fmla="*/ 35516 w 72256"/>
                  <a:gd name="connsiteY16" fmla="*/ 0 h 73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2256" h="73528">
                    <a:moveTo>
                      <a:pt x="35523" y="16201"/>
                    </a:moveTo>
                    <a:cubicBezTo>
                      <a:pt x="29472" y="16201"/>
                      <a:pt x="24632" y="18620"/>
                      <a:pt x="21001" y="21039"/>
                    </a:cubicBezTo>
                    <a:cubicBezTo>
                      <a:pt x="16160" y="25878"/>
                      <a:pt x="14950" y="31926"/>
                      <a:pt x="14950" y="36764"/>
                    </a:cubicBezTo>
                    <a:cubicBezTo>
                      <a:pt x="14950" y="42812"/>
                      <a:pt x="16160" y="47650"/>
                      <a:pt x="21001" y="51279"/>
                    </a:cubicBezTo>
                    <a:cubicBezTo>
                      <a:pt x="28262" y="59746"/>
                      <a:pt x="42785" y="59746"/>
                      <a:pt x="51256" y="51279"/>
                    </a:cubicBezTo>
                    <a:cubicBezTo>
                      <a:pt x="54887" y="47650"/>
                      <a:pt x="57307" y="42812"/>
                      <a:pt x="57307" y="36764"/>
                    </a:cubicBezTo>
                    <a:cubicBezTo>
                      <a:pt x="57307" y="31926"/>
                      <a:pt x="54887" y="25878"/>
                      <a:pt x="51256" y="21039"/>
                    </a:cubicBezTo>
                    <a:cubicBezTo>
                      <a:pt x="46415" y="18620"/>
                      <a:pt x="41574" y="16201"/>
                      <a:pt x="35523" y="16201"/>
                    </a:cubicBezTo>
                    <a:close/>
                    <a:moveTo>
                      <a:pt x="35516" y="0"/>
                    </a:moveTo>
                    <a:cubicBezTo>
                      <a:pt x="45313" y="0"/>
                      <a:pt x="55111" y="4902"/>
                      <a:pt x="61234" y="11029"/>
                    </a:cubicBezTo>
                    <a:cubicBezTo>
                      <a:pt x="68582" y="18382"/>
                      <a:pt x="72256" y="26960"/>
                      <a:pt x="72256" y="36764"/>
                    </a:cubicBezTo>
                    <a:cubicBezTo>
                      <a:pt x="72256" y="46568"/>
                      <a:pt x="68582" y="55146"/>
                      <a:pt x="61234" y="62499"/>
                    </a:cubicBezTo>
                    <a:cubicBezTo>
                      <a:pt x="55111" y="69852"/>
                      <a:pt x="45313" y="73528"/>
                      <a:pt x="35516" y="73528"/>
                    </a:cubicBezTo>
                    <a:cubicBezTo>
                      <a:pt x="26943" y="73528"/>
                      <a:pt x="15921" y="69852"/>
                      <a:pt x="9797" y="62499"/>
                    </a:cubicBezTo>
                    <a:cubicBezTo>
                      <a:pt x="2449" y="55146"/>
                      <a:pt x="0" y="46568"/>
                      <a:pt x="0" y="36764"/>
                    </a:cubicBezTo>
                    <a:cubicBezTo>
                      <a:pt x="0" y="26960"/>
                      <a:pt x="2449" y="18382"/>
                      <a:pt x="9797" y="11029"/>
                    </a:cubicBezTo>
                    <a:cubicBezTo>
                      <a:pt x="15921" y="4902"/>
                      <a:pt x="26943" y="0"/>
                      <a:pt x="355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886BC6F0-E2E8-DA45-AF45-E22D1A4C3E40}"/>
                  </a:ext>
                </a:extLst>
              </p:cNvPr>
              <p:cNvSpPr/>
              <p:nvPr/>
            </p:nvSpPr>
            <p:spPr>
              <a:xfrm>
                <a:off x="13944150" y="11045331"/>
                <a:ext cx="57306" cy="585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" h="48">
                    <a:moveTo>
                      <a:pt x="47" y="24"/>
                    </a:moveTo>
                    <a:cubicBezTo>
                      <a:pt x="47" y="31"/>
                      <a:pt x="45" y="36"/>
                      <a:pt x="40" y="40"/>
                    </a:cubicBezTo>
                    <a:cubicBezTo>
                      <a:pt x="36" y="45"/>
                      <a:pt x="31" y="48"/>
                      <a:pt x="24" y="48"/>
                    </a:cubicBezTo>
                    <a:cubicBezTo>
                      <a:pt x="17" y="48"/>
                      <a:pt x="12" y="45"/>
                      <a:pt x="8" y="40"/>
                    </a:cubicBezTo>
                    <a:cubicBezTo>
                      <a:pt x="3" y="36"/>
                      <a:pt x="0" y="31"/>
                      <a:pt x="0" y="24"/>
                    </a:cubicBezTo>
                    <a:cubicBezTo>
                      <a:pt x="0" y="18"/>
                      <a:pt x="3" y="11"/>
                      <a:pt x="8" y="7"/>
                    </a:cubicBezTo>
                    <a:cubicBezTo>
                      <a:pt x="12" y="3"/>
                      <a:pt x="17" y="0"/>
                      <a:pt x="24" y="0"/>
                    </a:cubicBezTo>
                    <a:cubicBezTo>
                      <a:pt x="31" y="0"/>
                      <a:pt x="36" y="3"/>
                      <a:pt x="40" y="7"/>
                    </a:cubicBezTo>
                    <a:cubicBezTo>
                      <a:pt x="45" y="11"/>
                      <a:pt x="47" y="18"/>
                      <a:pt x="47" y="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DD8F6964-8A38-6B49-AD54-57843E4CD482}"/>
                  </a:ext>
                </a:extLst>
              </p:cNvPr>
              <p:cNvSpPr/>
              <p:nvPr/>
            </p:nvSpPr>
            <p:spPr>
              <a:xfrm>
                <a:off x="13936675" y="11037853"/>
                <a:ext cx="73502" cy="73528"/>
              </a:xfrm>
              <a:custGeom>
                <a:avLst/>
                <a:gdLst>
                  <a:gd name="connsiteX0" fmla="*/ 36751 w 73502"/>
                  <a:gd name="connsiteY0" fmla="*/ 16201 h 73528"/>
                  <a:gd name="connsiteX1" fmla="*/ 22242 w 73502"/>
                  <a:gd name="connsiteY1" fmla="*/ 21039 h 73528"/>
                  <a:gd name="connsiteX2" fmla="*/ 16196 w 73502"/>
                  <a:gd name="connsiteY2" fmla="*/ 36764 h 73528"/>
                  <a:gd name="connsiteX3" fmla="*/ 22242 w 73502"/>
                  <a:gd name="connsiteY3" fmla="*/ 51279 h 73528"/>
                  <a:gd name="connsiteX4" fmla="*/ 51261 w 73502"/>
                  <a:gd name="connsiteY4" fmla="*/ 51279 h 73528"/>
                  <a:gd name="connsiteX5" fmla="*/ 57307 w 73502"/>
                  <a:gd name="connsiteY5" fmla="*/ 36764 h 73528"/>
                  <a:gd name="connsiteX6" fmla="*/ 51261 w 73502"/>
                  <a:gd name="connsiteY6" fmla="*/ 21039 h 73528"/>
                  <a:gd name="connsiteX7" fmla="*/ 36751 w 73502"/>
                  <a:gd name="connsiteY7" fmla="*/ 16201 h 73528"/>
                  <a:gd name="connsiteX8" fmla="*/ 36751 w 73502"/>
                  <a:gd name="connsiteY8" fmla="*/ 0 h 73528"/>
                  <a:gd name="connsiteX9" fmla="*/ 62477 w 73502"/>
                  <a:gd name="connsiteY9" fmla="*/ 11029 h 73528"/>
                  <a:gd name="connsiteX10" fmla="*/ 73502 w 73502"/>
                  <a:gd name="connsiteY10" fmla="*/ 36764 h 73528"/>
                  <a:gd name="connsiteX11" fmla="*/ 62477 w 73502"/>
                  <a:gd name="connsiteY11" fmla="*/ 62499 h 73528"/>
                  <a:gd name="connsiteX12" fmla="*/ 36751 w 73502"/>
                  <a:gd name="connsiteY12" fmla="*/ 73528 h 73528"/>
                  <a:gd name="connsiteX13" fmla="*/ 11025 w 73502"/>
                  <a:gd name="connsiteY13" fmla="*/ 62499 h 73528"/>
                  <a:gd name="connsiteX14" fmla="*/ 0 w 73502"/>
                  <a:gd name="connsiteY14" fmla="*/ 36764 h 73528"/>
                  <a:gd name="connsiteX15" fmla="*/ 11025 w 73502"/>
                  <a:gd name="connsiteY15" fmla="*/ 11029 h 73528"/>
                  <a:gd name="connsiteX16" fmla="*/ 36751 w 73502"/>
                  <a:gd name="connsiteY16" fmla="*/ 0 h 735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3502" h="73528">
                    <a:moveTo>
                      <a:pt x="36751" y="16201"/>
                    </a:moveTo>
                    <a:cubicBezTo>
                      <a:pt x="30706" y="16201"/>
                      <a:pt x="25869" y="18620"/>
                      <a:pt x="22242" y="21039"/>
                    </a:cubicBezTo>
                    <a:cubicBezTo>
                      <a:pt x="18614" y="25878"/>
                      <a:pt x="16196" y="31926"/>
                      <a:pt x="16196" y="36764"/>
                    </a:cubicBezTo>
                    <a:cubicBezTo>
                      <a:pt x="16196" y="42812"/>
                      <a:pt x="18614" y="47650"/>
                      <a:pt x="22242" y="51279"/>
                    </a:cubicBezTo>
                    <a:cubicBezTo>
                      <a:pt x="30706" y="59746"/>
                      <a:pt x="44006" y="59746"/>
                      <a:pt x="51261" y="51279"/>
                    </a:cubicBezTo>
                    <a:cubicBezTo>
                      <a:pt x="54889" y="47650"/>
                      <a:pt x="57307" y="42812"/>
                      <a:pt x="57307" y="36764"/>
                    </a:cubicBezTo>
                    <a:cubicBezTo>
                      <a:pt x="57307" y="31926"/>
                      <a:pt x="54889" y="25878"/>
                      <a:pt x="51261" y="21039"/>
                    </a:cubicBezTo>
                    <a:cubicBezTo>
                      <a:pt x="47634" y="18620"/>
                      <a:pt x="41588" y="16201"/>
                      <a:pt x="36751" y="16201"/>
                    </a:cubicBezTo>
                    <a:close/>
                    <a:moveTo>
                      <a:pt x="36751" y="0"/>
                    </a:moveTo>
                    <a:cubicBezTo>
                      <a:pt x="46551" y="0"/>
                      <a:pt x="55127" y="4902"/>
                      <a:pt x="62477" y="11029"/>
                    </a:cubicBezTo>
                    <a:cubicBezTo>
                      <a:pt x="69827" y="18382"/>
                      <a:pt x="73502" y="26960"/>
                      <a:pt x="73502" y="36764"/>
                    </a:cubicBezTo>
                    <a:cubicBezTo>
                      <a:pt x="73502" y="46568"/>
                      <a:pt x="69827" y="55146"/>
                      <a:pt x="62477" y="62499"/>
                    </a:cubicBezTo>
                    <a:cubicBezTo>
                      <a:pt x="55127" y="69852"/>
                      <a:pt x="46551" y="73528"/>
                      <a:pt x="36751" y="73528"/>
                    </a:cubicBezTo>
                    <a:cubicBezTo>
                      <a:pt x="26951" y="73528"/>
                      <a:pt x="18375" y="69852"/>
                      <a:pt x="11025" y="62499"/>
                    </a:cubicBezTo>
                    <a:cubicBezTo>
                      <a:pt x="3675" y="55146"/>
                      <a:pt x="0" y="46568"/>
                      <a:pt x="0" y="36764"/>
                    </a:cubicBezTo>
                    <a:cubicBezTo>
                      <a:pt x="0" y="26960"/>
                      <a:pt x="3675" y="18382"/>
                      <a:pt x="11025" y="11029"/>
                    </a:cubicBezTo>
                    <a:cubicBezTo>
                      <a:pt x="18375" y="4902"/>
                      <a:pt x="26951" y="0"/>
                      <a:pt x="367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2BEB9C11-3D1E-3A4D-9B8A-F6FCC91C3309}"/>
                  </a:ext>
                </a:extLst>
              </p:cNvPr>
              <p:cNvSpPr/>
              <p:nvPr/>
            </p:nvSpPr>
            <p:spPr>
              <a:xfrm>
                <a:off x="13508123" y="8247546"/>
                <a:ext cx="1517374" cy="20849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19" h="1674">
                    <a:moveTo>
                      <a:pt x="1140" y="270"/>
                    </a:moveTo>
                    <a:cubicBezTo>
                      <a:pt x="1112" y="221"/>
                      <a:pt x="1063" y="238"/>
                      <a:pt x="1063" y="238"/>
                    </a:cubicBezTo>
                    <a:cubicBezTo>
                      <a:pt x="1038" y="190"/>
                      <a:pt x="987" y="203"/>
                      <a:pt x="987" y="203"/>
                    </a:cubicBezTo>
                    <a:cubicBezTo>
                      <a:pt x="987" y="203"/>
                      <a:pt x="1021" y="10"/>
                      <a:pt x="984" y="1"/>
                    </a:cubicBezTo>
                    <a:cubicBezTo>
                      <a:pt x="925" y="-13"/>
                      <a:pt x="860" y="258"/>
                      <a:pt x="860" y="258"/>
                    </a:cubicBezTo>
                    <a:cubicBezTo>
                      <a:pt x="721" y="294"/>
                      <a:pt x="790" y="523"/>
                      <a:pt x="790" y="523"/>
                    </a:cubicBezTo>
                    <a:lnTo>
                      <a:pt x="441" y="1087"/>
                    </a:lnTo>
                    <a:lnTo>
                      <a:pt x="349" y="938"/>
                    </a:lnTo>
                    <a:lnTo>
                      <a:pt x="0" y="1192"/>
                    </a:lnTo>
                    <a:cubicBezTo>
                      <a:pt x="0" y="1192"/>
                      <a:pt x="197" y="1674"/>
                      <a:pt x="467" y="1674"/>
                    </a:cubicBezTo>
                    <a:cubicBezTo>
                      <a:pt x="679" y="1674"/>
                      <a:pt x="1017" y="656"/>
                      <a:pt x="1017" y="656"/>
                    </a:cubicBezTo>
                    <a:cubicBezTo>
                      <a:pt x="1017" y="656"/>
                      <a:pt x="1189" y="512"/>
                      <a:pt x="1217" y="361"/>
                    </a:cubicBezTo>
                    <a:cubicBezTo>
                      <a:pt x="1233" y="273"/>
                      <a:pt x="1140" y="270"/>
                      <a:pt x="1140" y="27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6A380153-237D-D94D-AEA3-1A779930CE72}"/>
                  </a:ext>
                </a:extLst>
              </p:cNvPr>
              <p:cNvSpPr/>
              <p:nvPr/>
            </p:nvSpPr>
            <p:spPr>
              <a:xfrm>
                <a:off x="13499403" y="8240514"/>
                <a:ext cx="1533430" cy="2100697"/>
              </a:xfrm>
              <a:custGeom>
                <a:avLst/>
                <a:gdLst>
                  <a:gd name="connsiteX0" fmla="*/ 1232325 w 1533430"/>
                  <a:gd name="connsiteY0" fmla="*/ 14509 h 2100697"/>
                  <a:gd name="connsiteX1" fmla="*/ 1135233 w 1533430"/>
                  <a:gd name="connsiteY1" fmla="*/ 162721 h 2100697"/>
                  <a:gd name="connsiteX2" fmla="*/ 1086688 w 1533430"/>
                  <a:gd name="connsiteY2" fmla="*/ 329615 h 2100697"/>
                  <a:gd name="connsiteX3" fmla="*/ 1080464 w 1533430"/>
                  <a:gd name="connsiteY3" fmla="*/ 334597 h 2100697"/>
                  <a:gd name="connsiteX4" fmla="*/ 1003289 w 1533430"/>
                  <a:gd name="connsiteY4" fmla="*/ 394380 h 2100697"/>
                  <a:gd name="connsiteX5" fmla="*/ 1000800 w 1533430"/>
                  <a:gd name="connsiteY5" fmla="*/ 655931 h 2100697"/>
                  <a:gd name="connsiteX6" fmla="*/ 999555 w 1533430"/>
                  <a:gd name="connsiteY6" fmla="*/ 662158 h 2100697"/>
                  <a:gd name="connsiteX7" fmla="*/ 563890 w 1533430"/>
                  <a:gd name="connsiteY7" fmla="*/ 1364609 h 2100697"/>
                  <a:gd name="connsiteX8" fmla="*/ 557666 w 1533430"/>
                  <a:gd name="connsiteY8" fmla="*/ 1368345 h 2100697"/>
                  <a:gd name="connsiteX9" fmla="*/ 551442 w 1533430"/>
                  <a:gd name="connsiteY9" fmla="*/ 1364609 h 2100697"/>
                  <a:gd name="connsiteX10" fmla="*/ 441903 w 1533430"/>
                  <a:gd name="connsiteY10" fmla="*/ 1186505 h 2100697"/>
                  <a:gd name="connsiteX11" fmla="*/ 17441 w 1533430"/>
                  <a:gd name="connsiteY11" fmla="*/ 1494139 h 2100697"/>
                  <a:gd name="connsiteX12" fmla="*/ 590029 w 1533430"/>
                  <a:gd name="connsiteY12" fmla="*/ 2084496 h 2100697"/>
                  <a:gd name="connsiteX13" fmla="*/ 1267178 w 1533430"/>
                  <a:gd name="connsiteY13" fmla="*/ 821580 h 2100697"/>
                  <a:gd name="connsiteX14" fmla="*/ 1269667 w 1533430"/>
                  <a:gd name="connsiteY14" fmla="*/ 817843 h 2100697"/>
                  <a:gd name="connsiteX15" fmla="*/ 1514885 w 1533430"/>
                  <a:gd name="connsiteY15" fmla="*/ 456654 h 2100697"/>
                  <a:gd name="connsiteX16" fmla="*/ 1502437 w 1533430"/>
                  <a:gd name="connsiteY16" fmla="*/ 384416 h 2100697"/>
                  <a:gd name="connsiteX17" fmla="*/ 1427751 w 1533430"/>
                  <a:gd name="connsiteY17" fmla="*/ 350788 h 2100697"/>
                  <a:gd name="connsiteX18" fmla="*/ 1420283 w 1533430"/>
                  <a:gd name="connsiteY18" fmla="*/ 347052 h 2100697"/>
                  <a:gd name="connsiteX19" fmla="*/ 1334395 w 1533430"/>
                  <a:gd name="connsiteY19" fmla="*/ 309688 h 2100697"/>
                  <a:gd name="connsiteX20" fmla="*/ 1323192 w 1533430"/>
                  <a:gd name="connsiteY20" fmla="*/ 304706 h 2100697"/>
                  <a:gd name="connsiteX21" fmla="*/ 1238548 w 1533430"/>
                  <a:gd name="connsiteY21" fmla="*/ 267341 h 2100697"/>
                  <a:gd name="connsiteX22" fmla="*/ 1232325 w 1533430"/>
                  <a:gd name="connsiteY22" fmla="*/ 264850 h 2100697"/>
                  <a:gd name="connsiteX23" fmla="*/ 1229835 w 1533430"/>
                  <a:gd name="connsiteY23" fmla="*/ 257378 h 2100697"/>
                  <a:gd name="connsiteX24" fmla="*/ 1232325 w 1533430"/>
                  <a:gd name="connsiteY24" fmla="*/ 14509 h 2100697"/>
                  <a:gd name="connsiteX25" fmla="*/ 1236064 w 1533430"/>
                  <a:gd name="connsiteY25" fmla="*/ 800 h 2100697"/>
                  <a:gd name="connsiteX26" fmla="*/ 1246022 w 1533430"/>
                  <a:gd name="connsiteY26" fmla="*/ 251143 h 2100697"/>
                  <a:gd name="connsiteX27" fmla="*/ 1335646 w 1533430"/>
                  <a:gd name="connsiteY27" fmla="*/ 293490 h 2100697"/>
                  <a:gd name="connsiteX28" fmla="*/ 1431494 w 1533430"/>
                  <a:gd name="connsiteY28" fmla="*/ 337082 h 2100697"/>
                  <a:gd name="connsiteX29" fmla="*/ 1513649 w 1533430"/>
                  <a:gd name="connsiteY29" fmla="*/ 375692 h 2100697"/>
                  <a:gd name="connsiteX30" fmla="*/ 1531077 w 1533430"/>
                  <a:gd name="connsiteY30" fmla="*/ 460386 h 2100697"/>
                  <a:gd name="connsiteX31" fmla="*/ 1282121 w 1533430"/>
                  <a:gd name="connsiteY31" fmla="*/ 830296 h 2100697"/>
                  <a:gd name="connsiteX32" fmla="*/ 590025 w 1533430"/>
                  <a:gd name="connsiteY32" fmla="*/ 2100697 h 2100697"/>
                  <a:gd name="connsiteX33" fmla="*/ 166800 w 1533430"/>
                  <a:gd name="connsiteY33" fmla="*/ 1798043 h 2100697"/>
                  <a:gd name="connsiteX34" fmla="*/ 0 w 1533430"/>
                  <a:gd name="connsiteY34" fmla="*/ 1495388 h 2100697"/>
                  <a:gd name="connsiteX35" fmla="*/ 3734 w 1533430"/>
                  <a:gd name="connsiteY35" fmla="*/ 1486670 h 2100697"/>
                  <a:gd name="connsiteX36" fmla="*/ 439407 w 1533430"/>
                  <a:gd name="connsiteY36" fmla="*/ 1170315 h 2100697"/>
                  <a:gd name="connsiteX37" fmla="*/ 445630 w 1533430"/>
                  <a:gd name="connsiteY37" fmla="*/ 1169070 h 2100697"/>
                  <a:gd name="connsiteX38" fmla="*/ 449365 w 1533430"/>
                  <a:gd name="connsiteY38" fmla="*/ 1172806 h 2100697"/>
                  <a:gd name="connsiteX39" fmla="*/ 557660 w 1533430"/>
                  <a:gd name="connsiteY39" fmla="*/ 1347175 h 2100697"/>
                  <a:gd name="connsiteX40" fmla="*/ 984619 w 1533430"/>
                  <a:gd name="connsiteY40" fmla="*/ 658419 h 2100697"/>
                  <a:gd name="connsiteX41" fmla="*/ 989598 w 1533430"/>
                  <a:gd name="connsiteY41" fmla="*/ 388147 h 2100697"/>
                  <a:gd name="connsiteX42" fmla="*/ 1071753 w 1533430"/>
                  <a:gd name="connsiteY42" fmla="*/ 322136 h 2100697"/>
                  <a:gd name="connsiteX43" fmla="*/ 1236064 w 1533430"/>
                  <a:gd name="connsiteY43" fmla="*/ 800 h 2100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533430" h="2100697">
                    <a:moveTo>
                      <a:pt x="1232325" y="14509"/>
                    </a:moveTo>
                    <a:cubicBezTo>
                      <a:pt x="1219877" y="12018"/>
                      <a:pt x="1187513" y="20737"/>
                      <a:pt x="1135233" y="162721"/>
                    </a:cubicBezTo>
                    <a:cubicBezTo>
                      <a:pt x="1106604" y="244923"/>
                      <a:pt x="1086688" y="328370"/>
                      <a:pt x="1086688" y="329615"/>
                    </a:cubicBezTo>
                    <a:cubicBezTo>
                      <a:pt x="1085443" y="332106"/>
                      <a:pt x="1082954" y="334597"/>
                      <a:pt x="1080464" y="334597"/>
                    </a:cubicBezTo>
                    <a:cubicBezTo>
                      <a:pt x="1045611" y="344561"/>
                      <a:pt x="1020716" y="364489"/>
                      <a:pt x="1003289" y="394380"/>
                    </a:cubicBezTo>
                    <a:cubicBezTo>
                      <a:pt x="951009" y="490282"/>
                      <a:pt x="999555" y="654686"/>
                      <a:pt x="1000800" y="655931"/>
                    </a:cubicBezTo>
                    <a:cubicBezTo>
                      <a:pt x="1000800" y="658422"/>
                      <a:pt x="1000800" y="660913"/>
                      <a:pt x="999555" y="662158"/>
                    </a:cubicBezTo>
                    <a:lnTo>
                      <a:pt x="563890" y="1364609"/>
                    </a:lnTo>
                    <a:cubicBezTo>
                      <a:pt x="563890" y="1367100"/>
                      <a:pt x="560155" y="1368345"/>
                      <a:pt x="557666" y="1368345"/>
                    </a:cubicBezTo>
                    <a:cubicBezTo>
                      <a:pt x="555176" y="1368345"/>
                      <a:pt x="552687" y="1367100"/>
                      <a:pt x="551442" y="1364609"/>
                    </a:cubicBezTo>
                    <a:lnTo>
                      <a:pt x="441903" y="1186505"/>
                    </a:lnTo>
                    <a:lnTo>
                      <a:pt x="17441" y="1494139"/>
                    </a:lnTo>
                    <a:cubicBezTo>
                      <a:pt x="43581" y="1555167"/>
                      <a:pt x="278840" y="2084496"/>
                      <a:pt x="590029" y="2084496"/>
                    </a:cubicBezTo>
                    <a:cubicBezTo>
                      <a:pt x="845205" y="2084496"/>
                      <a:pt x="1263443" y="834035"/>
                      <a:pt x="1267178" y="821580"/>
                    </a:cubicBezTo>
                    <a:cubicBezTo>
                      <a:pt x="1268423" y="820334"/>
                      <a:pt x="1269667" y="819089"/>
                      <a:pt x="1269667" y="817843"/>
                    </a:cubicBezTo>
                    <a:cubicBezTo>
                      <a:pt x="1272157" y="816598"/>
                      <a:pt x="1482521" y="638494"/>
                      <a:pt x="1514885" y="456654"/>
                    </a:cubicBezTo>
                    <a:cubicBezTo>
                      <a:pt x="1521108" y="426763"/>
                      <a:pt x="1516129" y="401853"/>
                      <a:pt x="1502437" y="384416"/>
                    </a:cubicBezTo>
                    <a:cubicBezTo>
                      <a:pt x="1477542" y="353279"/>
                      <a:pt x="1427751" y="350788"/>
                      <a:pt x="1427751" y="350788"/>
                    </a:cubicBezTo>
                    <a:cubicBezTo>
                      <a:pt x="1424017" y="350788"/>
                      <a:pt x="1421528" y="349543"/>
                      <a:pt x="1420283" y="347052"/>
                    </a:cubicBezTo>
                    <a:cubicBezTo>
                      <a:pt x="1390409" y="291005"/>
                      <a:pt x="1335639" y="307197"/>
                      <a:pt x="1334395" y="309688"/>
                    </a:cubicBezTo>
                    <a:cubicBezTo>
                      <a:pt x="1329416" y="309688"/>
                      <a:pt x="1325681" y="308442"/>
                      <a:pt x="1323192" y="304706"/>
                    </a:cubicBezTo>
                    <a:cubicBezTo>
                      <a:pt x="1297052" y="252396"/>
                      <a:pt x="1241038" y="266096"/>
                      <a:pt x="1238548" y="267341"/>
                    </a:cubicBezTo>
                    <a:cubicBezTo>
                      <a:pt x="1236059" y="267341"/>
                      <a:pt x="1233569" y="267341"/>
                      <a:pt x="1232325" y="264850"/>
                    </a:cubicBezTo>
                    <a:cubicBezTo>
                      <a:pt x="1229835" y="262359"/>
                      <a:pt x="1228590" y="261114"/>
                      <a:pt x="1229835" y="257378"/>
                    </a:cubicBezTo>
                    <a:cubicBezTo>
                      <a:pt x="1249751" y="145285"/>
                      <a:pt x="1255975" y="20737"/>
                      <a:pt x="1232325" y="14509"/>
                    </a:cubicBezTo>
                    <a:close/>
                    <a:moveTo>
                      <a:pt x="1236064" y="800"/>
                    </a:moveTo>
                    <a:cubicBezTo>
                      <a:pt x="1282121" y="12009"/>
                      <a:pt x="1257225" y="183887"/>
                      <a:pt x="1246022" y="251143"/>
                    </a:cubicBezTo>
                    <a:cubicBezTo>
                      <a:pt x="1267184" y="248652"/>
                      <a:pt x="1310751" y="249898"/>
                      <a:pt x="1335646" y="293490"/>
                    </a:cubicBezTo>
                    <a:cubicBezTo>
                      <a:pt x="1353073" y="289753"/>
                      <a:pt x="1401620" y="286017"/>
                      <a:pt x="1431494" y="337082"/>
                    </a:cubicBezTo>
                    <a:cubicBezTo>
                      <a:pt x="1445187" y="338328"/>
                      <a:pt x="1488754" y="344555"/>
                      <a:pt x="1513649" y="375692"/>
                    </a:cubicBezTo>
                    <a:cubicBezTo>
                      <a:pt x="1531077" y="396866"/>
                      <a:pt x="1537300" y="425512"/>
                      <a:pt x="1531077" y="460386"/>
                    </a:cubicBezTo>
                    <a:cubicBezTo>
                      <a:pt x="1497467" y="640982"/>
                      <a:pt x="1303282" y="811614"/>
                      <a:pt x="1282121" y="830296"/>
                    </a:cubicBezTo>
                    <a:cubicBezTo>
                      <a:pt x="1255981" y="905026"/>
                      <a:pt x="852673" y="2100697"/>
                      <a:pt x="590025" y="2100697"/>
                    </a:cubicBezTo>
                    <a:cubicBezTo>
                      <a:pt x="449365" y="2100697"/>
                      <a:pt x="302481" y="1996076"/>
                      <a:pt x="166800" y="1798043"/>
                    </a:cubicBezTo>
                    <a:cubicBezTo>
                      <a:pt x="63484" y="1648584"/>
                      <a:pt x="1245" y="1497880"/>
                      <a:pt x="0" y="1495388"/>
                    </a:cubicBezTo>
                    <a:cubicBezTo>
                      <a:pt x="0" y="1492898"/>
                      <a:pt x="0" y="1489161"/>
                      <a:pt x="3734" y="1486670"/>
                    </a:cubicBezTo>
                    <a:lnTo>
                      <a:pt x="439407" y="1170315"/>
                    </a:lnTo>
                    <a:cubicBezTo>
                      <a:pt x="440651" y="1169070"/>
                      <a:pt x="443141" y="1169070"/>
                      <a:pt x="445630" y="1169070"/>
                    </a:cubicBezTo>
                    <a:cubicBezTo>
                      <a:pt x="446875" y="1170315"/>
                      <a:pt x="449365" y="1171561"/>
                      <a:pt x="449365" y="1172806"/>
                    </a:cubicBezTo>
                    <a:lnTo>
                      <a:pt x="557660" y="1347175"/>
                    </a:lnTo>
                    <a:lnTo>
                      <a:pt x="984619" y="658419"/>
                    </a:lnTo>
                    <a:cubicBezTo>
                      <a:pt x="977150" y="633509"/>
                      <a:pt x="937317" y="481559"/>
                      <a:pt x="989598" y="388147"/>
                    </a:cubicBezTo>
                    <a:cubicBezTo>
                      <a:pt x="1008270" y="355764"/>
                      <a:pt x="1035655" y="333346"/>
                      <a:pt x="1071753" y="322136"/>
                    </a:cubicBezTo>
                    <a:cubicBezTo>
                      <a:pt x="1089180" y="256125"/>
                      <a:pt x="1160133" y="-16638"/>
                      <a:pt x="1236064" y="8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D5C5FC47-9803-3345-B2C5-136092D84C8A}"/>
                  </a:ext>
                </a:extLst>
              </p:cNvPr>
              <p:cNvSpPr/>
              <p:nvPr/>
            </p:nvSpPr>
            <p:spPr>
              <a:xfrm>
                <a:off x="14657989" y="8562842"/>
                <a:ext cx="308956" cy="27541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9" h="222">
                    <a:moveTo>
                      <a:pt x="216" y="215"/>
                    </a:moveTo>
                    <a:cubicBezTo>
                      <a:pt x="207" y="220"/>
                      <a:pt x="197" y="223"/>
                      <a:pt x="187" y="221"/>
                    </a:cubicBezTo>
                    <a:cubicBezTo>
                      <a:pt x="164" y="218"/>
                      <a:pt x="154" y="196"/>
                      <a:pt x="150" y="184"/>
                    </a:cubicBezTo>
                    <a:cubicBezTo>
                      <a:pt x="141" y="187"/>
                      <a:pt x="123" y="192"/>
                      <a:pt x="108" y="188"/>
                    </a:cubicBezTo>
                    <a:cubicBezTo>
                      <a:pt x="88" y="184"/>
                      <a:pt x="77" y="165"/>
                      <a:pt x="73" y="155"/>
                    </a:cubicBezTo>
                    <a:cubicBezTo>
                      <a:pt x="55" y="162"/>
                      <a:pt x="37" y="158"/>
                      <a:pt x="22" y="148"/>
                    </a:cubicBezTo>
                    <a:cubicBezTo>
                      <a:pt x="7" y="136"/>
                      <a:pt x="-2" y="118"/>
                      <a:pt x="1" y="99"/>
                    </a:cubicBezTo>
                    <a:cubicBezTo>
                      <a:pt x="5" y="75"/>
                      <a:pt x="28" y="7"/>
                      <a:pt x="29" y="4"/>
                    </a:cubicBezTo>
                    <a:cubicBezTo>
                      <a:pt x="30" y="1"/>
                      <a:pt x="34" y="-1"/>
                      <a:pt x="38" y="0"/>
                    </a:cubicBezTo>
                    <a:cubicBezTo>
                      <a:pt x="41" y="1"/>
                      <a:pt x="43" y="5"/>
                      <a:pt x="42" y="9"/>
                    </a:cubicBezTo>
                    <a:cubicBezTo>
                      <a:pt x="41" y="9"/>
                      <a:pt x="18" y="78"/>
                      <a:pt x="15" y="102"/>
                    </a:cubicBezTo>
                    <a:cubicBezTo>
                      <a:pt x="12" y="114"/>
                      <a:pt x="18" y="129"/>
                      <a:pt x="30" y="137"/>
                    </a:cubicBezTo>
                    <a:cubicBezTo>
                      <a:pt x="43" y="146"/>
                      <a:pt x="58" y="147"/>
                      <a:pt x="73" y="140"/>
                    </a:cubicBezTo>
                    <a:cubicBezTo>
                      <a:pt x="75" y="140"/>
                      <a:pt x="77" y="140"/>
                      <a:pt x="79" y="140"/>
                    </a:cubicBezTo>
                    <a:cubicBezTo>
                      <a:pt x="81" y="141"/>
                      <a:pt x="82" y="142"/>
                      <a:pt x="82" y="145"/>
                    </a:cubicBezTo>
                    <a:cubicBezTo>
                      <a:pt x="83" y="145"/>
                      <a:pt x="91" y="170"/>
                      <a:pt x="111" y="175"/>
                    </a:cubicBezTo>
                    <a:cubicBezTo>
                      <a:pt x="128" y="179"/>
                      <a:pt x="152" y="169"/>
                      <a:pt x="153" y="169"/>
                    </a:cubicBezTo>
                    <a:cubicBezTo>
                      <a:pt x="155" y="168"/>
                      <a:pt x="156" y="168"/>
                      <a:pt x="158" y="169"/>
                    </a:cubicBezTo>
                    <a:cubicBezTo>
                      <a:pt x="160" y="170"/>
                      <a:pt x="161" y="172"/>
                      <a:pt x="162" y="174"/>
                    </a:cubicBezTo>
                    <a:cubicBezTo>
                      <a:pt x="162" y="174"/>
                      <a:pt x="167" y="205"/>
                      <a:pt x="188" y="208"/>
                    </a:cubicBezTo>
                    <a:cubicBezTo>
                      <a:pt x="216" y="211"/>
                      <a:pt x="237" y="174"/>
                      <a:pt x="237" y="174"/>
                    </a:cubicBezTo>
                    <a:cubicBezTo>
                      <a:pt x="239" y="171"/>
                      <a:pt x="243" y="169"/>
                      <a:pt x="246" y="171"/>
                    </a:cubicBezTo>
                    <a:cubicBezTo>
                      <a:pt x="249" y="173"/>
                      <a:pt x="251" y="177"/>
                      <a:pt x="249" y="180"/>
                    </a:cubicBezTo>
                    <a:cubicBezTo>
                      <a:pt x="248" y="182"/>
                      <a:pt x="236" y="203"/>
                      <a:pt x="216" y="2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2147755D-8CF5-A444-8690-35EDB485E3AE}"/>
                  </a:ext>
                </a:extLst>
              </p:cNvPr>
              <p:cNvSpPr/>
              <p:nvPr/>
            </p:nvSpPr>
            <p:spPr>
              <a:xfrm>
                <a:off x="14583241" y="8572812"/>
                <a:ext cx="153232" cy="1507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4" h="122">
                    <a:moveTo>
                      <a:pt x="0" y="0"/>
                    </a:moveTo>
                    <a:cubicBezTo>
                      <a:pt x="0" y="0"/>
                      <a:pt x="131" y="55"/>
                      <a:pt x="124" y="104"/>
                    </a:cubicBezTo>
                    <a:cubicBezTo>
                      <a:pt x="119" y="136"/>
                      <a:pt x="18" y="115"/>
                      <a:pt x="18" y="11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B851B440-27BF-EF40-8CE0-575A9E03890D}"/>
                  </a:ext>
                </a:extLst>
              </p:cNvPr>
              <p:cNvSpPr/>
              <p:nvPr/>
            </p:nvSpPr>
            <p:spPr>
              <a:xfrm>
                <a:off x="14574521" y="8565334"/>
                <a:ext cx="171919" cy="1669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9" h="135">
                    <a:moveTo>
                      <a:pt x="126" y="127"/>
                    </a:moveTo>
                    <a:cubicBezTo>
                      <a:pt x="99" y="143"/>
                      <a:pt x="31" y="128"/>
                      <a:pt x="23" y="127"/>
                    </a:cubicBezTo>
                    <a:cubicBezTo>
                      <a:pt x="20" y="126"/>
                      <a:pt x="17" y="122"/>
                      <a:pt x="18" y="119"/>
                    </a:cubicBezTo>
                    <a:cubicBezTo>
                      <a:pt x="19" y="116"/>
                      <a:pt x="23" y="113"/>
                      <a:pt x="26" y="114"/>
                    </a:cubicBezTo>
                    <a:cubicBezTo>
                      <a:pt x="46" y="118"/>
                      <a:pt x="103" y="127"/>
                      <a:pt x="120" y="115"/>
                    </a:cubicBezTo>
                    <a:cubicBezTo>
                      <a:pt x="123" y="112"/>
                      <a:pt x="123" y="111"/>
                      <a:pt x="124" y="109"/>
                    </a:cubicBezTo>
                    <a:cubicBezTo>
                      <a:pt x="129" y="73"/>
                      <a:pt x="39" y="27"/>
                      <a:pt x="4" y="12"/>
                    </a:cubicBezTo>
                    <a:cubicBezTo>
                      <a:pt x="1" y="11"/>
                      <a:pt x="-1" y="7"/>
                      <a:pt x="0" y="4"/>
                    </a:cubicBezTo>
                    <a:cubicBezTo>
                      <a:pt x="2" y="0"/>
                      <a:pt x="5" y="-1"/>
                      <a:pt x="9" y="0"/>
                    </a:cubicBezTo>
                    <a:cubicBezTo>
                      <a:pt x="10" y="1"/>
                      <a:pt x="43" y="14"/>
                      <a:pt x="75" y="34"/>
                    </a:cubicBezTo>
                    <a:cubicBezTo>
                      <a:pt x="120" y="62"/>
                      <a:pt x="141" y="88"/>
                      <a:pt x="138" y="111"/>
                    </a:cubicBezTo>
                    <a:cubicBezTo>
                      <a:pt x="136" y="117"/>
                      <a:pt x="133" y="122"/>
                      <a:pt x="128" y="126"/>
                    </a:cubicBezTo>
                    <a:cubicBezTo>
                      <a:pt x="127" y="126"/>
                      <a:pt x="127" y="127"/>
                      <a:pt x="126" y="1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2A3A1E6D-5E80-6540-AF54-6CDD1A7C6DD1}"/>
                  </a:ext>
                </a:extLst>
              </p:cNvPr>
              <p:cNvSpPr/>
              <p:nvPr/>
            </p:nvSpPr>
            <p:spPr>
              <a:xfrm>
                <a:off x="11397752" y="8510500"/>
                <a:ext cx="2577543" cy="22818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70" h="1832">
                    <a:moveTo>
                      <a:pt x="816" y="0"/>
                    </a:moveTo>
                    <a:lnTo>
                      <a:pt x="349" y="102"/>
                    </a:lnTo>
                    <a:cubicBezTo>
                      <a:pt x="245" y="134"/>
                      <a:pt x="160" y="208"/>
                      <a:pt x="116" y="308"/>
                    </a:cubicBezTo>
                    <a:cubicBezTo>
                      <a:pt x="66" y="420"/>
                      <a:pt x="17" y="601"/>
                      <a:pt x="0" y="892"/>
                    </a:cubicBezTo>
                    <a:cubicBezTo>
                      <a:pt x="0" y="892"/>
                      <a:pt x="117" y="1009"/>
                      <a:pt x="380" y="1022"/>
                    </a:cubicBezTo>
                    <a:lnTo>
                      <a:pt x="380" y="1832"/>
                    </a:lnTo>
                    <a:lnTo>
                      <a:pt x="1681" y="1832"/>
                    </a:lnTo>
                    <a:lnTo>
                      <a:pt x="1670" y="995"/>
                    </a:lnTo>
                    <a:cubicBezTo>
                      <a:pt x="1726" y="967"/>
                      <a:pt x="1814" y="917"/>
                      <a:pt x="1879" y="873"/>
                    </a:cubicBezTo>
                    <a:cubicBezTo>
                      <a:pt x="1955" y="822"/>
                      <a:pt x="2018" y="769"/>
                      <a:pt x="2070" y="721"/>
                    </a:cubicBezTo>
                    <a:cubicBezTo>
                      <a:pt x="1978" y="558"/>
                      <a:pt x="1886" y="394"/>
                      <a:pt x="1793" y="231"/>
                    </a:cubicBezTo>
                    <a:cubicBezTo>
                      <a:pt x="1756" y="156"/>
                      <a:pt x="1688" y="102"/>
                      <a:pt x="1608" y="80"/>
                    </a:cubicBezTo>
                    <a:lnTo>
                      <a:pt x="1166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C84FCDF4-BCAB-F549-BBB4-EC4B4A9DDFCD}"/>
                  </a:ext>
                </a:extLst>
              </p:cNvPr>
              <p:cNvSpPr/>
              <p:nvPr/>
            </p:nvSpPr>
            <p:spPr>
              <a:xfrm>
                <a:off x="11390274" y="8503023"/>
                <a:ext cx="2593850" cy="2296801"/>
              </a:xfrm>
              <a:custGeom>
                <a:avLst/>
                <a:gdLst>
                  <a:gd name="connsiteX0" fmla="*/ 1024797 w 2593850"/>
                  <a:gd name="connsiteY0" fmla="*/ 14954 h 2296801"/>
                  <a:gd name="connsiteX1" fmla="*/ 443296 w 2593850"/>
                  <a:gd name="connsiteY1" fmla="*/ 142000 h 2296801"/>
                  <a:gd name="connsiteX2" fmla="*/ 159394 w 2593850"/>
                  <a:gd name="connsiteY2" fmla="*/ 393599 h 2296801"/>
                  <a:gd name="connsiteX3" fmla="*/ 16198 w 2593850"/>
                  <a:gd name="connsiteY3" fmla="*/ 1116015 h 2296801"/>
                  <a:gd name="connsiteX4" fmla="*/ 125774 w 2593850"/>
                  <a:gd name="connsiteY4" fmla="*/ 1187011 h 2296801"/>
                  <a:gd name="connsiteX5" fmla="*/ 480652 w 2593850"/>
                  <a:gd name="connsiteY5" fmla="*/ 1272954 h 2296801"/>
                  <a:gd name="connsiteX6" fmla="*/ 488123 w 2593850"/>
                  <a:gd name="connsiteY6" fmla="*/ 1280427 h 2296801"/>
                  <a:gd name="connsiteX7" fmla="*/ 488123 w 2593850"/>
                  <a:gd name="connsiteY7" fmla="*/ 2280599 h 2296801"/>
                  <a:gd name="connsiteX8" fmla="*/ 2093166 w 2593850"/>
                  <a:gd name="connsiteY8" fmla="*/ 2280599 h 2296801"/>
                  <a:gd name="connsiteX9" fmla="*/ 2078223 w 2593850"/>
                  <a:gd name="connsiteY9" fmla="*/ 1246797 h 2296801"/>
                  <a:gd name="connsiteX10" fmla="*/ 2083204 w 2593850"/>
                  <a:gd name="connsiteY10" fmla="*/ 1239324 h 2296801"/>
                  <a:gd name="connsiteX11" fmla="*/ 2343448 w 2593850"/>
                  <a:gd name="connsiteY11" fmla="*/ 1088613 h 2296801"/>
                  <a:gd name="connsiteX12" fmla="*/ 2576297 w 2593850"/>
                  <a:gd name="connsiteY12" fmla="*/ 904273 h 2296801"/>
                  <a:gd name="connsiteX13" fmla="*/ 2233871 w 2593850"/>
                  <a:gd name="connsiteY13" fmla="*/ 298938 h 2296801"/>
                  <a:gd name="connsiteX14" fmla="*/ 2008493 w 2593850"/>
                  <a:gd name="connsiteY14" fmla="*/ 113352 h 2296801"/>
                  <a:gd name="connsiteX15" fmla="*/ 1459367 w 2593850"/>
                  <a:gd name="connsiteY15" fmla="*/ 14954 h 2296801"/>
                  <a:gd name="connsiteX16" fmla="*/ 1022304 w 2593850"/>
                  <a:gd name="connsiteY16" fmla="*/ 0 h 2296801"/>
                  <a:gd name="connsiteX17" fmla="*/ 1023549 w 2593850"/>
                  <a:gd name="connsiteY17" fmla="*/ 0 h 2296801"/>
                  <a:gd name="connsiteX18" fmla="*/ 1459367 w 2593850"/>
                  <a:gd name="connsiteY18" fmla="*/ 0 h 2296801"/>
                  <a:gd name="connsiteX19" fmla="*/ 1461857 w 2593850"/>
                  <a:gd name="connsiteY19" fmla="*/ 0 h 2296801"/>
                  <a:gd name="connsiteX20" fmla="*/ 2012233 w 2593850"/>
                  <a:gd name="connsiteY20" fmla="*/ 99644 h 2296801"/>
                  <a:gd name="connsiteX21" fmla="*/ 2247574 w 2593850"/>
                  <a:gd name="connsiteY21" fmla="*/ 291460 h 2296801"/>
                  <a:gd name="connsiteX22" fmla="*/ 2592493 w 2593850"/>
                  <a:gd name="connsiteY22" fmla="*/ 901781 h 2296801"/>
                  <a:gd name="connsiteX23" fmla="*/ 2591248 w 2593850"/>
                  <a:gd name="connsiteY23" fmla="*/ 910500 h 2296801"/>
                  <a:gd name="connsiteX24" fmla="*/ 2352170 w 2593850"/>
                  <a:gd name="connsiteY24" fmla="*/ 1101069 h 2296801"/>
                  <a:gd name="connsiteX25" fmla="*/ 2094415 w 2593850"/>
                  <a:gd name="connsiteY25" fmla="*/ 1251781 h 2296801"/>
                  <a:gd name="connsiteX26" fmla="*/ 2108112 w 2593850"/>
                  <a:gd name="connsiteY26" fmla="*/ 2289328 h 2296801"/>
                  <a:gd name="connsiteX27" fmla="*/ 2106867 w 2593850"/>
                  <a:gd name="connsiteY27" fmla="*/ 2294310 h 2296801"/>
                  <a:gd name="connsiteX28" fmla="*/ 2100642 w 2593850"/>
                  <a:gd name="connsiteY28" fmla="*/ 2296801 h 2296801"/>
                  <a:gd name="connsiteX29" fmla="*/ 480645 w 2593850"/>
                  <a:gd name="connsiteY29" fmla="*/ 2296801 h 2296801"/>
                  <a:gd name="connsiteX30" fmla="*/ 473174 w 2593850"/>
                  <a:gd name="connsiteY30" fmla="*/ 2289328 h 2296801"/>
                  <a:gd name="connsiteX31" fmla="*/ 473174 w 2593850"/>
                  <a:gd name="connsiteY31" fmla="*/ 1287903 h 2296801"/>
                  <a:gd name="connsiteX32" fmla="*/ 118293 w 2593850"/>
                  <a:gd name="connsiteY32" fmla="*/ 1200714 h 2296801"/>
                  <a:gd name="connsiteX33" fmla="*/ 2490 w 2593850"/>
                  <a:gd name="connsiteY33" fmla="*/ 1124735 h 2296801"/>
                  <a:gd name="connsiteX34" fmla="*/ 0 w 2593850"/>
                  <a:gd name="connsiteY34" fmla="*/ 1118507 h 2296801"/>
                  <a:gd name="connsiteX35" fmla="*/ 144442 w 2593850"/>
                  <a:gd name="connsiteY35" fmla="*/ 387367 h 2296801"/>
                  <a:gd name="connsiteX36" fmla="*/ 439553 w 2593850"/>
                  <a:gd name="connsiteY36" fmla="*/ 127046 h 2296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2593850" h="2296801">
                    <a:moveTo>
                      <a:pt x="1024797" y="14954"/>
                    </a:moveTo>
                    <a:lnTo>
                      <a:pt x="443296" y="142000"/>
                    </a:lnTo>
                    <a:cubicBezTo>
                      <a:pt x="316287" y="180611"/>
                      <a:pt x="212937" y="272782"/>
                      <a:pt x="159394" y="393599"/>
                    </a:cubicBezTo>
                    <a:cubicBezTo>
                      <a:pt x="82193" y="566730"/>
                      <a:pt x="34876" y="809611"/>
                      <a:pt x="16198" y="1116015"/>
                    </a:cubicBezTo>
                    <a:cubicBezTo>
                      <a:pt x="24914" y="1123488"/>
                      <a:pt x="61025" y="1155873"/>
                      <a:pt x="125774" y="1187011"/>
                    </a:cubicBezTo>
                    <a:cubicBezTo>
                      <a:pt x="195505" y="1221886"/>
                      <a:pt x="313797" y="1265480"/>
                      <a:pt x="480652" y="1272954"/>
                    </a:cubicBezTo>
                    <a:cubicBezTo>
                      <a:pt x="485632" y="1272954"/>
                      <a:pt x="488123" y="1276690"/>
                      <a:pt x="488123" y="1280427"/>
                    </a:cubicBezTo>
                    <a:lnTo>
                      <a:pt x="488123" y="2280599"/>
                    </a:lnTo>
                    <a:lnTo>
                      <a:pt x="2093166" y="2280599"/>
                    </a:lnTo>
                    <a:lnTo>
                      <a:pt x="2078223" y="1246797"/>
                    </a:lnTo>
                    <a:cubicBezTo>
                      <a:pt x="2078223" y="1243061"/>
                      <a:pt x="2080714" y="1240569"/>
                      <a:pt x="2083204" y="1239324"/>
                    </a:cubicBezTo>
                    <a:cubicBezTo>
                      <a:pt x="2152934" y="1204449"/>
                      <a:pt x="2262510" y="1143417"/>
                      <a:pt x="2343448" y="1088613"/>
                    </a:cubicBezTo>
                    <a:cubicBezTo>
                      <a:pt x="2424384" y="1032564"/>
                      <a:pt x="2502831" y="971532"/>
                      <a:pt x="2576297" y="904273"/>
                    </a:cubicBezTo>
                    <a:lnTo>
                      <a:pt x="2233871" y="298938"/>
                    </a:lnTo>
                    <a:cubicBezTo>
                      <a:pt x="2187800" y="208013"/>
                      <a:pt x="2105617" y="142000"/>
                      <a:pt x="2008493" y="113352"/>
                    </a:cubicBezTo>
                    <a:lnTo>
                      <a:pt x="1459367" y="14954"/>
                    </a:lnTo>
                    <a:close/>
                    <a:moveTo>
                      <a:pt x="1022304" y="0"/>
                    </a:moveTo>
                    <a:lnTo>
                      <a:pt x="1023549" y="0"/>
                    </a:lnTo>
                    <a:lnTo>
                      <a:pt x="1459367" y="0"/>
                    </a:lnTo>
                    <a:cubicBezTo>
                      <a:pt x="1459367" y="0"/>
                      <a:pt x="1460612" y="0"/>
                      <a:pt x="1461857" y="0"/>
                    </a:cubicBezTo>
                    <a:lnTo>
                      <a:pt x="2012233" y="99644"/>
                    </a:lnTo>
                    <a:cubicBezTo>
                      <a:pt x="2114338" y="128292"/>
                      <a:pt x="2200257" y="198043"/>
                      <a:pt x="2247574" y="291460"/>
                    </a:cubicBezTo>
                    <a:lnTo>
                      <a:pt x="2592493" y="901781"/>
                    </a:lnTo>
                    <a:cubicBezTo>
                      <a:pt x="2594983" y="904272"/>
                      <a:pt x="2593738" y="908009"/>
                      <a:pt x="2591248" y="910500"/>
                    </a:cubicBezTo>
                    <a:cubicBezTo>
                      <a:pt x="2516536" y="980251"/>
                      <a:pt x="2435598" y="1043774"/>
                      <a:pt x="2352170" y="1101069"/>
                    </a:cubicBezTo>
                    <a:cubicBezTo>
                      <a:pt x="2271233" y="1155874"/>
                      <a:pt x="2165392" y="1215660"/>
                      <a:pt x="2094415" y="1251781"/>
                    </a:cubicBezTo>
                    <a:lnTo>
                      <a:pt x="2108112" y="2289328"/>
                    </a:lnTo>
                    <a:cubicBezTo>
                      <a:pt x="2108112" y="2290573"/>
                      <a:pt x="2106867" y="2293064"/>
                      <a:pt x="2106867" y="2294310"/>
                    </a:cubicBezTo>
                    <a:cubicBezTo>
                      <a:pt x="2104377" y="2295555"/>
                      <a:pt x="2101886" y="2296801"/>
                      <a:pt x="2100642" y="2296801"/>
                    </a:cubicBezTo>
                    <a:lnTo>
                      <a:pt x="480645" y="2296801"/>
                    </a:lnTo>
                    <a:cubicBezTo>
                      <a:pt x="476909" y="2296801"/>
                      <a:pt x="473174" y="2293064"/>
                      <a:pt x="473174" y="2289328"/>
                    </a:cubicBezTo>
                    <a:lnTo>
                      <a:pt x="473174" y="1287903"/>
                    </a:lnTo>
                    <a:cubicBezTo>
                      <a:pt x="306318" y="1279184"/>
                      <a:pt x="188024" y="1235589"/>
                      <a:pt x="118293" y="1200714"/>
                    </a:cubicBezTo>
                    <a:cubicBezTo>
                      <a:pt x="39846" y="1162102"/>
                      <a:pt x="3736" y="1125981"/>
                      <a:pt x="2490" y="1124735"/>
                    </a:cubicBezTo>
                    <a:cubicBezTo>
                      <a:pt x="0" y="1122244"/>
                      <a:pt x="0" y="1120998"/>
                      <a:pt x="0" y="1118507"/>
                    </a:cubicBezTo>
                    <a:cubicBezTo>
                      <a:pt x="18678" y="809610"/>
                      <a:pt x="67240" y="562990"/>
                      <a:pt x="144442" y="387367"/>
                    </a:cubicBezTo>
                    <a:cubicBezTo>
                      <a:pt x="200476" y="262812"/>
                      <a:pt x="307563" y="166904"/>
                      <a:pt x="439553" y="1270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1FC90E2A-0DAF-C24C-9731-4881D7CBFF59}"/>
                  </a:ext>
                </a:extLst>
              </p:cNvPr>
              <p:cNvSpPr/>
              <p:nvPr/>
            </p:nvSpPr>
            <p:spPr>
              <a:xfrm>
                <a:off x="12303443" y="7268009"/>
                <a:ext cx="738754" cy="14543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94" h="1168">
                    <a:moveTo>
                      <a:pt x="0" y="407"/>
                    </a:moveTo>
                    <a:cubicBezTo>
                      <a:pt x="0" y="82"/>
                      <a:pt x="189" y="0"/>
                      <a:pt x="326" y="0"/>
                    </a:cubicBezTo>
                    <a:cubicBezTo>
                      <a:pt x="462" y="0"/>
                      <a:pt x="594" y="12"/>
                      <a:pt x="594" y="291"/>
                    </a:cubicBezTo>
                    <a:cubicBezTo>
                      <a:pt x="594" y="460"/>
                      <a:pt x="605" y="756"/>
                      <a:pt x="448" y="756"/>
                    </a:cubicBezTo>
                    <a:cubicBezTo>
                      <a:pt x="444" y="756"/>
                      <a:pt x="441" y="756"/>
                      <a:pt x="438" y="756"/>
                    </a:cubicBezTo>
                    <a:lnTo>
                      <a:pt x="438" y="993"/>
                    </a:lnTo>
                    <a:cubicBezTo>
                      <a:pt x="438" y="1090"/>
                      <a:pt x="360" y="1168"/>
                      <a:pt x="264" y="1168"/>
                    </a:cubicBezTo>
                    <a:cubicBezTo>
                      <a:pt x="167" y="1168"/>
                      <a:pt x="88" y="1090"/>
                      <a:pt x="88" y="993"/>
                    </a:cubicBezTo>
                    <a:lnTo>
                      <a:pt x="88" y="706"/>
                    </a:lnTo>
                    <a:cubicBezTo>
                      <a:pt x="16" y="646"/>
                      <a:pt x="0" y="522"/>
                      <a:pt x="0" y="40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8898ED6D-2E8A-2146-B19B-47056840E564}"/>
                  </a:ext>
                </a:extLst>
              </p:cNvPr>
              <p:cNvSpPr/>
              <p:nvPr/>
            </p:nvSpPr>
            <p:spPr>
              <a:xfrm>
                <a:off x="12294722" y="7259286"/>
                <a:ext cx="754950" cy="1470551"/>
              </a:xfrm>
              <a:custGeom>
                <a:avLst/>
                <a:gdLst>
                  <a:gd name="connsiteX0" fmla="*/ 414162 w 754950"/>
                  <a:gd name="connsiteY0" fmla="*/ 16201 h 1470551"/>
                  <a:gd name="connsiteX1" fmla="*/ 16195 w 754950"/>
                  <a:gd name="connsiteY1" fmla="*/ 515507 h 1470551"/>
                  <a:gd name="connsiteX2" fmla="*/ 123149 w 754950"/>
                  <a:gd name="connsiteY2" fmla="*/ 881581 h 1470551"/>
                  <a:gd name="connsiteX3" fmla="*/ 126880 w 754950"/>
                  <a:gd name="connsiteY3" fmla="*/ 887807 h 1470551"/>
                  <a:gd name="connsiteX4" fmla="*/ 126880 w 754950"/>
                  <a:gd name="connsiteY4" fmla="*/ 1245165 h 1470551"/>
                  <a:gd name="connsiteX5" fmla="*/ 337056 w 754950"/>
                  <a:gd name="connsiteY5" fmla="*/ 1455596 h 1470551"/>
                  <a:gd name="connsiteX6" fmla="*/ 545989 w 754950"/>
                  <a:gd name="connsiteY6" fmla="*/ 1245165 h 1470551"/>
                  <a:gd name="connsiteX7" fmla="*/ 545989 w 754950"/>
                  <a:gd name="connsiteY7" fmla="*/ 950065 h 1470551"/>
                  <a:gd name="connsiteX8" fmla="*/ 548476 w 754950"/>
                  <a:gd name="connsiteY8" fmla="*/ 945084 h 1470551"/>
                  <a:gd name="connsiteX9" fmla="*/ 553451 w 754950"/>
                  <a:gd name="connsiteY9" fmla="*/ 942594 h 1470551"/>
                  <a:gd name="connsiteX10" fmla="*/ 558425 w 754950"/>
                  <a:gd name="connsiteY10" fmla="*/ 942594 h 1470551"/>
                  <a:gd name="connsiteX11" fmla="*/ 565887 w 754950"/>
                  <a:gd name="connsiteY11" fmla="*/ 942594 h 1470551"/>
                  <a:gd name="connsiteX12" fmla="*/ 651699 w 754950"/>
                  <a:gd name="connsiteY12" fmla="*/ 907730 h 1470551"/>
                  <a:gd name="connsiteX13" fmla="*/ 738754 w 754950"/>
                  <a:gd name="connsiteY13" fmla="*/ 412159 h 1470551"/>
                  <a:gd name="connsiteX14" fmla="*/ 738754 w 754950"/>
                  <a:gd name="connsiteY14" fmla="*/ 371069 h 1470551"/>
                  <a:gd name="connsiteX15" fmla="*/ 414162 w 754950"/>
                  <a:gd name="connsiteY15" fmla="*/ 16201 h 1470551"/>
                  <a:gd name="connsiteX16" fmla="*/ 414165 w 754950"/>
                  <a:gd name="connsiteY16" fmla="*/ 0 h 1470551"/>
                  <a:gd name="connsiteX17" fmla="*/ 754950 w 754950"/>
                  <a:gd name="connsiteY17" fmla="*/ 371062 h 1470551"/>
                  <a:gd name="connsiteX18" fmla="*/ 754950 w 754950"/>
                  <a:gd name="connsiteY18" fmla="*/ 412153 h 1470551"/>
                  <a:gd name="connsiteX19" fmla="*/ 662913 w 754950"/>
                  <a:gd name="connsiteY19" fmla="*/ 918939 h 1470551"/>
                  <a:gd name="connsiteX20" fmla="*/ 565902 w 754950"/>
                  <a:gd name="connsiteY20" fmla="*/ 958785 h 1470551"/>
                  <a:gd name="connsiteX21" fmla="*/ 560927 w 754950"/>
                  <a:gd name="connsiteY21" fmla="*/ 958785 h 1470551"/>
                  <a:gd name="connsiteX22" fmla="*/ 560927 w 754950"/>
                  <a:gd name="connsiteY22" fmla="*/ 1245174 h 1470551"/>
                  <a:gd name="connsiteX23" fmla="*/ 337053 w 754950"/>
                  <a:gd name="connsiteY23" fmla="*/ 1470551 h 1470551"/>
                  <a:gd name="connsiteX24" fmla="*/ 110693 w 754950"/>
                  <a:gd name="connsiteY24" fmla="*/ 1245174 h 1470551"/>
                  <a:gd name="connsiteX25" fmla="*/ 110693 w 754950"/>
                  <a:gd name="connsiteY25" fmla="*/ 890300 h 1470551"/>
                  <a:gd name="connsiteX26" fmla="*/ 0 w 754950"/>
                  <a:gd name="connsiteY26" fmla="*/ 515502 h 1470551"/>
                  <a:gd name="connsiteX27" fmla="*/ 143030 w 754950"/>
                  <a:gd name="connsiteY27" fmla="*/ 104595 h 1470551"/>
                  <a:gd name="connsiteX28" fmla="*/ 414165 w 754950"/>
                  <a:gd name="connsiteY28" fmla="*/ 0 h 147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54950" h="1470551">
                    <a:moveTo>
                      <a:pt x="414162" y="16201"/>
                    </a:moveTo>
                    <a:cubicBezTo>
                      <a:pt x="320889" y="16201"/>
                      <a:pt x="16195" y="52311"/>
                      <a:pt x="16195" y="515507"/>
                    </a:cubicBezTo>
                    <a:cubicBezTo>
                      <a:pt x="16195" y="702280"/>
                      <a:pt x="51017" y="821814"/>
                      <a:pt x="123149" y="881581"/>
                    </a:cubicBezTo>
                    <a:cubicBezTo>
                      <a:pt x="124392" y="882827"/>
                      <a:pt x="126880" y="885317"/>
                      <a:pt x="126880" y="887807"/>
                    </a:cubicBezTo>
                    <a:lnTo>
                      <a:pt x="126880" y="1245165"/>
                    </a:lnTo>
                    <a:cubicBezTo>
                      <a:pt x="126880" y="1360964"/>
                      <a:pt x="221397" y="1455596"/>
                      <a:pt x="337056" y="1455596"/>
                    </a:cubicBezTo>
                    <a:cubicBezTo>
                      <a:pt x="451472" y="1455596"/>
                      <a:pt x="545989" y="1360964"/>
                      <a:pt x="545989" y="1245165"/>
                    </a:cubicBezTo>
                    <a:lnTo>
                      <a:pt x="545989" y="950065"/>
                    </a:lnTo>
                    <a:cubicBezTo>
                      <a:pt x="545989" y="948820"/>
                      <a:pt x="547232" y="947574"/>
                      <a:pt x="548476" y="945084"/>
                    </a:cubicBezTo>
                    <a:cubicBezTo>
                      <a:pt x="549720" y="943839"/>
                      <a:pt x="552207" y="942594"/>
                      <a:pt x="553451" y="942594"/>
                    </a:cubicBezTo>
                    <a:lnTo>
                      <a:pt x="558425" y="942594"/>
                    </a:lnTo>
                    <a:cubicBezTo>
                      <a:pt x="560912" y="942594"/>
                      <a:pt x="563400" y="942594"/>
                      <a:pt x="565887" y="942594"/>
                    </a:cubicBezTo>
                    <a:cubicBezTo>
                      <a:pt x="599466" y="942594"/>
                      <a:pt x="628069" y="931387"/>
                      <a:pt x="651699" y="907730"/>
                    </a:cubicBezTo>
                    <a:cubicBezTo>
                      <a:pt x="741241" y="818079"/>
                      <a:pt x="739998" y="583990"/>
                      <a:pt x="738754" y="412159"/>
                    </a:cubicBezTo>
                    <a:cubicBezTo>
                      <a:pt x="738754" y="398463"/>
                      <a:pt x="738754" y="383521"/>
                      <a:pt x="738754" y="371069"/>
                    </a:cubicBezTo>
                    <a:cubicBezTo>
                      <a:pt x="738754" y="42349"/>
                      <a:pt x="598222" y="16201"/>
                      <a:pt x="414162" y="16201"/>
                    </a:cubicBezTo>
                    <a:close/>
                    <a:moveTo>
                      <a:pt x="414165" y="0"/>
                    </a:moveTo>
                    <a:cubicBezTo>
                      <a:pt x="600726" y="0"/>
                      <a:pt x="754950" y="28639"/>
                      <a:pt x="754950" y="371062"/>
                    </a:cubicBezTo>
                    <a:cubicBezTo>
                      <a:pt x="754950" y="383514"/>
                      <a:pt x="754950" y="398456"/>
                      <a:pt x="754950" y="412153"/>
                    </a:cubicBezTo>
                    <a:cubicBezTo>
                      <a:pt x="754950" y="586477"/>
                      <a:pt x="756194" y="824306"/>
                      <a:pt x="662913" y="918939"/>
                    </a:cubicBezTo>
                    <a:cubicBezTo>
                      <a:pt x="635551" y="945088"/>
                      <a:pt x="603214" y="958785"/>
                      <a:pt x="565902" y="958785"/>
                    </a:cubicBezTo>
                    <a:cubicBezTo>
                      <a:pt x="563414" y="958785"/>
                      <a:pt x="563414" y="958785"/>
                      <a:pt x="560927" y="958785"/>
                    </a:cubicBezTo>
                    <a:lnTo>
                      <a:pt x="560927" y="1245174"/>
                    </a:lnTo>
                    <a:cubicBezTo>
                      <a:pt x="560927" y="1369692"/>
                      <a:pt x="460184" y="1470551"/>
                      <a:pt x="337053" y="1470551"/>
                    </a:cubicBezTo>
                    <a:cubicBezTo>
                      <a:pt x="211436" y="1470551"/>
                      <a:pt x="110693" y="1369692"/>
                      <a:pt x="110693" y="1245174"/>
                    </a:cubicBezTo>
                    <a:lnTo>
                      <a:pt x="110693" y="890300"/>
                    </a:lnTo>
                    <a:cubicBezTo>
                      <a:pt x="37312" y="826796"/>
                      <a:pt x="0" y="704769"/>
                      <a:pt x="0" y="515502"/>
                    </a:cubicBezTo>
                    <a:cubicBezTo>
                      <a:pt x="0" y="331217"/>
                      <a:pt x="48506" y="194247"/>
                      <a:pt x="143030" y="104595"/>
                    </a:cubicBezTo>
                    <a:cubicBezTo>
                      <a:pt x="237554" y="13697"/>
                      <a:pt x="353222" y="0"/>
                      <a:pt x="4141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0A812076-AB21-6946-A923-1118C8E93F88}"/>
                  </a:ext>
                </a:extLst>
              </p:cNvPr>
              <p:cNvSpPr/>
              <p:nvPr/>
            </p:nvSpPr>
            <p:spPr>
              <a:xfrm>
                <a:off x="12729503" y="8210159"/>
                <a:ext cx="118350" cy="772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6" h="63">
                    <a:moveTo>
                      <a:pt x="96" y="0"/>
                    </a:moveTo>
                    <a:lnTo>
                      <a:pt x="0" y="0"/>
                    </a:lnTo>
                    <a:cubicBezTo>
                      <a:pt x="0" y="0"/>
                      <a:pt x="20" y="68"/>
                      <a:pt x="96" y="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9D80B5BC-8EA8-724A-9BBF-0AF07DEF2F84}"/>
                  </a:ext>
                </a:extLst>
              </p:cNvPr>
              <p:cNvSpPr/>
              <p:nvPr/>
            </p:nvSpPr>
            <p:spPr>
              <a:xfrm>
                <a:off x="12722025" y="8202681"/>
                <a:ext cx="133300" cy="92221"/>
              </a:xfrm>
              <a:custGeom>
                <a:avLst/>
                <a:gdLst>
                  <a:gd name="connsiteX0" fmla="*/ 18687 w 133300"/>
                  <a:gd name="connsiteY0" fmla="*/ 16201 h 92221"/>
                  <a:gd name="connsiteX1" fmla="*/ 115889 w 133300"/>
                  <a:gd name="connsiteY1" fmla="*/ 77266 h 92221"/>
                  <a:gd name="connsiteX2" fmla="*/ 118350 w 133300"/>
                  <a:gd name="connsiteY2" fmla="*/ 77266 h 92221"/>
                  <a:gd name="connsiteX3" fmla="*/ 118350 w 133300"/>
                  <a:gd name="connsiteY3" fmla="*/ 16201 h 92221"/>
                  <a:gd name="connsiteX4" fmla="*/ 7406 w 133300"/>
                  <a:gd name="connsiteY4" fmla="*/ 0 h 92221"/>
                  <a:gd name="connsiteX5" fmla="*/ 125894 w 133300"/>
                  <a:gd name="connsiteY5" fmla="*/ 0 h 92221"/>
                  <a:gd name="connsiteX6" fmla="*/ 133300 w 133300"/>
                  <a:gd name="connsiteY6" fmla="*/ 7378 h 92221"/>
                  <a:gd name="connsiteX7" fmla="*/ 133300 w 133300"/>
                  <a:gd name="connsiteY7" fmla="*/ 84844 h 92221"/>
                  <a:gd name="connsiteX8" fmla="*/ 127129 w 133300"/>
                  <a:gd name="connsiteY8" fmla="*/ 92221 h 92221"/>
                  <a:gd name="connsiteX9" fmla="*/ 116020 w 133300"/>
                  <a:gd name="connsiteY9" fmla="*/ 92221 h 92221"/>
                  <a:gd name="connsiteX10" fmla="*/ 25919 w 133300"/>
                  <a:gd name="connsiteY10" fmla="*/ 54103 h 92221"/>
                  <a:gd name="connsiteX11" fmla="*/ 0 w 133300"/>
                  <a:gd name="connsiteY11" fmla="*/ 11067 h 92221"/>
                  <a:gd name="connsiteX12" fmla="*/ 2469 w 133300"/>
                  <a:gd name="connsiteY12" fmla="*/ 3689 h 92221"/>
                  <a:gd name="connsiteX13" fmla="*/ 7406 w 133300"/>
                  <a:gd name="connsiteY13" fmla="*/ 0 h 92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3300" h="92221">
                    <a:moveTo>
                      <a:pt x="18687" y="16201"/>
                    </a:moveTo>
                    <a:cubicBezTo>
                      <a:pt x="28530" y="34521"/>
                      <a:pt x="54369" y="77266"/>
                      <a:pt x="115889" y="77266"/>
                    </a:cubicBezTo>
                    <a:cubicBezTo>
                      <a:pt x="115889" y="77266"/>
                      <a:pt x="117120" y="77266"/>
                      <a:pt x="118350" y="77266"/>
                    </a:cubicBezTo>
                    <a:lnTo>
                      <a:pt x="118350" y="16201"/>
                    </a:lnTo>
                    <a:close/>
                    <a:moveTo>
                      <a:pt x="7406" y="0"/>
                    </a:moveTo>
                    <a:lnTo>
                      <a:pt x="125894" y="0"/>
                    </a:lnTo>
                    <a:cubicBezTo>
                      <a:pt x="129597" y="0"/>
                      <a:pt x="133300" y="3689"/>
                      <a:pt x="133300" y="7378"/>
                    </a:cubicBezTo>
                    <a:lnTo>
                      <a:pt x="133300" y="84844"/>
                    </a:lnTo>
                    <a:cubicBezTo>
                      <a:pt x="133300" y="88532"/>
                      <a:pt x="130831" y="92221"/>
                      <a:pt x="127129" y="92221"/>
                    </a:cubicBezTo>
                    <a:cubicBezTo>
                      <a:pt x="123426" y="92221"/>
                      <a:pt x="119723" y="92221"/>
                      <a:pt x="116020" y="92221"/>
                    </a:cubicBezTo>
                    <a:cubicBezTo>
                      <a:pt x="70353" y="92221"/>
                      <a:pt x="41965" y="71318"/>
                      <a:pt x="25919" y="54103"/>
                    </a:cubicBezTo>
                    <a:cubicBezTo>
                      <a:pt x="7406" y="33200"/>
                      <a:pt x="0" y="11067"/>
                      <a:pt x="0" y="11067"/>
                    </a:cubicBezTo>
                    <a:cubicBezTo>
                      <a:pt x="0" y="7378"/>
                      <a:pt x="0" y="4919"/>
                      <a:pt x="2469" y="3689"/>
                    </a:cubicBezTo>
                    <a:cubicBezTo>
                      <a:pt x="3703" y="1230"/>
                      <a:pt x="4937" y="0"/>
                      <a:pt x="74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23049632-53ED-FE45-9129-8B5340240CF7}"/>
                  </a:ext>
                </a:extLst>
              </p:cNvPr>
              <p:cNvSpPr/>
              <p:nvPr/>
            </p:nvSpPr>
            <p:spPr>
              <a:xfrm>
                <a:off x="12180106" y="7010040"/>
                <a:ext cx="981684" cy="11365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89" h="913">
                    <a:moveTo>
                      <a:pt x="269" y="558"/>
                    </a:moveTo>
                    <a:cubicBezTo>
                      <a:pt x="269" y="558"/>
                      <a:pt x="257" y="497"/>
                      <a:pt x="215" y="495"/>
                    </a:cubicBezTo>
                    <a:cubicBezTo>
                      <a:pt x="173" y="491"/>
                      <a:pt x="138" y="539"/>
                      <a:pt x="146" y="606"/>
                    </a:cubicBezTo>
                    <a:cubicBezTo>
                      <a:pt x="154" y="673"/>
                      <a:pt x="203" y="704"/>
                      <a:pt x="263" y="679"/>
                    </a:cubicBezTo>
                    <a:cubicBezTo>
                      <a:pt x="263" y="679"/>
                      <a:pt x="307" y="847"/>
                      <a:pt x="187" y="913"/>
                    </a:cubicBezTo>
                    <a:cubicBezTo>
                      <a:pt x="187" y="913"/>
                      <a:pt x="16" y="889"/>
                      <a:pt x="72" y="712"/>
                    </a:cubicBezTo>
                    <a:cubicBezTo>
                      <a:pt x="72" y="712"/>
                      <a:pt x="-56" y="610"/>
                      <a:pt x="29" y="495"/>
                    </a:cubicBezTo>
                    <a:cubicBezTo>
                      <a:pt x="29" y="495"/>
                      <a:pt x="-44" y="368"/>
                      <a:pt x="60" y="299"/>
                    </a:cubicBezTo>
                    <a:cubicBezTo>
                      <a:pt x="60" y="299"/>
                      <a:pt x="16" y="122"/>
                      <a:pt x="172" y="106"/>
                    </a:cubicBezTo>
                    <a:cubicBezTo>
                      <a:pt x="172" y="106"/>
                      <a:pt x="233" y="-26"/>
                      <a:pt x="370" y="29"/>
                    </a:cubicBezTo>
                    <a:cubicBezTo>
                      <a:pt x="370" y="29"/>
                      <a:pt x="502" y="-46"/>
                      <a:pt x="553" y="44"/>
                    </a:cubicBezTo>
                    <a:cubicBezTo>
                      <a:pt x="553" y="44"/>
                      <a:pt x="661" y="3"/>
                      <a:pt x="700" y="96"/>
                    </a:cubicBezTo>
                    <a:cubicBezTo>
                      <a:pt x="700" y="96"/>
                      <a:pt x="804" y="97"/>
                      <a:pt x="772" y="198"/>
                    </a:cubicBezTo>
                    <a:cubicBezTo>
                      <a:pt x="772" y="198"/>
                      <a:pt x="820" y="276"/>
                      <a:pt x="752" y="323"/>
                    </a:cubicBezTo>
                    <a:cubicBezTo>
                      <a:pt x="682" y="373"/>
                      <a:pt x="635" y="309"/>
                      <a:pt x="635" y="309"/>
                    </a:cubicBezTo>
                    <a:cubicBezTo>
                      <a:pt x="635" y="309"/>
                      <a:pt x="560" y="426"/>
                      <a:pt x="478" y="351"/>
                    </a:cubicBezTo>
                    <a:cubicBezTo>
                      <a:pt x="478" y="351"/>
                      <a:pt x="422" y="439"/>
                      <a:pt x="355" y="393"/>
                    </a:cubicBezTo>
                    <a:cubicBezTo>
                      <a:pt x="355" y="393"/>
                      <a:pt x="299" y="671"/>
                      <a:pt x="269" y="55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74B0994C-550A-EE41-8C91-1F84B699C676}"/>
                  </a:ext>
                </a:extLst>
              </p:cNvPr>
              <p:cNvSpPr/>
              <p:nvPr/>
            </p:nvSpPr>
            <p:spPr>
              <a:xfrm>
                <a:off x="12172634" y="7002563"/>
                <a:ext cx="995388" cy="11515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0" h="925">
                    <a:moveTo>
                      <a:pt x="193" y="925"/>
                    </a:moveTo>
                    <a:lnTo>
                      <a:pt x="192" y="925"/>
                    </a:lnTo>
                    <a:cubicBezTo>
                      <a:pt x="189" y="924"/>
                      <a:pt x="117" y="914"/>
                      <a:pt x="80" y="857"/>
                    </a:cubicBezTo>
                    <a:cubicBezTo>
                      <a:pt x="58" y="820"/>
                      <a:pt x="55" y="774"/>
                      <a:pt x="71" y="720"/>
                    </a:cubicBezTo>
                    <a:cubicBezTo>
                      <a:pt x="52" y="702"/>
                      <a:pt x="-48" y="607"/>
                      <a:pt x="28" y="500"/>
                    </a:cubicBezTo>
                    <a:cubicBezTo>
                      <a:pt x="17" y="479"/>
                      <a:pt x="-34" y="367"/>
                      <a:pt x="58" y="302"/>
                    </a:cubicBezTo>
                    <a:cubicBezTo>
                      <a:pt x="55" y="283"/>
                      <a:pt x="42" y="209"/>
                      <a:pt x="80" y="157"/>
                    </a:cubicBezTo>
                    <a:cubicBezTo>
                      <a:pt x="100" y="128"/>
                      <a:pt x="132" y="111"/>
                      <a:pt x="174" y="106"/>
                    </a:cubicBezTo>
                    <a:cubicBezTo>
                      <a:pt x="185" y="86"/>
                      <a:pt x="249" y="-21"/>
                      <a:pt x="375" y="28"/>
                    </a:cubicBezTo>
                    <a:cubicBezTo>
                      <a:pt x="384" y="24"/>
                      <a:pt x="413" y="9"/>
                      <a:pt x="447" y="3"/>
                    </a:cubicBezTo>
                    <a:cubicBezTo>
                      <a:pt x="499" y="-7"/>
                      <a:pt x="539" y="6"/>
                      <a:pt x="562" y="42"/>
                    </a:cubicBezTo>
                    <a:cubicBezTo>
                      <a:pt x="584" y="36"/>
                      <a:pt x="673" y="15"/>
                      <a:pt x="710" y="96"/>
                    </a:cubicBezTo>
                    <a:cubicBezTo>
                      <a:pt x="723" y="96"/>
                      <a:pt x="759" y="101"/>
                      <a:pt x="778" y="128"/>
                    </a:cubicBezTo>
                    <a:cubicBezTo>
                      <a:pt x="792" y="147"/>
                      <a:pt x="794" y="172"/>
                      <a:pt x="785" y="203"/>
                    </a:cubicBezTo>
                    <a:cubicBezTo>
                      <a:pt x="792" y="217"/>
                      <a:pt x="826" y="289"/>
                      <a:pt x="762" y="335"/>
                    </a:cubicBezTo>
                    <a:cubicBezTo>
                      <a:pt x="702" y="376"/>
                      <a:pt x="657" y="341"/>
                      <a:pt x="642" y="325"/>
                    </a:cubicBezTo>
                    <a:cubicBezTo>
                      <a:pt x="629" y="341"/>
                      <a:pt x="596" y="382"/>
                      <a:pt x="552" y="388"/>
                    </a:cubicBezTo>
                    <a:cubicBezTo>
                      <a:pt x="529" y="391"/>
                      <a:pt x="506" y="384"/>
                      <a:pt x="485" y="367"/>
                    </a:cubicBezTo>
                    <a:cubicBezTo>
                      <a:pt x="475" y="380"/>
                      <a:pt x="449" y="410"/>
                      <a:pt x="415" y="417"/>
                    </a:cubicBezTo>
                    <a:cubicBezTo>
                      <a:pt x="398" y="420"/>
                      <a:pt x="381" y="417"/>
                      <a:pt x="365" y="409"/>
                    </a:cubicBezTo>
                    <a:cubicBezTo>
                      <a:pt x="362" y="425"/>
                      <a:pt x="354" y="461"/>
                      <a:pt x="344" y="496"/>
                    </a:cubicBezTo>
                    <a:cubicBezTo>
                      <a:pt x="319" y="585"/>
                      <a:pt x="304" y="596"/>
                      <a:pt x="293" y="597"/>
                    </a:cubicBezTo>
                    <a:cubicBezTo>
                      <a:pt x="279" y="597"/>
                      <a:pt x="272" y="579"/>
                      <a:pt x="269" y="565"/>
                    </a:cubicBezTo>
                    <a:cubicBezTo>
                      <a:pt x="268" y="565"/>
                      <a:pt x="257" y="509"/>
                      <a:pt x="221" y="507"/>
                    </a:cubicBezTo>
                    <a:cubicBezTo>
                      <a:pt x="206" y="505"/>
                      <a:pt x="192" y="512"/>
                      <a:pt x="181" y="523"/>
                    </a:cubicBezTo>
                    <a:cubicBezTo>
                      <a:pt x="162" y="543"/>
                      <a:pt x="154" y="576"/>
                      <a:pt x="158" y="611"/>
                    </a:cubicBezTo>
                    <a:cubicBezTo>
                      <a:pt x="162" y="642"/>
                      <a:pt x="175" y="666"/>
                      <a:pt x="195" y="679"/>
                    </a:cubicBezTo>
                    <a:cubicBezTo>
                      <a:pt x="215" y="690"/>
                      <a:pt x="240" y="690"/>
                      <a:pt x="266" y="679"/>
                    </a:cubicBezTo>
                    <a:cubicBezTo>
                      <a:pt x="268" y="679"/>
                      <a:pt x="270" y="679"/>
                      <a:pt x="272" y="680"/>
                    </a:cubicBezTo>
                    <a:cubicBezTo>
                      <a:pt x="273" y="680"/>
                      <a:pt x="274" y="681"/>
                      <a:pt x="275" y="683"/>
                    </a:cubicBezTo>
                    <a:cubicBezTo>
                      <a:pt x="276" y="685"/>
                      <a:pt x="318" y="857"/>
                      <a:pt x="197" y="924"/>
                    </a:cubicBezTo>
                    <a:cubicBezTo>
                      <a:pt x="195" y="924"/>
                      <a:pt x="194" y="925"/>
                      <a:pt x="193" y="9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5B529C9B-E419-7747-B4AC-BBB72170B318}"/>
                  </a:ext>
                </a:extLst>
              </p:cNvPr>
              <p:cNvSpPr/>
              <p:nvPr/>
            </p:nvSpPr>
            <p:spPr>
              <a:xfrm>
                <a:off x="12187580" y="7018764"/>
                <a:ext cx="965489" cy="11191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76" h="899">
                    <a:moveTo>
                      <a:pt x="299" y="16"/>
                    </a:moveTo>
                    <a:cubicBezTo>
                      <a:pt x="213" y="16"/>
                      <a:pt x="174" y="98"/>
                      <a:pt x="172" y="102"/>
                    </a:cubicBezTo>
                    <a:cubicBezTo>
                      <a:pt x="170" y="104"/>
                      <a:pt x="169" y="106"/>
                      <a:pt x="167" y="106"/>
                    </a:cubicBezTo>
                    <a:cubicBezTo>
                      <a:pt x="127" y="110"/>
                      <a:pt x="97" y="125"/>
                      <a:pt x="78" y="152"/>
                    </a:cubicBezTo>
                    <a:cubicBezTo>
                      <a:pt x="40" y="207"/>
                      <a:pt x="59" y="290"/>
                      <a:pt x="59" y="292"/>
                    </a:cubicBezTo>
                    <a:cubicBezTo>
                      <a:pt x="60" y="294"/>
                      <a:pt x="59" y="296"/>
                      <a:pt x="57" y="298"/>
                    </a:cubicBezTo>
                    <a:cubicBezTo>
                      <a:pt x="-41" y="363"/>
                      <a:pt x="25" y="479"/>
                      <a:pt x="29" y="484"/>
                    </a:cubicBezTo>
                    <a:cubicBezTo>
                      <a:pt x="30" y="486"/>
                      <a:pt x="30" y="489"/>
                      <a:pt x="28" y="491"/>
                    </a:cubicBezTo>
                    <a:cubicBezTo>
                      <a:pt x="-6" y="537"/>
                      <a:pt x="-9" y="586"/>
                      <a:pt x="18" y="636"/>
                    </a:cubicBezTo>
                    <a:cubicBezTo>
                      <a:pt x="38" y="674"/>
                      <a:pt x="70" y="699"/>
                      <a:pt x="70" y="700"/>
                    </a:cubicBezTo>
                    <a:cubicBezTo>
                      <a:pt x="72" y="701"/>
                      <a:pt x="73" y="704"/>
                      <a:pt x="72" y="707"/>
                    </a:cubicBezTo>
                    <a:cubicBezTo>
                      <a:pt x="55" y="759"/>
                      <a:pt x="58" y="803"/>
                      <a:pt x="79" y="837"/>
                    </a:cubicBezTo>
                    <a:cubicBezTo>
                      <a:pt x="109" y="884"/>
                      <a:pt x="169" y="897"/>
                      <a:pt x="180" y="899"/>
                    </a:cubicBezTo>
                    <a:cubicBezTo>
                      <a:pt x="226" y="873"/>
                      <a:pt x="253" y="828"/>
                      <a:pt x="257" y="764"/>
                    </a:cubicBezTo>
                    <a:cubicBezTo>
                      <a:pt x="260" y="727"/>
                      <a:pt x="255" y="694"/>
                      <a:pt x="253" y="680"/>
                    </a:cubicBezTo>
                    <a:cubicBezTo>
                      <a:pt x="225" y="690"/>
                      <a:pt x="198" y="689"/>
                      <a:pt x="177" y="677"/>
                    </a:cubicBezTo>
                    <a:cubicBezTo>
                      <a:pt x="153" y="662"/>
                      <a:pt x="138" y="635"/>
                      <a:pt x="134" y="600"/>
                    </a:cubicBezTo>
                    <a:cubicBezTo>
                      <a:pt x="129" y="560"/>
                      <a:pt x="139" y="524"/>
                      <a:pt x="160" y="501"/>
                    </a:cubicBezTo>
                    <a:cubicBezTo>
                      <a:pt x="174" y="488"/>
                      <a:pt x="192" y="480"/>
                      <a:pt x="210" y="481"/>
                    </a:cubicBezTo>
                    <a:cubicBezTo>
                      <a:pt x="255" y="484"/>
                      <a:pt x="268" y="544"/>
                      <a:pt x="269" y="549"/>
                    </a:cubicBezTo>
                    <a:cubicBezTo>
                      <a:pt x="274" y="568"/>
                      <a:pt x="279" y="571"/>
                      <a:pt x="280" y="571"/>
                    </a:cubicBezTo>
                    <a:cubicBezTo>
                      <a:pt x="295" y="571"/>
                      <a:pt x="325" y="474"/>
                      <a:pt x="343" y="386"/>
                    </a:cubicBezTo>
                    <a:cubicBezTo>
                      <a:pt x="344" y="383"/>
                      <a:pt x="345" y="381"/>
                      <a:pt x="347" y="381"/>
                    </a:cubicBezTo>
                    <a:cubicBezTo>
                      <a:pt x="349" y="380"/>
                      <a:pt x="351" y="380"/>
                      <a:pt x="353" y="381"/>
                    </a:cubicBezTo>
                    <a:cubicBezTo>
                      <a:pt x="368" y="392"/>
                      <a:pt x="384" y="396"/>
                      <a:pt x="400" y="392"/>
                    </a:cubicBezTo>
                    <a:cubicBezTo>
                      <a:pt x="438" y="385"/>
                      <a:pt x="466" y="342"/>
                      <a:pt x="466" y="342"/>
                    </a:cubicBezTo>
                    <a:cubicBezTo>
                      <a:pt x="468" y="341"/>
                      <a:pt x="470" y="339"/>
                      <a:pt x="471" y="339"/>
                    </a:cubicBezTo>
                    <a:cubicBezTo>
                      <a:pt x="473" y="339"/>
                      <a:pt x="474" y="339"/>
                      <a:pt x="476" y="341"/>
                    </a:cubicBezTo>
                    <a:cubicBezTo>
                      <a:pt x="496" y="359"/>
                      <a:pt x="517" y="366"/>
                      <a:pt x="538" y="364"/>
                    </a:cubicBezTo>
                    <a:cubicBezTo>
                      <a:pt x="586" y="357"/>
                      <a:pt x="624" y="300"/>
                      <a:pt x="624" y="300"/>
                    </a:cubicBezTo>
                    <a:cubicBezTo>
                      <a:pt x="625" y="298"/>
                      <a:pt x="627" y="297"/>
                      <a:pt x="628" y="297"/>
                    </a:cubicBezTo>
                    <a:cubicBezTo>
                      <a:pt x="631" y="297"/>
                      <a:pt x="633" y="298"/>
                      <a:pt x="634" y="300"/>
                    </a:cubicBezTo>
                    <a:cubicBezTo>
                      <a:pt x="636" y="302"/>
                      <a:pt x="678" y="357"/>
                      <a:pt x="742" y="312"/>
                    </a:cubicBezTo>
                    <a:cubicBezTo>
                      <a:pt x="769" y="294"/>
                      <a:pt x="780" y="269"/>
                      <a:pt x="775" y="238"/>
                    </a:cubicBezTo>
                    <a:cubicBezTo>
                      <a:pt x="772" y="214"/>
                      <a:pt x="761" y="196"/>
                      <a:pt x="761" y="195"/>
                    </a:cubicBezTo>
                    <a:cubicBezTo>
                      <a:pt x="760" y="194"/>
                      <a:pt x="759" y="192"/>
                      <a:pt x="760" y="190"/>
                    </a:cubicBezTo>
                    <a:cubicBezTo>
                      <a:pt x="769" y="162"/>
                      <a:pt x="767" y="140"/>
                      <a:pt x="756" y="123"/>
                    </a:cubicBezTo>
                    <a:cubicBezTo>
                      <a:pt x="737" y="96"/>
                      <a:pt x="694" y="96"/>
                      <a:pt x="694" y="96"/>
                    </a:cubicBezTo>
                    <a:cubicBezTo>
                      <a:pt x="691" y="96"/>
                      <a:pt x="689" y="94"/>
                      <a:pt x="689" y="92"/>
                    </a:cubicBezTo>
                    <a:cubicBezTo>
                      <a:pt x="673" y="56"/>
                      <a:pt x="646" y="37"/>
                      <a:pt x="606" y="35"/>
                    </a:cubicBezTo>
                    <a:cubicBezTo>
                      <a:pt x="575" y="34"/>
                      <a:pt x="549" y="43"/>
                      <a:pt x="549" y="43"/>
                    </a:cubicBezTo>
                    <a:cubicBezTo>
                      <a:pt x="546" y="44"/>
                      <a:pt x="543" y="43"/>
                      <a:pt x="541" y="41"/>
                    </a:cubicBezTo>
                    <a:cubicBezTo>
                      <a:pt x="495" y="-42"/>
                      <a:pt x="368" y="28"/>
                      <a:pt x="367" y="29"/>
                    </a:cubicBezTo>
                    <a:cubicBezTo>
                      <a:pt x="365" y="29"/>
                      <a:pt x="363" y="30"/>
                      <a:pt x="361" y="29"/>
                    </a:cubicBezTo>
                    <a:cubicBezTo>
                      <a:pt x="338" y="20"/>
                      <a:pt x="317" y="16"/>
                      <a:pt x="299" y="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5F722905-713D-9A4C-8D37-31EAC953F30D}"/>
                  </a:ext>
                </a:extLst>
              </p:cNvPr>
              <p:cNvSpPr/>
              <p:nvPr/>
            </p:nvSpPr>
            <p:spPr>
              <a:xfrm>
                <a:off x="11417685" y="9653292"/>
                <a:ext cx="452222" cy="113905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4" h="915">
                    <a:moveTo>
                      <a:pt x="15" y="0"/>
                    </a:moveTo>
                    <a:lnTo>
                      <a:pt x="0" y="915"/>
                    </a:lnTo>
                    <a:lnTo>
                      <a:pt x="364" y="915"/>
                    </a:lnTo>
                    <a:lnTo>
                      <a:pt x="364" y="105"/>
                    </a:lnTo>
                    <a:cubicBezTo>
                      <a:pt x="364" y="105"/>
                      <a:pt x="193" y="114"/>
                      <a:pt x="1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1B160916-D416-FC4E-AF34-00DD16B9D5C5}"/>
                  </a:ext>
                </a:extLst>
              </p:cNvPr>
              <p:cNvSpPr/>
              <p:nvPr/>
            </p:nvSpPr>
            <p:spPr>
              <a:xfrm>
                <a:off x="11410210" y="9647370"/>
                <a:ext cx="467172" cy="1153697"/>
              </a:xfrm>
              <a:custGeom>
                <a:avLst/>
                <a:gdLst>
                  <a:gd name="connsiteX0" fmla="*/ 33586 w 467172"/>
                  <a:gd name="connsiteY0" fmla="*/ 19632 h 1153697"/>
                  <a:gd name="connsiteX1" fmla="*/ 16195 w 467172"/>
                  <a:gd name="connsiteY1" fmla="*/ 1136253 h 1153697"/>
                  <a:gd name="connsiteX2" fmla="*/ 452222 w 467172"/>
                  <a:gd name="connsiteY2" fmla="*/ 1136253 h 1153697"/>
                  <a:gd name="connsiteX3" fmla="*/ 452222 w 467172"/>
                  <a:gd name="connsiteY3" fmla="*/ 144116 h 1153697"/>
                  <a:gd name="connsiteX4" fmla="*/ 33586 w 467172"/>
                  <a:gd name="connsiteY4" fmla="*/ 19632 h 1153697"/>
                  <a:gd name="connsiteX5" fmla="*/ 22365 w 467172"/>
                  <a:gd name="connsiteY5" fmla="*/ 934 h 1153697"/>
                  <a:gd name="connsiteX6" fmla="*/ 29819 w 467172"/>
                  <a:gd name="connsiteY6" fmla="*/ 934 h 1153697"/>
                  <a:gd name="connsiteX7" fmla="*/ 459717 w 467172"/>
                  <a:gd name="connsiteY7" fmla="*/ 130402 h 1153697"/>
                  <a:gd name="connsiteX8" fmla="*/ 464687 w 467172"/>
                  <a:gd name="connsiteY8" fmla="*/ 131647 h 1153697"/>
                  <a:gd name="connsiteX9" fmla="*/ 467172 w 467172"/>
                  <a:gd name="connsiteY9" fmla="*/ 137871 h 1153697"/>
                  <a:gd name="connsiteX10" fmla="*/ 467172 w 467172"/>
                  <a:gd name="connsiteY10" fmla="*/ 1146228 h 1153697"/>
                  <a:gd name="connsiteX11" fmla="*/ 459717 w 467172"/>
                  <a:gd name="connsiteY11" fmla="*/ 1153697 h 1153697"/>
                  <a:gd name="connsiteX12" fmla="*/ 7455 w 467172"/>
                  <a:gd name="connsiteY12" fmla="*/ 1153697 h 1153697"/>
                  <a:gd name="connsiteX13" fmla="*/ 2485 w 467172"/>
                  <a:gd name="connsiteY13" fmla="*/ 1151207 h 1153697"/>
                  <a:gd name="connsiteX14" fmla="*/ 0 w 467172"/>
                  <a:gd name="connsiteY14" fmla="*/ 1146228 h 1153697"/>
                  <a:gd name="connsiteX15" fmla="*/ 18637 w 467172"/>
                  <a:gd name="connsiteY15" fmla="*/ 7158 h 1153697"/>
                  <a:gd name="connsiteX16" fmla="*/ 22365 w 467172"/>
                  <a:gd name="connsiteY16" fmla="*/ 934 h 1153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67172" h="1153697">
                    <a:moveTo>
                      <a:pt x="33586" y="19632"/>
                    </a:moveTo>
                    <a:lnTo>
                      <a:pt x="16195" y="1136253"/>
                    </a:lnTo>
                    <a:lnTo>
                      <a:pt x="452222" y="1136253"/>
                    </a:lnTo>
                    <a:lnTo>
                      <a:pt x="452222" y="144116"/>
                    </a:lnTo>
                    <a:cubicBezTo>
                      <a:pt x="411228" y="144116"/>
                      <a:pt x="226134" y="139137"/>
                      <a:pt x="33586" y="19632"/>
                    </a:cubicBezTo>
                    <a:close/>
                    <a:moveTo>
                      <a:pt x="22365" y="934"/>
                    </a:moveTo>
                    <a:cubicBezTo>
                      <a:pt x="24850" y="-311"/>
                      <a:pt x="28577" y="-311"/>
                      <a:pt x="29819" y="934"/>
                    </a:cubicBezTo>
                    <a:cubicBezTo>
                      <a:pt x="247253" y="139116"/>
                      <a:pt x="457232" y="130402"/>
                      <a:pt x="459717" y="130402"/>
                    </a:cubicBezTo>
                    <a:cubicBezTo>
                      <a:pt x="462202" y="130402"/>
                      <a:pt x="463445" y="130402"/>
                      <a:pt x="464687" y="131647"/>
                    </a:cubicBezTo>
                    <a:cubicBezTo>
                      <a:pt x="465930" y="134137"/>
                      <a:pt x="467172" y="136626"/>
                      <a:pt x="467172" y="137871"/>
                    </a:cubicBezTo>
                    <a:lnTo>
                      <a:pt x="467172" y="1146228"/>
                    </a:lnTo>
                    <a:cubicBezTo>
                      <a:pt x="467172" y="1149962"/>
                      <a:pt x="464687" y="1153697"/>
                      <a:pt x="459717" y="1153697"/>
                    </a:cubicBezTo>
                    <a:lnTo>
                      <a:pt x="7455" y="1153697"/>
                    </a:lnTo>
                    <a:cubicBezTo>
                      <a:pt x="6212" y="1153697"/>
                      <a:pt x="3727" y="1152452"/>
                      <a:pt x="2485" y="1151207"/>
                    </a:cubicBezTo>
                    <a:cubicBezTo>
                      <a:pt x="0" y="1149962"/>
                      <a:pt x="0" y="1147473"/>
                      <a:pt x="0" y="1146228"/>
                    </a:cubicBezTo>
                    <a:lnTo>
                      <a:pt x="18637" y="7158"/>
                    </a:lnTo>
                    <a:cubicBezTo>
                      <a:pt x="18637" y="4669"/>
                      <a:pt x="19880" y="934"/>
                      <a:pt x="22365" y="93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203B2EF6-3EB6-CB46-8962-56914C2EE926}"/>
                  </a:ext>
                </a:extLst>
              </p:cNvPr>
              <p:cNvSpPr/>
              <p:nvPr/>
            </p:nvSpPr>
            <p:spPr>
              <a:xfrm>
                <a:off x="11863675" y="9523685"/>
                <a:ext cx="13704" cy="2666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215">
                    <a:moveTo>
                      <a:pt x="6" y="215"/>
                    </a:moveTo>
                    <a:cubicBezTo>
                      <a:pt x="3" y="215"/>
                      <a:pt x="0" y="213"/>
                      <a:pt x="0" y="209"/>
                    </a:cubicBezTo>
                    <a:lnTo>
                      <a:pt x="0" y="6"/>
                    </a:ln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2" y="2"/>
                      <a:pt x="12" y="6"/>
                    </a:cubicBezTo>
                    <a:lnTo>
                      <a:pt x="12" y="209"/>
                    </a:lnTo>
                    <a:cubicBezTo>
                      <a:pt x="12" y="213"/>
                      <a:pt x="10" y="215"/>
                      <a:pt x="6" y="2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D3244FA1-7EE6-3C4B-B238-1E0086F81E78}"/>
                  </a:ext>
                </a:extLst>
              </p:cNvPr>
              <p:cNvSpPr/>
              <p:nvPr/>
            </p:nvSpPr>
            <p:spPr>
              <a:xfrm>
                <a:off x="13468258" y="9554840"/>
                <a:ext cx="14950" cy="2018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163">
                    <a:moveTo>
                      <a:pt x="7" y="163"/>
                    </a:moveTo>
                    <a:cubicBezTo>
                      <a:pt x="3" y="163"/>
                      <a:pt x="0" y="160"/>
                      <a:pt x="0" y="157"/>
                    </a:cubicBezTo>
                    <a:lnTo>
                      <a:pt x="0" y="7"/>
                    </a:lnTo>
                    <a:cubicBezTo>
                      <a:pt x="0" y="4"/>
                      <a:pt x="3" y="0"/>
                      <a:pt x="7" y="0"/>
                    </a:cubicBezTo>
                    <a:cubicBezTo>
                      <a:pt x="10" y="0"/>
                      <a:pt x="13" y="4"/>
                      <a:pt x="13" y="7"/>
                    </a:cubicBezTo>
                    <a:lnTo>
                      <a:pt x="13" y="157"/>
                    </a:lnTo>
                    <a:cubicBezTo>
                      <a:pt x="13" y="160"/>
                      <a:pt x="10" y="163"/>
                      <a:pt x="7" y="1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AD2CD074-6E9D-4443-8C2B-690C288D48DF}"/>
                  </a:ext>
                </a:extLst>
              </p:cNvPr>
              <p:cNvSpPr/>
              <p:nvPr/>
            </p:nvSpPr>
            <p:spPr>
              <a:xfrm>
                <a:off x="12333342" y="8519224"/>
                <a:ext cx="617913" cy="304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7" h="245">
                    <a:moveTo>
                      <a:pt x="233" y="245"/>
                    </a:moveTo>
                    <a:cubicBezTo>
                      <a:pt x="36" y="245"/>
                      <a:pt x="0" y="9"/>
                      <a:pt x="0" y="6"/>
                    </a:cubicBezTo>
                    <a:cubicBezTo>
                      <a:pt x="-1" y="3"/>
                      <a:pt x="1" y="0"/>
                      <a:pt x="5" y="0"/>
                    </a:cubicBezTo>
                    <a:cubicBezTo>
                      <a:pt x="8" y="-1"/>
                      <a:pt x="11" y="2"/>
                      <a:pt x="12" y="4"/>
                    </a:cubicBezTo>
                    <a:cubicBezTo>
                      <a:pt x="12" y="7"/>
                      <a:pt x="47" y="233"/>
                      <a:pt x="233" y="233"/>
                    </a:cubicBezTo>
                    <a:cubicBezTo>
                      <a:pt x="438" y="233"/>
                      <a:pt x="485" y="8"/>
                      <a:pt x="485" y="6"/>
                    </a:cubicBezTo>
                    <a:cubicBezTo>
                      <a:pt x="485" y="2"/>
                      <a:pt x="489" y="0"/>
                      <a:pt x="492" y="1"/>
                    </a:cubicBezTo>
                    <a:cubicBezTo>
                      <a:pt x="496" y="2"/>
                      <a:pt x="498" y="4"/>
                      <a:pt x="497" y="8"/>
                    </a:cubicBezTo>
                    <a:cubicBezTo>
                      <a:pt x="497" y="10"/>
                      <a:pt x="448" y="245"/>
                      <a:pt x="233" y="24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F9E3AF5C-DB00-DD4E-8FFE-E1F26E7FDAD7}"/>
                  </a:ext>
                </a:extLst>
              </p:cNvPr>
              <p:cNvSpPr/>
              <p:nvPr/>
            </p:nvSpPr>
            <p:spPr>
              <a:xfrm>
                <a:off x="12822934" y="9402800"/>
                <a:ext cx="459697" cy="648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0" h="53">
                    <a:moveTo>
                      <a:pt x="344" y="53"/>
                    </a:moveTo>
                    <a:lnTo>
                      <a:pt x="26" y="53"/>
                    </a:lnTo>
                    <a:cubicBezTo>
                      <a:pt x="12" y="53"/>
                      <a:pt x="0" y="41"/>
                      <a:pt x="0" y="26"/>
                    </a:cubicBezTo>
                    <a:cubicBezTo>
                      <a:pt x="0" y="12"/>
                      <a:pt x="12" y="0"/>
                      <a:pt x="26" y="0"/>
                    </a:cubicBezTo>
                    <a:lnTo>
                      <a:pt x="344" y="0"/>
                    </a:lnTo>
                    <a:cubicBezTo>
                      <a:pt x="359" y="0"/>
                      <a:pt x="370" y="12"/>
                      <a:pt x="370" y="26"/>
                    </a:cubicBezTo>
                    <a:cubicBezTo>
                      <a:pt x="370" y="41"/>
                      <a:pt x="359" y="53"/>
                      <a:pt x="344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CF4CA2E5-9ABF-2241-AF94-E1EC02E74843}"/>
                  </a:ext>
                </a:extLst>
              </p:cNvPr>
              <p:cNvSpPr/>
              <p:nvPr/>
            </p:nvSpPr>
            <p:spPr>
              <a:xfrm>
                <a:off x="12815459" y="9395323"/>
                <a:ext cx="475892" cy="79759"/>
              </a:xfrm>
              <a:custGeom>
                <a:avLst/>
                <a:gdLst>
                  <a:gd name="connsiteX0" fmla="*/ 39799 w 475892"/>
                  <a:gd name="connsiteY0" fmla="*/ 14955 h 79759"/>
                  <a:gd name="connsiteX1" fmla="*/ 14953 w 475892"/>
                  <a:gd name="connsiteY1" fmla="*/ 39272 h 79759"/>
                  <a:gd name="connsiteX2" fmla="*/ 39799 w 475892"/>
                  <a:gd name="connsiteY2" fmla="*/ 64804 h 79759"/>
                  <a:gd name="connsiteX3" fmla="*/ 434855 w 475892"/>
                  <a:gd name="connsiteY3" fmla="*/ 64804 h 79759"/>
                  <a:gd name="connsiteX4" fmla="*/ 459701 w 475892"/>
                  <a:gd name="connsiteY4" fmla="*/ 39272 h 79759"/>
                  <a:gd name="connsiteX5" fmla="*/ 434855 w 475892"/>
                  <a:gd name="connsiteY5" fmla="*/ 14955 h 79759"/>
                  <a:gd name="connsiteX6" fmla="*/ 39761 w 475892"/>
                  <a:gd name="connsiteY6" fmla="*/ 0 h 79759"/>
                  <a:gd name="connsiteX7" fmla="*/ 434888 w 475892"/>
                  <a:gd name="connsiteY7" fmla="*/ 0 h 79759"/>
                  <a:gd name="connsiteX8" fmla="*/ 475892 w 475892"/>
                  <a:gd name="connsiteY8" fmla="*/ 39266 h 79759"/>
                  <a:gd name="connsiteX9" fmla="*/ 434888 w 475892"/>
                  <a:gd name="connsiteY9" fmla="*/ 79759 h 79759"/>
                  <a:gd name="connsiteX10" fmla="*/ 39761 w 475892"/>
                  <a:gd name="connsiteY10" fmla="*/ 79759 h 79759"/>
                  <a:gd name="connsiteX11" fmla="*/ 0 w 475892"/>
                  <a:gd name="connsiteY11" fmla="*/ 39266 h 79759"/>
                  <a:gd name="connsiteX12" fmla="*/ 39761 w 475892"/>
                  <a:gd name="connsiteY12" fmla="*/ 0 h 7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75892" h="79759">
                    <a:moveTo>
                      <a:pt x="39799" y="14955"/>
                    </a:moveTo>
                    <a:cubicBezTo>
                      <a:pt x="26134" y="14955"/>
                      <a:pt x="14953" y="25897"/>
                      <a:pt x="14953" y="39272"/>
                    </a:cubicBezTo>
                    <a:cubicBezTo>
                      <a:pt x="14953" y="52646"/>
                      <a:pt x="26134" y="64804"/>
                      <a:pt x="39799" y="64804"/>
                    </a:cubicBezTo>
                    <a:lnTo>
                      <a:pt x="434855" y="64804"/>
                    </a:lnTo>
                    <a:cubicBezTo>
                      <a:pt x="448520" y="64804"/>
                      <a:pt x="459701" y="52646"/>
                      <a:pt x="459701" y="39272"/>
                    </a:cubicBezTo>
                    <a:cubicBezTo>
                      <a:pt x="459701" y="25897"/>
                      <a:pt x="448520" y="14955"/>
                      <a:pt x="434855" y="14955"/>
                    </a:cubicBezTo>
                    <a:close/>
                    <a:moveTo>
                      <a:pt x="39761" y="0"/>
                    </a:moveTo>
                    <a:lnTo>
                      <a:pt x="434888" y="0"/>
                    </a:lnTo>
                    <a:cubicBezTo>
                      <a:pt x="457254" y="0"/>
                      <a:pt x="475892" y="17179"/>
                      <a:pt x="475892" y="39266"/>
                    </a:cubicBezTo>
                    <a:cubicBezTo>
                      <a:pt x="475892" y="61353"/>
                      <a:pt x="457254" y="79759"/>
                      <a:pt x="434888" y="79759"/>
                    </a:cubicBezTo>
                    <a:lnTo>
                      <a:pt x="39761" y="79759"/>
                    </a:lnTo>
                    <a:cubicBezTo>
                      <a:pt x="17396" y="79759"/>
                      <a:pt x="0" y="61353"/>
                      <a:pt x="0" y="39266"/>
                    </a:cubicBezTo>
                    <a:cubicBezTo>
                      <a:pt x="0" y="17179"/>
                      <a:pt x="17396" y="0"/>
                      <a:pt x="397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993C9789-3518-0F41-BA72-9843769E3502}"/>
                  </a:ext>
                </a:extLst>
              </p:cNvPr>
              <p:cNvSpPr/>
              <p:nvPr/>
            </p:nvSpPr>
            <p:spPr>
              <a:xfrm>
                <a:off x="11395257" y="9529916"/>
                <a:ext cx="480876" cy="1807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7" h="146">
                    <a:moveTo>
                      <a:pt x="381" y="146"/>
                    </a:moveTo>
                    <a:cubicBezTo>
                      <a:pt x="184" y="136"/>
                      <a:pt x="4" y="13"/>
                      <a:pt x="2" y="12"/>
                    </a:cubicBezTo>
                    <a:cubicBezTo>
                      <a:pt x="0" y="10"/>
                      <a:pt x="-1" y="6"/>
                      <a:pt x="1" y="3"/>
                    </a:cubicBezTo>
                    <a:cubicBezTo>
                      <a:pt x="3" y="1"/>
                      <a:pt x="7" y="-1"/>
                      <a:pt x="10" y="2"/>
                    </a:cubicBezTo>
                    <a:cubicBezTo>
                      <a:pt x="11" y="3"/>
                      <a:pt x="189" y="124"/>
                      <a:pt x="381" y="133"/>
                    </a:cubicBezTo>
                    <a:cubicBezTo>
                      <a:pt x="385" y="133"/>
                      <a:pt x="388" y="136"/>
                      <a:pt x="387" y="139"/>
                    </a:cubicBezTo>
                    <a:cubicBezTo>
                      <a:pt x="387" y="143"/>
                      <a:pt x="385" y="146"/>
                      <a:pt x="381" y="1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920A56E9-9D57-B24D-9C17-C81F3C693DBB}"/>
                  </a:ext>
                </a:extLst>
              </p:cNvPr>
              <p:cNvSpPr/>
              <p:nvPr/>
            </p:nvSpPr>
            <p:spPr>
              <a:xfrm>
                <a:off x="13469504" y="9316810"/>
                <a:ext cx="463435" cy="3252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3" h="262">
                    <a:moveTo>
                      <a:pt x="7" y="262"/>
                    </a:moveTo>
                    <a:cubicBezTo>
                      <a:pt x="4" y="262"/>
                      <a:pt x="2" y="261"/>
                      <a:pt x="1" y="259"/>
                    </a:cubicBezTo>
                    <a:cubicBezTo>
                      <a:pt x="-1" y="255"/>
                      <a:pt x="1" y="252"/>
                      <a:pt x="4" y="251"/>
                    </a:cubicBezTo>
                    <a:cubicBezTo>
                      <a:pt x="6" y="249"/>
                      <a:pt x="210" y="160"/>
                      <a:pt x="363" y="2"/>
                    </a:cubicBezTo>
                    <a:cubicBezTo>
                      <a:pt x="365" y="-1"/>
                      <a:pt x="369" y="-1"/>
                      <a:pt x="371" y="1"/>
                    </a:cubicBezTo>
                    <a:cubicBezTo>
                      <a:pt x="374" y="4"/>
                      <a:pt x="374" y="8"/>
                      <a:pt x="372" y="10"/>
                    </a:cubicBezTo>
                    <a:cubicBezTo>
                      <a:pt x="216" y="171"/>
                      <a:pt x="11" y="261"/>
                      <a:pt x="9" y="262"/>
                    </a:cubicBezTo>
                    <a:cubicBezTo>
                      <a:pt x="8" y="262"/>
                      <a:pt x="7" y="262"/>
                      <a:pt x="7" y="2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A24113BB-C44D-DE47-B71E-175F0A4B963B}"/>
                  </a:ext>
                </a:extLst>
              </p:cNvPr>
              <p:cNvSpPr/>
              <p:nvPr/>
            </p:nvSpPr>
            <p:spPr>
              <a:xfrm>
                <a:off x="9884115" y="7997054"/>
                <a:ext cx="1264475" cy="15615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16" h="1254">
                    <a:moveTo>
                      <a:pt x="964" y="0"/>
                    </a:moveTo>
                    <a:lnTo>
                      <a:pt x="52" y="0"/>
                    </a:lnTo>
                    <a:cubicBezTo>
                      <a:pt x="23" y="0"/>
                      <a:pt x="0" y="24"/>
                      <a:pt x="0" y="52"/>
                    </a:cubicBezTo>
                    <a:lnTo>
                      <a:pt x="0" y="1202"/>
                    </a:lnTo>
                    <a:cubicBezTo>
                      <a:pt x="0" y="1231"/>
                      <a:pt x="23" y="1254"/>
                      <a:pt x="52" y="1254"/>
                    </a:cubicBezTo>
                    <a:lnTo>
                      <a:pt x="964" y="1254"/>
                    </a:lnTo>
                    <a:cubicBezTo>
                      <a:pt x="992" y="1254"/>
                      <a:pt x="1016" y="1231"/>
                      <a:pt x="1016" y="1202"/>
                    </a:cubicBezTo>
                    <a:lnTo>
                      <a:pt x="1016" y="52"/>
                    </a:lnTo>
                    <a:cubicBezTo>
                      <a:pt x="1016" y="24"/>
                      <a:pt x="992" y="0"/>
                      <a:pt x="96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B838F3C0-E9B8-C44A-9B0E-D6856478549C}"/>
                  </a:ext>
                </a:extLst>
              </p:cNvPr>
              <p:cNvSpPr/>
              <p:nvPr/>
            </p:nvSpPr>
            <p:spPr>
              <a:xfrm>
                <a:off x="9876640" y="7989576"/>
                <a:ext cx="1279425" cy="1576477"/>
              </a:xfrm>
              <a:custGeom>
                <a:avLst/>
                <a:gdLst>
                  <a:gd name="connsiteX0" fmla="*/ 72195 w 1279425"/>
                  <a:gd name="connsiteY0" fmla="*/ 16201 h 1576477"/>
                  <a:gd name="connsiteX1" fmla="*/ 14946 w 1279425"/>
                  <a:gd name="connsiteY1" fmla="*/ 72236 h 1576477"/>
                  <a:gd name="connsiteX2" fmla="*/ 14946 w 1279425"/>
                  <a:gd name="connsiteY2" fmla="*/ 1504245 h 1576477"/>
                  <a:gd name="connsiteX3" fmla="*/ 72195 w 1279425"/>
                  <a:gd name="connsiteY3" fmla="*/ 1561525 h 1576477"/>
                  <a:gd name="connsiteX4" fmla="*/ 1207224 w 1279425"/>
                  <a:gd name="connsiteY4" fmla="*/ 1561525 h 1576477"/>
                  <a:gd name="connsiteX5" fmla="*/ 1263229 w 1279425"/>
                  <a:gd name="connsiteY5" fmla="*/ 1504245 h 1576477"/>
                  <a:gd name="connsiteX6" fmla="*/ 1263229 w 1279425"/>
                  <a:gd name="connsiteY6" fmla="*/ 72236 h 1576477"/>
                  <a:gd name="connsiteX7" fmla="*/ 1207224 w 1279425"/>
                  <a:gd name="connsiteY7" fmla="*/ 16201 h 1576477"/>
                  <a:gd name="connsiteX8" fmla="*/ 72185 w 1279425"/>
                  <a:gd name="connsiteY8" fmla="*/ 0 h 1576477"/>
                  <a:gd name="connsiteX9" fmla="*/ 1207240 w 1279425"/>
                  <a:gd name="connsiteY9" fmla="*/ 0 h 1576477"/>
                  <a:gd name="connsiteX10" fmla="*/ 1279425 w 1279425"/>
                  <a:gd name="connsiteY10" fmla="*/ 72224 h 1576477"/>
                  <a:gd name="connsiteX11" fmla="*/ 1279425 w 1279425"/>
                  <a:gd name="connsiteY11" fmla="*/ 1504253 h 1576477"/>
                  <a:gd name="connsiteX12" fmla="*/ 1207240 w 1279425"/>
                  <a:gd name="connsiteY12" fmla="*/ 1576477 h 1576477"/>
                  <a:gd name="connsiteX13" fmla="*/ 72185 w 1279425"/>
                  <a:gd name="connsiteY13" fmla="*/ 1576477 h 1576477"/>
                  <a:gd name="connsiteX14" fmla="*/ 0 w 1279425"/>
                  <a:gd name="connsiteY14" fmla="*/ 1504253 h 1576477"/>
                  <a:gd name="connsiteX15" fmla="*/ 0 w 1279425"/>
                  <a:gd name="connsiteY15" fmla="*/ 72224 h 1576477"/>
                  <a:gd name="connsiteX16" fmla="*/ 72185 w 1279425"/>
                  <a:gd name="connsiteY16" fmla="*/ 0 h 1576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79425" h="1576477">
                    <a:moveTo>
                      <a:pt x="72195" y="16201"/>
                    </a:moveTo>
                    <a:cubicBezTo>
                      <a:pt x="41082" y="16201"/>
                      <a:pt x="14946" y="41106"/>
                      <a:pt x="14946" y="72236"/>
                    </a:cubicBezTo>
                    <a:lnTo>
                      <a:pt x="14946" y="1504245"/>
                    </a:lnTo>
                    <a:cubicBezTo>
                      <a:pt x="14946" y="1535375"/>
                      <a:pt x="41082" y="1561525"/>
                      <a:pt x="72195" y="1561525"/>
                    </a:cubicBezTo>
                    <a:lnTo>
                      <a:pt x="1207224" y="1561525"/>
                    </a:lnTo>
                    <a:cubicBezTo>
                      <a:pt x="1238338" y="1561525"/>
                      <a:pt x="1263229" y="1535375"/>
                      <a:pt x="1263229" y="1504245"/>
                    </a:cubicBezTo>
                    <a:lnTo>
                      <a:pt x="1263229" y="72236"/>
                    </a:lnTo>
                    <a:cubicBezTo>
                      <a:pt x="1263229" y="41106"/>
                      <a:pt x="1238338" y="16201"/>
                      <a:pt x="1207224" y="16201"/>
                    </a:cubicBezTo>
                    <a:close/>
                    <a:moveTo>
                      <a:pt x="72185" y="0"/>
                    </a:moveTo>
                    <a:lnTo>
                      <a:pt x="1207240" y="0"/>
                    </a:lnTo>
                    <a:cubicBezTo>
                      <a:pt x="1247066" y="0"/>
                      <a:pt x="1279425" y="32377"/>
                      <a:pt x="1279425" y="72224"/>
                    </a:cubicBezTo>
                    <a:lnTo>
                      <a:pt x="1279425" y="1504253"/>
                    </a:lnTo>
                    <a:cubicBezTo>
                      <a:pt x="1279425" y="1544101"/>
                      <a:pt x="1247066" y="1576477"/>
                      <a:pt x="1207240" y="1576477"/>
                    </a:cubicBezTo>
                    <a:lnTo>
                      <a:pt x="72185" y="1576477"/>
                    </a:lnTo>
                    <a:cubicBezTo>
                      <a:pt x="32359" y="1576477"/>
                      <a:pt x="0" y="1544101"/>
                      <a:pt x="0" y="1504253"/>
                    </a:cubicBezTo>
                    <a:lnTo>
                      <a:pt x="0" y="72224"/>
                    </a:lnTo>
                    <a:cubicBezTo>
                      <a:pt x="0" y="32377"/>
                      <a:pt x="32359" y="0"/>
                      <a:pt x="721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1D527EEF-2380-3649-B61B-FB38B1048388}"/>
                  </a:ext>
                </a:extLst>
              </p:cNvPr>
              <p:cNvSpPr/>
              <p:nvPr/>
            </p:nvSpPr>
            <p:spPr>
              <a:xfrm>
                <a:off x="9876640" y="8314842"/>
                <a:ext cx="127942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28" h="13">
                    <a:moveTo>
                      <a:pt x="1022" y="13"/>
                    </a:moveTo>
                    <a:lnTo>
                      <a:pt x="6" y="13"/>
                    </a:lnTo>
                    <a:cubicBezTo>
                      <a:pt x="2" y="13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1022" y="0"/>
                    </a:lnTo>
                    <a:cubicBezTo>
                      <a:pt x="1025" y="0"/>
                      <a:pt x="1028" y="3"/>
                      <a:pt x="1028" y="6"/>
                    </a:cubicBezTo>
                    <a:cubicBezTo>
                      <a:pt x="1028" y="10"/>
                      <a:pt x="1025" y="13"/>
                      <a:pt x="1022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95FB2583-F0B5-A44D-AE0A-37590AE7DA72}"/>
                  </a:ext>
                </a:extLst>
              </p:cNvPr>
              <p:cNvSpPr/>
              <p:nvPr/>
            </p:nvSpPr>
            <p:spPr>
              <a:xfrm>
                <a:off x="9876640" y="8615183"/>
                <a:ext cx="127942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28" h="13">
                    <a:moveTo>
                      <a:pt x="1022" y="13"/>
                    </a:moveTo>
                    <a:lnTo>
                      <a:pt x="6" y="13"/>
                    </a:lnTo>
                    <a:cubicBezTo>
                      <a:pt x="2" y="13"/>
                      <a:pt x="0" y="10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1022" y="0"/>
                    </a:lnTo>
                    <a:cubicBezTo>
                      <a:pt x="1025" y="0"/>
                      <a:pt x="1028" y="3"/>
                      <a:pt x="1028" y="7"/>
                    </a:cubicBezTo>
                    <a:cubicBezTo>
                      <a:pt x="1028" y="10"/>
                      <a:pt x="1025" y="13"/>
                      <a:pt x="1022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032F201B-C4F1-714E-9F5D-FEF9D0BE3F55}"/>
                  </a:ext>
                </a:extLst>
              </p:cNvPr>
              <p:cNvSpPr/>
              <p:nvPr/>
            </p:nvSpPr>
            <p:spPr>
              <a:xfrm>
                <a:off x="9876640" y="8916771"/>
                <a:ext cx="127942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28" h="13">
                    <a:moveTo>
                      <a:pt x="1022" y="13"/>
                    </a:moveTo>
                    <a:lnTo>
                      <a:pt x="6" y="13"/>
                    </a:lnTo>
                    <a:cubicBezTo>
                      <a:pt x="2" y="13"/>
                      <a:pt x="0" y="10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1022" y="0"/>
                    </a:lnTo>
                    <a:cubicBezTo>
                      <a:pt x="1025" y="0"/>
                      <a:pt x="1028" y="3"/>
                      <a:pt x="1028" y="7"/>
                    </a:cubicBezTo>
                    <a:cubicBezTo>
                      <a:pt x="1028" y="10"/>
                      <a:pt x="1025" y="13"/>
                      <a:pt x="1022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43B17B03-FE37-7046-AB45-B0BC400D78E0}"/>
                  </a:ext>
                </a:extLst>
              </p:cNvPr>
              <p:cNvSpPr/>
              <p:nvPr/>
            </p:nvSpPr>
            <p:spPr>
              <a:xfrm>
                <a:off x="9876640" y="9217112"/>
                <a:ext cx="127942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28" h="13">
                    <a:moveTo>
                      <a:pt x="1022" y="13"/>
                    </a:moveTo>
                    <a:lnTo>
                      <a:pt x="6" y="13"/>
                    </a:lnTo>
                    <a:cubicBezTo>
                      <a:pt x="2" y="13"/>
                      <a:pt x="0" y="10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1022" y="0"/>
                    </a:lnTo>
                    <a:cubicBezTo>
                      <a:pt x="1025" y="0"/>
                      <a:pt x="1028" y="3"/>
                      <a:pt x="1028" y="7"/>
                    </a:cubicBezTo>
                    <a:cubicBezTo>
                      <a:pt x="1028" y="10"/>
                      <a:pt x="1025" y="13"/>
                      <a:pt x="1022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8348D60E-3D38-9F41-BD53-87686C57E2D8}"/>
                  </a:ext>
                </a:extLst>
              </p:cNvPr>
              <p:cNvSpPr/>
              <p:nvPr/>
            </p:nvSpPr>
            <p:spPr>
              <a:xfrm>
                <a:off x="10159435" y="7989576"/>
                <a:ext cx="13704" cy="157647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1266">
                    <a:moveTo>
                      <a:pt x="6" y="1266"/>
                    </a:moveTo>
                    <a:cubicBezTo>
                      <a:pt x="3" y="1266"/>
                      <a:pt x="0" y="1264"/>
                      <a:pt x="0" y="1260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lnTo>
                      <a:pt x="12" y="1260"/>
                    </a:lnTo>
                    <a:cubicBezTo>
                      <a:pt x="12" y="1264"/>
                      <a:pt x="10" y="1266"/>
                      <a:pt x="6" y="12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0A9FB01E-4259-F840-8F08-D44A27A9ABC3}"/>
                  </a:ext>
                </a:extLst>
              </p:cNvPr>
              <p:cNvSpPr/>
              <p:nvPr/>
            </p:nvSpPr>
            <p:spPr>
              <a:xfrm>
                <a:off x="9946405" y="8075566"/>
                <a:ext cx="160707" cy="1570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0" h="127">
                    <a:moveTo>
                      <a:pt x="41" y="127"/>
                    </a:moveTo>
                    <a:cubicBezTo>
                      <a:pt x="39" y="127"/>
                      <a:pt x="37" y="126"/>
                      <a:pt x="36" y="124"/>
                    </a:cubicBezTo>
                    <a:lnTo>
                      <a:pt x="2" y="87"/>
                    </a:lnTo>
                    <a:cubicBezTo>
                      <a:pt x="-1" y="84"/>
                      <a:pt x="-1" y="81"/>
                      <a:pt x="2" y="78"/>
                    </a:cubicBezTo>
                    <a:cubicBezTo>
                      <a:pt x="4" y="76"/>
                      <a:pt x="8" y="76"/>
                      <a:pt x="11" y="79"/>
                    </a:cubicBezTo>
                    <a:lnTo>
                      <a:pt x="40" y="111"/>
                    </a:lnTo>
                    <a:lnTo>
                      <a:pt x="119" y="3"/>
                    </a:lnTo>
                    <a:cubicBezTo>
                      <a:pt x="121" y="0"/>
                      <a:pt x="125" y="-1"/>
                      <a:pt x="128" y="2"/>
                    </a:cubicBezTo>
                    <a:cubicBezTo>
                      <a:pt x="130" y="4"/>
                      <a:pt x="131" y="7"/>
                      <a:pt x="129" y="10"/>
                    </a:cubicBezTo>
                    <a:lnTo>
                      <a:pt x="45" y="124"/>
                    </a:lnTo>
                    <a:cubicBezTo>
                      <a:pt x="44" y="125"/>
                      <a:pt x="43" y="127"/>
                      <a:pt x="41" y="1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96BB81C8-9938-484D-9E29-1BFE5B6B03DA}"/>
                  </a:ext>
                </a:extLst>
              </p:cNvPr>
              <p:cNvSpPr/>
              <p:nvPr/>
            </p:nvSpPr>
            <p:spPr>
              <a:xfrm>
                <a:off x="9946405" y="9001514"/>
                <a:ext cx="160707" cy="1557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0" h="126">
                    <a:moveTo>
                      <a:pt x="41" y="126"/>
                    </a:moveTo>
                    <a:cubicBezTo>
                      <a:pt x="39" y="126"/>
                      <a:pt x="37" y="125"/>
                      <a:pt x="36" y="124"/>
                    </a:cubicBezTo>
                    <a:lnTo>
                      <a:pt x="2" y="87"/>
                    </a:lnTo>
                    <a:cubicBezTo>
                      <a:pt x="-1" y="84"/>
                      <a:pt x="-1" y="80"/>
                      <a:pt x="2" y="78"/>
                    </a:cubicBezTo>
                    <a:cubicBezTo>
                      <a:pt x="4" y="76"/>
                      <a:pt x="8" y="76"/>
                      <a:pt x="11" y="78"/>
                    </a:cubicBezTo>
                    <a:lnTo>
                      <a:pt x="40" y="110"/>
                    </a:lnTo>
                    <a:lnTo>
                      <a:pt x="119" y="3"/>
                    </a:lnTo>
                    <a:cubicBezTo>
                      <a:pt x="121" y="0"/>
                      <a:pt x="125" y="0"/>
                      <a:pt x="128" y="1"/>
                    </a:cubicBezTo>
                    <a:cubicBezTo>
                      <a:pt x="130" y="4"/>
                      <a:pt x="131" y="8"/>
                      <a:pt x="129" y="10"/>
                    </a:cubicBezTo>
                    <a:lnTo>
                      <a:pt x="45" y="124"/>
                    </a:lnTo>
                    <a:cubicBezTo>
                      <a:pt x="44" y="125"/>
                      <a:pt x="43" y="126"/>
                      <a:pt x="41" y="12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97BE408-015B-E443-8545-AE3CDCA3724B}"/>
                  </a:ext>
                </a:extLst>
              </p:cNvPr>
              <p:cNvSpPr/>
              <p:nvPr/>
            </p:nvSpPr>
            <p:spPr>
              <a:xfrm>
                <a:off x="10310172" y="8151586"/>
                <a:ext cx="672728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13">
                    <a:moveTo>
                      <a:pt x="535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535" y="0"/>
                    </a:lnTo>
                    <a:cubicBezTo>
                      <a:pt x="539" y="0"/>
                      <a:pt x="541" y="3"/>
                      <a:pt x="541" y="6"/>
                    </a:cubicBezTo>
                    <a:cubicBezTo>
                      <a:pt x="541" y="10"/>
                      <a:pt x="539" y="13"/>
                      <a:pt x="535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7C1D5091-5B76-7643-B9D4-3F7007BCECBF}"/>
                  </a:ext>
                </a:extLst>
              </p:cNvPr>
              <p:cNvSpPr/>
              <p:nvPr/>
            </p:nvSpPr>
            <p:spPr>
              <a:xfrm>
                <a:off x="10310172" y="8464390"/>
                <a:ext cx="672728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12">
                    <a:moveTo>
                      <a:pt x="535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535" y="0"/>
                    </a:lnTo>
                    <a:cubicBezTo>
                      <a:pt x="539" y="0"/>
                      <a:pt x="541" y="2"/>
                      <a:pt x="541" y="6"/>
                    </a:cubicBezTo>
                    <a:cubicBezTo>
                      <a:pt x="541" y="9"/>
                      <a:pt x="539" y="12"/>
                      <a:pt x="535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AC420680-AD12-C441-A06C-EDE8D2B3134B}"/>
                  </a:ext>
                </a:extLst>
              </p:cNvPr>
              <p:cNvSpPr/>
              <p:nvPr/>
            </p:nvSpPr>
            <p:spPr>
              <a:xfrm>
                <a:off x="10310172" y="8774701"/>
                <a:ext cx="672728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13">
                    <a:moveTo>
                      <a:pt x="535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535" y="0"/>
                    </a:lnTo>
                    <a:cubicBezTo>
                      <a:pt x="539" y="0"/>
                      <a:pt x="541" y="3"/>
                      <a:pt x="541" y="7"/>
                    </a:cubicBezTo>
                    <a:cubicBezTo>
                      <a:pt x="541" y="10"/>
                      <a:pt x="539" y="13"/>
                      <a:pt x="535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C81829C6-0B24-1B44-AD56-399920A43B5C}"/>
                  </a:ext>
                </a:extLst>
              </p:cNvPr>
              <p:cNvSpPr/>
              <p:nvPr/>
            </p:nvSpPr>
            <p:spPr>
              <a:xfrm>
                <a:off x="10310172" y="9071300"/>
                <a:ext cx="672728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12">
                    <a:moveTo>
                      <a:pt x="535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535" y="0"/>
                    </a:lnTo>
                    <a:cubicBezTo>
                      <a:pt x="539" y="0"/>
                      <a:pt x="541" y="3"/>
                      <a:pt x="541" y="6"/>
                    </a:cubicBezTo>
                    <a:cubicBezTo>
                      <a:pt x="541" y="10"/>
                      <a:pt x="539" y="12"/>
                      <a:pt x="535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24C2A3C2-0987-9848-BBD4-D732280EC04A}"/>
                  </a:ext>
                </a:extLst>
              </p:cNvPr>
              <p:cNvSpPr/>
              <p:nvPr/>
            </p:nvSpPr>
            <p:spPr>
              <a:xfrm>
                <a:off x="10310172" y="9390338"/>
                <a:ext cx="672728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1" h="12">
                    <a:moveTo>
                      <a:pt x="535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535" y="0"/>
                    </a:lnTo>
                    <a:cubicBezTo>
                      <a:pt x="539" y="0"/>
                      <a:pt x="541" y="2"/>
                      <a:pt x="541" y="6"/>
                    </a:cubicBezTo>
                    <a:cubicBezTo>
                      <a:pt x="541" y="9"/>
                      <a:pt x="539" y="12"/>
                      <a:pt x="535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41EDC3BE-9F47-2545-88F6-566950462CC4}"/>
                  </a:ext>
                </a:extLst>
              </p:cNvPr>
              <p:cNvSpPr/>
              <p:nvPr/>
            </p:nvSpPr>
            <p:spPr>
              <a:xfrm>
                <a:off x="9982529" y="8737314"/>
                <a:ext cx="89697" cy="897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3" h="73">
                    <a:moveTo>
                      <a:pt x="73" y="37"/>
                    </a:moveTo>
                    <a:cubicBezTo>
                      <a:pt x="73" y="57"/>
                      <a:pt x="57" y="73"/>
                      <a:pt x="37" y="73"/>
                    </a:cubicBezTo>
                    <a:cubicBezTo>
                      <a:pt x="17" y="73"/>
                      <a:pt x="0" y="57"/>
                      <a:pt x="0" y="37"/>
                    </a:cubicBezTo>
                    <a:cubicBezTo>
                      <a:pt x="0" y="17"/>
                      <a:pt x="17" y="0"/>
                      <a:pt x="37" y="0"/>
                    </a:cubicBezTo>
                    <a:cubicBezTo>
                      <a:pt x="57" y="0"/>
                      <a:pt x="73" y="17"/>
                      <a:pt x="73" y="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E5A6652D-413D-0040-9C34-A4B71681CE20}"/>
                  </a:ext>
                </a:extLst>
              </p:cNvPr>
              <p:cNvSpPr/>
              <p:nvPr/>
            </p:nvSpPr>
            <p:spPr>
              <a:xfrm>
                <a:off x="9975054" y="8729836"/>
                <a:ext cx="105892" cy="104683"/>
              </a:xfrm>
              <a:custGeom>
                <a:avLst/>
                <a:gdLst>
                  <a:gd name="connsiteX0" fmla="*/ 52940 w 105892"/>
                  <a:gd name="connsiteY0" fmla="*/ 14955 h 104683"/>
                  <a:gd name="connsiteX1" fmla="*/ 14953 w 105892"/>
                  <a:gd name="connsiteY1" fmla="*/ 52955 h 104683"/>
                  <a:gd name="connsiteX2" fmla="*/ 52940 w 105892"/>
                  <a:gd name="connsiteY2" fmla="*/ 89729 h 104683"/>
                  <a:gd name="connsiteX3" fmla="*/ 89701 w 105892"/>
                  <a:gd name="connsiteY3" fmla="*/ 52955 h 104683"/>
                  <a:gd name="connsiteX4" fmla="*/ 52940 w 105892"/>
                  <a:gd name="connsiteY4" fmla="*/ 14955 h 104683"/>
                  <a:gd name="connsiteX5" fmla="*/ 52946 w 105892"/>
                  <a:gd name="connsiteY5" fmla="*/ 0 h 104683"/>
                  <a:gd name="connsiteX6" fmla="*/ 105892 w 105892"/>
                  <a:gd name="connsiteY6" fmla="*/ 52957 h 104683"/>
                  <a:gd name="connsiteX7" fmla="*/ 52946 w 105892"/>
                  <a:gd name="connsiteY7" fmla="*/ 104683 h 104683"/>
                  <a:gd name="connsiteX8" fmla="*/ 0 w 105892"/>
                  <a:gd name="connsiteY8" fmla="*/ 52957 h 104683"/>
                  <a:gd name="connsiteX9" fmla="*/ 52946 w 105892"/>
                  <a:gd name="connsiteY9" fmla="*/ 0 h 104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5892" h="104683">
                    <a:moveTo>
                      <a:pt x="52940" y="14955"/>
                    </a:moveTo>
                    <a:cubicBezTo>
                      <a:pt x="33334" y="14955"/>
                      <a:pt x="14953" y="32116"/>
                      <a:pt x="14953" y="52955"/>
                    </a:cubicBezTo>
                    <a:cubicBezTo>
                      <a:pt x="14953" y="72568"/>
                      <a:pt x="33334" y="89729"/>
                      <a:pt x="52940" y="89729"/>
                    </a:cubicBezTo>
                    <a:cubicBezTo>
                      <a:pt x="73771" y="89729"/>
                      <a:pt x="89701" y="72568"/>
                      <a:pt x="89701" y="52955"/>
                    </a:cubicBezTo>
                    <a:cubicBezTo>
                      <a:pt x="89701" y="32116"/>
                      <a:pt x="73771" y="14955"/>
                      <a:pt x="52940" y="14955"/>
                    </a:cubicBezTo>
                    <a:close/>
                    <a:moveTo>
                      <a:pt x="52946" y="0"/>
                    </a:moveTo>
                    <a:cubicBezTo>
                      <a:pt x="81266" y="0"/>
                      <a:pt x="105892" y="23400"/>
                      <a:pt x="105892" y="52957"/>
                    </a:cubicBezTo>
                    <a:cubicBezTo>
                      <a:pt x="105892" y="81283"/>
                      <a:pt x="81266" y="104683"/>
                      <a:pt x="52946" y="104683"/>
                    </a:cubicBezTo>
                    <a:cubicBezTo>
                      <a:pt x="23395" y="104683"/>
                      <a:pt x="0" y="81283"/>
                      <a:pt x="0" y="52957"/>
                    </a:cubicBezTo>
                    <a:cubicBezTo>
                      <a:pt x="0" y="23400"/>
                      <a:pt x="23395" y="0"/>
                      <a:pt x="529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399F53B5-340C-5645-8DED-0F8B27ACD288}"/>
                  </a:ext>
                </a:extLst>
              </p:cNvPr>
              <p:cNvSpPr/>
              <p:nvPr/>
            </p:nvSpPr>
            <p:spPr>
              <a:xfrm>
                <a:off x="9982529" y="9329273"/>
                <a:ext cx="89697" cy="897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3" h="73">
                    <a:moveTo>
                      <a:pt x="73" y="37"/>
                    </a:moveTo>
                    <a:cubicBezTo>
                      <a:pt x="73" y="57"/>
                      <a:pt x="57" y="73"/>
                      <a:pt x="37" y="73"/>
                    </a:cubicBezTo>
                    <a:cubicBezTo>
                      <a:pt x="17" y="73"/>
                      <a:pt x="0" y="57"/>
                      <a:pt x="0" y="37"/>
                    </a:cubicBezTo>
                    <a:cubicBezTo>
                      <a:pt x="0" y="17"/>
                      <a:pt x="17" y="0"/>
                      <a:pt x="37" y="0"/>
                    </a:cubicBezTo>
                    <a:cubicBezTo>
                      <a:pt x="57" y="0"/>
                      <a:pt x="73" y="17"/>
                      <a:pt x="73" y="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C0153AD4-E819-D04B-A9B2-143F56836A41}"/>
                  </a:ext>
                </a:extLst>
              </p:cNvPr>
              <p:cNvSpPr/>
              <p:nvPr/>
            </p:nvSpPr>
            <p:spPr>
              <a:xfrm>
                <a:off x="9975054" y="9321795"/>
                <a:ext cx="105892" cy="105929"/>
              </a:xfrm>
              <a:custGeom>
                <a:avLst/>
                <a:gdLst>
                  <a:gd name="connsiteX0" fmla="*/ 52940 w 105892"/>
                  <a:gd name="connsiteY0" fmla="*/ 16201 h 105929"/>
                  <a:gd name="connsiteX1" fmla="*/ 14953 w 105892"/>
                  <a:gd name="connsiteY1" fmla="*/ 52965 h 105929"/>
                  <a:gd name="connsiteX2" fmla="*/ 52940 w 105892"/>
                  <a:gd name="connsiteY2" fmla="*/ 89729 h 105929"/>
                  <a:gd name="connsiteX3" fmla="*/ 89701 w 105892"/>
                  <a:gd name="connsiteY3" fmla="*/ 52965 h 105929"/>
                  <a:gd name="connsiteX4" fmla="*/ 52940 w 105892"/>
                  <a:gd name="connsiteY4" fmla="*/ 16201 h 105929"/>
                  <a:gd name="connsiteX5" fmla="*/ 52946 w 105892"/>
                  <a:gd name="connsiteY5" fmla="*/ 0 h 105929"/>
                  <a:gd name="connsiteX6" fmla="*/ 105892 w 105892"/>
                  <a:gd name="connsiteY6" fmla="*/ 52965 h 105929"/>
                  <a:gd name="connsiteX7" fmla="*/ 52946 w 105892"/>
                  <a:gd name="connsiteY7" fmla="*/ 105929 h 105929"/>
                  <a:gd name="connsiteX8" fmla="*/ 0 w 105892"/>
                  <a:gd name="connsiteY8" fmla="*/ 52965 h 105929"/>
                  <a:gd name="connsiteX9" fmla="*/ 52946 w 105892"/>
                  <a:gd name="connsiteY9" fmla="*/ 0 h 105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5892" h="105929">
                    <a:moveTo>
                      <a:pt x="52940" y="16201"/>
                    </a:moveTo>
                    <a:cubicBezTo>
                      <a:pt x="33334" y="16201"/>
                      <a:pt x="14953" y="32132"/>
                      <a:pt x="14953" y="52965"/>
                    </a:cubicBezTo>
                    <a:cubicBezTo>
                      <a:pt x="14953" y="73798"/>
                      <a:pt x="33334" y="89729"/>
                      <a:pt x="52940" y="89729"/>
                    </a:cubicBezTo>
                    <a:cubicBezTo>
                      <a:pt x="73771" y="89729"/>
                      <a:pt x="89701" y="73798"/>
                      <a:pt x="89701" y="52965"/>
                    </a:cubicBezTo>
                    <a:cubicBezTo>
                      <a:pt x="89701" y="32132"/>
                      <a:pt x="73771" y="16201"/>
                      <a:pt x="52940" y="16201"/>
                    </a:cubicBezTo>
                    <a:close/>
                    <a:moveTo>
                      <a:pt x="52946" y="0"/>
                    </a:moveTo>
                    <a:cubicBezTo>
                      <a:pt x="81266" y="0"/>
                      <a:pt x="105892" y="23403"/>
                      <a:pt x="105892" y="52965"/>
                    </a:cubicBezTo>
                    <a:cubicBezTo>
                      <a:pt x="105892" y="81294"/>
                      <a:pt x="81266" y="105929"/>
                      <a:pt x="52946" y="105929"/>
                    </a:cubicBezTo>
                    <a:cubicBezTo>
                      <a:pt x="23395" y="105929"/>
                      <a:pt x="0" y="81294"/>
                      <a:pt x="0" y="52965"/>
                    </a:cubicBezTo>
                    <a:cubicBezTo>
                      <a:pt x="0" y="23403"/>
                      <a:pt x="23395" y="0"/>
                      <a:pt x="529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32C50A25-8095-2F4D-B171-74DB3A14B2BA}"/>
                  </a:ext>
                </a:extLst>
              </p:cNvPr>
              <p:cNvSpPr/>
              <p:nvPr/>
            </p:nvSpPr>
            <p:spPr>
              <a:xfrm>
                <a:off x="9982529" y="8425753"/>
                <a:ext cx="89697" cy="897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3" h="73">
                    <a:moveTo>
                      <a:pt x="73" y="37"/>
                    </a:moveTo>
                    <a:cubicBezTo>
                      <a:pt x="73" y="57"/>
                      <a:pt x="57" y="73"/>
                      <a:pt x="37" y="73"/>
                    </a:cubicBezTo>
                    <a:cubicBezTo>
                      <a:pt x="17" y="73"/>
                      <a:pt x="0" y="57"/>
                      <a:pt x="0" y="37"/>
                    </a:cubicBezTo>
                    <a:cubicBezTo>
                      <a:pt x="0" y="16"/>
                      <a:pt x="17" y="0"/>
                      <a:pt x="37" y="0"/>
                    </a:cubicBezTo>
                    <a:cubicBezTo>
                      <a:pt x="57" y="0"/>
                      <a:pt x="73" y="16"/>
                      <a:pt x="73" y="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90C3E8B8-AF72-7844-886C-A88F2A6C9689}"/>
                  </a:ext>
                </a:extLst>
              </p:cNvPr>
              <p:cNvSpPr/>
              <p:nvPr/>
            </p:nvSpPr>
            <p:spPr>
              <a:xfrm>
                <a:off x="9975054" y="8418279"/>
                <a:ext cx="105892" cy="104683"/>
              </a:xfrm>
              <a:custGeom>
                <a:avLst/>
                <a:gdLst>
                  <a:gd name="connsiteX0" fmla="*/ 52940 w 105892"/>
                  <a:gd name="connsiteY0" fmla="*/ 14951 h 104683"/>
                  <a:gd name="connsiteX1" fmla="*/ 14953 w 105892"/>
                  <a:gd name="connsiteY1" fmla="*/ 52951 h 104683"/>
                  <a:gd name="connsiteX2" fmla="*/ 52940 w 105892"/>
                  <a:gd name="connsiteY2" fmla="*/ 89725 h 104683"/>
                  <a:gd name="connsiteX3" fmla="*/ 89701 w 105892"/>
                  <a:gd name="connsiteY3" fmla="*/ 52951 h 104683"/>
                  <a:gd name="connsiteX4" fmla="*/ 52940 w 105892"/>
                  <a:gd name="connsiteY4" fmla="*/ 14951 h 104683"/>
                  <a:gd name="connsiteX5" fmla="*/ 52946 w 105892"/>
                  <a:gd name="connsiteY5" fmla="*/ 0 h 104683"/>
                  <a:gd name="connsiteX6" fmla="*/ 105892 w 105892"/>
                  <a:gd name="connsiteY6" fmla="*/ 52957 h 104683"/>
                  <a:gd name="connsiteX7" fmla="*/ 52946 w 105892"/>
                  <a:gd name="connsiteY7" fmla="*/ 104683 h 104683"/>
                  <a:gd name="connsiteX8" fmla="*/ 0 w 105892"/>
                  <a:gd name="connsiteY8" fmla="*/ 52957 h 104683"/>
                  <a:gd name="connsiteX9" fmla="*/ 52946 w 105892"/>
                  <a:gd name="connsiteY9" fmla="*/ 0 h 104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5892" h="104683">
                    <a:moveTo>
                      <a:pt x="52940" y="14951"/>
                    </a:moveTo>
                    <a:cubicBezTo>
                      <a:pt x="33334" y="14951"/>
                      <a:pt x="14953" y="32112"/>
                      <a:pt x="14953" y="52951"/>
                    </a:cubicBezTo>
                    <a:cubicBezTo>
                      <a:pt x="14953" y="72564"/>
                      <a:pt x="33334" y="89725"/>
                      <a:pt x="52940" y="89725"/>
                    </a:cubicBezTo>
                    <a:cubicBezTo>
                      <a:pt x="73771" y="89725"/>
                      <a:pt x="89701" y="72564"/>
                      <a:pt x="89701" y="52951"/>
                    </a:cubicBezTo>
                    <a:cubicBezTo>
                      <a:pt x="89701" y="32112"/>
                      <a:pt x="73771" y="14951"/>
                      <a:pt x="52940" y="14951"/>
                    </a:cubicBezTo>
                    <a:close/>
                    <a:moveTo>
                      <a:pt x="52946" y="0"/>
                    </a:moveTo>
                    <a:cubicBezTo>
                      <a:pt x="81266" y="0"/>
                      <a:pt x="105892" y="23400"/>
                      <a:pt x="105892" y="52957"/>
                    </a:cubicBezTo>
                    <a:cubicBezTo>
                      <a:pt x="105892" y="81283"/>
                      <a:pt x="81266" y="104683"/>
                      <a:pt x="52946" y="104683"/>
                    </a:cubicBezTo>
                    <a:cubicBezTo>
                      <a:pt x="23395" y="104683"/>
                      <a:pt x="0" y="81283"/>
                      <a:pt x="0" y="52957"/>
                    </a:cubicBezTo>
                    <a:cubicBezTo>
                      <a:pt x="0" y="23400"/>
                      <a:pt x="23395" y="0"/>
                      <a:pt x="529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B92C204F-D78F-0B42-BEB0-D2F7B65EDF29}"/>
                  </a:ext>
                </a:extLst>
              </p:cNvPr>
              <p:cNvSpPr/>
              <p:nvPr/>
            </p:nvSpPr>
            <p:spPr>
              <a:xfrm>
                <a:off x="13903039" y="7992069"/>
                <a:ext cx="1422694" cy="1158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43" h="94">
                    <a:moveTo>
                      <a:pt x="1096" y="0"/>
                    </a:moveTo>
                    <a:lnTo>
                      <a:pt x="571" y="0"/>
                    </a:lnTo>
                    <a:lnTo>
                      <a:pt x="47" y="0"/>
                    </a:lnTo>
                    <a:cubicBezTo>
                      <a:pt x="34" y="0"/>
                      <a:pt x="23" y="6"/>
                      <a:pt x="14" y="14"/>
                    </a:cubicBezTo>
                    <a:cubicBezTo>
                      <a:pt x="6" y="23"/>
                      <a:pt x="0" y="34"/>
                      <a:pt x="0" y="47"/>
                    </a:cubicBezTo>
                    <a:cubicBezTo>
                      <a:pt x="0" y="60"/>
                      <a:pt x="6" y="72"/>
                      <a:pt x="14" y="81"/>
                    </a:cubicBezTo>
                    <a:cubicBezTo>
                      <a:pt x="23" y="89"/>
                      <a:pt x="34" y="94"/>
                      <a:pt x="47" y="94"/>
                    </a:cubicBezTo>
                    <a:lnTo>
                      <a:pt x="571" y="94"/>
                    </a:lnTo>
                    <a:lnTo>
                      <a:pt x="1096" y="94"/>
                    </a:lnTo>
                    <a:cubicBezTo>
                      <a:pt x="1109" y="94"/>
                      <a:pt x="1121" y="89"/>
                      <a:pt x="1129" y="81"/>
                    </a:cubicBezTo>
                    <a:cubicBezTo>
                      <a:pt x="1138" y="72"/>
                      <a:pt x="1143" y="60"/>
                      <a:pt x="1143" y="47"/>
                    </a:cubicBezTo>
                    <a:cubicBezTo>
                      <a:pt x="1143" y="34"/>
                      <a:pt x="1138" y="23"/>
                      <a:pt x="1129" y="14"/>
                    </a:cubicBezTo>
                    <a:cubicBezTo>
                      <a:pt x="1121" y="6"/>
                      <a:pt x="1109" y="0"/>
                      <a:pt x="109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CFD5C2E5-1841-9F4D-9445-A21F0581572C}"/>
                  </a:ext>
                </a:extLst>
              </p:cNvPr>
              <p:cNvSpPr/>
              <p:nvPr/>
            </p:nvSpPr>
            <p:spPr>
              <a:xfrm>
                <a:off x="13895564" y="7984591"/>
                <a:ext cx="1437644" cy="132100"/>
              </a:xfrm>
              <a:custGeom>
                <a:avLst/>
                <a:gdLst>
                  <a:gd name="connsiteX0" fmla="*/ 65982 w 1437644"/>
                  <a:gd name="connsiteY0" fmla="*/ 16201 h 132100"/>
                  <a:gd name="connsiteX1" fmla="*/ 31131 w 1437644"/>
                  <a:gd name="connsiteY1" fmla="*/ 29740 h 132100"/>
                  <a:gd name="connsiteX2" fmla="*/ 14950 w 1437644"/>
                  <a:gd name="connsiteY2" fmla="*/ 65435 h 132100"/>
                  <a:gd name="connsiteX3" fmla="*/ 31131 w 1437644"/>
                  <a:gd name="connsiteY3" fmla="*/ 101129 h 132100"/>
                  <a:gd name="connsiteX4" fmla="*/ 65982 w 1437644"/>
                  <a:gd name="connsiteY4" fmla="*/ 115899 h 132100"/>
                  <a:gd name="connsiteX5" fmla="*/ 1371661 w 1437644"/>
                  <a:gd name="connsiteY5" fmla="*/ 115899 h 132100"/>
                  <a:gd name="connsiteX6" fmla="*/ 1407757 w 1437644"/>
                  <a:gd name="connsiteY6" fmla="*/ 101129 h 132100"/>
                  <a:gd name="connsiteX7" fmla="*/ 1421449 w 1437644"/>
                  <a:gd name="connsiteY7" fmla="*/ 65435 h 132100"/>
                  <a:gd name="connsiteX8" fmla="*/ 1407757 w 1437644"/>
                  <a:gd name="connsiteY8" fmla="*/ 29740 h 132100"/>
                  <a:gd name="connsiteX9" fmla="*/ 1371661 w 1437644"/>
                  <a:gd name="connsiteY9" fmla="*/ 16201 h 132100"/>
                  <a:gd name="connsiteX10" fmla="*/ 65970 w 1437644"/>
                  <a:gd name="connsiteY10" fmla="*/ 0 h 132100"/>
                  <a:gd name="connsiteX11" fmla="*/ 1371674 w 1437644"/>
                  <a:gd name="connsiteY11" fmla="*/ 0 h 132100"/>
                  <a:gd name="connsiteX12" fmla="*/ 1417729 w 1437644"/>
                  <a:gd name="connsiteY12" fmla="*/ 19754 h 132100"/>
                  <a:gd name="connsiteX13" fmla="*/ 1437644 w 1437644"/>
                  <a:gd name="connsiteY13" fmla="*/ 65433 h 132100"/>
                  <a:gd name="connsiteX14" fmla="*/ 1417729 w 1437644"/>
                  <a:gd name="connsiteY14" fmla="*/ 112347 h 132100"/>
                  <a:gd name="connsiteX15" fmla="*/ 1371674 w 1437644"/>
                  <a:gd name="connsiteY15" fmla="*/ 132100 h 132100"/>
                  <a:gd name="connsiteX16" fmla="*/ 65970 w 1437644"/>
                  <a:gd name="connsiteY16" fmla="*/ 132100 h 132100"/>
                  <a:gd name="connsiteX17" fmla="*/ 19915 w 1437644"/>
                  <a:gd name="connsiteY17" fmla="*/ 112347 h 132100"/>
                  <a:gd name="connsiteX18" fmla="*/ 0 w 1437644"/>
                  <a:gd name="connsiteY18" fmla="*/ 65433 h 132100"/>
                  <a:gd name="connsiteX19" fmla="*/ 19915 w 1437644"/>
                  <a:gd name="connsiteY19" fmla="*/ 19754 h 132100"/>
                  <a:gd name="connsiteX20" fmla="*/ 65970 w 1437644"/>
                  <a:gd name="connsiteY20" fmla="*/ 0 h 13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37644" h="132100">
                    <a:moveTo>
                      <a:pt x="65982" y="16201"/>
                    </a:moveTo>
                    <a:cubicBezTo>
                      <a:pt x="52291" y="16201"/>
                      <a:pt x="39844" y="21125"/>
                      <a:pt x="31131" y="29740"/>
                    </a:cubicBezTo>
                    <a:cubicBezTo>
                      <a:pt x="21173" y="39587"/>
                      <a:pt x="14950" y="53126"/>
                      <a:pt x="14950" y="65435"/>
                    </a:cubicBezTo>
                    <a:cubicBezTo>
                      <a:pt x="14950" y="78974"/>
                      <a:pt x="21173" y="92513"/>
                      <a:pt x="31131" y="101129"/>
                    </a:cubicBezTo>
                    <a:cubicBezTo>
                      <a:pt x="39844" y="110976"/>
                      <a:pt x="52291" y="115899"/>
                      <a:pt x="65982" y="115899"/>
                    </a:cubicBezTo>
                    <a:lnTo>
                      <a:pt x="1371661" y="115899"/>
                    </a:lnTo>
                    <a:cubicBezTo>
                      <a:pt x="1384108" y="115899"/>
                      <a:pt x="1397800" y="110976"/>
                      <a:pt x="1407757" y="101129"/>
                    </a:cubicBezTo>
                    <a:cubicBezTo>
                      <a:pt x="1416470" y="92513"/>
                      <a:pt x="1421449" y="78974"/>
                      <a:pt x="1421449" y="65435"/>
                    </a:cubicBezTo>
                    <a:cubicBezTo>
                      <a:pt x="1421449" y="53126"/>
                      <a:pt x="1416470" y="39587"/>
                      <a:pt x="1407757" y="29740"/>
                    </a:cubicBezTo>
                    <a:cubicBezTo>
                      <a:pt x="1397800" y="21125"/>
                      <a:pt x="1384108" y="16201"/>
                      <a:pt x="1371661" y="16201"/>
                    </a:cubicBezTo>
                    <a:close/>
                    <a:moveTo>
                      <a:pt x="65970" y="0"/>
                    </a:moveTo>
                    <a:lnTo>
                      <a:pt x="1371674" y="0"/>
                    </a:lnTo>
                    <a:cubicBezTo>
                      <a:pt x="1389100" y="0"/>
                      <a:pt x="1405282" y="7408"/>
                      <a:pt x="1417729" y="19754"/>
                    </a:cubicBezTo>
                    <a:cubicBezTo>
                      <a:pt x="1431420" y="32099"/>
                      <a:pt x="1437644" y="48149"/>
                      <a:pt x="1437644" y="65433"/>
                    </a:cubicBezTo>
                    <a:cubicBezTo>
                      <a:pt x="1437644" y="83952"/>
                      <a:pt x="1431420" y="100001"/>
                      <a:pt x="1417729" y="112347"/>
                    </a:cubicBezTo>
                    <a:cubicBezTo>
                      <a:pt x="1405282" y="124693"/>
                      <a:pt x="1389100" y="132100"/>
                      <a:pt x="1371674" y="132100"/>
                    </a:cubicBezTo>
                    <a:lnTo>
                      <a:pt x="65970" y="132100"/>
                    </a:lnTo>
                    <a:cubicBezTo>
                      <a:pt x="48544" y="132100"/>
                      <a:pt x="32363" y="124693"/>
                      <a:pt x="19915" y="112347"/>
                    </a:cubicBezTo>
                    <a:cubicBezTo>
                      <a:pt x="7468" y="100001"/>
                      <a:pt x="0" y="83952"/>
                      <a:pt x="0" y="65433"/>
                    </a:cubicBezTo>
                    <a:cubicBezTo>
                      <a:pt x="0" y="48149"/>
                      <a:pt x="7468" y="32099"/>
                      <a:pt x="19915" y="19754"/>
                    </a:cubicBezTo>
                    <a:cubicBezTo>
                      <a:pt x="32363" y="7408"/>
                      <a:pt x="48544" y="0"/>
                      <a:pt x="659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D1284B1A-97E8-7A47-8A8A-FB40CA1AC8AA}"/>
                  </a:ext>
                </a:extLst>
              </p:cNvPr>
              <p:cNvSpPr/>
              <p:nvPr/>
            </p:nvSpPr>
            <p:spPr>
              <a:xfrm>
                <a:off x="13895564" y="7984591"/>
                <a:ext cx="847138" cy="132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1" h="107">
                    <a:moveTo>
                      <a:pt x="675" y="0"/>
                    </a:moveTo>
                    <a:lnTo>
                      <a:pt x="53" y="0"/>
                    </a:lnTo>
                    <a:cubicBezTo>
                      <a:pt x="39" y="0"/>
                      <a:pt x="26" y="6"/>
                      <a:pt x="16" y="16"/>
                    </a:cubicBezTo>
                    <a:cubicBezTo>
                      <a:pt x="6" y="26"/>
                      <a:pt x="0" y="39"/>
                      <a:pt x="0" y="53"/>
                    </a:cubicBezTo>
                    <a:cubicBezTo>
                      <a:pt x="0" y="68"/>
                      <a:pt x="6" y="81"/>
                      <a:pt x="16" y="91"/>
                    </a:cubicBezTo>
                    <a:cubicBezTo>
                      <a:pt x="26" y="101"/>
                      <a:pt x="39" y="107"/>
                      <a:pt x="53" y="107"/>
                    </a:cubicBezTo>
                    <a:lnTo>
                      <a:pt x="675" y="107"/>
                    </a:lnTo>
                    <a:cubicBezTo>
                      <a:pt x="678" y="107"/>
                      <a:pt x="681" y="104"/>
                      <a:pt x="681" y="100"/>
                    </a:cubicBezTo>
                    <a:lnTo>
                      <a:pt x="681" y="7"/>
                    </a:lnTo>
                    <a:cubicBezTo>
                      <a:pt x="681" y="3"/>
                      <a:pt x="678" y="0"/>
                      <a:pt x="6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A84F4E9-41FD-FF45-9314-8B22007B53D3}"/>
                </a:ext>
              </a:extLst>
            </p:cNvPr>
            <p:cNvGrpSpPr/>
            <p:nvPr/>
          </p:nvGrpSpPr>
          <p:grpSpPr>
            <a:xfrm>
              <a:off x="16763142" y="8526701"/>
              <a:ext cx="958249" cy="704120"/>
              <a:chOff x="16763142" y="8526701"/>
              <a:chExt cx="958249" cy="704120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0A26EF3B-76C9-D64A-B30C-9BA1757F19E3}"/>
                  </a:ext>
                </a:extLst>
              </p:cNvPr>
              <p:cNvSpPr/>
              <p:nvPr/>
            </p:nvSpPr>
            <p:spPr>
              <a:xfrm>
                <a:off x="17174488" y="9093735"/>
                <a:ext cx="128317" cy="1296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" h="105">
                    <a:moveTo>
                      <a:pt x="104" y="53"/>
                    </a:moveTo>
                    <a:cubicBezTo>
                      <a:pt x="104" y="82"/>
                      <a:pt x="81" y="105"/>
                      <a:pt x="52" y="105"/>
                    </a:cubicBezTo>
                    <a:cubicBezTo>
                      <a:pt x="23" y="105"/>
                      <a:pt x="0" y="82"/>
                      <a:pt x="0" y="53"/>
                    </a:cubicBezTo>
                    <a:cubicBezTo>
                      <a:pt x="0" y="24"/>
                      <a:pt x="23" y="0"/>
                      <a:pt x="52" y="0"/>
                    </a:cubicBezTo>
                    <a:cubicBezTo>
                      <a:pt x="81" y="0"/>
                      <a:pt x="104" y="24"/>
                      <a:pt x="104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E4E88D6E-140F-D14E-8F32-F4478F247E77}"/>
                  </a:ext>
                </a:extLst>
              </p:cNvPr>
              <p:cNvSpPr/>
              <p:nvPr/>
            </p:nvSpPr>
            <p:spPr>
              <a:xfrm>
                <a:off x="17167012" y="9086258"/>
                <a:ext cx="143268" cy="144563"/>
              </a:xfrm>
              <a:custGeom>
                <a:avLst/>
                <a:gdLst>
                  <a:gd name="connsiteX0" fmla="*/ 71634 w 143268"/>
                  <a:gd name="connsiteY0" fmla="*/ 16201 h 144563"/>
                  <a:gd name="connsiteX1" fmla="*/ 14952 w 143268"/>
                  <a:gd name="connsiteY1" fmla="*/ 72904 h 144563"/>
                  <a:gd name="connsiteX2" fmla="*/ 71634 w 143268"/>
                  <a:gd name="connsiteY2" fmla="*/ 129608 h 144563"/>
                  <a:gd name="connsiteX3" fmla="*/ 128318 w 143268"/>
                  <a:gd name="connsiteY3" fmla="*/ 72904 h 144563"/>
                  <a:gd name="connsiteX4" fmla="*/ 71634 w 143268"/>
                  <a:gd name="connsiteY4" fmla="*/ 16201 h 144563"/>
                  <a:gd name="connsiteX5" fmla="*/ 71634 w 143268"/>
                  <a:gd name="connsiteY5" fmla="*/ 0 h 144563"/>
                  <a:gd name="connsiteX6" fmla="*/ 143268 w 143268"/>
                  <a:gd name="connsiteY6" fmla="*/ 72899 h 144563"/>
                  <a:gd name="connsiteX7" fmla="*/ 71634 w 143268"/>
                  <a:gd name="connsiteY7" fmla="*/ 144563 h 144563"/>
                  <a:gd name="connsiteX8" fmla="*/ 0 w 143268"/>
                  <a:gd name="connsiteY8" fmla="*/ 72899 h 144563"/>
                  <a:gd name="connsiteX9" fmla="*/ 71634 w 143268"/>
                  <a:gd name="connsiteY9" fmla="*/ 0 h 144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3268" h="144563">
                    <a:moveTo>
                      <a:pt x="71634" y="16201"/>
                    </a:moveTo>
                    <a:cubicBezTo>
                      <a:pt x="40828" y="16201"/>
                      <a:pt x="14952" y="40855"/>
                      <a:pt x="14952" y="72904"/>
                    </a:cubicBezTo>
                    <a:cubicBezTo>
                      <a:pt x="14952" y="103722"/>
                      <a:pt x="40828" y="129608"/>
                      <a:pt x="71634" y="129608"/>
                    </a:cubicBezTo>
                    <a:cubicBezTo>
                      <a:pt x="102440" y="129608"/>
                      <a:pt x="128318" y="103722"/>
                      <a:pt x="128318" y="72904"/>
                    </a:cubicBezTo>
                    <a:cubicBezTo>
                      <a:pt x="128318" y="40855"/>
                      <a:pt x="102440" y="16201"/>
                      <a:pt x="71634" y="16201"/>
                    </a:cubicBezTo>
                    <a:close/>
                    <a:moveTo>
                      <a:pt x="71634" y="0"/>
                    </a:moveTo>
                    <a:cubicBezTo>
                      <a:pt x="112390" y="0"/>
                      <a:pt x="143268" y="32125"/>
                      <a:pt x="143268" y="72899"/>
                    </a:cubicBezTo>
                    <a:cubicBezTo>
                      <a:pt x="143268" y="112438"/>
                      <a:pt x="112390" y="144563"/>
                      <a:pt x="71634" y="144563"/>
                    </a:cubicBezTo>
                    <a:cubicBezTo>
                      <a:pt x="32112" y="144563"/>
                      <a:pt x="0" y="112438"/>
                      <a:pt x="0" y="72899"/>
                    </a:cubicBezTo>
                    <a:cubicBezTo>
                      <a:pt x="0" y="32125"/>
                      <a:pt x="32112" y="0"/>
                      <a:pt x="716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D088AA54-5CE5-DA4E-B273-B2C5219A9118}"/>
                  </a:ext>
                </a:extLst>
              </p:cNvPr>
              <p:cNvSpPr/>
              <p:nvPr/>
            </p:nvSpPr>
            <p:spPr>
              <a:xfrm>
                <a:off x="16772097" y="8534178"/>
                <a:ext cx="941819" cy="2405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7" h="194">
                    <a:moveTo>
                      <a:pt x="733" y="194"/>
                    </a:moveTo>
                    <a:cubicBezTo>
                      <a:pt x="727" y="194"/>
                      <a:pt x="720" y="192"/>
                      <a:pt x="715" y="187"/>
                    </a:cubicBezTo>
                    <a:cubicBezTo>
                      <a:pt x="624" y="98"/>
                      <a:pt x="503" y="49"/>
                      <a:pt x="376" y="49"/>
                    </a:cubicBezTo>
                    <a:cubicBezTo>
                      <a:pt x="251" y="49"/>
                      <a:pt x="133" y="96"/>
                      <a:pt x="42" y="182"/>
                    </a:cubicBezTo>
                    <a:cubicBezTo>
                      <a:pt x="32" y="191"/>
                      <a:pt x="16" y="191"/>
                      <a:pt x="7" y="181"/>
                    </a:cubicBezTo>
                    <a:cubicBezTo>
                      <a:pt x="-2" y="171"/>
                      <a:pt x="-2" y="155"/>
                      <a:pt x="8" y="146"/>
                    </a:cubicBezTo>
                    <a:cubicBezTo>
                      <a:pt x="108" y="52"/>
                      <a:pt x="239" y="0"/>
                      <a:pt x="376" y="0"/>
                    </a:cubicBezTo>
                    <a:cubicBezTo>
                      <a:pt x="516" y="0"/>
                      <a:pt x="650" y="54"/>
                      <a:pt x="750" y="152"/>
                    </a:cubicBezTo>
                    <a:cubicBezTo>
                      <a:pt x="760" y="161"/>
                      <a:pt x="760" y="176"/>
                      <a:pt x="751" y="186"/>
                    </a:cubicBezTo>
                    <a:cubicBezTo>
                      <a:pt x="746" y="192"/>
                      <a:pt x="739" y="194"/>
                      <a:pt x="733" y="19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C94D14CE-695D-1C46-AF4D-61BC1BB9006A}"/>
                  </a:ext>
                </a:extLst>
              </p:cNvPr>
              <p:cNvSpPr/>
              <p:nvPr/>
            </p:nvSpPr>
            <p:spPr>
              <a:xfrm>
                <a:off x="16763142" y="8526701"/>
                <a:ext cx="958249" cy="255477"/>
              </a:xfrm>
              <a:custGeom>
                <a:avLst/>
                <a:gdLst>
                  <a:gd name="connsiteX0" fmla="*/ 475510 w 958249"/>
                  <a:gd name="connsiteY0" fmla="*/ 14955 h 255477"/>
                  <a:gd name="connsiteX1" fmla="*/ 22648 w 958249"/>
                  <a:gd name="connsiteY1" fmla="*/ 193420 h 255477"/>
                  <a:gd name="connsiteX2" fmla="*/ 15184 w 958249"/>
                  <a:gd name="connsiteY2" fmla="*/ 209532 h 255477"/>
                  <a:gd name="connsiteX3" fmla="*/ 21404 w 958249"/>
                  <a:gd name="connsiteY3" fmla="*/ 225643 h 255477"/>
                  <a:gd name="connsiteX4" fmla="*/ 38822 w 958249"/>
                  <a:gd name="connsiteY4" fmla="*/ 234319 h 255477"/>
                  <a:gd name="connsiteX5" fmla="*/ 53752 w 958249"/>
                  <a:gd name="connsiteY5" fmla="*/ 226883 h 255477"/>
                  <a:gd name="connsiteX6" fmla="*/ 475510 w 958249"/>
                  <a:gd name="connsiteY6" fmla="*/ 60811 h 255477"/>
                  <a:gd name="connsiteX7" fmla="*/ 903488 w 958249"/>
                  <a:gd name="connsiteY7" fmla="*/ 234319 h 255477"/>
                  <a:gd name="connsiteX8" fmla="*/ 935834 w 958249"/>
                  <a:gd name="connsiteY8" fmla="*/ 233079 h 255477"/>
                  <a:gd name="connsiteX9" fmla="*/ 935834 w 958249"/>
                  <a:gd name="connsiteY9" fmla="*/ 200856 h 255477"/>
                  <a:gd name="connsiteX10" fmla="*/ 475510 w 958249"/>
                  <a:gd name="connsiteY10" fmla="*/ 14955 h 255477"/>
                  <a:gd name="connsiteX11" fmla="*/ 475510 w 958249"/>
                  <a:gd name="connsiteY11" fmla="*/ 0 h 255477"/>
                  <a:gd name="connsiteX12" fmla="*/ 947052 w 958249"/>
                  <a:gd name="connsiteY12" fmla="*/ 189747 h 255477"/>
                  <a:gd name="connsiteX13" fmla="*/ 947052 w 958249"/>
                  <a:gd name="connsiteY13" fmla="*/ 244315 h 255477"/>
                  <a:gd name="connsiteX14" fmla="*/ 919680 w 958249"/>
                  <a:gd name="connsiteY14" fmla="*/ 255477 h 255477"/>
                  <a:gd name="connsiteX15" fmla="*/ 892308 w 958249"/>
                  <a:gd name="connsiteY15" fmla="*/ 245556 h 255477"/>
                  <a:gd name="connsiteX16" fmla="*/ 475510 w 958249"/>
                  <a:gd name="connsiteY16" fmla="*/ 75651 h 255477"/>
                  <a:gd name="connsiteX17" fmla="*/ 64932 w 958249"/>
                  <a:gd name="connsiteY17" fmla="*/ 238114 h 255477"/>
                  <a:gd name="connsiteX18" fmla="*/ 37560 w 958249"/>
                  <a:gd name="connsiteY18" fmla="*/ 249276 h 255477"/>
                  <a:gd name="connsiteX19" fmla="*/ 10188 w 958249"/>
                  <a:gd name="connsiteY19" fmla="*/ 236874 h 255477"/>
                  <a:gd name="connsiteX20" fmla="*/ 235 w 958249"/>
                  <a:gd name="connsiteY20" fmla="*/ 209590 h 255477"/>
                  <a:gd name="connsiteX21" fmla="*/ 12677 w 958249"/>
                  <a:gd name="connsiteY21" fmla="*/ 182306 h 255477"/>
                  <a:gd name="connsiteX22" fmla="*/ 475510 w 958249"/>
                  <a:gd name="connsiteY22" fmla="*/ 0 h 25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958249" h="255477">
                    <a:moveTo>
                      <a:pt x="475510" y="14955"/>
                    </a:moveTo>
                    <a:cubicBezTo>
                      <a:pt x="306308" y="14955"/>
                      <a:pt x="145816" y="78161"/>
                      <a:pt x="22648" y="193420"/>
                    </a:cubicBezTo>
                    <a:cubicBezTo>
                      <a:pt x="18916" y="197138"/>
                      <a:pt x="15184" y="203335"/>
                      <a:pt x="15184" y="209532"/>
                    </a:cubicBezTo>
                    <a:cubicBezTo>
                      <a:pt x="15184" y="215728"/>
                      <a:pt x="17672" y="221925"/>
                      <a:pt x="21404" y="225643"/>
                    </a:cubicBezTo>
                    <a:cubicBezTo>
                      <a:pt x="26382" y="230601"/>
                      <a:pt x="31358" y="233079"/>
                      <a:pt x="38822" y="234319"/>
                    </a:cubicBezTo>
                    <a:cubicBezTo>
                      <a:pt x="45042" y="234319"/>
                      <a:pt x="50020" y="231840"/>
                      <a:pt x="53752" y="226883"/>
                    </a:cubicBezTo>
                    <a:cubicBezTo>
                      <a:pt x="169456" y="120299"/>
                      <a:pt x="318750" y="60811"/>
                      <a:pt x="475510" y="60811"/>
                    </a:cubicBezTo>
                    <a:cubicBezTo>
                      <a:pt x="636000" y="60811"/>
                      <a:pt x="787784" y="122778"/>
                      <a:pt x="903488" y="234319"/>
                    </a:cubicBezTo>
                    <a:cubicBezTo>
                      <a:pt x="912196" y="241755"/>
                      <a:pt x="927126" y="241755"/>
                      <a:pt x="935834" y="233079"/>
                    </a:cubicBezTo>
                    <a:cubicBezTo>
                      <a:pt x="945788" y="224404"/>
                      <a:pt x="945788" y="209532"/>
                      <a:pt x="935834" y="200856"/>
                    </a:cubicBezTo>
                    <a:cubicBezTo>
                      <a:pt x="811422" y="80640"/>
                      <a:pt x="648442" y="14955"/>
                      <a:pt x="475510" y="14955"/>
                    </a:cubicBezTo>
                    <a:close/>
                    <a:moveTo>
                      <a:pt x="475510" y="0"/>
                    </a:moveTo>
                    <a:cubicBezTo>
                      <a:pt x="652182" y="0"/>
                      <a:pt x="818902" y="66970"/>
                      <a:pt x="947052" y="189747"/>
                    </a:cubicBezTo>
                    <a:cubicBezTo>
                      <a:pt x="961982" y="204630"/>
                      <a:pt x="961982" y="228193"/>
                      <a:pt x="947052" y="244315"/>
                    </a:cubicBezTo>
                    <a:cubicBezTo>
                      <a:pt x="939586" y="251756"/>
                      <a:pt x="929634" y="255477"/>
                      <a:pt x="919680" y="255477"/>
                    </a:cubicBezTo>
                    <a:cubicBezTo>
                      <a:pt x="909726" y="255477"/>
                      <a:pt x="901018" y="251756"/>
                      <a:pt x="892308" y="245556"/>
                    </a:cubicBezTo>
                    <a:cubicBezTo>
                      <a:pt x="780332" y="136420"/>
                      <a:pt x="632276" y="75651"/>
                      <a:pt x="475510" y="75651"/>
                    </a:cubicBezTo>
                    <a:cubicBezTo>
                      <a:pt x="322476" y="75651"/>
                      <a:pt x="176908" y="133939"/>
                      <a:pt x="64932" y="238114"/>
                    </a:cubicBezTo>
                    <a:cubicBezTo>
                      <a:pt x="57468" y="245556"/>
                      <a:pt x="47514" y="249276"/>
                      <a:pt x="37560" y="249276"/>
                    </a:cubicBezTo>
                    <a:cubicBezTo>
                      <a:pt x="26362" y="249276"/>
                      <a:pt x="17654" y="244315"/>
                      <a:pt x="10188" y="236874"/>
                    </a:cubicBezTo>
                    <a:cubicBezTo>
                      <a:pt x="2723" y="229433"/>
                      <a:pt x="-1009" y="219512"/>
                      <a:pt x="235" y="209590"/>
                    </a:cubicBezTo>
                    <a:cubicBezTo>
                      <a:pt x="235" y="199669"/>
                      <a:pt x="5212" y="189747"/>
                      <a:pt x="12677" y="182306"/>
                    </a:cubicBezTo>
                    <a:cubicBezTo>
                      <a:pt x="138338" y="64489"/>
                      <a:pt x="302570" y="0"/>
                      <a:pt x="4755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44A73EF9-6E34-4A4E-AB19-9CB3BFDED7C8}"/>
                  </a:ext>
                </a:extLst>
              </p:cNvPr>
              <p:cNvSpPr/>
              <p:nvPr/>
            </p:nvSpPr>
            <p:spPr>
              <a:xfrm>
                <a:off x="16907889" y="8723605"/>
                <a:ext cx="670236" cy="2018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9" h="163">
                    <a:moveTo>
                      <a:pt x="514" y="163"/>
                    </a:moveTo>
                    <a:cubicBezTo>
                      <a:pt x="507" y="163"/>
                      <a:pt x="500" y="161"/>
                      <a:pt x="495" y="155"/>
                    </a:cubicBezTo>
                    <a:cubicBezTo>
                      <a:pt x="438" y="88"/>
                      <a:pt x="355" y="50"/>
                      <a:pt x="267" y="50"/>
                    </a:cubicBezTo>
                    <a:cubicBezTo>
                      <a:pt x="182" y="50"/>
                      <a:pt x="101" y="86"/>
                      <a:pt x="44" y="149"/>
                    </a:cubicBezTo>
                    <a:cubicBezTo>
                      <a:pt x="35" y="160"/>
                      <a:pt x="19" y="160"/>
                      <a:pt x="8" y="151"/>
                    </a:cubicBezTo>
                    <a:cubicBezTo>
                      <a:pt x="-1" y="142"/>
                      <a:pt x="-3" y="126"/>
                      <a:pt x="7" y="116"/>
                    </a:cubicBezTo>
                    <a:cubicBezTo>
                      <a:pt x="73" y="42"/>
                      <a:pt x="168" y="0"/>
                      <a:pt x="267" y="0"/>
                    </a:cubicBezTo>
                    <a:cubicBezTo>
                      <a:pt x="369" y="0"/>
                      <a:pt x="466" y="45"/>
                      <a:pt x="533" y="122"/>
                    </a:cubicBezTo>
                    <a:cubicBezTo>
                      <a:pt x="542" y="133"/>
                      <a:pt x="541" y="149"/>
                      <a:pt x="530" y="158"/>
                    </a:cubicBezTo>
                    <a:cubicBezTo>
                      <a:pt x="525" y="162"/>
                      <a:pt x="520" y="163"/>
                      <a:pt x="514" y="16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01DF2DA1-00C3-494A-9569-53B11A521D1C}"/>
                  </a:ext>
                </a:extLst>
              </p:cNvPr>
              <p:cNvSpPr/>
              <p:nvPr/>
            </p:nvSpPr>
            <p:spPr>
              <a:xfrm>
                <a:off x="16900957" y="8716128"/>
                <a:ext cx="684878" cy="218090"/>
              </a:xfrm>
              <a:custGeom>
                <a:avLst/>
                <a:gdLst>
                  <a:gd name="connsiteX0" fmla="*/ 337697 w 684878"/>
                  <a:gd name="connsiteY0" fmla="*/ 14955 h 218090"/>
                  <a:gd name="connsiteX1" fmla="*/ 20623 w 684878"/>
                  <a:gd name="connsiteY1" fmla="*/ 157329 h 218090"/>
                  <a:gd name="connsiteX2" fmla="*/ 21867 w 684878"/>
                  <a:gd name="connsiteY2" fmla="*/ 189518 h 218090"/>
                  <a:gd name="connsiteX3" fmla="*/ 38031 w 684878"/>
                  <a:gd name="connsiteY3" fmla="*/ 194470 h 218090"/>
                  <a:gd name="connsiteX4" fmla="*/ 54195 w 684878"/>
                  <a:gd name="connsiteY4" fmla="*/ 187042 h 218090"/>
                  <a:gd name="connsiteX5" fmla="*/ 337697 w 684878"/>
                  <a:gd name="connsiteY5" fmla="*/ 62000 h 218090"/>
                  <a:gd name="connsiteX6" fmla="*/ 627415 w 684878"/>
                  <a:gd name="connsiteY6" fmla="*/ 194470 h 218090"/>
                  <a:gd name="connsiteX7" fmla="*/ 659743 w 684878"/>
                  <a:gd name="connsiteY7" fmla="*/ 196946 h 218090"/>
                  <a:gd name="connsiteX8" fmla="*/ 668447 w 684878"/>
                  <a:gd name="connsiteY8" fmla="*/ 180851 h 218090"/>
                  <a:gd name="connsiteX9" fmla="*/ 662229 w 684878"/>
                  <a:gd name="connsiteY9" fmla="*/ 164757 h 218090"/>
                  <a:gd name="connsiteX10" fmla="*/ 337697 w 684878"/>
                  <a:gd name="connsiteY10" fmla="*/ 14955 h 218090"/>
                  <a:gd name="connsiteX11" fmla="*/ 338941 w 684878"/>
                  <a:gd name="connsiteY11" fmla="*/ 0 h 218090"/>
                  <a:gd name="connsiteX12" fmla="*/ 674693 w 684878"/>
                  <a:gd name="connsiteY12" fmla="*/ 154893 h 218090"/>
                  <a:gd name="connsiteX13" fmla="*/ 684643 w 684878"/>
                  <a:gd name="connsiteY13" fmla="*/ 182155 h 218090"/>
                  <a:gd name="connsiteX14" fmla="*/ 672207 w 684878"/>
                  <a:gd name="connsiteY14" fmla="*/ 208177 h 218090"/>
                  <a:gd name="connsiteX15" fmla="*/ 646093 w 684878"/>
                  <a:gd name="connsiteY15" fmla="*/ 218090 h 218090"/>
                  <a:gd name="connsiteX16" fmla="*/ 616247 w 684878"/>
                  <a:gd name="connsiteY16" fmla="*/ 204459 h 218090"/>
                  <a:gd name="connsiteX17" fmla="*/ 338941 w 684878"/>
                  <a:gd name="connsiteY17" fmla="*/ 78066 h 218090"/>
                  <a:gd name="connsiteX18" fmla="*/ 67851 w 684878"/>
                  <a:gd name="connsiteY18" fmla="*/ 198264 h 218090"/>
                  <a:gd name="connsiteX19" fmla="*/ 40493 w 684878"/>
                  <a:gd name="connsiteY19" fmla="*/ 210655 h 218090"/>
                  <a:gd name="connsiteX20" fmla="*/ 13135 w 684878"/>
                  <a:gd name="connsiteY20" fmla="*/ 200742 h 218090"/>
                  <a:gd name="connsiteX21" fmla="*/ 9405 w 684878"/>
                  <a:gd name="connsiteY21" fmla="*/ 146219 h 218090"/>
                  <a:gd name="connsiteX22" fmla="*/ 338941 w 684878"/>
                  <a:gd name="connsiteY22" fmla="*/ 0 h 218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84878" h="218090">
                    <a:moveTo>
                      <a:pt x="337697" y="14955"/>
                    </a:moveTo>
                    <a:cubicBezTo>
                      <a:pt x="217085" y="14955"/>
                      <a:pt x="100203" y="66952"/>
                      <a:pt x="20623" y="157329"/>
                    </a:cubicBezTo>
                    <a:cubicBezTo>
                      <a:pt x="11919" y="165995"/>
                      <a:pt x="11919" y="179613"/>
                      <a:pt x="21867" y="189518"/>
                    </a:cubicBezTo>
                    <a:cubicBezTo>
                      <a:pt x="25597" y="193232"/>
                      <a:pt x="31813" y="195708"/>
                      <a:pt x="38031" y="194470"/>
                    </a:cubicBezTo>
                    <a:cubicBezTo>
                      <a:pt x="44249" y="194470"/>
                      <a:pt x="50465" y="191994"/>
                      <a:pt x="54195" y="187042"/>
                    </a:cubicBezTo>
                    <a:cubicBezTo>
                      <a:pt x="126315" y="107807"/>
                      <a:pt x="229519" y="62000"/>
                      <a:pt x="337697" y="62000"/>
                    </a:cubicBezTo>
                    <a:cubicBezTo>
                      <a:pt x="449605" y="62000"/>
                      <a:pt x="554051" y="110284"/>
                      <a:pt x="627415" y="194470"/>
                    </a:cubicBezTo>
                    <a:cubicBezTo>
                      <a:pt x="634875" y="204374"/>
                      <a:pt x="651039" y="205612"/>
                      <a:pt x="659743" y="196946"/>
                    </a:cubicBezTo>
                    <a:cubicBezTo>
                      <a:pt x="664717" y="193232"/>
                      <a:pt x="667203" y="187042"/>
                      <a:pt x="668447" y="180851"/>
                    </a:cubicBezTo>
                    <a:cubicBezTo>
                      <a:pt x="668447" y="174661"/>
                      <a:pt x="665961" y="169709"/>
                      <a:pt x="662229" y="164757"/>
                    </a:cubicBezTo>
                    <a:cubicBezTo>
                      <a:pt x="581407" y="69428"/>
                      <a:pt x="463283" y="14955"/>
                      <a:pt x="337697" y="14955"/>
                    </a:cubicBezTo>
                    <a:close/>
                    <a:moveTo>
                      <a:pt x="338941" y="0"/>
                    </a:moveTo>
                    <a:cubicBezTo>
                      <a:pt x="468267" y="0"/>
                      <a:pt x="591377" y="55762"/>
                      <a:pt x="674693" y="154893"/>
                    </a:cubicBezTo>
                    <a:cubicBezTo>
                      <a:pt x="682155" y="162328"/>
                      <a:pt x="685885" y="172242"/>
                      <a:pt x="684643" y="182155"/>
                    </a:cubicBezTo>
                    <a:cubicBezTo>
                      <a:pt x="683399" y="192068"/>
                      <a:pt x="679667" y="201981"/>
                      <a:pt x="672207" y="208177"/>
                    </a:cubicBezTo>
                    <a:cubicBezTo>
                      <a:pt x="663503" y="214373"/>
                      <a:pt x="656041" y="218090"/>
                      <a:pt x="646093" y="218090"/>
                    </a:cubicBezTo>
                    <a:cubicBezTo>
                      <a:pt x="634901" y="218090"/>
                      <a:pt x="623709" y="213133"/>
                      <a:pt x="616247" y="204459"/>
                    </a:cubicBezTo>
                    <a:cubicBezTo>
                      <a:pt x="546611" y="123915"/>
                      <a:pt x="445885" y="78066"/>
                      <a:pt x="338941" y="78066"/>
                    </a:cubicBezTo>
                    <a:cubicBezTo>
                      <a:pt x="235727" y="78066"/>
                      <a:pt x="137489" y="121436"/>
                      <a:pt x="67851" y="198264"/>
                    </a:cubicBezTo>
                    <a:cubicBezTo>
                      <a:pt x="60389" y="205699"/>
                      <a:pt x="51685" y="209416"/>
                      <a:pt x="40493" y="210655"/>
                    </a:cubicBezTo>
                    <a:cubicBezTo>
                      <a:pt x="30545" y="210655"/>
                      <a:pt x="20597" y="208177"/>
                      <a:pt x="13135" y="200742"/>
                    </a:cubicBezTo>
                    <a:cubicBezTo>
                      <a:pt x="-3031" y="185872"/>
                      <a:pt x="-4273" y="162328"/>
                      <a:pt x="9405" y="146219"/>
                    </a:cubicBezTo>
                    <a:cubicBezTo>
                      <a:pt x="93965" y="53283"/>
                      <a:pt x="213345" y="0"/>
                      <a:pt x="3389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592DFDB3-A85C-CB41-AC43-98C1661B29A2}"/>
                  </a:ext>
                </a:extLst>
              </p:cNvPr>
              <p:cNvSpPr/>
              <p:nvPr/>
            </p:nvSpPr>
            <p:spPr>
              <a:xfrm>
                <a:off x="17018764" y="8889354"/>
                <a:ext cx="445993" cy="16201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9" h="131">
                    <a:moveTo>
                      <a:pt x="334" y="131"/>
                    </a:moveTo>
                    <a:cubicBezTo>
                      <a:pt x="326" y="131"/>
                      <a:pt x="319" y="127"/>
                      <a:pt x="314" y="120"/>
                    </a:cubicBezTo>
                    <a:cubicBezTo>
                      <a:pt x="282" y="76"/>
                      <a:pt x="231" y="50"/>
                      <a:pt x="177" y="50"/>
                    </a:cubicBezTo>
                    <a:cubicBezTo>
                      <a:pt x="125" y="50"/>
                      <a:pt x="77" y="73"/>
                      <a:pt x="45" y="114"/>
                    </a:cubicBezTo>
                    <a:cubicBezTo>
                      <a:pt x="37" y="125"/>
                      <a:pt x="21" y="127"/>
                      <a:pt x="10" y="119"/>
                    </a:cubicBezTo>
                    <a:cubicBezTo>
                      <a:pt x="-1" y="110"/>
                      <a:pt x="-3" y="95"/>
                      <a:pt x="5" y="84"/>
                    </a:cubicBezTo>
                    <a:cubicBezTo>
                      <a:pt x="47" y="30"/>
                      <a:pt x="109" y="0"/>
                      <a:pt x="177" y="0"/>
                    </a:cubicBezTo>
                    <a:cubicBezTo>
                      <a:pt x="247" y="0"/>
                      <a:pt x="314" y="34"/>
                      <a:pt x="354" y="91"/>
                    </a:cubicBezTo>
                    <a:cubicBezTo>
                      <a:pt x="362" y="103"/>
                      <a:pt x="360" y="118"/>
                      <a:pt x="348" y="126"/>
                    </a:cubicBezTo>
                    <a:cubicBezTo>
                      <a:pt x="343" y="129"/>
                      <a:pt x="339" y="131"/>
                      <a:pt x="334" y="13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FC72CE47-B5EA-D441-AA85-41D05BEEA47A}"/>
                  </a:ext>
                </a:extLst>
              </p:cNvPr>
              <p:cNvSpPr/>
              <p:nvPr/>
            </p:nvSpPr>
            <p:spPr>
              <a:xfrm>
                <a:off x="17011048" y="8881876"/>
                <a:ext cx="460893" cy="176965"/>
              </a:xfrm>
              <a:custGeom>
                <a:avLst/>
                <a:gdLst>
                  <a:gd name="connsiteX0" fmla="*/ 227610 w 460893"/>
                  <a:gd name="connsiteY0" fmla="*/ 14955 h 176965"/>
                  <a:gd name="connsiteX1" fmla="*/ 20164 w 460893"/>
                  <a:gd name="connsiteY1" fmla="*/ 116280 h 176965"/>
                  <a:gd name="connsiteX2" fmla="*/ 16436 w 460893"/>
                  <a:gd name="connsiteY2" fmla="*/ 132344 h 176965"/>
                  <a:gd name="connsiteX3" fmla="*/ 25132 w 460893"/>
                  <a:gd name="connsiteY3" fmla="*/ 148407 h 176965"/>
                  <a:gd name="connsiteX4" fmla="*/ 57430 w 460893"/>
                  <a:gd name="connsiteY4" fmla="*/ 143465 h 176965"/>
                  <a:gd name="connsiteX5" fmla="*/ 227610 w 460893"/>
                  <a:gd name="connsiteY5" fmla="*/ 60675 h 176965"/>
                  <a:gd name="connsiteX6" fmla="*/ 404000 w 460893"/>
                  <a:gd name="connsiteY6" fmla="*/ 152114 h 176965"/>
                  <a:gd name="connsiteX7" fmla="*/ 436298 w 460893"/>
                  <a:gd name="connsiteY7" fmla="*/ 157057 h 176965"/>
                  <a:gd name="connsiteX8" fmla="*/ 441266 w 460893"/>
                  <a:gd name="connsiteY8" fmla="*/ 124930 h 176965"/>
                  <a:gd name="connsiteX9" fmla="*/ 227610 w 460893"/>
                  <a:gd name="connsiteY9" fmla="*/ 14955 h 176965"/>
                  <a:gd name="connsiteX10" fmla="*/ 227606 w 460893"/>
                  <a:gd name="connsiteY10" fmla="*/ 0 h 176965"/>
                  <a:gd name="connsiteX11" fmla="*/ 453730 w 460893"/>
                  <a:gd name="connsiteY11" fmla="*/ 115089 h 176965"/>
                  <a:gd name="connsiteX12" fmla="*/ 459942 w 460893"/>
                  <a:gd name="connsiteY12" fmla="*/ 143552 h 176965"/>
                  <a:gd name="connsiteX13" fmla="*/ 443790 w 460893"/>
                  <a:gd name="connsiteY13" fmla="*/ 169540 h 176965"/>
                  <a:gd name="connsiteX14" fmla="*/ 422668 w 460893"/>
                  <a:gd name="connsiteY14" fmla="*/ 176965 h 176965"/>
                  <a:gd name="connsiteX15" fmla="*/ 390366 w 460893"/>
                  <a:gd name="connsiteY15" fmla="*/ 159640 h 176965"/>
                  <a:gd name="connsiteX16" fmla="*/ 227606 w 460893"/>
                  <a:gd name="connsiteY16" fmla="*/ 76726 h 176965"/>
                  <a:gd name="connsiteX17" fmla="*/ 69818 w 460893"/>
                  <a:gd name="connsiteY17" fmla="*/ 154690 h 176965"/>
                  <a:gd name="connsiteX18" fmla="*/ 15150 w 460893"/>
                  <a:gd name="connsiteY18" fmla="*/ 159640 h 176965"/>
                  <a:gd name="connsiteX19" fmla="*/ 240 w 460893"/>
                  <a:gd name="connsiteY19" fmla="*/ 134889 h 176965"/>
                  <a:gd name="connsiteX20" fmla="*/ 7696 w 460893"/>
                  <a:gd name="connsiteY20" fmla="*/ 106426 h 176965"/>
                  <a:gd name="connsiteX21" fmla="*/ 227606 w 460893"/>
                  <a:gd name="connsiteY21" fmla="*/ 0 h 176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60893" h="176965">
                    <a:moveTo>
                      <a:pt x="227610" y="14955"/>
                    </a:moveTo>
                    <a:cubicBezTo>
                      <a:pt x="146868" y="14955"/>
                      <a:pt x="71094" y="52025"/>
                      <a:pt x="20164" y="116280"/>
                    </a:cubicBezTo>
                    <a:cubicBezTo>
                      <a:pt x="16436" y="121223"/>
                      <a:pt x="15194" y="127401"/>
                      <a:pt x="16436" y="132344"/>
                    </a:cubicBezTo>
                    <a:cubicBezTo>
                      <a:pt x="16436" y="138522"/>
                      <a:pt x="20164" y="143465"/>
                      <a:pt x="25132" y="148407"/>
                    </a:cubicBezTo>
                    <a:cubicBezTo>
                      <a:pt x="35070" y="155821"/>
                      <a:pt x="48734" y="154586"/>
                      <a:pt x="57430" y="143465"/>
                    </a:cubicBezTo>
                    <a:cubicBezTo>
                      <a:pt x="98422" y="91567"/>
                      <a:pt x="160532" y="60675"/>
                      <a:pt x="227610" y="60675"/>
                    </a:cubicBezTo>
                    <a:cubicBezTo>
                      <a:pt x="297172" y="60675"/>
                      <a:pt x="363008" y="95274"/>
                      <a:pt x="404000" y="152114"/>
                    </a:cubicBezTo>
                    <a:cubicBezTo>
                      <a:pt x="410212" y="162000"/>
                      <a:pt x="425118" y="163235"/>
                      <a:pt x="436298" y="157057"/>
                    </a:cubicBezTo>
                    <a:cubicBezTo>
                      <a:pt x="446236" y="149643"/>
                      <a:pt x="448720" y="134815"/>
                      <a:pt x="441266" y="124930"/>
                    </a:cubicBezTo>
                    <a:cubicBezTo>
                      <a:pt x="391578" y="55732"/>
                      <a:pt x="312078" y="14955"/>
                      <a:pt x="227610" y="14955"/>
                    </a:cubicBezTo>
                    <a:close/>
                    <a:moveTo>
                      <a:pt x="227606" y="0"/>
                    </a:moveTo>
                    <a:cubicBezTo>
                      <a:pt x="318304" y="0"/>
                      <a:pt x="401548" y="43313"/>
                      <a:pt x="453730" y="115089"/>
                    </a:cubicBezTo>
                    <a:cubicBezTo>
                      <a:pt x="459942" y="123752"/>
                      <a:pt x="462426" y="134889"/>
                      <a:pt x="459942" y="143552"/>
                    </a:cubicBezTo>
                    <a:cubicBezTo>
                      <a:pt x="458700" y="154690"/>
                      <a:pt x="453730" y="163352"/>
                      <a:pt x="443790" y="169540"/>
                    </a:cubicBezTo>
                    <a:cubicBezTo>
                      <a:pt x="438820" y="173252"/>
                      <a:pt x="431366" y="176965"/>
                      <a:pt x="422668" y="176965"/>
                    </a:cubicBezTo>
                    <a:cubicBezTo>
                      <a:pt x="410244" y="176965"/>
                      <a:pt x="397820" y="170777"/>
                      <a:pt x="390366" y="159640"/>
                    </a:cubicBezTo>
                    <a:cubicBezTo>
                      <a:pt x="353092" y="107664"/>
                      <a:pt x="292212" y="76726"/>
                      <a:pt x="227606" y="76726"/>
                    </a:cubicBezTo>
                    <a:cubicBezTo>
                      <a:pt x="165484" y="76726"/>
                      <a:pt x="107090" y="105189"/>
                      <a:pt x="69818" y="154690"/>
                    </a:cubicBezTo>
                    <a:cubicBezTo>
                      <a:pt x="57392" y="170777"/>
                      <a:pt x="32544" y="173252"/>
                      <a:pt x="15150" y="159640"/>
                    </a:cubicBezTo>
                    <a:cubicBezTo>
                      <a:pt x="7696" y="154690"/>
                      <a:pt x="2726" y="144790"/>
                      <a:pt x="240" y="134889"/>
                    </a:cubicBezTo>
                    <a:cubicBezTo>
                      <a:pt x="-1002" y="124989"/>
                      <a:pt x="2726" y="115089"/>
                      <a:pt x="7696" y="106426"/>
                    </a:cubicBezTo>
                    <a:cubicBezTo>
                      <a:pt x="61120" y="38363"/>
                      <a:pt x="140636" y="0"/>
                      <a:pt x="2276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10DDFEB-3613-894D-BA2E-C678B56EA3B8}"/>
                </a:ext>
              </a:extLst>
            </p:cNvPr>
            <p:cNvGrpSpPr/>
            <p:nvPr/>
          </p:nvGrpSpPr>
          <p:grpSpPr>
            <a:xfrm>
              <a:off x="13738125" y="6455464"/>
              <a:ext cx="582254" cy="695400"/>
              <a:chOff x="13738125" y="6455464"/>
              <a:chExt cx="582254" cy="695400"/>
            </a:xfrm>
          </p:grpSpPr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35BDF726-0DA9-3841-86F7-D2619DEA0693}"/>
                  </a:ext>
                </a:extLst>
              </p:cNvPr>
              <p:cNvSpPr/>
              <p:nvPr/>
            </p:nvSpPr>
            <p:spPr>
              <a:xfrm>
                <a:off x="13992736" y="6495347"/>
                <a:ext cx="64781" cy="1395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" h="113">
                    <a:moveTo>
                      <a:pt x="26" y="113"/>
                    </a:moveTo>
                    <a:cubicBezTo>
                      <a:pt x="11" y="113"/>
                      <a:pt x="0" y="101"/>
                      <a:pt x="0" y="87"/>
                    </a:cubicBezTo>
                    <a:lnTo>
                      <a:pt x="0" y="27"/>
                    </a:lnTo>
                    <a:cubicBezTo>
                      <a:pt x="0" y="13"/>
                      <a:pt x="11" y="0"/>
                      <a:pt x="26" y="0"/>
                    </a:cubicBezTo>
                    <a:cubicBezTo>
                      <a:pt x="41" y="0"/>
                      <a:pt x="53" y="13"/>
                      <a:pt x="53" y="27"/>
                    </a:cubicBezTo>
                    <a:lnTo>
                      <a:pt x="53" y="87"/>
                    </a:lnTo>
                    <a:cubicBezTo>
                      <a:pt x="53" y="101"/>
                      <a:pt x="41" y="113"/>
                      <a:pt x="26" y="11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2CCE4195-0C55-7F4A-B671-320EF10BC73C}"/>
                  </a:ext>
                </a:extLst>
              </p:cNvPr>
              <p:cNvSpPr/>
              <p:nvPr/>
            </p:nvSpPr>
            <p:spPr>
              <a:xfrm>
                <a:off x="13984016" y="6487870"/>
                <a:ext cx="80976" cy="155779"/>
              </a:xfrm>
              <a:custGeom>
                <a:avLst/>
                <a:gdLst>
                  <a:gd name="connsiteX0" fmla="*/ 40503 w 80976"/>
                  <a:gd name="connsiteY0" fmla="*/ 16201 h 155779"/>
                  <a:gd name="connsiteX1" fmla="*/ 16195 w 80976"/>
                  <a:gd name="connsiteY1" fmla="*/ 40877 h 155779"/>
                  <a:gd name="connsiteX2" fmla="*/ 16195 w 80976"/>
                  <a:gd name="connsiteY2" fmla="*/ 114903 h 155779"/>
                  <a:gd name="connsiteX3" fmla="*/ 40503 w 80976"/>
                  <a:gd name="connsiteY3" fmla="*/ 139578 h 155779"/>
                  <a:gd name="connsiteX4" fmla="*/ 66027 w 80976"/>
                  <a:gd name="connsiteY4" fmla="*/ 114903 h 155779"/>
                  <a:gd name="connsiteX5" fmla="*/ 66027 w 80976"/>
                  <a:gd name="connsiteY5" fmla="*/ 40877 h 155779"/>
                  <a:gd name="connsiteX6" fmla="*/ 40503 w 80976"/>
                  <a:gd name="connsiteY6" fmla="*/ 16201 h 155779"/>
                  <a:gd name="connsiteX7" fmla="*/ 40488 w 80976"/>
                  <a:gd name="connsiteY7" fmla="*/ 0 h 155779"/>
                  <a:gd name="connsiteX8" fmla="*/ 80976 w 80976"/>
                  <a:gd name="connsiteY8" fmla="*/ 40800 h 155779"/>
                  <a:gd name="connsiteX9" fmla="*/ 80976 w 80976"/>
                  <a:gd name="connsiteY9" fmla="*/ 114980 h 155779"/>
                  <a:gd name="connsiteX10" fmla="*/ 40488 w 80976"/>
                  <a:gd name="connsiteY10" fmla="*/ 155779 h 155779"/>
                  <a:gd name="connsiteX11" fmla="*/ 0 w 80976"/>
                  <a:gd name="connsiteY11" fmla="*/ 114980 h 155779"/>
                  <a:gd name="connsiteX12" fmla="*/ 0 w 80976"/>
                  <a:gd name="connsiteY12" fmla="*/ 40800 h 155779"/>
                  <a:gd name="connsiteX13" fmla="*/ 40488 w 80976"/>
                  <a:gd name="connsiteY13" fmla="*/ 0 h 155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80976" h="155779">
                    <a:moveTo>
                      <a:pt x="40503" y="16201"/>
                    </a:moveTo>
                    <a:cubicBezTo>
                      <a:pt x="27134" y="16201"/>
                      <a:pt x="16195" y="27305"/>
                      <a:pt x="16195" y="40877"/>
                    </a:cubicBezTo>
                    <a:lnTo>
                      <a:pt x="16195" y="114903"/>
                    </a:lnTo>
                    <a:cubicBezTo>
                      <a:pt x="16195" y="128474"/>
                      <a:pt x="27134" y="139578"/>
                      <a:pt x="40503" y="139578"/>
                    </a:cubicBezTo>
                    <a:cubicBezTo>
                      <a:pt x="55088" y="139578"/>
                      <a:pt x="66027" y="128474"/>
                      <a:pt x="66027" y="114903"/>
                    </a:cubicBezTo>
                    <a:lnTo>
                      <a:pt x="66027" y="40877"/>
                    </a:lnTo>
                    <a:cubicBezTo>
                      <a:pt x="66027" y="27305"/>
                      <a:pt x="55088" y="16201"/>
                      <a:pt x="40503" y="16201"/>
                    </a:cubicBezTo>
                    <a:close/>
                    <a:moveTo>
                      <a:pt x="40488" y="0"/>
                    </a:moveTo>
                    <a:cubicBezTo>
                      <a:pt x="62572" y="0"/>
                      <a:pt x="80976" y="18545"/>
                      <a:pt x="80976" y="40800"/>
                    </a:cubicBezTo>
                    <a:lnTo>
                      <a:pt x="80976" y="114980"/>
                    </a:lnTo>
                    <a:cubicBezTo>
                      <a:pt x="80976" y="137234"/>
                      <a:pt x="62572" y="155779"/>
                      <a:pt x="40488" y="155779"/>
                    </a:cubicBezTo>
                    <a:cubicBezTo>
                      <a:pt x="18404" y="155779"/>
                      <a:pt x="0" y="137234"/>
                      <a:pt x="0" y="114980"/>
                    </a:cubicBezTo>
                    <a:lnTo>
                      <a:pt x="0" y="40800"/>
                    </a:lnTo>
                    <a:cubicBezTo>
                      <a:pt x="0" y="18545"/>
                      <a:pt x="18404" y="0"/>
                      <a:pt x="404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D4FAF439-5998-3C4E-94C3-5BF0AA433EBF}"/>
                  </a:ext>
                </a:extLst>
              </p:cNvPr>
              <p:cNvSpPr/>
              <p:nvPr/>
            </p:nvSpPr>
            <p:spPr>
              <a:xfrm>
                <a:off x="13746069" y="6562644"/>
                <a:ext cx="558115" cy="5047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9" h="406">
                    <a:moveTo>
                      <a:pt x="445" y="387"/>
                    </a:moveTo>
                    <a:lnTo>
                      <a:pt x="404" y="353"/>
                    </a:lnTo>
                    <a:cubicBezTo>
                      <a:pt x="379" y="333"/>
                      <a:pt x="365" y="303"/>
                      <a:pt x="365" y="271"/>
                    </a:cubicBezTo>
                    <a:lnTo>
                      <a:pt x="365" y="153"/>
                    </a:lnTo>
                    <a:cubicBezTo>
                      <a:pt x="365" y="121"/>
                      <a:pt x="357" y="89"/>
                      <a:pt x="339" y="63"/>
                    </a:cubicBezTo>
                    <a:cubicBezTo>
                      <a:pt x="319" y="31"/>
                      <a:pt x="283" y="0"/>
                      <a:pt x="224" y="0"/>
                    </a:cubicBezTo>
                    <a:cubicBezTo>
                      <a:pt x="165" y="0"/>
                      <a:pt x="130" y="31"/>
                      <a:pt x="109" y="63"/>
                    </a:cubicBezTo>
                    <a:cubicBezTo>
                      <a:pt x="92" y="89"/>
                      <a:pt x="83" y="121"/>
                      <a:pt x="83" y="153"/>
                    </a:cubicBezTo>
                    <a:lnTo>
                      <a:pt x="83" y="271"/>
                    </a:lnTo>
                    <a:cubicBezTo>
                      <a:pt x="83" y="303"/>
                      <a:pt x="69" y="333"/>
                      <a:pt x="45" y="353"/>
                    </a:cubicBezTo>
                    <a:lnTo>
                      <a:pt x="4" y="387"/>
                    </a:lnTo>
                    <a:cubicBezTo>
                      <a:pt x="-4" y="393"/>
                      <a:pt x="1" y="406"/>
                      <a:pt x="10" y="406"/>
                    </a:cubicBezTo>
                    <a:lnTo>
                      <a:pt x="224" y="406"/>
                    </a:lnTo>
                    <a:lnTo>
                      <a:pt x="438" y="406"/>
                    </a:lnTo>
                    <a:cubicBezTo>
                      <a:pt x="448" y="406"/>
                      <a:pt x="452" y="393"/>
                      <a:pt x="445" y="38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B9433B58-BDB5-B743-98D6-3530FFC11A6F}"/>
                  </a:ext>
                </a:extLst>
              </p:cNvPr>
              <p:cNvSpPr/>
              <p:nvPr/>
            </p:nvSpPr>
            <p:spPr>
              <a:xfrm>
                <a:off x="13738125" y="6553920"/>
                <a:ext cx="573243" cy="520924"/>
              </a:xfrm>
              <a:custGeom>
                <a:avLst/>
                <a:gdLst>
                  <a:gd name="connsiteX0" fmla="*/ 286375 w 573243"/>
                  <a:gd name="connsiteY0" fmla="*/ 16201 h 520924"/>
                  <a:gd name="connsiteX1" fmla="*/ 150896 w 573243"/>
                  <a:gd name="connsiteY1" fmla="*/ 90785 h 520924"/>
                  <a:gd name="connsiteX2" fmla="*/ 118579 w 573243"/>
                  <a:gd name="connsiteY2" fmla="*/ 198932 h 520924"/>
                  <a:gd name="connsiteX3" fmla="*/ 118579 w 573243"/>
                  <a:gd name="connsiteY3" fmla="*/ 345614 h 520924"/>
                  <a:gd name="connsiteX4" fmla="*/ 67619 w 573243"/>
                  <a:gd name="connsiteY4" fmla="*/ 453760 h 520924"/>
                  <a:gd name="connsiteX5" fmla="*/ 17902 w 573243"/>
                  <a:gd name="connsiteY5" fmla="*/ 496025 h 520924"/>
                  <a:gd name="connsiteX6" fmla="*/ 15416 w 573243"/>
                  <a:gd name="connsiteY6" fmla="*/ 500997 h 520924"/>
                  <a:gd name="connsiteX7" fmla="*/ 20388 w 573243"/>
                  <a:gd name="connsiteY7" fmla="*/ 505969 h 520924"/>
                  <a:gd name="connsiteX8" fmla="*/ 552363 w 573243"/>
                  <a:gd name="connsiteY8" fmla="*/ 505969 h 520924"/>
                  <a:gd name="connsiteX9" fmla="*/ 557335 w 573243"/>
                  <a:gd name="connsiteY9" fmla="*/ 500997 h 520924"/>
                  <a:gd name="connsiteX10" fmla="*/ 556092 w 573243"/>
                  <a:gd name="connsiteY10" fmla="*/ 496025 h 520924"/>
                  <a:gd name="connsiteX11" fmla="*/ 503889 w 573243"/>
                  <a:gd name="connsiteY11" fmla="*/ 453760 h 520924"/>
                  <a:gd name="connsiteX12" fmla="*/ 454172 w 573243"/>
                  <a:gd name="connsiteY12" fmla="*/ 345614 h 520924"/>
                  <a:gd name="connsiteX13" fmla="*/ 454172 w 573243"/>
                  <a:gd name="connsiteY13" fmla="*/ 198932 h 520924"/>
                  <a:gd name="connsiteX14" fmla="*/ 423098 w 573243"/>
                  <a:gd name="connsiteY14" fmla="*/ 90785 h 520924"/>
                  <a:gd name="connsiteX15" fmla="*/ 286375 w 573243"/>
                  <a:gd name="connsiteY15" fmla="*/ 16201 h 520924"/>
                  <a:gd name="connsiteX16" fmla="*/ 286380 w 573243"/>
                  <a:gd name="connsiteY16" fmla="*/ 0 h 520924"/>
                  <a:gd name="connsiteX17" fmla="*/ 436794 w 573243"/>
                  <a:gd name="connsiteY17" fmla="*/ 82055 h 520924"/>
                  <a:gd name="connsiteX18" fmla="*/ 469115 w 573243"/>
                  <a:gd name="connsiteY18" fmla="*/ 198921 h 520924"/>
                  <a:gd name="connsiteX19" fmla="*/ 469115 w 573243"/>
                  <a:gd name="connsiteY19" fmla="*/ 345625 h 520924"/>
                  <a:gd name="connsiteX20" fmla="*/ 515109 w 573243"/>
                  <a:gd name="connsiteY20" fmla="*/ 441356 h 520924"/>
                  <a:gd name="connsiteX21" fmla="*/ 566075 w 573243"/>
                  <a:gd name="connsiteY21" fmla="*/ 483627 h 520924"/>
                  <a:gd name="connsiteX22" fmla="*/ 572291 w 573243"/>
                  <a:gd name="connsiteY22" fmla="*/ 507248 h 520924"/>
                  <a:gd name="connsiteX23" fmla="*/ 552401 w 573243"/>
                  <a:gd name="connsiteY23" fmla="*/ 520924 h 520924"/>
                  <a:gd name="connsiteX24" fmla="*/ 20359 w 573243"/>
                  <a:gd name="connsiteY24" fmla="*/ 520924 h 520924"/>
                  <a:gd name="connsiteX25" fmla="*/ 1713 w 573243"/>
                  <a:gd name="connsiteY25" fmla="*/ 507248 h 520924"/>
                  <a:gd name="connsiteX26" fmla="*/ 7929 w 573243"/>
                  <a:gd name="connsiteY26" fmla="*/ 483627 h 520924"/>
                  <a:gd name="connsiteX27" fmla="*/ 58895 w 573243"/>
                  <a:gd name="connsiteY27" fmla="*/ 441356 h 520924"/>
                  <a:gd name="connsiteX28" fmla="*/ 103646 w 573243"/>
                  <a:gd name="connsiteY28" fmla="*/ 345625 h 520924"/>
                  <a:gd name="connsiteX29" fmla="*/ 103646 w 573243"/>
                  <a:gd name="connsiteY29" fmla="*/ 198921 h 520924"/>
                  <a:gd name="connsiteX30" fmla="*/ 137210 w 573243"/>
                  <a:gd name="connsiteY30" fmla="*/ 82055 h 520924"/>
                  <a:gd name="connsiteX31" fmla="*/ 286380 w 573243"/>
                  <a:gd name="connsiteY31" fmla="*/ 0 h 520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73243" h="520924">
                    <a:moveTo>
                      <a:pt x="286375" y="16201"/>
                    </a:moveTo>
                    <a:cubicBezTo>
                      <a:pt x="229201" y="16201"/>
                      <a:pt x="181969" y="42306"/>
                      <a:pt x="150896" y="90785"/>
                    </a:cubicBezTo>
                    <a:cubicBezTo>
                      <a:pt x="129766" y="121862"/>
                      <a:pt x="118579" y="159154"/>
                      <a:pt x="118579" y="198932"/>
                    </a:cubicBezTo>
                    <a:lnTo>
                      <a:pt x="118579" y="345614"/>
                    </a:lnTo>
                    <a:cubicBezTo>
                      <a:pt x="118579" y="387878"/>
                      <a:pt x="101178" y="427656"/>
                      <a:pt x="67619" y="453760"/>
                    </a:cubicBezTo>
                    <a:lnTo>
                      <a:pt x="17902" y="496025"/>
                    </a:lnTo>
                    <a:cubicBezTo>
                      <a:pt x="15416" y="498511"/>
                      <a:pt x="15416" y="500997"/>
                      <a:pt x="15416" y="500997"/>
                    </a:cubicBezTo>
                    <a:cubicBezTo>
                      <a:pt x="16659" y="503483"/>
                      <a:pt x="17902" y="505969"/>
                      <a:pt x="20388" y="505969"/>
                    </a:cubicBezTo>
                    <a:lnTo>
                      <a:pt x="552363" y="505969"/>
                    </a:lnTo>
                    <a:cubicBezTo>
                      <a:pt x="556092" y="505969"/>
                      <a:pt x="557335" y="503483"/>
                      <a:pt x="557335" y="500997"/>
                    </a:cubicBezTo>
                    <a:cubicBezTo>
                      <a:pt x="557335" y="500997"/>
                      <a:pt x="558578" y="498511"/>
                      <a:pt x="556092" y="496025"/>
                    </a:cubicBezTo>
                    <a:lnTo>
                      <a:pt x="503889" y="453760"/>
                    </a:lnTo>
                    <a:cubicBezTo>
                      <a:pt x="472816" y="427656"/>
                      <a:pt x="454172" y="387878"/>
                      <a:pt x="454172" y="345614"/>
                    </a:cubicBezTo>
                    <a:lnTo>
                      <a:pt x="454172" y="198932"/>
                    </a:lnTo>
                    <a:cubicBezTo>
                      <a:pt x="454172" y="159154"/>
                      <a:pt x="442985" y="121862"/>
                      <a:pt x="423098" y="90785"/>
                    </a:cubicBezTo>
                    <a:cubicBezTo>
                      <a:pt x="390782" y="42306"/>
                      <a:pt x="344793" y="16201"/>
                      <a:pt x="286375" y="16201"/>
                    </a:cubicBezTo>
                    <a:close/>
                    <a:moveTo>
                      <a:pt x="286380" y="0"/>
                    </a:moveTo>
                    <a:cubicBezTo>
                      <a:pt x="365938" y="1244"/>
                      <a:pt x="411932" y="44757"/>
                      <a:pt x="436794" y="82055"/>
                    </a:cubicBezTo>
                    <a:cubicBezTo>
                      <a:pt x="457927" y="115623"/>
                      <a:pt x="469115" y="156650"/>
                      <a:pt x="469115" y="198921"/>
                    </a:cubicBezTo>
                    <a:lnTo>
                      <a:pt x="469115" y="345625"/>
                    </a:lnTo>
                    <a:cubicBezTo>
                      <a:pt x="469115" y="382923"/>
                      <a:pt x="486518" y="417734"/>
                      <a:pt x="515109" y="441356"/>
                    </a:cubicBezTo>
                    <a:lnTo>
                      <a:pt x="566075" y="483627"/>
                    </a:lnTo>
                    <a:cubicBezTo>
                      <a:pt x="572291" y="489843"/>
                      <a:pt x="574777" y="498546"/>
                      <a:pt x="572291" y="507248"/>
                    </a:cubicBezTo>
                    <a:cubicBezTo>
                      <a:pt x="568562" y="514708"/>
                      <a:pt x="561103" y="520924"/>
                      <a:pt x="552401" y="520924"/>
                    </a:cubicBezTo>
                    <a:lnTo>
                      <a:pt x="20359" y="520924"/>
                    </a:lnTo>
                    <a:cubicBezTo>
                      <a:pt x="11658" y="520924"/>
                      <a:pt x="4199" y="514708"/>
                      <a:pt x="1713" y="507248"/>
                    </a:cubicBezTo>
                    <a:cubicBezTo>
                      <a:pt x="-2016" y="498546"/>
                      <a:pt x="470" y="489843"/>
                      <a:pt x="7929" y="483627"/>
                    </a:cubicBezTo>
                    <a:lnTo>
                      <a:pt x="58895" y="441356"/>
                    </a:lnTo>
                    <a:cubicBezTo>
                      <a:pt x="87486" y="417734"/>
                      <a:pt x="103646" y="382923"/>
                      <a:pt x="103646" y="345625"/>
                    </a:cubicBezTo>
                    <a:lnTo>
                      <a:pt x="103646" y="198921"/>
                    </a:lnTo>
                    <a:cubicBezTo>
                      <a:pt x="103646" y="156650"/>
                      <a:pt x="116077" y="115623"/>
                      <a:pt x="137210" y="82055"/>
                    </a:cubicBezTo>
                    <a:cubicBezTo>
                      <a:pt x="162072" y="44757"/>
                      <a:pt x="206823" y="1244"/>
                      <a:pt x="2863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90B85FB9-F506-5640-B00B-EA417DE0A3AF}"/>
                  </a:ext>
                </a:extLst>
              </p:cNvPr>
              <p:cNvSpPr/>
              <p:nvPr/>
            </p:nvSpPr>
            <p:spPr>
              <a:xfrm>
                <a:off x="13947888" y="7067363"/>
                <a:ext cx="153232" cy="760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4" h="62">
                    <a:moveTo>
                      <a:pt x="124" y="0"/>
                    </a:moveTo>
                    <a:cubicBezTo>
                      <a:pt x="124" y="34"/>
                      <a:pt x="97" y="62"/>
                      <a:pt x="62" y="62"/>
                    </a:cubicBezTo>
                    <a:cubicBezTo>
                      <a:pt x="28" y="62"/>
                      <a:pt x="0" y="34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003DA3FC-02A8-2C4F-B914-86DD003D7C54}"/>
                  </a:ext>
                </a:extLst>
              </p:cNvPr>
              <p:cNvSpPr/>
              <p:nvPr/>
            </p:nvSpPr>
            <p:spPr>
              <a:xfrm>
                <a:off x="13940413" y="7059889"/>
                <a:ext cx="169428" cy="90975"/>
              </a:xfrm>
              <a:custGeom>
                <a:avLst/>
                <a:gdLst>
                  <a:gd name="connsiteX0" fmla="*/ 14949 w 169428"/>
                  <a:gd name="connsiteY0" fmla="*/ 14951 h 90975"/>
                  <a:gd name="connsiteX1" fmla="*/ 84091 w 169428"/>
                  <a:gd name="connsiteY1" fmla="*/ 76016 h 90975"/>
                  <a:gd name="connsiteX2" fmla="*/ 153232 w 169428"/>
                  <a:gd name="connsiteY2" fmla="*/ 14951 h 90975"/>
                  <a:gd name="connsiteX3" fmla="*/ 7420 w 169428"/>
                  <a:gd name="connsiteY3" fmla="*/ 0 h 90975"/>
                  <a:gd name="connsiteX4" fmla="*/ 160771 w 169428"/>
                  <a:gd name="connsiteY4" fmla="*/ 0 h 90975"/>
                  <a:gd name="connsiteX5" fmla="*/ 169428 w 169428"/>
                  <a:gd name="connsiteY5" fmla="*/ 7377 h 90975"/>
                  <a:gd name="connsiteX6" fmla="*/ 84096 w 169428"/>
                  <a:gd name="connsiteY6" fmla="*/ 90975 h 90975"/>
                  <a:gd name="connsiteX7" fmla="*/ 0 w 169428"/>
                  <a:gd name="connsiteY7" fmla="*/ 7377 h 90975"/>
                  <a:gd name="connsiteX8" fmla="*/ 7420 w 169428"/>
                  <a:gd name="connsiteY8" fmla="*/ 0 h 9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69428" h="90975">
                    <a:moveTo>
                      <a:pt x="14949" y="14951"/>
                    </a:moveTo>
                    <a:cubicBezTo>
                      <a:pt x="18653" y="49148"/>
                      <a:pt x="48285" y="76016"/>
                      <a:pt x="84091" y="76016"/>
                    </a:cubicBezTo>
                    <a:cubicBezTo>
                      <a:pt x="119896" y="76016"/>
                      <a:pt x="149528" y="49148"/>
                      <a:pt x="153232" y="14951"/>
                    </a:cubicBezTo>
                    <a:close/>
                    <a:moveTo>
                      <a:pt x="7420" y="0"/>
                    </a:moveTo>
                    <a:lnTo>
                      <a:pt x="160771" y="0"/>
                    </a:lnTo>
                    <a:cubicBezTo>
                      <a:pt x="165718" y="0"/>
                      <a:pt x="169428" y="2459"/>
                      <a:pt x="169428" y="7377"/>
                    </a:cubicBezTo>
                    <a:cubicBezTo>
                      <a:pt x="169428" y="52864"/>
                      <a:pt x="131090" y="90975"/>
                      <a:pt x="84096" y="90975"/>
                    </a:cubicBezTo>
                    <a:cubicBezTo>
                      <a:pt x="38338" y="90975"/>
                      <a:pt x="0" y="52864"/>
                      <a:pt x="0" y="7377"/>
                    </a:cubicBezTo>
                    <a:cubicBezTo>
                      <a:pt x="0" y="2459"/>
                      <a:pt x="2473" y="0"/>
                      <a:pt x="74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2BFD8550-AC3B-7243-913A-DA93B95B3909}"/>
                  </a:ext>
                </a:extLst>
              </p:cNvPr>
              <p:cNvSpPr/>
              <p:nvPr/>
            </p:nvSpPr>
            <p:spPr>
              <a:xfrm>
                <a:off x="13841995" y="6765779"/>
                <a:ext cx="365017" cy="1420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4" h="115">
                    <a:moveTo>
                      <a:pt x="294" y="7"/>
                    </a:moveTo>
                    <a:cubicBezTo>
                      <a:pt x="294" y="3"/>
                      <a:pt x="291" y="0"/>
                      <a:pt x="288" y="0"/>
                    </a:cubicBezTo>
                    <a:lnTo>
                      <a:pt x="6" y="0"/>
                    </a:lnTo>
                    <a:cubicBezTo>
                      <a:pt x="3" y="0"/>
                      <a:pt x="0" y="3"/>
                      <a:pt x="0" y="7"/>
                    </a:cubicBezTo>
                    <a:lnTo>
                      <a:pt x="0" y="108"/>
                    </a:lnTo>
                    <a:lnTo>
                      <a:pt x="6" y="108"/>
                    </a:lnTo>
                    <a:lnTo>
                      <a:pt x="0" y="109"/>
                    </a:lnTo>
                    <a:cubicBezTo>
                      <a:pt x="0" y="111"/>
                      <a:pt x="1" y="112"/>
                      <a:pt x="2" y="113"/>
                    </a:cubicBezTo>
                    <a:cubicBezTo>
                      <a:pt x="3" y="114"/>
                      <a:pt x="5" y="115"/>
                      <a:pt x="6" y="115"/>
                    </a:cubicBezTo>
                    <a:lnTo>
                      <a:pt x="288" y="115"/>
                    </a:lnTo>
                    <a:cubicBezTo>
                      <a:pt x="291" y="115"/>
                      <a:pt x="294" y="112"/>
                      <a:pt x="294" y="10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9C4A8FD2-5DAB-A047-B74C-44F6D88FFA26}"/>
                  </a:ext>
                </a:extLst>
              </p:cNvPr>
              <p:cNvSpPr/>
              <p:nvPr/>
            </p:nvSpPr>
            <p:spPr>
              <a:xfrm>
                <a:off x="14175867" y="6521518"/>
                <a:ext cx="77239" cy="785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" h="64">
                    <a:moveTo>
                      <a:pt x="56" y="64"/>
                    </a:moveTo>
                    <a:cubicBezTo>
                      <a:pt x="53" y="64"/>
                      <a:pt x="50" y="62"/>
                      <a:pt x="50" y="58"/>
                    </a:cubicBezTo>
                    <a:cubicBezTo>
                      <a:pt x="50" y="44"/>
                      <a:pt x="47" y="33"/>
                      <a:pt x="38" y="25"/>
                    </a:cubicBezTo>
                    <a:cubicBezTo>
                      <a:pt x="25" y="12"/>
                      <a:pt x="6" y="13"/>
                      <a:pt x="6" y="13"/>
                    </a:cubicBezTo>
                    <a:cubicBezTo>
                      <a:pt x="2" y="13"/>
                      <a:pt x="0" y="10"/>
                      <a:pt x="0" y="7"/>
                    </a:cubicBezTo>
                    <a:cubicBezTo>
                      <a:pt x="-1" y="3"/>
                      <a:pt x="2" y="1"/>
                      <a:pt x="5" y="0"/>
                    </a:cubicBezTo>
                    <a:cubicBezTo>
                      <a:pt x="6" y="0"/>
                      <a:pt x="30" y="-1"/>
                      <a:pt x="47" y="15"/>
                    </a:cubicBezTo>
                    <a:cubicBezTo>
                      <a:pt x="58" y="26"/>
                      <a:pt x="63" y="40"/>
                      <a:pt x="63" y="58"/>
                    </a:cubicBezTo>
                    <a:cubicBezTo>
                      <a:pt x="63" y="62"/>
                      <a:pt x="60" y="64"/>
                      <a:pt x="56" y="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1011A77A-A138-8D49-9D83-44983AEB03BF}"/>
                  </a:ext>
                </a:extLst>
              </p:cNvPr>
              <p:cNvSpPr/>
              <p:nvPr/>
            </p:nvSpPr>
            <p:spPr>
              <a:xfrm>
                <a:off x="14207012" y="6455464"/>
                <a:ext cx="113367" cy="11465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2" h="93">
                    <a:moveTo>
                      <a:pt x="85" y="93"/>
                    </a:moveTo>
                    <a:cubicBezTo>
                      <a:pt x="82" y="93"/>
                      <a:pt x="79" y="91"/>
                      <a:pt x="79" y="87"/>
                    </a:cubicBezTo>
                    <a:cubicBezTo>
                      <a:pt x="79" y="63"/>
                      <a:pt x="72" y="45"/>
                      <a:pt x="59" y="32"/>
                    </a:cubicBezTo>
                    <a:cubicBezTo>
                      <a:pt x="38" y="12"/>
                      <a:pt x="6" y="13"/>
                      <a:pt x="6" y="13"/>
                    </a:cubicBezTo>
                    <a:cubicBezTo>
                      <a:pt x="3" y="13"/>
                      <a:pt x="0" y="10"/>
                      <a:pt x="0" y="7"/>
                    </a:cubicBezTo>
                    <a:cubicBezTo>
                      <a:pt x="-1" y="3"/>
                      <a:pt x="2" y="0"/>
                      <a:pt x="5" y="0"/>
                    </a:cubicBezTo>
                    <a:cubicBezTo>
                      <a:pt x="7" y="0"/>
                      <a:pt x="42" y="-1"/>
                      <a:pt x="67" y="23"/>
                    </a:cubicBezTo>
                    <a:cubicBezTo>
                      <a:pt x="83" y="38"/>
                      <a:pt x="92" y="60"/>
                      <a:pt x="92" y="87"/>
                    </a:cubicBezTo>
                    <a:cubicBezTo>
                      <a:pt x="92" y="91"/>
                      <a:pt x="89" y="93"/>
                      <a:pt x="85" y="9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3E6A19B-29C5-2045-BEB7-08539E09C0D4}"/>
                </a:ext>
              </a:extLst>
            </p:cNvPr>
            <p:cNvGrpSpPr/>
            <p:nvPr/>
          </p:nvGrpSpPr>
          <p:grpSpPr>
            <a:xfrm>
              <a:off x="14847349" y="6489116"/>
              <a:ext cx="661515" cy="662994"/>
              <a:chOff x="14847349" y="6489116"/>
              <a:chExt cx="661515" cy="662994"/>
            </a:xfrm>
          </p:grpSpPr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26E1BA20-15CA-A649-824B-C51A8D76D204}"/>
                  </a:ext>
                </a:extLst>
              </p:cNvPr>
              <p:cNvSpPr/>
              <p:nvPr/>
            </p:nvSpPr>
            <p:spPr>
              <a:xfrm>
                <a:off x="14854824" y="6496593"/>
                <a:ext cx="646566" cy="64803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0" h="521">
                    <a:moveTo>
                      <a:pt x="520" y="260"/>
                    </a:moveTo>
                    <a:cubicBezTo>
                      <a:pt x="520" y="404"/>
                      <a:pt x="404" y="521"/>
                      <a:pt x="260" y="521"/>
                    </a:cubicBezTo>
                    <a:cubicBezTo>
                      <a:pt x="116" y="521"/>
                      <a:pt x="0" y="404"/>
                      <a:pt x="0" y="260"/>
                    </a:cubicBezTo>
                    <a:cubicBezTo>
                      <a:pt x="0" y="117"/>
                      <a:pt x="116" y="0"/>
                      <a:pt x="260" y="0"/>
                    </a:cubicBezTo>
                    <a:cubicBezTo>
                      <a:pt x="404" y="0"/>
                      <a:pt x="520" y="117"/>
                      <a:pt x="520" y="26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DF7652BC-C9F6-7642-A2D3-116476720BC4}"/>
                  </a:ext>
                </a:extLst>
              </p:cNvPr>
              <p:cNvSpPr/>
              <p:nvPr/>
            </p:nvSpPr>
            <p:spPr>
              <a:xfrm>
                <a:off x="14847349" y="6489116"/>
                <a:ext cx="661515" cy="662994"/>
              </a:xfrm>
              <a:custGeom>
                <a:avLst/>
                <a:gdLst>
                  <a:gd name="connsiteX0" fmla="*/ 330758 w 661515"/>
                  <a:gd name="connsiteY0" fmla="*/ 16201 h 662994"/>
                  <a:gd name="connsiteX1" fmla="*/ 14950 w 661515"/>
                  <a:gd name="connsiteY1" fmla="*/ 330876 h 662994"/>
                  <a:gd name="connsiteX2" fmla="*/ 330758 w 661515"/>
                  <a:gd name="connsiteY2" fmla="*/ 648039 h 662994"/>
                  <a:gd name="connsiteX3" fmla="*/ 646566 w 661515"/>
                  <a:gd name="connsiteY3" fmla="*/ 330876 h 662994"/>
                  <a:gd name="connsiteX4" fmla="*/ 330758 w 661515"/>
                  <a:gd name="connsiteY4" fmla="*/ 16201 h 662994"/>
                  <a:gd name="connsiteX5" fmla="*/ 330757 w 661515"/>
                  <a:gd name="connsiteY5" fmla="*/ 0 h 662994"/>
                  <a:gd name="connsiteX6" fmla="*/ 661515 w 661515"/>
                  <a:gd name="connsiteY6" fmla="*/ 330875 h 662994"/>
                  <a:gd name="connsiteX7" fmla="*/ 330757 w 661515"/>
                  <a:gd name="connsiteY7" fmla="*/ 662994 h 662994"/>
                  <a:gd name="connsiteX8" fmla="*/ 0 w 661515"/>
                  <a:gd name="connsiteY8" fmla="*/ 330875 h 662994"/>
                  <a:gd name="connsiteX9" fmla="*/ 330757 w 661515"/>
                  <a:gd name="connsiteY9" fmla="*/ 0 h 662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61515" h="662994">
                    <a:moveTo>
                      <a:pt x="330758" y="16201"/>
                    </a:moveTo>
                    <a:cubicBezTo>
                      <a:pt x="156691" y="16201"/>
                      <a:pt x="14950" y="157992"/>
                      <a:pt x="14950" y="330876"/>
                    </a:cubicBezTo>
                    <a:cubicBezTo>
                      <a:pt x="14950" y="506249"/>
                      <a:pt x="156691" y="648039"/>
                      <a:pt x="330758" y="648039"/>
                    </a:cubicBezTo>
                    <a:cubicBezTo>
                      <a:pt x="506069" y="648039"/>
                      <a:pt x="646566" y="506249"/>
                      <a:pt x="646566" y="330876"/>
                    </a:cubicBezTo>
                    <a:cubicBezTo>
                      <a:pt x="646566" y="157992"/>
                      <a:pt x="506069" y="16201"/>
                      <a:pt x="330758" y="16201"/>
                    </a:cubicBezTo>
                    <a:close/>
                    <a:moveTo>
                      <a:pt x="330757" y="0"/>
                    </a:moveTo>
                    <a:cubicBezTo>
                      <a:pt x="513545" y="0"/>
                      <a:pt x="661515" y="149267"/>
                      <a:pt x="661515" y="330875"/>
                    </a:cubicBezTo>
                    <a:cubicBezTo>
                      <a:pt x="661515" y="513727"/>
                      <a:pt x="513545" y="662994"/>
                      <a:pt x="330757" y="662994"/>
                    </a:cubicBezTo>
                    <a:cubicBezTo>
                      <a:pt x="147970" y="662994"/>
                      <a:pt x="0" y="513727"/>
                      <a:pt x="0" y="330875"/>
                    </a:cubicBezTo>
                    <a:cubicBezTo>
                      <a:pt x="0" y="149267"/>
                      <a:pt x="147970" y="0"/>
                      <a:pt x="3307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A2BBF509-0528-6B4D-9F02-C9D8FD2C2231}"/>
                  </a:ext>
                </a:extLst>
              </p:cNvPr>
              <p:cNvSpPr/>
              <p:nvPr/>
            </p:nvSpPr>
            <p:spPr>
              <a:xfrm>
                <a:off x="14981895" y="6703468"/>
                <a:ext cx="392424" cy="2342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6" h="189">
                    <a:moveTo>
                      <a:pt x="294" y="0"/>
                    </a:moveTo>
                    <a:lnTo>
                      <a:pt x="23" y="0"/>
                    </a:lnTo>
                    <a:cubicBezTo>
                      <a:pt x="10" y="0"/>
                      <a:pt x="0" y="10"/>
                      <a:pt x="0" y="23"/>
                    </a:cubicBezTo>
                    <a:lnTo>
                      <a:pt x="0" y="167"/>
                    </a:lnTo>
                    <a:cubicBezTo>
                      <a:pt x="0" y="179"/>
                      <a:pt x="10" y="189"/>
                      <a:pt x="23" y="189"/>
                    </a:cubicBezTo>
                    <a:lnTo>
                      <a:pt x="294" y="189"/>
                    </a:lnTo>
                    <a:cubicBezTo>
                      <a:pt x="307" y="189"/>
                      <a:pt x="316" y="179"/>
                      <a:pt x="316" y="167"/>
                    </a:cubicBezTo>
                    <a:lnTo>
                      <a:pt x="316" y="23"/>
                    </a:lnTo>
                    <a:cubicBezTo>
                      <a:pt x="316" y="10"/>
                      <a:pt x="307" y="0"/>
                      <a:pt x="29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CF8DD9BA-8A69-1744-83C8-997272F5D539}"/>
                  </a:ext>
                </a:extLst>
              </p:cNvPr>
              <p:cNvSpPr/>
              <p:nvPr/>
            </p:nvSpPr>
            <p:spPr>
              <a:xfrm>
                <a:off x="14973174" y="6695990"/>
                <a:ext cx="409865" cy="249246"/>
              </a:xfrm>
              <a:custGeom>
                <a:avLst/>
                <a:gdLst>
                  <a:gd name="connsiteX0" fmla="*/ 37304 w 409865"/>
                  <a:gd name="connsiteY0" fmla="*/ 14955 h 249246"/>
                  <a:gd name="connsiteX1" fmla="*/ 16195 w 409865"/>
                  <a:gd name="connsiteY1" fmla="*/ 36021 h 249246"/>
                  <a:gd name="connsiteX2" fmla="*/ 16195 w 409865"/>
                  <a:gd name="connsiteY2" fmla="*/ 214464 h 249246"/>
                  <a:gd name="connsiteX3" fmla="*/ 37304 w 409865"/>
                  <a:gd name="connsiteY3" fmla="*/ 234291 h 249246"/>
                  <a:gd name="connsiteX4" fmla="*/ 373803 w 409865"/>
                  <a:gd name="connsiteY4" fmla="*/ 234291 h 249246"/>
                  <a:gd name="connsiteX5" fmla="*/ 393670 w 409865"/>
                  <a:gd name="connsiteY5" fmla="*/ 214464 h 249246"/>
                  <a:gd name="connsiteX6" fmla="*/ 393670 w 409865"/>
                  <a:gd name="connsiteY6" fmla="*/ 36021 h 249246"/>
                  <a:gd name="connsiteX7" fmla="*/ 373803 w 409865"/>
                  <a:gd name="connsiteY7" fmla="*/ 14955 h 249246"/>
                  <a:gd name="connsiteX8" fmla="*/ 37260 w 409865"/>
                  <a:gd name="connsiteY8" fmla="*/ 0 h 249246"/>
                  <a:gd name="connsiteX9" fmla="*/ 373847 w 409865"/>
                  <a:gd name="connsiteY9" fmla="*/ 0 h 249246"/>
                  <a:gd name="connsiteX10" fmla="*/ 409865 w 409865"/>
                  <a:gd name="connsiteY10" fmla="*/ 35961 h 249246"/>
                  <a:gd name="connsiteX11" fmla="*/ 409865 w 409865"/>
                  <a:gd name="connsiteY11" fmla="*/ 214525 h 249246"/>
                  <a:gd name="connsiteX12" fmla="*/ 373847 w 409865"/>
                  <a:gd name="connsiteY12" fmla="*/ 249246 h 249246"/>
                  <a:gd name="connsiteX13" fmla="*/ 37260 w 409865"/>
                  <a:gd name="connsiteY13" fmla="*/ 249246 h 249246"/>
                  <a:gd name="connsiteX14" fmla="*/ 0 w 409865"/>
                  <a:gd name="connsiteY14" fmla="*/ 214525 h 249246"/>
                  <a:gd name="connsiteX15" fmla="*/ 0 w 409865"/>
                  <a:gd name="connsiteY15" fmla="*/ 35961 h 249246"/>
                  <a:gd name="connsiteX16" fmla="*/ 37260 w 409865"/>
                  <a:gd name="connsiteY16" fmla="*/ 0 h 249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09865" h="249246">
                    <a:moveTo>
                      <a:pt x="37304" y="14955"/>
                    </a:moveTo>
                    <a:cubicBezTo>
                      <a:pt x="26129" y="14955"/>
                      <a:pt x="16195" y="24869"/>
                      <a:pt x="16195" y="36021"/>
                    </a:cubicBezTo>
                    <a:lnTo>
                      <a:pt x="16195" y="214464"/>
                    </a:lnTo>
                    <a:cubicBezTo>
                      <a:pt x="16195" y="225617"/>
                      <a:pt x="26129" y="234291"/>
                      <a:pt x="37304" y="234291"/>
                    </a:cubicBezTo>
                    <a:lnTo>
                      <a:pt x="373803" y="234291"/>
                    </a:lnTo>
                    <a:cubicBezTo>
                      <a:pt x="384978" y="234291"/>
                      <a:pt x="393670" y="225617"/>
                      <a:pt x="393670" y="214464"/>
                    </a:cubicBezTo>
                    <a:lnTo>
                      <a:pt x="393670" y="36021"/>
                    </a:lnTo>
                    <a:cubicBezTo>
                      <a:pt x="393670" y="24869"/>
                      <a:pt x="384978" y="14955"/>
                      <a:pt x="373803" y="14955"/>
                    </a:cubicBezTo>
                    <a:close/>
                    <a:moveTo>
                      <a:pt x="37260" y="0"/>
                    </a:moveTo>
                    <a:lnTo>
                      <a:pt x="373847" y="0"/>
                    </a:lnTo>
                    <a:cubicBezTo>
                      <a:pt x="392477" y="0"/>
                      <a:pt x="409865" y="16121"/>
                      <a:pt x="409865" y="35961"/>
                    </a:cubicBezTo>
                    <a:lnTo>
                      <a:pt x="409865" y="214525"/>
                    </a:lnTo>
                    <a:cubicBezTo>
                      <a:pt x="409865" y="233126"/>
                      <a:pt x="392477" y="249246"/>
                      <a:pt x="373847" y="249246"/>
                    </a:cubicBezTo>
                    <a:lnTo>
                      <a:pt x="37260" y="249246"/>
                    </a:lnTo>
                    <a:cubicBezTo>
                      <a:pt x="17388" y="249246"/>
                      <a:pt x="0" y="233126"/>
                      <a:pt x="0" y="214525"/>
                    </a:cubicBezTo>
                    <a:lnTo>
                      <a:pt x="0" y="35961"/>
                    </a:lnTo>
                    <a:cubicBezTo>
                      <a:pt x="0" y="16121"/>
                      <a:pt x="17388" y="0"/>
                      <a:pt x="372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801644B4-EF5A-D646-8A9B-411F288E5CB9}"/>
                  </a:ext>
                </a:extLst>
              </p:cNvPr>
              <p:cNvSpPr/>
              <p:nvPr/>
            </p:nvSpPr>
            <p:spPr>
              <a:xfrm>
                <a:off x="14985632" y="6703468"/>
                <a:ext cx="388687" cy="1458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3" h="118">
                    <a:moveTo>
                      <a:pt x="155" y="118"/>
                    </a:moveTo>
                    <a:cubicBezTo>
                      <a:pt x="150" y="118"/>
                      <a:pt x="144" y="117"/>
                      <a:pt x="139" y="113"/>
                    </a:cubicBezTo>
                    <a:lnTo>
                      <a:pt x="3" y="11"/>
                    </a:lnTo>
                    <a:cubicBezTo>
                      <a:pt x="0" y="9"/>
                      <a:pt x="-1" y="5"/>
                      <a:pt x="1" y="3"/>
                    </a:cubicBezTo>
                    <a:cubicBezTo>
                      <a:pt x="3" y="0"/>
                      <a:pt x="7" y="-1"/>
                      <a:pt x="10" y="2"/>
                    </a:cubicBezTo>
                    <a:lnTo>
                      <a:pt x="146" y="103"/>
                    </a:lnTo>
                    <a:cubicBezTo>
                      <a:pt x="152" y="107"/>
                      <a:pt x="159" y="107"/>
                      <a:pt x="164" y="103"/>
                    </a:cubicBezTo>
                    <a:lnTo>
                      <a:pt x="304" y="4"/>
                    </a:lnTo>
                    <a:cubicBezTo>
                      <a:pt x="306" y="2"/>
                      <a:pt x="310" y="3"/>
                      <a:pt x="312" y="6"/>
                    </a:cubicBezTo>
                    <a:cubicBezTo>
                      <a:pt x="314" y="8"/>
                      <a:pt x="313" y="13"/>
                      <a:pt x="310" y="14"/>
                    </a:cubicBezTo>
                    <a:lnTo>
                      <a:pt x="171" y="113"/>
                    </a:lnTo>
                    <a:cubicBezTo>
                      <a:pt x="167" y="117"/>
                      <a:pt x="161" y="118"/>
                      <a:pt x="155" y="11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sp>
          <p:nvSpPr>
            <p:cNvPr id="231" name="Freeform 230">
              <a:extLst>
                <a:ext uri="{FF2B5EF4-FFF2-40B4-BE49-F238E27FC236}">
                  <a16:creationId xmlns:a16="http://schemas.microsoft.com/office/drawing/2014/main" id="{FB1A584A-EC2C-6F4A-AC13-B79B785288A9}"/>
                </a:ext>
              </a:extLst>
            </p:cNvPr>
            <p:cNvSpPr/>
            <p:nvPr/>
          </p:nvSpPr>
          <p:spPr>
            <a:xfrm>
              <a:off x="7948155" y="8546641"/>
              <a:ext cx="165690" cy="400040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4" h="322">
                  <a:moveTo>
                    <a:pt x="67" y="322"/>
                  </a:moveTo>
                  <a:cubicBezTo>
                    <a:pt x="30" y="322"/>
                    <a:pt x="0" y="292"/>
                    <a:pt x="0" y="255"/>
                  </a:cubicBezTo>
                  <a:lnTo>
                    <a:pt x="0" y="6"/>
                  </a:lnTo>
                  <a:cubicBezTo>
                    <a:pt x="0" y="3"/>
                    <a:pt x="3" y="0"/>
                    <a:pt x="6" y="0"/>
                  </a:cubicBezTo>
                  <a:cubicBezTo>
                    <a:pt x="10" y="0"/>
                    <a:pt x="13" y="3"/>
                    <a:pt x="13" y="6"/>
                  </a:cubicBezTo>
                  <a:lnTo>
                    <a:pt x="13" y="255"/>
                  </a:lnTo>
                  <a:cubicBezTo>
                    <a:pt x="13" y="285"/>
                    <a:pt x="37" y="309"/>
                    <a:pt x="67" y="309"/>
                  </a:cubicBezTo>
                  <a:cubicBezTo>
                    <a:pt x="97" y="309"/>
                    <a:pt x="122" y="285"/>
                    <a:pt x="122" y="255"/>
                  </a:cubicBezTo>
                  <a:lnTo>
                    <a:pt x="122" y="48"/>
                  </a:lnTo>
                  <a:cubicBezTo>
                    <a:pt x="122" y="28"/>
                    <a:pt x="106" y="12"/>
                    <a:pt x="86" y="12"/>
                  </a:cubicBezTo>
                  <a:cubicBezTo>
                    <a:pt x="66" y="12"/>
                    <a:pt x="50" y="28"/>
                    <a:pt x="50" y="48"/>
                  </a:cubicBezTo>
                  <a:lnTo>
                    <a:pt x="50" y="230"/>
                  </a:lnTo>
                  <a:cubicBezTo>
                    <a:pt x="50" y="238"/>
                    <a:pt x="57" y="245"/>
                    <a:pt x="65" y="245"/>
                  </a:cubicBezTo>
                  <a:cubicBezTo>
                    <a:pt x="73" y="245"/>
                    <a:pt x="79" y="238"/>
                    <a:pt x="79" y="230"/>
                  </a:cubicBezTo>
                  <a:lnTo>
                    <a:pt x="79" y="96"/>
                  </a:lnTo>
                  <a:cubicBezTo>
                    <a:pt x="79" y="93"/>
                    <a:pt x="82" y="90"/>
                    <a:pt x="86" y="90"/>
                  </a:cubicBezTo>
                  <a:cubicBezTo>
                    <a:pt x="89" y="90"/>
                    <a:pt x="92" y="93"/>
                    <a:pt x="92" y="96"/>
                  </a:cubicBezTo>
                  <a:lnTo>
                    <a:pt x="92" y="230"/>
                  </a:lnTo>
                  <a:cubicBezTo>
                    <a:pt x="92" y="245"/>
                    <a:pt x="80" y="257"/>
                    <a:pt x="65" y="257"/>
                  </a:cubicBezTo>
                  <a:cubicBezTo>
                    <a:pt x="50" y="257"/>
                    <a:pt x="38" y="245"/>
                    <a:pt x="38" y="230"/>
                  </a:cubicBezTo>
                  <a:lnTo>
                    <a:pt x="38" y="48"/>
                  </a:lnTo>
                  <a:cubicBezTo>
                    <a:pt x="38" y="22"/>
                    <a:pt x="59" y="0"/>
                    <a:pt x="86" y="0"/>
                  </a:cubicBezTo>
                  <a:cubicBezTo>
                    <a:pt x="112" y="0"/>
                    <a:pt x="134" y="22"/>
                    <a:pt x="134" y="48"/>
                  </a:cubicBezTo>
                  <a:lnTo>
                    <a:pt x="134" y="255"/>
                  </a:lnTo>
                  <a:cubicBezTo>
                    <a:pt x="134" y="292"/>
                    <a:pt x="104" y="322"/>
                    <a:pt x="67" y="322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39C15C4-7342-7E46-AC41-CD6DD65A9DD2}"/>
                </a:ext>
              </a:extLst>
            </p:cNvPr>
            <p:cNvGrpSpPr/>
            <p:nvPr/>
          </p:nvGrpSpPr>
          <p:grpSpPr>
            <a:xfrm>
              <a:off x="8363428" y="8541656"/>
              <a:ext cx="294828" cy="411256"/>
              <a:chOff x="8363428" y="8541656"/>
              <a:chExt cx="294828" cy="411256"/>
            </a:xfrm>
          </p:grpSpPr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16FE397B-CCEC-AB4E-A42A-32D3730CC4F3}"/>
                  </a:ext>
                </a:extLst>
              </p:cNvPr>
              <p:cNvSpPr/>
              <p:nvPr/>
            </p:nvSpPr>
            <p:spPr>
              <a:xfrm>
                <a:off x="8370478" y="8547887"/>
                <a:ext cx="279057" cy="3963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5" h="319">
                    <a:moveTo>
                      <a:pt x="225" y="0"/>
                    </a:moveTo>
                    <a:lnTo>
                      <a:pt x="0" y="226"/>
                    </a:lnTo>
                    <a:lnTo>
                      <a:pt x="138" y="205"/>
                    </a:lnTo>
                    <a:lnTo>
                      <a:pt x="218" y="319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E6793051-F53E-F14B-85A1-55E0EECECB1E}"/>
                  </a:ext>
                </a:extLst>
              </p:cNvPr>
              <p:cNvSpPr/>
              <p:nvPr/>
            </p:nvSpPr>
            <p:spPr>
              <a:xfrm>
                <a:off x="8363428" y="8542082"/>
                <a:ext cx="294828" cy="410830"/>
              </a:xfrm>
              <a:custGeom>
                <a:avLst/>
                <a:gdLst>
                  <a:gd name="connsiteX0" fmla="*/ 278632 w 294828"/>
                  <a:gd name="connsiteY0" fmla="*/ 25745 h 410830"/>
                  <a:gd name="connsiteX1" fmla="*/ 29474 w 294828"/>
                  <a:gd name="connsiteY1" fmla="*/ 275355 h 410830"/>
                  <a:gd name="connsiteX2" fmla="*/ 176985 w 294828"/>
                  <a:gd name="connsiteY2" fmla="*/ 253002 h 410830"/>
                  <a:gd name="connsiteX3" fmla="*/ 178225 w 294828"/>
                  <a:gd name="connsiteY3" fmla="*/ 253002 h 410830"/>
                  <a:gd name="connsiteX4" fmla="*/ 184423 w 294828"/>
                  <a:gd name="connsiteY4" fmla="*/ 256728 h 410830"/>
                  <a:gd name="connsiteX5" fmla="*/ 269955 w 294828"/>
                  <a:gd name="connsiteY5" fmla="*/ 378428 h 410830"/>
                  <a:gd name="connsiteX6" fmla="*/ 289866 w 294828"/>
                  <a:gd name="connsiteY6" fmla="*/ 816 h 410830"/>
                  <a:gd name="connsiteX7" fmla="*/ 294828 w 294828"/>
                  <a:gd name="connsiteY7" fmla="*/ 7029 h 410830"/>
                  <a:gd name="connsiteX8" fmla="*/ 284904 w 294828"/>
                  <a:gd name="connsiteY8" fmla="*/ 403375 h 410830"/>
                  <a:gd name="connsiteX9" fmla="*/ 278701 w 294828"/>
                  <a:gd name="connsiteY9" fmla="*/ 410830 h 410830"/>
                  <a:gd name="connsiteX10" fmla="*/ 277460 w 294828"/>
                  <a:gd name="connsiteY10" fmla="*/ 410830 h 410830"/>
                  <a:gd name="connsiteX11" fmla="*/ 271257 w 294828"/>
                  <a:gd name="connsiteY11" fmla="*/ 408345 h 410830"/>
                  <a:gd name="connsiteX12" fmla="*/ 174494 w 294828"/>
                  <a:gd name="connsiteY12" fmla="*/ 270431 h 410830"/>
                  <a:gd name="connsiteX13" fmla="*/ 8259 w 294828"/>
                  <a:gd name="connsiteY13" fmla="*/ 295281 h 410830"/>
                  <a:gd name="connsiteX14" fmla="*/ 816 w 294828"/>
                  <a:gd name="connsiteY14" fmla="*/ 290311 h 410830"/>
                  <a:gd name="connsiteX15" fmla="*/ 2056 w 294828"/>
                  <a:gd name="connsiteY15" fmla="*/ 281614 h 410830"/>
                  <a:gd name="connsiteX16" fmla="*/ 281182 w 294828"/>
                  <a:gd name="connsiteY16" fmla="*/ 2059 h 410830"/>
                  <a:gd name="connsiteX17" fmla="*/ 289866 w 294828"/>
                  <a:gd name="connsiteY17" fmla="*/ 816 h 410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94828" h="410830">
                    <a:moveTo>
                      <a:pt x="278632" y="25745"/>
                    </a:moveTo>
                    <a:lnTo>
                      <a:pt x="29474" y="275355"/>
                    </a:lnTo>
                    <a:lnTo>
                      <a:pt x="176985" y="253002"/>
                    </a:lnTo>
                    <a:lnTo>
                      <a:pt x="178225" y="253002"/>
                    </a:lnTo>
                    <a:cubicBezTo>
                      <a:pt x="180704" y="253002"/>
                      <a:pt x="183183" y="254244"/>
                      <a:pt x="184423" y="256728"/>
                    </a:cubicBezTo>
                    <a:lnTo>
                      <a:pt x="269955" y="378428"/>
                    </a:lnTo>
                    <a:close/>
                    <a:moveTo>
                      <a:pt x="289866" y="816"/>
                    </a:moveTo>
                    <a:cubicBezTo>
                      <a:pt x="292347" y="2059"/>
                      <a:pt x="294828" y="4544"/>
                      <a:pt x="294828" y="7029"/>
                    </a:cubicBezTo>
                    <a:lnTo>
                      <a:pt x="284904" y="403375"/>
                    </a:lnTo>
                    <a:cubicBezTo>
                      <a:pt x="284904" y="407103"/>
                      <a:pt x="282422" y="410830"/>
                      <a:pt x="278701" y="410830"/>
                    </a:cubicBezTo>
                    <a:lnTo>
                      <a:pt x="277460" y="410830"/>
                    </a:lnTo>
                    <a:cubicBezTo>
                      <a:pt x="274979" y="410830"/>
                      <a:pt x="272498" y="410830"/>
                      <a:pt x="271257" y="408345"/>
                    </a:cubicBezTo>
                    <a:lnTo>
                      <a:pt x="174494" y="270431"/>
                    </a:lnTo>
                    <a:lnTo>
                      <a:pt x="8259" y="295281"/>
                    </a:lnTo>
                    <a:cubicBezTo>
                      <a:pt x="5778" y="295281"/>
                      <a:pt x="2056" y="294038"/>
                      <a:pt x="816" y="290311"/>
                    </a:cubicBezTo>
                    <a:cubicBezTo>
                      <a:pt x="-425" y="287826"/>
                      <a:pt x="-425" y="285341"/>
                      <a:pt x="2056" y="281614"/>
                    </a:cubicBezTo>
                    <a:lnTo>
                      <a:pt x="281182" y="2059"/>
                    </a:lnTo>
                    <a:cubicBezTo>
                      <a:pt x="283663" y="-426"/>
                      <a:pt x="287385" y="-426"/>
                      <a:pt x="289866" y="8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DCC0F838-0BC0-1243-897E-9CC75981CC04}"/>
                  </a:ext>
                </a:extLst>
              </p:cNvPr>
              <p:cNvSpPr/>
              <p:nvPr/>
            </p:nvSpPr>
            <p:spPr>
              <a:xfrm>
                <a:off x="8533677" y="8541656"/>
                <a:ext cx="123333" cy="2691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0" h="217">
                    <a:moveTo>
                      <a:pt x="6" y="217"/>
                    </a:moveTo>
                    <a:cubicBezTo>
                      <a:pt x="5" y="217"/>
                      <a:pt x="4" y="217"/>
                      <a:pt x="3" y="217"/>
                    </a:cubicBezTo>
                    <a:cubicBezTo>
                      <a:pt x="0" y="216"/>
                      <a:pt x="-1" y="212"/>
                      <a:pt x="0" y="209"/>
                    </a:cubicBezTo>
                    <a:lnTo>
                      <a:pt x="88" y="4"/>
                    </a:lnTo>
                    <a:cubicBezTo>
                      <a:pt x="89" y="1"/>
                      <a:pt x="93" y="-1"/>
                      <a:pt x="96" y="1"/>
                    </a:cubicBezTo>
                    <a:cubicBezTo>
                      <a:pt x="99" y="2"/>
                      <a:pt x="101" y="6"/>
                      <a:pt x="99" y="9"/>
                    </a:cubicBezTo>
                    <a:lnTo>
                      <a:pt x="11" y="214"/>
                    </a:lnTo>
                    <a:cubicBezTo>
                      <a:pt x="10" y="216"/>
                      <a:pt x="8" y="217"/>
                      <a:pt x="6" y="2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55172CED-548B-D44F-8F8A-F4D1E3D6B57B}"/>
                </a:ext>
              </a:extLst>
            </p:cNvPr>
            <p:cNvGrpSpPr/>
            <p:nvPr/>
          </p:nvGrpSpPr>
          <p:grpSpPr>
            <a:xfrm>
              <a:off x="7288942" y="8490560"/>
              <a:ext cx="376947" cy="453060"/>
              <a:chOff x="7288942" y="8490560"/>
              <a:chExt cx="376947" cy="453060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E5710D89-8038-944F-9D6F-119CB01E25D3}"/>
                  </a:ext>
                </a:extLst>
              </p:cNvPr>
              <p:cNvSpPr/>
              <p:nvPr/>
            </p:nvSpPr>
            <p:spPr>
              <a:xfrm>
                <a:off x="7296606" y="8612691"/>
                <a:ext cx="361280" cy="3215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1" h="259">
                    <a:moveTo>
                      <a:pt x="232" y="1"/>
                    </a:moveTo>
                    <a:cubicBezTo>
                      <a:pt x="183" y="-7"/>
                      <a:pt x="146" y="39"/>
                      <a:pt x="146" y="39"/>
                    </a:cubicBezTo>
                    <a:cubicBezTo>
                      <a:pt x="146" y="39"/>
                      <a:pt x="109" y="-7"/>
                      <a:pt x="59" y="1"/>
                    </a:cubicBezTo>
                    <a:cubicBezTo>
                      <a:pt x="10" y="8"/>
                      <a:pt x="-11" y="62"/>
                      <a:pt x="6" y="138"/>
                    </a:cubicBezTo>
                    <a:cubicBezTo>
                      <a:pt x="28" y="229"/>
                      <a:pt x="53" y="268"/>
                      <a:pt x="81" y="257"/>
                    </a:cubicBezTo>
                    <a:cubicBezTo>
                      <a:pt x="111" y="246"/>
                      <a:pt x="146" y="246"/>
                      <a:pt x="146" y="246"/>
                    </a:cubicBezTo>
                    <a:cubicBezTo>
                      <a:pt x="146" y="246"/>
                      <a:pt x="180" y="246"/>
                      <a:pt x="210" y="257"/>
                    </a:cubicBezTo>
                    <a:cubicBezTo>
                      <a:pt x="238" y="268"/>
                      <a:pt x="263" y="229"/>
                      <a:pt x="285" y="138"/>
                    </a:cubicBezTo>
                    <a:cubicBezTo>
                      <a:pt x="303" y="62"/>
                      <a:pt x="281" y="8"/>
                      <a:pt x="232" y="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20604633-8D44-6D4E-A63A-751C3315F97D}"/>
                  </a:ext>
                </a:extLst>
              </p:cNvPr>
              <p:cNvSpPr/>
              <p:nvPr/>
            </p:nvSpPr>
            <p:spPr>
              <a:xfrm>
                <a:off x="7288942" y="8605453"/>
                <a:ext cx="376947" cy="338167"/>
              </a:xfrm>
              <a:custGeom>
                <a:avLst/>
                <a:gdLst>
                  <a:gd name="connsiteX0" fmla="*/ 82167 w 376947"/>
                  <a:gd name="connsiteY0" fmla="*/ 17203 h 338167"/>
                  <a:gd name="connsiteX1" fmla="*/ 33755 w 376947"/>
                  <a:gd name="connsiteY1" fmla="*/ 48233 h 338167"/>
                  <a:gd name="connsiteX2" fmla="*/ 22583 w 376947"/>
                  <a:gd name="connsiteY2" fmla="*/ 178557 h 338167"/>
                  <a:gd name="connsiteX3" fmla="*/ 87132 w 376947"/>
                  <a:gd name="connsiteY3" fmla="*/ 320052 h 338167"/>
                  <a:gd name="connsiteX4" fmla="*/ 106993 w 376947"/>
                  <a:gd name="connsiteY4" fmla="*/ 320052 h 338167"/>
                  <a:gd name="connsiteX5" fmla="*/ 188921 w 376947"/>
                  <a:gd name="connsiteY5" fmla="*/ 305157 h 338167"/>
                  <a:gd name="connsiteX6" fmla="*/ 270848 w 376947"/>
                  <a:gd name="connsiteY6" fmla="*/ 320052 h 338167"/>
                  <a:gd name="connsiteX7" fmla="*/ 289468 w 376947"/>
                  <a:gd name="connsiteY7" fmla="*/ 320052 h 338167"/>
                  <a:gd name="connsiteX8" fmla="*/ 354017 w 376947"/>
                  <a:gd name="connsiteY8" fmla="*/ 178557 h 338167"/>
                  <a:gd name="connsiteX9" fmla="*/ 342845 w 376947"/>
                  <a:gd name="connsiteY9" fmla="*/ 48233 h 338167"/>
                  <a:gd name="connsiteX10" fmla="*/ 294434 w 376947"/>
                  <a:gd name="connsiteY10" fmla="*/ 17203 h 338167"/>
                  <a:gd name="connsiteX11" fmla="*/ 193886 w 376947"/>
                  <a:gd name="connsiteY11" fmla="*/ 61886 h 338167"/>
                  <a:gd name="connsiteX12" fmla="*/ 188921 w 376947"/>
                  <a:gd name="connsiteY12" fmla="*/ 64368 h 338167"/>
                  <a:gd name="connsiteX13" fmla="*/ 182714 w 376947"/>
                  <a:gd name="connsiteY13" fmla="*/ 61886 h 338167"/>
                  <a:gd name="connsiteX14" fmla="*/ 82167 w 376947"/>
                  <a:gd name="connsiteY14" fmla="*/ 17203 h 338167"/>
                  <a:gd name="connsiteX15" fmla="*/ 80899 w 376947"/>
                  <a:gd name="connsiteY15" fmla="*/ 1003 h 338167"/>
                  <a:gd name="connsiteX16" fmla="*/ 188927 w 376947"/>
                  <a:gd name="connsiteY16" fmla="*/ 45702 h 338167"/>
                  <a:gd name="connsiteX17" fmla="*/ 295712 w 376947"/>
                  <a:gd name="connsiteY17" fmla="*/ 1003 h 338167"/>
                  <a:gd name="connsiteX18" fmla="*/ 356555 w 376947"/>
                  <a:gd name="connsiteY18" fmla="*/ 39494 h 338167"/>
                  <a:gd name="connsiteX19" fmla="*/ 368972 w 376947"/>
                  <a:gd name="connsiteY19" fmla="*/ 181041 h 338167"/>
                  <a:gd name="connsiteX20" fmla="*/ 298196 w 376947"/>
                  <a:gd name="connsiteY20" fmla="*/ 333764 h 338167"/>
                  <a:gd name="connsiteX21" fmla="*/ 279570 w 376947"/>
                  <a:gd name="connsiteY21" fmla="*/ 337489 h 338167"/>
                  <a:gd name="connsiteX22" fmla="*/ 264670 w 376947"/>
                  <a:gd name="connsiteY22" fmla="*/ 335006 h 338167"/>
                  <a:gd name="connsiteX23" fmla="*/ 188927 w 376947"/>
                  <a:gd name="connsiteY23" fmla="*/ 321348 h 338167"/>
                  <a:gd name="connsiteX24" fmla="*/ 111942 w 376947"/>
                  <a:gd name="connsiteY24" fmla="*/ 335006 h 338167"/>
                  <a:gd name="connsiteX25" fmla="*/ 79658 w 376947"/>
                  <a:gd name="connsiteY25" fmla="*/ 333764 h 338167"/>
                  <a:gd name="connsiteX26" fmla="*/ 7639 w 376947"/>
                  <a:gd name="connsiteY26" fmla="*/ 181041 h 338167"/>
                  <a:gd name="connsiteX27" fmla="*/ 20056 w 376947"/>
                  <a:gd name="connsiteY27" fmla="*/ 39494 h 338167"/>
                  <a:gd name="connsiteX28" fmla="*/ 80899 w 376947"/>
                  <a:gd name="connsiteY28" fmla="*/ 1003 h 338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376947" h="338167">
                    <a:moveTo>
                      <a:pt x="82167" y="17203"/>
                    </a:moveTo>
                    <a:cubicBezTo>
                      <a:pt x="61064" y="20927"/>
                      <a:pt x="46168" y="30856"/>
                      <a:pt x="33755" y="48233"/>
                    </a:cubicBezTo>
                    <a:cubicBezTo>
                      <a:pt x="13894" y="76780"/>
                      <a:pt x="10170" y="123945"/>
                      <a:pt x="22583" y="178557"/>
                    </a:cubicBezTo>
                    <a:cubicBezTo>
                      <a:pt x="42444" y="259234"/>
                      <a:pt x="63547" y="307640"/>
                      <a:pt x="87132" y="320052"/>
                    </a:cubicBezTo>
                    <a:cubicBezTo>
                      <a:pt x="93339" y="322534"/>
                      <a:pt x="99545" y="323775"/>
                      <a:pt x="106993" y="320052"/>
                    </a:cubicBezTo>
                    <a:cubicBezTo>
                      <a:pt x="142992" y="306399"/>
                      <a:pt x="186438" y="305157"/>
                      <a:pt x="188921" y="305157"/>
                    </a:cubicBezTo>
                    <a:cubicBezTo>
                      <a:pt x="190162" y="305157"/>
                      <a:pt x="233609" y="306399"/>
                      <a:pt x="270848" y="320052"/>
                    </a:cubicBezTo>
                    <a:cubicBezTo>
                      <a:pt x="277055" y="323775"/>
                      <a:pt x="284503" y="322534"/>
                      <a:pt x="289468" y="320052"/>
                    </a:cubicBezTo>
                    <a:cubicBezTo>
                      <a:pt x="313054" y="307640"/>
                      <a:pt x="334156" y="259234"/>
                      <a:pt x="354017" y="178557"/>
                    </a:cubicBezTo>
                    <a:cubicBezTo>
                      <a:pt x="366431" y="123945"/>
                      <a:pt x="362707" y="76780"/>
                      <a:pt x="342845" y="48233"/>
                    </a:cubicBezTo>
                    <a:cubicBezTo>
                      <a:pt x="330432" y="30856"/>
                      <a:pt x="315536" y="20927"/>
                      <a:pt x="294434" y="17203"/>
                    </a:cubicBezTo>
                    <a:cubicBezTo>
                      <a:pt x="238574" y="8515"/>
                      <a:pt x="195128" y="60645"/>
                      <a:pt x="193886" y="61886"/>
                    </a:cubicBezTo>
                    <a:cubicBezTo>
                      <a:pt x="192645" y="63127"/>
                      <a:pt x="190162" y="64368"/>
                      <a:pt x="188921" y="64368"/>
                    </a:cubicBezTo>
                    <a:cubicBezTo>
                      <a:pt x="186438" y="64368"/>
                      <a:pt x="183956" y="63127"/>
                      <a:pt x="182714" y="61886"/>
                    </a:cubicBezTo>
                    <a:cubicBezTo>
                      <a:pt x="182714" y="60645"/>
                      <a:pt x="138027" y="8515"/>
                      <a:pt x="82167" y="17203"/>
                    </a:cubicBezTo>
                    <a:close/>
                    <a:moveTo>
                      <a:pt x="80899" y="1003"/>
                    </a:moveTo>
                    <a:cubicBezTo>
                      <a:pt x="131809" y="-6447"/>
                      <a:pt x="172785" y="29561"/>
                      <a:pt x="188927" y="45702"/>
                    </a:cubicBezTo>
                    <a:cubicBezTo>
                      <a:pt x="203827" y="29561"/>
                      <a:pt x="244803" y="-6447"/>
                      <a:pt x="295712" y="1003"/>
                    </a:cubicBezTo>
                    <a:cubicBezTo>
                      <a:pt x="321788" y="4728"/>
                      <a:pt x="341655" y="18386"/>
                      <a:pt x="356555" y="39494"/>
                    </a:cubicBezTo>
                    <a:cubicBezTo>
                      <a:pt x="378906" y="73018"/>
                      <a:pt x="382631" y="122684"/>
                      <a:pt x="368972" y="181041"/>
                    </a:cubicBezTo>
                    <a:cubicBezTo>
                      <a:pt x="347864" y="269198"/>
                      <a:pt x="324271" y="318864"/>
                      <a:pt x="298196" y="333764"/>
                    </a:cubicBezTo>
                    <a:cubicBezTo>
                      <a:pt x="291987" y="336247"/>
                      <a:pt x="285779" y="337489"/>
                      <a:pt x="279570" y="337489"/>
                    </a:cubicBezTo>
                    <a:cubicBezTo>
                      <a:pt x="274604" y="337489"/>
                      <a:pt x="269637" y="337489"/>
                      <a:pt x="264670" y="335006"/>
                    </a:cubicBezTo>
                    <a:cubicBezTo>
                      <a:pt x="231144" y="322589"/>
                      <a:pt x="188927" y="321348"/>
                      <a:pt x="188927" y="321348"/>
                    </a:cubicBezTo>
                    <a:cubicBezTo>
                      <a:pt x="188927" y="321348"/>
                      <a:pt x="145467" y="322589"/>
                      <a:pt x="111942" y="335006"/>
                    </a:cubicBezTo>
                    <a:cubicBezTo>
                      <a:pt x="100766" y="339972"/>
                      <a:pt x="89591" y="338731"/>
                      <a:pt x="79658" y="333764"/>
                    </a:cubicBezTo>
                    <a:cubicBezTo>
                      <a:pt x="52340" y="318864"/>
                      <a:pt x="28748" y="269198"/>
                      <a:pt x="7639" y="181041"/>
                    </a:cubicBezTo>
                    <a:cubicBezTo>
                      <a:pt x="-6020" y="122684"/>
                      <a:pt x="-1053" y="73018"/>
                      <a:pt x="20056" y="39494"/>
                    </a:cubicBezTo>
                    <a:cubicBezTo>
                      <a:pt x="34957" y="18386"/>
                      <a:pt x="54824" y="4728"/>
                      <a:pt x="80899" y="100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F2FE4DCB-14A0-1249-8962-F3DE5E9184CC}"/>
                  </a:ext>
                </a:extLst>
              </p:cNvPr>
              <p:cNvSpPr/>
              <p:nvPr/>
            </p:nvSpPr>
            <p:spPr>
              <a:xfrm>
                <a:off x="7463542" y="8490560"/>
                <a:ext cx="53569" cy="1769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" h="143">
                    <a:moveTo>
                      <a:pt x="11" y="143"/>
                    </a:moveTo>
                    <a:cubicBezTo>
                      <a:pt x="8" y="143"/>
                      <a:pt x="6" y="141"/>
                      <a:pt x="4" y="139"/>
                    </a:cubicBezTo>
                    <a:cubicBezTo>
                      <a:pt x="4" y="136"/>
                      <a:pt x="-17" y="62"/>
                      <a:pt x="32" y="2"/>
                    </a:cubicBezTo>
                    <a:cubicBezTo>
                      <a:pt x="34" y="-1"/>
                      <a:pt x="38" y="-1"/>
                      <a:pt x="40" y="1"/>
                    </a:cubicBezTo>
                    <a:cubicBezTo>
                      <a:pt x="43" y="3"/>
                      <a:pt x="44" y="7"/>
                      <a:pt x="42" y="10"/>
                    </a:cubicBezTo>
                    <a:cubicBezTo>
                      <a:pt x="-3" y="66"/>
                      <a:pt x="16" y="135"/>
                      <a:pt x="17" y="135"/>
                    </a:cubicBezTo>
                    <a:cubicBezTo>
                      <a:pt x="17" y="138"/>
                      <a:pt x="15" y="142"/>
                      <a:pt x="12" y="1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861CAF39-02F5-8140-A8B5-F498D8DFBAB7}"/>
                  </a:ext>
                </a:extLst>
              </p:cNvPr>
              <p:cNvSpPr/>
              <p:nvPr/>
            </p:nvSpPr>
            <p:spPr>
              <a:xfrm>
                <a:off x="7474754" y="8536671"/>
                <a:ext cx="85960" cy="535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" h="44">
                    <a:moveTo>
                      <a:pt x="0" y="38"/>
                    </a:moveTo>
                    <a:cubicBezTo>
                      <a:pt x="0" y="38"/>
                      <a:pt x="14" y="-1"/>
                      <a:pt x="70" y="0"/>
                    </a:cubicBezTo>
                    <a:cubicBezTo>
                      <a:pt x="70" y="0"/>
                      <a:pt x="52" y="63"/>
                      <a:pt x="0" y="3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6AEF5AE7-65AB-6D48-95E0-D6702719D398}"/>
                  </a:ext>
                </a:extLst>
              </p:cNvPr>
              <p:cNvSpPr/>
              <p:nvPr/>
            </p:nvSpPr>
            <p:spPr>
              <a:xfrm>
                <a:off x="7466033" y="8529112"/>
                <a:ext cx="103401" cy="68625"/>
              </a:xfrm>
              <a:custGeom>
                <a:avLst/>
                <a:gdLst>
                  <a:gd name="connsiteX0" fmla="*/ 83468 w 103401"/>
                  <a:gd name="connsiteY0" fmla="*/ 16283 h 68625"/>
                  <a:gd name="connsiteX1" fmla="*/ 18687 w 103401"/>
                  <a:gd name="connsiteY1" fmla="*/ 50052 h 68625"/>
                  <a:gd name="connsiteX2" fmla="*/ 52911 w 103401"/>
                  <a:gd name="connsiteY2" fmla="*/ 50052 h 68625"/>
                  <a:gd name="connsiteX3" fmla="*/ 83468 w 103401"/>
                  <a:gd name="connsiteY3" fmla="*/ 16283 h 68625"/>
                  <a:gd name="connsiteX4" fmla="*/ 94784 w 103401"/>
                  <a:gd name="connsiteY4" fmla="*/ 82 h 68625"/>
                  <a:gd name="connsiteX5" fmla="*/ 100939 w 103401"/>
                  <a:gd name="connsiteY5" fmla="*/ 3754 h 68625"/>
                  <a:gd name="connsiteX6" fmla="*/ 103401 w 103401"/>
                  <a:gd name="connsiteY6" fmla="*/ 9874 h 68625"/>
                  <a:gd name="connsiteX7" fmla="*/ 59087 w 103401"/>
                  <a:gd name="connsiteY7" fmla="*/ 63729 h 68625"/>
                  <a:gd name="connsiteX8" fmla="*/ 35698 w 103401"/>
                  <a:gd name="connsiteY8" fmla="*/ 68625 h 68625"/>
                  <a:gd name="connsiteX9" fmla="*/ 4924 w 103401"/>
                  <a:gd name="connsiteY9" fmla="*/ 61281 h 68625"/>
                  <a:gd name="connsiteX10" fmla="*/ 0 w 103401"/>
                  <a:gd name="connsiteY10" fmla="*/ 51489 h 68625"/>
                  <a:gd name="connsiteX11" fmla="*/ 94784 w 103401"/>
                  <a:gd name="connsiteY11" fmla="*/ 82 h 68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03401" h="68625">
                    <a:moveTo>
                      <a:pt x="83468" y="16283"/>
                    </a:moveTo>
                    <a:cubicBezTo>
                      <a:pt x="43133" y="17489"/>
                      <a:pt x="26021" y="39198"/>
                      <a:pt x="18687" y="50052"/>
                    </a:cubicBezTo>
                    <a:cubicBezTo>
                      <a:pt x="30910" y="54876"/>
                      <a:pt x="43133" y="53670"/>
                      <a:pt x="52911" y="50052"/>
                    </a:cubicBezTo>
                    <a:cubicBezTo>
                      <a:pt x="68801" y="42816"/>
                      <a:pt x="78579" y="27137"/>
                      <a:pt x="83468" y="16283"/>
                    </a:cubicBezTo>
                    <a:close/>
                    <a:moveTo>
                      <a:pt x="94784" y="82"/>
                    </a:moveTo>
                    <a:cubicBezTo>
                      <a:pt x="97246" y="82"/>
                      <a:pt x="99708" y="1306"/>
                      <a:pt x="100939" y="3754"/>
                    </a:cubicBezTo>
                    <a:cubicBezTo>
                      <a:pt x="103401" y="6202"/>
                      <a:pt x="103401" y="7426"/>
                      <a:pt x="103401" y="9874"/>
                    </a:cubicBezTo>
                    <a:cubicBezTo>
                      <a:pt x="102170" y="12322"/>
                      <a:pt x="89861" y="50265"/>
                      <a:pt x="59087" y="63729"/>
                    </a:cubicBezTo>
                    <a:cubicBezTo>
                      <a:pt x="51701" y="67401"/>
                      <a:pt x="44315" y="68625"/>
                      <a:pt x="35698" y="68625"/>
                    </a:cubicBezTo>
                    <a:cubicBezTo>
                      <a:pt x="25850" y="68625"/>
                      <a:pt x="16003" y="66177"/>
                      <a:pt x="4924" y="61281"/>
                    </a:cubicBezTo>
                    <a:cubicBezTo>
                      <a:pt x="1231" y="58833"/>
                      <a:pt x="0" y="56385"/>
                      <a:pt x="0" y="51489"/>
                    </a:cubicBezTo>
                    <a:cubicBezTo>
                      <a:pt x="1231" y="50265"/>
                      <a:pt x="20927" y="-2366"/>
                      <a:pt x="94784" y="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06EEEAA-BB0C-DC4A-978F-EEDEFB309740}"/>
                </a:ext>
              </a:extLst>
            </p:cNvPr>
            <p:cNvGrpSpPr/>
            <p:nvPr/>
          </p:nvGrpSpPr>
          <p:grpSpPr>
            <a:xfrm>
              <a:off x="6745966" y="7211929"/>
              <a:ext cx="2455455" cy="1086712"/>
              <a:chOff x="6745966" y="7211929"/>
              <a:chExt cx="2455455" cy="1086712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CA315502-363E-FF4C-80BC-7F37E973772C}"/>
                  </a:ext>
                </a:extLst>
              </p:cNvPr>
              <p:cNvSpPr/>
              <p:nvPr/>
            </p:nvSpPr>
            <p:spPr>
              <a:xfrm>
                <a:off x="6753440" y="7220653"/>
                <a:ext cx="2439260" cy="10705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59" h="860">
                    <a:moveTo>
                      <a:pt x="1853" y="0"/>
                    </a:moveTo>
                    <a:lnTo>
                      <a:pt x="980" y="0"/>
                    </a:lnTo>
                    <a:lnTo>
                      <a:pt x="107" y="0"/>
                    </a:lnTo>
                    <a:cubicBezTo>
                      <a:pt x="77" y="0"/>
                      <a:pt x="51" y="11"/>
                      <a:pt x="31" y="31"/>
                    </a:cubicBezTo>
                    <a:cubicBezTo>
                      <a:pt x="12" y="50"/>
                      <a:pt x="0" y="77"/>
                      <a:pt x="0" y="107"/>
                    </a:cubicBezTo>
                    <a:lnTo>
                      <a:pt x="0" y="430"/>
                    </a:lnTo>
                    <a:lnTo>
                      <a:pt x="0" y="753"/>
                    </a:lnTo>
                    <a:cubicBezTo>
                      <a:pt x="0" y="782"/>
                      <a:pt x="12" y="809"/>
                      <a:pt x="31" y="828"/>
                    </a:cubicBezTo>
                    <a:cubicBezTo>
                      <a:pt x="51" y="848"/>
                      <a:pt x="77" y="860"/>
                      <a:pt x="107" y="860"/>
                    </a:cubicBezTo>
                    <a:lnTo>
                      <a:pt x="980" y="860"/>
                    </a:lnTo>
                    <a:lnTo>
                      <a:pt x="1853" y="860"/>
                    </a:lnTo>
                    <a:cubicBezTo>
                      <a:pt x="1882" y="860"/>
                      <a:pt x="1909" y="848"/>
                      <a:pt x="1928" y="828"/>
                    </a:cubicBezTo>
                    <a:cubicBezTo>
                      <a:pt x="1948" y="809"/>
                      <a:pt x="1959" y="782"/>
                      <a:pt x="1959" y="753"/>
                    </a:cubicBezTo>
                    <a:lnTo>
                      <a:pt x="1959" y="430"/>
                    </a:lnTo>
                    <a:lnTo>
                      <a:pt x="1959" y="107"/>
                    </a:lnTo>
                    <a:cubicBezTo>
                      <a:pt x="1959" y="77"/>
                      <a:pt x="1948" y="50"/>
                      <a:pt x="1928" y="31"/>
                    </a:cubicBezTo>
                    <a:cubicBezTo>
                      <a:pt x="1909" y="11"/>
                      <a:pt x="1882" y="0"/>
                      <a:pt x="185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8BB1BFD3-3FF0-5146-97E6-494B55031DB3}"/>
                  </a:ext>
                </a:extLst>
              </p:cNvPr>
              <p:cNvSpPr/>
              <p:nvPr/>
            </p:nvSpPr>
            <p:spPr>
              <a:xfrm>
                <a:off x="6745966" y="7211929"/>
                <a:ext cx="2455455" cy="1086712"/>
              </a:xfrm>
              <a:custGeom>
                <a:avLst/>
                <a:gdLst>
                  <a:gd name="connsiteX0" fmla="*/ 140710 w 2455455"/>
                  <a:gd name="connsiteY0" fmla="*/ 16201 h 1086712"/>
                  <a:gd name="connsiteX1" fmla="*/ 51059 w 2455455"/>
                  <a:gd name="connsiteY1" fmla="*/ 52299 h 1086712"/>
                  <a:gd name="connsiteX2" fmla="*/ 14949 w 2455455"/>
                  <a:gd name="connsiteY2" fmla="*/ 141922 h 1086712"/>
                  <a:gd name="connsiteX3" fmla="*/ 14949 w 2455455"/>
                  <a:gd name="connsiteY3" fmla="*/ 946035 h 1086712"/>
                  <a:gd name="connsiteX4" fmla="*/ 51059 w 2455455"/>
                  <a:gd name="connsiteY4" fmla="*/ 1034413 h 1086712"/>
                  <a:gd name="connsiteX5" fmla="*/ 140710 w 2455455"/>
                  <a:gd name="connsiteY5" fmla="*/ 1070511 h 1086712"/>
                  <a:gd name="connsiteX6" fmla="*/ 2314745 w 2455455"/>
                  <a:gd name="connsiteY6" fmla="*/ 1070511 h 1086712"/>
                  <a:gd name="connsiteX7" fmla="*/ 2403150 w 2455455"/>
                  <a:gd name="connsiteY7" fmla="*/ 1034413 h 1086712"/>
                  <a:gd name="connsiteX8" fmla="*/ 2439260 w 2455455"/>
                  <a:gd name="connsiteY8" fmla="*/ 946035 h 1086712"/>
                  <a:gd name="connsiteX9" fmla="*/ 2439260 w 2455455"/>
                  <a:gd name="connsiteY9" fmla="*/ 141922 h 1086712"/>
                  <a:gd name="connsiteX10" fmla="*/ 2403150 w 2455455"/>
                  <a:gd name="connsiteY10" fmla="*/ 52299 h 1086712"/>
                  <a:gd name="connsiteX11" fmla="*/ 2314745 w 2455455"/>
                  <a:gd name="connsiteY11" fmla="*/ 16201 h 1086712"/>
                  <a:gd name="connsiteX12" fmla="*/ 140703 w 2455455"/>
                  <a:gd name="connsiteY12" fmla="*/ 0 h 1086712"/>
                  <a:gd name="connsiteX13" fmla="*/ 2314752 w 2455455"/>
                  <a:gd name="connsiteY13" fmla="*/ 0 h 1086712"/>
                  <a:gd name="connsiteX14" fmla="*/ 2413120 w 2455455"/>
                  <a:gd name="connsiteY14" fmla="*/ 42324 h 1086712"/>
                  <a:gd name="connsiteX15" fmla="*/ 2455455 w 2455455"/>
                  <a:gd name="connsiteY15" fmla="*/ 141908 h 1086712"/>
                  <a:gd name="connsiteX16" fmla="*/ 2455455 w 2455455"/>
                  <a:gd name="connsiteY16" fmla="*/ 946050 h 1086712"/>
                  <a:gd name="connsiteX17" fmla="*/ 2413120 w 2455455"/>
                  <a:gd name="connsiteY17" fmla="*/ 1045634 h 1086712"/>
                  <a:gd name="connsiteX18" fmla="*/ 2314752 w 2455455"/>
                  <a:gd name="connsiteY18" fmla="*/ 1086712 h 1086712"/>
                  <a:gd name="connsiteX19" fmla="*/ 140703 w 2455455"/>
                  <a:gd name="connsiteY19" fmla="*/ 1086712 h 1086712"/>
                  <a:gd name="connsiteX20" fmla="*/ 41091 w 2455455"/>
                  <a:gd name="connsiteY20" fmla="*/ 1045634 h 1086712"/>
                  <a:gd name="connsiteX21" fmla="*/ 0 w 2455455"/>
                  <a:gd name="connsiteY21" fmla="*/ 946050 h 1086712"/>
                  <a:gd name="connsiteX22" fmla="*/ 0 w 2455455"/>
                  <a:gd name="connsiteY22" fmla="*/ 141908 h 1086712"/>
                  <a:gd name="connsiteX23" fmla="*/ 41091 w 2455455"/>
                  <a:gd name="connsiteY23" fmla="*/ 42324 h 1086712"/>
                  <a:gd name="connsiteX24" fmla="*/ 140703 w 2455455"/>
                  <a:gd name="connsiteY24" fmla="*/ 0 h 1086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455455" h="1086712">
                    <a:moveTo>
                      <a:pt x="140710" y="16201"/>
                    </a:moveTo>
                    <a:cubicBezTo>
                      <a:pt x="107090" y="16201"/>
                      <a:pt x="74717" y="28649"/>
                      <a:pt x="51059" y="52299"/>
                    </a:cubicBezTo>
                    <a:cubicBezTo>
                      <a:pt x="28646" y="75950"/>
                      <a:pt x="14949" y="108313"/>
                      <a:pt x="14949" y="141922"/>
                    </a:cubicBezTo>
                    <a:lnTo>
                      <a:pt x="14949" y="946035"/>
                    </a:lnTo>
                    <a:cubicBezTo>
                      <a:pt x="14949" y="979644"/>
                      <a:pt x="28646" y="1010763"/>
                      <a:pt x="51059" y="1034413"/>
                    </a:cubicBezTo>
                    <a:cubicBezTo>
                      <a:pt x="74717" y="1058064"/>
                      <a:pt x="107090" y="1070511"/>
                      <a:pt x="140710" y="1070511"/>
                    </a:cubicBezTo>
                    <a:lnTo>
                      <a:pt x="2314745" y="1070511"/>
                    </a:lnTo>
                    <a:cubicBezTo>
                      <a:pt x="2348364" y="1070511"/>
                      <a:pt x="2379493" y="1058064"/>
                      <a:pt x="2403150" y="1034413"/>
                    </a:cubicBezTo>
                    <a:cubicBezTo>
                      <a:pt x="2426808" y="1010763"/>
                      <a:pt x="2439260" y="979644"/>
                      <a:pt x="2439260" y="946035"/>
                    </a:cubicBezTo>
                    <a:lnTo>
                      <a:pt x="2439260" y="141922"/>
                    </a:lnTo>
                    <a:cubicBezTo>
                      <a:pt x="2439260" y="108313"/>
                      <a:pt x="2426808" y="75950"/>
                      <a:pt x="2403150" y="52299"/>
                    </a:cubicBezTo>
                    <a:cubicBezTo>
                      <a:pt x="2379493" y="28649"/>
                      <a:pt x="2348364" y="16201"/>
                      <a:pt x="2314745" y="16201"/>
                    </a:cubicBezTo>
                    <a:close/>
                    <a:moveTo>
                      <a:pt x="140703" y="0"/>
                    </a:moveTo>
                    <a:lnTo>
                      <a:pt x="2314752" y="0"/>
                    </a:lnTo>
                    <a:cubicBezTo>
                      <a:pt x="2352107" y="0"/>
                      <a:pt x="2386971" y="14938"/>
                      <a:pt x="2413120" y="42324"/>
                    </a:cubicBezTo>
                    <a:cubicBezTo>
                      <a:pt x="2440513" y="68464"/>
                      <a:pt x="2455455" y="103319"/>
                      <a:pt x="2455455" y="141908"/>
                    </a:cubicBezTo>
                    <a:lnTo>
                      <a:pt x="2455455" y="946050"/>
                    </a:lnTo>
                    <a:cubicBezTo>
                      <a:pt x="2455455" y="983394"/>
                      <a:pt x="2440513" y="1019493"/>
                      <a:pt x="2413120" y="1045634"/>
                    </a:cubicBezTo>
                    <a:cubicBezTo>
                      <a:pt x="2386971" y="1071775"/>
                      <a:pt x="2352107" y="1086712"/>
                      <a:pt x="2314752" y="1086712"/>
                    </a:cubicBezTo>
                    <a:lnTo>
                      <a:pt x="140703" y="1086712"/>
                    </a:lnTo>
                    <a:cubicBezTo>
                      <a:pt x="102103" y="1086712"/>
                      <a:pt x="67239" y="1071775"/>
                      <a:pt x="41091" y="1045634"/>
                    </a:cubicBezTo>
                    <a:cubicBezTo>
                      <a:pt x="14942" y="1019493"/>
                      <a:pt x="0" y="983394"/>
                      <a:pt x="0" y="946050"/>
                    </a:cubicBezTo>
                    <a:lnTo>
                      <a:pt x="0" y="141908"/>
                    </a:lnTo>
                    <a:cubicBezTo>
                      <a:pt x="0" y="103319"/>
                      <a:pt x="14942" y="68464"/>
                      <a:pt x="41091" y="42324"/>
                    </a:cubicBezTo>
                    <a:cubicBezTo>
                      <a:pt x="67239" y="14938"/>
                      <a:pt x="102103" y="0"/>
                      <a:pt x="1407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A953572E-EDC8-704A-BAE9-600271C7005D}"/>
                  </a:ext>
                </a:extLst>
              </p:cNvPr>
              <p:cNvSpPr/>
              <p:nvPr/>
            </p:nvSpPr>
            <p:spPr>
              <a:xfrm>
                <a:off x="6865562" y="7334060"/>
                <a:ext cx="691414" cy="8424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6" h="677">
                    <a:moveTo>
                      <a:pt x="508" y="0"/>
                    </a:moveTo>
                    <a:lnTo>
                      <a:pt x="49" y="0"/>
                    </a:lnTo>
                    <a:cubicBezTo>
                      <a:pt x="22" y="0"/>
                      <a:pt x="0" y="22"/>
                      <a:pt x="0" y="48"/>
                    </a:cubicBezTo>
                    <a:lnTo>
                      <a:pt x="0" y="629"/>
                    </a:lnTo>
                    <a:cubicBezTo>
                      <a:pt x="0" y="656"/>
                      <a:pt x="22" y="677"/>
                      <a:pt x="49" y="677"/>
                    </a:cubicBezTo>
                    <a:lnTo>
                      <a:pt x="508" y="677"/>
                    </a:lnTo>
                    <a:cubicBezTo>
                      <a:pt x="535" y="677"/>
                      <a:pt x="556" y="656"/>
                      <a:pt x="556" y="629"/>
                    </a:cubicBezTo>
                    <a:lnTo>
                      <a:pt x="556" y="48"/>
                    </a:lnTo>
                    <a:cubicBezTo>
                      <a:pt x="556" y="22"/>
                      <a:pt x="535" y="0"/>
                      <a:pt x="5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96B89BE7-3894-C14B-BEBD-54F07B2417F3}"/>
                  </a:ext>
                </a:extLst>
              </p:cNvPr>
              <p:cNvSpPr/>
              <p:nvPr/>
            </p:nvSpPr>
            <p:spPr>
              <a:xfrm>
                <a:off x="7687784" y="7211929"/>
                <a:ext cx="14950" cy="10867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873">
                    <a:moveTo>
                      <a:pt x="6" y="873"/>
                    </a:moveTo>
                    <a:cubicBezTo>
                      <a:pt x="3" y="873"/>
                      <a:pt x="0" y="870"/>
                      <a:pt x="0" y="867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867"/>
                    </a:lnTo>
                    <a:cubicBezTo>
                      <a:pt x="13" y="870"/>
                      <a:pt x="10" y="873"/>
                      <a:pt x="6" y="87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7D745109-25D9-7F41-A2B8-A2C89C3C1E65}"/>
                  </a:ext>
                </a:extLst>
              </p:cNvPr>
              <p:cNvSpPr/>
              <p:nvPr/>
            </p:nvSpPr>
            <p:spPr>
              <a:xfrm>
                <a:off x="7847246" y="7385155"/>
                <a:ext cx="1208418" cy="12586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71" h="102">
                    <a:moveTo>
                      <a:pt x="920" y="0"/>
                    </a:moveTo>
                    <a:lnTo>
                      <a:pt x="485" y="0"/>
                    </a:lnTo>
                    <a:lnTo>
                      <a:pt x="50" y="0"/>
                    </a:lnTo>
                    <a:cubicBezTo>
                      <a:pt x="36" y="0"/>
                      <a:pt x="24" y="6"/>
                      <a:pt x="14" y="15"/>
                    </a:cubicBezTo>
                    <a:cubicBezTo>
                      <a:pt x="5" y="25"/>
                      <a:pt x="0" y="37"/>
                      <a:pt x="0" y="51"/>
                    </a:cubicBezTo>
                    <a:cubicBezTo>
                      <a:pt x="0" y="66"/>
                      <a:pt x="5" y="78"/>
                      <a:pt x="14" y="87"/>
                    </a:cubicBezTo>
                    <a:cubicBezTo>
                      <a:pt x="24" y="97"/>
                      <a:pt x="36" y="102"/>
                      <a:pt x="50" y="102"/>
                    </a:cubicBezTo>
                    <a:lnTo>
                      <a:pt x="485" y="102"/>
                    </a:lnTo>
                    <a:lnTo>
                      <a:pt x="920" y="102"/>
                    </a:lnTo>
                    <a:cubicBezTo>
                      <a:pt x="934" y="102"/>
                      <a:pt x="947" y="97"/>
                      <a:pt x="956" y="87"/>
                    </a:cubicBezTo>
                    <a:cubicBezTo>
                      <a:pt x="965" y="78"/>
                      <a:pt x="971" y="66"/>
                      <a:pt x="971" y="51"/>
                    </a:cubicBezTo>
                    <a:cubicBezTo>
                      <a:pt x="971" y="37"/>
                      <a:pt x="965" y="25"/>
                      <a:pt x="956" y="15"/>
                    </a:cubicBezTo>
                    <a:cubicBezTo>
                      <a:pt x="947" y="6"/>
                      <a:pt x="934" y="0"/>
                      <a:pt x="9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B14481BF-B9A8-9C42-B712-E0A250230D02}"/>
                  </a:ext>
                </a:extLst>
              </p:cNvPr>
              <p:cNvSpPr/>
              <p:nvPr/>
            </p:nvSpPr>
            <p:spPr>
              <a:xfrm>
                <a:off x="7838525" y="7377678"/>
                <a:ext cx="1224613" cy="142070"/>
              </a:xfrm>
              <a:custGeom>
                <a:avLst/>
                <a:gdLst>
                  <a:gd name="connsiteX0" fmla="*/ 70953 w 1224613"/>
                  <a:gd name="connsiteY0" fmla="*/ 14954 h 142070"/>
                  <a:gd name="connsiteX1" fmla="*/ 32374 w 1224613"/>
                  <a:gd name="connsiteY1" fmla="*/ 32208 h 142070"/>
                  <a:gd name="connsiteX2" fmla="*/ 16195 w 1224613"/>
                  <a:gd name="connsiteY2" fmla="*/ 70411 h 142070"/>
                  <a:gd name="connsiteX3" fmla="*/ 32374 w 1224613"/>
                  <a:gd name="connsiteY3" fmla="*/ 109847 h 142070"/>
                  <a:gd name="connsiteX4" fmla="*/ 70953 w 1224613"/>
                  <a:gd name="connsiteY4" fmla="*/ 125868 h 142070"/>
                  <a:gd name="connsiteX5" fmla="*/ 1153661 w 1224613"/>
                  <a:gd name="connsiteY5" fmla="*/ 125868 h 142070"/>
                  <a:gd name="connsiteX6" fmla="*/ 1193485 w 1224613"/>
                  <a:gd name="connsiteY6" fmla="*/ 109847 h 142070"/>
                  <a:gd name="connsiteX7" fmla="*/ 1209663 w 1224613"/>
                  <a:gd name="connsiteY7" fmla="*/ 70411 h 142070"/>
                  <a:gd name="connsiteX8" fmla="*/ 1193485 w 1224613"/>
                  <a:gd name="connsiteY8" fmla="*/ 32208 h 142070"/>
                  <a:gd name="connsiteX9" fmla="*/ 1153661 w 1224613"/>
                  <a:gd name="connsiteY9" fmla="*/ 14954 h 142070"/>
                  <a:gd name="connsiteX10" fmla="*/ 70938 w 1224613"/>
                  <a:gd name="connsiteY10" fmla="*/ 0 h 142070"/>
                  <a:gd name="connsiteX11" fmla="*/ 1153675 w 1224613"/>
                  <a:gd name="connsiteY11" fmla="*/ 0 h 142070"/>
                  <a:gd name="connsiteX12" fmla="*/ 1204701 w 1224613"/>
                  <a:gd name="connsiteY12" fmla="*/ 21002 h 142070"/>
                  <a:gd name="connsiteX13" fmla="*/ 1224613 w 1224613"/>
                  <a:gd name="connsiteY13" fmla="*/ 70418 h 142070"/>
                  <a:gd name="connsiteX14" fmla="*/ 1204701 w 1224613"/>
                  <a:gd name="connsiteY14" fmla="*/ 121069 h 142070"/>
                  <a:gd name="connsiteX15" fmla="*/ 1153675 w 1224613"/>
                  <a:gd name="connsiteY15" fmla="*/ 142070 h 142070"/>
                  <a:gd name="connsiteX16" fmla="*/ 70938 w 1224613"/>
                  <a:gd name="connsiteY16" fmla="*/ 142070 h 142070"/>
                  <a:gd name="connsiteX17" fmla="*/ 21157 w 1224613"/>
                  <a:gd name="connsiteY17" fmla="*/ 121069 h 142070"/>
                  <a:gd name="connsiteX18" fmla="*/ 0 w 1224613"/>
                  <a:gd name="connsiteY18" fmla="*/ 70418 h 142070"/>
                  <a:gd name="connsiteX19" fmla="*/ 21157 w 1224613"/>
                  <a:gd name="connsiteY19" fmla="*/ 21002 h 142070"/>
                  <a:gd name="connsiteX20" fmla="*/ 70938 w 1224613"/>
                  <a:gd name="connsiteY20" fmla="*/ 0 h 14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24613" h="142070">
                    <a:moveTo>
                      <a:pt x="70953" y="14954"/>
                    </a:moveTo>
                    <a:cubicBezTo>
                      <a:pt x="57263" y="14954"/>
                      <a:pt x="42330" y="21116"/>
                      <a:pt x="32374" y="32208"/>
                    </a:cubicBezTo>
                    <a:cubicBezTo>
                      <a:pt x="22418" y="42067"/>
                      <a:pt x="16195" y="55623"/>
                      <a:pt x="16195" y="70411"/>
                    </a:cubicBezTo>
                    <a:cubicBezTo>
                      <a:pt x="16195" y="85200"/>
                      <a:pt x="22418" y="98756"/>
                      <a:pt x="32374" y="109847"/>
                    </a:cubicBezTo>
                    <a:cubicBezTo>
                      <a:pt x="42330" y="119706"/>
                      <a:pt x="57263" y="125868"/>
                      <a:pt x="70953" y="125868"/>
                    </a:cubicBezTo>
                    <a:lnTo>
                      <a:pt x="1153661" y="125868"/>
                    </a:lnTo>
                    <a:cubicBezTo>
                      <a:pt x="1168595" y="125868"/>
                      <a:pt x="1182284" y="119706"/>
                      <a:pt x="1193485" y="109847"/>
                    </a:cubicBezTo>
                    <a:cubicBezTo>
                      <a:pt x="1203441" y="98756"/>
                      <a:pt x="1209663" y="85200"/>
                      <a:pt x="1209663" y="70411"/>
                    </a:cubicBezTo>
                    <a:cubicBezTo>
                      <a:pt x="1209663" y="55623"/>
                      <a:pt x="1203441" y="42067"/>
                      <a:pt x="1193485" y="32208"/>
                    </a:cubicBezTo>
                    <a:cubicBezTo>
                      <a:pt x="1182284" y="21116"/>
                      <a:pt x="1168595" y="14954"/>
                      <a:pt x="1153661" y="14954"/>
                    </a:cubicBezTo>
                    <a:close/>
                    <a:moveTo>
                      <a:pt x="70938" y="0"/>
                    </a:moveTo>
                    <a:lnTo>
                      <a:pt x="1153675" y="0"/>
                    </a:lnTo>
                    <a:cubicBezTo>
                      <a:pt x="1172343" y="0"/>
                      <a:pt x="1191011" y="7413"/>
                      <a:pt x="1204701" y="21002"/>
                    </a:cubicBezTo>
                    <a:cubicBezTo>
                      <a:pt x="1217146" y="34591"/>
                      <a:pt x="1224613" y="51887"/>
                      <a:pt x="1224613" y="70418"/>
                    </a:cubicBezTo>
                    <a:cubicBezTo>
                      <a:pt x="1224613" y="88948"/>
                      <a:pt x="1217146" y="107479"/>
                      <a:pt x="1204701" y="121069"/>
                    </a:cubicBezTo>
                    <a:cubicBezTo>
                      <a:pt x="1191011" y="133423"/>
                      <a:pt x="1172343" y="142070"/>
                      <a:pt x="1153675" y="142070"/>
                    </a:cubicBezTo>
                    <a:lnTo>
                      <a:pt x="70938" y="142070"/>
                    </a:lnTo>
                    <a:cubicBezTo>
                      <a:pt x="52270" y="142070"/>
                      <a:pt x="34847" y="133423"/>
                      <a:pt x="21157" y="121069"/>
                    </a:cubicBezTo>
                    <a:cubicBezTo>
                      <a:pt x="7467" y="107479"/>
                      <a:pt x="0" y="88948"/>
                      <a:pt x="0" y="70418"/>
                    </a:cubicBezTo>
                    <a:cubicBezTo>
                      <a:pt x="0" y="51887"/>
                      <a:pt x="7467" y="34591"/>
                      <a:pt x="21157" y="21002"/>
                    </a:cubicBezTo>
                    <a:cubicBezTo>
                      <a:pt x="34847" y="7413"/>
                      <a:pt x="52270" y="0"/>
                      <a:pt x="709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E9B36B22-42FA-EC41-B9CB-D6EEE2A42ED3}"/>
                  </a:ext>
                </a:extLst>
              </p:cNvPr>
              <p:cNvSpPr/>
              <p:nvPr/>
            </p:nvSpPr>
            <p:spPr>
              <a:xfrm>
                <a:off x="7847246" y="7714160"/>
                <a:ext cx="1208418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71">
                    <a:moveTo>
                      <a:pt x="0" y="0"/>
                    </a:moveTo>
                    <a:lnTo>
                      <a:pt x="971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2434EE2C-DCD1-984D-B4FD-BACFC0CB3D6D}"/>
                  </a:ext>
                </a:extLst>
              </p:cNvPr>
              <p:cNvSpPr/>
              <p:nvPr/>
            </p:nvSpPr>
            <p:spPr>
              <a:xfrm>
                <a:off x="7838525" y="7706682"/>
                <a:ext cx="122461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4" h="12">
                    <a:moveTo>
                      <a:pt x="978" y="12"/>
                    </a:moveTo>
                    <a:lnTo>
                      <a:pt x="7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978" y="0"/>
                    </a:lnTo>
                    <a:cubicBezTo>
                      <a:pt x="981" y="0"/>
                      <a:pt x="984" y="3"/>
                      <a:pt x="984" y="6"/>
                    </a:cubicBezTo>
                    <a:cubicBezTo>
                      <a:pt x="984" y="10"/>
                      <a:pt x="981" y="12"/>
                      <a:pt x="978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6206D8F2-2A00-2E41-9F64-B802D583195B}"/>
                  </a:ext>
                </a:extLst>
              </p:cNvPr>
              <p:cNvSpPr/>
              <p:nvPr/>
            </p:nvSpPr>
            <p:spPr>
              <a:xfrm>
                <a:off x="8481354" y="7881151"/>
                <a:ext cx="574310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2">
                    <a:moveTo>
                      <a:pt x="0" y="0"/>
                    </a:moveTo>
                    <a:lnTo>
                      <a:pt x="462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C72FDC75-7576-3E41-836D-AE47704D9102}"/>
                  </a:ext>
                </a:extLst>
              </p:cNvPr>
              <p:cNvSpPr/>
              <p:nvPr/>
            </p:nvSpPr>
            <p:spPr>
              <a:xfrm>
                <a:off x="8473879" y="7873677"/>
                <a:ext cx="589259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4" h="12">
                    <a:moveTo>
                      <a:pt x="468" y="12"/>
                    </a:moveTo>
                    <a:lnTo>
                      <a:pt x="6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468" y="0"/>
                    </a:lnTo>
                    <a:cubicBezTo>
                      <a:pt x="471" y="0"/>
                      <a:pt x="474" y="2"/>
                      <a:pt x="474" y="6"/>
                    </a:cubicBezTo>
                    <a:cubicBezTo>
                      <a:pt x="474" y="9"/>
                      <a:pt x="471" y="12"/>
                      <a:pt x="468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054FF903-8080-8740-B7BD-4FA1522A442C}"/>
                  </a:ext>
                </a:extLst>
              </p:cNvPr>
              <p:cNvSpPr/>
              <p:nvPr/>
            </p:nvSpPr>
            <p:spPr>
              <a:xfrm>
                <a:off x="7847246" y="7881151"/>
                <a:ext cx="343839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7">
                    <a:moveTo>
                      <a:pt x="0" y="0"/>
                    </a:moveTo>
                    <a:lnTo>
                      <a:pt x="27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1A899D65-120A-5542-8D8E-5990AE2B1546}"/>
                  </a:ext>
                </a:extLst>
              </p:cNvPr>
              <p:cNvSpPr/>
              <p:nvPr/>
            </p:nvSpPr>
            <p:spPr>
              <a:xfrm>
                <a:off x="7838525" y="7873677"/>
                <a:ext cx="361280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1" h="12">
                    <a:moveTo>
                      <a:pt x="284" y="12"/>
                    </a:moveTo>
                    <a:lnTo>
                      <a:pt x="7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7" y="0"/>
                    </a:cubicBezTo>
                    <a:lnTo>
                      <a:pt x="284" y="0"/>
                    </a:lnTo>
                    <a:cubicBezTo>
                      <a:pt x="288" y="0"/>
                      <a:pt x="291" y="2"/>
                      <a:pt x="291" y="6"/>
                    </a:cubicBezTo>
                    <a:cubicBezTo>
                      <a:pt x="291" y="9"/>
                      <a:pt x="288" y="12"/>
                      <a:pt x="284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0DDF34BC-4F43-424A-8AA0-A08646ABC94C}"/>
                  </a:ext>
                </a:extLst>
              </p:cNvPr>
              <p:cNvSpPr/>
              <p:nvPr/>
            </p:nvSpPr>
            <p:spPr>
              <a:xfrm>
                <a:off x="7847246" y="8046903"/>
                <a:ext cx="1208418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71">
                    <a:moveTo>
                      <a:pt x="0" y="0"/>
                    </a:moveTo>
                    <a:lnTo>
                      <a:pt x="971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8C869083-5B78-5147-97DF-FC0328704154}"/>
                  </a:ext>
                </a:extLst>
              </p:cNvPr>
              <p:cNvSpPr/>
              <p:nvPr/>
            </p:nvSpPr>
            <p:spPr>
              <a:xfrm>
                <a:off x="7838525" y="8039425"/>
                <a:ext cx="122461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4" h="12">
                    <a:moveTo>
                      <a:pt x="978" y="12"/>
                    </a:moveTo>
                    <a:lnTo>
                      <a:pt x="7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2"/>
                      <a:pt x="3" y="0"/>
                      <a:pt x="7" y="0"/>
                    </a:cubicBezTo>
                    <a:lnTo>
                      <a:pt x="978" y="0"/>
                    </a:lnTo>
                    <a:cubicBezTo>
                      <a:pt x="981" y="0"/>
                      <a:pt x="984" y="2"/>
                      <a:pt x="984" y="6"/>
                    </a:cubicBezTo>
                    <a:cubicBezTo>
                      <a:pt x="984" y="10"/>
                      <a:pt x="981" y="12"/>
                      <a:pt x="978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F0C5F59F-EBCB-9E40-A0D1-42FA949CF576}"/>
                  </a:ext>
                </a:extLst>
              </p:cNvPr>
              <p:cNvSpPr/>
              <p:nvPr/>
            </p:nvSpPr>
            <p:spPr>
              <a:xfrm>
                <a:off x="6954013" y="7590783"/>
                <a:ext cx="514512" cy="5782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4" h="465">
                    <a:moveTo>
                      <a:pt x="278" y="213"/>
                    </a:moveTo>
                    <a:cubicBezTo>
                      <a:pt x="307" y="192"/>
                      <a:pt x="326" y="157"/>
                      <a:pt x="326" y="119"/>
                    </a:cubicBezTo>
                    <a:cubicBezTo>
                      <a:pt x="326" y="53"/>
                      <a:pt x="272" y="0"/>
                      <a:pt x="207" y="0"/>
                    </a:cubicBezTo>
                    <a:cubicBezTo>
                      <a:pt x="142" y="0"/>
                      <a:pt x="88" y="53"/>
                      <a:pt x="88" y="119"/>
                    </a:cubicBezTo>
                    <a:cubicBezTo>
                      <a:pt x="88" y="157"/>
                      <a:pt x="107" y="192"/>
                      <a:pt x="136" y="213"/>
                    </a:cubicBezTo>
                    <a:cubicBezTo>
                      <a:pt x="57" y="243"/>
                      <a:pt x="0" y="318"/>
                      <a:pt x="0" y="408"/>
                    </a:cubicBezTo>
                    <a:lnTo>
                      <a:pt x="0" y="463"/>
                    </a:lnTo>
                    <a:cubicBezTo>
                      <a:pt x="2" y="464"/>
                      <a:pt x="3" y="465"/>
                      <a:pt x="4" y="465"/>
                    </a:cubicBezTo>
                    <a:lnTo>
                      <a:pt x="410" y="465"/>
                    </a:lnTo>
                    <a:cubicBezTo>
                      <a:pt x="411" y="465"/>
                      <a:pt x="413" y="464"/>
                      <a:pt x="414" y="463"/>
                    </a:cubicBezTo>
                    <a:lnTo>
                      <a:pt x="414" y="408"/>
                    </a:lnTo>
                    <a:cubicBezTo>
                      <a:pt x="414" y="318"/>
                      <a:pt x="358" y="243"/>
                      <a:pt x="278" y="21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B890ED97-7F60-6444-81C4-12DD7311F603}"/>
                  </a:ext>
                </a:extLst>
              </p:cNvPr>
              <p:cNvSpPr/>
              <p:nvPr/>
            </p:nvSpPr>
            <p:spPr>
              <a:xfrm>
                <a:off x="6946538" y="7583305"/>
                <a:ext cx="529461" cy="593205"/>
              </a:xfrm>
              <a:custGeom>
                <a:avLst/>
                <a:gdLst>
                  <a:gd name="connsiteX0" fmla="*/ 264732 w 529461"/>
                  <a:gd name="connsiteY0" fmla="*/ 16201 h 593205"/>
                  <a:gd name="connsiteX1" fmla="*/ 124309 w 529461"/>
                  <a:gd name="connsiteY1" fmla="*/ 155470 h 593205"/>
                  <a:gd name="connsiteX2" fmla="*/ 181472 w 529461"/>
                  <a:gd name="connsiteY2" fmla="*/ 266139 h 593205"/>
                  <a:gd name="connsiteX3" fmla="*/ 183958 w 529461"/>
                  <a:gd name="connsiteY3" fmla="*/ 273600 h 593205"/>
                  <a:gd name="connsiteX4" fmla="*/ 178987 w 529461"/>
                  <a:gd name="connsiteY4" fmla="*/ 279817 h 593205"/>
                  <a:gd name="connsiteX5" fmla="*/ 16195 w 529461"/>
                  <a:gd name="connsiteY5" fmla="*/ 514833 h 593205"/>
                  <a:gd name="connsiteX6" fmla="*/ 16195 w 529461"/>
                  <a:gd name="connsiteY6" fmla="*/ 578250 h 593205"/>
                  <a:gd name="connsiteX7" fmla="*/ 514512 w 529461"/>
                  <a:gd name="connsiteY7" fmla="*/ 578250 h 593205"/>
                  <a:gd name="connsiteX8" fmla="*/ 514512 w 529461"/>
                  <a:gd name="connsiteY8" fmla="*/ 514833 h 593205"/>
                  <a:gd name="connsiteX9" fmla="*/ 350478 w 529461"/>
                  <a:gd name="connsiteY9" fmla="*/ 279817 h 593205"/>
                  <a:gd name="connsiteX10" fmla="*/ 345507 w 529461"/>
                  <a:gd name="connsiteY10" fmla="*/ 273600 h 593205"/>
                  <a:gd name="connsiteX11" fmla="*/ 347992 w 529461"/>
                  <a:gd name="connsiteY11" fmla="*/ 266139 h 593205"/>
                  <a:gd name="connsiteX12" fmla="*/ 405156 w 529461"/>
                  <a:gd name="connsiteY12" fmla="*/ 155470 h 593205"/>
                  <a:gd name="connsiteX13" fmla="*/ 264732 w 529461"/>
                  <a:gd name="connsiteY13" fmla="*/ 16201 h 593205"/>
                  <a:gd name="connsiteX14" fmla="*/ 264731 w 529461"/>
                  <a:gd name="connsiteY14" fmla="*/ 0 h 593205"/>
                  <a:gd name="connsiteX15" fmla="*/ 420089 w 529461"/>
                  <a:gd name="connsiteY15" fmla="*/ 155452 h 593205"/>
                  <a:gd name="connsiteX16" fmla="*/ 367889 w 529461"/>
                  <a:gd name="connsiteY16" fmla="*/ 269865 h 593205"/>
                  <a:gd name="connsiteX17" fmla="*/ 529461 w 529461"/>
                  <a:gd name="connsiteY17" fmla="*/ 514857 h 593205"/>
                  <a:gd name="connsiteX18" fmla="*/ 529461 w 529461"/>
                  <a:gd name="connsiteY18" fmla="*/ 583256 h 593205"/>
                  <a:gd name="connsiteX19" fmla="*/ 526975 w 529461"/>
                  <a:gd name="connsiteY19" fmla="*/ 589474 h 593205"/>
                  <a:gd name="connsiteX20" fmla="*/ 523247 w 529461"/>
                  <a:gd name="connsiteY20" fmla="*/ 590718 h 593205"/>
                  <a:gd name="connsiteX21" fmla="*/ 522004 w 529461"/>
                  <a:gd name="connsiteY21" fmla="*/ 593205 h 593205"/>
                  <a:gd name="connsiteX22" fmla="*/ 517033 w 529461"/>
                  <a:gd name="connsiteY22" fmla="*/ 593205 h 593205"/>
                  <a:gd name="connsiteX23" fmla="*/ 12429 w 529461"/>
                  <a:gd name="connsiteY23" fmla="*/ 593205 h 593205"/>
                  <a:gd name="connsiteX24" fmla="*/ 7457 w 529461"/>
                  <a:gd name="connsiteY24" fmla="*/ 593205 h 593205"/>
                  <a:gd name="connsiteX25" fmla="*/ 6215 w 529461"/>
                  <a:gd name="connsiteY25" fmla="*/ 590718 h 593205"/>
                  <a:gd name="connsiteX26" fmla="*/ 3729 w 529461"/>
                  <a:gd name="connsiteY26" fmla="*/ 589474 h 593205"/>
                  <a:gd name="connsiteX27" fmla="*/ 0 w 529461"/>
                  <a:gd name="connsiteY27" fmla="*/ 583256 h 593205"/>
                  <a:gd name="connsiteX28" fmla="*/ 0 w 529461"/>
                  <a:gd name="connsiteY28" fmla="*/ 514857 h 593205"/>
                  <a:gd name="connsiteX29" fmla="*/ 161573 w 529461"/>
                  <a:gd name="connsiteY29" fmla="*/ 269865 h 593205"/>
                  <a:gd name="connsiteX30" fmla="*/ 109372 w 529461"/>
                  <a:gd name="connsiteY30" fmla="*/ 155452 h 593205"/>
                  <a:gd name="connsiteX31" fmla="*/ 264731 w 529461"/>
                  <a:gd name="connsiteY31" fmla="*/ 0 h 593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529461" h="593205">
                    <a:moveTo>
                      <a:pt x="264732" y="16201"/>
                    </a:moveTo>
                    <a:cubicBezTo>
                      <a:pt x="187686" y="16201"/>
                      <a:pt x="124309" y="78375"/>
                      <a:pt x="124309" y="155470"/>
                    </a:cubicBezTo>
                    <a:cubicBezTo>
                      <a:pt x="124309" y="200235"/>
                      <a:pt x="145435" y="240026"/>
                      <a:pt x="181472" y="266139"/>
                    </a:cubicBezTo>
                    <a:cubicBezTo>
                      <a:pt x="183958" y="267382"/>
                      <a:pt x="185201" y="271113"/>
                      <a:pt x="183958" y="273600"/>
                    </a:cubicBezTo>
                    <a:cubicBezTo>
                      <a:pt x="183958" y="277330"/>
                      <a:pt x="181472" y="279817"/>
                      <a:pt x="178987" y="279817"/>
                    </a:cubicBezTo>
                    <a:cubicBezTo>
                      <a:pt x="82058" y="315878"/>
                      <a:pt x="16195" y="410382"/>
                      <a:pt x="16195" y="514833"/>
                    </a:cubicBezTo>
                    <a:lnTo>
                      <a:pt x="16195" y="578250"/>
                    </a:lnTo>
                    <a:lnTo>
                      <a:pt x="514512" y="578250"/>
                    </a:lnTo>
                    <a:lnTo>
                      <a:pt x="514512" y="514833"/>
                    </a:lnTo>
                    <a:cubicBezTo>
                      <a:pt x="514512" y="410382"/>
                      <a:pt x="448650" y="315878"/>
                      <a:pt x="350478" y="279817"/>
                    </a:cubicBezTo>
                    <a:cubicBezTo>
                      <a:pt x="347992" y="279817"/>
                      <a:pt x="345507" y="277330"/>
                      <a:pt x="345507" y="273600"/>
                    </a:cubicBezTo>
                    <a:cubicBezTo>
                      <a:pt x="345507" y="271113"/>
                      <a:pt x="345507" y="267382"/>
                      <a:pt x="347992" y="266139"/>
                    </a:cubicBezTo>
                    <a:cubicBezTo>
                      <a:pt x="384030" y="240026"/>
                      <a:pt x="405156" y="200235"/>
                      <a:pt x="405156" y="155470"/>
                    </a:cubicBezTo>
                    <a:cubicBezTo>
                      <a:pt x="405156" y="78375"/>
                      <a:pt x="341779" y="16201"/>
                      <a:pt x="264732" y="16201"/>
                    </a:cubicBezTo>
                    <a:close/>
                    <a:moveTo>
                      <a:pt x="264731" y="0"/>
                    </a:moveTo>
                    <a:cubicBezTo>
                      <a:pt x="350489" y="0"/>
                      <a:pt x="420089" y="69643"/>
                      <a:pt x="420089" y="155452"/>
                    </a:cubicBezTo>
                    <a:cubicBezTo>
                      <a:pt x="420089" y="200222"/>
                      <a:pt x="401446" y="241262"/>
                      <a:pt x="367889" y="269865"/>
                    </a:cubicBezTo>
                    <a:cubicBezTo>
                      <a:pt x="466075" y="312148"/>
                      <a:pt x="529461" y="407906"/>
                      <a:pt x="529461" y="514857"/>
                    </a:cubicBezTo>
                    <a:lnTo>
                      <a:pt x="529461" y="583256"/>
                    </a:lnTo>
                    <a:cubicBezTo>
                      <a:pt x="529461" y="585744"/>
                      <a:pt x="528218" y="588231"/>
                      <a:pt x="526975" y="589474"/>
                    </a:cubicBezTo>
                    <a:cubicBezTo>
                      <a:pt x="525733" y="589474"/>
                      <a:pt x="524490" y="590718"/>
                      <a:pt x="523247" y="590718"/>
                    </a:cubicBezTo>
                    <a:lnTo>
                      <a:pt x="522004" y="593205"/>
                    </a:lnTo>
                    <a:cubicBezTo>
                      <a:pt x="520761" y="593205"/>
                      <a:pt x="518275" y="593205"/>
                      <a:pt x="517033" y="593205"/>
                    </a:cubicBezTo>
                    <a:lnTo>
                      <a:pt x="12429" y="593205"/>
                    </a:lnTo>
                    <a:cubicBezTo>
                      <a:pt x="11186" y="593205"/>
                      <a:pt x="9943" y="593205"/>
                      <a:pt x="7457" y="593205"/>
                    </a:cubicBezTo>
                    <a:lnTo>
                      <a:pt x="6215" y="590718"/>
                    </a:lnTo>
                    <a:lnTo>
                      <a:pt x="3729" y="589474"/>
                    </a:lnTo>
                    <a:cubicBezTo>
                      <a:pt x="1243" y="588231"/>
                      <a:pt x="0" y="585744"/>
                      <a:pt x="0" y="583256"/>
                    </a:cubicBezTo>
                    <a:lnTo>
                      <a:pt x="0" y="514857"/>
                    </a:lnTo>
                    <a:cubicBezTo>
                      <a:pt x="0" y="407906"/>
                      <a:pt x="64629" y="312148"/>
                      <a:pt x="161573" y="269865"/>
                    </a:cubicBezTo>
                    <a:cubicBezTo>
                      <a:pt x="129258" y="241262"/>
                      <a:pt x="109372" y="200222"/>
                      <a:pt x="109372" y="155452"/>
                    </a:cubicBezTo>
                    <a:cubicBezTo>
                      <a:pt x="109372" y="69643"/>
                      <a:pt x="180216" y="0"/>
                      <a:pt x="2647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E4BEA458-0960-024F-B684-462A64C9D773}"/>
                </a:ext>
              </a:extLst>
            </p:cNvPr>
            <p:cNvGrpSpPr/>
            <p:nvPr/>
          </p:nvGrpSpPr>
          <p:grpSpPr>
            <a:xfrm>
              <a:off x="16075700" y="9634599"/>
              <a:ext cx="2325892" cy="834974"/>
              <a:chOff x="16075700" y="9634599"/>
              <a:chExt cx="2325892" cy="834974"/>
            </a:xfrm>
          </p:grpSpPr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124B2B71-098F-B948-BDBC-F5D0F19C03C5}"/>
                  </a:ext>
                </a:extLst>
              </p:cNvPr>
              <p:cNvSpPr/>
              <p:nvPr/>
            </p:nvSpPr>
            <p:spPr>
              <a:xfrm>
                <a:off x="16083175" y="9643319"/>
                <a:ext cx="2310944" cy="8187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56" h="658">
                    <a:moveTo>
                      <a:pt x="1738" y="0"/>
                    </a:moveTo>
                    <a:lnTo>
                      <a:pt x="928" y="0"/>
                    </a:lnTo>
                    <a:lnTo>
                      <a:pt x="118" y="0"/>
                    </a:lnTo>
                    <a:cubicBezTo>
                      <a:pt x="85" y="0"/>
                      <a:pt x="56" y="13"/>
                      <a:pt x="35" y="34"/>
                    </a:cubicBezTo>
                    <a:cubicBezTo>
                      <a:pt x="14" y="55"/>
                      <a:pt x="0" y="85"/>
                      <a:pt x="0" y="117"/>
                    </a:cubicBezTo>
                    <a:lnTo>
                      <a:pt x="0" y="329"/>
                    </a:lnTo>
                    <a:lnTo>
                      <a:pt x="0" y="541"/>
                    </a:lnTo>
                    <a:cubicBezTo>
                      <a:pt x="0" y="573"/>
                      <a:pt x="14" y="603"/>
                      <a:pt x="35" y="624"/>
                    </a:cubicBezTo>
                    <a:cubicBezTo>
                      <a:pt x="56" y="645"/>
                      <a:pt x="85" y="658"/>
                      <a:pt x="118" y="658"/>
                    </a:cubicBezTo>
                    <a:lnTo>
                      <a:pt x="928" y="658"/>
                    </a:lnTo>
                    <a:lnTo>
                      <a:pt x="1738" y="658"/>
                    </a:lnTo>
                    <a:cubicBezTo>
                      <a:pt x="1771" y="658"/>
                      <a:pt x="1800" y="645"/>
                      <a:pt x="1821" y="624"/>
                    </a:cubicBezTo>
                    <a:cubicBezTo>
                      <a:pt x="1842" y="603"/>
                      <a:pt x="1856" y="573"/>
                      <a:pt x="1856" y="541"/>
                    </a:cubicBezTo>
                    <a:lnTo>
                      <a:pt x="1856" y="329"/>
                    </a:lnTo>
                    <a:lnTo>
                      <a:pt x="1856" y="117"/>
                    </a:lnTo>
                    <a:cubicBezTo>
                      <a:pt x="1856" y="85"/>
                      <a:pt x="1842" y="55"/>
                      <a:pt x="1821" y="34"/>
                    </a:cubicBezTo>
                    <a:cubicBezTo>
                      <a:pt x="1800" y="13"/>
                      <a:pt x="1771" y="0"/>
                      <a:pt x="1738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698F55EB-CAB6-4240-86E7-36FACD7A8530}"/>
                  </a:ext>
                </a:extLst>
              </p:cNvPr>
              <p:cNvSpPr/>
              <p:nvPr/>
            </p:nvSpPr>
            <p:spPr>
              <a:xfrm>
                <a:off x="16075700" y="9634599"/>
                <a:ext cx="2325892" cy="834974"/>
              </a:xfrm>
              <a:custGeom>
                <a:avLst/>
                <a:gdLst>
                  <a:gd name="connsiteX0" fmla="*/ 154403 w 2325892"/>
                  <a:gd name="connsiteY0" fmla="*/ 16201 h 834974"/>
                  <a:gd name="connsiteX1" fmla="*/ 56039 w 2325892"/>
                  <a:gd name="connsiteY1" fmla="*/ 56019 h 834974"/>
                  <a:gd name="connsiteX2" fmla="*/ 16195 w 2325892"/>
                  <a:gd name="connsiteY2" fmla="*/ 154318 h 834974"/>
                  <a:gd name="connsiteX3" fmla="*/ 16195 w 2325892"/>
                  <a:gd name="connsiteY3" fmla="*/ 681902 h 834974"/>
                  <a:gd name="connsiteX4" fmla="*/ 56039 w 2325892"/>
                  <a:gd name="connsiteY4" fmla="*/ 778957 h 834974"/>
                  <a:gd name="connsiteX5" fmla="*/ 154403 w 2325892"/>
                  <a:gd name="connsiteY5" fmla="*/ 820019 h 834974"/>
                  <a:gd name="connsiteX6" fmla="*/ 2171490 w 2325892"/>
                  <a:gd name="connsiteY6" fmla="*/ 820019 h 834974"/>
                  <a:gd name="connsiteX7" fmla="*/ 2269854 w 2325892"/>
                  <a:gd name="connsiteY7" fmla="*/ 778957 h 834974"/>
                  <a:gd name="connsiteX8" fmla="*/ 2309698 w 2325892"/>
                  <a:gd name="connsiteY8" fmla="*/ 681902 h 834974"/>
                  <a:gd name="connsiteX9" fmla="*/ 2309698 w 2325892"/>
                  <a:gd name="connsiteY9" fmla="*/ 154318 h 834974"/>
                  <a:gd name="connsiteX10" fmla="*/ 2269854 w 2325892"/>
                  <a:gd name="connsiteY10" fmla="*/ 56019 h 834974"/>
                  <a:gd name="connsiteX11" fmla="*/ 2171490 w 2325892"/>
                  <a:gd name="connsiteY11" fmla="*/ 16201 h 834974"/>
                  <a:gd name="connsiteX12" fmla="*/ 154395 w 2325892"/>
                  <a:gd name="connsiteY12" fmla="*/ 0 h 834974"/>
                  <a:gd name="connsiteX13" fmla="*/ 2171498 w 2325892"/>
                  <a:gd name="connsiteY13" fmla="*/ 0 h 834974"/>
                  <a:gd name="connsiteX14" fmla="*/ 2281068 w 2325892"/>
                  <a:gd name="connsiteY14" fmla="*/ 46042 h 834974"/>
                  <a:gd name="connsiteX15" fmla="*/ 2325892 w 2325892"/>
                  <a:gd name="connsiteY15" fmla="*/ 154302 h 834974"/>
                  <a:gd name="connsiteX16" fmla="*/ 2325892 w 2325892"/>
                  <a:gd name="connsiteY16" fmla="*/ 681916 h 834974"/>
                  <a:gd name="connsiteX17" fmla="*/ 2281068 w 2325892"/>
                  <a:gd name="connsiteY17" fmla="*/ 790177 h 834974"/>
                  <a:gd name="connsiteX18" fmla="*/ 2171498 w 2325892"/>
                  <a:gd name="connsiteY18" fmla="*/ 834974 h 834974"/>
                  <a:gd name="connsiteX19" fmla="*/ 154395 w 2325892"/>
                  <a:gd name="connsiteY19" fmla="*/ 834974 h 834974"/>
                  <a:gd name="connsiteX20" fmla="*/ 46070 w 2325892"/>
                  <a:gd name="connsiteY20" fmla="*/ 790177 h 834974"/>
                  <a:gd name="connsiteX21" fmla="*/ 0 w 2325892"/>
                  <a:gd name="connsiteY21" fmla="*/ 681916 h 834974"/>
                  <a:gd name="connsiteX22" fmla="*/ 0 w 2325892"/>
                  <a:gd name="connsiteY22" fmla="*/ 154302 h 834974"/>
                  <a:gd name="connsiteX23" fmla="*/ 46070 w 2325892"/>
                  <a:gd name="connsiteY23" fmla="*/ 46042 h 834974"/>
                  <a:gd name="connsiteX24" fmla="*/ 154395 w 2325892"/>
                  <a:gd name="connsiteY24" fmla="*/ 0 h 83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325892" h="834974">
                    <a:moveTo>
                      <a:pt x="154403" y="16201"/>
                    </a:moveTo>
                    <a:cubicBezTo>
                      <a:pt x="118294" y="16201"/>
                      <a:pt x="82186" y="29888"/>
                      <a:pt x="56039" y="56019"/>
                    </a:cubicBezTo>
                    <a:cubicBezTo>
                      <a:pt x="29891" y="82149"/>
                      <a:pt x="16195" y="116989"/>
                      <a:pt x="16195" y="154318"/>
                    </a:cubicBezTo>
                    <a:lnTo>
                      <a:pt x="16195" y="681902"/>
                    </a:lnTo>
                    <a:cubicBezTo>
                      <a:pt x="16195" y="717986"/>
                      <a:pt x="29891" y="752827"/>
                      <a:pt x="56039" y="778957"/>
                    </a:cubicBezTo>
                    <a:cubicBezTo>
                      <a:pt x="82186" y="806332"/>
                      <a:pt x="118294" y="820019"/>
                      <a:pt x="154403" y="820019"/>
                    </a:cubicBezTo>
                    <a:lnTo>
                      <a:pt x="2171490" y="820019"/>
                    </a:lnTo>
                    <a:cubicBezTo>
                      <a:pt x="2208844" y="820019"/>
                      <a:pt x="2243706" y="806332"/>
                      <a:pt x="2269854" y="778957"/>
                    </a:cubicBezTo>
                    <a:cubicBezTo>
                      <a:pt x="2296002" y="752827"/>
                      <a:pt x="2309698" y="717986"/>
                      <a:pt x="2309698" y="681902"/>
                    </a:cubicBezTo>
                    <a:lnTo>
                      <a:pt x="2309698" y="154318"/>
                    </a:lnTo>
                    <a:cubicBezTo>
                      <a:pt x="2309698" y="116989"/>
                      <a:pt x="2296002" y="82149"/>
                      <a:pt x="2269854" y="56019"/>
                    </a:cubicBezTo>
                    <a:cubicBezTo>
                      <a:pt x="2243706" y="29888"/>
                      <a:pt x="2208844" y="16201"/>
                      <a:pt x="2171490" y="16201"/>
                    </a:cubicBezTo>
                    <a:close/>
                    <a:moveTo>
                      <a:pt x="154395" y="0"/>
                    </a:moveTo>
                    <a:lnTo>
                      <a:pt x="2171498" y="0"/>
                    </a:lnTo>
                    <a:cubicBezTo>
                      <a:pt x="2213832" y="0"/>
                      <a:pt x="2251186" y="16177"/>
                      <a:pt x="2281068" y="46042"/>
                    </a:cubicBezTo>
                    <a:cubicBezTo>
                      <a:pt x="2309706" y="74662"/>
                      <a:pt x="2325892" y="113238"/>
                      <a:pt x="2325892" y="154302"/>
                    </a:cubicBezTo>
                    <a:lnTo>
                      <a:pt x="2325892" y="681916"/>
                    </a:lnTo>
                    <a:cubicBezTo>
                      <a:pt x="2325892" y="722980"/>
                      <a:pt x="2309706" y="761556"/>
                      <a:pt x="2281068" y="790177"/>
                    </a:cubicBezTo>
                    <a:cubicBezTo>
                      <a:pt x="2251186" y="820041"/>
                      <a:pt x="2213832" y="834974"/>
                      <a:pt x="2171498" y="834974"/>
                    </a:cubicBezTo>
                    <a:lnTo>
                      <a:pt x="154395" y="834974"/>
                    </a:lnTo>
                    <a:cubicBezTo>
                      <a:pt x="113306" y="834974"/>
                      <a:pt x="74707" y="820041"/>
                      <a:pt x="46070" y="790177"/>
                    </a:cubicBezTo>
                    <a:cubicBezTo>
                      <a:pt x="16187" y="761556"/>
                      <a:pt x="0" y="722980"/>
                      <a:pt x="0" y="681916"/>
                    </a:cubicBezTo>
                    <a:lnTo>
                      <a:pt x="0" y="154302"/>
                    </a:lnTo>
                    <a:cubicBezTo>
                      <a:pt x="0" y="113238"/>
                      <a:pt x="16187" y="74662"/>
                      <a:pt x="46070" y="46042"/>
                    </a:cubicBezTo>
                    <a:cubicBezTo>
                      <a:pt x="74707" y="16177"/>
                      <a:pt x="113306" y="0"/>
                      <a:pt x="154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C667C8D7-7A7C-9040-AF34-87385DABB19A}"/>
                  </a:ext>
                </a:extLst>
              </p:cNvPr>
              <p:cNvSpPr/>
              <p:nvPr/>
            </p:nvSpPr>
            <p:spPr>
              <a:xfrm>
                <a:off x="16912872" y="10278900"/>
                <a:ext cx="1349192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84">
                    <a:moveTo>
                      <a:pt x="0" y="0"/>
                    </a:moveTo>
                    <a:lnTo>
                      <a:pt x="1084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215F89EA-DF00-3941-BF71-F836D09F565E}"/>
                  </a:ext>
                </a:extLst>
              </p:cNvPr>
              <p:cNvSpPr/>
              <p:nvPr/>
            </p:nvSpPr>
            <p:spPr>
              <a:xfrm>
                <a:off x="16905397" y="10271422"/>
                <a:ext cx="1364142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6" h="12">
                    <a:moveTo>
                      <a:pt x="1090" y="12"/>
                    </a:moveTo>
                    <a:lnTo>
                      <a:pt x="6" y="12"/>
                    </a:ln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1090" y="0"/>
                    </a:lnTo>
                    <a:cubicBezTo>
                      <a:pt x="1094" y="0"/>
                      <a:pt x="1096" y="3"/>
                      <a:pt x="1096" y="6"/>
                    </a:cubicBezTo>
                    <a:cubicBezTo>
                      <a:pt x="1096" y="10"/>
                      <a:pt x="1094" y="12"/>
                      <a:pt x="109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74B341AC-2F08-F54F-98C7-032DD59F2896}"/>
                  </a:ext>
                </a:extLst>
              </p:cNvPr>
              <p:cNvSpPr/>
              <p:nvPr/>
            </p:nvSpPr>
            <p:spPr>
              <a:xfrm>
                <a:off x="16267552" y="9801594"/>
                <a:ext cx="500808" cy="5022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3" h="404">
                    <a:moveTo>
                      <a:pt x="403" y="202"/>
                    </a:moveTo>
                    <a:cubicBezTo>
                      <a:pt x="403" y="313"/>
                      <a:pt x="313" y="404"/>
                      <a:pt x="202" y="404"/>
                    </a:cubicBezTo>
                    <a:cubicBezTo>
                      <a:pt x="90" y="404"/>
                      <a:pt x="0" y="313"/>
                      <a:pt x="0" y="202"/>
                    </a:cubicBezTo>
                    <a:cubicBezTo>
                      <a:pt x="0" y="90"/>
                      <a:pt x="90" y="0"/>
                      <a:pt x="202" y="0"/>
                    </a:cubicBezTo>
                    <a:cubicBezTo>
                      <a:pt x="313" y="0"/>
                      <a:pt x="403" y="90"/>
                      <a:pt x="403" y="20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4658EF8E-DBEC-7A47-8267-D187E1780F4D}"/>
                  </a:ext>
                </a:extLst>
              </p:cNvPr>
              <p:cNvSpPr/>
              <p:nvPr/>
            </p:nvSpPr>
            <p:spPr>
              <a:xfrm>
                <a:off x="16260077" y="9794116"/>
                <a:ext cx="517004" cy="517185"/>
              </a:xfrm>
              <a:custGeom>
                <a:avLst/>
                <a:gdLst>
                  <a:gd name="connsiteX0" fmla="*/ 258501 w 517004"/>
                  <a:gd name="connsiteY0" fmla="*/ 16201 h 517185"/>
                  <a:gd name="connsiteX1" fmla="*/ 14950 w 517004"/>
                  <a:gd name="connsiteY1" fmla="*/ 258594 h 517185"/>
                  <a:gd name="connsiteX2" fmla="*/ 258501 w 517004"/>
                  <a:gd name="connsiteY2" fmla="*/ 502230 h 517185"/>
                  <a:gd name="connsiteX3" fmla="*/ 500809 w 517004"/>
                  <a:gd name="connsiteY3" fmla="*/ 258594 h 517185"/>
                  <a:gd name="connsiteX4" fmla="*/ 258501 w 517004"/>
                  <a:gd name="connsiteY4" fmla="*/ 16201 h 517185"/>
                  <a:gd name="connsiteX5" fmla="*/ 258502 w 517004"/>
                  <a:gd name="connsiteY5" fmla="*/ 0 h 517185"/>
                  <a:gd name="connsiteX6" fmla="*/ 517004 w 517004"/>
                  <a:gd name="connsiteY6" fmla="*/ 258592 h 517185"/>
                  <a:gd name="connsiteX7" fmla="*/ 258502 w 517004"/>
                  <a:gd name="connsiteY7" fmla="*/ 517185 h 517185"/>
                  <a:gd name="connsiteX8" fmla="*/ 0 w 517004"/>
                  <a:gd name="connsiteY8" fmla="*/ 258592 h 517185"/>
                  <a:gd name="connsiteX9" fmla="*/ 258502 w 517004"/>
                  <a:gd name="connsiteY9" fmla="*/ 0 h 517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7004" h="517185">
                    <a:moveTo>
                      <a:pt x="258501" y="16201"/>
                    </a:moveTo>
                    <a:cubicBezTo>
                      <a:pt x="124299" y="16201"/>
                      <a:pt x="14950" y="124346"/>
                      <a:pt x="14950" y="258594"/>
                    </a:cubicBezTo>
                    <a:cubicBezTo>
                      <a:pt x="14950" y="391599"/>
                      <a:pt x="124299" y="502230"/>
                      <a:pt x="258501" y="502230"/>
                    </a:cubicBezTo>
                    <a:cubicBezTo>
                      <a:pt x="391460" y="502230"/>
                      <a:pt x="500809" y="391599"/>
                      <a:pt x="500809" y="258594"/>
                    </a:cubicBezTo>
                    <a:cubicBezTo>
                      <a:pt x="500809" y="124346"/>
                      <a:pt x="391460" y="16201"/>
                      <a:pt x="258501" y="16201"/>
                    </a:cubicBezTo>
                    <a:close/>
                    <a:moveTo>
                      <a:pt x="258502" y="0"/>
                    </a:moveTo>
                    <a:cubicBezTo>
                      <a:pt x="400181" y="0"/>
                      <a:pt x="517004" y="115621"/>
                      <a:pt x="517004" y="258592"/>
                    </a:cubicBezTo>
                    <a:cubicBezTo>
                      <a:pt x="517004" y="401564"/>
                      <a:pt x="400181" y="517185"/>
                      <a:pt x="258502" y="517185"/>
                    </a:cubicBezTo>
                    <a:cubicBezTo>
                      <a:pt x="115580" y="517185"/>
                      <a:pt x="0" y="401564"/>
                      <a:pt x="0" y="258592"/>
                    </a:cubicBezTo>
                    <a:cubicBezTo>
                      <a:pt x="0" y="115621"/>
                      <a:pt x="115580" y="0"/>
                      <a:pt x="2585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5C453A0C-A92F-7841-9754-45CE2BB16C1E}"/>
                  </a:ext>
                </a:extLst>
              </p:cNvPr>
              <p:cNvSpPr/>
              <p:nvPr/>
            </p:nvSpPr>
            <p:spPr>
              <a:xfrm>
                <a:off x="16377178" y="9943660"/>
                <a:ext cx="281549" cy="3601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7" h="290">
                    <a:moveTo>
                      <a:pt x="153" y="117"/>
                    </a:moveTo>
                    <a:cubicBezTo>
                      <a:pt x="169" y="106"/>
                      <a:pt x="179" y="86"/>
                      <a:pt x="179" y="65"/>
                    </a:cubicBezTo>
                    <a:cubicBezTo>
                      <a:pt x="179" y="29"/>
                      <a:pt x="150" y="0"/>
                      <a:pt x="114" y="0"/>
                    </a:cubicBezTo>
                    <a:cubicBezTo>
                      <a:pt x="78" y="0"/>
                      <a:pt x="48" y="29"/>
                      <a:pt x="48" y="65"/>
                    </a:cubicBezTo>
                    <a:cubicBezTo>
                      <a:pt x="48" y="86"/>
                      <a:pt x="59" y="106"/>
                      <a:pt x="75" y="117"/>
                    </a:cubicBezTo>
                    <a:cubicBezTo>
                      <a:pt x="31" y="133"/>
                      <a:pt x="0" y="175"/>
                      <a:pt x="0" y="224"/>
                    </a:cubicBezTo>
                    <a:lnTo>
                      <a:pt x="0" y="254"/>
                    </a:lnTo>
                    <a:cubicBezTo>
                      <a:pt x="32" y="277"/>
                      <a:pt x="71" y="290"/>
                      <a:pt x="114" y="290"/>
                    </a:cubicBezTo>
                    <a:cubicBezTo>
                      <a:pt x="156" y="290"/>
                      <a:pt x="195" y="277"/>
                      <a:pt x="227" y="254"/>
                    </a:cubicBezTo>
                    <a:lnTo>
                      <a:pt x="227" y="224"/>
                    </a:lnTo>
                    <a:cubicBezTo>
                      <a:pt x="227" y="175"/>
                      <a:pt x="196" y="133"/>
                      <a:pt x="153" y="11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494D06E9-D26D-3944-8155-6EAB206CD293}"/>
                  </a:ext>
                </a:extLst>
              </p:cNvPr>
              <p:cNvSpPr/>
              <p:nvPr/>
            </p:nvSpPr>
            <p:spPr>
              <a:xfrm>
                <a:off x="16369703" y="9934940"/>
                <a:ext cx="296498" cy="376361"/>
              </a:xfrm>
              <a:custGeom>
                <a:avLst/>
                <a:gdLst>
                  <a:gd name="connsiteX0" fmla="*/ 148873 w 296498"/>
                  <a:gd name="connsiteY0" fmla="*/ 16198 h 376361"/>
                  <a:gd name="connsiteX1" fmla="*/ 75713 w 296498"/>
                  <a:gd name="connsiteY1" fmla="*/ 89461 h 376361"/>
                  <a:gd name="connsiteX2" fmla="*/ 104233 w 296498"/>
                  <a:gd name="connsiteY2" fmla="*/ 147823 h 376361"/>
                  <a:gd name="connsiteX3" fmla="*/ 107953 w 296498"/>
                  <a:gd name="connsiteY3" fmla="*/ 155274 h 376361"/>
                  <a:gd name="connsiteX4" fmla="*/ 102993 w 296498"/>
                  <a:gd name="connsiteY4" fmla="*/ 161483 h 376361"/>
                  <a:gd name="connsiteX5" fmla="*/ 14953 w 296498"/>
                  <a:gd name="connsiteY5" fmla="*/ 286899 h 376361"/>
                  <a:gd name="connsiteX6" fmla="*/ 14953 w 296498"/>
                  <a:gd name="connsiteY6" fmla="*/ 320426 h 376361"/>
                  <a:gd name="connsiteX7" fmla="*/ 148873 w 296498"/>
                  <a:gd name="connsiteY7" fmla="*/ 361404 h 376361"/>
                  <a:gd name="connsiteX8" fmla="*/ 281552 w 296498"/>
                  <a:gd name="connsiteY8" fmla="*/ 320426 h 376361"/>
                  <a:gd name="connsiteX9" fmla="*/ 281552 w 296498"/>
                  <a:gd name="connsiteY9" fmla="*/ 286899 h 376361"/>
                  <a:gd name="connsiteX10" fmla="*/ 193512 w 296498"/>
                  <a:gd name="connsiteY10" fmla="*/ 161483 h 376361"/>
                  <a:gd name="connsiteX11" fmla="*/ 189792 w 296498"/>
                  <a:gd name="connsiteY11" fmla="*/ 155274 h 376361"/>
                  <a:gd name="connsiteX12" fmla="*/ 192272 w 296498"/>
                  <a:gd name="connsiteY12" fmla="*/ 147823 h 376361"/>
                  <a:gd name="connsiteX13" fmla="*/ 220792 w 296498"/>
                  <a:gd name="connsiteY13" fmla="*/ 89461 h 376361"/>
                  <a:gd name="connsiteX14" fmla="*/ 148873 w 296498"/>
                  <a:gd name="connsiteY14" fmla="*/ 16198 h 376361"/>
                  <a:gd name="connsiteX15" fmla="*/ 148869 w 296498"/>
                  <a:gd name="connsiteY15" fmla="*/ 0 h 376361"/>
                  <a:gd name="connsiteX16" fmla="*/ 236950 w 296498"/>
                  <a:gd name="connsiteY16" fmla="*/ 89432 h 376361"/>
                  <a:gd name="connsiteX17" fmla="*/ 210898 w 296498"/>
                  <a:gd name="connsiteY17" fmla="*/ 151538 h 376361"/>
                  <a:gd name="connsiteX18" fmla="*/ 296498 w 296498"/>
                  <a:gd name="connsiteY18" fmla="*/ 286929 h 376361"/>
                  <a:gd name="connsiteX19" fmla="*/ 296498 w 296498"/>
                  <a:gd name="connsiteY19" fmla="*/ 324192 h 376361"/>
                  <a:gd name="connsiteX20" fmla="*/ 294017 w 296498"/>
                  <a:gd name="connsiteY20" fmla="*/ 331645 h 376361"/>
                  <a:gd name="connsiteX21" fmla="*/ 148869 w 296498"/>
                  <a:gd name="connsiteY21" fmla="*/ 376361 h 376361"/>
                  <a:gd name="connsiteX22" fmla="*/ 2481 w 296498"/>
                  <a:gd name="connsiteY22" fmla="*/ 331645 h 376361"/>
                  <a:gd name="connsiteX23" fmla="*/ 0 w 296498"/>
                  <a:gd name="connsiteY23" fmla="*/ 324192 h 376361"/>
                  <a:gd name="connsiteX24" fmla="*/ 0 w 296498"/>
                  <a:gd name="connsiteY24" fmla="*/ 286929 h 376361"/>
                  <a:gd name="connsiteX25" fmla="*/ 85600 w 296498"/>
                  <a:gd name="connsiteY25" fmla="*/ 151538 h 376361"/>
                  <a:gd name="connsiteX26" fmla="*/ 59548 w 296498"/>
                  <a:gd name="connsiteY26" fmla="*/ 89432 h 376361"/>
                  <a:gd name="connsiteX27" fmla="*/ 148869 w 296498"/>
                  <a:gd name="connsiteY27" fmla="*/ 0 h 3763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96498" h="376361">
                    <a:moveTo>
                      <a:pt x="148873" y="16198"/>
                    </a:moveTo>
                    <a:cubicBezTo>
                      <a:pt x="107953" y="16198"/>
                      <a:pt x="75713" y="49725"/>
                      <a:pt x="75713" y="89461"/>
                    </a:cubicBezTo>
                    <a:cubicBezTo>
                      <a:pt x="75713" y="113054"/>
                      <a:pt x="86873" y="134164"/>
                      <a:pt x="104233" y="147823"/>
                    </a:cubicBezTo>
                    <a:cubicBezTo>
                      <a:pt x="106713" y="149065"/>
                      <a:pt x="107953" y="152790"/>
                      <a:pt x="107953" y="155274"/>
                    </a:cubicBezTo>
                    <a:cubicBezTo>
                      <a:pt x="107953" y="157757"/>
                      <a:pt x="105473" y="161483"/>
                      <a:pt x="102993" y="161483"/>
                    </a:cubicBezTo>
                    <a:cubicBezTo>
                      <a:pt x="50913" y="180109"/>
                      <a:pt x="14953" y="231020"/>
                      <a:pt x="14953" y="286899"/>
                    </a:cubicBezTo>
                    <a:lnTo>
                      <a:pt x="14953" y="320426"/>
                    </a:lnTo>
                    <a:cubicBezTo>
                      <a:pt x="54633" y="346503"/>
                      <a:pt x="100513" y="361404"/>
                      <a:pt x="148873" y="361404"/>
                    </a:cubicBezTo>
                    <a:cubicBezTo>
                      <a:pt x="195992" y="361404"/>
                      <a:pt x="241872" y="346503"/>
                      <a:pt x="281552" y="320426"/>
                    </a:cubicBezTo>
                    <a:lnTo>
                      <a:pt x="281552" y="286899"/>
                    </a:lnTo>
                    <a:cubicBezTo>
                      <a:pt x="281552" y="231020"/>
                      <a:pt x="245592" y="180109"/>
                      <a:pt x="193512" y="161483"/>
                    </a:cubicBezTo>
                    <a:cubicBezTo>
                      <a:pt x="191032" y="161483"/>
                      <a:pt x="189792" y="157757"/>
                      <a:pt x="189792" y="155274"/>
                    </a:cubicBezTo>
                    <a:cubicBezTo>
                      <a:pt x="188552" y="152790"/>
                      <a:pt x="189792" y="149065"/>
                      <a:pt x="192272" y="147823"/>
                    </a:cubicBezTo>
                    <a:cubicBezTo>
                      <a:pt x="210872" y="134164"/>
                      <a:pt x="220792" y="113054"/>
                      <a:pt x="220792" y="89461"/>
                    </a:cubicBezTo>
                    <a:cubicBezTo>
                      <a:pt x="220792" y="49725"/>
                      <a:pt x="188552" y="16198"/>
                      <a:pt x="148873" y="16198"/>
                    </a:cubicBezTo>
                    <a:close/>
                    <a:moveTo>
                      <a:pt x="148869" y="0"/>
                    </a:moveTo>
                    <a:cubicBezTo>
                      <a:pt x="197252" y="0"/>
                      <a:pt x="236950" y="40990"/>
                      <a:pt x="236950" y="89432"/>
                    </a:cubicBezTo>
                    <a:cubicBezTo>
                      <a:pt x="236950" y="113033"/>
                      <a:pt x="227026" y="135391"/>
                      <a:pt x="210898" y="151538"/>
                    </a:cubicBezTo>
                    <a:cubicBezTo>
                      <a:pt x="263002" y="176380"/>
                      <a:pt x="296498" y="228549"/>
                      <a:pt x="296498" y="286929"/>
                    </a:cubicBezTo>
                    <a:lnTo>
                      <a:pt x="296498" y="324192"/>
                    </a:lnTo>
                    <a:cubicBezTo>
                      <a:pt x="296498" y="326676"/>
                      <a:pt x="295257" y="329161"/>
                      <a:pt x="294017" y="331645"/>
                    </a:cubicBezTo>
                    <a:cubicBezTo>
                      <a:pt x="250597" y="361456"/>
                      <a:pt x="200974" y="376361"/>
                      <a:pt x="148869" y="376361"/>
                    </a:cubicBezTo>
                    <a:cubicBezTo>
                      <a:pt x="95524" y="376361"/>
                      <a:pt x="45901" y="361456"/>
                      <a:pt x="2481" y="331645"/>
                    </a:cubicBezTo>
                    <a:cubicBezTo>
                      <a:pt x="0" y="329161"/>
                      <a:pt x="0" y="326676"/>
                      <a:pt x="0" y="324192"/>
                    </a:cubicBezTo>
                    <a:lnTo>
                      <a:pt x="0" y="286929"/>
                    </a:lnTo>
                    <a:cubicBezTo>
                      <a:pt x="0" y="228549"/>
                      <a:pt x="33496" y="176380"/>
                      <a:pt x="85600" y="151538"/>
                    </a:cubicBezTo>
                    <a:cubicBezTo>
                      <a:pt x="68232" y="135391"/>
                      <a:pt x="59548" y="113033"/>
                      <a:pt x="59548" y="89432"/>
                    </a:cubicBezTo>
                    <a:cubicBezTo>
                      <a:pt x="59548" y="40990"/>
                      <a:pt x="100487" y="0"/>
                      <a:pt x="1488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E10BC0C6-E086-F24B-9513-98A13718E0A1}"/>
                  </a:ext>
                </a:extLst>
              </p:cNvPr>
              <p:cNvSpPr/>
              <p:nvPr/>
            </p:nvSpPr>
            <p:spPr>
              <a:xfrm>
                <a:off x="16912872" y="9780408"/>
                <a:ext cx="1349192" cy="3663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84" h="295">
                    <a:moveTo>
                      <a:pt x="992" y="0"/>
                    </a:moveTo>
                    <a:lnTo>
                      <a:pt x="542" y="0"/>
                    </a:lnTo>
                    <a:lnTo>
                      <a:pt x="92" y="0"/>
                    </a:lnTo>
                    <a:cubicBezTo>
                      <a:pt x="66" y="0"/>
                      <a:pt x="44" y="10"/>
                      <a:pt x="27" y="27"/>
                    </a:cubicBezTo>
                    <a:cubicBezTo>
                      <a:pt x="10" y="43"/>
                      <a:pt x="0" y="66"/>
                      <a:pt x="0" y="92"/>
                    </a:cubicBezTo>
                    <a:lnTo>
                      <a:pt x="0" y="148"/>
                    </a:lnTo>
                    <a:lnTo>
                      <a:pt x="0" y="203"/>
                    </a:lnTo>
                    <a:cubicBezTo>
                      <a:pt x="0" y="228"/>
                      <a:pt x="10" y="252"/>
                      <a:pt x="27" y="268"/>
                    </a:cubicBezTo>
                    <a:cubicBezTo>
                      <a:pt x="44" y="285"/>
                      <a:pt x="66" y="295"/>
                      <a:pt x="92" y="295"/>
                    </a:cubicBezTo>
                    <a:lnTo>
                      <a:pt x="542" y="295"/>
                    </a:lnTo>
                    <a:lnTo>
                      <a:pt x="992" y="295"/>
                    </a:lnTo>
                    <a:cubicBezTo>
                      <a:pt x="1018" y="295"/>
                      <a:pt x="1041" y="285"/>
                      <a:pt x="1057" y="268"/>
                    </a:cubicBezTo>
                    <a:cubicBezTo>
                      <a:pt x="1074" y="252"/>
                      <a:pt x="1084" y="228"/>
                      <a:pt x="1084" y="203"/>
                    </a:cubicBezTo>
                    <a:lnTo>
                      <a:pt x="1084" y="148"/>
                    </a:lnTo>
                    <a:lnTo>
                      <a:pt x="1084" y="92"/>
                    </a:lnTo>
                    <a:cubicBezTo>
                      <a:pt x="1084" y="66"/>
                      <a:pt x="1074" y="43"/>
                      <a:pt x="1057" y="27"/>
                    </a:cubicBezTo>
                    <a:cubicBezTo>
                      <a:pt x="1041" y="10"/>
                      <a:pt x="1018" y="0"/>
                      <a:pt x="99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4BD49C34-6D36-D74B-841A-6613B181C364}"/>
                  </a:ext>
                </a:extLst>
              </p:cNvPr>
              <p:cNvSpPr/>
              <p:nvPr/>
            </p:nvSpPr>
            <p:spPr>
              <a:xfrm>
                <a:off x="16905396" y="9772930"/>
                <a:ext cx="1364144" cy="382592"/>
              </a:xfrm>
              <a:custGeom>
                <a:avLst/>
                <a:gdLst>
                  <a:gd name="connsiteX0" fmla="*/ 121990 w 1364144"/>
                  <a:gd name="connsiteY0" fmla="*/ 14955 h 382592"/>
                  <a:gd name="connsiteX1" fmla="*/ 46066 w 1364144"/>
                  <a:gd name="connsiteY1" fmla="*/ 46001 h 382592"/>
                  <a:gd name="connsiteX2" fmla="*/ 14952 w 1364144"/>
                  <a:gd name="connsiteY2" fmla="*/ 121752 h 382592"/>
                  <a:gd name="connsiteX3" fmla="*/ 14952 w 1364144"/>
                  <a:gd name="connsiteY3" fmla="*/ 259595 h 382592"/>
                  <a:gd name="connsiteX4" fmla="*/ 46066 w 1364144"/>
                  <a:gd name="connsiteY4" fmla="*/ 335346 h 382592"/>
                  <a:gd name="connsiteX5" fmla="*/ 121990 w 1364144"/>
                  <a:gd name="connsiteY5" fmla="*/ 366392 h 382592"/>
                  <a:gd name="connsiteX6" fmla="*/ 1242156 w 1364144"/>
                  <a:gd name="connsiteY6" fmla="*/ 366392 h 382592"/>
                  <a:gd name="connsiteX7" fmla="*/ 1318078 w 1364144"/>
                  <a:gd name="connsiteY7" fmla="*/ 335346 h 382592"/>
                  <a:gd name="connsiteX8" fmla="*/ 1349194 w 1364144"/>
                  <a:gd name="connsiteY8" fmla="*/ 259595 h 382592"/>
                  <a:gd name="connsiteX9" fmla="*/ 1349194 w 1364144"/>
                  <a:gd name="connsiteY9" fmla="*/ 121752 h 382592"/>
                  <a:gd name="connsiteX10" fmla="*/ 1318078 w 1364144"/>
                  <a:gd name="connsiteY10" fmla="*/ 46001 h 382592"/>
                  <a:gd name="connsiteX11" fmla="*/ 1242156 w 1364144"/>
                  <a:gd name="connsiteY11" fmla="*/ 14955 h 382592"/>
                  <a:gd name="connsiteX12" fmla="*/ 121978 w 1364144"/>
                  <a:gd name="connsiteY12" fmla="*/ 0 h 382592"/>
                  <a:gd name="connsiteX13" fmla="*/ 1242166 w 1364144"/>
                  <a:gd name="connsiteY13" fmla="*/ 0 h 382592"/>
                  <a:gd name="connsiteX14" fmla="*/ 1328048 w 1364144"/>
                  <a:gd name="connsiteY14" fmla="*/ 34781 h 382592"/>
                  <a:gd name="connsiteX15" fmla="*/ 1364144 w 1364144"/>
                  <a:gd name="connsiteY15" fmla="*/ 121734 h 382592"/>
                  <a:gd name="connsiteX16" fmla="*/ 1364144 w 1364144"/>
                  <a:gd name="connsiteY16" fmla="*/ 259616 h 382592"/>
                  <a:gd name="connsiteX17" fmla="*/ 1328048 w 1364144"/>
                  <a:gd name="connsiteY17" fmla="*/ 346569 h 382592"/>
                  <a:gd name="connsiteX18" fmla="*/ 1242166 w 1364144"/>
                  <a:gd name="connsiteY18" fmla="*/ 382592 h 382592"/>
                  <a:gd name="connsiteX19" fmla="*/ 121978 w 1364144"/>
                  <a:gd name="connsiteY19" fmla="*/ 382592 h 382592"/>
                  <a:gd name="connsiteX20" fmla="*/ 34852 w 1364144"/>
                  <a:gd name="connsiteY20" fmla="*/ 346569 h 382592"/>
                  <a:gd name="connsiteX21" fmla="*/ 0 w 1364144"/>
                  <a:gd name="connsiteY21" fmla="*/ 259616 h 382592"/>
                  <a:gd name="connsiteX22" fmla="*/ 0 w 1364144"/>
                  <a:gd name="connsiteY22" fmla="*/ 121734 h 382592"/>
                  <a:gd name="connsiteX23" fmla="*/ 34852 w 1364144"/>
                  <a:gd name="connsiteY23" fmla="*/ 34781 h 382592"/>
                  <a:gd name="connsiteX24" fmla="*/ 121978 w 1364144"/>
                  <a:gd name="connsiteY24" fmla="*/ 0 h 38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64144" h="382592">
                    <a:moveTo>
                      <a:pt x="121990" y="14955"/>
                    </a:moveTo>
                    <a:cubicBezTo>
                      <a:pt x="94608" y="14955"/>
                      <a:pt x="67226" y="26131"/>
                      <a:pt x="46066" y="46001"/>
                    </a:cubicBezTo>
                    <a:cubicBezTo>
                      <a:pt x="26152" y="67112"/>
                      <a:pt x="14952" y="93190"/>
                      <a:pt x="14952" y="121752"/>
                    </a:cubicBezTo>
                    <a:lnTo>
                      <a:pt x="14952" y="259595"/>
                    </a:lnTo>
                    <a:cubicBezTo>
                      <a:pt x="14952" y="288157"/>
                      <a:pt x="26152" y="315477"/>
                      <a:pt x="46066" y="335346"/>
                    </a:cubicBezTo>
                    <a:cubicBezTo>
                      <a:pt x="67226" y="355216"/>
                      <a:pt x="94608" y="366392"/>
                      <a:pt x="121990" y="366392"/>
                    </a:cubicBezTo>
                    <a:lnTo>
                      <a:pt x="1242156" y="366392"/>
                    </a:lnTo>
                    <a:cubicBezTo>
                      <a:pt x="1270782" y="366392"/>
                      <a:pt x="1296920" y="355216"/>
                      <a:pt x="1318078" y="335346"/>
                    </a:cubicBezTo>
                    <a:cubicBezTo>
                      <a:pt x="1337992" y="315477"/>
                      <a:pt x="1349194" y="288157"/>
                      <a:pt x="1349194" y="259595"/>
                    </a:cubicBezTo>
                    <a:lnTo>
                      <a:pt x="1349194" y="121752"/>
                    </a:lnTo>
                    <a:cubicBezTo>
                      <a:pt x="1349194" y="93190"/>
                      <a:pt x="1337992" y="67112"/>
                      <a:pt x="1318078" y="46001"/>
                    </a:cubicBezTo>
                    <a:cubicBezTo>
                      <a:pt x="1296920" y="26131"/>
                      <a:pt x="1270782" y="14955"/>
                      <a:pt x="1242156" y="14955"/>
                    </a:cubicBezTo>
                    <a:close/>
                    <a:moveTo>
                      <a:pt x="121978" y="0"/>
                    </a:moveTo>
                    <a:lnTo>
                      <a:pt x="1242166" y="0"/>
                    </a:lnTo>
                    <a:cubicBezTo>
                      <a:pt x="1274528" y="0"/>
                      <a:pt x="1305644" y="11180"/>
                      <a:pt x="1328048" y="34781"/>
                    </a:cubicBezTo>
                    <a:cubicBezTo>
                      <a:pt x="1352942" y="58383"/>
                      <a:pt x="1364144" y="89437"/>
                      <a:pt x="1364144" y="121734"/>
                    </a:cubicBezTo>
                    <a:lnTo>
                      <a:pt x="1364144" y="259616"/>
                    </a:lnTo>
                    <a:cubicBezTo>
                      <a:pt x="1364144" y="291913"/>
                      <a:pt x="1352942" y="322967"/>
                      <a:pt x="1328048" y="346569"/>
                    </a:cubicBezTo>
                    <a:cubicBezTo>
                      <a:pt x="1305644" y="368928"/>
                      <a:pt x="1274528" y="382592"/>
                      <a:pt x="1242166" y="382592"/>
                    </a:cubicBezTo>
                    <a:lnTo>
                      <a:pt x="121978" y="382592"/>
                    </a:lnTo>
                    <a:cubicBezTo>
                      <a:pt x="89616" y="382592"/>
                      <a:pt x="59744" y="368928"/>
                      <a:pt x="34852" y="346569"/>
                    </a:cubicBezTo>
                    <a:cubicBezTo>
                      <a:pt x="12448" y="322967"/>
                      <a:pt x="0" y="291913"/>
                      <a:pt x="0" y="259616"/>
                    </a:cubicBezTo>
                    <a:lnTo>
                      <a:pt x="0" y="121734"/>
                    </a:lnTo>
                    <a:cubicBezTo>
                      <a:pt x="0" y="89437"/>
                      <a:pt x="12448" y="58383"/>
                      <a:pt x="34852" y="34781"/>
                    </a:cubicBezTo>
                    <a:cubicBezTo>
                      <a:pt x="59744" y="11180"/>
                      <a:pt x="89616" y="0"/>
                      <a:pt x="1219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2A6D8B8F-D0D3-854C-B404-97DFCC4A15C6}"/>
                  </a:ext>
                </a:extLst>
              </p:cNvPr>
              <p:cNvSpPr/>
              <p:nvPr/>
            </p:nvSpPr>
            <p:spPr>
              <a:xfrm>
                <a:off x="17524556" y="9890072"/>
                <a:ext cx="125825" cy="1483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2" h="120">
                    <a:moveTo>
                      <a:pt x="0" y="11"/>
                    </a:moveTo>
                    <a:lnTo>
                      <a:pt x="0" y="108"/>
                    </a:lnTo>
                    <a:cubicBezTo>
                      <a:pt x="0" y="117"/>
                      <a:pt x="9" y="122"/>
                      <a:pt x="17" y="118"/>
                    </a:cubicBezTo>
                    <a:lnTo>
                      <a:pt x="97" y="69"/>
                    </a:lnTo>
                    <a:cubicBezTo>
                      <a:pt x="104" y="65"/>
                      <a:pt x="104" y="54"/>
                      <a:pt x="97" y="50"/>
                    </a:cubicBezTo>
                    <a:lnTo>
                      <a:pt x="17" y="1"/>
                    </a:lnTo>
                    <a:cubicBezTo>
                      <a:pt x="9" y="-3"/>
                      <a:pt x="0" y="2"/>
                      <a:pt x="0" y="1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D3842572-418A-F94B-B90C-DF32C9B037F1}"/>
                  </a:ext>
                </a:extLst>
              </p:cNvPr>
              <p:cNvSpPr/>
              <p:nvPr/>
            </p:nvSpPr>
            <p:spPr>
              <a:xfrm>
                <a:off x="17515836" y="9882909"/>
                <a:ext cx="143264" cy="162947"/>
              </a:xfrm>
              <a:custGeom>
                <a:avLst/>
                <a:gdLst>
                  <a:gd name="connsiteX0" fmla="*/ 22354 w 143264"/>
                  <a:gd name="connsiteY0" fmla="*/ 14645 h 162947"/>
                  <a:gd name="connsiteX1" fmla="*/ 18658 w 143264"/>
                  <a:gd name="connsiteY1" fmla="*/ 15880 h 162947"/>
                  <a:gd name="connsiteX2" fmla="*/ 16194 w 143264"/>
                  <a:gd name="connsiteY2" fmla="*/ 20818 h 162947"/>
                  <a:gd name="connsiteX3" fmla="*/ 16194 w 143264"/>
                  <a:gd name="connsiteY3" fmla="*/ 140572 h 162947"/>
                  <a:gd name="connsiteX4" fmla="*/ 18658 w 143264"/>
                  <a:gd name="connsiteY4" fmla="*/ 145510 h 162947"/>
                  <a:gd name="connsiteX5" fmla="*/ 24818 w 143264"/>
                  <a:gd name="connsiteY5" fmla="*/ 145510 h 162947"/>
                  <a:gd name="connsiteX6" fmla="*/ 124606 w 143264"/>
                  <a:gd name="connsiteY6" fmla="*/ 85016 h 162947"/>
                  <a:gd name="connsiteX7" fmla="*/ 127068 w 143264"/>
                  <a:gd name="connsiteY7" fmla="*/ 81312 h 162947"/>
                  <a:gd name="connsiteX8" fmla="*/ 124606 w 143264"/>
                  <a:gd name="connsiteY8" fmla="*/ 76374 h 162947"/>
                  <a:gd name="connsiteX9" fmla="*/ 24818 w 143264"/>
                  <a:gd name="connsiteY9" fmla="*/ 15880 h 162947"/>
                  <a:gd name="connsiteX10" fmla="*/ 22354 w 143264"/>
                  <a:gd name="connsiteY10" fmla="*/ 14645 h 162947"/>
                  <a:gd name="connsiteX11" fmla="*/ 11114 w 143264"/>
                  <a:gd name="connsiteY11" fmla="*/ 928 h 162947"/>
                  <a:gd name="connsiteX12" fmla="*/ 33346 w 143264"/>
                  <a:gd name="connsiteY12" fmla="*/ 928 h 162947"/>
                  <a:gd name="connsiteX13" fmla="*/ 132150 w 143264"/>
                  <a:gd name="connsiteY13" fmla="*/ 62767 h 162947"/>
                  <a:gd name="connsiteX14" fmla="*/ 143264 w 143264"/>
                  <a:gd name="connsiteY14" fmla="*/ 81319 h 162947"/>
                  <a:gd name="connsiteX15" fmla="*/ 132150 w 143264"/>
                  <a:gd name="connsiteY15" fmla="*/ 99871 h 162947"/>
                  <a:gd name="connsiteX16" fmla="*/ 33346 w 143264"/>
                  <a:gd name="connsiteY16" fmla="*/ 159237 h 162947"/>
                  <a:gd name="connsiteX17" fmla="*/ 22230 w 143264"/>
                  <a:gd name="connsiteY17" fmla="*/ 162947 h 162947"/>
                  <a:gd name="connsiteX18" fmla="*/ 11114 w 143264"/>
                  <a:gd name="connsiteY18" fmla="*/ 159237 h 162947"/>
                  <a:gd name="connsiteX19" fmla="*/ 0 w 143264"/>
                  <a:gd name="connsiteY19" fmla="*/ 140685 h 162947"/>
                  <a:gd name="connsiteX20" fmla="*/ 0 w 143264"/>
                  <a:gd name="connsiteY20" fmla="*/ 20716 h 162947"/>
                  <a:gd name="connsiteX21" fmla="*/ 11114 w 143264"/>
                  <a:gd name="connsiteY21" fmla="*/ 928 h 1629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3264" h="162947">
                    <a:moveTo>
                      <a:pt x="22354" y="14645"/>
                    </a:moveTo>
                    <a:cubicBezTo>
                      <a:pt x="21122" y="14645"/>
                      <a:pt x="19890" y="14645"/>
                      <a:pt x="18658" y="15880"/>
                    </a:cubicBezTo>
                    <a:cubicBezTo>
                      <a:pt x="18658" y="15880"/>
                      <a:pt x="16194" y="17114"/>
                      <a:pt x="16194" y="20818"/>
                    </a:cubicBezTo>
                    <a:lnTo>
                      <a:pt x="16194" y="140572"/>
                    </a:lnTo>
                    <a:cubicBezTo>
                      <a:pt x="16194" y="144276"/>
                      <a:pt x="18658" y="145510"/>
                      <a:pt x="18658" y="145510"/>
                    </a:cubicBezTo>
                    <a:cubicBezTo>
                      <a:pt x="19890" y="146745"/>
                      <a:pt x="22354" y="147980"/>
                      <a:pt x="24818" y="145510"/>
                    </a:cubicBezTo>
                    <a:lnTo>
                      <a:pt x="124606" y="85016"/>
                    </a:lnTo>
                    <a:cubicBezTo>
                      <a:pt x="127068" y="83781"/>
                      <a:pt x="127068" y="81312"/>
                      <a:pt x="127068" y="81312"/>
                    </a:cubicBezTo>
                    <a:cubicBezTo>
                      <a:pt x="127068" y="80078"/>
                      <a:pt x="127068" y="77609"/>
                      <a:pt x="124606" y="76374"/>
                    </a:cubicBezTo>
                    <a:lnTo>
                      <a:pt x="24818" y="15880"/>
                    </a:lnTo>
                    <a:cubicBezTo>
                      <a:pt x="24818" y="14645"/>
                      <a:pt x="23586" y="14645"/>
                      <a:pt x="22354" y="14645"/>
                    </a:cubicBezTo>
                    <a:close/>
                    <a:moveTo>
                      <a:pt x="11114" y="928"/>
                    </a:moveTo>
                    <a:cubicBezTo>
                      <a:pt x="18524" y="-309"/>
                      <a:pt x="27170" y="-309"/>
                      <a:pt x="33346" y="928"/>
                    </a:cubicBezTo>
                    <a:lnTo>
                      <a:pt x="132150" y="62767"/>
                    </a:lnTo>
                    <a:cubicBezTo>
                      <a:pt x="139560" y="65241"/>
                      <a:pt x="143264" y="73898"/>
                      <a:pt x="143264" y="81319"/>
                    </a:cubicBezTo>
                    <a:cubicBezTo>
                      <a:pt x="143264" y="88740"/>
                      <a:pt x="139560" y="94924"/>
                      <a:pt x="132150" y="99871"/>
                    </a:cubicBezTo>
                    <a:lnTo>
                      <a:pt x="33346" y="159237"/>
                    </a:lnTo>
                    <a:cubicBezTo>
                      <a:pt x="29640" y="161710"/>
                      <a:pt x="25936" y="162947"/>
                      <a:pt x="22230" y="162947"/>
                    </a:cubicBezTo>
                    <a:cubicBezTo>
                      <a:pt x="18524" y="162947"/>
                      <a:pt x="14820" y="161710"/>
                      <a:pt x="11114" y="159237"/>
                    </a:cubicBezTo>
                    <a:cubicBezTo>
                      <a:pt x="4940" y="155526"/>
                      <a:pt x="0" y="149342"/>
                      <a:pt x="0" y="140685"/>
                    </a:cubicBezTo>
                    <a:lnTo>
                      <a:pt x="0" y="20716"/>
                    </a:lnTo>
                    <a:cubicBezTo>
                      <a:pt x="0" y="12059"/>
                      <a:pt x="4940" y="5875"/>
                      <a:pt x="11114" y="9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281" name="Freeform 280">
            <a:extLst>
              <a:ext uri="{FF2B5EF4-FFF2-40B4-BE49-F238E27FC236}">
                <a16:creationId xmlns:a16="http://schemas.microsoft.com/office/drawing/2014/main" id="{3C027296-A7A4-2645-878C-AA28DCDCD37D}"/>
              </a:ext>
            </a:extLst>
          </p:cNvPr>
          <p:cNvSpPr/>
          <p:nvPr/>
        </p:nvSpPr>
        <p:spPr>
          <a:xfrm>
            <a:off x="2068018" y="3453298"/>
            <a:ext cx="4066264" cy="23528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265" h="1889">
                <a:moveTo>
                  <a:pt x="2949" y="0"/>
                </a:moveTo>
                <a:lnTo>
                  <a:pt x="0" y="0"/>
                </a:lnTo>
                <a:lnTo>
                  <a:pt x="0" y="569"/>
                </a:lnTo>
                <a:lnTo>
                  <a:pt x="0" y="1573"/>
                </a:lnTo>
                <a:cubicBezTo>
                  <a:pt x="0" y="1748"/>
                  <a:pt x="142" y="1889"/>
                  <a:pt x="316" y="1889"/>
                </a:cubicBezTo>
                <a:lnTo>
                  <a:pt x="3265" y="1889"/>
                </a:lnTo>
                <a:lnTo>
                  <a:pt x="3265" y="569"/>
                </a:lnTo>
                <a:lnTo>
                  <a:pt x="3265" y="316"/>
                </a:lnTo>
                <a:cubicBezTo>
                  <a:pt x="3265" y="142"/>
                  <a:pt x="3123" y="0"/>
                  <a:pt x="2949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83" name="Freeform 282">
            <a:extLst>
              <a:ext uri="{FF2B5EF4-FFF2-40B4-BE49-F238E27FC236}">
                <a16:creationId xmlns:a16="http://schemas.microsoft.com/office/drawing/2014/main" id="{3181A01E-9F12-9949-8D8A-E18861142113}"/>
              </a:ext>
            </a:extLst>
          </p:cNvPr>
          <p:cNvSpPr/>
          <p:nvPr/>
        </p:nvSpPr>
        <p:spPr>
          <a:xfrm>
            <a:off x="1940944" y="3326183"/>
            <a:ext cx="4066264" cy="70785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265" h="569">
                <a:moveTo>
                  <a:pt x="2949" y="0"/>
                </a:moveTo>
                <a:lnTo>
                  <a:pt x="0" y="0"/>
                </a:lnTo>
                <a:lnTo>
                  <a:pt x="0" y="569"/>
                </a:lnTo>
                <a:lnTo>
                  <a:pt x="3265" y="569"/>
                </a:lnTo>
                <a:lnTo>
                  <a:pt x="3265" y="317"/>
                </a:lnTo>
                <a:cubicBezTo>
                  <a:pt x="3265" y="142"/>
                  <a:pt x="3124" y="0"/>
                  <a:pt x="2949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92" name="Freeform 291">
            <a:extLst>
              <a:ext uri="{FF2B5EF4-FFF2-40B4-BE49-F238E27FC236}">
                <a16:creationId xmlns:a16="http://schemas.microsoft.com/office/drawing/2014/main" id="{9A80EB66-A2F7-144F-8F22-A457D9AD75AB}"/>
              </a:ext>
            </a:extLst>
          </p:cNvPr>
          <p:cNvSpPr/>
          <p:nvPr/>
        </p:nvSpPr>
        <p:spPr>
          <a:xfrm>
            <a:off x="1940944" y="4035291"/>
            <a:ext cx="4066264" cy="164377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265" h="1320">
                <a:moveTo>
                  <a:pt x="3265" y="1320"/>
                </a:moveTo>
                <a:lnTo>
                  <a:pt x="316" y="1320"/>
                </a:lnTo>
                <a:cubicBezTo>
                  <a:pt x="142" y="1320"/>
                  <a:pt x="0" y="1179"/>
                  <a:pt x="0" y="1004"/>
                </a:cubicBezTo>
                <a:lnTo>
                  <a:pt x="0" y="0"/>
                </a:lnTo>
                <a:lnTo>
                  <a:pt x="3265" y="0"/>
                </a:ln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43" name="Freeform 342">
            <a:extLst>
              <a:ext uri="{FF2B5EF4-FFF2-40B4-BE49-F238E27FC236}">
                <a16:creationId xmlns:a16="http://schemas.microsoft.com/office/drawing/2014/main" id="{CF4AE575-235C-AB40-B5ED-A4529948A56F}"/>
              </a:ext>
            </a:extLst>
          </p:cNvPr>
          <p:cNvSpPr/>
          <p:nvPr/>
        </p:nvSpPr>
        <p:spPr>
          <a:xfrm>
            <a:off x="5891353" y="3916899"/>
            <a:ext cx="232963" cy="23429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8" h="189">
                <a:moveTo>
                  <a:pt x="188" y="95"/>
                </a:moveTo>
                <a:cubicBezTo>
                  <a:pt x="188" y="147"/>
                  <a:pt x="146" y="189"/>
                  <a:pt x="94" y="189"/>
                </a:cubicBezTo>
                <a:cubicBezTo>
                  <a:pt x="42" y="189"/>
                  <a:pt x="0" y="147"/>
                  <a:pt x="0" y="95"/>
                </a:cubicBezTo>
                <a:cubicBezTo>
                  <a:pt x="0" y="43"/>
                  <a:pt x="42" y="0"/>
                  <a:pt x="94" y="0"/>
                </a:cubicBezTo>
                <a:cubicBezTo>
                  <a:pt x="146" y="0"/>
                  <a:pt x="188" y="43"/>
                  <a:pt x="188" y="9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45" name="Freeform 344">
            <a:extLst>
              <a:ext uri="{FF2B5EF4-FFF2-40B4-BE49-F238E27FC236}">
                <a16:creationId xmlns:a16="http://schemas.microsoft.com/office/drawing/2014/main" id="{E663AE7A-33FD-FB4B-912E-0372AA545549}"/>
              </a:ext>
            </a:extLst>
          </p:cNvPr>
          <p:cNvSpPr/>
          <p:nvPr/>
        </p:nvSpPr>
        <p:spPr>
          <a:xfrm>
            <a:off x="1823843" y="3916899"/>
            <a:ext cx="232963" cy="23429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8" h="189">
                <a:moveTo>
                  <a:pt x="188" y="95"/>
                </a:moveTo>
                <a:cubicBezTo>
                  <a:pt x="188" y="147"/>
                  <a:pt x="146" y="189"/>
                  <a:pt x="94" y="189"/>
                </a:cubicBezTo>
                <a:cubicBezTo>
                  <a:pt x="42" y="189"/>
                  <a:pt x="0" y="147"/>
                  <a:pt x="0" y="95"/>
                </a:cubicBezTo>
                <a:cubicBezTo>
                  <a:pt x="0" y="43"/>
                  <a:pt x="42" y="0"/>
                  <a:pt x="94" y="0"/>
                </a:cubicBezTo>
                <a:cubicBezTo>
                  <a:pt x="146" y="0"/>
                  <a:pt x="188" y="43"/>
                  <a:pt x="188" y="9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47" name="Freeform 346">
            <a:extLst>
              <a:ext uri="{FF2B5EF4-FFF2-40B4-BE49-F238E27FC236}">
                <a16:creationId xmlns:a16="http://schemas.microsoft.com/office/drawing/2014/main" id="{17FF678F-B9E2-3540-85F7-FC96D4747FFE}"/>
              </a:ext>
            </a:extLst>
          </p:cNvPr>
          <p:cNvSpPr/>
          <p:nvPr/>
        </p:nvSpPr>
        <p:spPr>
          <a:xfrm>
            <a:off x="10158189" y="3453298"/>
            <a:ext cx="4066264" cy="23528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265" h="1889">
                <a:moveTo>
                  <a:pt x="2948" y="0"/>
                </a:moveTo>
                <a:lnTo>
                  <a:pt x="0" y="0"/>
                </a:lnTo>
                <a:lnTo>
                  <a:pt x="0" y="569"/>
                </a:lnTo>
                <a:lnTo>
                  <a:pt x="0" y="1573"/>
                </a:lnTo>
                <a:cubicBezTo>
                  <a:pt x="0" y="1748"/>
                  <a:pt x="141" y="1889"/>
                  <a:pt x="316" y="1889"/>
                </a:cubicBezTo>
                <a:lnTo>
                  <a:pt x="3265" y="1889"/>
                </a:lnTo>
                <a:lnTo>
                  <a:pt x="3265" y="569"/>
                </a:lnTo>
                <a:lnTo>
                  <a:pt x="3265" y="316"/>
                </a:lnTo>
                <a:cubicBezTo>
                  <a:pt x="3265" y="142"/>
                  <a:pt x="3123" y="0"/>
                  <a:pt x="2948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49" name="Freeform 348">
            <a:extLst>
              <a:ext uri="{FF2B5EF4-FFF2-40B4-BE49-F238E27FC236}">
                <a16:creationId xmlns:a16="http://schemas.microsoft.com/office/drawing/2014/main" id="{C8B0990E-490A-3E4E-8B5B-66EFC686E2B8}"/>
              </a:ext>
            </a:extLst>
          </p:cNvPr>
          <p:cNvSpPr/>
          <p:nvPr/>
        </p:nvSpPr>
        <p:spPr>
          <a:xfrm>
            <a:off x="10031118" y="3326183"/>
            <a:ext cx="4066264" cy="70785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265" h="569">
                <a:moveTo>
                  <a:pt x="2949" y="0"/>
                </a:moveTo>
                <a:lnTo>
                  <a:pt x="0" y="0"/>
                </a:lnTo>
                <a:lnTo>
                  <a:pt x="0" y="569"/>
                </a:lnTo>
                <a:lnTo>
                  <a:pt x="3265" y="569"/>
                </a:lnTo>
                <a:lnTo>
                  <a:pt x="3265" y="317"/>
                </a:lnTo>
                <a:cubicBezTo>
                  <a:pt x="3265" y="142"/>
                  <a:pt x="3123" y="0"/>
                  <a:pt x="2949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58" name="Freeform 357">
            <a:extLst>
              <a:ext uri="{FF2B5EF4-FFF2-40B4-BE49-F238E27FC236}">
                <a16:creationId xmlns:a16="http://schemas.microsoft.com/office/drawing/2014/main" id="{A2186B04-5827-5241-AC8D-EE1B0352BEA9}"/>
              </a:ext>
            </a:extLst>
          </p:cNvPr>
          <p:cNvSpPr/>
          <p:nvPr/>
        </p:nvSpPr>
        <p:spPr>
          <a:xfrm>
            <a:off x="10031118" y="4035291"/>
            <a:ext cx="4066264" cy="164377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265" h="1320">
                <a:moveTo>
                  <a:pt x="3265" y="1320"/>
                </a:moveTo>
                <a:lnTo>
                  <a:pt x="316" y="1320"/>
                </a:lnTo>
                <a:cubicBezTo>
                  <a:pt x="142" y="1320"/>
                  <a:pt x="0" y="1179"/>
                  <a:pt x="0" y="1004"/>
                </a:cubicBezTo>
                <a:lnTo>
                  <a:pt x="0" y="0"/>
                </a:lnTo>
                <a:lnTo>
                  <a:pt x="3265" y="0"/>
                </a:ln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09" name="Freeform 408">
            <a:extLst>
              <a:ext uri="{FF2B5EF4-FFF2-40B4-BE49-F238E27FC236}">
                <a16:creationId xmlns:a16="http://schemas.microsoft.com/office/drawing/2014/main" id="{A6C81EE7-8A48-A24F-B574-7C2ABBF53668}"/>
              </a:ext>
            </a:extLst>
          </p:cNvPr>
          <p:cNvSpPr/>
          <p:nvPr/>
        </p:nvSpPr>
        <p:spPr>
          <a:xfrm>
            <a:off x="13980278" y="3916899"/>
            <a:ext cx="232963" cy="23429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8" h="189">
                <a:moveTo>
                  <a:pt x="188" y="95"/>
                </a:moveTo>
                <a:cubicBezTo>
                  <a:pt x="188" y="147"/>
                  <a:pt x="146" y="189"/>
                  <a:pt x="94" y="189"/>
                </a:cubicBezTo>
                <a:cubicBezTo>
                  <a:pt x="42" y="189"/>
                  <a:pt x="0" y="147"/>
                  <a:pt x="0" y="95"/>
                </a:cubicBezTo>
                <a:cubicBezTo>
                  <a:pt x="0" y="43"/>
                  <a:pt x="42" y="0"/>
                  <a:pt x="94" y="0"/>
                </a:cubicBezTo>
                <a:cubicBezTo>
                  <a:pt x="146" y="0"/>
                  <a:pt x="188" y="43"/>
                  <a:pt x="188" y="9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11" name="Freeform 410">
            <a:extLst>
              <a:ext uri="{FF2B5EF4-FFF2-40B4-BE49-F238E27FC236}">
                <a16:creationId xmlns:a16="http://schemas.microsoft.com/office/drawing/2014/main" id="{5248B513-953D-F047-B30E-BF474E73712A}"/>
              </a:ext>
            </a:extLst>
          </p:cNvPr>
          <p:cNvSpPr/>
          <p:nvPr/>
        </p:nvSpPr>
        <p:spPr>
          <a:xfrm>
            <a:off x="9914014" y="3916899"/>
            <a:ext cx="232963" cy="23429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8" h="189">
                <a:moveTo>
                  <a:pt x="188" y="95"/>
                </a:moveTo>
                <a:cubicBezTo>
                  <a:pt x="188" y="147"/>
                  <a:pt x="146" y="189"/>
                  <a:pt x="94" y="189"/>
                </a:cubicBezTo>
                <a:cubicBezTo>
                  <a:pt x="42" y="189"/>
                  <a:pt x="0" y="147"/>
                  <a:pt x="0" y="95"/>
                </a:cubicBezTo>
                <a:cubicBezTo>
                  <a:pt x="0" y="43"/>
                  <a:pt x="42" y="0"/>
                  <a:pt x="94" y="0"/>
                </a:cubicBezTo>
                <a:cubicBezTo>
                  <a:pt x="146" y="0"/>
                  <a:pt x="188" y="43"/>
                  <a:pt x="188" y="9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13" name="Freeform 412">
            <a:extLst>
              <a:ext uri="{FF2B5EF4-FFF2-40B4-BE49-F238E27FC236}">
                <a16:creationId xmlns:a16="http://schemas.microsoft.com/office/drawing/2014/main" id="{3A0730DA-FEC5-CF44-86E3-0F24AFCEFD18}"/>
              </a:ext>
            </a:extLst>
          </p:cNvPr>
          <p:cNvSpPr/>
          <p:nvPr/>
        </p:nvSpPr>
        <p:spPr>
          <a:xfrm>
            <a:off x="18488798" y="3453298"/>
            <a:ext cx="4065018" cy="23528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264" h="1889">
                <a:moveTo>
                  <a:pt x="2948" y="0"/>
                </a:moveTo>
                <a:lnTo>
                  <a:pt x="0" y="0"/>
                </a:lnTo>
                <a:lnTo>
                  <a:pt x="0" y="569"/>
                </a:lnTo>
                <a:lnTo>
                  <a:pt x="0" y="1573"/>
                </a:lnTo>
                <a:cubicBezTo>
                  <a:pt x="0" y="1748"/>
                  <a:pt x="141" y="1889"/>
                  <a:pt x="316" y="1889"/>
                </a:cubicBezTo>
                <a:lnTo>
                  <a:pt x="3264" y="1889"/>
                </a:lnTo>
                <a:lnTo>
                  <a:pt x="3264" y="569"/>
                </a:lnTo>
                <a:lnTo>
                  <a:pt x="3264" y="316"/>
                </a:lnTo>
                <a:cubicBezTo>
                  <a:pt x="3264" y="142"/>
                  <a:pt x="3123" y="0"/>
                  <a:pt x="2948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15" name="Freeform 414">
            <a:extLst>
              <a:ext uri="{FF2B5EF4-FFF2-40B4-BE49-F238E27FC236}">
                <a16:creationId xmlns:a16="http://schemas.microsoft.com/office/drawing/2014/main" id="{C04B30C4-610B-3044-A63E-1328015DB7A5}"/>
              </a:ext>
            </a:extLst>
          </p:cNvPr>
          <p:cNvSpPr/>
          <p:nvPr/>
        </p:nvSpPr>
        <p:spPr>
          <a:xfrm>
            <a:off x="18360482" y="3326183"/>
            <a:ext cx="4067510" cy="70785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266" h="569">
                <a:moveTo>
                  <a:pt x="2949" y="0"/>
                </a:moveTo>
                <a:lnTo>
                  <a:pt x="0" y="0"/>
                </a:lnTo>
                <a:lnTo>
                  <a:pt x="0" y="569"/>
                </a:lnTo>
                <a:lnTo>
                  <a:pt x="3266" y="569"/>
                </a:lnTo>
                <a:lnTo>
                  <a:pt x="3266" y="317"/>
                </a:lnTo>
                <a:cubicBezTo>
                  <a:pt x="3266" y="142"/>
                  <a:pt x="3124" y="0"/>
                  <a:pt x="2949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24" name="Freeform 423">
            <a:extLst>
              <a:ext uri="{FF2B5EF4-FFF2-40B4-BE49-F238E27FC236}">
                <a16:creationId xmlns:a16="http://schemas.microsoft.com/office/drawing/2014/main" id="{DC8CAA22-4290-D84C-80C3-1BAB35B169F2}"/>
              </a:ext>
            </a:extLst>
          </p:cNvPr>
          <p:cNvSpPr/>
          <p:nvPr/>
        </p:nvSpPr>
        <p:spPr>
          <a:xfrm>
            <a:off x="18360482" y="4035291"/>
            <a:ext cx="4067510" cy="164377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266" h="1320">
                <a:moveTo>
                  <a:pt x="3266" y="1320"/>
                </a:moveTo>
                <a:lnTo>
                  <a:pt x="317" y="1320"/>
                </a:lnTo>
                <a:cubicBezTo>
                  <a:pt x="142" y="1320"/>
                  <a:pt x="0" y="1179"/>
                  <a:pt x="0" y="1004"/>
                </a:cubicBezTo>
                <a:lnTo>
                  <a:pt x="0" y="0"/>
                </a:lnTo>
                <a:lnTo>
                  <a:pt x="3266" y="0"/>
                </a:ln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75" name="Freeform 474">
            <a:extLst>
              <a:ext uri="{FF2B5EF4-FFF2-40B4-BE49-F238E27FC236}">
                <a16:creationId xmlns:a16="http://schemas.microsoft.com/office/drawing/2014/main" id="{82935E4A-7295-294D-980D-B64B5D067141}"/>
              </a:ext>
            </a:extLst>
          </p:cNvPr>
          <p:cNvSpPr/>
          <p:nvPr/>
        </p:nvSpPr>
        <p:spPr>
          <a:xfrm>
            <a:off x="22310887" y="3916899"/>
            <a:ext cx="234209" cy="23429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9" h="189">
                <a:moveTo>
                  <a:pt x="189" y="95"/>
                </a:moveTo>
                <a:cubicBezTo>
                  <a:pt x="189" y="147"/>
                  <a:pt x="147" y="189"/>
                  <a:pt x="95" y="189"/>
                </a:cubicBezTo>
                <a:cubicBezTo>
                  <a:pt x="43" y="189"/>
                  <a:pt x="0" y="147"/>
                  <a:pt x="0" y="95"/>
                </a:cubicBezTo>
                <a:cubicBezTo>
                  <a:pt x="0" y="43"/>
                  <a:pt x="43" y="0"/>
                  <a:pt x="95" y="0"/>
                </a:cubicBezTo>
                <a:cubicBezTo>
                  <a:pt x="147" y="0"/>
                  <a:pt x="189" y="43"/>
                  <a:pt x="189" y="9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77" name="Freeform 476">
            <a:extLst>
              <a:ext uri="{FF2B5EF4-FFF2-40B4-BE49-F238E27FC236}">
                <a16:creationId xmlns:a16="http://schemas.microsoft.com/office/drawing/2014/main" id="{08609D47-159C-B446-B115-5027310FCB43}"/>
              </a:ext>
            </a:extLst>
          </p:cNvPr>
          <p:cNvSpPr/>
          <p:nvPr/>
        </p:nvSpPr>
        <p:spPr>
          <a:xfrm>
            <a:off x="18243377" y="3916899"/>
            <a:ext cx="234209" cy="23429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9" h="189">
                <a:moveTo>
                  <a:pt x="189" y="95"/>
                </a:moveTo>
                <a:cubicBezTo>
                  <a:pt x="189" y="147"/>
                  <a:pt x="146" y="189"/>
                  <a:pt x="94" y="189"/>
                </a:cubicBezTo>
                <a:cubicBezTo>
                  <a:pt x="42" y="189"/>
                  <a:pt x="0" y="147"/>
                  <a:pt x="0" y="95"/>
                </a:cubicBezTo>
                <a:cubicBezTo>
                  <a:pt x="0" y="43"/>
                  <a:pt x="42" y="0"/>
                  <a:pt x="94" y="0"/>
                </a:cubicBezTo>
                <a:cubicBezTo>
                  <a:pt x="146" y="0"/>
                  <a:pt x="189" y="43"/>
                  <a:pt x="189" y="95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535067C6-5053-8D41-8855-0AEC4C9B1E7F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9431F541-D951-ED4B-B55D-C1E59A20D1DD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2861903B-D554-E542-A2D5-420107EAAEA9}"/>
              </a:ext>
            </a:extLst>
          </p:cNvPr>
          <p:cNvSpPr txBox="1"/>
          <p:nvPr/>
        </p:nvSpPr>
        <p:spPr>
          <a:xfrm>
            <a:off x="2226439" y="3382569"/>
            <a:ext cx="365440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351" name="TextBox 350">
            <a:extLst>
              <a:ext uri="{FF2B5EF4-FFF2-40B4-BE49-F238E27FC236}">
                <a16:creationId xmlns:a16="http://schemas.microsoft.com/office/drawing/2014/main" id="{BC040C7C-DE22-DA42-AE58-E31374EF2D61}"/>
              </a:ext>
            </a:extLst>
          </p:cNvPr>
          <p:cNvSpPr txBox="1"/>
          <p:nvPr/>
        </p:nvSpPr>
        <p:spPr>
          <a:xfrm>
            <a:off x="2226439" y="4099771"/>
            <a:ext cx="3654409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9A44F9AD-002F-1E45-9DBC-58994A3E5A51}"/>
              </a:ext>
            </a:extLst>
          </p:cNvPr>
          <p:cNvSpPr txBox="1"/>
          <p:nvPr/>
        </p:nvSpPr>
        <p:spPr>
          <a:xfrm>
            <a:off x="18640816" y="3382569"/>
            <a:ext cx="365440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353" name="TextBox 352">
            <a:extLst>
              <a:ext uri="{FF2B5EF4-FFF2-40B4-BE49-F238E27FC236}">
                <a16:creationId xmlns:a16="http://schemas.microsoft.com/office/drawing/2014/main" id="{49F56E69-1037-1548-BC6A-74F81214153C}"/>
              </a:ext>
            </a:extLst>
          </p:cNvPr>
          <p:cNvSpPr txBox="1"/>
          <p:nvPr/>
        </p:nvSpPr>
        <p:spPr>
          <a:xfrm>
            <a:off x="18640816" y="4099771"/>
            <a:ext cx="3654409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C8FF6D99-CBD4-214C-97D4-7BAF961BA386}"/>
              </a:ext>
            </a:extLst>
          </p:cNvPr>
          <p:cNvSpPr txBox="1"/>
          <p:nvPr/>
        </p:nvSpPr>
        <p:spPr>
          <a:xfrm>
            <a:off x="10312981" y="3382570"/>
            <a:ext cx="3654408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2DB15006-115F-6440-925E-DEE0A0F126C3}"/>
              </a:ext>
            </a:extLst>
          </p:cNvPr>
          <p:cNvSpPr txBox="1"/>
          <p:nvPr/>
        </p:nvSpPr>
        <p:spPr>
          <a:xfrm>
            <a:off x="10312981" y="4099772"/>
            <a:ext cx="3654409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</p:spTree>
    <p:extLst>
      <p:ext uri="{BB962C8B-B14F-4D97-AF65-F5344CB8AC3E}">
        <p14:creationId xmlns:p14="http://schemas.microsoft.com/office/powerpoint/2010/main" val="33907370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D1373AF-F9AD-DC4C-A02C-D237C641FE5E}"/>
              </a:ext>
            </a:extLst>
          </p:cNvPr>
          <p:cNvGrpSpPr/>
          <p:nvPr/>
        </p:nvGrpSpPr>
        <p:grpSpPr>
          <a:xfrm>
            <a:off x="7882128" y="4381742"/>
            <a:ext cx="14989366" cy="7517255"/>
            <a:chOff x="7882128" y="4381742"/>
            <a:chExt cx="14989366" cy="7517255"/>
          </a:xfrm>
        </p:grpSpPr>
        <p:sp>
          <p:nvSpPr>
            <p:cNvPr id="120" name="Freeform 119">
              <a:extLst>
                <a:ext uri="{FF2B5EF4-FFF2-40B4-BE49-F238E27FC236}">
                  <a16:creationId xmlns:a16="http://schemas.microsoft.com/office/drawing/2014/main" id="{F6A0E186-7815-794C-A1E5-F7EEB8FF6AB1}"/>
                </a:ext>
              </a:extLst>
            </p:cNvPr>
            <p:cNvSpPr/>
            <p:nvPr/>
          </p:nvSpPr>
          <p:spPr>
            <a:xfrm>
              <a:off x="7882128" y="10874597"/>
              <a:ext cx="14989366" cy="17447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2033" h="15">
                  <a:moveTo>
                    <a:pt x="12027" y="15"/>
                  </a:moveTo>
                  <a:lnTo>
                    <a:pt x="7" y="15"/>
                  </a:lnTo>
                  <a:cubicBezTo>
                    <a:pt x="3" y="15"/>
                    <a:pt x="0" y="12"/>
                    <a:pt x="0" y="8"/>
                  </a:cubicBezTo>
                  <a:cubicBezTo>
                    <a:pt x="0" y="4"/>
                    <a:pt x="3" y="0"/>
                    <a:pt x="7" y="0"/>
                  </a:cubicBezTo>
                  <a:lnTo>
                    <a:pt x="12027" y="0"/>
                  </a:lnTo>
                  <a:cubicBezTo>
                    <a:pt x="12030" y="0"/>
                    <a:pt x="12033" y="4"/>
                    <a:pt x="12033" y="8"/>
                  </a:cubicBezTo>
                  <a:cubicBezTo>
                    <a:pt x="12033" y="12"/>
                    <a:pt x="12030" y="15"/>
                    <a:pt x="12027" y="15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190429D8-B1B2-BC4B-9D00-EDCDD4B3DC2B}"/>
                </a:ext>
              </a:extLst>
            </p:cNvPr>
            <p:cNvGrpSpPr/>
            <p:nvPr/>
          </p:nvGrpSpPr>
          <p:grpSpPr>
            <a:xfrm>
              <a:off x="8424047" y="5413938"/>
              <a:ext cx="6569060" cy="6011489"/>
              <a:chOff x="8424047" y="5413938"/>
              <a:chExt cx="6569060" cy="6011489"/>
            </a:xfrm>
          </p:grpSpPr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028236BB-202C-5B4A-9726-4D5353D25F0B}"/>
                  </a:ext>
                </a:extLst>
              </p:cNvPr>
              <p:cNvSpPr/>
              <p:nvPr/>
            </p:nvSpPr>
            <p:spPr>
              <a:xfrm>
                <a:off x="8434013" y="6219931"/>
                <a:ext cx="6549124" cy="405896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58" h="3258">
                    <a:moveTo>
                      <a:pt x="5023" y="0"/>
                    </a:moveTo>
                    <a:lnTo>
                      <a:pt x="2629" y="0"/>
                    </a:lnTo>
                    <a:lnTo>
                      <a:pt x="235" y="0"/>
                    </a:lnTo>
                    <a:cubicBezTo>
                      <a:pt x="170" y="0"/>
                      <a:pt x="111" y="26"/>
                      <a:pt x="69" y="69"/>
                    </a:cubicBezTo>
                    <a:cubicBezTo>
                      <a:pt x="26" y="111"/>
                      <a:pt x="0" y="170"/>
                      <a:pt x="0" y="235"/>
                    </a:cubicBezTo>
                    <a:lnTo>
                      <a:pt x="0" y="1629"/>
                    </a:lnTo>
                    <a:lnTo>
                      <a:pt x="0" y="3023"/>
                    </a:lnTo>
                    <a:cubicBezTo>
                      <a:pt x="0" y="3088"/>
                      <a:pt x="26" y="3147"/>
                      <a:pt x="69" y="3189"/>
                    </a:cubicBezTo>
                    <a:cubicBezTo>
                      <a:pt x="111" y="3231"/>
                      <a:pt x="170" y="3258"/>
                      <a:pt x="235" y="3258"/>
                    </a:cubicBezTo>
                    <a:lnTo>
                      <a:pt x="2629" y="3258"/>
                    </a:lnTo>
                    <a:lnTo>
                      <a:pt x="5023" y="3258"/>
                    </a:lnTo>
                    <a:cubicBezTo>
                      <a:pt x="5088" y="3258"/>
                      <a:pt x="5146" y="3231"/>
                      <a:pt x="5189" y="3189"/>
                    </a:cubicBezTo>
                    <a:cubicBezTo>
                      <a:pt x="5231" y="3147"/>
                      <a:pt x="5258" y="3088"/>
                      <a:pt x="5258" y="3023"/>
                    </a:cubicBezTo>
                    <a:lnTo>
                      <a:pt x="5258" y="1629"/>
                    </a:lnTo>
                    <a:lnTo>
                      <a:pt x="5258" y="235"/>
                    </a:lnTo>
                    <a:cubicBezTo>
                      <a:pt x="5258" y="170"/>
                      <a:pt x="5231" y="111"/>
                      <a:pt x="5189" y="69"/>
                    </a:cubicBezTo>
                    <a:cubicBezTo>
                      <a:pt x="5146" y="26"/>
                      <a:pt x="5088" y="0"/>
                      <a:pt x="502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434B42BE-F035-9541-87AA-952B4EB3016C}"/>
                  </a:ext>
                </a:extLst>
              </p:cNvPr>
              <p:cNvSpPr/>
              <p:nvPr/>
            </p:nvSpPr>
            <p:spPr>
              <a:xfrm>
                <a:off x="8424047" y="6211207"/>
                <a:ext cx="6569060" cy="4076416"/>
              </a:xfrm>
              <a:custGeom>
                <a:avLst/>
                <a:gdLst>
                  <a:gd name="connsiteX0" fmla="*/ 302673 w 6569060"/>
                  <a:gd name="connsiteY0" fmla="*/ 17447 h 4076416"/>
                  <a:gd name="connsiteX1" fmla="*/ 100894 w 6569060"/>
                  <a:gd name="connsiteY1" fmla="*/ 100919 h 4076416"/>
                  <a:gd name="connsiteX2" fmla="*/ 18687 w 6569060"/>
                  <a:gd name="connsiteY2" fmla="*/ 301500 h 4076416"/>
                  <a:gd name="connsiteX3" fmla="*/ 18687 w 6569060"/>
                  <a:gd name="connsiteY3" fmla="*/ 3774915 h 4076416"/>
                  <a:gd name="connsiteX4" fmla="*/ 100894 w 6569060"/>
                  <a:gd name="connsiteY4" fmla="*/ 3975496 h 4076416"/>
                  <a:gd name="connsiteX5" fmla="*/ 302673 w 6569060"/>
                  <a:gd name="connsiteY5" fmla="*/ 4057722 h 4076416"/>
                  <a:gd name="connsiteX6" fmla="*/ 6266386 w 6569060"/>
                  <a:gd name="connsiteY6" fmla="*/ 4057722 h 4076416"/>
                  <a:gd name="connsiteX7" fmla="*/ 6466921 w 6569060"/>
                  <a:gd name="connsiteY7" fmla="*/ 3975496 h 4076416"/>
                  <a:gd name="connsiteX8" fmla="*/ 6549127 w 6569060"/>
                  <a:gd name="connsiteY8" fmla="*/ 3774915 h 4076416"/>
                  <a:gd name="connsiteX9" fmla="*/ 6549127 w 6569060"/>
                  <a:gd name="connsiteY9" fmla="*/ 301500 h 4076416"/>
                  <a:gd name="connsiteX10" fmla="*/ 6466921 w 6569060"/>
                  <a:gd name="connsiteY10" fmla="*/ 100919 h 4076416"/>
                  <a:gd name="connsiteX11" fmla="*/ 6266386 w 6569060"/>
                  <a:gd name="connsiteY11" fmla="*/ 17447 h 4076416"/>
                  <a:gd name="connsiteX12" fmla="*/ 302670 w 6569060"/>
                  <a:gd name="connsiteY12" fmla="*/ 0 h 4076416"/>
                  <a:gd name="connsiteX13" fmla="*/ 6266390 w 6569060"/>
                  <a:gd name="connsiteY13" fmla="*/ 0 h 4076416"/>
                  <a:gd name="connsiteX14" fmla="*/ 6479380 w 6569060"/>
                  <a:gd name="connsiteY14" fmla="*/ 87210 h 4076416"/>
                  <a:gd name="connsiteX15" fmla="*/ 6569060 w 6569060"/>
                  <a:gd name="connsiteY15" fmla="*/ 301496 h 4076416"/>
                  <a:gd name="connsiteX16" fmla="*/ 6569060 w 6569060"/>
                  <a:gd name="connsiteY16" fmla="*/ 3774921 h 4076416"/>
                  <a:gd name="connsiteX17" fmla="*/ 6479380 w 6569060"/>
                  <a:gd name="connsiteY17" fmla="*/ 3987961 h 4076416"/>
                  <a:gd name="connsiteX18" fmla="*/ 6266390 w 6569060"/>
                  <a:gd name="connsiteY18" fmla="*/ 4076416 h 4076416"/>
                  <a:gd name="connsiteX19" fmla="*/ 302670 w 6569060"/>
                  <a:gd name="connsiteY19" fmla="*/ 4076416 h 4076416"/>
                  <a:gd name="connsiteX20" fmla="*/ 88434 w 6569060"/>
                  <a:gd name="connsiteY20" fmla="*/ 3987961 h 4076416"/>
                  <a:gd name="connsiteX21" fmla="*/ 0 w 6569060"/>
                  <a:gd name="connsiteY21" fmla="*/ 3774921 h 4076416"/>
                  <a:gd name="connsiteX22" fmla="*/ 0 w 6569060"/>
                  <a:gd name="connsiteY22" fmla="*/ 301496 h 4076416"/>
                  <a:gd name="connsiteX23" fmla="*/ 88434 w 6569060"/>
                  <a:gd name="connsiteY23" fmla="*/ 87210 h 4076416"/>
                  <a:gd name="connsiteX24" fmla="*/ 302670 w 6569060"/>
                  <a:gd name="connsiteY24" fmla="*/ 0 h 40764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569060" h="4076416">
                    <a:moveTo>
                      <a:pt x="302673" y="17447"/>
                    </a:moveTo>
                    <a:cubicBezTo>
                      <a:pt x="226695" y="17447"/>
                      <a:pt x="155698" y="47348"/>
                      <a:pt x="100894" y="100919"/>
                    </a:cubicBezTo>
                    <a:cubicBezTo>
                      <a:pt x="48580" y="154490"/>
                      <a:pt x="18687" y="225503"/>
                      <a:pt x="18687" y="301500"/>
                    </a:cubicBezTo>
                    <a:lnTo>
                      <a:pt x="18687" y="3774915"/>
                    </a:lnTo>
                    <a:cubicBezTo>
                      <a:pt x="18687" y="3850912"/>
                      <a:pt x="48580" y="3921925"/>
                      <a:pt x="100894" y="3975496"/>
                    </a:cubicBezTo>
                    <a:cubicBezTo>
                      <a:pt x="155698" y="4029067"/>
                      <a:pt x="226695" y="4057722"/>
                      <a:pt x="302673" y="4057722"/>
                    </a:cubicBezTo>
                    <a:lnTo>
                      <a:pt x="6266386" y="4057722"/>
                    </a:lnTo>
                    <a:cubicBezTo>
                      <a:pt x="6341119" y="4057722"/>
                      <a:pt x="6413361" y="4029067"/>
                      <a:pt x="6466921" y="3975496"/>
                    </a:cubicBezTo>
                    <a:cubicBezTo>
                      <a:pt x="6520479" y="3921925"/>
                      <a:pt x="6549127" y="3850912"/>
                      <a:pt x="6549127" y="3774915"/>
                    </a:cubicBezTo>
                    <a:lnTo>
                      <a:pt x="6549127" y="301500"/>
                    </a:lnTo>
                    <a:cubicBezTo>
                      <a:pt x="6549127" y="225503"/>
                      <a:pt x="6520479" y="154490"/>
                      <a:pt x="6466921" y="100919"/>
                    </a:cubicBezTo>
                    <a:cubicBezTo>
                      <a:pt x="6413361" y="47348"/>
                      <a:pt x="6341119" y="17447"/>
                      <a:pt x="6266386" y="17447"/>
                    </a:cubicBezTo>
                    <a:close/>
                    <a:moveTo>
                      <a:pt x="302670" y="0"/>
                    </a:moveTo>
                    <a:lnTo>
                      <a:pt x="6266390" y="0"/>
                    </a:lnTo>
                    <a:cubicBezTo>
                      <a:pt x="6347351" y="0"/>
                      <a:pt x="6423330" y="31146"/>
                      <a:pt x="6479380" y="87210"/>
                    </a:cubicBezTo>
                    <a:cubicBezTo>
                      <a:pt x="6536675" y="144519"/>
                      <a:pt x="6569060" y="220515"/>
                      <a:pt x="6569060" y="301496"/>
                    </a:cubicBezTo>
                    <a:lnTo>
                      <a:pt x="6569060" y="3774921"/>
                    </a:lnTo>
                    <a:cubicBezTo>
                      <a:pt x="6569060" y="3855901"/>
                      <a:pt x="6536675" y="3930652"/>
                      <a:pt x="6479380" y="3987961"/>
                    </a:cubicBezTo>
                    <a:cubicBezTo>
                      <a:pt x="6423330" y="4045270"/>
                      <a:pt x="6347351" y="4076416"/>
                      <a:pt x="6266390" y="4076416"/>
                    </a:cubicBezTo>
                    <a:lnTo>
                      <a:pt x="302670" y="4076416"/>
                    </a:lnTo>
                    <a:cubicBezTo>
                      <a:pt x="221709" y="4076416"/>
                      <a:pt x="145730" y="4045270"/>
                      <a:pt x="88434" y="3987961"/>
                    </a:cubicBezTo>
                    <a:cubicBezTo>
                      <a:pt x="31139" y="3930652"/>
                      <a:pt x="0" y="3855901"/>
                      <a:pt x="0" y="3774921"/>
                    </a:cubicBezTo>
                    <a:lnTo>
                      <a:pt x="0" y="301496"/>
                    </a:lnTo>
                    <a:cubicBezTo>
                      <a:pt x="0" y="220515"/>
                      <a:pt x="31139" y="144519"/>
                      <a:pt x="88434" y="87210"/>
                    </a:cubicBezTo>
                    <a:cubicBezTo>
                      <a:pt x="145730" y="31146"/>
                      <a:pt x="221709" y="0"/>
                      <a:pt x="3026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86EDBE9D-0854-2E46-AFDA-B61F4A54A44C}"/>
                  </a:ext>
                </a:extLst>
              </p:cNvPr>
              <p:cNvSpPr/>
              <p:nvPr/>
            </p:nvSpPr>
            <p:spPr>
              <a:xfrm>
                <a:off x="8642061" y="6406865"/>
                <a:ext cx="6133033" cy="3191593"/>
              </a:xfrm>
              <a:custGeom>
                <a:avLst/>
                <a:gdLst>
                  <a:gd name="connsiteX0" fmla="*/ 127048 w 6133033"/>
                  <a:gd name="connsiteY0" fmla="*/ 18693 h 3191593"/>
                  <a:gd name="connsiteX1" fmla="*/ 49825 w 6133033"/>
                  <a:gd name="connsiteY1" fmla="*/ 51082 h 3191593"/>
                  <a:gd name="connsiteX2" fmla="*/ 17441 w 6133033"/>
                  <a:gd name="connsiteY2" fmla="*/ 128318 h 3191593"/>
                  <a:gd name="connsiteX3" fmla="*/ 17441 w 6133033"/>
                  <a:gd name="connsiteY3" fmla="*/ 3063271 h 3191593"/>
                  <a:gd name="connsiteX4" fmla="*/ 49825 w 6133033"/>
                  <a:gd name="connsiteY4" fmla="*/ 3141753 h 3191593"/>
                  <a:gd name="connsiteX5" fmla="*/ 127048 w 6133033"/>
                  <a:gd name="connsiteY5" fmla="*/ 3174142 h 3191593"/>
                  <a:gd name="connsiteX6" fmla="*/ 6004735 w 6133033"/>
                  <a:gd name="connsiteY6" fmla="*/ 3174142 h 3191593"/>
                  <a:gd name="connsiteX7" fmla="*/ 6081958 w 6133033"/>
                  <a:gd name="connsiteY7" fmla="*/ 3141753 h 3191593"/>
                  <a:gd name="connsiteX8" fmla="*/ 6114342 w 6133033"/>
                  <a:gd name="connsiteY8" fmla="*/ 3063271 h 3191593"/>
                  <a:gd name="connsiteX9" fmla="*/ 6114342 w 6133033"/>
                  <a:gd name="connsiteY9" fmla="*/ 128318 h 3191593"/>
                  <a:gd name="connsiteX10" fmla="*/ 6081958 w 6133033"/>
                  <a:gd name="connsiteY10" fmla="*/ 51082 h 3191593"/>
                  <a:gd name="connsiteX11" fmla="*/ 6004735 w 6133033"/>
                  <a:gd name="connsiteY11" fmla="*/ 18693 h 3191593"/>
                  <a:gd name="connsiteX12" fmla="*/ 127045 w 6133033"/>
                  <a:gd name="connsiteY12" fmla="*/ 0 h 3191593"/>
                  <a:gd name="connsiteX13" fmla="*/ 6004743 w 6133033"/>
                  <a:gd name="connsiteY13" fmla="*/ 0 h 3191593"/>
                  <a:gd name="connsiteX14" fmla="*/ 6095667 w 6133033"/>
                  <a:gd name="connsiteY14" fmla="*/ 37373 h 3191593"/>
                  <a:gd name="connsiteX15" fmla="*/ 6133033 w 6133033"/>
                  <a:gd name="connsiteY15" fmla="*/ 128312 h 3191593"/>
                  <a:gd name="connsiteX16" fmla="*/ 6133033 w 6133033"/>
                  <a:gd name="connsiteY16" fmla="*/ 3063281 h 3191593"/>
                  <a:gd name="connsiteX17" fmla="*/ 6095667 w 6133033"/>
                  <a:gd name="connsiteY17" fmla="*/ 3154221 h 3191593"/>
                  <a:gd name="connsiteX18" fmla="*/ 6004743 w 6133033"/>
                  <a:gd name="connsiteY18" fmla="*/ 3191593 h 3191593"/>
                  <a:gd name="connsiteX19" fmla="*/ 127045 w 6133033"/>
                  <a:gd name="connsiteY19" fmla="*/ 3191593 h 3191593"/>
                  <a:gd name="connsiteX20" fmla="*/ 36121 w 6133033"/>
                  <a:gd name="connsiteY20" fmla="*/ 3154221 h 3191593"/>
                  <a:gd name="connsiteX21" fmla="*/ 0 w 6133033"/>
                  <a:gd name="connsiteY21" fmla="*/ 3063281 h 3191593"/>
                  <a:gd name="connsiteX22" fmla="*/ 0 w 6133033"/>
                  <a:gd name="connsiteY22" fmla="*/ 128312 h 3191593"/>
                  <a:gd name="connsiteX23" fmla="*/ 36121 w 6133033"/>
                  <a:gd name="connsiteY23" fmla="*/ 37373 h 3191593"/>
                  <a:gd name="connsiteX24" fmla="*/ 127045 w 6133033"/>
                  <a:gd name="connsiteY24" fmla="*/ 0 h 3191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133033" h="3191593">
                    <a:moveTo>
                      <a:pt x="127048" y="18693"/>
                    </a:moveTo>
                    <a:cubicBezTo>
                      <a:pt x="98401" y="18693"/>
                      <a:pt x="70999" y="29905"/>
                      <a:pt x="49825" y="51082"/>
                    </a:cubicBezTo>
                    <a:cubicBezTo>
                      <a:pt x="28651" y="71014"/>
                      <a:pt x="17441" y="99666"/>
                      <a:pt x="17441" y="128318"/>
                    </a:cubicBezTo>
                    <a:lnTo>
                      <a:pt x="17441" y="3063271"/>
                    </a:lnTo>
                    <a:cubicBezTo>
                      <a:pt x="17441" y="3093169"/>
                      <a:pt x="28651" y="3120575"/>
                      <a:pt x="49825" y="3141753"/>
                    </a:cubicBezTo>
                    <a:cubicBezTo>
                      <a:pt x="70999" y="3161685"/>
                      <a:pt x="98401" y="3174142"/>
                      <a:pt x="127048" y="3174142"/>
                    </a:cubicBezTo>
                    <a:lnTo>
                      <a:pt x="6004735" y="3174142"/>
                    </a:lnTo>
                    <a:cubicBezTo>
                      <a:pt x="6034627" y="3174142"/>
                      <a:pt x="6062029" y="3161685"/>
                      <a:pt x="6081958" y="3141753"/>
                    </a:cubicBezTo>
                    <a:cubicBezTo>
                      <a:pt x="6103132" y="3120575"/>
                      <a:pt x="6114342" y="3093169"/>
                      <a:pt x="6114342" y="3063271"/>
                    </a:cubicBezTo>
                    <a:lnTo>
                      <a:pt x="6114342" y="128318"/>
                    </a:lnTo>
                    <a:cubicBezTo>
                      <a:pt x="6114342" y="99666"/>
                      <a:pt x="6103132" y="71014"/>
                      <a:pt x="6081958" y="51082"/>
                    </a:cubicBezTo>
                    <a:cubicBezTo>
                      <a:pt x="6062029" y="29905"/>
                      <a:pt x="6034627" y="18693"/>
                      <a:pt x="6004735" y="18693"/>
                    </a:cubicBezTo>
                    <a:close/>
                    <a:moveTo>
                      <a:pt x="127045" y="0"/>
                    </a:moveTo>
                    <a:lnTo>
                      <a:pt x="6004743" y="0"/>
                    </a:lnTo>
                    <a:cubicBezTo>
                      <a:pt x="6038372" y="0"/>
                      <a:pt x="6072001" y="13703"/>
                      <a:pt x="6095667" y="37373"/>
                    </a:cubicBezTo>
                    <a:cubicBezTo>
                      <a:pt x="6120577" y="62287"/>
                      <a:pt x="6133033" y="94677"/>
                      <a:pt x="6133033" y="128312"/>
                    </a:cubicBezTo>
                    <a:lnTo>
                      <a:pt x="6133033" y="3063281"/>
                    </a:lnTo>
                    <a:cubicBezTo>
                      <a:pt x="6133033" y="3098162"/>
                      <a:pt x="6120577" y="3130551"/>
                      <a:pt x="6095667" y="3154221"/>
                    </a:cubicBezTo>
                    <a:cubicBezTo>
                      <a:pt x="6072001" y="3179135"/>
                      <a:pt x="6038372" y="3191593"/>
                      <a:pt x="6004743" y="3191593"/>
                    </a:cubicBezTo>
                    <a:lnTo>
                      <a:pt x="127045" y="3191593"/>
                    </a:lnTo>
                    <a:cubicBezTo>
                      <a:pt x="93415" y="3191593"/>
                      <a:pt x="61031" y="3179135"/>
                      <a:pt x="36121" y="3154221"/>
                    </a:cubicBezTo>
                    <a:cubicBezTo>
                      <a:pt x="12455" y="3130551"/>
                      <a:pt x="0" y="3098162"/>
                      <a:pt x="0" y="3063281"/>
                    </a:cubicBezTo>
                    <a:lnTo>
                      <a:pt x="0" y="128312"/>
                    </a:lnTo>
                    <a:cubicBezTo>
                      <a:pt x="0" y="94677"/>
                      <a:pt x="12455" y="62287"/>
                      <a:pt x="36121" y="37373"/>
                    </a:cubicBezTo>
                    <a:cubicBezTo>
                      <a:pt x="61031" y="13703"/>
                      <a:pt x="93415" y="0"/>
                      <a:pt x="1270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68520F69-267F-9443-A388-87931C2E1481}"/>
                  </a:ext>
                </a:extLst>
              </p:cNvPr>
              <p:cNvSpPr/>
              <p:nvPr/>
            </p:nvSpPr>
            <p:spPr>
              <a:xfrm>
                <a:off x="11057651" y="10278900"/>
                <a:ext cx="1301852" cy="10244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6" h="823">
                    <a:moveTo>
                      <a:pt x="1046" y="823"/>
                    </a:moveTo>
                    <a:lnTo>
                      <a:pt x="0" y="823"/>
                    </a:lnTo>
                    <a:lnTo>
                      <a:pt x="0" y="0"/>
                    </a:lnTo>
                    <a:lnTo>
                      <a:pt x="1046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91C74925-2C25-224F-9E68-41B948CE1353}"/>
                  </a:ext>
                </a:extLst>
              </p:cNvPr>
              <p:cNvSpPr/>
              <p:nvPr/>
            </p:nvSpPr>
            <p:spPr>
              <a:xfrm>
                <a:off x="11047684" y="10268930"/>
                <a:ext cx="1320539" cy="1044340"/>
              </a:xfrm>
              <a:custGeom>
                <a:avLst/>
                <a:gdLst>
                  <a:gd name="connsiteX0" fmla="*/ 18687 w 1320539"/>
                  <a:gd name="connsiteY0" fmla="*/ 18690 h 1044340"/>
                  <a:gd name="connsiteX1" fmla="*/ 18687 w 1320539"/>
                  <a:gd name="connsiteY1" fmla="*/ 1024397 h 1044340"/>
                  <a:gd name="connsiteX2" fmla="*/ 1303095 w 1320539"/>
                  <a:gd name="connsiteY2" fmla="*/ 1024397 h 1044340"/>
                  <a:gd name="connsiteX3" fmla="*/ 1303095 w 1320539"/>
                  <a:gd name="connsiteY3" fmla="*/ 18690 h 1044340"/>
                  <a:gd name="connsiteX4" fmla="*/ 9957 w 1320539"/>
                  <a:gd name="connsiteY4" fmla="*/ 0 h 1044340"/>
                  <a:gd name="connsiteX5" fmla="*/ 1311827 w 1320539"/>
                  <a:gd name="connsiteY5" fmla="*/ 0 h 1044340"/>
                  <a:gd name="connsiteX6" fmla="*/ 1320539 w 1320539"/>
                  <a:gd name="connsiteY6" fmla="*/ 9958 h 1044340"/>
                  <a:gd name="connsiteX7" fmla="*/ 1320539 w 1320539"/>
                  <a:gd name="connsiteY7" fmla="*/ 1034382 h 1044340"/>
                  <a:gd name="connsiteX8" fmla="*/ 1311827 w 1320539"/>
                  <a:gd name="connsiteY8" fmla="*/ 1044340 h 1044340"/>
                  <a:gd name="connsiteX9" fmla="*/ 9957 w 1320539"/>
                  <a:gd name="connsiteY9" fmla="*/ 1044340 h 1044340"/>
                  <a:gd name="connsiteX10" fmla="*/ 0 w 1320539"/>
                  <a:gd name="connsiteY10" fmla="*/ 1034382 h 1044340"/>
                  <a:gd name="connsiteX11" fmla="*/ 0 w 1320539"/>
                  <a:gd name="connsiteY11" fmla="*/ 9958 h 1044340"/>
                  <a:gd name="connsiteX12" fmla="*/ 9957 w 1320539"/>
                  <a:gd name="connsiteY12" fmla="*/ 0 h 10443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20539" h="1044340">
                    <a:moveTo>
                      <a:pt x="18687" y="18690"/>
                    </a:moveTo>
                    <a:lnTo>
                      <a:pt x="18687" y="1024397"/>
                    </a:lnTo>
                    <a:lnTo>
                      <a:pt x="1303095" y="1024397"/>
                    </a:lnTo>
                    <a:lnTo>
                      <a:pt x="1303095" y="18690"/>
                    </a:lnTo>
                    <a:close/>
                    <a:moveTo>
                      <a:pt x="9957" y="0"/>
                    </a:moveTo>
                    <a:lnTo>
                      <a:pt x="1311827" y="0"/>
                    </a:lnTo>
                    <a:cubicBezTo>
                      <a:pt x="1316805" y="0"/>
                      <a:pt x="1320539" y="4979"/>
                      <a:pt x="1320539" y="9958"/>
                    </a:cubicBezTo>
                    <a:lnTo>
                      <a:pt x="1320539" y="1034382"/>
                    </a:lnTo>
                    <a:cubicBezTo>
                      <a:pt x="1320539" y="1039361"/>
                      <a:pt x="1316805" y="1044340"/>
                      <a:pt x="1311827" y="1044340"/>
                    </a:cubicBezTo>
                    <a:lnTo>
                      <a:pt x="9957" y="1044340"/>
                    </a:lnTo>
                    <a:cubicBezTo>
                      <a:pt x="4978" y="1044340"/>
                      <a:pt x="0" y="1039361"/>
                      <a:pt x="0" y="1034382"/>
                    </a:cubicBezTo>
                    <a:lnTo>
                      <a:pt x="0" y="9958"/>
                    </a:lnTo>
                    <a:cubicBezTo>
                      <a:pt x="0" y="4979"/>
                      <a:pt x="4978" y="0"/>
                      <a:pt x="99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45BECAB7-DA94-9C42-8711-D42C47E71719}"/>
                  </a:ext>
                </a:extLst>
              </p:cNvPr>
              <p:cNvSpPr/>
              <p:nvPr/>
            </p:nvSpPr>
            <p:spPr>
              <a:xfrm>
                <a:off x="11057651" y="10278900"/>
                <a:ext cx="1301852" cy="1570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6" h="127">
                    <a:moveTo>
                      <a:pt x="1046" y="127"/>
                    </a:moveTo>
                    <a:lnTo>
                      <a:pt x="0" y="127"/>
                    </a:lnTo>
                    <a:lnTo>
                      <a:pt x="0" y="0"/>
                    </a:lnTo>
                    <a:lnTo>
                      <a:pt x="1046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6295797C-3FBC-CA48-9F86-DEDE2E745AD9}"/>
                  </a:ext>
                </a:extLst>
              </p:cNvPr>
              <p:cNvSpPr/>
              <p:nvPr/>
            </p:nvSpPr>
            <p:spPr>
              <a:xfrm>
                <a:off x="11047684" y="10268930"/>
                <a:ext cx="1320539" cy="178211"/>
              </a:xfrm>
              <a:custGeom>
                <a:avLst/>
                <a:gdLst>
                  <a:gd name="connsiteX0" fmla="*/ 18687 w 1320539"/>
                  <a:gd name="connsiteY0" fmla="*/ 18690 h 178211"/>
                  <a:gd name="connsiteX1" fmla="*/ 18687 w 1320539"/>
                  <a:gd name="connsiteY1" fmla="*/ 158268 h 178211"/>
                  <a:gd name="connsiteX2" fmla="*/ 1303095 w 1320539"/>
                  <a:gd name="connsiteY2" fmla="*/ 158268 h 178211"/>
                  <a:gd name="connsiteX3" fmla="*/ 1303095 w 1320539"/>
                  <a:gd name="connsiteY3" fmla="*/ 18690 h 178211"/>
                  <a:gd name="connsiteX4" fmla="*/ 9957 w 1320539"/>
                  <a:gd name="connsiteY4" fmla="*/ 0 h 178211"/>
                  <a:gd name="connsiteX5" fmla="*/ 1311827 w 1320539"/>
                  <a:gd name="connsiteY5" fmla="*/ 0 h 178211"/>
                  <a:gd name="connsiteX6" fmla="*/ 1320539 w 1320539"/>
                  <a:gd name="connsiteY6" fmla="*/ 9901 h 178211"/>
                  <a:gd name="connsiteX7" fmla="*/ 1320539 w 1320539"/>
                  <a:gd name="connsiteY7" fmla="*/ 167073 h 178211"/>
                  <a:gd name="connsiteX8" fmla="*/ 1311827 w 1320539"/>
                  <a:gd name="connsiteY8" fmla="*/ 178211 h 178211"/>
                  <a:gd name="connsiteX9" fmla="*/ 9957 w 1320539"/>
                  <a:gd name="connsiteY9" fmla="*/ 178211 h 178211"/>
                  <a:gd name="connsiteX10" fmla="*/ 0 w 1320539"/>
                  <a:gd name="connsiteY10" fmla="*/ 167073 h 178211"/>
                  <a:gd name="connsiteX11" fmla="*/ 0 w 1320539"/>
                  <a:gd name="connsiteY11" fmla="*/ 9901 h 178211"/>
                  <a:gd name="connsiteX12" fmla="*/ 9957 w 1320539"/>
                  <a:gd name="connsiteY12" fmla="*/ 0 h 178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20539" h="178211">
                    <a:moveTo>
                      <a:pt x="18687" y="18690"/>
                    </a:moveTo>
                    <a:lnTo>
                      <a:pt x="18687" y="158268"/>
                    </a:lnTo>
                    <a:lnTo>
                      <a:pt x="1303095" y="158268"/>
                    </a:lnTo>
                    <a:lnTo>
                      <a:pt x="1303095" y="18690"/>
                    </a:lnTo>
                    <a:close/>
                    <a:moveTo>
                      <a:pt x="9957" y="0"/>
                    </a:moveTo>
                    <a:lnTo>
                      <a:pt x="1311827" y="0"/>
                    </a:lnTo>
                    <a:cubicBezTo>
                      <a:pt x="1316805" y="0"/>
                      <a:pt x="1320539" y="4950"/>
                      <a:pt x="1320539" y="9901"/>
                    </a:cubicBezTo>
                    <a:lnTo>
                      <a:pt x="1320539" y="167073"/>
                    </a:lnTo>
                    <a:cubicBezTo>
                      <a:pt x="1320539" y="173261"/>
                      <a:pt x="1316805" y="178211"/>
                      <a:pt x="1311827" y="178211"/>
                    </a:cubicBezTo>
                    <a:lnTo>
                      <a:pt x="9957" y="178211"/>
                    </a:lnTo>
                    <a:cubicBezTo>
                      <a:pt x="4978" y="178211"/>
                      <a:pt x="0" y="173261"/>
                      <a:pt x="0" y="167073"/>
                    </a:cubicBezTo>
                    <a:lnTo>
                      <a:pt x="0" y="9901"/>
                    </a:lnTo>
                    <a:cubicBezTo>
                      <a:pt x="0" y="4950"/>
                      <a:pt x="4978" y="0"/>
                      <a:pt x="99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68684889-AD1E-044F-A1E3-DA1C95D64E1E}"/>
                  </a:ext>
                </a:extLst>
              </p:cNvPr>
              <p:cNvSpPr/>
              <p:nvPr/>
            </p:nvSpPr>
            <p:spPr>
              <a:xfrm>
                <a:off x="10455933" y="11248462"/>
                <a:ext cx="2505284" cy="1669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12" h="135">
                    <a:moveTo>
                      <a:pt x="1944" y="0"/>
                    </a:moveTo>
                    <a:lnTo>
                      <a:pt x="1006" y="0"/>
                    </a:lnTo>
                    <a:lnTo>
                      <a:pt x="67" y="0"/>
                    </a:lnTo>
                    <a:cubicBezTo>
                      <a:pt x="49" y="0"/>
                      <a:pt x="32" y="8"/>
                      <a:pt x="20" y="20"/>
                    </a:cubicBezTo>
                    <a:cubicBezTo>
                      <a:pt x="8" y="32"/>
                      <a:pt x="0" y="49"/>
                      <a:pt x="0" y="67"/>
                    </a:cubicBezTo>
                    <a:cubicBezTo>
                      <a:pt x="0" y="87"/>
                      <a:pt x="8" y="103"/>
                      <a:pt x="20" y="115"/>
                    </a:cubicBezTo>
                    <a:cubicBezTo>
                      <a:pt x="32" y="128"/>
                      <a:pt x="49" y="135"/>
                      <a:pt x="67" y="135"/>
                    </a:cubicBezTo>
                    <a:lnTo>
                      <a:pt x="1006" y="135"/>
                    </a:lnTo>
                    <a:lnTo>
                      <a:pt x="1944" y="135"/>
                    </a:lnTo>
                    <a:cubicBezTo>
                      <a:pt x="1963" y="135"/>
                      <a:pt x="1980" y="128"/>
                      <a:pt x="1992" y="115"/>
                    </a:cubicBezTo>
                    <a:cubicBezTo>
                      <a:pt x="2004" y="103"/>
                      <a:pt x="2012" y="87"/>
                      <a:pt x="2012" y="67"/>
                    </a:cubicBezTo>
                    <a:cubicBezTo>
                      <a:pt x="2012" y="49"/>
                      <a:pt x="2004" y="32"/>
                      <a:pt x="1992" y="20"/>
                    </a:cubicBezTo>
                    <a:cubicBezTo>
                      <a:pt x="1980" y="8"/>
                      <a:pt x="1963" y="0"/>
                      <a:pt x="194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86182C10-1C01-9944-9413-81C6C596CF6F}"/>
                  </a:ext>
                </a:extLst>
              </p:cNvPr>
              <p:cNvSpPr/>
              <p:nvPr/>
            </p:nvSpPr>
            <p:spPr>
              <a:xfrm>
                <a:off x="10445967" y="11239739"/>
                <a:ext cx="2523971" cy="185688"/>
              </a:xfrm>
              <a:custGeom>
                <a:avLst/>
                <a:gdLst>
                  <a:gd name="connsiteX0" fmla="*/ 93398 w 2523971"/>
                  <a:gd name="connsiteY0" fmla="*/ 18697 h 185688"/>
                  <a:gd name="connsiteX1" fmla="*/ 41101 w 2523971"/>
                  <a:gd name="connsiteY1" fmla="*/ 39706 h 185688"/>
                  <a:gd name="connsiteX2" fmla="*/ 19933 w 2523971"/>
                  <a:gd name="connsiteY2" fmla="*/ 91612 h 185688"/>
                  <a:gd name="connsiteX3" fmla="*/ 41101 w 2523971"/>
                  <a:gd name="connsiteY3" fmla="*/ 144753 h 185688"/>
                  <a:gd name="connsiteX4" fmla="*/ 93398 w 2523971"/>
                  <a:gd name="connsiteY4" fmla="*/ 166998 h 185688"/>
                  <a:gd name="connsiteX5" fmla="*/ 2430577 w 2523971"/>
                  <a:gd name="connsiteY5" fmla="*/ 166998 h 185688"/>
                  <a:gd name="connsiteX6" fmla="*/ 2484119 w 2523971"/>
                  <a:gd name="connsiteY6" fmla="*/ 144753 h 185688"/>
                  <a:gd name="connsiteX7" fmla="*/ 2505287 w 2523971"/>
                  <a:gd name="connsiteY7" fmla="*/ 91612 h 185688"/>
                  <a:gd name="connsiteX8" fmla="*/ 2484119 w 2523971"/>
                  <a:gd name="connsiteY8" fmla="*/ 39706 h 185688"/>
                  <a:gd name="connsiteX9" fmla="*/ 2430577 w 2523971"/>
                  <a:gd name="connsiteY9" fmla="*/ 18697 h 185688"/>
                  <a:gd name="connsiteX10" fmla="*/ 93388 w 2523971"/>
                  <a:gd name="connsiteY10" fmla="*/ 0 h 185688"/>
                  <a:gd name="connsiteX11" fmla="*/ 2430583 w 2523971"/>
                  <a:gd name="connsiteY11" fmla="*/ 0 h 185688"/>
                  <a:gd name="connsiteX12" fmla="*/ 2496577 w 2523971"/>
                  <a:gd name="connsiteY12" fmla="*/ 27234 h 185688"/>
                  <a:gd name="connsiteX13" fmla="*/ 2523971 w 2523971"/>
                  <a:gd name="connsiteY13" fmla="*/ 91606 h 185688"/>
                  <a:gd name="connsiteX14" fmla="*/ 2496577 w 2523971"/>
                  <a:gd name="connsiteY14" fmla="*/ 158454 h 185688"/>
                  <a:gd name="connsiteX15" fmla="*/ 2430583 w 2523971"/>
                  <a:gd name="connsiteY15" fmla="*/ 185688 h 185688"/>
                  <a:gd name="connsiteX16" fmla="*/ 93388 w 2523971"/>
                  <a:gd name="connsiteY16" fmla="*/ 185688 h 185688"/>
                  <a:gd name="connsiteX17" fmla="*/ 27394 w 2523971"/>
                  <a:gd name="connsiteY17" fmla="*/ 158454 h 185688"/>
                  <a:gd name="connsiteX18" fmla="*/ 0 w 2523971"/>
                  <a:gd name="connsiteY18" fmla="*/ 91606 h 185688"/>
                  <a:gd name="connsiteX19" fmla="*/ 27394 w 2523971"/>
                  <a:gd name="connsiteY19" fmla="*/ 27234 h 185688"/>
                  <a:gd name="connsiteX20" fmla="*/ 93388 w 2523971"/>
                  <a:gd name="connsiteY20" fmla="*/ 0 h 18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523971" h="185688">
                    <a:moveTo>
                      <a:pt x="93398" y="18697"/>
                    </a:moveTo>
                    <a:cubicBezTo>
                      <a:pt x="74720" y="18697"/>
                      <a:pt x="54798" y="26112"/>
                      <a:pt x="41101" y="39706"/>
                    </a:cubicBezTo>
                    <a:cubicBezTo>
                      <a:pt x="27404" y="53301"/>
                      <a:pt x="19933" y="73074"/>
                      <a:pt x="19933" y="91612"/>
                    </a:cubicBezTo>
                    <a:cubicBezTo>
                      <a:pt x="19933" y="111385"/>
                      <a:pt x="27404" y="131159"/>
                      <a:pt x="41101" y="144753"/>
                    </a:cubicBezTo>
                    <a:cubicBezTo>
                      <a:pt x="54798" y="158347"/>
                      <a:pt x="74720" y="166998"/>
                      <a:pt x="93398" y="166998"/>
                    </a:cubicBezTo>
                    <a:lnTo>
                      <a:pt x="2430577" y="166998"/>
                    </a:lnTo>
                    <a:cubicBezTo>
                      <a:pt x="2450500" y="166998"/>
                      <a:pt x="2470422" y="158347"/>
                      <a:pt x="2484119" y="144753"/>
                    </a:cubicBezTo>
                    <a:cubicBezTo>
                      <a:pt x="2497816" y="131159"/>
                      <a:pt x="2505287" y="111385"/>
                      <a:pt x="2505287" y="91612"/>
                    </a:cubicBezTo>
                    <a:cubicBezTo>
                      <a:pt x="2505287" y="73074"/>
                      <a:pt x="2497816" y="53301"/>
                      <a:pt x="2484119" y="39706"/>
                    </a:cubicBezTo>
                    <a:cubicBezTo>
                      <a:pt x="2470422" y="26112"/>
                      <a:pt x="2450500" y="18697"/>
                      <a:pt x="2430577" y="18697"/>
                    </a:cubicBezTo>
                    <a:close/>
                    <a:moveTo>
                      <a:pt x="93388" y="0"/>
                    </a:moveTo>
                    <a:lnTo>
                      <a:pt x="2430583" y="0"/>
                    </a:lnTo>
                    <a:cubicBezTo>
                      <a:pt x="2455486" y="0"/>
                      <a:pt x="2479145" y="8665"/>
                      <a:pt x="2496577" y="27234"/>
                    </a:cubicBezTo>
                    <a:cubicBezTo>
                      <a:pt x="2515255" y="44565"/>
                      <a:pt x="2523971" y="66848"/>
                      <a:pt x="2523971" y="91606"/>
                    </a:cubicBezTo>
                    <a:cubicBezTo>
                      <a:pt x="2523971" y="117602"/>
                      <a:pt x="2515255" y="141123"/>
                      <a:pt x="2496577" y="158454"/>
                    </a:cubicBezTo>
                    <a:cubicBezTo>
                      <a:pt x="2479145" y="175785"/>
                      <a:pt x="2456731" y="185688"/>
                      <a:pt x="2430583" y="185688"/>
                    </a:cubicBezTo>
                    <a:lnTo>
                      <a:pt x="93388" y="185688"/>
                    </a:lnTo>
                    <a:cubicBezTo>
                      <a:pt x="68485" y="185688"/>
                      <a:pt x="44826" y="175785"/>
                      <a:pt x="27394" y="158454"/>
                    </a:cubicBezTo>
                    <a:cubicBezTo>
                      <a:pt x="9961" y="141123"/>
                      <a:pt x="0" y="117602"/>
                      <a:pt x="0" y="91606"/>
                    </a:cubicBezTo>
                    <a:cubicBezTo>
                      <a:pt x="0" y="66848"/>
                      <a:pt x="9961" y="44565"/>
                      <a:pt x="27394" y="27234"/>
                    </a:cubicBezTo>
                    <a:cubicBezTo>
                      <a:pt x="44826" y="8665"/>
                      <a:pt x="68485" y="0"/>
                      <a:pt x="933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C4832FC7-DB66-6048-BAC7-75C75A589DA3}"/>
                  </a:ext>
                </a:extLst>
              </p:cNvPr>
              <p:cNvSpPr/>
              <p:nvPr/>
            </p:nvSpPr>
            <p:spPr>
              <a:xfrm>
                <a:off x="8912397" y="7478622"/>
                <a:ext cx="1179765" cy="1086712"/>
              </a:xfrm>
              <a:custGeom>
                <a:avLst/>
                <a:gdLst>
                  <a:gd name="connsiteX0" fmla="*/ 75931 w 1179765"/>
                  <a:gd name="connsiteY0" fmla="*/ 18694 h 1086712"/>
                  <a:gd name="connsiteX1" fmla="*/ 18687 w 1179765"/>
                  <a:gd name="connsiteY1" fmla="*/ 74708 h 1086712"/>
                  <a:gd name="connsiteX2" fmla="*/ 18687 w 1179765"/>
                  <a:gd name="connsiteY2" fmla="*/ 1010759 h 1086712"/>
                  <a:gd name="connsiteX3" fmla="*/ 75931 w 1179765"/>
                  <a:gd name="connsiteY3" fmla="*/ 1066773 h 1086712"/>
                  <a:gd name="connsiteX4" fmla="*/ 1103834 w 1179765"/>
                  <a:gd name="connsiteY4" fmla="*/ 1066773 h 1086712"/>
                  <a:gd name="connsiteX5" fmla="*/ 1161078 w 1179765"/>
                  <a:gd name="connsiteY5" fmla="*/ 1010759 h 1086712"/>
                  <a:gd name="connsiteX6" fmla="*/ 1161078 w 1179765"/>
                  <a:gd name="connsiteY6" fmla="*/ 74708 h 1086712"/>
                  <a:gd name="connsiteX7" fmla="*/ 1103834 w 1179765"/>
                  <a:gd name="connsiteY7" fmla="*/ 18694 h 1086712"/>
                  <a:gd name="connsiteX8" fmla="*/ 75913 w 1179765"/>
                  <a:gd name="connsiteY8" fmla="*/ 0 h 1086712"/>
                  <a:gd name="connsiteX9" fmla="*/ 1103852 w 1179765"/>
                  <a:gd name="connsiteY9" fmla="*/ 0 h 1086712"/>
                  <a:gd name="connsiteX10" fmla="*/ 1179765 w 1179765"/>
                  <a:gd name="connsiteY10" fmla="*/ 74688 h 1086712"/>
                  <a:gd name="connsiteX11" fmla="*/ 1179765 w 1179765"/>
                  <a:gd name="connsiteY11" fmla="*/ 1010779 h 1086712"/>
                  <a:gd name="connsiteX12" fmla="*/ 1103852 w 1179765"/>
                  <a:gd name="connsiteY12" fmla="*/ 1086712 h 1086712"/>
                  <a:gd name="connsiteX13" fmla="*/ 75913 w 1179765"/>
                  <a:gd name="connsiteY13" fmla="*/ 1086712 h 1086712"/>
                  <a:gd name="connsiteX14" fmla="*/ 0 w 1179765"/>
                  <a:gd name="connsiteY14" fmla="*/ 1010779 h 1086712"/>
                  <a:gd name="connsiteX15" fmla="*/ 0 w 1179765"/>
                  <a:gd name="connsiteY15" fmla="*/ 74688 h 1086712"/>
                  <a:gd name="connsiteX16" fmla="*/ 75913 w 1179765"/>
                  <a:gd name="connsiteY16" fmla="*/ 0 h 1086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79765" h="1086712">
                    <a:moveTo>
                      <a:pt x="75931" y="18694"/>
                    </a:moveTo>
                    <a:cubicBezTo>
                      <a:pt x="44820" y="18694"/>
                      <a:pt x="18687" y="43589"/>
                      <a:pt x="18687" y="74708"/>
                    </a:cubicBezTo>
                    <a:lnTo>
                      <a:pt x="18687" y="1010759"/>
                    </a:lnTo>
                    <a:cubicBezTo>
                      <a:pt x="18687" y="1041878"/>
                      <a:pt x="44820" y="1066773"/>
                      <a:pt x="75931" y="1066773"/>
                    </a:cubicBezTo>
                    <a:lnTo>
                      <a:pt x="1103834" y="1066773"/>
                    </a:lnTo>
                    <a:cubicBezTo>
                      <a:pt x="1136189" y="1066773"/>
                      <a:pt x="1161078" y="1041878"/>
                      <a:pt x="1161078" y="1010759"/>
                    </a:cubicBezTo>
                    <a:lnTo>
                      <a:pt x="1161078" y="74708"/>
                    </a:lnTo>
                    <a:cubicBezTo>
                      <a:pt x="1161078" y="43589"/>
                      <a:pt x="1136189" y="18694"/>
                      <a:pt x="1103834" y="18694"/>
                    </a:cubicBezTo>
                    <a:close/>
                    <a:moveTo>
                      <a:pt x="75913" y="0"/>
                    </a:moveTo>
                    <a:lnTo>
                      <a:pt x="1103852" y="0"/>
                    </a:lnTo>
                    <a:cubicBezTo>
                      <a:pt x="1146164" y="0"/>
                      <a:pt x="1179765" y="33610"/>
                      <a:pt x="1179765" y="74688"/>
                    </a:cubicBezTo>
                    <a:lnTo>
                      <a:pt x="1179765" y="1010779"/>
                    </a:lnTo>
                    <a:cubicBezTo>
                      <a:pt x="1179765" y="1053102"/>
                      <a:pt x="1146164" y="1086712"/>
                      <a:pt x="1103852" y="1086712"/>
                    </a:cubicBezTo>
                    <a:lnTo>
                      <a:pt x="75913" y="1086712"/>
                    </a:lnTo>
                    <a:cubicBezTo>
                      <a:pt x="33601" y="1086712"/>
                      <a:pt x="0" y="1053102"/>
                      <a:pt x="0" y="1010779"/>
                    </a:cubicBezTo>
                    <a:lnTo>
                      <a:pt x="0" y="74688"/>
                    </a:lnTo>
                    <a:cubicBezTo>
                      <a:pt x="0" y="33610"/>
                      <a:pt x="33601" y="0"/>
                      <a:pt x="759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7C6FC614-76F8-9F46-9312-53EFCFADD382}"/>
                  </a:ext>
                </a:extLst>
              </p:cNvPr>
              <p:cNvSpPr/>
              <p:nvPr/>
            </p:nvSpPr>
            <p:spPr>
              <a:xfrm>
                <a:off x="8912397" y="7478622"/>
                <a:ext cx="1179765" cy="395055"/>
              </a:xfrm>
              <a:custGeom>
                <a:avLst/>
                <a:gdLst>
                  <a:gd name="connsiteX0" fmla="*/ 75931 w 1179765"/>
                  <a:gd name="connsiteY0" fmla="*/ 18694 h 395055"/>
                  <a:gd name="connsiteX1" fmla="*/ 18687 w 1179765"/>
                  <a:gd name="connsiteY1" fmla="*/ 74581 h 395055"/>
                  <a:gd name="connsiteX2" fmla="*/ 18687 w 1179765"/>
                  <a:gd name="connsiteY2" fmla="*/ 377608 h 395055"/>
                  <a:gd name="connsiteX3" fmla="*/ 1161078 w 1179765"/>
                  <a:gd name="connsiteY3" fmla="*/ 377608 h 395055"/>
                  <a:gd name="connsiteX4" fmla="*/ 1161078 w 1179765"/>
                  <a:gd name="connsiteY4" fmla="*/ 74581 h 395055"/>
                  <a:gd name="connsiteX5" fmla="*/ 1103834 w 1179765"/>
                  <a:gd name="connsiteY5" fmla="*/ 18694 h 395055"/>
                  <a:gd name="connsiteX6" fmla="*/ 75913 w 1179765"/>
                  <a:gd name="connsiteY6" fmla="*/ 0 h 395055"/>
                  <a:gd name="connsiteX7" fmla="*/ 1103852 w 1179765"/>
                  <a:gd name="connsiteY7" fmla="*/ 0 h 395055"/>
                  <a:gd name="connsiteX8" fmla="*/ 1179765 w 1179765"/>
                  <a:gd name="connsiteY8" fmla="*/ 74539 h 395055"/>
                  <a:gd name="connsiteX9" fmla="*/ 1179765 w 1179765"/>
                  <a:gd name="connsiteY9" fmla="*/ 386359 h 395055"/>
                  <a:gd name="connsiteX10" fmla="*/ 1171054 w 1179765"/>
                  <a:gd name="connsiteY10" fmla="*/ 395055 h 395055"/>
                  <a:gd name="connsiteX11" fmla="*/ 8711 w 1179765"/>
                  <a:gd name="connsiteY11" fmla="*/ 395055 h 395055"/>
                  <a:gd name="connsiteX12" fmla="*/ 0 w 1179765"/>
                  <a:gd name="connsiteY12" fmla="*/ 386359 h 395055"/>
                  <a:gd name="connsiteX13" fmla="*/ 0 w 1179765"/>
                  <a:gd name="connsiteY13" fmla="*/ 74539 h 395055"/>
                  <a:gd name="connsiteX14" fmla="*/ 75913 w 1179765"/>
                  <a:gd name="connsiteY14" fmla="*/ 0 h 395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179765" h="395055">
                    <a:moveTo>
                      <a:pt x="75931" y="18694"/>
                    </a:moveTo>
                    <a:cubicBezTo>
                      <a:pt x="44820" y="18694"/>
                      <a:pt x="18687" y="43533"/>
                      <a:pt x="18687" y="74581"/>
                    </a:cubicBezTo>
                    <a:lnTo>
                      <a:pt x="18687" y="377608"/>
                    </a:lnTo>
                    <a:lnTo>
                      <a:pt x="1161078" y="377608"/>
                    </a:lnTo>
                    <a:lnTo>
                      <a:pt x="1161078" y="74581"/>
                    </a:lnTo>
                    <a:cubicBezTo>
                      <a:pt x="1161078" y="43533"/>
                      <a:pt x="1136189" y="18694"/>
                      <a:pt x="1103834" y="18694"/>
                    </a:cubicBezTo>
                    <a:close/>
                    <a:moveTo>
                      <a:pt x="75913" y="0"/>
                    </a:moveTo>
                    <a:lnTo>
                      <a:pt x="1103852" y="0"/>
                    </a:lnTo>
                    <a:cubicBezTo>
                      <a:pt x="1146164" y="0"/>
                      <a:pt x="1179765" y="33543"/>
                      <a:pt x="1179765" y="74539"/>
                    </a:cubicBezTo>
                    <a:lnTo>
                      <a:pt x="1179765" y="386359"/>
                    </a:lnTo>
                    <a:cubicBezTo>
                      <a:pt x="1179765" y="391328"/>
                      <a:pt x="1174787" y="395055"/>
                      <a:pt x="1171054" y="395055"/>
                    </a:cubicBezTo>
                    <a:lnTo>
                      <a:pt x="8711" y="395055"/>
                    </a:lnTo>
                    <a:cubicBezTo>
                      <a:pt x="4978" y="395055"/>
                      <a:pt x="0" y="391328"/>
                      <a:pt x="0" y="386359"/>
                    </a:cubicBezTo>
                    <a:lnTo>
                      <a:pt x="0" y="74539"/>
                    </a:lnTo>
                    <a:cubicBezTo>
                      <a:pt x="0" y="33543"/>
                      <a:pt x="33601" y="0"/>
                      <a:pt x="759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7F6AA4DE-BC27-3A40-B6A2-E1D5E77089AD}"/>
                  </a:ext>
                </a:extLst>
              </p:cNvPr>
              <p:cNvSpPr/>
              <p:nvPr/>
            </p:nvSpPr>
            <p:spPr>
              <a:xfrm>
                <a:off x="9054418" y="7717898"/>
                <a:ext cx="295253" cy="29535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8" h="238">
                    <a:moveTo>
                      <a:pt x="186" y="238"/>
                    </a:moveTo>
                    <a:lnTo>
                      <a:pt x="52" y="238"/>
                    </a:lnTo>
                    <a:cubicBezTo>
                      <a:pt x="23" y="238"/>
                      <a:pt x="0" y="215"/>
                      <a:pt x="0" y="186"/>
                    </a:cubicBezTo>
                    <a:lnTo>
                      <a:pt x="0" y="52"/>
                    </a:lnTo>
                    <a:cubicBezTo>
                      <a:pt x="0" y="23"/>
                      <a:pt x="23" y="0"/>
                      <a:pt x="52" y="0"/>
                    </a:cubicBezTo>
                    <a:lnTo>
                      <a:pt x="186" y="0"/>
                    </a:lnTo>
                    <a:cubicBezTo>
                      <a:pt x="215" y="0"/>
                      <a:pt x="238" y="23"/>
                      <a:pt x="238" y="52"/>
                    </a:cubicBezTo>
                    <a:lnTo>
                      <a:pt x="238" y="186"/>
                    </a:lnTo>
                    <a:cubicBezTo>
                      <a:pt x="238" y="215"/>
                      <a:pt x="215" y="238"/>
                      <a:pt x="186" y="23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7" name="Freeform 416">
                <a:extLst>
                  <a:ext uri="{FF2B5EF4-FFF2-40B4-BE49-F238E27FC236}">
                    <a16:creationId xmlns:a16="http://schemas.microsoft.com/office/drawing/2014/main" id="{4B2663C8-8FE9-C84E-8796-0F241BB4D403}"/>
                  </a:ext>
                </a:extLst>
              </p:cNvPr>
              <p:cNvSpPr/>
              <p:nvPr/>
            </p:nvSpPr>
            <p:spPr>
              <a:xfrm>
                <a:off x="9044448" y="7707928"/>
                <a:ext cx="315185" cy="315296"/>
              </a:xfrm>
              <a:custGeom>
                <a:avLst/>
                <a:gdLst>
                  <a:gd name="connsiteX0" fmla="*/ 57137 w 315185"/>
                  <a:gd name="connsiteY0" fmla="*/ 18694 h 315296"/>
                  <a:gd name="connsiteX1" fmla="*/ 18690 w 315185"/>
                  <a:gd name="connsiteY1" fmla="*/ 57155 h 315296"/>
                  <a:gd name="connsiteX2" fmla="*/ 18690 w 315185"/>
                  <a:gd name="connsiteY2" fmla="*/ 258143 h 315296"/>
                  <a:gd name="connsiteX3" fmla="*/ 57137 w 315185"/>
                  <a:gd name="connsiteY3" fmla="*/ 296603 h 315296"/>
                  <a:gd name="connsiteX4" fmla="*/ 258055 w 315185"/>
                  <a:gd name="connsiteY4" fmla="*/ 296603 h 315296"/>
                  <a:gd name="connsiteX5" fmla="*/ 296502 w 315185"/>
                  <a:gd name="connsiteY5" fmla="*/ 258143 h 315296"/>
                  <a:gd name="connsiteX6" fmla="*/ 296502 w 315185"/>
                  <a:gd name="connsiteY6" fmla="*/ 57155 h 315296"/>
                  <a:gd name="connsiteX7" fmla="*/ 258055 w 315185"/>
                  <a:gd name="connsiteY7" fmla="*/ 18694 h 315296"/>
                  <a:gd name="connsiteX8" fmla="*/ 57081 w 315185"/>
                  <a:gd name="connsiteY8" fmla="*/ 0 h 315296"/>
                  <a:gd name="connsiteX9" fmla="*/ 258104 w 315185"/>
                  <a:gd name="connsiteY9" fmla="*/ 0 h 315296"/>
                  <a:gd name="connsiteX10" fmla="*/ 315185 w 315185"/>
                  <a:gd name="connsiteY10" fmla="*/ 57101 h 315296"/>
                  <a:gd name="connsiteX11" fmla="*/ 315185 w 315185"/>
                  <a:gd name="connsiteY11" fmla="*/ 258195 h 315296"/>
                  <a:gd name="connsiteX12" fmla="*/ 258104 w 315185"/>
                  <a:gd name="connsiteY12" fmla="*/ 315296 h 315296"/>
                  <a:gd name="connsiteX13" fmla="*/ 57081 w 315185"/>
                  <a:gd name="connsiteY13" fmla="*/ 315296 h 315296"/>
                  <a:gd name="connsiteX14" fmla="*/ 0 w 315185"/>
                  <a:gd name="connsiteY14" fmla="*/ 258195 h 315296"/>
                  <a:gd name="connsiteX15" fmla="*/ 0 w 315185"/>
                  <a:gd name="connsiteY15" fmla="*/ 57101 h 315296"/>
                  <a:gd name="connsiteX16" fmla="*/ 57081 w 315185"/>
                  <a:gd name="connsiteY16" fmla="*/ 0 h 315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15185" h="315296">
                    <a:moveTo>
                      <a:pt x="57137" y="18694"/>
                    </a:moveTo>
                    <a:cubicBezTo>
                      <a:pt x="36053" y="18694"/>
                      <a:pt x="18690" y="36064"/>
                      <a:pt x="18690" y="57155"/>
                    </a:cubicBezTo>
                    <a:lnTo>
                      <a:pt x="18690" y="258143"/>
                    </a:lnTo>
                    <a:cubicBezTo>
                      <a:pt x="18690" y="279234"/>
                      <a:pt x="36053" y="296603"/>
                      <a:pt x="57137" y="296603"/>
                    </a:cubicBezTo>
                    <a:lnTo>
                      <a:pt x="258055" y="296603"/>
                    </a:lnTo>
                    <a:cubicBezTo>
                      <a:pt x="279139" y="296603"/>
                      <a:pt x="296502" y="279234"/>
                      <a:pt x="296502" y="258143"/>
                    </a:cubicBezTo>
                    <a:lnTo>
                      <a:pt x="296502" y="57155"/>
                    </a:lnTo>
                    <a:cubicBezTo>
                      <a:pt x="296502" y="36064"/>
                      <a:pt x="279139" y="18694"/>
                      <a:pt x="258055" y="18694"/>
                    </a:cubicBezTo>
                    <a:close/>
                    <a:moveTo>
                      <a:pt x="57081" y="0"/>
                    </a:moveTo>
                    <a:lnTo>
                      <a:pt x="258104" y="0"/>
                    </a:lnTo>
                    <a:cubicBezTo>
                      <a:pt x="290367" y="0"/>
                      <a:pt x="315185" y="26068"/>
                      <a:pt x="315185" y="57101"/>
                    </a:cubicBezTo>
                    <a:lnTo>
                      <a:pt x="315185" y="258195"/>
                    </a:lnTo>
                    <a:cubicBezTo>
                      <a:pt x="315185" y="290470"/>
                      <a:pt x="290367" y="315296"/>
                      <a:pt x="258104" y="315296"/>
                    </a:cubicBezTo>
                    <a:lnTo>
                      <a:pt x="57081" y="315296"/>
                    </a:lnTo>
                    <a:cubicBezTo>
                      <a:pt x="26059" y="315296"/>
                      <a:pt x="0" y="290470"/>
                      <a:pt x="0" y="258195"/>
                    </a:cubicBezTo>
                    <a:lnTo>
                      <a:pt x="0" y="57101"/>
                    </a:lnTo>
                    <a:cubicBezTo>
                      <a:pt x="0" y="26068"/>
                      <a:pt x="26059" y="0"/>
                      <a:pt x="570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78F57266-E827-A543-8DB4-145980FAF078}"/>
                  </a:ext>
                </a:extLst>
              </p:cNvPr>
              <p:cNvSpPr/>
              <p:nvPr/>
            </p:nvSpPr>
            <p:spPr>
              <a:xfrm>
                <a:off x="9044448" y="8134139"/>
                <a:ext cx="940573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6" h="15">
                    <a:moveTo>
                      <a:pt x="748" y="15"/>
                    </a:moveTo>
                    <a:lnTo>
                      <a:pt x="8" y="15"/>
                    </a:lnTo>
                    <a:cubicBezTo>
                      <a:pt x="4" y="15"/>
                      <a:pt x="0" y="12"/>
                      <a:pt x="0" y="7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748" y="0"/>
                    </a:lnTo>
                    <a:cubicBezTo>
                      <a:pt x="753" y="0"/>
                      <a:pt x="756" y="3"/>
                      <a:pt x="756" y="7"/>
                    </a:cubicBezTo>
                    <a:cubicBezTo>
                      <a:pt x="756" y="12"/>
                      <a:pt x="753" y="15"/>
                      <a:pt x="748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89CA5E92-A42B-8D49-86FE-FCFC21A5B922}"/>
                  </a:ext>
                </a:extLst>
              </p:cNvPr>
              <p:cNvSpPr/>
              <p:nvPr/>
            </p:nvSpPr>
            <p:spPr>
              <a:xfrm>
                <a:off x="9044448" y="8253777"/>
                <a:ext cx="940573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6" h="15">
                    <a:moveTo>
                      <a:pt x="748" y="15"/>
                    </a:moveTo>
                    <a:lnTo>
                      <a:pt x="8" y="15"/>
                    </a:lnTo>
                    <a:cubicBezTo>
                      <a:pt x="4" y="15"/>
                      <a:pt x="0" y="12"/>
                      <a:pt x="0" y="8"/>
                    </a:cubicBezTo>
                    <a:cubicBezTo>
                      <a:pt x="0" y="4"/>
                      <a:pt x="4" y="0"/>
                      <a:pt x="8" y="0"/>
                    </a:cubicBezTo>
                    <a:lnTo>
                      <a:pt x="748" y="0"/>
                    </a:lnTo>
                    <a:cubicBezTo>
                      <a:pt x="753" y="0"/>
                      <a:pt x="756" y="4"/>
                      <a:pt x="756" y="8"/>
                    </a:cubicBezTo>
                    <a:cubicBezTo>
                      <a:pt x="756" y="12"/>
                      <a:pt x="753" y="15"/>
                      <a:pt x="748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820BA404-275E-844B-A4FD-FEF7EC00FF75}"/>
                  </a:ext>
                </a:extLst>
              </p:cNvPr>
              <p:cNvSpPr/>
              <p:nvPr/>
            </p:nvSpPr>
            <p:spPr>
              <a:xfrm>
                <a:off x="9044448" y="8374661"/>
                <a:ext cx="940573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6" h="15">
                    <a:moveTo>
                      <a:pt x="748" y="15"/>
                    </a:moveTo>
                    <a:lnTo>
                      <a:pt x="8" y="15"/>
                    </a:lnTo>
                    <a:cubicBezTo>
                      <a:pt x="4" y="15"/>
                      <a:pt x="0" y="12"/>
                      <a:pt x="0" y="7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748" y="0"/>
                    </a:lnTo>
                    <a:cubicBezTo>
                      <a:pt x="753" y="0"/>
                      <a:pt x="756" y="3"/>
                      <a:pt x="756" y="7"/>
                    </a:cubicBezTo>
                    <a:cubicBezTo>
                      <a:pt x="756" y="12"/>
                      <a:pt x="753" y="15"/>
                      <a:pt x="748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8" name="Freeform 417">
                <a:extLst>
                  <a:ext uri="{FF2B5EF4-FFF2-40B4-BE49-F238E27FC236}">
                    <a16:creationId xmlns:a16="http://schemas.microsoft.com/office/drawing/2014/main" id="{DD5ACA8C-53AB-E14F-915A-7A77A034F24B}"/>
                  </a:ext>
                </a:extLst>
              </p:cNvPr>
              <p:cNvSpPr/>
              <p:nvPr/>
            </p:nvSpPr>
            <p:spPr>
              <a:xfrm>
                <a:off x="12729503" y="8900570"/>
                <a:ext cx="1792691" cy="398793"/>
              </a:xfrm>
              <a:custGeom>
                <a:avLst/>
                <a:gdLst>
                  <a:gd name="connsiteX0" fmla="*/ 82174 w 1792691"/>
                  <a:gd name="connsiteY0" fmla="*/ 18693 h 398793"/>
                  <a:gd name="connsiteX1" fmla="*/ 18684 w 1792691"/>
                  <a:gd name="connsiteY1" fmla="*/ 82032 h 398793"/>
                  <a:gd name="connsiteX2" fmla="*/ 18684 w 1792691"/>
                  <a:gd name="connsiteY2" fmla="*/ 316761 h 398793"/>
                  <a:gd name="connsiteX3" fmla="*/ 82174 w 1792691"/>
                  <a:gd name="connsiteY3" fmla="*/ 380100 h 398793"/>
                  <a:gd name="connsiteX4" fmla="*/ 1711756 w 1792691"/>
                  <a:gd name="connsiteY4" fmla="*/ 380100 h 398793"/>
                  <a:gd name="connsiteX5" fmla="*/ 1774001 w 1792691"/>
                  <a:gd name="connsiteY5" fmla="*/ 316761 h 398793"/>
                  <a:gd name="connsiteX6" fmla="*/ 1774001 w 1792691"/>
                  <a:gd name="connsiteY6" fmla="*/ 82032 h 398793"/>
                  <a:gd name="connsiteX7" fmla="*/ 1711756 w 1792691"/>
                  <a:gd name="connsiteY7" fmla="*/ 18693 h 398793"/>
                  <a:gd name="connsiteX8" fmla="*/ 82165 w 1792691"/>
                  <a:gd name="connsiteY8" fmla="*/ 0 h 398793"/>
                  <a:gd name="connsiteX9" fmla="*/ 1711771 w 1792691"/>
                  <a:gd name="connsiteY9" fmla="*/ 0 h 398793"/>
                  <a:gd name="connsiteX10" fmla="*/ 1792691 w 1792691"/>
                  <a:gd name="connsiteY10" fmla="*/ 81995 h 398793"/>
                  <a:gd name="connsiteX11" fmla="*/ 1792691 w 1792691"/>
                  <a:gd name="connsiteY11" fmla="*/ 316798 h 398793"/>
                  <a:gd name="connsiteX12" fmla="*/ 1711771 w 1792691"/>
                  <a:gd name="connsiteY12" fmla="*/ 398793 h 398793"/>
                  <a:gd name="connsiteX13" fmla="*/ 82165 w 1792691"/>
                  <a:gd name="connsiteY13" fmla="*/ 398793 h 398793"/>
                  <a:gd name="connsiteX14" fmla="*/ 0 w 1792691"/>
                  <a:gd name="connsiteY14" fmla="*/ 316798 h 398793"/>
                  <a:gd name="connsiteX15" fmla="*/ 0 w 1792691"/>
                  <a:gd name="connsiteY15" fmla="*/ 81995 h 398793"/>
                  <a:gd name="connsiteX16" fmla="*/ 82165 w 1792691"/>
                  <a:gd name="connsiteY16" fmla="*/ 0 h 398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92691" h="398793">
                    <a:moveTo>
                      <a:pt x="82174" y="18693"/>
                    </a:moveTo>
                    <a:cubicBezTo>
                      <a:pt x="47317" y="18693"/>
                      <a:pt x="18684" y="47258"/>
                      <a:pt x="18684" y="82032"/>
                    </a:cubicBezTo>
                    <a:lnTo>
                      <a:pt x="18684" y="316761"/>
                    </a:lnTo>
                    <a:cubicBezTo>
                      <a:pt x="18684" y="351535"/>
                      <a:pt x="47317" y="380100"/>
                      <a:pt x="82174" y="380100"/>
                    </a:cubicBezTo>
                    <a:lnTo>
                      <a:pt x="1711756" y="380100"/>
                    </a:lnTo>
                    <a:cubicBezTo>
                      <a:pt x="1745368" y="380100"/>
                      <a:pt x="1774001" y="351535"/>
                      <a:pt x="1774001" y="316761"/>
                    </a:cubicBezTo>
                    <a:lnTo>
                      <a:pt x="1774001" y="82032"/>
                    </a:lnTo>
                    <a:cubicBezTo>
                      <a:pt x="1774001" y="47258"/>
                      <a:pt x="1745368" y="18693"/>
                      <a:pt x="1711756" y="18693"/>
                    </a:cubicBezTo>
                    <a:close/>
                    <a:moveTo>
                      <a:pt x="82165" y="0"/>
                    </a:moveTo>
                    <a:lnTo>
                      <a:pt x="1711771" y="0"/>
                    </a:lnTo>
                    <a:cubicBezTo>
                      <a:pt x="1755343" y="0"/>
                      <a:pt x="1792691" y="36028"/>
                      <a:pt x="1792691" y="81995"/>
                    </a:cubicBezTo>
                    <a:lnTo>
                      <a:pt x="1792691" y="316798"/>
                    </a:lnTo>
                    <a:cubicBezTo>
                      <a:pt x="1792691" y="362765"/>
                      <a:pt x="1755343" y="398793"/>
                      <a:pt x="1711771" y="398793"/>
                    </a:cubicBezTo>
                    <a:lnTo>
                      <a:pt x="82165" y="398793"/>
                    </a:lnTo>
                    <a:cubicBezTo>
                      <a:pt x="36103" y="398793"/>
                      <a:pt x="0" y="362765"/>
                      <a:pt x="0" y="316798"/>
                    </a:cubicBezTo>
                    <a:lnTo>
                      <a:pt x="0" y="81995"/>
                    </a:lnTo>
                    <a:cubicBezTo>
                      <a:pt x="0" y="36028"/>
                      <a:pt x="36103" y="0"/>
                      <a:pt x="821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0B8A2F5D-E56A-FB44-A83B-D30FE08B1706}"/>
                  </a:ext>
                </a:extLst>
              </p:cNvPr>
              <p:cNvSpPr/>
              <p:nvPr/>
            </p:nvSpPr>
            <p:spPr>
              <a:xfrm>
                <a:off x="12852837" y="8992791"/>
                <a:ext cx="214276" cy="214351"/>
              </a:xfrm>
              <a:custGeom>
                <a:avLst/>
                <a:gdLst>
                  <a:gd name="connsiteX0" fmla="*/ 107761 w 214276"/>
                  <a:gd name="connsiteY0" fmla="*/ 18690 h 214351"/>
                  <a:gd name="connsiteX1" fmla="*/ 18687 w 214276"/>
                  <a:gd name="connsiteY1" fmla="*/ 107791 h 214351"/>
                  <a:gd name="connsiteX2" fmla="*/ 107761 w 214276"/>
                  <a:gd name="connsiteY2" fmla="*/ 195655 h 214351"/>
                  <a:gd name="connsiteX3" fmla="*/ 196835 w 214276"/>
                  <a:gd name="connsiteY3" fmla="*/ 107791 h 214351"/>
                  <a:gd name="connsiteX4" fmla="*/ 107761 w 214276"/>
                  <a:gd name="connsiteY4" fmla="*/ 18690 h 214351"/>
                  <a:gd name="connsiteX5" fmla="*/ 107757 w 214276"/>
                  <a:gd name="connsiteY5" fmla="*/ 0 h 214351"/>
                  <a:gd name="connsiteX6" fmla="*/ 214276 w 214276"/>
                  <a:gd name="connsiteY6" fmla="*/ 107795 h 214351"/>
                  <a:gd name="connsiteX7" fmla="*/ 107757 w 214276"/>
                  <a:gd name="connsiteY7" fmla="*/ 214351 h 214351"/>
                  <a:gd name="connsiteX8" fmla="*/ 0 w 214276"/>
                  <a:gd name="connsiteY8" fmla="*/ 107795 h 214351"/>
                  <a:gd name="connsiteX9" fmla="*/ 107757 w 214276"/>
                  <a:gd name="connsiteY9" fmla="*/ 0 h 214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4276" h="214351">
                    <a:moveTo>
                      <a:pt x="107761" y="18690"/>
                    </a:moveTo>
                    <a:cubicBezTo>
                      <a:pt x="58275" y="18690"/>
                      <a:pt x="18687" y="58291"/>
                      <a:pt x="18687" y="107791"/>
                    </a:cubicBezTo>
                    <a:cubicBezTo>
                      <a:pt x="18687" y="156054"/>
                      <a:pt x="58275" y="195655"/>
                      <a:pt x="107761" y="195655"/>
                    </a:cubicBezTo>
                    <a:cubicBezTo>
                      <a:pt x="156009" y="195655"/>
                      <a:pt x="196835" y="156054"/>
                      <a:pt x="196835" y="107791"/>
                    </a:cubicBezTo>
                    <a:cubicBezTo>
                      <a:pt x="196835" y="58291"/>
                      <a:pt x="156009" y="18690"/>
                      <a:pt x="107761" y="18690"/>
                    </a:cubicBezTo>
                    <a:close/>
                    <a:moveTo>
                      <a:pt x="107757" y="0"/>
                    </a:moveTo>
                    <a:cubicBezTo>
                      <a:pt x="165971" y="0"/>
                      <a:pt x="214276" y="47083"/>
                      <a:pt x="214276" y="107795"/>
                    </a:cubicBezTo>
                    <a:cubicBezTo>
                      <a:pt x="214276" y="167268"/>
                      <a:pt x="165971" y="214351"/>
                      <a:pt x="107757" y="214351"/>
                    </a:cubicBezTo>
                    <a:cubicBezTo>
                      <a:pt x="48305" y="214351"/>
                      <a:pt x="0" y="167268"/>
                      <a:pt x="0" y="107795"/>
                    </a:cubicBezTo>
                    <a:cubicBezTo>
                      <a:pt x="0" y="47083"/>
                      <a:pt x="48305" y="0"/>
                      <a:pt x="1077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E13AD89F-8713-CC4C-A31C-91B254DACF8E}"/>
                  </a:ext>
                </a:extLst>
              </p:cNvPr>
              <p:cNvSpPr/>
              <p:nvPr/>
            </p:nvSpPr>
            <p:spPr>
              <a:xfrm>
                <a:off x="13202904" y="9041394"/>
                <a:ext cx="1129933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8" h="15">
                    <a:moveTo>
                      <a:pt x="901" y="15"/>
                    </a:moveTo>
                    <a:lnTo>
                      <a:pt x="7" y="15"/>
                    </a:lnTo>
                    <a:cubicBezTo>
                      <a:pt x="4" y="15"/>
                      <a:pt x="0" y="12"/>
                      <a:pt x="0" y="8"/>
                    </a:cubicBezTo>
                    <a:cubicBezTo>
                      <a:pt x="0" y="4"/>
                      <a:pt x="4" y="0"/>
                      <a:pt x="7" y="0"/>
                    </a:cubicBezTo>
                    <a:lnTo>
                      <a:pt x="901" y="0"/>
                    </a:lnTo>
                    <a:cubicBezTo>
                      <a:pt x="905" y="0"/>
                      <a:pt x="908" y="4"/>
                      <a:pt x="908" y="8"/>
                    </a:cubicBezTo>
                    <a:cubicBezTo>
                      <a:pt x="908" y="12"/>
                      <a:pt x="905" y="15"/>
                      <a:pt x="901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41C6B4E3-D50B-5546-B610-AC878CF45A8D}"/>
                  </a:ext>
                </a:extLst>
              </p:cNvPr>
              <p:cNvSpPr/>
              <p:nvPr/>
            </p:nvSpPr>
            <p:spPr>
              <a:xfrm>
                <a:off x="13202904" y="9134861"/>
                <a:ext cx="639091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4" h="15">
                    <a:moveTo>
                      <a:pt x="506" y="15"/>
                    </a:moveTo>
                    <a:lnTo>
                      <a:pt x="7" y="15"/>
                    </a:lnTo>
                    <a:cubicBezTo>
                      <a:pt x="4" y="15"/>
                      <a:pt x="0" y="12"/>
                      <a:pt x="0" y="8"/>
                    </a:cubicBezTo>
                    <a:cubicBezTo>
                      <a:pt x="0" y="3"/>
                      <a:pt x="4" y="0"/>
                      <a:pt x="7" y="0"/>
                    </a:cubicBezTo>
                    <a:lnTo>
                      <a:pt x="506" y="0"/>
                    </a:lnTo>
                    <a:cubicBezTo>
                      <a:pt x="510" y="0"/>
                      <a:pt x="514" y="3"/>
                      <a:pt x="514" y="8"/>
                    </a:cubicBezTo>
                    <a:cubicBezTo>
                      <a:pt x="514" y="12"/>
                      <a:pt x="510" y="15"/>
                      <a:pt x="506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C4F0059C-4E7E-064F-8838-2C983D8BA3B9}"/>
                  </a:ext>
                </a:extLst>
              </p:cNvPr>
              <p:cNvSpPr/>
              <p:nvPr/>
            </p:nvSpPr>
            <p:spPr>
              <a:xfrm>
                <a:off x="9008320" y="6728392"/>
                <a:ext cx="171919" cy="41125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9" h="331">
                    <a:moveTo>
                      <a:pt x="70" y="331"/>
                    </a:moveTo>
                    <a:cubicBezTo>
                      <a:pt x="31" y="331"/>
                      <a:pt x="0" y="300"/>
                      <a:pt x="0" y="262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cubicBezTo>
                      <a:pt x="12" y="0"/>
                      <a:pt x="15" y="4"/>
                      <a:pt x="15" y="8"/>
                    </a:cubicBezTo>
                    <a:lnTo>
                      <a:pt x="15" y="262"/>
                    </a:lnTo>
                    <a:cubicBezTo>
                      <a:pt x="15" y="292"/>
                      <a:pt x="39" y="317"/>
                      <a:pt x="70" y="317"/>
                    </a:cubicBezTo>
                    <a:cubicBezTo>
                      <a:pt x="100" y="317"/>
                      <a:pt x="124" y="292"/>
                      <a:pt x="124" y="262"/>
                    </a:cubicBezTo>
                    <a:lnTo>
                      <a:pt x="124" y="51"/>
                    </a:lnTo>
                    <a:cubicBezTo>
                      <a:pt x="124" y="32"/>
                      <a:pt x="108" y="16"/>
                      <a:pt x="89" y="16"/>
                    </a:cubicBezTo>
                    <a:cubicBezTo>
                      <a:pt x="69" y="16"/>
                      <a:pt x="53" y="32"/>
                      <a:pt x="53" y="51"/>
                    </a:cubicBezTo>
                    <a:lnTo>
                      <a:pt x="53" y="236"/>
                    </a:lnTo>
                    <a:cubicBezTo>
                      <a:pt x="53" y="245"/>
                      <a:pt x="59" y="251"/>
                      <a:pt x="68" y="251"/>
                    </a:cubicBezTo>
                    <a:cubicBezTo>
                      <a:pt x="75" y="251"/>
                      <a:pt x="81" y="245"/>
                      <a:pt x="81" y="236"/>
                    </a:cubicBezTo>
                    <a:lnTo>
                      <a:pt x="81" y="100"/>
                    </a:lnTo>
                    <a:cubicBezTo>
                      <a:pt x="81" y="96"/>
                      <a:pt x="85" y="92"/>
                      <a:pt x="89" y="92"/>
                    </a:cubicBezTo>
                    <a:cubicBezTo>
                      <a:pt x="93" y="92"/>
                      <a:pt x="96" y="96"/>
                      <a:pt x="96" y="100"/>
                    </a:cubicBezTo>
                    <a:lnTo>
                      <a:pt x="96" y="236"/>
                    </a:lnTo>
                    <a:cubicBezTo>
                      <a:pt x="96" y="252"/>
                      <a:pt x="83" y="266"/>
                      <a:pt x="68" y="266"/>
                    </a:cubicBezTo>
                    <a:cubicBezTo>
                      <a:pt x="52" y="266"/>
                      <a:pt x="39" y="252"/>
                      <a:pt x="39" y="236"/>
                    </a:cubicBezTo>
                    <a:lnTo>
                      <a:pt x="39" y="51"/>
                    </a:lnTo>
                    <a:cubicBezTo>
                      <a:pt x="39" y="23"/>
                      <a:pt x="61" y="0"/>
                      <a:pt x="89" y="0"/>
                    </a:cubicBezTo>
                    <a:cubicBezTo>
                      <a:pt x="116" y="0"/>
                      <a:pt x="139" y="23"/>
                      <a:pt x="139" y="51"/>
                    </a:cubicBezTo>
                    <a:lnTo>
                      <a:pt x="139" y="262"/>
                    </a:lnTo>
                    <a:cubicBezTo>
                      <a:pt x="139" y="300"/>
                      <a:pt x="108" y="331"/>
                      <a:pt x="70" y="3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9E4E5B3E-B663-994E-9D2D-0864BE5B3CE8}"/>
                  </a:ext>
                </a:extLst>
              </p:cNvPr>
              <p:cNvSpPr/>
              <p:nvPr/>
            </p:nvSpPr>
            <p:spPr>
              <a:xfrm>
                <a:off x="9479233" y="6738362"/>
                <a:ext cx="300236" cy="42621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2" h="343">
                    <a:moveTo>
                      <a:pt x="242" y="0"/>
                    </a:moveTo>
                    <a:lnTo>
                      <a:pt x="0" y="243"/>
                    </a:lnTo>
                    <a:lnTo>
                      <a:pt x="148" y="221"/>
                    </a:lnTo>
                    <a:lnTo>
                      <a:pt x="234" y="343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66AF14E1-76A0-B341-9196-DBAAE517C184}"/>
                  </a:ext>
                </a:extLst>
              </p:cNvPr>
              <p:cNvSpPr/>
              <p:nvPr/>
            </p:nvSpPr>
            <p:spPr>
              <a:xfrm>
                <a:off x="9469692" y="6728892"/>
                <a:ext cx="319743" cy="445651"/>
              </a:xfrm>
              <a:custGeom>
                <a:avLst/>
                <a:gdLst>
                  <a:gd name="connsiteX0" fmla="*/ 301054 w 319743"/>
                  <a:gd name="connsiteY0" fmla="*/ 33149 h 445651"/>
                  <a:gd name="connsiteX1" fmla="*/ 35700 w 319743"/>
                  <a:gd name="connsiteY1" fmla="*/ 297717 h 445651"/>
                  <a:gd name="connsiteX2" fmla="*/ 191936 w 319743"/>
                  <a:gd name="connsiteY2" fmla="*/ 274117 h 445651"/>
                  <a:gd name="connsiteX3" fmla="*/ 193176 w 319743"/>
                  <a:gd name="connsiteY3" fmla="*/ 274117 h 445651"/>
                  <a:gd name="connsiteX4" fmla="*/ 200616 w 319743"/>
                  <a:gd name="connsiteY4" fmla="*/ 277843 h 445651"/>
                  <a:gd name="connsiteX5" fmla="*/ 291134 w 319743"/>
                  <a:gd name="connsiteY5" fmla="*/ 408264 h 445651"/>
                  <a:gd name="connsiteX6" fmla="*/ 313538 w 319743"/>
                  <a:gd name="connsiteY6" fmla="*/ 744 h 445651"/>
                  <a:gd name="connsiteX7" fmla="*/ 319743 w 319743"/>
                  <a:gd name="connsiteY7" fmla="*/ 9443 h 445651"/>
                  <a:gd name="connsiteX8" fmla="*/ 308574 w 319743"/>
                  <a:gd name="connsiteY8" fmla="*/ 435709 h 445651"/>
                  <a:gd name="connsiteX9" fmla="*/ 302370 w 319743"/>
                  <a:gd name="connsiteY9" fmla="*/ 445651 h 445651"/>
                  <a:gd name="connsiteX10" fmla="*/ 299888 w 319743"/>
                  <a:gd name="connsiteY10" fmla="*/ 445651 h 445651"/>
                  <a:gd name="connsiteX11" fmla="*/ 292442 w 319743"/>
                  <a:gd name="connsiteY11" fmla="*/ 441923 h 445651"/>
                  <a:gd name="connsiteX12" fmla="*/ 188201 w 319743"/>
                  <a:gd name="connsiteY12" fmla="*/ 292792 h 445651"/>
                  <a:gd name="connsiteX13" fmla="*/ 10744 w 319743"/>
                  <a:gd name="connsiteY13" fmla="*/ 320133 h 445651"/>
                  <a:gd name="connsiteX14" fmla="*/ 816 w 319743"/>
                  <a:gd name="connsiteY14" fmla="*/ 315162 h 445651"/>
                  <a:gd name="connsiteX15" fmla="*/ 2057 w 319743"/>
                  <a:gd name="connsiteY15" fmla="*/ 305220 h 445651"/>
                  <a:gd name="connsiteX16" fmla="*/ 303611 w 319743"/>
                  <a:gd name="connsiteY16" fmla="*/ 3230 h 445651"/>
                  <a:gd name="connsiteX17" fmla="*/ 313538 w 319743"/>
                  <a:gd name="connsiteY17" fmla="*/ 744 h 4456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9743" h="445651">
                    <a:moveTo>
                      <a:pt x="301054" y="33149"/>
                    </a:moveTo>
                    <a:lnTo>
                      <a:pt x="35700" y="297717"/>
                    </a:lnTo>
                    <a:lnTo>
                      <a:pt x="191936" y="274117"/>
                    </a:lnTo>
                    <a:lnTo>
                      <a:pt x="193176" y="274117"/>
                    </a:lnTo>
                    <a:cubicBezTo>
                      <a:pt x="195656" y="274117"/>
                      <a:pt x="198136" y="276601"/>
                      <a:pt x="200616" y="277843"/>
                    </a:cubicBezTo>
                    <a:lnTo>
                      <a:pt x="291134" y="408264"/>
                    </a:lnTo>
                    <a:close/>
                    <a:moveTo>
                      <a:pt x="313538" y="744"/>
                    </a:moveTo>
                    <a:cubicBezTo>
                      <a:pt x="317261" y="1987"/>
                      <a:pt x="319743" y="5715"/>
                      <a:pt x="319743" y="9443"/>
                    </a:cubicBezTo>
                    <a:lnTo>
                      <a:pt x="308574" y="435709"/>
                    </a:lnTo>
                    <a:cubicBezTo>
                      <a:pt x="308574" y="440680"/>
                      <a:pt x="306092" y="444408"/>
                      <a:pt x="302370" y="445651"/>
                    </a:cubicBezTo>
                    <a:cubicBezTo>
                      <a:pt x="301129" y="445651"/>
                      <a:pt x="301129" y="445651"/>
                      <a:pt x="299888" y="445651"/>
                    </a:cubicBezTo>
                    <a:cubicBezTo>
                      <a:pt x="296165" y="445651"/>
                      <a:pt x="293683" y="444408"/>
                      <a:pt x="292442" y="441923"/>
                    </a:cubicBezTo>
                    <a:lnTo>
                      <a:pt x="188201" y="292792"/>
                    </a:lnTo>
                    <a:lnTo>
                      <a:pt x="10744" y="320133"/>
                    </a:lnTo>
                    <a:cubicBezTo>
                      <a:pt x="7021" y="321375"/>
                      <a:pt x="2057" y="318890"/>
                      <a:pt x="816" y="315162"/>
                    </a:cubicBezTo>
                    <a:cubicBezTo>
                      <a:pt x="-425" y="312676"/>
                      <a:pt x="-425" y="307705"/>
                      <a:pt x="2057" y="305220"/>
                    </a:cubicBezTo>
                    <a:lnTo>
                      <a:pt x="303611" y="3230"/>
                    </a:lnTo>
                    <a:cubicBezTo>
                      <a:pt x="306092" y="-499"/>
                      <a:pt x="309815" y="-499"/>
                      <a:pt x="313538" y="74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10E58458-E254-1740-95C5-79DF4E329A1D}"/>
                  </a:ext>
                </a:extLst>
              </p:cNvPr>
              <p:cNvSpPr/>
              <p:nvPr/>
            </p:nvSpPr>
            <p:spPr>
              <a:xfrm>
                <a:off x="9653644" y="6728392"/>
                <a:ext cx="135791" cy="2916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0" h="235">
                    <a:moveTo>
                      <a:pt x="8" y="235"/>
                    </a:moveTo>
                    <a:cubicBezTo>
                      <a:pt x="7" y="235"/>
                      <a:pt x="6" y="235"/>
                      <a:pt x="5" y="234"/>
                    </a:cubicBezTo>
                    <a:cubicBezTo>
                      <a:pt x="1" y="233"/>
                      <a:pt x="-1" y="229"/>
                      <a:pt x="1" y="224"/>
                    </a:cubicBezTo>
                    <a:lnTo>
                      <a:pt x="96" y="4"/>
                    </a:lnTo>
                    <a:cubicBezTo>
                      <a:pt x="97" y="0"/>
                      <a:pt x="102" y="-1"/>
                      <a:pt x="105" y="0"/>
                    </a:cubicBezTo>
                    <a:cubicBezTo>
                      <a:pt x="109" y="2"/>
                      <a:pt x="111" y="6"/>
                      <a:pt x="109" y="10"/>
                    </a:cubicBezTo>
                    <a:lnTo>
                      <a:pt x="15" y="231"/>
                    </a:lnTo>
                    <a:cubicBezTo>
                      <a:pt x="14" y="234"/>
                      <a:pt x="11" y="235"/>
                      <a:pt x="8" y="23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7DF1B733-3BCC-2B44-A89E-83AEE5875A6E}"/>
                  </a:ext>
                </a:extLst>
              </p:cNvPr>
              <p:cNvSpPr/>
              <p:nvPr/>
            </p:nvSpPr>
            <p:spPr>
              <a:xfrm>
                <a:off x="11543510" y="9744264"/>
                <a:ext cx="360034" cy="361407"/>
              </a:xfrm>
              <a:custGeom>
                <a:avLst/>
                <a:gdLst>
                  <a:gd name="connsiteX0" fmla="*/ 181260 w 360034"/>
                  <a:gd name="connsiteY0" fmla="*/ 18697 h 361407"/>
                  <a:gd name="connsiteX1" fmla="*/ 18686 w 360034"/>
                  <a:gd name="connsiteY1" fmla="*/ 181328 h 361407"/>
                  <a:gd name="connsiteX2" fmla="*/ 181260 w 360034"/>
                  <a:gd name="connsiteY2" fmla="*/ 342717 h 361407"/>
                  <a:gd name="connsiteX3" fmla="*/ 342592 w 360034"/>
                  <a:gd name="connsiteY3" fmla="*/ 181328 h 361407"/>
                  <a:gd name="connsiteX4" fmla="*/ 181260 w 360034"/>
                  <a:gd name="connsiteY4" fmla="*/ 18697 h 361407"/>
                  <a:gd name="connsiteX5" fmla="*/ 181258 w 360034"/>
                  <a:gd name="connsiteY5" fmla="*/ 0 h 361407"/>
                  <a:gd name="connsiteX6" fmla="*/ 360034 w 360034"/>
                  <a:gd name="connsiteY6" fmla="*/ 181324 h 361407"/>
                  <a:gd name="connsiteX7" fmla="*/ 181258 w 360034"/>
                  <a:gd name="connsiteY7" fmla="*/ 361407 h 361407"/>
                  <a:gd name="connsiteX8" fmla="*/ 0 w 360034"/>
                  <a:gd name="connsiteY8" fmla="*/ 181324 h 361407"/>
                  <a:gd name="connsiteX9" fmla="*/ 181258 w 360034"/>
                  <a:gd name="connsiteY9" fmla="*/ 0 h 36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0034" h="361407">
                    <a:moveTo>
                      <a:pt x="181260" y="18697"/>
                    </a:moveTo>
                    <a:cubicBezTo>
                      <a:pt x="90665" y="18697"/>
                      <a:pt x="18686" y="90701"/>
                      <a:pt x="18686" y="181328"/>
                    </a:cubicBezTo>
                    <a:cubicBezTo>
                      <a:pt x="18686" y="269471"/>
                      <a:pt x="90665" y="342717"/>
                      <a:pt x="181260" y="342717"/>
                    </a:cubicBezTo>
                    <a:cubicBezTo>
                      <a:pt x="269372" y="342717"/>
                      <a:pt x="342592" y="269471"/>
                      <a:pt x="342592" y="181328"/>
                    </a:cubicBezTo>
                    <a:cubicBezTo>
                      <a:pt x="342592" y="90701"/>
                      <a:pt x="269372" y="18697"/>
                      <a:pt x="181260" y="18697"/>
                    </a:cubicBezTo>
                    <a:close/>
                    <a:moveTo>
                      <a:pt x="181258" y="0"/>
                    </a:moveTo>
                    <a:cubicBezTo>
                      <a:pt x="280578" y="0"/>
                      <a:pt x="360034" y="81969"/>
                      <a:pt x="360034" y="181324"/>
                    </a:cubicBezTo>
                    <a:cubicBezTo>
                      <a:pt x="360034" y="280680"/>
                      <a:pt x="280578" y="361407"/>
                      <a:pt x="181258" y="361407"/>
                    </a:cubicBezTo>
                    <a:cubicBezTo>
                      <a:pt x="80697" y="361407"/>
                      <a:pt x="0" y="280680"/>
                      <a:pt x="0" y="181324"/>
                    </a:cubicBezTo>
                    <a:cubicBezTo>
                      <a:pt x="0" y="81969"/>
                      <a:pt x="80697" y="0"/>
                      <a:pt x="1812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17AE22A9-AABB-7E40-89A5-85C8178138E7}"/>
                  </a:ext>
                </a:extLst>
              </p:cNvPr>
              <p:cNvSpPr/>
              <p:nvPr/>
            </p:nvSpPr>
            <p:spPr>
              <a:xfrm>
                <a:off x="12465395" y="6010564"/>
                <a:ext cx="1655657" cy="21647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30" h="1738">
                    <a:moveTo>
                      <a:pt x="881" y="524"/>
                    </a:moveTo>
                    <a:cubicBezTo>
                      <a:pt x="881" y="524"/>
                      <a:pt x="823" y="286"/>
                      <a:pt x="968" y="257"/>
                    </a:cubicBezTo>
                    <a:cubicBezTo>
                      <a:pt x="968" y="257"/>
                      <a:pt x="1051" y="-17"/>
                      <a:pt x="1110" y="1"/>
                    </a:cubicBezTo>
                    <a:cubicBezTo>
                      <a:pt x="1147" y="12"/>
                      <a:pt x="1101" y="208"/>
                      <a:pt x="1101" y="208"/>
                    </a:cubicBezTo>
                    <a:cubicBezTo>
                      <a:pt x="1101" y="208"/>
                      <a:pt x="1154" y="197"/>
                      <a:pt x="1176" y="247"/>
                    </a:cubicBezTo>
                    <a:cubicBezTo>
                      <a:pt x="1176" y="247"/>
                      <a:pt x="1228" y="233"/>
                      <a:pt x="1253" y="287"/>
                    </a:cubicBezTo>
                    <a:cubicBezTo>
                      <a:pt x="1253" y="287"/>
                      <a:pt x="1349" y="295"/>
                      <a:pt x="1327" y="385"/>
                    </a:cubicBezTo>
                    <a:cubicBezTo>
                      <a:pt x="1289" y="537"/>
                      <a:pt x="1105" y="674"/>
                      <a:pt x="1105" y="674"/>
                    </a:cubicBezTo>
                    <a:cubicBezTo>
                      <a:pt x="1105" y="674"/>
                      <a:pt x="839" y="1271"/>
                      <a:pt x="586" y="1611"/>
                    </a:cubicBezTo>
                    <a:cubicBezTo>
                      <a:pt x="492" y="1737"/>
                      <a:pt x="347" y="1782"/>
                      <a:pt x="214" y="1690"/>
                    </a:cubicBezTo>
                    <a:cubicBezTo>
                      <a:pt x="169" y="1658"/>
                      <a:pt x="50" y="1586"/>
                      <a:pt x="0" y="1530"/>
                    </a:cubicBezTo>
                    <a:lnTo>
                      <a:pt x="256" y="1065"/>
                    </a:lnTo>
                    <a:lnTo>
                      <a:pt x="423" y="1187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5DC66E7F-503D-1043-9BA1-F97A3FA57FA7}"/>
                  </a:ext>
                </a:extLst>
              </p:cNvPr>
              <p:cNvSpPr/>
              <p:nvPr/>
            </p:nvSpPr>
            <p:spPr>
              <a:xfrm>
                <a:off x="12454939" y="6000402"/>
                <a:ext cx="1675623" cy="2183586"/>
              </a:xfrm>
              <a:custGeom>
                <a:avLst/>
                <a:gdLst>
                  <a:gd name="connsiteX0" fmla="*/ 1389752 w 1675623"/>
                  <a:gd name="connsiteY0" fmla="*/ 20132 h 2183586"/>
                  <a:gd name="connsiteX1" fmla="*/ 1222943 w 1675623"/>
                  <a:gd name="connsiteY1" fmla="*/ 332754 h 2183586"/>
                  <a:gd name="connsiteX2" fmla="*/ 1216718 w 1675623"/>
                  <a:gd name="connsiteY2" fmla="*/ 338981 h 2183586"/>
                  <a:gd name="connsiteX3" fmla="*/ 1134559 w 1675623"/>
                  <a:gd name="connsiteY3" fmla="*/ 395029 h 2183586"/>
                  <a:gd name="connsiteX4" fmla="*/ 1115886 w 1675623"/>
                  <a:gd name="connsiteY4" fmla="*/ 661568 h 2183586"/>
                  <a:gd name="connsiteX5" fmla="*/ 1114641 w 1675623"/>
                  <a:gd name="connsiteY5" fmla="*/ 667795 h 2183586"/>
                  <a:gd name="connsiteX6" fmla="*/ 544503 w 1675623"/>
                  <a:gd name="connsiteY6" fmla="*/ 1493566 h 2183586"/>
                  <a:gd name="connsiteX7" fmla="*/ 538279 w 1675623"/>
                  <a:gd name="connsiteY7" fmla="*/ 1497302 h 2183586"/>
                  <a:gd name="connsiteX8" fmla="*/ 530810 w 1675623"/>
                  <a:gd name="connsiteY8" fmla="*/ 1496057 h 2183586"/>
                  <a:gd name="connsiteX9" fmla="*/ 332880 w 1675623"/>
                  <a:gd name="connsiteY9" fmla="*/ 1349087 h 2183586"/>
                  <a:gd name="connsiteX10" fmla="*/ 21669 w 1675623"/>
                  <a:gd name="connsiteY10" fmla="*/ 1913301 h 2183586"/>
                  <a:gd name="connsiteX11" fmla="*/ 232047 w 1675623"/>
                  <a:gd name="connsiteY11" fmla="*/ 2071481 h 2183586"/>
                  <a:gd name="connsiteX12" fmla="*/ 281841 w 1675623"/>
                  <a:gd name="connsiteY12" fmla="*/ 2105109 h 2183586"/>
                  <a:gd name="connsiteX13" fmla="*/ 733719 w 1675623"/>
                  <a:gd name="connsiteY13" fmla="*/ 2009205 h 2183586"/>
                  <a:gd name="connsiteX14" fmla="*/ 1377303 w 1675623"/>
                  <a:gd name="connsiteY14" fmla="*/ 845902 h 2183586"/>
                  <a:gd name="connsiteX15" fmla="*/ 1379793 w 1675623"/>
                  <a:gd name="connsiteY15" fmla="*/ 842166 h 2183586"/>
                  <a:gd name="connsiteX16" fmla="*/ 1652413 w 1675623"/>
                  <a:gd name="connsiteY16" fmla="*/ 487197 h 2183586"/>
                  <a:gd name="connsiteX17" fmla="*/ 1643700 w 1675623"/>
                  <a:gd name="connsiteY17" fmla="*/ 414957 h 2183586"/>
                  <a:gd name="connsiteX18" fmla="*/ 1570254 w 1675623"/>
                  <a:gd name="connsiteY18" fmla="*/ 376347 h 2183586"/>
                  <a:gd name="connsiteX19" fmla="*/ 1562785 w 1675623"/>
                  <a:gd name="connsiteY19" fmla="*/ 371365 h 2183586"/>
                  <a:gd name="connsiteX20" fmla="*/ 1476891 w 1675623"/>
                  <a:gd name="connsiteY20" fmla="*/ 327772 h 2183586"/>
                  <a:gd name="connsiteX21" fmla="*/ 1465687 w 1675623"/>
                  <a:gd name="connsiteY21" fmla="*/ 322790 h 2183586"/>
                  <a:gd name="connsiteX22" fmla="*/ 1382283 w 1675623"/>
                  <a:gd name="connsiteY22" fmla="*/ 277952 h 2183586"/>
                  <a:gd name="connsiteX23" fmla="*/ 1373569 w 1675623"/>
                  <a:gd name="connsiteY23" fmla="*/ 275461 h 2183586"/>
                  <a:gd name="connsiteX24" fmla="*/ 1372324 w 1675623"/>
                  <a:gd name="connsiteY24" fmla="*/ 267988 h 2183586"/>
                  <a:gd name="connsiteX25" fmla="*/ 1389752 w 1675623"/>
                  <a:gd name="connsiteY25" fmla="*/ 20132 h 2183586"/>
                  <a:gd name="connsiteX26" fmla="*/ 1394740 w 1675623"/>
                  <a:gd name="connsiteY26" fmla="*/ 1438 h 2183586"/>
                  <a:gd name="connsiteX27" fmla="*/ 1392251 w 1675623"/>
                  <a:gd name="connsiteY27" fmla="*/ 258015 h 2183586"/>
                  <a:gd name="connsiteX28" fmla="*/ 1479391 w 1675623"/>
                  <a:gd name="connsiteY28" fmla="*/ 307835 h 2183586"/>
                  <a:gd name="connsiteX29" fmla="*/ 1576491 w 1675623"/>
                  <a:gd name="connsiteY29" fmla="*/ 357656 h 2183586"/>
                  <a:gd name="connsiteX30" fmla="*/ 1658652 w 1675623"/>
                  <a:gd name="connsiteY30" fmla="*/ 402495 h 2183586"/>
                  <a:gd name="connsiteX31" fmla="*/ 1671101 w 1675623"/>
                  <a:gd name="connsiteY31" fmla="*/ 489681 h 2183586"/>
                  <a:gd name="connsiteX32" fmla="*/ 1393495 w 1675623"/>
                  <a:gd name="connsiteY32" fmla="*/ 854618 h 2183586"/>
                  <a:gd name="connsiteX33" fmla="*/ 747410 w 1675623"/>
                  <a:gd name="connsiteY33" fmla="*/ 2020423 h 2183586"/>
                  <a:gd name="connsiteX34" fmla="*/ 461091 w 1675623"/>
                  <a:gd name="connsiteY34" fmla="*/ 2183586 h 2183586"/>
                  <a:gd name="connsiteX35" fmla="*/ 270626 w 1675623"/>
                  <a:gd name="connsiteY35" fmla="*/ 2121310 h 2183586"/>
                  <a:gd name="connsiteX36" fmla="*/ 220831 w 1675623"/>
                  <a:gd name="connsiteY36" fmla="*/ 2087681 h 2183586"/>
                  <a:gd name="connsiteX37" fmla="*/ 2980 w 1675623"/>
                  <a:gd name="connsiteY37" fmla="*/ 1920782 h 2183586"/>
                  <a:gd name="connsiteX38" fmla="*/ 1735 w 1675623"/>
                  <a:gd name="connsiteY38" fmla="*/ 1910818 h 2183586"/>
                  <a:gd name="connsiteX39" fmla="*/ 321665 w 1675623"/>
                  <a:gd name="connsiteY39" fmla="*/ 1331652 h 2183586"/>
                  <a:gd name="connsiteX40" fmla="*/ 327890 w 1675623"/>
                  <a:gd name="connsiteY40" fmla="*/ 1326669 h 2183586"/>
                  <a:gd name="connsiteX41" fmla="*/ 335359 w 1675623"/>
                  <a:gd name="connsiteY41" fmla="*/ 1327915 h 2183586"/>
                  <a:gd name="connsiteX42" fmla="*/ 534538 w 1675623"/>
                  <a:gd name="connsiteY42" fmla="*/ 1474886 h 2183586"/>
                  <a:gd name="connsiteX43" fmla="*/ 1097217 w 1675623"/>
                  <a:gd name="connsiteY43" fmla="*/ 660317 h 2183586"/>
                  <a:gd name="connsiteX44" fmla="*/ 1119625 w 1675623"/>
                  <a:gd name="connsiteY44" fmla="*/ 383812 h 2183586"/>
                  <a:gd name="connsiteX45" fmla="*/ 1206765 w 1675623"/>
                  <a:gd name="connsiteY45" fmla="*/ 321536 h 2183586"/>
                  <a:gd name="connsiteX46" fmla="*/ 1394740 w 1675623"/>
                  <a:gd name="connsiteY46" fmla="*/ 1438 h 21835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1675623" h="2183586">
                    <a:moveTo>
                      <a:pt x="1389752" y="20132"/>
                    </a:moveTo>
                    <a:cubicBezTo>
                      <a:pt x="1344937" y="6431"/>
                      <a:pt x="1265267" y="195748"/>
                      <a:pt x="1222943" y="332754"/>
                    </a:cubicBezTo>
                    <a:cubicBezTo>
                      <a:pt x="1222943" y="335245"/>
                      <a:pt x="1219208" y="337736"/>
                      <a:pt x="1216718" y="338981"/>
                    </a:cubicBezTo>
                    <a:cubicBezTo>
                      <a:pt x="1181863" y="346454"/>
                      <a:pt x="1153231" y="365137"/>
                      <a:pt x="1134559" y="395029"/>
                    </a:cubicBezTo>
                    <a:cubicBezTo>
                      <a:pt x="1076051" y="488442"/>
                      <a:pt x="1115886" y="659076"/>
                      <a:pt x="1115886" y="661568"/>
                    </a:cubicBezTo>
                    <a:cubicBezTo>
                      <a:pt x="1117131" y="662813"/>
                      <a:pt x="1115886" y="666550"/>
                      <a:pt x="1114641" y="667795"/>
                    </a:cubicBezTo>
                    <a:lnTo>
                      <a:pt x="544503" y="1493566"/>
                    </a:lnTo>
                    <a:cubicBezTo>
                      <a:pt x="543258" y="1494811"/>
                      <a:pt x="540769" y="1496057"/>
                      <a:pt x="538279" y="1497302"/>
                    </a:cubicBezTo>
                    <a:cubicBezTo>
                      <a:pt x="535789" y="1497302"/>
                      <a:pt x="533300" y="1496057"/>
                      <a:pt x="530810" y="1496057"/>
                    </a:cubicBezTo>
                    <a:lnTo>
                      <a:pt x="332880" y="1349087"/>
                    </a:lnTo>
                    <a:lnTo>
                      <a:pt x="21669" y="1913301"/>
                    </a:lnTo>
                    <a:cubicBezTo>
                      <a:pt x="70218" y="1965613"/>
                      <a:pt x="167316" y="2029133"/>
                      <a:pt x="232047" y="2071481"/>
                    </a:cubicBezTo>
                    <a:cubicBezTo>
                      <a:pt x="251965" y="2085181"/>
                      <a:pt x="269393" y="2096391"/>
                      <a:pt x="281841" y="2105109"/>
                    </a:cubicBezTo>
                    <a:cubicBezTo>
                      <a:pt x="433712" y="2212223"/>
                      <a:pt x="610480" y="2173612"/>
                      <a:pt x="733719" y="2009205"/>
                    </a:cubicBezTo>
                    <a:cubicBezTo>
                      <a:pt x="1042440" y="1591961"/>
                      <a:pt x="1373569" y="853375"/>
                      <a:pt x="1377303" y="845902"/>
                    </a:cubicBezTo>
                    <a:cubicBezTo>
                      <a:pt x="1378548" y="844657"/>
                      <a:pt x="1379793" y="843411"/>
                      <a:pt x="1379793" y="842166"/>
                    </a:cubicBezTo>
                    <a:cubicBezTo>
                      <a:pt x="1382283" y="840920"/>
                      <a:pt x="1607599" y="670286"/>
                      <a:pt x="1652413" y="487197"/>
                    </a:cubicBezTo>
                    <a:cubicBezTo>
                      <a:pt x="1659883" y="457304"/>
                      <a:pt x="1657393" y="433640"/>
                      <a:pt x="1643700" y="414957"/>
                    </a:cubicBezTo>
                    <a:cubicBezTo>
                      <a:pt x="1620047" y="381329"/>
                      <a:pt x="1570254" y="376347"/>
                      <a:pt x="1570254" y="376347"/>
                    </a:cubicBezTo>
                    <a:cubicBezTo>
                      <a:pt x="1566519" y="376347"/>
                      <a:pt x="1564030" y="373856"/>
                      <a:pt x="1562785" y="371365"/>
                    </a:cubicBezTo>
                    <a:cubicBezTo>
                      <a:pt x="1535398" y="311580"/>
                      <a:pt x="1479380" y="326526"/>
                      <a:pt x="1476891" y="327772"/>
                    </a:cubicBezTo>
                    <a:cubicBezTo>
                      <a:pt x="1471911" y="327772"/>
                      <a:pt x="1468177" y="326526"/>
                      <a:pt x="1465687" y="322790"/>
                    </a:cubicBezTo>
                    <a:cubicBezTo>
                      <a:pt x="1442035" y="267988"/>
                      <a:pt x="1384772" y="277952"/>
                      <a:pt x="1382283" y="277952"/>
                    </a:cubicBezTo>
                    <a:cubicBezTo>
                      <a:pt x="1379793" y="279197"/>
                      <a:pt x="1376058" y="277952"/>
                      <a:pt x="1373569" y="275461"/>
                    </a:cubicBezTo>
                    <a:cubicBezTo>
                      <a:pt x="1372324" y="272970"/>
                      <a:pt x="1371079" y="270479"/>
                      <a:pt x="1372324" y="267988"/>
                    </a:cubicBezTo>
                    <a:cubicBezTo>
                      <a:pt x="1399710" y="153401"/>
                      <a:pt x="1413404" y="27605"/>
                      <a:pt x="1389752" y="20132"/>
                    </a:cubicBezTo>
                    <a:close/>
                    <a:moveTo>
                      <a:pt x="1394740" y="1438"/>
                    </a:moveTo>
                    <a:cubicBezTo>
                      <a:pt x="1443290" y="15138"/>
                      <a:pt x="1408434" y="188266"/>
                      <a:pt x="1392251" y="258015"/>
                    </a:cubicBezTo>
                    <a:cubicBezTo>
                      <a:pt x="1414658" y="256769"/>
                      <a:pt x="1456983" y="261751"/>
                      <a:pt x="1479391" y="307835"/>
                    </a:cubicBezTo>
                    <a:cubicBezTo>
                      <a:pt x="1499309" y="304099"/>
                      <a:pt x="1549104" y="302853"/>
                      <a:pt x="1576491" y="357656"/>
                    </a:cubicBezTo>
                    <a:cubicBezTo>
                      <a:pt x="1591429" y="360147"/>
                      <a:pt x="1634999" y="368866"/>
                      <a:pt x="1658652" y="402495"/>
                    </a:cubicBezTo>
                    <a:cubicBezTo>
                      <a:pt x="1676080" y="426160"/>
                      <a:pt x="1679815" y="454807"/>
                      <a:pt x="1671101" y="489681"/>
                    </a:cubicBezTo>
                    <a:cubicBezTo>
                      <a:pt x="1626285" y="674018"/>
                      <a:pt x="1417148" y="837181"/>
                      <a:pt x="1393495" y="854618"/>
                    </a:cubicBezTo>
                    <a:cubicBezTo>
                      <a:pt x="1373577" y="899457"/>
                      <a:pt x="1049912" y="1611893"/>
                      <a:pt x="747410" y="2020423"/>
                    </a:cubicBezTo>
                    <a:cubicBezTo>
                      <a:pt x="667738" y="2128783"/>
                      <a:pt x="565659" y="2183586"/>
                      <a:pt x="461091" y="2183586"/>
                    </a:cubicBezTo>
                    <a:cubicBezTo>
                      <a:pt x="397602" y="2183586"/>
                      <a:pt x="332869" y="2163658"/>
                      <a:pt x="270626" y="2121310"/>
                    </a:cubicBezTo>
                    <a:cubicBezTo>
                      <a:pt x="258177" y="2111346"/>
                      <a:pt x="240749" y="2100136"/>
                      <a:pt x="220831" y="2087681"/>
                    </a:cubicBezTo>
                    <a:cubicBezTo>
                      <a:pt x="154853" y="2042843"/>
                      <a:pt x="52774" y="1976830"/>
                      <a:pt x="2980" y="1920782"/>
                    </a:cubicBezTo>
                    <a:cubicBezTo>
                      <a:pt x="-755" y="1918291"/>
                      <a:pt x="-755" y="1913309"/>
                      <a:pt x="1735" y="1910818"/>
                    </a:cubicBezTo>
                    <a:lnTo>
                      <a:pt x="321665" y="1331652"/>
                    </a:lnTo>
                    <a:cubicBezTo>
                      <a:pt x="322910" y="1327915"/>
                      <a:pt x="325400" y="1326669"/>
                      <a:pt x="327890" y="1326669"/>
                    </a:cubicBezTo>
                    <a:cubicBezTo>
                      <a:pt x="330380" y="1325424"/>
                      <a:pt x="334114" y="1326669"/>
                      <a:pt x="335359" y="1327915"/>
                    </a:cubicBezTo>
                    <a:lnTo>
                      <a:pt x="534538" y="1474886"/>
                    </a:lnTo>
                    <a:lnTo>
                      <a:pt x="1097217" y="660317"/>
                    </a:lnTo>
                    <a:cubicBezTo>
                      <a:pt x="1090993" y="632916"/>
                      <a:pt x="1059871" y="475980"/>
                      <a:pt x="1119625" y="383812"/>
                    </a:cubicBezTo>
                    <a:cubicBezTo>
                      <a:pt x="1139543" y="350183"/>
                      <a:pt x="1169419" y="329009"/>
                      <a:pt x="1206765" y="321536"/>
                    </a:cubicBezTo>
                    <a:cubicBezTo>
                      <a:pt x="1229173" y="253033"/>
                      <a:pt x="1318803" y="-22228"/>
                      <a:pt x="1394740" y="143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D97C269C-6B22-A642-8967-B6413D230725}"/>
                  </a:ext>
                </a:extLst>
              </p:cNvPr>
              <p:cNvSpPr/>
              <p:nvPr/>
            </p:nvSpPr>
            <p:spPr>
              <a:xfrm>
                <a:off x="13743578" y="6332088"/>
                <a:ext cx="311448" cy="2928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1" h="236">
                    <a:moveTo>
                      <a:pt x="214" y="230"/>
                    </a:moveTo>
                    <a:cubicBezTo>
                      <a:pt x="205" y="235"/>
                      <a:pt x="195" y="238"/>
                      <a:pt x="183" y="235"/>
                    </a:cubicBezTo>
                    <a:cubicBezTo>
                      <a:pt x="160" y="231"/>
                      <a:pt x="152" y="208"/>
                      <a:pt x="149" y="196"/>
                    </a:cubicBezTo>
                    <a:cubicBezTo>
                      <a:pt x="139" y="198"/>
                      <a:pt x="120" y="202"/>
                      <a:pt x="105" y="197"/>
                    </a:cubicBezTo>
                    <a:cubicBezTo>
                      <a:pt x="85" y="191"/>
                      <a:pt x="74" y="172"/>
                      <a:pt x="71" y="161"/>
                    </a:cubicBezTo>
                    <a:cubicBezTo>
                      <a:pt x="52" y="166"/>
                      <a:pt x="33" y="162"/>
                      <a:pt x="19" y="151"/>
                    </a:cubicBezTo>
                    <a:cubicBezTo>
                      <a:pt x="4" y="138"/>
                      <a:pt x="-3" y="118"/>
                      <a:pt x="1" y="99"/>
                    </a:cubicBezTo>
                    <a:cubicBezTo>
                      <a:pt x="6" y="76"/>
                      <a:pt x="34" y="7"/>
                      <a:pt x="35" y="4"/>
                    </a:cubicBezTo>
                    <a:cubicBezTo>
                      <a:pt x="37" y="1"/>
                      <a:pt x="41" y="-1"/>
                      <a:pt x="44" y="1"/>
                    </a:cubicBezTo>
                    <a:cubicBezTo>
                      <a:pt x="48" y="2"/>
                      <a:pt x="50" y="6"/>
                      <a:pt x="48" y="9"/>
                    </a:cubicBezTo>
                    <a:cubicBezTo>
                      <a:pt x="48" y="10"/>
                      <a:pt x="19" y="79"/>
                      <a:pt x="14" y="103"/>
                    </a:cubicBezTo>
                    <a:cubicBezTo>
                      <a:pt x="11" y="116"/>
                      <a:pt x="17" y="131"/>
                      <a:pt x="28" y="140"/>
                    </a:cubicBezTo>
                    <a:cubicBezTo>
                      <a:pt x="40" y="150"/>
                      <a:pt x="56" y="153"/>
                      <a:pt x="73" y="146"/>
                    </a:cubicBezTo>
                    <a:cubicBezTo>
                      <a:pt x="74" y="145"/>
                      <a:pt x="76" y="145"/>
                      <a:pt x="78" y="146"/>
                    </a:cubicBezTo>
                    <a:cubicBezTo>
                      <a:pt x="80" y="147"/>
                      <a:pt x="81" y="149"/>
                      <a:pt x="82" y="151"/>
                    </a:cubicBezTo>
                    <a:cubicBezTo>
                      <a:pt x="82" y="151"/>
                      <a:pt x="89" y="178"/>
                      <a:pt x="109" y="184"/>
                    </a:cubicBezTo>
                    <a:cubicBezTo>
                      <a:pt x="126" y="190"/>
                      <a:pt x="152" y="180"/>
                      <a:pt x="152" y="180"/>
                    </a:cubicBezTo>
                    <a:cubicBezTo>
                      <a:pt x="154" y="179"/>
                      <a:pt x="156" y="180"/>
                      <a:pt x="158" y="180"/>
                    </a:cubicBezTo>
                    <a:cubicBezTo>
                      <a:pt x="159" y="181"/>
                      <a:pt x="160" y="183"/>
                      <a:pt x="160" y="186"/>
                    </a:cubicBezTo>
                    <a:cubicBezTo>
                      <a:pt x="161" y="186"/>
                      <a:pt x="165" y="218"/>
                      <a:pt x="186" y="222"/>
                    </a:cubicBezTo>
                    <a:cubicBezTo>
                      <a:pt x="214" y="227"/>
                      <a:pt x="238" y="190"/>
                      <a:pt x="238" y="190"/>
                    </a:cubicBezTo>
                    <a:cubicBezTo>
                      <a:pt x="239" y="187"/>
                      <a:pt x="244" y="186"/>
                      <a:pt x="247" y="188"/>
                    </a:cubicBezTo>
                    <a:cubicBezTo>
                      <a:pt x="250" y="190"/>
                      <a:pt x="252" y="194"/>
                      <a:pt x="249" y="197"/>
                    </a:cubicBezTo>
                    <a:cubicBezTo>
                      <a:pt x="249" y="199"/>
                      <a:pt x="234" y="220"/>
                      <a:pt x="214" y="2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850FDDBD-9DD5-B842-85E1-9E76A877913C}"/>
                  </a:ext>
                </a:extLst>
              </p:cNvPr>
              <p:cNvSpPr/>
              <p:nvPr/>
            </p:nvSpPr>
            <p:spPr>
              <a:xfrm>
                <a:off x="13673813" y="6335830"/>
                <a:ext cx="150741" cy="15951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2" h="129">
                    <a:moveTo>
                      <a:pt x="0" y="0"/>
                    </a:moveTo>
                    <a:cubicBezTo>
                      <a:pt x="0" y="0"/>
                      <a:pt x="131" y="64"/>
                      <a:pt x="121" y="114"/>
                    </a:cubicBezTo>
                    <a:cubicBezTo>
                      <a:pt x="114" y="146"/>
                      <a:pt x="12" y="117"/>
                      <a:pt x="12" y="11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45A7D833-52A5-9645-A4AF-BD67E71A30E5}"/>
                  </a:ext>
                </a:extLst>
              </p:cNvPr>
              <p:cNvSpPr/>
              <p:nvPr/>
            </p:nvSpPr>
            <p:spPr>
              <a:xfrm>
                <a:off x="13666339" y="6327106"/>
                <a:ext cx="168182" cy="1769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6" h="143">
                    <a:moveTo>
                      <a:pt x="122" y="138"/>
                    </a:moveTo>
                    <a:cubicBezTo>
                      <a:pt x="94" y="152"/>
                      <a:pt x="25" y="133"/>
                      <a:pt x="17" y="131"/>
                    </a:cubicBezTo>
                    <a:cubicBezTo>
                      <a:pt x="13" y="131"/>
                      <a:pt x="11" y="126"/>
                      <a:pt x="12" y="122"/>
                    </a:cubicBezTo>
                    <a:cubicBezTo>
                      <a:pt x="13" y="119"/>
                      <a:pt x="17" y="117"/>
                      <a:pt x="21" y="118"/>
                    </a:cubicBezTo>
                    <a:cubicBezTo>
                      <a:pt x="41" y="124"/>
                      <a:pt x="99" y="136"/>
                      <a:pt x="117" y="124"/>
                    </a:cubicBezTo>
                    <a:cubicBezTo>
                      <a:pt x="120" y="122"/>
                      <a:pt x="121" y="121"/>
                      <a:pt x="121" y="119"/>
                    </a:cubicBezTo>
                    <a:cubicBezTo>
                      <a:pt x="129" y="83"/>
                      <a:pt x="39" y="30"/>
                      <a:pt x="4" y="13"/>
                    </a:cubicBezTo>
                    <a:cubicBezTo>
                      <a:pt x="1" y="11"/>
                      <a:pt x="-1" y="7"/>
                      <a:pt x="1" y="4"/>
                    </a:cubicBezTo>
                    <a:cubicBezTo>
                      <a:pt x="3" y="0"/>
                      <a:pt x="6" y="-1"/>
                      <a:pt x="10" y="1"/>
                    </a:cubicBezTo>
                    <a:cubicBezTo>
                      <a:pt x="11" y="1"/>
                      <a:pt x="44" y="17"/>
                      <a:pt x="76" y="39"/>
                    </a:cubicBezTo>
                    <a:cubicBezTo>
                      <a:pt x="119" y="70"/>
                      <a:pt x="140" y="98"/>
                      <a:pt x="135" y="122"/>
                    </a:cubicBezTo>
                    <a:cubicBezTo>
                      <a:pt x="134" y="128"/>
                      <a:pt x="130" y="133"/>
                      <a:pt x="124" y="137"/>
                    </a:cubicBezTo>
                    <a:cubicBezTo>
                      <a:pt x="124" y="137"/>
                      <a:pt x="123" y="137"/>
                      <a:pt x="122" y="13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5FCC357E-5BAF-8740-8492-37C6AE87288A}"/>
                  </a:ext>
                </a:extLst>
              </p:cNvPr>
              <p:cNvSpPr/>
              <p:nvPr/>
            </p:nvSpPr>
            <p:spPr>
              <a:xfrm>
                <a:off x="10844620" y="9041394"/>
                <a:ext cx="1607071" cy="5558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91" h="447">
                    <a:moveTo>
                      <a:pt x="1268" y="57"/>
                    </a:moveTo>
                    <a:cubicBezTo>
                      <a:pt x="1267" y="53"/>
                      <a:pt x="1264" y="51"/>
                      <a:pt x="1260" y="51"/>
                    </a:cubicBezTo>
                    <a:lnTo>
                      <a:pt x="54" y="0"/>
                    </a:lnTo>
                    <a:cubicBezTo>
                      <a:pt x="50" y="0"/>
                      <a:pt x="47" y="3"/>
                      <a:pt x="47" y="6"/>
                    </a:cubicBezTo>
                    <a:cubicBezTo>
                      <a:pt x="46" y="8"/>
                      <a:pt x="14" y="203"/>
                      <a:pt x="0" y="440"/>
                    </a:cubicBezTo>
                    <a:cubicBezTo>
                      <a:pt x="0" y="442"/>
                      <a:pt x="1" y="444"/>
                      <a:pt x="2" y="445"/>
                    </a:cubicBezTo>
                    <a:cubicBezTo>
                      <a:pt x="4" y="447"/>
                      <a:pt x="6" y="447"/>
                      <a:pt x="7" y="447"/>
                    </a:cubicBezTo>
                    <a:lnTo>
                      <a:pt x="1283" y="447"/>
                    </a:lnTo>
                    <a:cubicBezTo>
                      <a:pt x="1287" y="447"/>
                      <a:pt x="1291" y="444"/>
                      <a:pt x="1291" y="440"/>
                    </a:cubicBezTo>
                    <a:cubicBezTo>
                      <a:pt x="1291" y="438"/>
                      <a:pt x="1296" y="198"/>
                      <a:pt x="1268" y="5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5BB5B51C-ACAE-164D-BEAC-5E17D88C0CF3}"/>
                  </a:ext>
                </a:extLst>
              </p:cNvPr>
              <p:cNvSpPr/>
              <p:nvPr/>
            </p:nvSpPr>
            <p:spPr>
              <a:xfrm>
                <a:off x="10606674" y="6814382"/>
                <a:ext cx="2234950" cy="24351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95" h="1955">
                    <a:moveTo>
                      <a:pt x="749" y="0"/>
                    </a:moveTo>
                    <a:cubicBezTo>
                      <a:pt x="749" y="0"/>
                      <a:pt x="625" y="3"/>
                      <a:pt x="428" y="41"/>
                    </a:cubicBezTo>
                    <a:cubicBezTo>
                      <a:pt x="296" y="68"/>
                      <a:pt x="0" y="111"/>
                      <a:pt x="0" y="970"/>
                    </a:cubicBezTo>
                    <a:lnTo>
                      <a:pt x="266" y="970"/>
                    </a:lnTo>
                    <a:lnTo>
                      <a:pt x="241" y="1836"/>
                    </a:lnTo>
                    <a:cubicBezTo>
                      <a:pt x="241" y="1836"/>
                      <a:pt x="791" y="2069"/>
                      <a:pt x="1460" y="1883"/>
                    </a:cubicBezTo>
                    <a:lnTo>
                      <a:pt x="1425" y="845"/>
                    </a:lnTo>
                    <a:lnTo>
                      <a:pt x="1507" y="941"/>
                    </a:lnTo>
                    <a:lnTo>
                      <a:pt x="1795" y="420"/>
                    </a:lnTo>
                    <a:cubicBezTo>
                      <a:pt x="1795" y="420"/>
                      <a:pt x="1505" y="145"/>
                      <a:pt x="1382" y="91"/>
                    </a:cubicBezTo>
                    <a:cubicBezTo>
                      <a:pt x="1258" y="37"/>
                      <a:pt x="1094" y="18"/>
                      <a:pt x="1094" y="1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3" name="Freeform 422">
                <a:extLst>
                  <a:ext uri="{FF2B5EF4-FFF2-40B4-BE49-F238E27FC236}">
                    <a16:creationId xmlns:a16="http://schemas.microsoft.com/office/drawing/2014/main" id="{2E410281-C447-7F4A-A596-6110D14CCA85}"/>
                  </a:ext>
                </a:extLst>
              </p:cNvPr>
              <p:cNvSpPr/>
              <p:nvPr/>
            </p:nvSpPr>
            <p:spPr>
              <a:xfrm>
                <a:off x="10596708" y="6805658"/>
                <a:ext cx="2254127" cy="2452579"/>
              </a:xfrm>
              <a:custGeom>
                <a:avLst/>
                <a:gdLst>
                  <a:gd name="connsiteX0" fmla="*/ 942545 w 2254127"/>
                  <a:gd name="connsiteY0" fmla="*/ 17448 h 2452579"/>
                  <a:gd name="connsiteX1" fmla="*/ 545361 w 2254127"/>
                  <a:gd name="connsiteY1" fmla="*/ 69763 h 2452579"/>
                  <a:gd name="connsiteX2" fmla="*/ 536645 w 2254127"/>
                  <a:gd name="connsiteY2" fmla="*/ 72254 h 2452579"/>
                  <a:gd name="connsiteX3" fmla="*/ 18687 w 2254127"/>
                  <a:gd name="connsiteY3" fmla="*/ 1208227 h 2452579"/>
                  <a:gd name="connsiteX4" fmla="*/ 341166 w 2254127"/>
                  <a:gd name="connsiteY4" fmla="*/ 1208227 h 2452579"/>
                  <a:gd name="connsiteX5" fmla="*/ 347391 w 2254127"/>
                  <a:gd name="connsiteY5" fmla="*/ 1210719 h 2452579"/>
                  <a:gd name="connsiteX6" fmla="*/ 349881 w 2254127"/>
                  <a:gd name="connsiteY6" fmla="*/ 1216947 h 2452579"/>
                  <a:gd name="connsiteX7" fmla="*/ 318754 w 2254127"/>
                  <a:gd name="connsiteY7" fmla="*/ 2288150 h 2452579"/>
                  <a:gd name="connsiteX8" fmla="*/ 1816599 w 2254127"/>
                  <a:gd name="connsiteY8" fmla="*/ 2346692 h 2452579"/>
                  <a:gd name="connsiteX9" fmla="*/ 1774266 w 2254127"/>
                  <a:gd name="connsiteY9" fmla="*/ 1061248 h 2452579"/>
                  <a:gd name="connsiteX10" fmla="*/ 1779246 w 2254127"/>
                  <a:gd name="connsiteY10" fmla="*/ 1052529 h 2452579"/>
                  <a:gd name="connsiteX11" fmla="*/ 1790452 w 2254127"/>
                  <a:gd name="connsiteY11" fmla="*/ 1055021 h 2452579"/>
                  <a:gd name="connsiteX12" fmla="*/ 1883834 w 2254127"/>
                  <a:gd name="connsiteY12" fmla="*/ 1164632 h 2452579"/>
                  <a:gd name="connsiteX13" fmla="*/ 2232459 w 2254127"/>
                  <a:gd name="connsiteY13" fmla="*/ 534366 h 2452579"/>
                  <a:gd name="connsiteX14" fmla="*/ 1726952 w 2254127"/>
                  <a:gd name="connsiteY14" fmla="*/ 130796 h 2452579"/>
                  <a:gd name="connsiteX15" fmla="*/ 1370856 w 2254127"/>
                  <a:gd name="connsiteY15" fmla="*/ 39869 h 2452579"/>
                  <a:gd name="connsiteX16" fmla="*/ 942543 w 2254127"/>
                  <a:gd name="connsiteY16" fmla="*/ 0 h 2452579"/>
                  <a:gd name="connsiteX17" fmla="*/ 1372104 w 2254127"/>
                  <a:gd name="connsiteY17" fmla="*/ 21175 h 2452579"/>
                  <a:gd name="connsiteX18" fmla="*/ 1733184 w 2254127"/>
                  <a:gd name="connsiteY18" fmla="*/ 113350 h 2452579"/>
                  <a:gd name="connsiteX19" fmla="*/ 2251147 w 2254127"/>
                  <a:gd name="connsiteY19" fmla="*/ 524396 h 2452579"/>
                  <a:gd name="connsiteX20" fmla="*/ 2252392 w 2254127"/>
                  <a:gd name="connsiteY20" fmla="*/ 536852 h 2452579"/>
                  <a:gd name="connsiteX21" fmla="*/ 1893802 w 2254127"/>
                  <a:gd name="connsiteY21" fmla="*/ 1184562 h 2452579"/>
                  <a:gd name="connsiteX22" fmla="*/ 1887577 w 2254127"/>
                  <a:gd name="connsiteY22" fmla="*/ 1189545 h 2452579"/>
                  <a:gd name="connsiteX23" fmla="*/ 1878861 w 2254127"/>
                  <a:gd name="connsiteY23" fmla="*/ 1187053 h 2452579"/>
                  <a:gd name="connsiteX24" fmla="*/ 1794194 w 2254127"/>
                  <a:gd name="connsiteY24" fmla="*/ 1087406 h 2452579"/>
                  <a:gd name="connsiteX25" fmla="*/ 1836527 w 2254127"/>
                  <a:gd name="connsiteY25" fmla="*/ 2354177 h 2452579"/>
                  <a:gd name="connsiteX26" fmla="*/ 1829057 w 2254127"/>
                  <a:gd name="connsiteY26" fmla="*/ 2362896 h 2452579"/>
                  <a:gd name="connsiteX27" fmla="*/ 1166662 w 2254127"/>
                  <a:gd name="connsiteY27" fmla="*/ 2452579 h 2452579"/>
                  <a:gd name="connsiteX28" fmla="*/ 306295 w 2254127"/>
                  <a:gd name="connsiteY28" fmla="*/ 2304353 h 2452579"/>
                  <a:gd name="connsiteX29" fmla="*/ 300070 w 2254127"/>
                  <a:gd name="connsiteY29" fmla="*/ 2294388 h 2452579"/>
                  <a:gd name="connsiteX30" fmla="*/ 331197 w 2254127"/>
                  <a:gd name="connsiteY30" fmla="*/ 1226912 h 2452579"/>
                  <a:gd name="connsiteX31" fmla="*/ 9961 w 2254127"/>
                  <a:gd name="connsiteY31" fmla="*/ 1226912 h 2452579"/>
                  <a:gd name="connsiteX32" fmla="*/ 0 w 2254127"/>
                  <a:gd name="connsiteY32" fmla="*/ 1216948 h 2452579"/>
                  <a:gd name="connsiteX33" fmla="*/ 534149 w 2254127"/>
                  <a:gd name="connsiteY33" fmla="*/ 53561 h 2452579"/>
                  <a:gd name="connsiteX34" fmla="*/ 541620 w 2254127"/>
                  <a:gd name="connsiteY34" fmla="*/ 51070 h 2452579"/>
                  <a:gd name="connsiteX35" fmla="*/ 942543 w 2254127"/>
                  <a:gd name="connsiteY35" fmla="*/ 0 h 2452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2254127" h="2452579">
                    <a:moveTo>
                      <a:pt x="942545" y="17448"/>
                    </a:moveTo>
                    <a:cubicBezTo>
                      <a:pt x="933829" y="18694"/>
                      <a:pt x="780683" y="22431"/>
                      <a:pt x="545361" y="69763"/>
                    </a:cubicBezTo>
                    <a:lnTo>
                      <a:pt x="536645" y="72254"/>
                    </a:lnTo>
                    <a:cubicBezTo>
                      <a:pt x="368558" y="104639"/>
                      <a:pt x="21177" y="171901"/>
                      <a:pt x="18687" y="1208227"/>
                    </a:cubicBezTo>
                    <a:lnTo>
                      <a:pt x="341166" y="1208227"/>
                    </a:lnTo>
                    <a:cubicBezTo>
                      <a:pt x="342411" y="1208227"/>
                      <a:pt x="346146" y="1209473"/>
                      <a:pt x="347391" y="1210719"/>
                    </a:cubicBezTo>
                    <a:cubicBezTo>
                      <a:pt x="348636" y="1211964"/>
                      <a:pt x="349881" y="1215701"/>
                      <a:pt x="349881" y="1216947"/>
                    </a:cubicBezTo>
                    <a:lnTo>
                      <a:pt x="318754" y="2288150"/>
                    </a:lnTo>
                    <a:cubicBezTo>
                      <a:pt x="387234" y="2315552"/>
                      <a:pt x="1042152" y="2560933"/>
                      <a:pt x="1816599" y="2346692"/>
                    </a:cubicBezTo>
                    <a:lnTo>
                      <a:pt x="1774266" y="1061248"/>
                    </a:lnTo>
                    <a:cubicBezTo>
                      <a:pt x="1774266" y="1057512"/>
                      <a:pt x="1776756" y="1053775"/>
                      <a:pt x="1779246" y="1052529"/>
                    </a:cubicBezTo>
                    <a:cubicBezTo>
                      <a:pt x="1784226" y="1051284"/>
                      <a:pt x="1787962" y="1052529"/>
                      <a:pt x="1790452" y="1055021"/>
                    </a:cubicBezTo>
                    <a:lnTo>
                      <a:pt x="1883834" y="1164632"/>
                    </a:lnTo>
                    <a:lnTo>
                      <a:pt x="2232459" y="534366"/>
                    </a:lnTo>
                    <a:cubicBezTo>
                      <a:pt x="2187636" y="492016"/>
                      <a:pt x="1866402" y="191830"/>
                      <a:pt x="1726952" y="130796"/>
                    </a:cubicBezTo>
                    <a:cubicBezTo>
                      <a:pt x="1576296" y="64780"/>
                      <a:pt x="1373346" y="39869"/>
                      <a:pt x="1370856" y="39869"/>
                    </a:cubicBezTo>
                    <a:close/>
                    <a:moveTo>
                      <a:pt x="942543" y="0"/>
                    </a:moveTo>
                    <a:lnTo>
                      <a:pt x="1372104" y="21175"/>
                    </a:lnTo>
                    <a:cubicBezTo>
                      <a:pt x="1375839" y="21175"/>
                      <a:pt x="1580036" y="47333"/>
                      <a:pt x="1733184" y="113350"/>
                    </a:cubicBezTo>
                    <a:cubicBezTo>
                      <a:pt x="1887577" y="180612"/>
                      <a:pt x="2236206" y="511940"/>
                      <a:pt x="2251147" y="524396"/>
                    </a:cubicBezTo>
                    <a:cubicBezTo>
                      <a:pt x="2254882" y="528133"/>
                      <a:pt x="2254882" y="533115"/>
                      <a:pt x="2252392" y="536852"/>
                    </a:cubicBezTo>
                    <a:lnTo>
                      <a:pt x="1893802" y="1184562"/>
                    </a:lnTo>
                    <a:cubicBezTo>
                      <a:pt x="1892557" y="1188299"/>
                      <a:pt x="1890067" y="1189545"/>
                      <a:pt x="1887577" y="1189545"/>
                    </a:cubicBezTo>
                    <a:cubicBezTo>
                      <a:pt x="1883841" y="1189545"/>
                      <a:pt x="1881351" y="1188299"/>
                      <a:pt x="1878861" y="1187053"/>
                    </a:cubicBezTo>
                    <a:lnTo>
                      <a:pt x="1794194" y="1087406"/>
                    </a:lnTo>
                    <a:lnTo>
                      <a:pt x="1836527" y="2354177"/>
                    </a:lnTo>
                    <a:cubicBezTo>
                      <a:pt x="1836527" y="2357914"/>
                      <a:pt x="1834037" y="2361650"/>
                      <a:pt x="1829057" y="2362896"/>
                    </a:cubicBezTo>
                    <a:cubicBezTo>
                      <a:pt x="1593732" y="2428913"/>
                      <a:pt x="1368368" y="2452579"/>
                      <a:pt x="1166662" y="2452579"/>
                    </a:cubicBezTo>
                    <a:cubicBezTo>
                      <a:pt x="664885" y="2452579"/>
                      <a:pt x="311276" y="2305599"/>
                      <a:pt x="306295" y="2304353"/>
                    </a:cubicBezTo>
                    <a:cubicBezTo>
                      <a:pt x="302560" y="2301862"/>
                      <a:pt x="300070" y="2298125"/>
                      <a:pt x="300070" y="2294388"/>
                    </a:cubicBezTo>
                    <a:lnTo>
                      <a:pt x="331197" y="1226912"/>
                    </a:lnTo>
                    <a:lnTo>
                      <a:pt x="9961" y="1226912"/>
                    </a:lnTo>
                    <a:cubicBezTo>
                      <a:pt x="4980" y="1226912"/>
                      <a:pt x="0" y="1221930"/>
                      <a:pt x="0" y="1216948"/>
                    </a:cubicBezTo>
                    <a:cubicBezTo>
                      <a:pt x="0" y="156945"/>
                      <a:pt x="359835" y="87192"/>
                      <a:pt x="534149" y="53561"/>
                    </a:cubicBezTo>
                    <a:lnTo>
                      <a:pt x="541620" y="51070"/>
                    </a:lnTo>
                    <a:cubicBezTo>
                      <a:pt x="784415" y="3737"/>
                      <a:pt x="941298" y="0"/>
                      <a:pt x="9425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F6EEE470-ECEB-664D-A5CE-C506541AA7B0}"/>
                  </a:ext>
                </a:extLst>
              </p:cNvPr>
              <p:cNvSpPr/>
              <p:nvPr/>
            </p:nvSpPr>
            <p:spPr>
              <a:xfrm>
                <a:off x="11431388" y="5619248"/>
                <a:ext cx="725051" cy="14929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3" h="1199">
                    <a:moveTo>
                      <a:pt x="431" y="959"/>
                    </a:moveTo>
                    <a:lnTo>
                      <a:pt x="431" y="743"/>
                    </a:lnTo>
                    <a:cubicBezTo>
                      <a:pt x="434" y="743"/>
                      <a:pt x="437" y="744"/>
                      <a:pt x="440" y="744"/>
                    </a:cubicBezTo>
                    <a:cubicBezTo>
                      <a:pt x="594" y="744"/>
                      <a:pt x="583" y="452"/>
                      <a:pt x="583" y="286"/>
                    </a:cubicBezTo>
                    <a:cubicBezTo>
                      <a:pt x="583" y="12"/>
                      <a:pt x="454" y="0"/>
                      <a:pt x="320" y="0"/>
                    </a:cubicBezTo>
                    <a:cubicBezTo>
                      <a:pt x="186" y="0"/>
                      <a:pt x="0" y="80"/>
                      <a:pt x="0" y="400"/>
                    </a:cubicBezTo>
                    <a:cubicBezTo>
                      <a:pt x="0" y="512"/>
                      <a:pt x="15" y="585"/>
                      <a:pt x="87" y="643"/>
                    </a:cubicBezTo>
                    <a:lnTo>
                      <a:pt x="87" y="959"/>
                    </a:lnTo>
                    <a:cubicBezTo>
                      <a:pt x="87" y="959"/>
                      <a:pt x="265" y="1211"/>
                      <a:pt x="360" y="1199"/>
                    </a:cubicBezTo>
                    <a:cubicBezTo>
                      <a:pt x="455" y="1186"/>
                      <a:pt x="431" y="959"/>
                      <a:pt x="431" y="95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4" name="Freeform 423">
                <a:extLst>
                  <a:ext uri="{FF2B5EF4-FFF2-40B4-BE49-F238E27FC236}">
                    <a16:creationId xmlns:a16="http://schemas.microsoft.com/office/drawing/2014/main" id="{B9BB94E9-7BB7-2345-BD17-72634B424825}"/>
                  </a:ext>
                </a:extLst>
              </p:cNvPr>
              <p:cNvSpPr/>
              <p:nvPr/>
            </p:nvSpPr>
            <p:spPr>
              <a:xfrm>
                <a:off x="11422668" y="5610524"/>
                <a:ext cx="743738" cy="1510430"/>
              </a:xfrm>
              <a:custGeom>
                <a:avLst/>
                <a:gdLst>
                  <a:gd name="connsiteX0" fmla="*/ 406685 w 743738"/>
                  <a:gd name="connsiteY0" fmla="*/ 17448 h 1510430"/>
                  <a:gd name="connsiteX1" fmla="*/ 17437 w 743738"/>
                  <a:gd name="connsiteY1" fmla="*/ 506803 h 1510430"/>
                  <a:gd name="connsiteX2" fmla="*/ 123143 w 743738"/>
                  <a:gd name="connsiteY2" fmla="*/ 803155 h 1510430"/>
                  <a:gd name="connsiteX3" fmla="*/ 125630 w 743738"/>
                  <a:gd name="connsiteY3" fmla="*/ 809380 h 1510430"/>
                  <a:gd name="connsiteX4" fmla="*/ 125630 w 743738"/>
                  <a:gd name="connsiteY4" fmla="*/ 1200366 h 1510430"/>
                  <a:gd name="connsiteX5" fmla="*/ 249991 w 743738"/>
                  <a:gd name="connsiteY5" fmla="*/ 1351032 h 1510430"/>
                  <a:gd name="connsiteX6" fmla="*/ 456429 w 743738"/>
                  <a:gd name="connsiteY6" fmla="*/ 1491737 h 1510430"/>
                  <a:gd name="connsiteX7" fmla="*/ 536019 w 743738"/>
                  <a:gd name="connsiteY7" fmla="*/ 1344806 h 1510430"/>
                  <a:gd name="connsiteX8" fmla="*/ 534776 w 743738"/>
                  <a:gd name="connsiteY8" fmla="*/ 1202856 h 1510430"/>
                  <a:gd name="connsiteX9" fmla="*/ 534776 w 743738"/>
                  <a:gd name="connsiteY9" fmla="*/ 933898 h 1510430"/>
                  <a:gd name="connsiteX10" fmla="*/ 538507 w 743738"/>
                  <a:gd name="connsiteY10" fmla="*/ 927672 h 1510430"/>
                  <a:gd name="connsiteX11" fmla="*/ 544725 w 743738"/>
                  <a:gd name="connsiteY11" fmla="*/ 925182 h 1510430"/>
                  <a:gd name="connsiteX12" fmla="*/ 548455 w 743738"/>
                  <a:gd name="connsiteY12" fmla="*/ 925182 h 1510430"/>
                  <a:gd name="connsiteX13" fmla="*/ 555917 w 743738"/>
                  <a:gd name="connsiteY13" fmla="*/ 925182 h 1510430"/>
                  <a:gd name="connsiteX14" fmla="*/ 639238 w 743738"/>
                  <a:gd name="connsiteY14" fmla="*/ 890317 h 1510430"/>
                  <a:gd name="connsiteX15" fmla="*/ 725047 w 743738"/>
                  <a:gd name="connsiteY15" fmla="*/ 405943 h 1510430"/>
                  <a:gd name="connsiteX16" fmla="*/ 725047 w 743738"/>
                  <a:gd name="connsiteY16" fmla="*/ 364852 h 1510430"/>
                  <a:gd name="connsiteX17" fmla="*/ 406685 w 743738"/>
                  <a:gd name="connsiteY17" fmla="*/ 17448 h 1510430"/>
                  <a:gd name="connsiteX18" fmla="*/ 406693 w 743738"/>
                  <a:gd name="connsiteY18" fmla="*/ 0 h 1510430"/>
                  <a:gd name="connsiteX19" fmla="*/ 743738 w 743738"/>
                  <a:gd name="connsiteY19" fmla="*/ 364844 h 1510430"/>
                  <a:gd name="connsiteX20" fmla="*/ 743738 w 743738"/>
                  <a:gd name="connsiteY20" fmla="*/ 404691 h 1510430"/>
                  <a:gd name="connsiteX21" fmla="*/ 651704 w 743738"/>
                  <a:gd name="connsiteY21" fmla="*/ 902772 h 1510430"/>
                  <a:gd name="connsiteX22" fmla="*/ 555938 w 743738"/>
                  <a:gd name="connsiteY22" fmla="*/ 943863 h 1510430"/>
                  <a:gd name="connsiteX23" fmla="*/ 553450 w 743738"/>
                  <a:gd name="connsiteY23" fmla="*/ 943863 h 1510430"/>
                  <a:gd name="connsiteX24" fmla="*/ 553450 w 743738"/>
                  <a:gd name="connsiteY24" fmla="*/ 1201620 h 1510430"/>
                  <a:gd name="connsiteX25" fmla="*/ 458929 w 743738"/>
                  <a:gd name="connsiteY25" fmla="*/ 1510430 h 1510430"/>
                  <a:gd name="connsiteX26" fmla="*/ 447735 w 743738"/>
                  <a:gd name="connsiteY26" fmla="*/ 1510430 h 1510430"/>
                  <a:gd name="connsiteX27" fmla="*/ 109446 w 743738"/>
                  <a:gd name="connsiteY27" fmla="*/ 1207846 h 1510430"/>
                  <a:gd name="connsiteX28" fmla="*/ 108203 w 743738"/>
                  <a:gd name="connsiteY28" fmla="*/ 1202865 h 1510430"/>
                  <a:gd name="connsiteX29" fmla="*/ 108203 w 743738"/>
                  <a:gd name="connsiteY29" fmla="*/ 814362 h 1510430"/>
                  <a:gd name="connsiteX30" fmla="*/ 0 w 743738"/>
                  <a:gd name="connsiteY30" fmla="*/ 506797 h 1510430"/>
                  <a:gd name="connsiteX31" fmla="*/ 139295 w 743738"/>
                  <a:gd name="connsiteY31" fmla="*/ 102107 h 1510430"/>
                  <a:gd name="connsiteX32" fmla="*/ 406693 w 743738"/>
                  <a:gd name="connsiteY32" fmla="*/ 0 h 15104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743738" h="1510430">
                    <a:moveTo>
                      <a:pt x="406685" y="17448"/>
                    </a:moveTo>
                    <a:cubicBezTo>
                      <a:pt x="315902" y="17448"/>
                      <a:pt x="17437" y="52313"/>
                      <a:pt x="17437" y="506803"/>
                    </a:cubicBezTo>
                    <a:cubicBezTo>
                      <a:pt x="17437" y="640036"/>
                      <a:pt x="34847" y="730934"/>
                      <a:pt x="123143" y="803155"/>
                    </a:cubicBezTo>
                    <a:cubicBezTo>
                      <a:pt x="124387" y="804400"/>
                      <a:pt x="125630" y="808135"/>
                      <a:pt x="125630" y="809380"/>
                    </a:cubicBezTo>
                    <a:lnTo>
                      <a:pt x="125630" y="1200366"/>
                    </a:lnTo>
                    <a:cubicBezTo>
                      <a:pt x="135579" y="1214063"/>
                      <a:pt x="187811" y="1283793"/>
                      <a:pt x="249991" y="1351032"/>
                    </a:cubicBezTo>
                    <a:cubicBezTo>
                      <a:pt x="339530" y="1449401"/>
                      <a:pt x="410416" y="1497963"/>
                      <a:pt x="456429" y="1491737"/>
                    </a:cubicBezTo>
                    <a:cubicBezTo>
                      <a:pt x="511147" y="1484266"/>
                      <a:pt x="528558" y="1408310"/>
                      <a:pt x="536019" y="1344806"/>
                    </a:cubicBezTo>
                    <a:cubicBezTo>
                      <a:pt x="542237" y="1273831"/>
                      <a:pt x="534776" y="1204101"/>
                      <a:pt x="534776" y="1202856"/>
                    </a:cubicBezTo>
                    <a:lnTo>
                      <a:pt x="534776" y="933898"/>
                    </a:lnTo>
                    <a:cubicBezTo>
                      <a:pt x="534776" y="931408"/>
                      <a:pt x="536019" y="928917"/>
                      <a:pt x="538507" y="927672"/>
                    </a:cubicBezTo>
                    <a:cubicBezTo>
                      <a:pt x="539750" y="925182"/>
                      <a:pt x="542237" y="925182"/>
                      <a:pt x="544725" y="925182"/>
                    </a:cubicBezTo>
                    <a:lnTo>
                      <a:pt x="548455" y="925182"/>
                    </a:lnTo>
                    <a:cubicBezTo>
                      <a:pt x="550943" y="925182"/>
                      <a:pt x="553430" y="925182"/>
                      <a:pt x="555917" y="925182"/>
                    </a:cubicBezTo>
                    <a:cubicBezTo>
                      <a:pt x="589494" y="925182"/>
                      <a:pt x="616854" y="913975"/>
                      <a:pt x="639238" y="890317"/>
                    </a:cubicBezTo>
                    <a:cubicBezTo>
                      <a:pt x="726291" y="803155"/>
                      <a:pt x="726291" y="572797"/>
                      <a:pt x="725047" y="405943"/>
                    </a:cubicBezTo>
                    <a:cubicBezTo>
                      <a:pt x="725047" y="391001"/>
                      <a:pt x="725047" y="378549"/>
                      <a:pt x="725047" y="364852"/>
                    </a:cubicBezTo>
                    <a:cubicBezTo>
                      <a:pt x="725047" y="43597"/>
                      <a:pt x="587007" y="17448"/>
                      <a:pt x="406685" y="17448"/>
                    </a:cubicBezTo>
                    <a:close/>
                    <a:moveTo>
                      <a:pt x="406693" y="0"/>
                    </a:moveTo>
                    <a:cubicBezTo>
                      <a:pt x="590762" y="0"/>
                      <a:pt x="743738" y="27395"/>
                      <a:pt x="743738" y="364844"/>
                    </a:cubicBezTo>
                    <a:cubicBezTo>
                      <a:pt x="743738" y="378542"/>
                      <a:pt x="743738" y="390994"/>
                      <a:pt x="743738" y="404691"/>
                    </a:cubicBezTo>
                    <a:cubicBezTo>
                      <a:pt x="743738" y="576529"/>
                      <a:pt x="744982" y="810627"/>
                      <a:pt x="651704" y="902772"/>
                    </a:cubicBezTo>
                    <a:cubicBezTo>
                      <a:pt x="625586" y="930166"/>
                      <a:pt x="593249" y="943863"/>
                      <a:pt x="555938" y="943863"/>
                    </a:cubicBezTo>
                    <a:cubicBezTo>
                      <a:pt x="554694" y="943863"/>
                      <a:pt x="553450" y="943863"/>
                      <a:pt x="553450" y="943863"/>
                    </a:cubicBezTo>
                    <a:lnTo>
                      <a:pt x="553450" y="1201620"/>
                    </a:lnTo>
                    <a:cubicBezTo>
                      <a:pt x="555938" y="1220298"/>
                      <a:pt x="582056" y="1494243"/>
                      <a:pt x="458929" y="1510430"/>
                    </a:cubicBezTo>
                    <a:cubicBezTo>
                      <a:pt x="455198" y="1510430"/>
                      <a:pt x="452710" y="1510430"/>
                      <a:pt x="447735" y="1510430"/>
                    </a:cubicBezTo>
                    <a:cubicBezTo>
                      <a:pt x="324608" y="1510430"/>
                      <a:pt x="118152" y="1221543"/>
                      <a:pt x="109446" y="1207846"/>
                    </a:cubicBezTo>
                    <a:cubicBezTo>
                      <a:pt x="108203" y="1206601"/>
                      <a:pt x="108203" y="1205356"/>
                      <a:pt x="108203" y="1202865"/>
                    </a:cubicBezTo>
                    <a:lnTo>
                      <a:pt x="108203" y="814362"/>
                    </a:lnTo>
                    <a:cubicBezTo>
                      <a:pt x="17412" y="738405"/>
                      <a:pt x="0" y="643770"/>
                      <a:pt x="0" y="506797"/>
                    </a:cubicBezTo>
                    <a:cubicBezTo>
                      <a:pt x="0" y="326243"/>
                      <a:pt x="46017" y="190516"/>
                      <a:pt x="139295" y="102107"/>
                    </a:cubicBezTo>
                    <a:cubicBezTo>
                      <a:pt x="232574" y="12452"/>
                      <a:pt x="346995" y="0"/>
                      <a:pt x="4066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2AD713F3-F34F-3D4F-AB5C-11FA16EA6E2F}"/>
                  </a:ext>
                </a:extLst>
              </p:cNvPr>
              <p:cNvSpPr/>
              <p:nvPr/>
            </p:nvSpPr>
            <p:spPr>
              <a:xfrm>
                <a:off x="11298621" y="5413938"/>
                <a:ext cx="1003669" cy="1142474"/>
              </a:xfrm>
              <a:custGeom>
                <a:avLst/>
                <a:gdLst>
                  <a:gd name="connsiteX0" fmla="*/ 735049 w 1003669"/>
                  <a:gd name="connsiteY0" fmla="*/ 834656 h 1142474"/>
                  <a:gd name="connsiteX1" fmla="*/ 634822 w 1003669"/>
                  <a:gd name="connsiteY1" fmla="*/ 866286 h 1142474"/>
                  <a:gd name="connsiteX2" fmla="*/ 817953 w 1003669"/>
                  <a:gd name="connsiteY2" fmla="*/ 866286 h 1142474"/>
                  <a:gd name="connsiteX3" fmla="*/ 735049 w 1003669"/>
                  <a:gd name="connsiteY3" fmla="*/ 834656 h 1142474"/>
                  <a:gd name="connsiteX4" fmla="*/ 617517 w 1003669"/>
                  <a:gd name="connsiteY4" fmla="*/ 334 h 1142474"/>
                  <a:gd name="connsiteX5" fmla="*/ 719888 w 1003669"/>
                  <a:gd name="connsiteY5" fmla="*/ 48232 h 1142474"/>
                  <a:gd name="connsiteX6" fmla="*/ 846802 w 1003669"/>
                  <a:gd name="connsiteY6" fmla="*/ 64416 h 1142474"/>
                  <a:gd name="connsiteX7" fmla="*/ 892839 w 1003669"/>
                  <a:gd name="connsiteY7" fmla="*/ 140353 h 1142474"/>
                  <a:gd name="connsiteX8" fmla="*/ 967494 w 1003669"/>
                  <a:gd name="connsiteY8" fmla="*/ 168985 h 1142474"/>
                  <a:gd name="connsiteX9" fmla="*/ 1003577 w 1003669"/>
                  <a:gd name="connsiteY9" fmla="*/ 277289 h 1142474"/>
                  <a:gd name="connsiteX10" fmla="*/ 853023 w 1003669"/>
                  <a:gd name="connsiteY10" fmla="*/ 456550 h 1142474"/>
                  <a:gd name="connsiteX11" fmla="*/ 841825 w 1003669"/>
                  <a:gd name="connsiteY11" fmla="*/ 451571 h 1142474"/>
                  <a:gd name="connsiteX12" fmla="*/ 698736 w 1003669"/>
                  <a:gd name="connsiteY12" fmla="*/ 338287 h 1142474"/>
                  <a:gd name="connsiteX13" fmla="*/ 468550 w 1003669"/>
                  <a:gd name="connsiteY13" fmla="*/ 395551 h 1142474"/>
                  <a:gd name="connsiteX14" fmla="*/ 386430 w 1003669"/>
                  <a:gd name="connsiteY14" fmla="*/ 520039 h 1142474"/>
                  <a:gd name="connsiteX15" fmla="*/ 388919 w 1003669"/>
                  <a:gd name="connsiteY15" fmla="*/ 732912 h 1142474"/>
                  <a:gd name="connsiteX16" fmla="*/ 462329 w 1003669"/>
                  <a:gd name="connsiteY16" fmla="*/ 805114 h 1142474"/>
                  <a:gd name="connsiteX17" fmla="*/ 575556 w 1003669"/>
                  <a:gd name="connsiteY17" fmla="*/ 785196 h 1142474"/>
                  <a:gd name="connsiteX18" fmla="*/ 601685 w 1003669"/>
                  <a:gd name="connsiteY18" fmla="*/ 773992 h 1142474"/>
                  <a:gd name="connsiteX19" fmla="*/ 861733 w 1003669"/>
                  <a:gd name="connsiteY19" fmla="*/ 781461 h 1142474"/>
                  <a:gd name="connsiteX20" fmla="*/ 864221 w 1003669"/>
                  <a:gd name="connsiteY20" fmla="*/ 788931 h 1142474"/>
                  <a:gd name="connsiteX21" fmla="*/ 688782 w 1003669"/>
                  <a:gd name="connsiteY21" fmla="*/ 1138740 h 1142474"/>
                  <a:gd name="connsiteX22" fmla="*/ 645234 w 1003669"/>
                  <a:gd name="connsiteY22" fmla="*/ 1142474 h 1142474"/>
                  <a:gd name="connsiteX23" fmla="*/ 420025 w 1003669"/>
                  <a:gd name="connsiteY23" fmla="*/ 1067782 h 1142474"/>
                  <a:gd name="connsiteX24" fmla="*/ 298088 w 1003669"/>
                  <a:gd name="connsiteY24" fmla="*/ 822542 h 1142474"/>
                  <a:gd name="connsiteX25" fmla="*/ 265738 w 1003669"/>
                  <a:gd name="connsiteY25" fmla="*/ 629587 h 1142474"/>
                  <a:gd name="connsiteX26" fmla="*/ 150023 w 1003669"/>
                  <a:gd name="connsiteY26" fmla="*/ 730422 h 1142474"/>
                  <a:gd name="connsiteX27" fmla="*/ 248319 w 1003669"/>
                  <a:gd name="connsiteY27" fmla="*/ 848685 h 1142474"/>
                  <a:gd name="connsiteX28" fmla="*/ 248319 w 1003669"/>
                  <a:gd name="connsiteY28" fmla="*/ 1010518 h 1142474"/>
                  <a:gd name="connsiteX29" fmla="*/ 237120 w 1003669"/>
                  <a:gd name="connsiteY29" fmla="*/ 1015497 h 1142474"/>
                  <a:gd name="connsiteX30" fmla="*/ 133848 w 1003669"/>
                  <a:gd name="connsiteY30" fmla="*/ 956988 h 1142474"/>
                  <a:gd name="connsiteX31" fmla="*/ 5690 w 1003669"/>
                  <a:gd name="connsiteY31" fmla="*/ 777727 h 1142474"/>
                  <a:gd name="connsiteX32" fmla="*/ 50483 w 1003669"/>
                  <a:gd name="connsiteY32" fmla="*/ 581037 h 1142474"/>
                  <a:gd name="connsiteX33" fmla="*/ 16888 w 1003669"/>
                  <a:gd name="connsiteY33" fmla="*/ 403021 h 1142474"/>
                  <a:gd name="connsiteX34" fmla="*/ 110207 w 1003669"/>
                  <a:gd name="connsiteY34" fmla="*/ 302186 h 1142474"/>
                  <a:gd name="connsiteX35" fmla="*/ 135092 w 1003669"/>
                  <a:gd name="connsiteY35" fmla="*/ 151557 h 1142474"/>
                  <a:gd name="connsiteX36" fmla="*/ 278180 w 1003669"/>
                  <a:gd name="connsiteY36" fmla="*/ 98027 h 1142474"/>
                  <a:gd name="connsiteX37" fmla="*/ 397628 w 1003669"/>
                  <a:gd name="connsiteY37" fmla="*/ 8396 h 1142474"/>
                  <a:gd name="connsiteX38" fmla="*/ 502145 w 1003669"/>
                  <a:gd name="connsiteY38" fmla="*/ 35784 h 1142474"/>
                  <a:gd name="connsiteX39" fmla="*/ 617517 w 1003669"/>
                  <a:gd name="connsiteY39" fmla="*/ 334 h 1142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003669" h="1142474">
                    <a:moveTo>
                      <a:pt x="735049" y="834656"/>
                    </a:moveTo>
                    <a:cubicBezTo>
                      <a:pt x="699165" y="835873"/>
                      <a:pt x="657095" y="854121"/>
                      <a:pt x="634822" y="866286"/>
                    </a:cubicBezTo>
                    <a:cubicBezTo>
                      <a:pt x="735049" y="902783"/>
                      <a:pt x="795680" y="879669"/>
                      <a:pt x="817953" y="866286"/>
                    </a:cubicBezTo>
                    <a:cubicBezTo>
                      <a:pt x="805579" y="855338"/>
                      <a:pt x="774645" y="834656"/>
                      <a:pt x="735049" y="834656"/>
                    </a:cubicBezTo>
                    <a:close/>
                    <a:moveTo>
                      <a:pt x="617517" y="334"/>
                    </a:moveTo>
                    <a:cubicBezTo>
                      <a:pt x="671771" y="3981"/>
                      <a:pt x="708224" y="36562"/>
                      <a:pt x="719888" y="48232"/>
                    </a:cubicBezTo>
                    <a:cubicBezTo>
                      <a:pt x="772147" y="37028"/>
                      <a:pt x="814451" y="42008"/>
                      <a:pt x="846802" y="64416"/>
                    </a:cubicBezTo>
                    <a:cubicBezTo>
                      <a:pt x="879152" y="88068"/>
                      <a:pt x="890350" y="124169"/>
                      <a:pt x="892839" y="140353"/>
                    </a:cubicBezTo>
                    <a:cubicBezTo>
                      <a:pt x="909014" y="140353"/>
                      <a:pt x="941365" y="144087"/>
                      <a:pt x="967494" y="168985"/>
                    </a:cubicBezTo>
                    <a:cubicBezTo>
                      <a:pt x="993623" y="192637"/>
                      <a:pt x="1004821" y="229983"/>
                      <a:pt x="1003577" y="277289"/>
                    </a:cubicBezTo>
                    <a:cubicBezTo>
                      <a:pt x="1001088" y="421694"/>
                      <a:pt x="854267" y="456550"/>
                      <a:pt x="853023" y="456550"/>
                    </a:cubicBezTo>
                    <a:cubicBezTo>
                      <a:pt x="848046" y="456550"/>
                      <a:pt x="844313" y="455305"/>
                      <a:pt x="841825" y="451571"/>
                    </a:cubicBezTo>
                    <a:cubicBezTo>
                      <a:pt x="819428" y="391817"/>
                      <a:pt x="768414" y="351981"/>
                      <a:pt x="698736" y="338287"/>
                    </a:cubicBezTo>
                    <a:cubicBezTo>
                      <a:pt x="615372" y="319614"/>
                      <a:pt x="520809" y="343267"/>
                      <a:pt x="468550" y="395551"/>
                    </a:cubicBezTo>
                    <a:cubicBezTo>
                      <a:pt x="441177" y="424183"/>
                      <a:pt x="413804" y="465264"/>
                      <a:pt x="386430" y="520039"/>
                    </a:cubicBezTo>
                    <a:lnTo>
                      <a:pt x="388919" y="732912"/>
                    </a:lnTo>
                    <a:cubicBezTo>
                      <a:pt x="390163" y="772747"/>
                      <a:pt x="422513" y="805114"/>
                      <a:pt x="462329" y="805114"/>
                    </a:cubicBezTo>
                    <a:cubicBezTo>
                      <a:pt x="505878" y="805114"/>
                      <a:pt x="541961" y="798890"/>
                      <a:pt x="575556" y="785196"/>
                    </a:cubicBezTo>
                    <a:cubicBezTo>
                      <a:pt x="584266" y="781461"/>
                      <a:pt x="592975" y="777727"/>
                      <a:pt x="601685" y="773992"/>
                    </a:cubicBezTo>
                    <a:cubicBezTo>
                      <a:pt x="683805" y="739136"/>
                      <a:pt x="775880" y="698055"/>
                      <a:pt x="861733" y="781461"/>
                    </a:cubicBezTo>
                    <a:cubicBezTo>
                      <a:pt x="864221" y="782706"/>
                      <a:pt x="864221" y="785196"/>
                      <a:pt x="864221" y="788931"/>
                    </a:cubicBezTo>
                    <a:cubicBezTo>
                      <a:pt x="856756" y="934581"/>
                      <a:pt x="830627" y="1131270"/>
                      <a:pt x="688782" y="1138740"/>
                    </a:cubicBezTo>
                    <a:cubicBezTo>
                      <a:pt x="686294" y="1139984"/>
                      <a:pt x="670119" y="1142474"/>
                      <a:pt x="645234" y="1142474"/>
                    </a:cubicBezTo>
                    <a:cubicBezTo>
                      <a:pt x="592975" y="1142474"/>
                      <a:pt x="499657" y="1131270"/>
                      <a:pt x="420025" y="1067782"/>
                    </a:cubicBezTo>
                    <a:cubicBezTo>
                      <a:pt x="339149" y="1004293"/>
                      <a:pt x="308042" y="959478"/>
                      <a:pt x="298088" y="822542"/>
                    </a:cubicBezTo>
                    <a:cubicBezTo>
                      <a:pt x="298088" y="822542"/>
                      <a:pt x="299333" y="643281"/>
                      <a:pt x="265738" y="629587"/>
                    </a:cubicBezTo>
                    <a:cubicBezTo>
                      <a:pt x="196060" y="600955"/>
                      <a:pt x="145046" y="660709"/>
                      <a:pt x="150023" y="730422"/>
                    </a:cubicBezTo>
                    <a:cubicBezTo>
                      <a:pt x="156244" y="848685"/>
                      <a:pt x="248319" y="846195"/>
                      <a:pt x="248319" y="848685"/>
                    </a:cubicBezTo>
                    <a:cubicBezTo>
                      <a:pt x="257028" y="939560"/>
                      <a:pt x="250807" y="1008028"/>
                      <a:pt x="248319" y="1010518"/>
                    </a:cubicBezTo>
                    <a:cubicBezTo>
                      <a:pt x="247074" y="1014252"/>
                      <a:pt x="242097" y="1016742"/>
                      <a:pt x="237120" y="1015497"/>
                    </a:cubicBezTo>
                    <a:cubicBezTo>
                      <a:pt x="234632" y="1014252"/>
                      <a:pt x="186106" y="995579"/>
                      <a:pt x="133848" y="956988"/>
                    </a:cubicBezTo>
                    <a:cubicBezTo>
                      <a:pt x="62926" y="905949"/>
                      <a:pt x="18133" y="843705"/>
                      <a:pt x="5690" y="777727"/>
                    </a:cubicBezTo>
                    <a:cubicBezTo>
                      <a:pt x="-16706" y="664444"/>
                      <a:pt x="33064" y="599710"/>
                      <a:pt x="50483" y="581037"/>
                    </a:cubicBezTo>
                    <a:cubicBezTo>
                      <a:pt x="10667" y="513814"/>
                      <a:pt x="-531" y="454060"/>
                      <a:pt x="16888" y="403021"/>
                    </a:cubicBezTo>
                    <a:cubicBezTo>
                      <a:pt x="38041" y="340777"/>
                      <a:pt x="90299" y="310900"/>
                      <a:pt x="110207" y="302186"/>
                    </a:cubicBezTo>
                    <a:cubicBezTo>
                      <a:pt x="96520" y="237453"/>
                      <a:pt x="105230" y="186413"/>
                      <a:pt x="135092" y="151557"/>
                    </a:cubicBezTo>
                    <a:cubicBezTo>
                      <a:pt x="181129" y="99272"/>
                      <a:pt x="257028" y="96782"/>
                      <a:pt x="278180" y="98027"/>
                    </a:cubicBezTo>
                    <a:cubicBezTo>
                      <a:pt x="313019" y="45742"/>
                      <a:pt x="352835" y="15866"/>
                      <a:pt x="397628" y="8396"/>
                    </a:cubicBezTo>
                    <a:cubicBezTo>
                      <a:pt x="447398" y="927"/>
                      <a:pt x="488458" y="25825"/>
                      <a:pt x="502145" y="35784"/>
                    </a:cubicBezTo>
                    <a:cubicBezTo>
                      <a:pt x="546005" y="6374"/>
                      <a:pt x="584965" y="-1855"/>
                      <a:pt x="617517" y="33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F551EFDC-0F92-1A46-AA4C-6578B7D43B2C}"/>
                  </a:ext>
                </a:extLst>
              </p:cNvPr>
              <p:cNvSpPr/>
              <p:nvPr/>
            </p:nvSpPr>
            <p:spPr>
              <a:xfrm>
                <a:off x="11306809" y="7911064"/>
                <a:ext cx="237946" cy="10617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2" h="853">
                    <a:moveTo>
                      <a:pt x="186" y="9"/>
                    </a:moveTo>
                    <a:lnTo>
                      <a:pt x="96" y="0"/>
                    </a:lnTo>
                    <a:cubicBezTo>
                      <a:pt x="95" y="-1"/>
                      <a:pt x="92" y="0"/>
                      <a:pt x="91" y="1"/>
                    </a:cubicBezTo>
                    <a:cubicBezTo>
                      <a:pt x="89" y="2"/>
                      <a:pt x="88" y="4"/>
                      <a:pt x="88" y="6"/>
                    </a:cubicBezTo>
                    <a:lnTo>
                      <a:pt x="0" y="835"/>
                    </a:lnTo>
                    <a:cubicBezTo>
                      <a:pt x="0" y="837"/>
                      <a:pt x="1" y="839"/>
                      <a:pt x="2" y="841"/>
                    </a:cubicBezTo>
                    <a:cubicBezTo>
                      <a:pt x="3" y="842"/>
                      <a:pt x="5" y="843"/>
                      <a:pt x="7" y="843"/>
                    </a:cubicBezTo>
                    <a:lnTo>
                      <a:pt x="96" y="853"/>
                    </a:lnTo>
                    <a:lnTo>
                      <a:pt x="97" y="853"/>
                    </a:lnTo>
                    <a:cubicBezTo>
                      <a:pt x="101" y="853"/>
                      <a:pt x="104" y="850"/>
                      <a:pt x="104" y="846"/>
                    </a:cubicBezTo>
                    <a:lnTo>
                      <a:pt x="192" y="17"/>
                    </a:lnTo>
                    <a:cubicBezTo>
                      <a:pt x="192" y="13"/>
                      <a:pt x="190" y="9"/>
                      <a:pt x="186" y="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1F5290D4-8112-7D49-8C91-F3D43EE140DA}"/>
                  </a:ext>
                </a:extLst>
              </p:cNvPr>
              <p:cNvSpPr/>
              <p:nvPr/>
            </p:nvSpPr>
            <p:spPr>
              <a:xfrm>
                <a:off x="11427651" y="7931003"/>
                <a:ext cx="879529" cy="11141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7" h="895">
                    <a:moveTo>
                      <a:pt x="619" y="895"/>
                    </a:moveTo>
                    <a:lnTo>
                      <a:pt x="0" y="829"/>
                    </a:lnTo>
                    <a:lnTo>
                      <a:pt x="88" y="0"/>
                    </a:lnTo>
                    <a:lnTo>
                      <a:pt x="707" y="66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A6DD53BA-FE93-2D48-82F2-E3A702732760}"/>
                  </a:ext>
                </a:extLst>
              </p:cNvPr>
              <p:cNvSpPr/>
              <p:nvPr/>
            </p:nvSpPr>
            <p:spPr>
              <a:xfrm>
                <a:off x="11417444" y="7922280"/>
                <a:ext cx="897728" cy="1131576"/>
              </a:xfrm>
              <a:custGeom>
                <a:avLst/>
                <a:gdLst>
                  <a:gd name="connsiteX0" fmla="*/ 127158 w 897728"/>
                  <a:gd name="connsiteY0" fmla="*/ 19940 h 1131576"/>
                  <a:gd name="connsiteX1" fmla="*/ 21419 w 897728"/>
                  <a:gd name="connsiteY1" fmla="*/ 1033215 h 1131576"/>
                  <a:gd name="connsiteX2" fmla="*/ 772786 w 897728"/>
                  <a:gd name="connsiteY2" fmla="*/ 1112883 h 1131576"/>
                  <a:gd name="connsiteX3" fmla="*/ 879769 w 897728"/>
                  <a:gd name="connsiteY3" fmla="*/ 98363 h 1131576"/>
                  <a:gd name="connsiteX4" fmla="*/ 119671 w 897728"/>
                  <a:gd name="connsiteY4" fmla="*/ 0 h 1131576"/>
                  <a:gd name="connsiteX5" fmla="*/ 889749 w 897728"/>
                  <a:gd name="connsiteY5" fmla="*/ 80916 h 1131576"/>
                  <a:gd name="connsiteX6" fmla="*/ 895969 w 897728"/>
                  <a:gd name="connsiteY6" fmla="*/ 84651 h 1131576"/>
                  <a:gd name="connsiteX7" fmla="*/ 897213 w 897728"/>
                  <a:gd name="connsiteY7" fmla="*/ 92120 h 1131576"/>
                  <a:gd name="connsiteX8" fmla="*/ 788979 w 897728"/>
                  <a:gd name="connsiteY8" fmla="*/ 1122862 h 1131576"/>
                  <a:gd name="connsiteX9" fmla="*/ 785247 w 897728"/>
                  <a:gd name="connsiteY9" fmla="*/ 1130331 h 1131576"/>
                  <a:gd name="connsiteX10" fmla="*/ 779027 w 897728"/>
                  <a:gd name="connsiteY10" fmla="*/ 1131576 h 1131576"/>
                  <a:gd name="connsiteX11" fmla="*/ 7705 w 897728"/>
                  <a:gd name="connsiteY11" fmla="*/ 1050660 h 1131576"/>
                  <a:gd name="connsiteX12" fmla="*/ 241 w 897728"/>
                  <a:gd name="connsiteY12" fmla="*/ 1040701 h 1131576"/>
                  <a:gd name="connsiteX13" fmla="*/ 108475 w 897728"/>
                  <a:gd name="connsiteY13" fmla="*/ 7469 h 1131576"/>
                  <a:gd name="connsiteX14" fmla="*/ 119671 w 897728"/>
                  <a:gd name="connsiteY14" fmla="*/ 0 h 1131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97728" h="1131576">
                    <a:moveTo>
                      <a:pt x="127158" y="19940"/>
                    </a:moveTo>
                    <a:lnTo>
                      <a:pt x="21419" y="1033215"/>
                    </a:lnTo>
                    <a:lnTo>
                      <a:pt x="772786" y="1112883"/>
                    </a:lnTo>
                    <a:lnTo>
                      <a:pt x="879769" y="98363"/>
                    </a:lnTo>
                    <a:close/>
                    <a:moveTo>
                      <a:pt x="119671" y="0"/>
                    </a:moveTo>
                    <a:lnTo>
                      <a:pt x="889749" y="80916"/>
                    </a:lnTo>
                    <a:cubicBezTo>
                      <a:pt x="892237" y="82161"/>
                      <a:pt x="894725" y="83406"/>
                      <a:pt x="895969" y="84651"/>
                    </a:cubicBezTo>
                    <a:cubicBezTo>
                      <a:pt x="897213" y="85895"/>
                      <a:pt x="898457" y="89630"/>
                      <a:pt x="897213" y="92120"/>
                    </a:cubicBezTo>
                    <a:lnTo>
                      <a:pt x="788979" y="1122862"/>
                    </a:lnTo>
                    <a:cubicBezTo>
                      <a:pt x="788979" y="1126597"/>
                      <a:pt x="786491" y="1129086"/>
                      <a:pt x="785247" y="1130331"/>
                    </a:cubicBezTo>
                    <a:cubicBezTo>
                      <a:pt x="784003" y="1130331"/>
                      <a:pt x="781515" y="1131576"/>
                      <a:pt x="779027" y="1131576"/>
                    </a:cubicBezTo>
                    <a:lnTo>
                      <a:pt x="7705" y="1050660"/>
                    </a:lnTo>
                    <a:cubicBezTo>
                      <a:pt x="2729" y="1049415"/>
                      <a:pt x="-1003" y="1044436"/>
                      <a:pt x="241" y="1040701"/>
                    </a:cubicBezTo>
                    <a:lnTo>
                      <a:pt x="108475" y="7469"/>
                    </a:lnTo>
                    <a:cubicBezTo>
                      <a:pt x="109719" y="2490"/>
                      <a:pt x="113451" y="0"/>
                      <a:pt x="1196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235FC673-020F-764B-B60F-6165EED43F5A}"/>
                  </a:ext>
                </a:extLst>
              </p:cNvPr>
              <p:cNvSpPr/>
              <p:nvPr/>
            </p:nvSpPr>
            <p:spPr>
              <a:xfrm>
                <a:off x="11623240" y="8106722"/>
                <a:ext cx="565589" cy="1657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5" h="134">
                    <a:moveTo>
                      <a:pt x="405" y="134"/>
                    </a:moveTo>
                    <a:lnTo>
                      <a:pt x="40" y="94"/>
                    </a:lnTo>
                    <a:cubicBezTo>
                      <a:pt x="15" y="92"/>
                      <a:pt x="-3" y="70"/>
                      <a:pt x="0" y="46"/>
                    </a:cubicBezTo>
                    <a:lnTo>
                      <a:pt x="0" y="40"/>
                    </a:lnTo>
                    <a:cubicBezTo>
                      <a:pt x="3" y="15"/>
                      <a:pt x="25" y="-3"/>
                      <a:pt x="49" y="0"/>
                    </a:cubicBezTo>
                    <a:lnTo>
                      <a:pt x="415" y="38"/>
                    </a:lnTo>
                    <a:cubicBezTo>
                      <a:pt x="440" y="41"/>
                      <a:pt x="457" y="63"/>
                      <a:pt x="455" y="87"/>
                    </a:cubicBezTo>
                    <a:lnTo>
                      <a:pt x="454" y="94"/>
                    </a:lnTo>
                    <a:cubicBezTo>
                      <a:pt x="452" y="118"/>
                      <a:pt x="430" y="136"/>
                      <a:pt x="405" y="13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55BD8DFB-0185-EA48-9880-EAE66C0A7686}"/>
                  </a:ext>
                </a:extLst>
              </p:cNvPr>
              <p:cNvSpPr/>
              <p:nvPr/>
            </p:nvSpPr>
            <p:spPr>
              <a:xfrm>
                <a:off x="11614295" y="8097417"/>
                <a:ext cx="583445" cy="183777"/>
              </a:xfrm>
              <a:custGeom>
                <a:avLst/>
                <a:gdLst>
                  <a:gd name="connsiteX0" fmla="*/ 69874 w 583445"/>
                  <a:gd name="connsiteY0" fmla="*/ 18028 h 183777"/>
                  <a:gd name="connsiteX1" fmla="*/ 20156 w 583445"/>
                  <a:gd name="connsiteY1" fmla="*/ 62515 h 183777"/>
                  <a:gd name="connsiteX2" fmla="*/ 30100 w 583445"/>
                  <a:gd name="connsiteY2" fmla="*/ 99588 h 183777"/>
                  <a:gd name="connsiteX3" fmla="*/ 64903 w 583445"/>
                  <a:gd name="connsiteY3" fmla="*/ 118125 h 183777"/>
                  <a:gd name="connsiteX4" fmla="*/ 511126 w 583445"/>
                  <a:gd name="connsiteY4" fmla="*/ 165083 h 183777"/>
                  <a:gd name="connsiteX5" fmla="*/ 564573 w 583445"/>
                  <a:gd name="connsiteY5" fmla="*/ 120596 h 183777"/>
                  <a:gd name="connsiteX6" fmla="*/ 519826 w 583445"/>
                  <a:gd name="connsiteY6" fmla="*/ 66223 h 183777"/>
                  <a:gd name="connsiteX7" fmla="*/ 74846 w 583445"/>
                  <a:gd name="connsiteY7" fmla="*/ 19264 h 183777"/>
                  <a:gd name="connsiteX8" fmla="*/ 69874 w 583445"/>
                  <a:gd name="connsiteY8" fmla="*/ 18028 h 183777"/>
                  <a:gd name="connsiteX9" fmla="*/ 74814 w 583445"/>
                  <a:gd name="connsiteY9" fmla="*/ 581 h 183777"/>
                  <a:gd name="connsiteX10" fmla="*/ 522345 w 583445"/>
                  <a:gd name="connsiteY10" fmla="*/ 47618 h 183777"/>
                  <a:gd name="connsiteX11" fmla="*/ 568341 w 583445"/>
                  <a:gd name="connsiteY11" fmla="*/ 72374 h 183777"/>
                  <a:gd name="connsiteX12" fmla="*/ 583259 w 583445"/>
                  <a:gd name="connsiteY12" fmla="*/ 123125 h 183777"/>
                  <a:gd name="connsiteX13" fmla="*/ 514886 w 583445"/>
                  <a:gd name="connsiteY13" fmla="*/ 183777 h 183777"/>
                  <a:gd name="connsiteX14" fmla="*/ 507427 w 583445"/>
                  <a:gd name="connsiteY14" fmla="*/ 182539 h 183777"/>
                  <a:gd name="connsiteX15" fmla="*/ 61140 w 583445"/>
                  <a:gd name="connsiteY15" fmla="*/ 136740 h 183777"/>
                  <a:gd name="connsiteX16" fmla="*/ 15144 w 583445"/>
                  <a:gd name="connsiteY16" fmla="*/ 110746 h 183777"/>
                  <a:gd name="connsiteX17" fmla="*/ 226 w 583445"/>
                  <a:gd name="connsiteY17" fmla="*/ 61234 h 183777"/>
                  <a:gd name="connsiteX18" fmla="*/ 74814 w 583445"/>
                  <a:gd name="connsiteY18" fmla="*/ 581 h 1837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3445" h="183777">
                    <a:moveTo>
                      <a:pt x="69874" y="18028"/>
                    </a:moveTo>
                    <a:cubicBezTo>
                      <a:pt x="43772" y="18028"/>
                      <a:pt x="22642" y="37800"/>
                      <a:pt x="20156" y="62515"/>
                    </a:cubicBezTo>
                    <a:cubicBezTo>
                      <a:pt x="17670" y="76109"/>
                      <a:pt x="22642" y="89702"/>
                      <a:pt x="30100" y="99588"/>
                    </a:cubicBezTo>
                    <a:cubicBezTo>
                      <a:pt x="38800" y="110710"/>
                      <a:pt x="51230" y="116889"/>
                      <a:pt x="64903" y="118125"/>
                    </a:cubicBezTo>
                    <a:lnTo>
                      <a:pt x="511126" y="165083"/>
                    </a:lnTo>
                    <a:cubicBezTo>
                      <a:pt x="537228" y="167555"/>
                      <a:pt x="562087" y="147783"/>
                      <a:pt x="564573" y="120596"/>
                    </a:cubicBezTo>
                    <a:cubicBezTo>
                      <a:pt x="567059" y="93409"/>
                      <a:pt x="547172" y="68694"/>
                      <a:pt x="519826" y="66223"/>
                    </a:cubicBezTo>
                    <a:lnTo>
                      <a:pt x="74846" y="19264"/>
                    </a:lnTo>
                    <a:cubicBezTo>
                      <a:pt x="73603" y="19264"/>
                      <a:pt x="71117" y="18028"/>
                      <a:pt x="69874" y="18028"/>
                    </a:cubicBezTo>
                    <a:close/>
                    <a:moveTo>
                      <a:pt x="74814" y="581"/>
                    </a:moveTo>
                    <a:lnTo>
                      <a:pt x="522345" y="47618"/>
                    </a:lnTo>
                    <a:cubicBezTo>
                      <a:pt x="539749" y="48856"/>
                      <a:pt x="557153" y="58758"/>
                      <a:pt x="568341" y="72374"/>
                    </a:cubicBezTo>
                    <a:cubicBezTo>
                      <a:pt x="579529" y="85990"/>
                      <a:pt x="584502" y="104557"/>
                      <a:pt x="583259" y="123125"/>
                    </a:cubicBezTo>
                    <a:cubicBezTo>
                      <a:pt x="579529" y="157783"/>
                      <a:pt x="549694" y="183777"/>
                      <a:pt x="514886" y="183777"/>
                    </a:cubicBezTo>
                    <a:cubicBezTo>
                      <a:pt x="512400" y="183777"/>
                      <a:pt x="509914" y="183777"/>
                      <a:pt x="507427" y="182539"/>
                    </a:cubicBezTo>
                    <a:lnTo>
                      <a:pt x="61140" y="136740"/>
                    </a:lnTo>
                    <a:cubicBezTo>
                      <a:pt x="42493" y="134265"/>
                      <a:pt x="26332" y="125600"/>
                      <a:pt x="15144" y="110746"/>
                    </a:cubicBezTo>
                    <a:cubicBezTo>
                      <a:pt x="2712" y="97130"/>
                      <a:pt x="-1017" y="79801"/>
                      <a:pt x="226" y="61234"/>
                    </a:cubicBezTo>
                    <a:cubicBezTo>
                      <a:pt x="3955" y="22862"/>
                      <a:pt x="38763" y="-4370"/>
                      <a:pt x="74814" y="5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A3611498-E2EC-994A-884E-1AFE8F213013}"/>
                  </a:ext>
                </a:extLst>
              </p:cNvPr>
              <p:cNvSpPr/>
              <p:nvPr/>
            </p:nvSpPr>
            <p:spPr>
              <a:xfrm>
                <a:off x="10671455" y="8021978"/>
                <a:ext cx="1681819" cy="11365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51" h="913">
                    <a:moveTo>
                      <a:pt x="1305" y="564"/>
                    </a:moveTo>
                    <a:cubicBezTo>
                      <a:pt x="1290" y="560"/>
                      <a:pt x="1277" y="555"/>
                      <a:pt x="1267" y="551"/>
                    </a:cubicBezTo>
                    <a:cubicBezTo>
                      <a:pt x="1261" y="547"/>
                      <a:pt x="1259" y="538"/>
                      <a:pt x="1266" y="534"/>
                    </a:cubicBezTo>
                    <a:cubicBezTo>
                      <a:pt x="1288" y="517"/>
                      <a:pt x="1292" y="457"/>
                      <a:pt x="1264" y="446"/>
                    </a:cubicBezTo>
                    <a:cubicBezTo>
                      <a:pt x="1208" y="423"/>
                      <a:pt x="1140" y="444"/>
                      <a:pt x="1095" y="482"/>
                    </a:cubicBezTo>
                    <a:cubicBezTo>
                      <a:pt x="1026" y="538"/>
                      <a:pt x="1011" y="586"/>
                      <a:pt x="1011" y="586"/>
                    </a:cubicBezTo>
                    <a:lnTo>
                      <a:pt x="447" y="396"/>
                    </a:lnTo>
                    <a:lnTo>
                      <a:pt x="447" y="0"/>
                    </a:lnTo>
                    <a:lnTo>
                      <a:pt x="0" y="0"/>
                    </a:lnTo>
                    <a:lnTo>
                      <a:pt x="0" y="339"/>
                    </a:lnTo>
                    <a:cubicBezTo>
                      <a:pt x="3" y="442"/>
                      <a:pt x="23" y="523"/>
                      <a:pt x="47" y="585"/>
                    </a:cubicBezTo>
                    <a:cubicBezTo>
                      <a:pt x="85" y="680"/>
                      <a:pt x="170" y="748"/>
                      <a:pt x="272" y="764"/>
                    </a:cubicBezTo>
                    <a:lnTo>
                      <a:pt x="1004" y="879"/>
                    </a:lnTo>
                    <a:cubicBezTo>
                      <a:pt x="1004" y="879"/>
                      <a:pt x="1173" y="919"/>
                      <a:pt x="1238" y="912"/>
                    </a:cubicBezTo>
                    <a:cubicBezTo>
                      <a:pt x="1303" y="906"/>
                      <a:pt x="1283" y="848"/>
                      <a:pt x="1283" y="848"/>
                    </a:cubicBezTo>
                    <a:cubicBezTo>
                      <a:pt x="1324" y="845"/>
                      <a:pt x="1317" y="769"/>
                      <a:pt x="1317" y="769"/>
                    </a:cubicBezTo>
                    <a:cubicBezTo>
                      <a:pt x="1373" y="738"/>
                      <a:pt x="1329" y="687"/>
                      <a:pt x="1329" y="687"/>
                    </a:cubicBezTo>
                    <a:cubicBezTo>
                      <a:pt x="1374" y="649"/>
                      <a:pt x="1344" y="574"/>
                      <a:pt x="1305" y="56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8" name="Freeform 427">
                <a:extLst>
                  <a:ext uri="{FF2B5EF4-FFF2-40B4-BE49-F238E27FC236}">
                    <a16:creationId xmlns:a16="http://schemas.microsoft.com/office/drawing/2014/main" id="{C10A85F4-3C48-9445-87DF-CF3DD6AE3BAF}"/>
                  </a:ext>
                </a:extLst>
              </p:cNvPr>
              <p:cNvSpPr/>
              <p:nvPr/>
            </p:nvSpPr>
            <p:spPr>
              <a:xfrm>
                <a:off x="10662735" y="8013255"/>
                <a:ext cx="1700836" cy="1154008"/>
              </a:xfrm>
              <a:custGeom>
                <a:avLst/>
                <a:gdLst>
                  <a:gd name="connsiteX0" fmla="*/ 18687 w 1700836"/>
                  <a:gd name="connsiteY0" fmla="*/ 18693 h 1154008"/>
                  <a:gd name="connsiteX1" fmla="*/ 18687 w 1700836"/>
                  <a:gd name="connsiteY1" fmla="*/ 430736 h 1154008"/>
                  <a:gd name="connsiteX2" fmla="*/ 75951 w 1700836"/>
                  <a:gd name="connsiteY2" fmla="*/ 733232 h 1154008"/>
                  <a:gd name="connsiteX3" fmla="*/ 348575 w 1700836"/>
                  <a:gd name="connsiteY3" fmla="*/ 951080 h 1154008"/>
                  <a:gd name="connsiteX4" fmla="*/ 1261057 w 1700836"/>
                  <a:gd name="connsiteY4" fmla="*/ 1094236 h 1154008"/>
                  <a:gd name="connsiteX5" fmla="*/ 1548619 w 1700836"/>
                  <a:gd name="connsiteY5" fmla="*/ 1135316 h 1154008"/>
                  <a:gd name="connsiteX6" fmla="*/ 1593434 w 1700836"/>
                  <a:gd name="connsiteY6" fmla="*/ 1114154 h 1154008"/>
                  <a:gd name="connsiteX7" fmla="*/ 1597169 w 1700836"/>
                  <a:gd name="connsiteY7" fmla="*/ 1066850 h 1154008"/>
                  <a:gd name="connsiteX8" fmla="*/ 1598413 w 1700836"/>
                  <a:gd name="connsiteY8" fmla="*/ 1058136 h 1154008"/>
                  <a:gd name="connsiteX9" fmla="*/ 1605883 w 1700836"/>
                  <a:gd name="connsiteY9" fmla="*/ 1054401 h 1154008"/>
                  <a:gd name="connsiteX10" fmla="*/ 1623311 w 1700836"/>
                  <a:gd name="connsiteY10" fmla="*/ 1045688 h 1154008"/>
                  <a:gd name="connsiteX11" fmla="*/ 1639494 w 1700836"/>
                  <a:gd name="connsiteY11" fmla="*/ 966018 h 1154008"/>
                  <a:gd name="connsiteX12" fmla="*/ 1643228 w 1700836"/>
                  <a:gd name="connsiteY12" fmla="*/ 957304 h 1154008"/>
                  <a:gd name="connsiteX13" fmla="*/ 1673105 w 1700836"/>
                  <a:gd name="connsiteY13" fmla="*/ 922448 h 1154008"/>
                  <a:gd name="connsiteX14" fmla="*/ 1656922 w 1700836"/>
                  <a:gd name="connsiteY14" fmla="*/ 870165 h 1154008"/>
                  <a:gd name="connsiteX15" fmla="*/ 1658167 w 1700836"/>
                  <a:gd name="connsiteY15" fmla="*/ 856472 h 1154008"/>
                  <a:gd name="connsiteX16" fmla="*/ 1679329 w 1700836"/>
                  <a:gd name="connsiteY16" fmla="*/ 780536 h 1154008"/>
                  <a:gd name="connsiteX17" fmla="*/ 1632025 w 1700836"/>
                  <a:gd name="connsiteY17" fmla="*/ 719539 h 1154008"/>
                  <a:gd name="connsiteX18" fmla="*/ 1582230 w 1700836"/>
                  <a:gd name="connsiteY18" fmla="*/ 703356 h 1154008"/>
                  <a:gd name="connsiteX19" fmla="*/ 1571027 w 1700836"/>
                  <a:gd name="connsiteY19" fmla="*/ 685928 h 1154008"/>
                  <a:gd name="connsiteX20" fmla="*/ 1578496 w 1700836"/>
                  <a:gd name="connsiteY20" fmla="*/ 666011 h 1154008"/>
                  <a:gd name="connsiteX21" fmla="*/ 1597169 w 1700836"/>
                  <a:gd name="connsiteY21" fmla="*/ 603769 h 1154008"/>
                  <a:gd name="connsiteX22" fmla="*/ 1578496 w 1700836"/>
                  <a:gd name="connsiteY22" fmla="*/ 572648 h 1154008"/>
                  <a:gd name="connsiteX23" fmla="*/ 1378073 w 1700836"/>
                  <a:gd name="connsiteY23" fmla="*/ 614972 h 1154008"/>
                  <a:gd name="connsiteX24" fmla="*/ 1277240 w 1700836"/>
                  <a:gd name="connsiteY24" fmla="*/ 740701 h 1154008"/>
                  <a:gd name="connsiteX25" fmla="*/ 1272260 w 1700836"/>
                  <a:gd name="connsiteY25" fmla="*/ 746925 h 1154008"/>
                  <a:gd name="connsiteX26" fmla="*/ 1264791 w 1700836"/>
                  <a:gd name="connsiteY26" fmla="*/ 746925 h 1154008"/>
                  <a:gd name="connsiteX27" fmla="*/ 561446 w 1700836"/>
                  <a:gd name="connsiteY27" fmla="*/ 510406 h 1154008"/>
                  <a:gd name="connsiteX28" fmla="*/ 555221 w 1700836"/>
                  <a:gd name="connsiteY28" fmla="*/ 501692 h 1154008"/>
                  <a:gd name="connsiteX29" fmla="*/ 555221 w 1700836"/>
                  <a:gd name="connsiteY29" fmla="*/ 18693 h 1154008"/>
                  <a:gd name="connsiteX30" fmla="*/ 8714 w 1700836"/>
                  <a:gd name="connsiteY30" fmla="*/ 0 h 1154008"/>
                  <a:gd name="connsiteX31" fmla="*/ 565175 w 1700836"/>
                  <a:gd name="connsiteY31" fmla="*/ 0 h 1154008"/>
                  <a:gd name="connsiteX32" fmla="*/ 571400 w 1700836"/>
                  <a:gd name="connsiteY32" fmla="*/ 2490 h 1154008"/>
                  <a:gd name="connsiteX33" fmla="*/ 573890 w 1700836"/>
                  <a:gd name="connsiteY33" fmla="*/ 8714 h 1154008"/>
                  <a:gd name="connsiteX34" fmla="*/ 573890 w 1700836"/>
                  <a:gd name="connsiteY34" fmla="*/ 495464 h 1154008"/>
                  <a:gd name="connsiteX35" fmla="*/ 1262308 w 1700836"/>
                  <a:gd name="connsiteY35" fmla="*/ 727013 h 1154008"/>
                  <a:gd name="connsiteX36" fmla="*/ 1365633 w 1700836"/>
                  <a:gd name="connsiteY36" fmla="*/ 601279 h 1154008"/>
                  <a:gd name="connsiteX37" fmla="*/ 1585977 w 1700836"/>
                  <a:gd name="connsiteY37" fmla="*/ 555219 h 1154008"/>
                  <a:gd name="connsiteX38" fmla="*/ 1615854 w 1700836"/>
                  <a:gd name="connsiteY38" fmla="*/ 601279 h 1154008"/>
                  <a:gd name="connsiteX39" fmla="*/ 1589712 w 1700836"/>
                  <a:gd name="connsiteY39" fmla="*/ 679707 h 1154008"/>
                  <a:gd name="connsiteX40" fmla="*/ 1588467 w 1700836"/>
                  <a:gd name="connsiteY40" fmla="*/ 683442 h 1154008"/>
                  <a:gd name="connsiteX41" fmla="*/ 1590957 w 1700836"/>
                  <a:gd name="connsiteY41" fmla="*/ 685931 h 1154008"/>
                  <a:gd name="connsiteX42" fmla="*/ 1635772 w 1700836"/>
                  <a:gd name="connsiteY42" fmla="*/ 702115 h 1154008"/>
                  <a:gd name="connsiteX43" fmla="*/ 1698016 w 1700836"/>
                  <a:gd name="connsiteY43" fmla="*/ 775563 h 1154008"/>
                  <a:gd name="connsiteX44" fmla="*/ 1676853 w 1700836"/>
                  <a:gd name="connsiteY44" fmla="*/ 865195 h 1154008"/>
                  <a:gd name="connsiteX45" fmla="*/ 1691792 w 1700836"/>
                  <a:gd name="connsiteY45" fmla="*/ 926194 h 1154008"/>
                  <a:gd name="connsiteX46" fmla="*/ 1658180 w 1700836"/>
                  <a:gd name="connsiteY46" fmla="*/ 971010 h 1154008"/>
                  <a:gd name="connsiteX47" fmla="*/ 1638262 w 1700836"/>
                  <a:gd name="connsiteY47" fmla="*/ 1058152 h 1154008"/>
                  <a:gd name="connsiteX48" fmla="*/ 1618344 w 1700836"/>
                  <a:gd name="connsiteY48" fmla="*/ 1071846 h 1154008"/>
                  <a:gd name="connsiteX49" fmla="*/ 1609630 w 1700836"/>
                  <a:gd name="connsiteY49" fmla="*/ 1124131 h 1154008"/>
                  <a:gd name="connsiteX50" fmla="*/ 1551120 w 1700836"/>
                  <a:gd name="connsiteY50" fmla="*/ 1154008 h 1154008"/>
                  <a:gd name="connsiteX51" fmla="*/ 1528713 w 1700836"/>
                  <a:gd name="connsiteY51" fmla="*/ 1154008 h 1154008"/>
                  <a:gd name="connsiteX52" fmla="*/ 1256084 w 1700836"/>
                  <a:gd name="connsiteY52" fmla="*/ 1112927 h 1154008"/>
                  <a:gd name="connsiteX53" fmla="*/ 346077 w 1700836"/>
                  <a:gd name="connsiteY53" fmla="*/ 969765 h 1154008"/>
                  <a:gd name="connsiteX54" fmla="*/ 58509 w 1700836"/>
                  <a:gd name="connsiteY54" fmla="*/ 739461 h 1154008"/>
                  <a:gd name="connsiteX55" fmla="*/ 0 w 1700836"/>
                  <a:gd name="connsiteY55" fmla="*/ 431975 h 1154008"/>
                  <a:gd name="connsiteX56" fmla="*/ 0 w 1700836"/>
                  <a:gd name="connsiteY56" fmla="*/ 8714 h 1154008"/>
                  <a:gd name="connsiteX57" fmla="*/ 2490 w 1700836"/>
                  <a:gd name="connsiteY57" fmla="*/ 2490 h 1154008"/>
                  <a:gd name="connsiteX58" fmla="*/ 8714 w 1700836"/>
                  <a:gd name="connsiteY58" fmla="*/ 0 h 11540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1700836" h="1154008">
                    <a:moveTo>
                      <a:pt x="18687" y="18693"/>
                    </a:moveTo>
                    <a:lnTo>
                      <a:pt x="18687" y="430736"/>
                    </a:lnTo>
                    <a:cubicBezTo>
                      <a:pt x="22422" y="541527"/>
                      <a:pt x="41094" y="642359"/>
                      <a:pt x="75951" y="733232"/>
                    </a:cubicBezTo>
                    <a:cubicBezTo>
                      <a:pt x="120765" y="847758"/>
                      <a:pt x="225334" y="932407"/>
                      <a:pt x="348575" y="951080"/>
                    </a:cubicBezTo>
                    <a:lnTo>
                      <a:pt x="1261057" y="1094236"/>
                    </a:lnTo>
                    <a:cubicBezTo>
                      <a:pt x="1262301" y="1095481"/>
                      <a:pt x="1470193" y="1142785"/>
                      <a:pt x="1548619" y="1135316"/>
                    </a:cubicBezTo>
                    <a:cubicBezTo>
                      <a:pt x="1571027" y="1132827"/>
                      <a:pt x="1585965" y="1126602"/>
                      <a:pt x="1593434" y="1114154"/>
                    </a:cubicBezTo>
                    <a:cubicBezTo>
                      <a:pt x="1605883" y="1094236"/>
                      <a:pt x="1598413" y="1066850"/>
                      <a:pt x="1597169" y="1066850"/>
                    </a:cubicBezTo>
                    <a:cubicBezTo>
                      <a:pt x="1595924" y="1064360"/>
                      <a:pt x="1597169" y="1061871"/>
                      <a:pt x="1598413" y="1058136"/>
                    </a:cubicBezTo>
                    <a:cubicBezTo>
                      <a:pt x="1599658" y="1055646"/>
                      <a:pt x="1603393" y="1054401"/>
                      <a:pt x="1605883" y="1054401"/>
                    </a:cubicBezTo>
                    <a:cubicBezTo>
                      <a:pt x="1613352" y="1054401"/>
                      <a:pt x="1619576" y="1051912"/>
                      <a:pt x="1623311" y="1045688"/>
                    </a:cubicBezTo>
                    <a:cubicBezTo>
                      <a:pt x="1640739" y="1025770"/>
                      <a:pt x="1640739" y="980956"/>
                      <a:pt x="1639494" y="966018"/>
                    </a:cubicBezTo>
                    <a:cubicBezTo>
                      <a:pt x="1638249" y="962283"/>
                      <a:pt x="1640739" y="958549"/>
                      <a:pt x="1643228" y="957304"/>
                    </a:cubicBezTo>
                    <a:cubicBezTo>
                      <a:pt x="1660656" y="947345"/>
                      <a:pt x="1670615" y="936141"/>
                      <a:pt x="1673105" y="922448"/>
                    </a:cubicBezTo>
                    <a:cubicBezTo>
                      <a:pt x="1678084" y="896307"/>
                      <a:pt x="1656922" y="870165"/>
                      <a:pt x="1656922" y="870165"/>
                    </a:cubicBezTo>
                    <a:cubicBezTo>
                      <a:pt x="1653187" y="866430"/>
                      <a:pt x="1654432" y="860206"/>
                      <a:pt x="1658167" y="856472"/>
                    </a:cubicBezTo>
                    <a:cubicBezTo>
                      <a:pt x="1688043" y="831575"/>
                      <a:pt x="1683064" y="795474"/>
                      <a:pt x="1679329" y="780536"/>
                    </a:cubicBezTo>
                    <a:cubicBezTo>
                      <a:pt x="1671860" y="750660"/>
                      <a:pt x="1653187" y="724518"/>
                      <a:pt x="1632025" y="719539"/>
                    </a:cubicBezTo>
                    <a:cubicBezTo>
                      <a:pt x="1614597" y="715804"/>
                      <a:pt x="1598413" y="709580"/>
                      <a:pt x="1582230" y="703356"/>
                    </a:cubicBezTo>
                    <a:cubicBezTo>
                      <a:pt x="1576006" y="699621"/>
                      <a:pt x="1571027" y="693397"/>
                      <a:pt x="1571027" y="685928"/>
                    </a:cubicBezTo>
                    <a:cubicBezTo>
                      <a:pt x="1569782" y="677214"/>
                      <a:pt x="1572271" y="669745"/>
                      <a:pt x="1578496" y="666011"/>
                    </a:cubicBezTo>
                    <a:cubicBezTo>
                      <a:pt x="1592189" y="656052"/>
                      <a:pt x="1599658" y="628665"/>
                      <a:pt x="1597169" y="603769"/>
                    </a:cubicBezTo>
                    <a:cubicBezTo>
                      <a:pt x="1594679" y="587586"/>
                      <a:pt x="1588455" y="576382"/>
                      <a:pt x="1578496" y="572648"/>
                    </a:cubicBezTo>
                    <a:cubicBezTo>
                      <a:pt x="1510028" y="544016"/>
                      <a:pt x="1427868" y="573893"/>
                      <a:pt x="1378073" y="614972"/>
                    </a:cubicBezTo>
                    <a:cubicBezTo>
                      <a:pt x="1295913" y="682194"/>
                      <a:pt x="1277240" y="740701"/>
                      <a:pt x="1277240" y="740701"/>
                    </a:cubicBezTo>
                    <a:cubicBezTo>
                      <a:pt x="1275995" y="743191"/>
                      <a:pt x="1274750" y="745681"/>
                      <a:pt x="1272260" y="746925"/>
                    </a:cubicBezTo>
                    <a:cubicBezTo>
                      <a:pt x="1269771" y="748170"/>
                      <a:pt x="1267281" y="748170"/>
                      <a:pt x="1264791" y="746925"/>
                    </a:cubicBezTo>
                    <a:lnTo>
                      <a:pt x="561446" y="510406"/>
                    </a:lnTo>
                    <a:cubicBezTo>
                      <a:pt x="557711" y="509161"/>
                      <a:pt x="555221" y="505426"/>
                      <a:pt x="555221" y="501692"/>
                    </a:cubicBezTo>
                    <a:lnTo>
                      <a:pt x="555221" y="18693"/>
                    </a:lnTo>
                    <a:close/>
                    <a:moveTo>
                      <a:pt x="8714" y="0"/>
                    </a:moveTo>
                    <a:lnTo>
                      <a:pt x="565175" y="0"/>
                    </a:lnTo>
                    <a:cubicBezTo>
                      <a:pt x="567665" y="0"/>
                      <a:pt x="570155" y="1245"/>
                      <a:pt x="571400" y="2490"/>
                    </a:cubicBezTo>
                    <a:cubicBezTo>
                      <a:pt x="572645" y="3735"/>
                      <a:pt x="573890" y="6225"/>
                      <a:pt x="573890" y="8714"/>
                    </a:cubicBezTo>
                    <a:lnTo>
                      <a:pt x="573890" y="495464"/>
                    </a:lnTo>
                    <a:lnTo>
                      <a:pt x="1262308" y="727013"/>
                    </a:lnTo>
                    <a:cubicBezTo>
                      <a:pt x="1271022" y="707094"/>
                      <a:pt x="1297165" y="657299"/>
                      <a:pt x="1365633" y="601279"/>
                    </a:cubicBezTo>
                    <a:cubicBezTo>
                      <a:pt x="1447795" y="534055"/>
                      <a:pt x="1534937" y="534055"/>
                      <a:pt x="1585977" y="555219"/>
                    </a:cubicBezTo>
                    <a:cubicBezTo>
                      <a:pt x="1602161" y="561443"/>
                      <a:pt x="1612119" y="577626"/>
                      <a:pt x="1615854" y="601279"/>
                    </a:cubicBezTo>
                    <a:cubicBezTo>
                      <a:pt x="1618344" y="628667"/>
                      <a:pt x="1610875" y="664768"/>
                      <a:pt x="1589712" y="679707"/>
                    </a:cubicBezTo>
                    <a:cubicBezTo>
                      <a:pt x="1588467" y="680952"/>
                      <a:pt x="1588467" y="682197"/>
                      <a:pt x="1588467" y="683442"/>
                    </a:cubicBezTo>
                    <a:cubicBezTo>
                      <a:pt x="1588467" y="683442"/>
                      <a:pt x="1588467" y="685931"/>
                      <a:pt x="1590957" y="685931"/>
                    </a:cubicBezTo>
                    <a:cubicBezTo>
                      <a:pt x="1604650" y="692156"/>
                      <a:pt x="1619589" y="698380"/>
                      <a:pt x="1635772" y="702115"/>
                    </a:cubicBezTo>
                    <a:cubicBezTo>
                      <a:pt x="1664405" y="709584"/>
                      <a:pt x="1689302" y="739461"/>
                      <a:pt x="1698016" y="775563"/>
                    </a:cubicBezTo>
                    <a:cubicBezTo>
                      <a:pt x="1705485" y="810420"/>
                      <a:pt x="1698016" y="842787"/>
                      <a:pt x="1676853" y="865195"/>
                    </a:cubicBezTo>
                    <a:cubicBezTo>
                      <a:pt x="1684323" y="876399"/>
                      <a:pt x="1696771" y="900052"/>
                      <a:pt x="1691792" y="926194"/>
                    </a:cubicBezTo>
                    <a:cubicBezTo>
                      <a:pt x="1688057" y="943623"/>
                      <a:pt x="1676853" y="958561"/>
                      <a:pt x="1658180" y="971010"/>
                    </a:cubicBezTo>
                    <a:cubicBezTo>
                      <a:pt x="1659425" y="987193"/>
                      <a:pt x="1659425" y="1033254"/>
                      <a:pt x="1638262" y="1058152"/>
                    </a:cubicBezTo>
                    <a:cubicBezTo>
                      <a:pt x="1632038" y="1064376"/>
                      <a:pt x="1625813" y="1069356"/>
                      <a:pt x="1618344" y="1071846"/>
                    </a:cubicBezTo>
                    <a:cubicBezTo>
                      <a:pt x="1619589" y="1083050"/>
                      <a:pt x="1620834" y="1105457"/>
                      <a:pt x="1609630" y="1124131"/>
                    </a:cubicBezTo>
                    <a:cubicBezTo>
                      <a:pt x="1598426" y="1140314"/>
                      <a:pt x="1578508" y="1151518"/>
                      <a:pt x="1551120" y="1154008"/>
                    </a:cubicBezTo>
                    <a:cubicBezTo>
                      <a:pt x="1544896" y="1154008"/>
                      <a:pt x="1537427" y="1154008"/>
                      <a:pt x="1528713" y="1154008"/>
                    </a:cubicBezTo>
                    <a:cubicBezTo>
                      <a:pt x="1439081" y="1154008"/>
                      <a:pt x="1264798" y="1114172"/>
                      <a:pt x="1256084" y="1112927"/>
                    </a:cubicBezTo>
                    <a:lnTo>
                      <a:pt x="346077" y="969765"/>
                    </a:lnTo>
                    <a:cubicBezTo>
                      <a:pt x="216609" y="948602"/>
                      <a:pt x="105815" y="861460"/>
                      <a:pt x="58509" y="739461"/>
                    </a:cubicBezTo>
                    <a:cubicBezTo>
                      <a:pt x="23653" y="648585"/>
                      <a:pt x="2490" y="544015"/>
                      <a:pt x="0" y="431975"/>
                    </a:cubicBezTo>
                    <a:lnTo>
                      <a:pt x="0" y="8714"/>
                    </a:lnTo>
                    <a:cubicBezTo>
                      <a:pt x="0" y="6225"/>
                      <a:pt x="1245" y="3735"/>
                      <a:pt x="2490" y="2490"/>
                    </a:cubicBezTo>
                    <a:cubicBezTo>
                      <a:pt x="3735" y="1245"/>
                      <a:pt x="6224" y="0"/>
                      <a:pt x="8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C887A81A-2E4F-CC45-9D94-68108D89C928}"/>
                  </a:ext>
                </a:extLst>
              </p:cNvPr>
              <p:cNvSpPr/>
              <p:nvPr/>
            </p:nvSpPr>
            <p:spPr>
              <a:xfrm>
                <a:off x="11194688" y="7803888"/>
                <a:ext cx="110875" cy="2268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" h="183">
                    <a:moveTo>
                      <a:pt x="82" y="183"/>
                    </a:moveTo>
                    <a:lnTo>
                      <a:pt x="7" y="183"/>
                    </a:lnTo>
                    <a:cubicBezTo>
                      <a:pt x="3" y="183"/>
                      <a:pt x="0" y="179"/>
                      <a:pt x="0" y="175"/>
                    </a:cubicBezTo>
                    <a:cubicBezTo>
                      <a:pt x="0" y="171"/>
                      <a:pt x="3" y="168"/>
                      <a:pt x="7" y="168"/>
                    </a:cubicBezTo>
                    <a:lnTo>
                      <a:pt x="75" y="168"/>
                    </a:lnTo>
                    <a:lnTo>
                      <a:pt x="75" y="7"/>
                    </a:lnTo>
                    <a:cubicBezTo>
                      <a:pt x="75" y="3"/>
                      <a:pt x="78" y="0"/>
                      <a:pt x="82" y="0"/>
                    </a:cubicBezTo>
                    <a:cubicBezTo>
                      <a:pt x="86" y="0"/>
                      <a:pt x="90" y="3"/>
                      <a:pt x="90" y="7"/>
                    </a:cubicBezTo>
                    <a:lnTo>
                      <a:pt x="90" y="175"/>
                    </a:lnTo>
                    <a:cubicBezTo>
                      <a:pt x="90" y="179"/>
                      <a:pt x="86" y="183"/>
                      <a:pt x="82" y="1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7F4CAAEF-C814-EB4A-95E7-FE4D675F02D2}"/>
                  </a:ext>
                </a:extLst>
              </p:cNvPr>
              <p:cNvSpPr/>
              <p:nvPr/>
            </p:nvSpPr>
            <p:spPr>
              <a:xfrm>
                <a:off x="12370712" y="7724129"/>
                <a:ext cx="17441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121">
                    <a:moveTo>
                      <a:pt x="8" y="121"/>
                    </a:moveTo>
                    <a:cubicBezTo>
                      <a:pt x="3" y="121"/>
                      <a:pt x="0" y="118"/>
                      <a:pt x="0" y="114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8" y="0"/>
                    </a:cubicBezTo>
                    <a:cubicBezTo>
                      <a:pt x="11" y="0"/>
                      <a:pt x="15" y="3"/>
                      <a:pt x="15" y="7"/>
                    </a:cubicBezTo>
                    <a:lnTo>
                      <a:pt x="15" y="114"/>
                    </a:lnTo>
                    <a:cubicBezTo>
                      <a:pt x="15" y="118"/>
                      <a:pt x="11" y="121"/>
                      <a:pt x="8" y="1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401B739D-8DF2-AB46-96A5-380F0DEC2902}"/>
                </a:ext>
              </a:extLst>
            </p:cNvPr>
            <p:cNvGrpSpPr/>
            <p:nvPr/>
          </p:nvGrpSpPr>
          <p:grpSpPr>
            <a:xfrm>
              <a:off x="8106370" y="4527551"/>
              <a:ext cx="2278553" cy="1064280"/>
              <a:chOff x="8106370" y="4527551"/>
              <a:chExt cx="2278553" cy="1064280"/>
            </a:xfrm>
          </p:grpSpPr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BF6B2943-9D18-FE49-826F-D5EC615D1642}"/>
                  </a:ext>
                </a:extLst>
              </p:cNvPr>
              <p:cNvSpPr/>
              <p:nvPr/>
            </p:nvSpPr>
            <p:spPr>
              <a:xfrm>
                <a:off x="8106370" y="5469701"/>
                <a:ext cx="2278553" cy="1221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30" h="99">
                    <a:moveTo>
                      <a:pt x="1780" y="0"/>
                    </a:moveTo>
                    <a:lnTo>
                      <a:pt x="915" y="0"/>
                    </a:lnTo>
                    <a:lnTo>
                      <a:pt x="49" y="0"/>
                    </a:lnTo>
                    <a:cubicBezTo>
                      <a:pt x="35" y="0"/>
                      <a:pt x="23" y="6"/>
                      <a:pt x="14" y="15"/>
                    </a:cubicBezTo>
                    <a:cubicBezTo>
                      <a:pt x="5" y="24"/>
                      <a:pt x="0" y="36"/>
                      <a:pt x="0" y="50"/>
                    </a:cubicBezTo>
                    <a:cubicBezTo>
                      <a:pt x="0" y="63"/>
                      <a:pt x="5" y="76"/>
                      <a:pt x="14" y="85"/>
                    </a:cubicBezTo>
                    <a:cubicBezTo>
                      <a:pt x="23" y="94"/>
                      <a:pt x="35" y="99"/>
                      <a:pt x="49" y="99"/>
                    </a:cubicBezTo>
                    <a:lnTo>
                      <a:pt x="915" y="99"/>
                    </a:lnTo>
                    <a:lnTo>
                      <a:pt x="1780" y="99"/>
                    </a:lnTo>
                    <a:cubicBezTo>
                      <a:pt x="1794" y="99"/>
                      <a:pt x="1807" y="94"/>
                      <a:pt x="1815" y="85"/>
                    </a:cubicBezTo>
                    <a:cubicBezTo>
                      <a:pt x="1825" y="76"/>
                      <a:pt x="1830" y="63"/>
                      <a:pt x="1830" y="50"/>
                    </a:cubicBezTo>
                    <a:cubicBezTo>
                      <a:pt x="1830" y="36"/>
                      <a:pt x="1825" y="24"/>
                      <a:pt x="1815" y="15"/>
                    </a:cubicBezTo>
                    <a:cubicBezTo>
                      <a:pt x="1807" y="6"/>
                      <a:pt x="1794" y="0"/>
                      <a:pt x="17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05523C48-2A83-2F45-B056-11734ADBFA1E}"/>
                  </a:ext>
                </a:extLst>
              </p:cNvPr>
              <p:cNvSpPr/>
              <p:nvPr/>
            </p:nvSpPr>
            <p:spPr>
              <a:xfrm>
                <a:off x="8422801" y="4770566"/>
                <a:ext cx="220505" cy="7078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8" h="569">
                    <a:moveTo>
                      <a:pt x="156" y="0"/>
                    </a:moveTo>
                    <a:lnTo>
                      <a:pt x="89" y="0"/>
                    </a:lnTo>
                    <a:lnTo>
                      <a:pt x="23" y="0"/>
                    </a:lnTo>
                    <a:cubicBezTo>
                      <a:pt x="16" y="0"/>
                      <a:pt x="11" y="3"/>
                      <a:pt x="7" y="7"/>
                    </a:cubicBezTo>
                    <a:cubicBezTo>
                      <a:pt x="3" y="12"/>
                      <a:pt x="0" y="17"/>
                      <a:pt x="0" y="24"/>
                    </a:cubicBezTo>
                    <a:lnTo>
                      <a:pt x="0" y="296"/>
                    </a:lnTo>
                    <a:lnTo>
                      <a:pt x="0" y="569"/>
                    </a:lnTo>
                    <a:lnTo>
                      <a:pt x="89" y="569"/>
                    </a:lnTo>
                    <a:lnTo>
                      <a:pt x="178" y="569"/>
                    </a:lnTo>
                    <a:lnTo>
                      <a:pt x="178" y="296"/>
                    </a:lnTo>
                    <a:lnTo>
                      <a:pt x="178" y="24"/>
                    </a:lnTo>
                    <a:cubicBezTo>
                      <a:pt x="178" y="17"/>
                      <a:pt x="176" y="12"/>
                      <a:pt x="172" y="7"/>
                    </a:cubicBezTo>
                    <a:cubicBezTo>
                      <a:pt x="167" y="3"/>
                      <a:pt x="162" y="0"/>
                      <a:pt x="15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9" name="Freeform 428">
                <a:extLst>
                  <a:ext uri="{FF2B5EF4-FFF2-40B4-BE49-F238E27FC236}">
                    <a16:creationId xmlns:a16="http://schemas.microsoft.com/office/drawing/2014/main" id="{30802108-69F3-0146-9645-222C0945F5B6}"/>
                  </a:ext>
                </a:extLst>
              </p:cNvPr>
              <p:cNvSpPr/>
              <p:nvPr/>
            </p:nvSpPr>
            <p:spPr>
              <a:xfrm>
                <a:off x="8414081" y="4761839"/>
                <a:ext cx="239192" cy="725305"/>
              </a:xfrm>
              <a:custGeom>
                <a:avLst/>
                <a:gdLst>
                  <a:gd name="connsiteX0" fmla="*/ 37259 w 239192"/>
                  <a:gd name="connsiteY0" fmla="*/ 18697 h 725305"/>
                  <a:gd name="connsiteX1" fmla="*/ 23640 w 239192"/>
                  <a:gd name="connsiteY1" fmla="*/ 24917 h 725305"/>
                  <a:gd name="connsiteX2" fmla="*/ 18687 w 239192"/>
                  <a:gd name="connsiteY2" fmla="*/ 38601 h 725305"/>
                  <a:gd name="connsiteX3" fmla="*/ 18687 w 239192"/>
                  <a:gd name="connsiteY3" fmla="*/ 371987 h 725305"/>
                  <a:gd name="connsiteX4" fmla="*/ 18687 w 239192"/>
                  <a:gd name="connsiteY4" fmla="*/ 706616 h 725305"/>
                  <a:gd name="connsiteX5" fmla="*/ 118977 w 239192"/>
                  <a:gd name="connsiteY5" fmla="*/ 706616 h 725305"/>
                  <a:gd name="connsiteX6" fmla="*/ 220505 w 239192"/>
                  <a:gd name="connsiteY6" fmla="*/ 706616 h 725305"/>
                  <a:gd name="connsiteX7" fmla="*/ 220505 w 239192"/>
                  <a:gd name="connsiteY7" fmla="*/ 371987 h 725305"/>
                  <a:gd name="connsiteX8" fmla="*/ 220505 w 239192"/>
                  <a:gd name="connsiteY8" fmla="*/ 38601 h 725305"/>
                  <a:gd name="connsiteX9" fmla="*/ 215552 w 239192"/>
                  <a:gd name="connsiteY9" fmla="*/ 24917 h 725305"/>
                  <a:gd name="connsiteX10" fmla="*/ 201933 w 239192"/>
                  <a:gd name="connsiteY10" fmla="*/ 18697 h 725305"/>
                  <a:gd name="connsiteX11" fmla="*/ 118977 w 239192"/>
                  <a:gd name="connsiteY11" fmla="*/ 18697 h 725305"/>
                  <a:gd name="connsiteX12" fmla="*/ 37180 w 239192"/>
                  <a:gd name="connsiteY12" fmla="*/ 0 h 725305"/>
                  <a:gd name="connsiteX13" fmla="*/ 118976 w 239192"/>
                  <a:gd name="connsiteY13" fmla="*/ 0 h 725305"/>
                  <a:gd name="connsiteX14" fmla="*/ 202012 w 239192"/>
                  <a:gd name="connsiteY14" fmla="*/ 0 h 725305"/>
                  <a:gd name="connsiteX15" fmla="*/ 228038 w 239192"/>
                  <a:gd name="connsiteY15" fmla="*/ 11197 h 725305"/>
                  <a:gd name="connsiteX16" fmla="*/ 239192 w 239192"/>
                  <a:gd name="connsiteY16" fmla="*/ 38567 h 725305"/>
                  <a:gd name="connsiteX17" fmla="*/ 239192 w 239192"/>
                  <a:gd name="connsiteY17" fmla="*/ 376960 h 725305"/>
                  <a:gd name="connsiteX18" fmla="*/ 239192 w 239192"/>
                  <a:gd name="connsiteY18" fmla="*/ 716597 h 725305"/>
                  <a:gd name="connsiteX19" fmla="*/ 236713 w 239192"/>
                  <a:gd name="connsiteY19" fmla="*/ 722817 h 725305"/>
                  <a:gd name="connsiteX20" fmla="*/ 229277 w 239192"/>
                  <a:gd name="connsiteY20" fmla="*/ 725305 h 725305"/>
                  <a:gd name="connsiteX21" fmla="*/ 118976 w 239192"/>
                  <a:gd name="connsiteY21" fmla="*/ 725305 h 725305"/>
                  <a:gd name="connsiteX22" fmla="*/ 8675 w 239192"/>
                  <a:gd name="connsiteY22" fmla="*/ 725305 h 725305"/>
                  <a:gd name="connsiteX23" fmla="*/ 2479 w 239192"/>
                  <a:gd name="connsiteY23" fmla="*/ 722817 h 725305"/>
                  <a:gd name="connsiteX24" fmla="*/ 0 w 239192"/>
                  <a:gd name="connsiteY24" fmla="*/ 716597 h 725305"/>
                  <a:gd name="connsiteX25" fmla="*/ 0 w 239192"/>
                  <a:gd name="connsiteY25" fmla="*/ 376960 h 725305"/>
                  <a:gd name="connsiteX26" fmla="*/ 0 w 239192"/>
                  <a:gd name="connsiteY26" fmla="*/ 38567 h 725305"/>
                  <a:gd name="connsiteX27" fmla="*/ 11154 w 239192"/>
                  <a:gd name="connsiteY27" fmla="*/ 11197 h 725305"/>
                  <a:gd name="connsiteX28" fmla="*/ 37180 w 239192"/>
                  <a:gd name="connsiteY28" fmla="*/ 0 h 725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39192" h="725305">
                    <a:moveTo>
                      <a:pt x="37259" y="18697"/>
                    </a:moveTo>
                    <a:cubicBezTo>
                      <a:pt x="32307" y="18697"/>
                      <a:pt x="27354" y="19941"/>
                      <a:pt x="23640" y="24917"/>
                    </a:cubicBezTo>
                    <a:cubicBezTo>
                      <a:pt x="21163" y="27405"/>
                      <a:pt x="18687" y="32381"/>
                      <a:pt x="18687" y="38601"/>
                    </a:cubicBezTo>
                    <a:lnTo>
                      <a:pt x="18687" y="371987"/>
                    </a:lnTo>
                    <a:lnTo>
                      <a:pt x="18687" y="706616"/>
                    </a:lnTo>
                    <a:lnTo>
                      <a:pt x="118977" y="706616"/>
                    </a:lnTo>
                    <a:lnTo>
                      <a:pt x="220505" y="706616"/>
                    </a:lnTo>
                    <a:lnTo>
                      <a:pt x="220505" y="371987"/>
                    </a:lnTo>
                    <a:lnTo>
                      <a:pt x="220505" y="38601"/>
                    </a:lnTo>
                    <a:cubicBezTo>
                      <a:pt x="220505" y="32381"/>
                      <a:pt x="218029" y="27405"/>
                      <a:pt x="215552" y="24917"/>
                    </a:cubicBezTo>
                    <a:cubicBezTo>
                      <a:pt x="211838" y="19941"/>
                      <a:pt x="206885" y="18697"/>
                      <a:pt x="201933" y="18697"/>
                    </a:cubicBezTo>
                    <a:lnTo>
                      <a:pt x="118977" y="18697"/>
                    </a:lnTo>
                    <a:close/>
                    <a:moveTo>
                      <a:pt x="37180" y="0"/>
                    </a:moveTo>
                    <a:lnTo>
                      <a:pt x="118976" y="0"/>
                    </a:lnTo>
                    <a:lnTo>
                      <a:pt x="202012" y="0"/>
                    </a:lnTo>
                    <a:cubicBezTo>
                      <a:pt x="211927" y="0"/>
                      <a:pt x="221841" y="4977"/>
                      <a:pt x="228038" y="11197"/>
                    </a:cubicBezTo>
                    <a:cubicBezTo>
                      <a:pt x="235474" y="18662"/>
                      <a:pt x="239192" y="27370"/>
                      <a:pt x="239192" y="38567"/>
                    </a:cubicBezTo>
                    <a:lnTo>
                      <a:pt x="239192" y="376960"/>
                    </a:lnTo>
                    <a:lnTo>
                      <a:pt x="239192" y="716597"/>
                    </a:lnTo>
                    <a:cubicBezTo>
                      <a:pt x="239192" y="719085"/>
                      <a:pt x="237953" y="721573"/>
                      <a:pt x="236713" y="722817"/>
                    </a:cubicBezTo>
                    <a:cubicBezTo>
                      <a:pt x="234235" y="724061"/>
                      <a:pt x="231756" y="725305"/>
                      <a:pt x="229277" y="725305"/>
                    </a:cubicBezTo>
                    <a:lnTo>
                      <a:pt x="118976" y="725305"/>
                    </a:lnTo>
                    <a:lnTo>
                      <a:pt x="8675" y="725305"/>
                    </a:lnTo>
                    <a:cubicBezTo>
                      <a:pt x="6197" y="725305"/>
                      <a:pt x="3718" y="724061"/>
                      <a:pt x="2479" y="722817"/>
                    </a:cubicBezTo>
                    <a:cubicBezTo>
                      <a:pt x="1239" y="721573"/>
                      <a:pt x="0" y="719085"/>
                      <a:pt x="0" y="716597"/>
                    </a:cubicBezTo>
                    <a:lnTo>
                      <a:pt x="0" y="376960"/>
                    </a:lnTo>
                    <a:lnTo>
                      <a:pt x="0" y="38567"/>
                    </a:lnTo>
                    <a:cubicBezTo>
                      <a:pt x="0" y="27370"/>
                      <a:pt x="3718" y="18662"/>
                      <a:pt x="11154" y="11197"/>
                    </a:cubicBezTo>
                    <a:cubicBezTo>
                      <a:pt x="17351" y="4977"/>
                      <a:pt x="27265" y="0"/>
                      <a:pt x="371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011828DF-0E42-4848-9AC4-96F6D21E1E26}"/>
                  </a:ext>
                </a:extLst>
              </p:cNvPr>
              <p:cNvSpPr/>
              <p:nvPr/>
            </p:nvSpPr>
            <p:spPr>
              <a:xfrm>
                <a:off x="8492566" y="4851571"/>
                <a:ext cx="83468" cy="834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" h="68">
                    <a:moveTo>
                      <a:pt x="68" y="33"/>
                    </a:moveTo>
                    <a:cubicBezTo>
                      <a:pt x="68" y="52"/>
                      <a:pt x="52" y="68"/>
                      <a:pt x="33" y="68"/>
                    </a:cubicBezTo>
                    <a:cubicBezTo>
                      <a:pt x="15" y="68"/>
                      <a:pt x="0" y="52"/>
                      <a:pt x="0" y="33"/>
                    </a:cubicBezTo>
                    <a:cubicBezTo>
                      <a:pt x="0" y="15"/>
                      <a:pt x="15" y="0"/>
                      <a:pt x="33" y="0"/>
                    </a:cubicBezTo>
                    <a:cubicBezTo>
                      <a:pt x="52" y="0"/>
                      <a:pt x="68" y="15"/>
                      <a:pt x="68" y="3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0" name="Freeform 429">
                <a:extLst>
                  <a:ext uri="{FF2B5EF4-FFF2-40B4-BE49-F238E27FC236}">
                    <a16:creationId xmlns:a16="http://schemas.microsoft.com/office/drawing/2014/main" id="{EE482926-2CCB-2242-9064-39AD3598AFBA}"/>
                  </a:ext>
                </a:extLst>
              </p:cNvPr>
              <p:cNvSpPr/>
              <p:nvPr/>
            </p:nvSpPr>
            <p:spPr>
              <a:xfrm>
                <a:off x="8482599" y="4841601"/>
                <a:ext cx="102155" cy="102191"/>
              </a:xfrm>
              <a:custGeom>
                <a:avLst/>
                <a:gdLst>
                  <a:gd name="connsiteX0" fmla="*/ 50463 w 102155"/>
                  <a:gd name="connsiteY0" fmla="*/ 18693 h 102191"/>
                  <a:gd name="connsiteX1" fmla="*/ 18684 w 102155"/>
                  <a:gd name="connsiteY1" fmla="*/ 50484 h 102191"/>
                  <a:gd name="connsiteX2" fmla="*/ 50463 w 102155"/>
                  <a:gd name="connsiteY2" fmla="*/ 83497 h 102191"/>
                  <a:gd name="connsiteX3" fmla="*/ 83465 w 102155"/>
                  <a:gd name="connsiteY3" fmla="*/ 50484 h 102191"/>
                  <a:gd name="connsiteX4" fmla="*/ 50463 w 102155"/>
                  <a:gd name="connsiteY4" fmla="*/ 18693 h 102191"/>
                  <a:gd name="connsiteX5" fmla="*/ 50462 w 102155"/>
                  <a:gd name="connsiteY5" fmla="*/ 0 h 102191"/>
                  <a:gd name="connsiteX6" fmla="*/ 102155 w 102155"/>
                  <a:gd name="connsiteY6" fmla="*/ 50480 h 102191"/>
                  <a:gd name="connsiteX7" fmla="*/ 50462 w 102155"/>
                  <a:gd name="connsiteY7" fmla="*/ 102191 h 102191"/>
                  <a:gd name="connsiteX8" fmla="*/ 0 w 102155"/>
                  <a:gd name="connsiteY8" fmla="*/ 50480 h 102191"/>
                  <a:gd name="connsiteX9" fmla="*/ 50462 w 102155"/>
                  <a:gd name="connsiteY9" fmla="*/ 0 h 102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2155" h="102191">
                    <a:moveTo>
                      <a:pt x="50463" y="18693"/>
                    </a:moveTo>
                    <a:cubicBezTo>
                      <a:pt x="32129" y="18693"/>
                      <a:pt x="18684" y="33366"/>
                      <a:pt x="18684" y="50484"/>
                    </a:cubicBezTo>
                    <a:cubicBezTo>
                      <a:pt x="18684" y="68825"/>
                      <a:pt x="32129" y="83497"/>
                      <a:pt x="50463" y="83497"/>
                    </a:cubicBezTo>
                    <a:cubicBezTo>
                      <a:pt x="68798" y="83497"/>
                      <a:pt x="83465" y="68825"/>
                      <a:pt x="83465" y="50484"/>
                    </a:cubicBezTo>
                    <a:cubicBezTo>
                      <a:pt x="83465" y="33366"/>
                      <a:pt x="68798" y="18693"/>
                      <a:pt x="50463" y="18693"/>
                    </a:cubicBezTo>
                    <a:close/>
                    <a:moveTo>
                      <a:pt x="50462" y="0"/>
                    </a:moveTo>
                    <a:cubicBezTo>
                      <a:pt x="80001" y="0"/>
                      <a:pt x="102155" y="23393"/>
                      <a:pt x="102155" y="50480"/>
                    </a:cubicBezTo>
                    <a:cubicBezTo>
                      <a:pt x="102155" y="80029"/>
                      <a:pt x="80001" y="102191"/>
                      <a:pt x="50462" y="102191"/>
                    </a:cubicBezTo>
                    <a:cubicBezTo>
                      <a:pt x="23385" y="102191"/>
                      <a:pt x="0" y="80029"/>
                      <a:pt x="0" y="50480"/>
                    </a:cubicBezTo>
                    <a:cubicBezTo>
                      <a:pt x="0" y="23393"/>
                      <a:pt x="23385" y="0"/>
                      <a:pt x="504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AFDC8540-BB0B-2F43-A33C-ADA4B53D5F64}"/>
                  </a:ext>
                </a:extLst>
              </p:cNvPr>
              <p:cNvSpPr/>
              <p:nvPr/>
            </p:nvSpPr>
            <p:spPr>
              <a:xfrm>
                <a:off x="8524956" y="4998626"/>
                <a:ext cx="17441" cy="3925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316">
                    <a:moveTo>
                      <a:pt x="7" y="316"/>
                    </a:moveTo>
                    <a:cubicBezTo>
                      <a:pt x="3" y="316"/>
                      <a:pt x="0" y="312"/>
                      <a:pt x="0" y="308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cubicBezTo>
                      <a:pt x="11" y="0"/>
                      <a:pt x="15" y="4"/>
                      <a:pt x="15" y="8"/>
                    </a:cubicBezTo>
                    <a:lnTo>
                      <a:pt x="15" y="308"/>
                    </a:lnTo>
                    <a:cubicBezTo>
                      <a:pt x="15" y="312"/>
                      <a:pt x="11" y="316"/>
                      <a:pt x="7" y="3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A12C0D99-BF34-A849-A3DA-C6B69E9A2006}"/>
                  </a:ext>
                </a:extLst>
              </p:cNvPr>
              <p:cNvSpPr/>
              <p:nvPr/>
            </p:nvSpPr>
            <p:spPr>
              <a:xfrm>
                <a:off x="8644552" y="4537521"/>
                <a:ext cx="270337" cy="9409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8" h="756">
                    <a:moveTo>
                      <a:pt x="218" y="756"/>
                    </a:moveTo>
                    <a:lnTo>
                      <a:pt x="109" y="756"/>
                    </a:lnTo>
                    <a:lnTo>
                      <a:pt x="0" y="756"/>
                    </a:lnTo>
                    <a:lnTo>
                      <a:pt x="0" y="389"/>
                    </a:lnTo>
                    <a:lnTo>
                      <a:pt x="0" y="23"/>
                    </a:lnTo>
                    <a:cubicBezTo>
                      <a:pt x="0" y="17"/>
                      <a:pt x="3" y="11"/>
                      <a:pt x="7" y="7"/>
                    </a:cubicBezTo>
                    <a:cubicBezTo>
                      <a:pt x="11" y="3"/>
                      <a:pt x="17" y="0"/>
                      <a:pt x="23" y="0"/>
                    </a:cubicBezTo>
                    <a:lnTo>
                      <a:pt x="109" y="0"/>
                    </a:lnTo>
                    <a:lnTo>
                      <a:pt x="195" y="0"/>
                    </a:lnTo>
                    <a:cubicBezTo>
                      <a:pt x="202" y="0"/>
                      <a:pt x="207" y="3"/>
                      <a:pt x="211" y="7"/>
                    </a:cubicBezTo>
                    <a:cubicBezTo>
                      <a:pt x="216" y="11"/>
                      <a:pt x="218" y="17"/>
                      <a:pt x="218" y="23"/>
                    </a:cubicBezTo>
                    <a:lnTo>
                      <a:pt x="218" y="389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1" name="Freeform 430">
                <a:extLst>
                  <a:ext uri="{FF2B5EF4-FFF2-40B4-BE49-F238E27FC236}">
                    <a16:creationId xmlns:a16="http://schemas.microsoft.com/office/drawing/2014/main" id="{8A8CF7EF-6821-3F41-8C96-7C5384675943}"/>
                  </a:ext>
                </a:extLst>
              </p:cNvPr>
              <p:cNvSpPr/>
              <p:nvPr/>
            </p:nvSpPr>
            <p:spPr>
              <a:xfrm>
                <a:off x="8635832" y="4527551"/>
                <a:ext cx="289024" cy="959597"/>
              </a:xfrm>
              <a:custGeom>
                <a:avLst/>
                <a:gdLst>
                  <a:gd name="connsiteX0" fmla="*/ 37282 w 289024"/>
                  <a:gd name="connsiteY0" fmla="*/ 19940 h 959597"/>
                  <a:gd name="connsiteX1" fmla="*/ 24885 w 289024"/>
                  <a:gd name="connsiteY1" fmla="*/ 24918 h 959597"/>
                  <a:gd name="connsiteX2" fmla="*/ 18687 w 289024"/>
                  <a:gd name="connsiteY2" fmla="*/ 38608 h 959597"/>
                  <a:gd name="connsiteX3" fmla="*/ 18687 w 289024"/>
                  <a:gd name="connsiteY3" fmla="*/ 489134 h 959597"/>
                  <a:gd name="connsiteX4" fmla="*/ 18687 w 289024"/>
                  <a:gd name="connsiteY4" fmla="*/ 940903 h 959597"/>
                  <a:gd name="connsiteX5" fmla="*/ 143892 w 289024"/>
                  <a:gd name="connsiteY5" fmla="*/ 940903 h 959597"/>
                  <a:gd name="connsiteX6" fmla="*/ 270337 w 289024"/>
                  <a:gd name="connsiteY6" fmla="*/ 940903 h 959597"/>
                  <a:gd name="connsiteX7" fmla="*/ 270337 w 289024"/>
                  <a:gd name="connsiteY7" fmla="*/ 489134 h 959597"/>
                  <a:gd name="connsiteX8" fmla="*/ 270337 w 289024"/>
                  <a:gd name="connsiteY8" fmla="*/ 38608 h 959597"/>
                  <a:gd name="connsiteX9" fmla="*/ 264139 w 289024"/>
                  <a:gd name="connsiteY9" fmla="*/ 24918 h 959597"/>
                  <a:gd name="connsiteX10" fmla="*/ 250503 w 289024"/>
                  <a:gd name="connsiteY10" fmla="*/ 19940 h 959597"/>
                  <a:gd name="connsiteX11" fmla="*/ 143892 w 289024"/>
                  <a:gd name="connsiteY11" fmla="*/ 19940 h 959597"/>
                  <a:gd name="connsiteX12" fmla="*/ 37213 w 289024"/>
                  <a:gd name="connsiteY12" fmla="*/ 0 h 959597"/>
                  <a:gd name="connsiteX13" fmla="*/ 143892 w 289024"/>
                  <a:gd name="connsiteY13" fmla="*/ 0 h 959597"/>
                  <a:gd name="connsiteX14" fmla="*/ 250570 w 289024"/>
                  <a:gd name="connsiteY14" fmla="*/ 0 h 959597"/>
                  <a:gd name="connsiteX15" fmla="*/ 277860 w 289024"/>
                  <a:gd name="connsiteY15" fmla="*/ 11202 h 959597"/>
                  <a:gd name="connsiteX16" fmla="*/ 289024 w 289024"/>
                  <a:gd name="connsiteY16" fmla="*/ 38583 h 959597"/>
                  <a:gd name="connsiteX17" fmla="*/ 289024 w 289024"/>
                  <a:gd name="connsiteY17" fmla="*/ 494112 h 959597"/>
                  <a:gd name="connsiteX18" fmla="*/ 289024 w 289024"/>
                  <a:gd name="connsiteY18" fmla="*/ 950885 h 959597"/>
                  <a:gd name="connsiteX19" fmla="*/ 286543 w 289024"/>
                  <a:gd name="connsiteY19" fmla="*/ 957108 h 959597"/>
                  <a:gd name="connsiteX20" fmla="*/ 279100 w 289024"/>
                  <a:gd name="connsiteY20" fmla="*/ 959597 h 959597"/>
                  <a:gd name="connsiteX21" fmla="*/ 143892 w 289024"/>
                  <a:gd name="connsiteY21" fmla="*/ 959597 h 959597"/>
                  <a:gd name="connsiteX22" fmla="*/ 8683 w 289024"/>
                  <a:gd name="connsiteY22" fmla="*/ 959597 h 959597"/>
                  <a:gd name="connsiteX23" fmla="*/ 2481 w 289024"/>
                  <a:gd name="connsiteY23" fmla="*/ 957108 h 959597"/>
                  <a:gd name="connsiteX24" fmla="*/ 0 w 289024"/>
                  <a:gd name="connsiteY24" fmla="*/ 950885 h 959597"/>
                  <a:gd name="connsiteX25" fmla="*/ 0 w 289024"/>
                  <a:gd name="connsiteY25" fmla="*/ 494112 h 959597"/>
                  <a:gd name="connsiteX26" fmla="*/ 0 w 289024"/>
                  <a:gd name="connsiteY26" fmla="*/ 38583 h 959597"/>
                  <a:gd name="connsiteX27" fmla="*/ 11164 w 289024"/>
                  <a:gd name="connsiteY27" fmla="*/ 11202 h 959597"/>
                  <a:gd name="connsiteX28" fmla="*/ 37213 w 289024"/>
                  <a:gd name="connsiteY28" fmla="*/ 0 h 95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89024" h="959597">
                    <a:moveTo>
                      <a:pt x="37282" y="19940"/>
                    </a:moveTo>
                    <a:cubicBezTo>
                      <a:pt x="32323" y="19940"/>
                      <a:pt x="27365" y="21185"/>
                      <a:pt x="24885" y="24918"/>
                    </a:cubicBezTo>
                    <a:cubicBezTo>
                      <a:pt x="21166" y="28652"/>
                      <a:pt x="18687" y="33630"/>
                      <a:pt x="18687" y="38608"/>
                    </a:cubicBezTo>
                    <a:lnTo>
                      <a:pt x="18687" y="489134"/>
                    </a:lnTo>
                    <a:lnTo>
                      <a:pt x="18687" y="940903"/>
                    </a:lnTo>
                    <a:lnTo>
                      <a:pt x="143892" y="940903"/>
                    </a:lnTo>
                    <a:lnTo>
                      <a:pt x="270337" y="940903"/>
                    </a:lnTo>
                    <a:lnTo>
                      <a:pt x="270337" y="489134"/>
                    </a:lnTo>
                    <a:lnTo>
                      <a:pt x="270337" y="38608"/>
                    </a:lnTo>
                    <a:cubicBezTo>
                      <a:pt x="270337" y="33630"/>
                      <a:pt x="267858" y="28652"/>
                      <a:pt x="264139" y="24918"/>
                    </a:cubicBezTo>
                    <a:cubicBezTo>
                      <a:pt x="261659" y="21185"/>
                      <a:pt x="256701" y="19940"/>
                      <a:pt x="250503" y="19940"/>
                    </a:cubicBezTo>
                    <a:lnTo>
                      <a:pt x="143892" y="19940"/>
                    </a:lnTo>
                    <a:close/>
                    <a:moveTo>
                      <a:pt x="37213" y="0"/>
                    </a:moveTo>
                    <a:lnTo>
                      <a:pt x="143892" y="0"/>
                    </a:lnTo>
                    <a:lnTo>
                      <a:pt x="250570" y="0"/>
                    </a:lnTo>
                    <a:cubicBezTo>
                      <a:pt x="261734" y="0"/>
                      <a:pt x="270417" y="4979"/>
                      <a:pt x="277860" y="11202"/>
                    </a:cubicBezTo>
                    <a:cubicBezTo>
                      <a:pt x="284062" y="18669"/>
                      <a:pt x="289024" y="27382"/>
                      <a:pt x="289024" y="38583"/>
                    </a:cubicBezTo>
                    <a:lnTo>
                      <a:pt x="289024" y="494112"/>
                    </a:lnTo>
                    <a:lnTo>
                      <a:pt x="289024" y="950885"/>
                    </a:lnTo>
                    <a:cubicBezTo>
                      <a:pt x="289024" y="953374"/>
                      <a:pt x="287784" y="955863"/>
                      <a:pt x="286543" y="957108"/>
                    </a:cubicBezTo>
                    <a:cubicBezTo>
                      <a:pt x="284062" y="958353"/>
                      <a:pt x="281581" y="959597"/>
                      <a:pt x="279100" y="959597"/>
                    </a:cubicBezTo>
                    <a:lnTo>
                      <a:pt x="143892" y="959597"/>
                    </a:lnTo>
                    <a:lnTo>
                      <a:pt x="8683" y="959597"/>
                    </a:lnTo>
                    <a:cubicBezTo>
                      <a:pt x="7443" y="959597"/>
                      <a:pt x="4962" y="958353"/>
                      <a:pt x="2481" y="957108"/>
                    </a:cubicBezTo>
                    <a:cubicBezTo>
                      <a:pt x="1240" y="955863"/>
                      <a:pt x="0" y="953374"/>
                      <a:pt x="0" y="950885"/>
                    </a:cubicBezTo>
                    <a:lnTo>
                      <a:pt x="0" y="494112"/>
                    </a:lnTo>
                    <a:lnTo>
                      <a:pt x="0" y="38583"/>
                    </a:lnTo>
                    <a:cubicBezTo>
                      <a:pt x="0" y="27382"/>
                      <a:pt x="3721" y="18669"/>
                      <a:pt x="11164" y="11202"/>
                    </a:cubicBezTo>
                    <a:cubicBezTo>
                      <a:pt x="17366" y="4979"/>
                      <a:pt x="27290" y="0"/>
                      <a:pt x="372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F43C4B26-75F2-484C-AF1C-E14C0C741316}"/>
                  </a:ext>
                </a:extLst>
              </p:cNvPr>
              <p:cNvSpPr/>
              <p:nvPr/>
            </p:nvSpPr>
            <p:spPr>
              <a:xfrm>
                <a:off x="8733000" y="4657159"/>
                <a:ext cx="94680" cy="7365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7" h="592">
                    <a:moveTo>
                      <a:pt x="38" y="0"/>
                    </a:moveTo>
                    <a:cubicBezTo>
                      <a:pt x="28" y="0"/>
                      <a:pt x="18" y="5"/>
                      <a:pt x="11" y="12"/>
                    </a:cubicBezTo>
                    <a:cubicBezTo>
                      <a:pt x="4" y="19"/>
                      <a:pt x="0" y="28"/>
                      <a:pt x="0" y="40"/>
                    </a:cubicBezTo>
                    <a:lnTo>
                      <a:pt x="0" y="296"/>
                    </a:lnTo>
                    <a:lnTo>
                      <a:pt x="0" y="553"/>
                    </a:lnTo>
                    <a:cubicBezTo>
                      <a:pt x="0" y="564"/>
                      <a:pt x="4" y="573"/>
                      <a:pt x="11" y="581"/>
                    </a:cubicBezTo>
                    <a:cubicBezTo>
                      <a:pt x="18" y="587"/>
                      <a:pt x="28" y="592"/>
                      <a:pt x="38" y="592"/>
                    </a:cubicBezTo>
                    <a:cubicBezTo>
                      <a:pt x="49" y="592"/>
                      <a:pt x="59" y="587"/>
                      <a:pt x="66" y="581"/>
                    </a:cubicBezTo>
                    <a:cubicBezTo>
                      <a:pt x="72" y="573"/>
                      <a:pt x="77" y="564"/>
                      <a:pt x="77" y="553"/>
                    </a:cubicBezTo>
                    <a:lnTo>
                      <a:pt x="77" y="296"/>
                    </a:lnTo>
                    <a:lnTo>
                      <a:pt x="77" y="40"/>
                    </a:lnTo>
                    <a:cubicBezTo>
                      <a:pt x="77" y="28"/>
                      <a:pt x="72" y="19"/>
                      <a:pt x="66" y="12"/>
                    </a:cubicBezTo>
                    <a:cubicBezTo>
                      <a:pt x="59" y="5"/>
                      <a:pt x="49" y="0"/>
                      <a:pt x="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2" name="Freeform 431">
                <a:extLst>
                  <a:ext uri="{FF2B5EF4-FFF2-40B4-BE49-F238E27FC236}">
                    <a16:creationId xmlns:a16="http://schemas.microsoft.com/office/drawing/2014/main" id="{594E78B5-CBA5-D24E-BF4C-14A7EB642FC2}"/>
                  </a:ext>
                </a:extLst>
              </p:cNvPr>
              <p:cNvSpPr/>
              <p:nvPr/>
            </p:nvSpPr>
            <p:spPr>
              <a:xfrm>
                <a:off x="8723037" y="4648435"/>
                <a:ext cx="114613" cy="753969"/>
              </a:xfrm>
              <a:custGeom>
                <a:avLst/>
                <a:gdLst>
                  <a:gd name="connsiteX0" fmla="*/ 56690 w 114613"/>
                  <a:gd name="connsiteY0" fmla="*/ 18694 h 753969"/>
                  <a:gd name="connsiteX1" fmla="*/ 29718 w 114613"/>
                  <a:gd name="connsiteY1" fmla="*/ 29891 h 753969"/>
                  <a:gd name="connsiteX2" fmla="*/ 18684 w 114613"/>
                  <a:gd name="connsiteY2" fmla="*/ 58504 h 753969"/>
                  <a:gd name="connsiteX3" fmla="*/ 18684 w 114613"/>
                  <a:gd name="connsiteY3" fmla="*/ 376985 h 753969"/>
                  <a:gd name="connsiteX4" fmla="*/ 18684 w 114613"/>
                  <a:gd name="connsiteY4" fmla="*/ 696710 h 753969"/>
                  <a:gd name="connsiteX5" fmla="*/ 29718 w 114613"/>
                  <a:gd name="connsiteY5" fmla="*/ 724080 h 753969"/>
                  <a:gd name="connsiteX6" fmla="*/ 56690 w 114613"/>
                  <a:gd name="connsiteY6" fmla="*/ 735276 h 753969"/>
                  <a:gd name="connsiteX7" fmla="*/ 83663 w 114613"/>
                  <a:gd name="connsiteY7" fmla="*/ 724080 h 753969"/>
                  <a:gd name="connsiteX8" fmla="*/ 95923 w 114613"/>
                  <a:gd name="connsiteY8" fmla="*/ 696710 h 753969"/>
                  <a:gd name="connsiteX9" fmla="*/ 95923 w 114613"/>
                  <a:gd name="connsiteY9" fmla="*/ 376985 h 753969"/>
                  <a:gd name="connsiteX10" fmla="*/ 95923 w 114613"/>
                  <a:gd name="connsiteY10" fmla="*/ 58504 h 753969"/>
                  <a:gd name="connsiteX11" fmla="*/ 83663 w 114613"/>
                  <a:gd name="connsiteY11" fmla="*/ 29891 h 753969"/>
                  <a:gd name="connsiteX12" fmla="*/ 56690 w 114613"/>
                  <a:gd name="connsiteY12" fmla="*/ 18694 h 753969"/>
                  <a:gd name="connsiteX13" fmla="*/ 56690 w 114613"/>
                  <a:gd name="connsiteY13" fmla="*/ 0 h 753969"/>
                  <a:gd name="connsiteX14" fmla="*/ 97359 w 114613"/>
                  <a:gd name="connsiteY14" fmla="*/ 16175 h 753969"/>
                  <a:gd name="connsiteX15" fmla="*/ 114613 w 114613"/>
                  <a:gd name="connsiteY15" fmla="*/ 58476 h 753969"/>
                  <a:gd name="connsiteX16" fmla="*/ 114613 w 114613"/>
                  <a:gd name="connsiteY16" fmla="*/ 376985 h 753969"/>
                  <a:gd name="connsiteX17" fmla="*/ 114613 w 114613"/>
                  <a:gd name="connsiteY17" fmla="*/ 696737 h 753969"/>
                  <a:gd name="connsiteX18" fmla="*/ 97359 w 114613"/>
                  <a:gd name="connsiteY18" fmla="*/ 737795 h 753969"/>
                  <a:gd name="connsiteX19" fmla="*/ 56690 w 114613"/>
                  <a:gd name="connsiteY19" fmla="*/ 753969 h 753969"/>
                  <a:gd name="connsiteX20" fmla="*/ 17254 w 114613"/>
                  <a:gd name="connsiteY20" fmla="*/ 737795 h 753969"/>
                  <a:gd name="connsiteX21" fmla="*/ 0 w 114613"/>
                  <a:gd name="connsiteY21" fmla="*/ 696737 h 753969"/>
                  <a:gd name="connsiteX22" fmla="*/ 0 w 114613"/>
                  <a:gd name="connsiteY22" fmla="*/ 376985 h 753969"/>
                  <a:gd name="connsiteX23" fmla="*/ 0 w 114613"/>
                  <a:gd name="connsiteY23" fmla="*/ 58476 h 753969"/>
                  <a:gd name="connsiteX24" fmla="*/ 17254 w 114613"/>
                  <a:gd name="connsiteY24" fmla="*/ 16175 h 753969"/>
                  <a:gd name="connsiteX25" fmla="*/ 56690 w 114613"/>
                  <a:gd name="connsiteY25" fmla="*/ 0 h 753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14613" h="753969">
                    <a:moveTo>
                      <a:pt x="56690" y="18694"/>
                    </a:moveTo>
                    <a:cubicBezTo>
                      <a:pt x="46882" y="18694"/>
                      <a:pt x="37074" y="22426"/>
                      <a:pt x="29718" y="29891"/>
                    </a:cubicBezTo>
                    <a:cubicBezTo>
                      <a:pt x="23588" y="37355"/>
                      <a:pt x="18684" y="47308"/>
                      <a:pt x="18684" y="58504"/>
                    </a:cubicBezTo>
                    <a:lnTo>
                      <a:pt x="18684" y="376985"/>
                    </a:lnTo>
                    <a:lnTo>
                      <a:pt x="18684" y="696710"/>
                    </a:lnTo>
                    <a:cubicBezTo>
                      <a:pt x="18684" y="707907"/>
                      <a:pt x="23588" y="717859"/>
                      <a:pt x="29718" y="724080"/>
                    </a:cubicBezTo>
                    <a:cubicBezTo>
                      <a:pt x="37074" y="731544"/>
                      <a:pt x="46882" y="735276"/>
                      <a:pt x="56690" y="735276"/>
                    </a:cubicBezTo>
                    <a:cubicBezTo>
                      <a:pt x="67725" y="735276"/>
                      <a:pt x="77533" y="731544"/>
                      <a:pt x="83663" y="724080"/>
                    </a:cubicBezTo>
                    <a:cubicBezTo>
                      <a:pt x="91019" y="717859"/>
                      <a:pt x="95923" y="707907"/>
                      <a:pt x="95923" y="696710"/>
                    </a:cubicBezTo>
                    <a:lnTo>
                      <a:pt x="95923" y="376985"/>
                    </a:lnTo>
                    <a:lnTo>
                      <a:pt x="95923" y="58504"/>
                    </a:lnTo>
                    <a:cubicBezTo>
                      <a:pt x="95923" y="47308"/>
                      <a:pt x="91019" y="37355"/>
                      <a:pt x="83663" y="29891"/>
                    </a:cubicBezTo>
                    <a:cubicBezTo>
                      <a:pt x="77533" y="22426"/>
                      <a:pt x="67725" y="18694"/>
                      <a:pt x="56690" y="18694"/>
                    </a:cubicBezTo>
                    <a:close/>
                    <a:moveTo>
                      <a:pt x="56690" y="0"/>
                    </a:moveTo>
                    <a:cubicBezTo>
                      <a:pt x="72711" y="0"/>
                      <a:pt x="87500" y="6221"/>
                      <a:pt x="97359" y="16175"/>
                    </a:cubicBezTo>
                    <a:cubicBezTo>
                      <a:pt x="107219" y="27372"/>
                      <a:pt x="114613" y="42302"/>
                      <a:pt x="114613" y="58476"/>
                    </a:cubicBezTo>
                    <a:lnTo>
                      <a:pt x="114613" y="376985"/>
                    </a:lnTo>
                    <a:lnTo>
                      <a:pt x="114613" y="696737"/>
                    </a:lnTo>
                    <a:cubicBezTo>
                      <a:pt x="114613" y="712912"/>
                      <a:pt x="107219" y="727842"/>
                      <a:pt x="97359" y="737795"/>
                    </a:cubicBezTo>
                    <a:cubicBezTo>
                      <a:pt x="87500" y="747748"/>
                      <a:pt x="72711" y="753969"/>
                      <a:pt x="56690" y="753969"/>
                    </a:cubicBezTo>
                    <a:cubicBezTo>
                      <a:pt x="40669" y="753969"/>
                      <a:pt x="27113" y="747748"/>
                      <a:pt x="17254" y="737795"/>
                    </a:cubicBezTo>
                    <a:cubicBezTo>
                      <a:pt x="6162" y="727842"/>
                      <a:pt x="0" y="712912"/>
                      <a:pt x="0" y="696737"/>
                    </a:cubicBezTo>
                    <a:lnTo>
                      <a:pt x="0" y="376985"/>
                    </a:lnTo>
                    <a:lnTo>
                      <a:pt x="0" y="58476"/>
                    </a:lnTo>
                    <a:cubicBezTo>
                      <a:pt x="0" y="42302"/>
                      <a:pt x="6162" y="27372"/>
                      <a:pt x="17254" y="16175"/>
                    </a:cubicBezTo>
                    <a:cubicBezTo>
                      <a:pt x="27113" y="6221"/>
                      <a:pt x="40669" y="0"/>
                      <a:pt x="56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C850F7B9-13CA-BD43-9938-0ABCB4509111}"/>
                  </a:ext>
                </a:extLst>
              </p:cNvPr>
              <p:cNvSpPr/>
              <p:nvPr/>
            </p:nvSpPr>
            <p:spPr>
              <a:xfrm>
                <a:off x="8916135" y="4847832"/>
                <a:ext cx="256633" cy="6305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7" h="507">
                    <a:moveTo>
                      <a:pt x="186" y="0"/>
                    </a:moveTo>
                    <a:lnTo>
                      <a:pt x="104" y="0"/>
                    </a:lnTo>
                    <a:lnTo>
                      <a:pt x="22" y="0"/>
                    </a:lnTo>
                    <a:cubicBezTo>
                      <a:pt x="16" y="0"/>
                      <a:pt x="11" y="3"/>
                      <a:pt x="6" y="7"/>
                    </a:cubicBezTo>
                    <a:cubicBezTo>
                      <a:pt x="3" y="10"/>
                      <a:pt x="0" y="16"/>
                      <a:pt x="0" y="21"/>
                    </a:cubicBezTo>
                    <a:lnTo>
                      <a:pt x="0" y="264"/>
                    </a:lnTo>
                    <a:lnTo>
                      <a:pt x="0" y="507"/>
                    </a:lnTo>
                    <a:lnTo>
                      <a:pt x="104" y="507"/>
                    </a:lnTo>
                    <a:lnTo>
                      <a:pt x="207" y="507"/>
                    </a:lnTo>
                    <a:lnTo>
                      <a:pt x="207" y="264"/>
                    </a:lnTo>
                    <a:lnTo>
                      <a:pt x="207" y="21"/>
                    </a:lnTo>
                    <a:cubicBezTo>
                      <a:pt x="207" y="16"/>
                      <a:pt x="205" y="10"/>
                      <a:pt x="201" y="7"/>
                    </a:cubicBezTo>
                    <a:cubicBezTo>
                      <a:pt x="197" y="3"/>
                      <a:pt x="192" y="0"/>
                      <a:pt x="18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3" name="Freeform 432">
                <a:extLst>
                  <a:ext uri="{FF2B5EF4-FFF2-40B4-BE49-F238E27FC236}">
                    <a16:creationId xmlns:a16="http://schemas.microsoft.com/office/drawing/2014/main" id="{8F9510F5-2767-2045-A1B2-7E79A10F0F91}"/>
                  </a:ext>
                </a:extLst>
              </p:cNvPr>
              <p:cNvSpPr/>
              <p:nvPr/>
            </p:nvSpPr>
            <p:spPr>
              <a:xfrm>
                <a:off x="8907414" y="4839108"/>
                <a:ext cx="275320" cy="648039"/>
              </a:xfrm>
              <a:custGeom>
                <a:avLst/>
                <a:gdLst>
                  <a:gd name="connsiteX0" fmla="*/ 36037 w 275320"/>
                  <a:gd name="connsiteY0" fmla="*/ 18694 h 648039"/>
                  <a:gd name="connsiteX1" fmla="*/ 23644 w 275320"/>
                  <a:gd name="connsiteY1" fmla="*/ 23669 h 648039"/>
                  <a:gd name="connsiteX2" fmla="*/ 18687 w 275320"/>
                  <a:gd name="connsiteY2" fmla="*/ 34862 h 648039"/>
                  <a:gd name="connsiteX3" fmla="*/ 18687 w 275320"/>
                  <a:gd name="connsiteY3" fmla="*/ 333348 h 648039"/>
                  <a:gd name="connsiteX4" fmla="*/ 18687 w 275320"/>
                  <a:gd name="connsiteY4" fmla="*/ 629346 h 648039"/>
                  <a:gd name="connsiteX5" fmla="*/ 137660 w 275320"/>
                  <a:gd name="connsiteY5" fmla="*/ 629346 h 648039"/>
                  <a:gd name="connsiteX6" fmla="*/ 256633 w 275320"/>
                  <a:gd name="connsiteY6" fmla="*/ 629346 h 648039"/>
                  <a:gd name="connsiteX7" fmla="*/ 256633 w 275320"/>
                  <a:gd name="connsiteY7" fmla="*/ 333348 h 648039"/>
                  <a:gd name="connsiteX8" fmla="*/ 256633 w 275320"/>
                  <a:gd name="connsiteY8" fmla="*/ 34862 h 648039"/>
                  <a:gd name="connsiteX9" fmla="*/ 251676 w 275320"/>
                  <a:gd name="connsiteY9" fmla="*/ 23669 h 648039"/>
                  <a:gd name="connsiteX10" fmla="*/ 239283 w 275320"/>
                  <a:gd name="connsiteY10" fmla="*/ 18694 h 648039"/>
                  <a:gd name="connsiteX11" fmla="*/ 137660 w 275320"/>
                  <a:gd name="connsiteY11" fmla="*/ 18694 h 648039"/>
                  <a:gd name="connsiteX12" fmla="*/ 35965 w 275320"/>
                  <a:gd name="connsiteY12" fmla="*/ 0 h 648039"/>
                  <a:gd name="connsiteX13" fmla="*/ 137660 w 275320"/>
                  <a:gd name="connsiteY13" fmla="*/ 0 h 648039"/>
                  <a:gd name="connsiteX14" fmla="*/ 239355 w 275320"/>
                  <a:gd name="connsiteY14" fmla="*/ 0 h 648039"/>
                  <a:gd name="connsiteX15" fmla="*/ 264158 w 275320"/>
                  <a:gd name="connsiteY15" fmla="*/ 9951 h 648039"/>
                  <a:gd name="connsiteX16" fmla="*/ 275320 w 275320"/>
                  <a:gd name="connsiteY16" fmla="*/ 34828 h 648039"/>
                  <a:gd name="connsiteX17" fmla="*/ 275320 w 275320"/>
                  <a:gd name="connsiteY17" fmla="*/ 337080 h 648039"/>
                  <a:gd name="connsiteX18" fmla="*/ 275320 w 275320"/>
                  <a:gd name="connsiteY18" fmla="*/ 639332 h 648039"/>
                  <a:gd name="connsiteX19" fmla="*/ 272840 w 275320"/>
                  <a:gd name="connsiteY19" fmla="*/ 645552 h 648039"/>
                  <a:gd name="connsiteX20" fmla="*/ 265399 w 275320"/>
                  <a:gd name="connsiteY20" fmla="*/ 648039 h 648039"/>
                  <a:gd name="connsiteX21" fmla="*/ 137660 w 275320"/>
                  <a:gd name="connsiteY21" fmla="*/ 648039 h 648039"/>
                  <a:gd name="connsiteX22" fmla="*/ 8681 w 275320"/>
                  <a:gd name="connsiteY22" fmla="*/ 648039 h 648039"/>
                  <a:gd name="connsiteX23" fmla="*/ 2480 w 275320"/>
                  <a:gd name="connsiteY23" fmla="*/ 645552 h 648039"/>
                  <a:gd name="connsiteX24" fmla="*/ 0 w 275320"/>
                  <a:gd name="connsiteY24" fmla="*/ 639332 h 648039"/>
                  <a:gd name="connsiteX25" fmla="*/ 0 w 275320"/>
                  <a:gd name="connsiteY25" fmla="*/ 337080 h 648039"/>
                  <a:gd name="connsiteX26" fmla="*/ 0 w 275320"/>
                  <a:gd name="connsiteY26" fmla="*/ 34828 h 648039"/>
                  <a:gd name="connsiteX27" fmla="*/ 9921 w 275320"/>
                  <a:gd name="connsiteY27" fmla="*/ 9951 h 648039"/>
                  <a:gd name="connsiteX28" fmla="*/ 35965 w 275320"/>
                  <a:gd name="connsiteY28" fmla="*/ 0 h 6480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75320" h="648039">
                    <a:moveTo>
                      <a:pt x="36037" y="18694"/>
                    </a:moveTo>
                    <a:cubicBezTo>
                      <a:pt x="31080" y="18694"/>
                      <a:pt x="26123" y="19938"/>
                      <a:pt x="23644" y="23669"/>
                    </a:cubicBezTo>
                    <a:cubicBezTo>
                      <a:pt x="19926" y="26156"/>
                      <a:pt x="18687" y="31131"/>
                      <a:pt x="18687" y="34862"/>
                    </a:cubicBezTo>
                    <a:lnTo>
                      <a:pt x="18687" y="333348"/>
                    </a:lnTo>
                    <a:lnTo>
                      <a:pt x="18687" y="629346"/>
                    </a:lnTo>
                    <a:lnTo>
                      <a:pt x="137660" y="629346"/>
                    </a:lnTo>
                    <a:lnTo>
                      <a:pt x="256633" y="629346"/>
                    </a:lnTo>
                    <a:lnTo>
                      <a:pt x="256633" y="333348"/>
                    </a:lnTo>
                    <a:lnTo>
                      <a:pt x="256633" y="34862"/>
                    </a:lnTo>
                    <a:cubicBezTo>
                      <a:pt x="256633" y="31131"/>
                      <a:pt x="254154" y="26156"/>
                      <a:pt x="251676" y="23669"/>
                    </a:cubicBezTo>
                    <a:cubicBezTo>
                      <a:pt x="249197" y="19938"/>
                      <a:pt x="244240" y="18694"/>
                      <a:pt x="239283" y="18694"/>
                    </a:cubicBezTo>
                    <a:lnTo>
                      <a:pt x="137660" y="18694"/>
                    </a:lnTo>
                    <a:close/>
                    <a:moveTo>
                      <a:pt x="35965" y="0"/>
                    </a:moveTo>
                    <a:lnTo>
                      <a:pt x="137660" y="0"/>
                    </a:lnTo>
                    <a:lnTo>
                      <a:pt x="239355" y="0"/>
                    </a:lnTo>
                    <a:cubicBezTo>
                      <a:pt x="249276" y="0"/>
                      <a:pt x="257957" y="3732"/>
                      <a:pt x="264158" y="9951"/>
                    </a:cubicBezTo>
                    <a:cubicBezTo>
                      <a:pt x="271599" y="16170"/>
                      <a:pt x="275320" y="26121"/>
                      <a:pt x="275320" y="34828"/>
                    </a:cubicBezTo>
                    <a:lnTo>
                      <a:pt x="275320" y="337080"/>
                    </a:lnTo>
                    <a:lnTo>
                      <a:pt x="275320" y="639332"/>
                    </a:lnTo>
                    <a:cubicBezTo>
                      <a:pt x="275320" y="641820"/>
                      <a:pt x="274080" y="644308"/>
                      <a:pt x="272840" y="645552"/>
                    </a:cubicBezTo>
                    <a:cubicBezTo>
                      <a:pt x="270359" y="646795"/>
                      <a:pt x="267879" y="648039"/>
                      <a:pt x="265399" y="648039"/>
                    </a:cubicBezTo>
                    <a:lnTo>
                      <a:pt x="137660" y="648039"/>
                    </a:lnTo>
                    <a:lnTo>
                      <a:pt x="8681" y="648039"/>
                    </a:lnTo>
                    <a:cubicBezTo>
                      <a:pt x="6201" y="648039"/>
                      <a:pt x="4961" y="646795"/>
                      <a:pt x="2480" y="645552"/>
                    </a:cubicBezTo>
                    <a:cubicBezTo>
                      <a:pt x="0" y="644308"/>
                      <a:pt x="0" y="641820"/>
                      <a:pt x="0" y="639332"/>
                    </a:cubicBezTo>
                    <a:lnTo>
                      <a:pt x="0" y="337080"/>
                    </a:lnTo>
                    <a:lnTo>
                      <a:pt x="0" y="34828"/>
                    </a:lnTo>
                    <a:cubicBezTo>
                      <a:pt x="0" y="26121"/>
                      <a:pt x="3721" y="16170"/>
                      <a:pt x="9921" y="9951"/>
                    </a:cubicBezTo>
                    <a:cubicBezTo>
                      <a:pt x="16122" y="3732"/>
                      <a:pt x="26044" y="0"/>
                      <a:pt x="35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9A68F987-8E38-0445-9EAF-5C6942271FD1}"/>
                  </a:ext>
                </a:extLst>
              </p:cNvPr>
              <p:cNvSpPr/>
              <p:nvPr/>
            </p:nvSpPr>
            <p:spPr>
              <a:xfrm>
                <a:off x="9003337" y="4910144"/>
                <a:ext cx="83468" cy="834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" h="68">
                    <a:moveTo>
                      <a:pt x="68" y="33"/>
                    </a:moveTo>
                    <a:cubicBezTo>
                      <a:pt x="68" y="43"/>
                      <a:pt x="64" y="51"/>
                      <a:pt x="58" y="57"/>
                    </a:cubicBezTo>
                    <a:cubicBezTo>
                      <a:pt x="52" y="63"/>
                      <a:pt x="43" y="68"/>
                      <a:pt x="34" y="68"/>
                    </a:cubicBezTo>
                    <a:cubicBezTo>
                      <a:pt x="24" y="68"/>
                      <a:pt x="16" y="63"/>
                      <a:pt x="10" y="57"/>
                    </a:cubicBezTo>
                    <a:cubicBezTo>
                      <a:pt x="4" y="51"/>
                      <a:pt x="0" y="43"/>
                      <a:pt x="0" y="33"/>
                    </a:cubicBezTo>
                    <a:cubicBezTo>
                      <a:pt x="0" y="24"/>
                      <a:pt x="4" y="16"/>
                      <a:pt x="10" y="10"/>
                    </a:cubicBezTo>
                    <a:cubicBezTo>
                      <a:pt x="16" y="3"/>
                      <a:pt x="24" y="0"/>
                      <a:pt x="34" y="0"/>
                    </a:cubicBezTo>
                    <a:cubicBezTo>
                      <a:pt x="43" y="0"/>
                      <a:pt x="52" y="3"/>
                      <a:pt x="58" y="10"/>
                    </a:cubicBezTo>
                    <a:cubicBezTo>
                      <a:pt x="64" y="16"/>
                      <a:pt x="68" y="24"/>
                      <a:pt x="68" y="3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4" name="Freeform 433">
                <a:extLst>
                  <a:ext uri="{FF2B5EF4-FFF2-40B4-BE49-F238E27FC236}">
                    <a16:creationId xmlns:a16="http://schemas.microsoft.com/office/drawing/2014/main" id="{63BAA6C9-D18E-4246-A2C3-01AB10F04230}"/>
                  </a:ext>
                </a:extLst>
              </p:cNvPr>
              <p:cNvSpPr/>
              <p:nvPr/>
            </p:nvSpPr>
            <p:spPr>
              <a:xfrm>
                <a:off x="8994616" y="4900174"/>
                <a:ext cx="100909" cy="102191"/>
              </a:xfrm>
              <a:custGeom>
                <a:avLst/>
                <a:gdLst>
                  <a:gd name="connsiteX0" fmla="*/ 50458 w 100909"/>
                  <a:gd name="connsiteY0" fmla="*/ 18693 h 102191"/>
                  <a:gd name="connsiteX1" fmla="*/ 27227 w 100909"/>
                  <a:gd name="connsiteY1" fmla="*/ 27252 h 102191"/>
                  <a:gd name="connsiteX2" fmla="*/ 17445 w 100909"/>
                  <a:gd name="connsiteY2" fmla="*/ 50484 h 102191"/>
                  <a:gd name="connsiteX3" fmla="*/ 27227 w 100909"/>
                  <a:gd name="connsiteY3" fmla="*/ 73716 h 102191"/>
                  <a:gd name="connsiteX4" fmla="*/ 50458 w 100909"/>
                  <a:gd name="connsiteY4" fmla="*/ 83497 h 102191"/>
                  <a:gd name="connsiteX5" fmla="*/ 73690 w 100909"/>
                  <a:gd name="connsiteY5" fmla="*/ 73716 h 102191"/>
                  <a:gd name="connsiteX6" fmla="*/ 83472 w 100909"/>
                  <a:gd name="connsiteY6" fmla="*/ 50484 h 102191"/>
                  <a:gd name="connsiteX7" fmla="*/ 73690 w 100909"/>
                  <a:gd name="connsiteY7" fmla="*/ 27252 h 102191"/>
                  <a:gd name="connsiteX8" fmla="*/ 50458 w 100909"/>
                  <a:gd name="connsiteY8" fmla="*/ 18693 h 102191"/>
                  <a:gd name="connsiteX9" fmla="*/ 50454 w 100909"/>
                  <a:gd name="connsiteY9" fmla="*/ 0 h 102191"/>
                  <a:gd name="connsiteX10" fmla="*/ 86142 w 100909"/>
                  <a:gd name="connsiteY10" fmla="*/ 14775 h 102191"/>
                  <a:gd name="connsiteX11" fmla="*/ 100909 w 100909"/>
                  <a:gd name="connsiteY11" fmla="*/ 50480 h 102191"/>
                  <a:gd name="connsiteX12" fmla="*/ 86142 w 100909"/>
                  <a:gd name="connsiteY12" fmla="*/ 87417 h 102191"/>
                  <a:gd name="connsiteX13" fmla="*/ 50454 w 100909"/>
                  <a:gd name="connsiteY13" fmla="*/ 102191 h 102191"/>
                  <a:gd name="connsiteX14" fmla="*/ 14767 w 100909"/>
                  <a:gd name="connsiteY14" fmla="*/ 87417 h 102191"/>
                  <a:gd name="connsiteX15" fmla="*/ 0 w 100909"/>
                  <a:gd name="connsiteY15" fmla="*/ 50480 h 102191"/>
                  <a:gd name="connsiteX16" fmla="*/ 14767 w 100909"/>
                  <a:gd name="connsiteY16" fmla="*/ 14775 h 102191"/>
                  <a:gd name="connsiteX17" fmla="*/ 50454 w 100909"/>
                  <a:gd name="connsiteY17" fmla="*/ 0 h 1021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0909" h="102191">
                    <a:moveTo>
                      <a:pt x="50458" y="18693"/>
                    </a:moveTo>
                    <a:cubicBezTo>
                      <a:pt x="41899" y="18693"/>
                      <a:pt x="33340" y="22361"/>
                      <a:pt x="27227" y="27252"/>
                    </a:cubicBezTo>
                    <a:cubicBezTo>
                      <a:pt x="21113" y="33366"/>
                      <a:pt x="17445" y="41925"/>
                      <a:pt x="17445" y="50484"/>
                    </a:cubicBezTo>
                    <a:cubicBezTo>
                      <a:pt x="17445" y="60266"/>
                      <a:pt x="21113" y="67602"/>
                      <a:pt x="27227" y="73716"/>
                    </a:cubicBezTo>
                    <a:cubicBezTo>
                      <a:pt x="33340" y="79829"/>
                      <a:pt x="41899" y="83497"/>
                      <a:pt x="50458" y="83497"/>
                    </a:cubicBezTo>
                    <a:cubicBezTo>
                      <a:pt x="60240" y="83497"/>
                      <a:pt x="67577" y="79829"/>
                      <a:pt x="73690" y="73716"/>
                    </a:cubicBezTo>
                    <a:cubicBezTo>
                      <a:pt x="78581" y="67602"/>
                      <a:pt x="83472" y="60266"/>
                      <a:pt x="83472" y="50484"/>
                    </a:cubicBezTo>
                    <a:cubicBezTo>
                      <a:pt x="83472" y="41925"/>
                      <a:pt x="78581" y="33366"/>
                      <a:pt x="73690" y="27252"/>
                    </a:cubicBezTo>
                    <a:cubicBezTo>
                      <a:pt x="67577" y="22361"/>
                      <a:pt x="60240" y="18693"/>
                      <a:pt x="50458" y="18693"/>
                    </a:cubicBezTo>
                    <a:close/>
                    <a:moveTo>
                      <a:pt x="50454" y="0"/>
                    </a:moveTo>
                    <a:cubicBezTo>
                      <a:pt x="63991" y="0"/>
                      <a:pt x="77528" y="6156"/>
                      <a:pt x="86142" y="14775"/>
                    </a:cubicBezTo>
                    <a:cubicBezTo>
                      <a:pt x="95987" y="24625"/>
                      <a:pt x="100909" y="36937"/>
                      <a:pt x="100909" y="50480"/>
                    </a:cubicBezTo>
                    <a:cubicBezTo>
                      <a:pt x="100909" y="65255"/>
                      <a:pt x="95987" y="77567"/>
                      <a:pt x="86142" y="87417"/>
                    </a:cubicBezTo>
                    <a:cubicBezTo>
                      <a:pt x="77528" y="96035"/>
                      <a:pt x="63991" y="102191"/>
                      <a:pt x="50454" y="102191"/>
                    </a:cubicBezTo>
                    <a:cubicBezTo>
                      <a:pt x="35687" y="102191"/>
                      <a:pt x="23381" y="96035"/>
                      <a:pt x="14767" y="87417"/>
                    </a:cubicBezTo>
                    <a:cubicBezTo>
                      <a:pt x="4922" y="77567"/>
                      <a:pt x="0" y="65255"/>
                      <a:pt x="0" y="50480"/>
                    </a:cubicBezTo>
                    <a:cubicBezTo>
                      <a:pt x="0" y="36937"/>
                      <a:pt x="4922" y="24625"/>
                      <a:pt x="14767" y="14775"/>
                    </a:cubicBezTo>
                    <a:cubicBezTo>
                      <a:pt x="23381" y="6156"/>
                      <a:pt x="35687" y="0"/>
                      <a:pt x="504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5" name="Freeform 434">
                <a:extLst>
                  <a:ext uri="{FF2B5EF4-FFF2-40B4-BE49-F238E27FC236}">
                    <a16:creationId xmlns:a16="http://schemas.microsoft.com/office/drawing/2014/main" id="{5374C5C2-B189-AA44-9327-9C31B79EDED0}"/>
                  </a:ext>
                </a:extLst>
              </p:cNvPr>
              <p:cNvSpPr/>
              <p:nvPr/>
            </p:nvSpPr>
            <p:spPr>
              <a:xfrm>
                <a:off x="8907414" y="5057199"/>
                <a:ext cx="275320" cy="100945"/>
              </a:xfrm>
              <a:custGeom>
                <a:avLst/>
                <a:gdLst>
                  <a:gd name="connsiteX0" fmla="*/ 18687 w 275320"/>
                  <a:gd name="connsiteY0" fmla="*/ 18693 h 100945"/>
                  <a:gd name="connsiteX1" fmla="*/ 18687 w 275320"/>
                  <a:gd name="connsiteY1" fmla="*/ 50472 h 100945"/>
                  <a:gd name="connsiteX2" fmla="*/ 18687 w 275320"/>
                  <a:gd name="connsiteY2" fmla="*/ 82251 h 100945"/>
                  <a:gd name="connsiteX3" fmla="*/ 137660 w 275320"/>
                  <a:gd name="connsiteY3" fmla="*/ 82251 h 100945"/>
                  <a:gd name="connsiteX4" fmla="*/ 256633 w 275320"/>
                  <a:gd name="connsiteY4" fmla="*/ 82251 h 100945"/>
                  <a:gd name="connsiteX5" fmla="*/ 256633 w 275320"/>
                  <a:gd name="connsiteY5" fmla="*/ 50472 h 100945"/>
                  <a:gd name="connsiteX6" fmla="*/ 256633 w 275320"/>
                  <a:gd name="connsiteY6" fmla="*/ 18693 h 100945"/>
                  <a:gd name="connsiteX7" fmla="*/ 137660 w 275320"/>
                  <a:gd name="connsiteY7" fmla="*/ 18693 h 100945"/>
                  <a:gd name="connsiteX8" fmla="*/ 8681 w 275320"/>
                  <a:gd name="connsiteY8" fmla="*/ 0 h 100945"/>
                  <a:gd name="connsiteX9" fmla="*/ 137660 w 275320"/>
                  <a:gd name="connsiteY9" fmla="*/ 0 h 100945"/>
                  <a:gd name="connsiteX10" fmla="*/ 265399 w 275320"/>
                  <a:gd name="connsiteY10" fmla="*/ 0 h 100945"/>
                  <a:gd name="connsiteX11" fmla="*/ 272840 w 275320"/>
                  <a:gd name="connsiteY11" fmla="*/ 2462 h 100945"/>
                  <a:gd name="connsiteX12" fmla="*/ 275320 w 275320"/>
                  <a:gd name="connsiteY12" fmla="*/ 9849 h 100945"/>
                  <a:gd name="connsiteX13" fmla="*/ 275320 w 275320"/>
                  <a:gd name="connsiteY13" fmla="*/ 50473 h 100945"/>
                  <a:gd name="connsiteX14" fmla="*/ 275320 w 275320"/>
                  <a:gd name="connsiteY14" fmla="*/ 91097 h 100945"/>
                  <a:gd name="connsiteX15" fmla="*/ 272840 w 275320"/>
                  <a:gd name="connsiteY15" fmla="*/ 98483 h 100945"/>
                  <a:gd name="connsiteX16" fmla="*/ 265399 w 275320"/>
                  <a:gd name="connsiteY16" fmla="*/ 100945 h 100945"/>
                  <a:gd name="connsiteX17" fmla="*/ 137660 w 275320"/>
                  <a:gd name="connsiteY17" fmla="*/ 100945 h 100945"/>
                  <a:gd name="connsiteX18" fmla="*/ 8681 w 275320"/>
                  <a:gd name="connsiteY18" fmla="*/ 100945 h 100945"/>
                  <a:gd name="connsiteX19" fmla="*/ 2480 w 275320"/>
                  <a:gd name="connsiteY19" fmla="*/ 98483 h 100945"/>
                  <a:gd name="connsiteX20" fmla="*/ 0 w 275320"/>
                  <a:gd name="connsiteY20" fmla="*/ 91097 h 100945"/>
                  <a:gd name="connsiteX21" fmla="*/ 0 w 275320"/>
                  <a:gd name="connsiteY21" fmla="*/ 50473 h 100945"/>
                  <a:gd name="connsiteX22" fmla="*/ 0 w 275320"/>
                  <a:gd name="connsiteY22" fmla="*/ 9849 h 100945"/>
                  <a:gd name="connsiteX23" fmla="*/ 2480 w 275320"/>
                  <a:gd name="connsiteY23" fmla="*/ 2462 h 100945"/>
                  <a:gd name="connsiteX24" fmla="*/ 8681 w 275320"/>
                  <a:gd name="connsiteY24" fmla="*/ 0 h 100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5320" h="100945">
                    <a:moveTo>
                      <a:pt x="18687" y="18693"/>
                    </a:moveTo>
                    <a:lnTo>
                      <a:pt x="18687" y="50472"/>
                    </a:lnTo>
                    <a:lnTo>
                      <a:pt x="18687" y="82251"/>
                    </a:lnTo>
                    <a:lnTo>
                      <a:pt x="137660" y="82251"/>
                    </a:lnTo>
                    <a:lnTo>
                      <a:pt x="256633" y="82251"/>
                    </a:lnTo>
                    <a:lnTo>
                      <a:pt x="256633" y="50472"/>
                    </a:lnTo>
                    <a:lnTo>
                      <a:pt x="256633" y="18693"/>
                    </a:lnTo>
                    <a:lnTo>
                      <a:pt x="137660" y="18693"/>
                    </a:lnTo>
                    <a:close/>
                    <a:moveTo>
                      <a:pt x="8681" y="0"/>
                    </a:moveTo>
                    <a:lnTo>
                      <a:pt x="137660" y="0"/>
                    </a:lnTo>
                    <a:lnTo>
                      <a:pt x="265399" y="0"/>
                    </a:lnTo>
                    <a:cubicBezTo>
                      <a:pt x="267879" y="0"/>
                      <a:pt x="270359" y="1231"/>
                      <a:pt x="272840" y="2462"/>
                    </a:cubicBezTo>
                    <a:cubicBezTo>
                      <a:pt x="274080" y="3693"/>
                      <a:pt x="275320" y="6155"/>
                      <a:pt x="275320" y="9849"/>
                    </a:cubicBezTo>
                    <a:lnTo>
                      <a:pt x="275320" y="50473"/>
                    </a:lnTo>
                    <a:lnTo>
                      <a:pt x="275320" y="91097"/>
                    </a:lnTo>
                    <a:cubicBezTo>
                      <a:pt x="275320" y="93559"/>
                      <a:pt x="274080" y="97252"/>
                      <a:pt x="272840" y="98483"/>
                    </a:cubicBezTo>
                    <a:cubicBezTo>
                      <a:pt x="270359" y="99714"/>
                      <a:pt x="267879" y="100945"/>
                      <a:pt x="265399" y="100945"/>
                    </a:cubicBezTo>
                    <a:lnTo>
                      <a:pt x="137660" y="100945"/>
                    </a:lnTo>
                    <a:lnTo>
                      <a:pt x="8681" y="100945"/>
                    </a:lnTo>
                    <a:cubicBezTo>
                      <a:pt x="6201" y="100945"/>
                      <a:pt x="4961" y="99714"/>
                      <a:pt x="2480" y="98483"/>
                    </a:cubicBezTo>
                    <a:cubicBezTo>
                      <a:pt x="0" y="97252"/>
                      <a:pt x="0" y="93559"/>
                      <a:pt x="0" y="91097"/>
                    </a:cubicBezTo>
                    <a:lnTo>
                      <a:pt x="0" y="50473"/>
                    </a:lnTo>
                    <a:lnTo>
                      <a:pt x="0" y="9849"/>
                    </a:lnTo>
                    <a:cubicBezTo>
                      <a:pt x="0" y="6155"/>
                      <a:pt x="0" y="3693"/>
                      <a:pt x="2480" y="2462"/>
                    </a:cubicBezTo>
                    <a:cubicBezTo>
                      <a:pt x="4961" y="1231"/>
                      <a:pt x="6201" y="0"/>
                      <a:pt x="86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3650196E-9598-2F48-B23D-37ED6190CCEB}"/>
                  </a:ext>
                </a:extLst>
              </p:cNvPr>
              <p:cNvSpPr/>
              <p:nvPr/>
            </p:nvSpPr>
            <p:spPr>
              <a:xfrm>
                <a:off x="9537785" y="4668375"/>
                <a:ext cx="264108" cy="8100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3" h="651">
                    <a:moveTo>
                      <a:pt x="193" y="0"/>
                    </a:moveTo>
                    <a:lnTo>
                      <a:pt x="107" y="0"/>
                    </a:lnTo>
                    <a:lnTo>
                      <a:pt x="20" y="0"/>
                    </a:lnTo>
                    <a:cubicBezTo>
                      <a:pt x="14" y="0"/>
                      <a:pt x="10" y="3"/>
                      <a:pt x="6" y="7"/>
                    </a:cubicBezTo>
                    <a:cubicBezTo>
                      <a:pt x="2" y="10"/>
                      <a:pt x="0" y="15"/>
                      <a:pt x="0" y="21"/>
                    </a:cubicBezTo>
                    <a:lnTo>
                      <a:pt x="0" y="336"/>
                    </a:lnTo>
                    <a:lnTo>
                      <a:pt x="0" y="651"/>
                    </a:lnTo>
                    <a:lnTo>
                      <a:pt x="107" y="651"/>
                    </a:lnTo>
                    <a:lnTo>
                      <a:pt x="213" y="651"/>
                    </a:lnTo>
                    <a:lnTo>
                      <a:pt x="213" y="336"/>
                    </a:lnTo>
                    <a:lnTo>
                      <a:pt x="213" y="21"/>
                    </a:lnTo>
                    <a:cubicBezTo>
                      <a:pt x="213" y="15"/>
                      <a:pt x="211" y="10"/>
                      <a:pt x="207" y="7"/>
                    </a:cubicBezTo>
                    <a:cubicBezTo>
                      <a:pt x="204" y="3"/>
                      <a:pt x="198" y="0"/>
                      <a:pt x="19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6" name="Freeform 435">
                <a:extLst>
                  <a:ext uri="{FF2B5EF4-FFF2-40B4-BE49-F238E27FC236}">
                    <a16:creationId xmlns:a16="http://schemas.microsoft.com/office/drawing/2014/main" id="{3F5C628E-C216-574C-8864-120171CCAC19}"/>
                  </a:ext>
                </a:extLst>
              </p:cNvPr>
              <p:cNvSpPr/>
              <p:nvPr/>
            </p:nvSpPr>
            <p:spPr>
              <a:xfrm>
                <a:off x="9527815" y="4659651"/>
                <a:ext cx="282795" cy="827496"/>
              </a:xfrm>
              <a:custGeom>
                <a:avLst/>
                <a:gdLst>
                  <a:gd name="connsiteX0" fmla="*/ 34810 w 282795"/>
                  <a:gd name="connsiteY0" fmla="*/ 18690 h 827496"/>
                  <a:gd name="connsiteX1" fmla="*/ 23655 w 282795"/>
                  <a:gd name="connsiteY1" fmla="*/ 22423 h 827496"/>
                  <a:gd name="connsiteX2" fmla="*/ 19936 w 282795"/>
                  <a:gd name="connsiteY2" fmla="*/ 34866 h 827496"/>
                  <a:gd name="connsiteX3" fmla="*/ 19936 w 282795"/>
                  <a:gd name="connsiteY3" fmla="*/ 421832 h 827496"/>
                  <a:gd name="connsiteX4" fmla="*/ 19936 w 282795"/>
                  <a:gd name="connsiteY4" fmla="*/ 808799 h 827496"/>
                  <a:gd name="connsiteX5" fmla="*/ 142647 w 282795"/>
                  <a:gd name="connsiteY5" fmla="*/ 808799 h 827496"/>
                  <a:gd name="connsiteX6" fmla="*/ 265357 w 282795"/>
                  <a:gd name="connsiteY6" fmla="*/ 808799 h 827496"/>
                  <a:gd name="connsiteX7" fmla="*/ 265357 w 282795"/>
                  <a:gd name="connsiteY7" fmla="*/ 421832 h 827496"/>
                  <a:gd name="connsiteX8" fmla="*/ 265357 w 282795"/>
                  <a:gd name="connsiteY8" fmla="*/ 34866 h 827496"/>
                  <a:gd name="connsiteX9" fmla="*/ 260399 w 282795"/>
                  <a:gd name="connsiteY9" fmla="*/ 22423 h 827496"/>
                  <a:gd name="connsiteX10" fmla="*/ 249243 w 282795"/>
                  <a:gd name="connsiteY10" fmla="*/ 18690 h 827496"/>
                  <a:gd name="connsiteX11" fmla="*/ 142647 w 282795"/>
                  <a:gd name="connsiteY11" fmla="*/ 18690 h 827496"/>
                  <a:gd name="connsiteX12" fmla="*/ 34729 w 282795"/>
                  <a:gd name="connsiteY12" fmla="*/ 0 h 827496"/>
                  <a:gd name="connsiteX13" fmla="*/ 142638 w 282795"/>
                  <a:gd name="connsiteY13" fmla="*/ 0 h 827496"/>
                  <a:gd name="connsiteX14" fmla="*/ 249306 w 282795"/>
                  <a:gd name="connsiteY14" fmla="*/ 0 h 827496"/>
                  <a:gd name="connsiteX15" fmla="*/ 272872 w 282795"/>
                  <a:gd name="connsiteY15" fmla="*/ 9955 h 827496"/>
                  <a:gd name="connsiteX16" fmla="*/ 282795 w 282795"/>
                  <a:gd name="connsiteY16" fmla="*/ 34842 h 827496"/>
                  <a:gd name="connsiteX17" fmla="*/ 282795 w 282795"/>
                  <a:gd name="connsiteY17" fmla="*/ 426814 h 827496"/>
                  <a:gd name="connsiteX18" fmla="*/ 282795 w 282795"/>
                  <a:gd name="connsiteY18" fmla="*/ 818786 h 827496"/>
                  <a:gd name="connsiteX19" fmla="*/ 280314 w 282795"/>
                  <a:gd name="connsiteY19" fmla="*/ 825008 h 827496"/>
                  <a:gd name="connsiteX20" fmla="*/ 274113 w 282795"/>
                  <a:gd name="connsiteY20" fmla="*/ 827496 h 827496"/>
                  <a:gd name="connsiteX21" fmla="*/ 142638 w 282795"/>
                  <a:gd name="connsiteY21" fmla="*/ 827496 h 827496"/>
                  <a:gd name="connsiteX22" fmla="*/ 9923 w 282795"/>
                  <a:gd name="connsiteY22" fmla="*/ 827496 h 827496"/>
                  <a:gd name="connsiteX23" fmla="*/ 3721 w 282795"/>
                  <a:gd name="connsiteY23" fmla="*/ 825008 h 827496"/>
                  <a:gd name="connsiteX24" fmla="*/ 0 w 282795"/>
                  <a:gd name="connsiteY24" fmla="*/ 818786 h 827496"/>
                  <a:gd name="connsiteX25" fmla="*/ 0 w 282795"/>
                  <a:gd name="connsiteY25" fmla="*/ 426814 h 827496"/>
                  <a:gd name="connsiteX26" fmla="*/ 0 w 282795"/>
                  <a:gd name="connsiteY26" fmla="*/ 34842 h 827496"/>
                  <a:gd name="connsiteX27" fmla="*/ 11163 w 282795"/>
                  <a:gd name="connsiteY27" fmla="*/ 9955 h 827496"/>
                  <a:gd name="connsiteX28" fmla="*/ 34729 w 282795"/>
                  <a:gd name="connsiteY28" fmla="*/ 0 h 8274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82795" h="827496">
                    <a:moveTo>
                      <a:pt x="34810" y="18690"/>
                    </a:moveTo>
                    <a:cubicBezTo>
                      <a:pt x="31091" y="18690"/>
                      <a:pt x="27373" y="21179"/>
                      <a:pt x="23655" y="22423"/>
                    </a:cubicBezTo>
                    <a:cubicBezTo>
                      <a:pt x="21175" y="26156"/>
                      <a:pt x="19936" y="29889"/>
                      <a:pt x="19936" y="34866"/>
                    </a:cubicBezTo>
                    <a:lnTo>
                      <a:pt x="19936" y="421832"/>
                    </a:lnTo>
                    <a:lnTo>
                      <a:pt x="19936" y="808799"/>
                    </a:lnTo>
                    <a:lnTo>
                      <a:pt x="142647" y="808799"/>
                    </a:lnTo>
                    <a:lnTo>
                      <a:pt x="265357" y="808799"/>
                    </a:lnTo>
                    <a:lnTo>
                      <a:pt x="265357" y="421832"/>
                    </a:lnTo>
                    <a:lnTo>
                      <a:pt x="265357" y="34866"/>
                    </a:lnTo>
                    <a:cubicBezTo>
                      <a:pt x="265357" y="29889"/>
                      <a:pt x="264117" y="26156"/>
                      <a:pt x="260399" y="22423"/>
                    </a:cubicBezTo>
                    <a:cubicBezTo>
                      <a:pt x="257920" y="21179"/>
                      <a:pt x="252962" y="18690"/>
                      <a:pt x="249243" y="18690"/>
                    </a:cubicBezTo>
                    <a:lnTo>
                      <a:pt x="142647" y="18690"/>
                    </a:lnTo>
                    <a:close/>
                    <a:moveTo>
                      <a:pt x="34729" y="0"/>
                    </a:moveTo>
                    <a:lnTo>
                      <a:pt x="142638" y="0"/>
                    </a:lnTo>
                    <a:lnTo>
                      <a:pt x="249306" y="0"/>
                    </a:lnTo>
                    <a:cubicBezTo>
                      <a:pt x="259229" y="0"/>
                      <a:pt x="266671" y="3733"/>
                      <a:pt x="272872" y="9955"/>
                    </a:cubicBezTo>
                    <a:cubicBezTo>
                      <a:pt x="279074" y="16177"/>
                      <a:pt x="282795" y="24887"/>
                      <a:pt x="282795" y="34842"/>
                    </a:cubicBezTo>
                    <a:lnTo>
                      <a:pt x="282795" y="426814"/>
                    </a:lnTo>
                    <a:lnTo>
                      <a:pt x="282795" y="818786"/>
                    </a:lnTo>
                    <a:cubicBezTo>
                      <a:pt x="282795" y="821274"/>
                      <a:pt x="282795" y="823763"/>
                      <a:pt x="280314" y="825008"/>
                    </a:cubicBezTo>
                    <a:cubicBezTo>
                      <a:pt x="279074" y="826252"/>
                      <a:pt x="276593" y="827496"/>
                      <a:pt x="274113" y="827496"/>
                    </a:cubicBezTo>
                    <a:lnTo>
                      <a:pt x="142638" y="827496"/>
                    </a:lnTo>
                    <a:lnTo>
                      <a:pt x="9923" y="827496"/>
                    </a:lnTo>
                    <a:cubicBezTo>
                      <a:pt x="7442" y="827496"/>
                      <a:pt x="4961" y="826252"/>
                      <a:pt x="3721" y="825008"/>
                    </a:cubicBezTo>
                    <a:cubicBezTo>
                      <a:pt x="2481" y="823763"/>
                      <a:pt x="0" y="821274"/>
                      <a:pt x="0" y="818786"/>
                    </a:cubicBezTo>
                    <a:lnTo>
                      <a:pt x="0" y="426814"/>
                    </a:lnTo>
                    <a:lnTo>
                      <a:pt x="0" y="34842"/>
                    </a:lnTo>
                    <a:cubicBezTo>
                      <a:pt x="0" y="24887"/>
                      <a:pt x="3721" y="16177"/>
                      <a:pt x="11163" y="9955"/>
                    </a:cubicBezTo>
                    <a:cubicBezTo>
                      <a:pt x="17365" y="3733"/>
                      <a:pt x="24807" y="0"/>
                      <a:pt x="347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1F5D1F04-AE9B-2A46-AB8F-9DCA56270372}"/>
                  </a:ext>
                </a:extLst>
              </p:cNvPr>
              <p:cNvSpPr/>
              <p:nvPr/>
            </p:nvSpPr>
            <p:spPr>
              <a:xfrm>
                <a:off x="9631216" y="4785521"/>
                <a:ext cx="77239" cy="59071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" h="475">
                    <a:moveTo>
                      <a:pt x="32" y="0"/>
                    </a:moveTo>
                    <a:cubicBezTo>
                      <a:pt x="23" y="0"/>
                      <a:pt x="15" y="3"/>
                      <a:pt x="10" y="8"/>
                    </a:cubicBezTo>
                    <a:cubicBezTo>
                      <a:pt x="4" y="14"/>
                      <a:pt x="0" y="22"/>
                      <a:pt x="0" y="30"/>
                    </a:cubicBezTo>
                    <a:lnTo>
                      <a:pt x="0" y="237"/>
                    </a:lnTo>
                    <a:lnTo>
                      <a:pt x="0" y="443"/>
                    </a:lnTo>
                    <a:cubicBezTo>
                      <a:pt x="0" y="452"/>
                      <a:pt x="4" y="460"/>
                      <a:pt x="10" y="465"/>
                    </a:cubicBezTo>
                    <a:cubicBezTo>
                      <a:pt x="15" y="471"/>
                      <a:pt x="23" y="475"/>
                      <a:pt x="32" y="475"/>
                    </a:cubicBezTo>
                    <a:cubicBezTo>
                      <a:pt x="40" y="475"/>
                      <a:pt x="48" y="471"/>
                      <a:pt x="54" y="465"/>
                    </a:cubicBezTo>
                    <a:cubicBezTo>
                      <a:pt x="59" y="460"/>
                      <a:pt x="63" y="452"/>
                      <a:pt x="63" y="443"/>
                    </a:cubicBezTo>
                    <a:lnTo>
                      <a:pt x="63" y="237"/>
                    </a:lnTo>
                    <a:lnTo>
                      <a:pt x="63" y="30"/>
                    </a:lnTo>
                    <a:cubicBezTo>
                      <a:pt x="63" y="22"/>
                      <a:pt x="59" y="14"/>
                      <a:pt x="54" y="8"/>
                    </a:cubicBezTo>
                    <a:cubicBezTo>
                      <a:pt x="48" y="3"/>
                      <a:pt x="40" y="0"/>
                      <a:pt x="3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7" name="Freeform 436">
                <a:extLst>
                  <a:ext uri="{FF2B5EF4-FFF2-40B4-BE49-F238E27FC236}">
                    <a16:creationId xmlns:a16="http://schemas.microsoft.com/office/drawing/2014/main" id="{B675775A-7DC5-264D-A803-424158110DBD}"/>
                  </a:ext>
                </a:extLst>
              </p:cNvPr>
              <p:cNvSpPr/>
              <p:nvPr/>
            </p:nvSpPr>
            <p:spPr>
              <a:xfrm>
                <a:off x="9622499" y="4775551"/>
                <a:ext cx="94680" cy="609406"/>
              </a:xfrm>
              <a:custGeom>
                <a:avLst/>
                <a:gdLst>
                  <a:gd name="connsiteX0" fmla="*/ 47959 w 94680"/>
                  <a:gd name="connsiteY0" fmla="*/ 18693 h 609406"/>
                  <a:gd name="connsiteX1" fmla="*/ 27222 w 94680"/>
                  <a:gd name="connsiteY1" fmla="*/ 27398 h 609406"/>
                  <a:gd name="connsiteX2" fmla="*/ 18683 w 94680"/>
                  <a:gd name="connsiteY2" fmla="*/ 47294 h 609406"/>
                  <a:gd name="connsiteX3" fmla="*/ 18683 w 94680"/>
                  <a:gd name="connsiteY3" fmla="*/ 304703 h 609406"/>
                  <a:gd name="connsiteX4" fmla="*/ 18683 w 94680"/>
                  <a:gd name="connsiteY4" fmla="*/ 560868 h 609406"/>
                  <a:gd name="connsiteX5" fmla="*/ 27222 w 94680"/>
                  <a:gd name="connsiteY5" fmla="*/ 583251 h 609406"/>
                  <a:gd name="connsiteX6" fmla="*/ 47959 w 94680"/>
                  <a:gd name="connsiteY6" fmla="*/ 590712 h 609406"/>
                  <a:gd name="connsiteX7" fmla="*/ 67476 w 94680"/>
                  <a:gd name="connsiteY7" fmla="*/ 583251 h 609406"/>
                  <a:gd name="connsiteX8" fmla="*/ 77235 w 94680"/>
                  <a:gd name="connsiteY8" fmla="*/ 560868 h 609406"/>
                  <a:gd name="connsiteX9" fmla="*/ 77235 w 94680"/>
                  <a:gd name="connsiteY9" fmla="*/ 304703 h 609406"/>
                  <a:gd name="connsiteX10" fmla="*/ 77235 w 94680"/>
                  <a:gd name="connsiteY10" fmla="*/ 47294 h 609406"/>
                  <a:gd name="connsiteX11" fmla="*/ 67476 w 94680"/>
                  <a:gd name="connsiteY11" fmla="*/ 27398 h 609406"/>
                  <a:gd name="connsiteX12" fmla="*/ 47959 w 94680"/>
                  <a:gd name="connsiteY12" fmla="*/ 18693 h 609406"/>
                  <a:gd name="connsiteX13" fmla="*/ 47955 w 94680"/>
                  <a:gd name="connsiteY13" fmla="*/ 0 h 609406"/>
                  <a:gd name="connsiteX14" fmla="*/ 81154 w 94680"/>
                  <a:gd name="connsiteY14" fmla="*/ 13681 h 609406"/>
                  <a:gd name="connsiteX15" fmla="*/ 94680 w 94680"/>
                  <a:gd name="connsiteY15" fmla="*/ 47260 h 609406"/>
                  <a:gd name="connsiteX16" fmla="*/ 94680 w 94680"/>
                  <a:gd name="connsiteY16" fmla="*/ 304703 h 609406"/>
                  <a:gd name="connsiteX17" fmla="*/ 94680 w 94680"/>
                  <a:gd name="connsiteY17" fmla="*/ 560902 h 609406"/>
                  <a:gd name="connsiteX18" fmla="*/ 81154 w 94680"/>
                  <a:gd name="connsiteY18" fmla="*/ 595726 h 609406"/>
                  <a:gd name="connsiteX19" fmla="*/ 47955 w 94680"/>
                  <a:gd name="connsiteY19" fmla="*/ 609406 h 609406"/>
                  <a:gd name="connsiteX20" fmla="*/ 13526 w 94680"/>
                  <a:gd name="connsiteY20" fmla="*/ 595726 h 609406"/>
                  <a:gd name="connsiteX21" fmla="*/ 0 w 94680"/>
                  <a:gd name="connsiteY21" fmla="*/ 560902 h 609406"/>
                  <a:gd name="connsiteX22" fmla="*/ 0 w 94680"/>
                  <a:gd name="connsiteY22" fmla="*/ 304703 h 609406"/>
                  <a:gd name="connsiteX23" fmla="*/ 0 w 94680"/>
                  <a:gd name="connsiteY23" fmla="*/ 47260 h 609406"/>
                  <a:gd name="connsiteX24" fmla="*/ 13526 w 94680"/>
                  <a:gd name="connsiteY24" fmla="*/ 13681 h 609406"/>
                  <a:gd name="connsiteX25" fmla="*/ 47955 w 94680"/>
                  <a:gd name="connsiteY25" fmla="*/ 0 h 609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94680" h="609406">
                    <a:moveTo>
                      <a:pt x="47959" y="18693"/>
                    </a:moveTo>
                    <a:cubicBezTo>
                      <a:pt x="39420" y="18693"/>
                      <a:pt x="32101" y="22424"/>
                      <a:pt x="27222" y="27398"/>
                    </a:cubicBezTo>
                    <a:cubicBezTo>
                      <a:pt x="21123" y="32372"/>
                      <a:pt x="18683" y="39833"/>
                      <a:pt x="18683" y="47294"/>
                    </a:cubicBezTo>
                    <a:lnTo>
                      <a:pt x="18683" y="304703"/>
                    </a:lnTo>
                    <a:lnTo>
                      <a:pt x="18683" y="560868"/>
                    </a:lnTo>
                    <a:cubicBezTo>
                      <a:pt x="18683" y="569572"/>
                      <a:pt x="21123" y="577034"/>
                      <a:pt x="27222" y="583251"/>
                    </a:cubicBezTo>
                    <a:cubicBezTo>
                      <a:pt x="32101" y="588225"/>
                      <a:pt x="39420" y="590712"/>
                      <a:pt x="47959" y="590712"/>
                    </a:cubicBezTo>
                    <a:cubicBezTo>
                      <a:pt x="55278" y="590712"/>
                      <a:pt x="62597" y="588225"/>
                      <a:pt x="67476" y="583251"/>
                    </a:cubicBezTo>
                    <a:cubicBezTo>
                      <a:pt x="72356" y="577034"/>
                      <a:pt x="77235" y="569572"/>
                      <a:pt x="77235" y="560868"/>
                    </a:cubicBezTo>
                    <a:lnTo>
                      <a:pt x="77235" y="304703"/>
                    </a:lnTo>
                    <a:lnTo>
                      <a:pt x="77235" y="47294"/>
                    </a:lnTo>
                    <a:cubicBezTo>
                      <a:pt x="77235" y="39833"/>
                      <a:pt x="72356" y="32372"/>
                      <a:pt x="67476" y="27398"/>
                    </a:cubicBezTo>
                    <a:cubicBezTo>
                      <a:pt x="62597" y="22424"/>
                      <a:pt x="55278" y="18693"/>
                      <a:pt x="47959" y="18693"/>
                    </a:cubicBezTo>
                    <a:close/>
                    <a:moveTo>
                      <a:pt x="47955" y="0"/>
                    </a:moveTo>
                    <a:cubicBezTo>
                      <a:pt x="60251" y="0"/>
                      <a:pt x="72547" y="4975"/>
                      <a:pt x="81154" y="13681"/>
                    </a:cubicBezTo>
                    <a:cubicBezTo>
                      <a:pt x="89762" y="22387"/>
                      <a:pt x="94680" y="34823"/>
                      <a:pt x="94680" y="47260"/>
                    </a:cubicBezTo>
                    <a:lnTo>
                      <a:pt x="94680" y="304703"/>
                    </a:lnTo>
                    <a:lnTo>
                      <a:pt x="94680" y="560902"/>
                    </a:lnTo>
                    <a:cubicBezTo>
                      <a:pt x="94680" y="574583"/>
                      <a:pt x="89762" y="587020"/>
                      <a:pt x="81154" y="595726"/>
                    </a:cubicBezTo>
                    <a:cubicBezTo>
                      <a:pt x="72547" y="604431"/>
                      <a:pt x="60251" y="609406"/>
                      <a:pt x="47955" y="609406"/>
                    </a:cubicBezTo>
                    <a:cubicBezTo>
                      <a:pt x="34429" y="609406"/>
                      <a:pt x="22133" y="604431"/>
                      <a:pt x="13526" y="595726"/>
                    </a:cubicBezTo>
                    <a:cubicBezTo>
                      <a:pt x="6148" y="587020"/>
                      <a:pt x="0" y="574583"/>
                      <a:pt x="0" y="560902"/>
                    </a:cubicBezTo>
                    <a:lnTo>
                      <a:pt x="0" y="304703"/>
                    </a:lnTo>
                    <a:lnTo>
                      <a:pt x="0" y="47260"/>
                    </a:lnTo>
                    <a:cubicBezTo>
                      <a:pt x="0" y="34823"/>
                      <a:pt x="6148" y="22387"/>
                      <a:pt x="13526" y="13681"/>
                    </a:cubicBezTo>
                    <a:cubicBezTo>
                      <a:pt x="22133" y="4975"/>
                      <a:pt x="34429" y="0"/>
                      <a:pt x="479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6D5C1F6E-1852-0849-B7F9-EF650DBF330E}"/>
                  </a:ext>
                </a:extLst>
              </p:cNvPr>
              <p:cNvSpPr/>
              <p:nvPr/>
            </p:nvSpPr>
            <p:spPr>
              <a:xfrm>
                <a:off x="9803139" y="4994887"/>
                <a:ext cx="264108" cy="4835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3" h="389">
                    <a:moveTo>
                      <a:pt x="191" y="0"/>
                    </a:moveTo>
                    <a:lnTo>
                      <a:pt x="107" y="0"/>
                    </a:lnTo>
                    <a:lnTo>
                      <a:pt x="23" y="0"/>
                    </a:lnTo>
                    <a:cubicBezTo>
                      <a:pt x="17" y="0"/>
                      <a:pt x="10" y="2"/>
                      <a:pt x="7" y="6"/>
                    </a:cubicBezTo>
                    <a:cubicBezTo>
                      <a:pt x="3" y="10"/>
                      <a:pt x="0" y="16"/>
                      <a:pt x="0" y="22"/>
                    </a:cubicBezTo>
                    <a:lnTo>
                      <a:pt x="0" y="205"/>
                    </a:lnTo>
                    <a:lnTo>
                      <a:pt x="0" y="389"/>
                    </a:lnTo>
                    <a:lnTo>
                      <a:pt x="107" y="389"/>
                    </a:lnTo>
                    <a:lnTo>
                      <a:pt x="213" y="389"/>
                    </a:lnTo>
                    <a:lnTo>
                      <a:pt x="213" y="205"/>
                    </a:lnTo>
                    <a:lnTo>
                      <a:pt x="213" y="22"/>
                    </a:lnTo>
                    <a:cubicBezTo>
                      <a:pt x="213" y="16"/>
                      <a:pt x="211" y="10"/>
                      <a:pt x="207" y="6"/>
                    </a:cubicBezTo>
                    <a:cubicBezTo>
                      <a:pt x="202" y="2"/>
                      <a:pt x="197" y="0"/>
                      <a:pt x="19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8" name="Freeform 437">
                <a:extLst>
                  <a:ext uri="{FF2B5EF4-FFF2-40B4-BE49-F238E27FC236}">
                    <a16:creationId xmlns:a16="http://schemas.microsoft.com/office/drawing/2014/main" id="{7A09FD28-1926-1C45-8939-52468A14B312}"/>
                  </a:ext>
                </a:extLst>
              </p:cNvPr>
              <p:cNvSpPr/>
              <p:nvPr/>
            </p:nvSpPr>
            <p:spPr>
              <a:xfrm>
                <a:off x="9794418" y="4984917"/>
                <a:ext cx="282795" cy="502230"/>
              </a:xfrm>
              <a:custGeom>
                <a:avLst/>
                <a:gdLst>
                  <a:gd name="connsiteX0" fmla="*/ 37274 w 282795"/>
                  <a:gd name="connsiteY0" fmla="*/ 18694 h 502230"/>
                  <a:gd name="connsiteX1" fmla="*/ 23639 w 282795"/>
                  <a:gd name="connsiteY1" fmla="*/ 23666 h 502230"/>
                  <a:gd name="connsiteX2" fmla="*/ 17441 w 282795"/>
                  <a:gd name="connsiteY2" fmla="*/ 37338 h 502230"/>
                  <a:gd name="connsiteX3" fmla="*/ 17441 w 282795"/>
                  <a:gd name="connsiteY3" fmla="*/ 259817 h 502230"/>
                  <a:gd name="connsiteX4" fmla="*/ 17441 w 282795"/>
                  <a:gd name="connsiteY4" fmla="*/ 483538 h 502230"/>
                  <a:gd name="connsiteX5" fmla="*/ 141394 w 282795"/>
                  <a:gd name="connsiteY5" fmla="*/ 483538 h 502230"/>
                  <a:gd name="connsiteX6" fmla="*/ 264108 w 282795"/>
                  <a:gd name="connsiteY6" fmla="*/ 483538 h 502230"/>
                  <a:gd name="connsiteX7" fmla="*/ 264108 w 282795"/>
                  <a:gd name="connsiteY7" fmla="*/ 259817 h 502230"/>
                  <a:gd name="connsiteX8" fmla="*/ 264108 w 282795"/>
                  <a:gd name="connsiteY8" fmla="*/ 37338 h 502230"/>
                  <a:gd name="connsiteX9" fmla="*/ 257910 w 282795"/>
                  <a:gd name="connsiteY9" fmla="*/ 23666 h 502230"/>
                  <a:gd name="connsiteX10" fmla="*/ 245515 w 282795"/>
                  <a:gd name="connsiteY10" fmla="*/ 18694 h 502230"/>
                  <a:gd name="connsiteX11" fmla="*/ 141394 w 282795"/>
                  <a:gd name="connsiteY11" fmla="*/ 18694 h 502230"/>
                  <a:gd name="connsiteX12" fmla="*/ 37210 w 282795"/>
                  <a:gd name="connsiteY12" fmla="*/ 0 h 502230"/>
                  <a:gd name="connsiteX13" fmla="*/ 141398 w 282795"/>
                  <a:gd name="connsiteY13" fmla="*/ 0 h 502230"/>
                  <a:gd name="connsiteX14" fmla="*/ 245585 w 282795"/>
                  <a:gd name="connsiteY14" fmla="*/ 0 h 502230"/>
                  <a:gd name="connsiteX15" fmla="*/ 271632 w 282795"/>
                  <a:gd name="connsiteY15" fmla="*/ 11189 h 502230"/>
                  <a:gd name="connsiteX16" fmla="*/ 282795 w 282795"/>
                  <a:gd name="connsiteY16" fmla="*/ 37295 h 502230"/>
                  <a:gd name="connsiteX17" fmla="*/ 282795 w 282795"/>
                  <a:gd name="connsiteY17" fmla="*/ 264790 h 502230"/>
                  <a:gd name="connsiteX18" fmla="*/ 282795 w 282795"/>
                  <a:gd name="connsiteY18" fmla="*/ 493528 h 502230"/>
                  <a:gd name="connsiteX19" fmla="*/ 279074 w 282795"/>
                  <a:gd name="connsiteY19" fmla="*/ 499744 h 502230"/>
                  <a:gd name="connsiteX20" fmla="*/ 272872 w 282795"/>
                  <a:gd name="connsiteY20" fmla="*/ 502230 h 502230"/>
                  <a:gd name="connsiteX21" fmla="*/ 141398 w 282795"/>
                  <a:gd name="connsiteY21" fmla="*/ 502230 h 502230"/>
                  <a:gd name="connsiteX22" fmla="*/ 8682 w 282795"/>
                  <a:gd name="connsiteY22" fmla="*/ 502230 h 502230"/>
                  <a:gd name="connsiteX23" fmla="*/ 1240 w 282795"/>
                  <a:gd name="connsiteY23" fmla="*/ 499744 h 502230"/>
                  <a:gd name="connsiteX24" fmla="*/ 0 w 282795"/>
                  <a:gd name="connsiteY24" fmla="*/ 493528 h 502230"/>
                  <a:gd name="connsiteX25" fmla="*/ 0 w 282795"/>
                  <a:gd name="connsiteY25" fmla="*/ 264790 h 502230"/>
                  <a:gd name="connsiteX26" fmla="*/ 0 w 282795"/>
                  <a:gd name="connsiteY26" fmla="*/ 37295 h 502230"/>
                  <a:gd name="connsiteX27" fmla="*/ 9923 w 282795"/>
                  <a:gd name="connsiteY27" fmla="*/ 11189 h 502230"/>
                  <a:gd name="connsiteX28" fmla="*/ 37210 w 282795"/>
                  <a:gd name="connsiteY28" fmla="*/ 0 h 50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282795" h="502230">
                    <a:moveTo>
                      <a:pt x="37274" y="18694"/>
                    </a:moveTo>
                    <a:cubicBezTo>
                      <a:pt x="31076" y="18694"/>
                      <a:pt x="27357" y="21180"/>
                      <a:pt x="23639" y="23666"/>
                    </a:cubicBezTo>
                    <a:cubicBezTo>
                      <a:pt x="19920" y="27395"/>
                      <a:pt x="17441" y="32366"/>
                      <a:pt x="17441" y="37338"/>
                    </a:cubicBezTo>
                    <a:lnTo>
                      <a:pt x="17441" y="259817"/>
                    </a:lnTo>
                    <a:lnTo>
                      <a:pt x="17441" y="483538"/>
                    </a:lnTo>
                    <a:lnTo>
                      <a:pt x="141394" y="483538"/>
                    </a:lnTo>
                    <a:lnTo>
                      <a:pt x="264108" y="483538"/>
                    </a:lnTo>
                    <a:lnTo>
                      <a:pt x="264108" y="259817"/>
                    </a:lnTo>
                    <a:lnTo>
                      <a:pt x="264108" y="37338"/>
                    </a:lnTo>
                    <a:cubicBezTo>
                      <a:pt x="264108" y="32366"/>
                      <a:pt x="261629" y="27395"/>
                      <a:pt x="257910" y="23666"/>
                    </a:cubicBezTo>
                    <a:cubicBezTo>
                      <a:pt x="255431" y="21180"/>
                      <a:pt x="249234" y="18694"/>
                      <a:pt x="245515" y="18694"/>
                    </a:cubicBezTo>
                    <a:lnTo>
                      <a:pt x="141394" y="18694"/>
                    </a:lnTo>
                    <a:close/>
                    <a:moveTo>
                      <a:pt x="37210" y="0"/>
                    </a:moveTo>
                    <a:lnTo>
                      <a:pt x="141398" y="0"/>
                    </a:lnTo>
                    <a:lnTo>
                      <a:pt x="245585" y="0"/>
                    </a:lnTo>
                    <a:cubicBezTo>
                      <a:pt x="255508" y="0"/>
                      <a:pt x="264190" y="3730"/>
                      <a:pt x="271632" y="11189"/>
                    </a:cubicBezTo>
                    <a:cubicBezTo>
                      <a:pt x="277834" y="17404"/>
                      <a:pt x="282795" y="27349"/>
                      <a:pt x="282795" y="37295"/>
                    </a:cubicBezTo>
                    <a:lnTo>
                      <a:pt x="282795" y="264790"/>
                    </a:lnTo>
                    <a:lnTo>
                      <a:pt x="282795" y="493528"/>
                    </a:lnTo>
                    <a:cubicBezTo>
                      <a:pt x="282795" y="496015"/>
                      <a:pt x="281555" y="498501"/>
                      <a:pt x="279074" y="499744"/>
                    </a:cubicBezTo>
                    <a:cubicBezTo>
                      <a:pt x="277834" y="500987"/>
                      <a:pt x="275353" y="502230"/>
                      <a:pt x="272872" y="502230"/>
                    </a:cubicBezTo>
                    <a:lnTo>
                      <a:pt x="141398" y="502230"/>
                    </a:lnTo>
                    <a:lnTo>
                      <a:pt x="8682" y="502230"/>
                    </a:lnTo>
                    <a:cubicBezTo>
                      <a:pt x="6202" y="502230"/>
                      <a:pt x="3721" y="500987"/>
                      <a:pt x="1240" y="499744"/>
                    </a:cubicBezTo>
                    <a:cubicBezTo>
                      <a:pt x="0" y="498501"/>
                      <a:pt x="0" y="496015"/>
                      <a:pt x="0" y="493528"/>
                    </a:cubicBezTo>
                    <a:lnTo>
                      <a:pt x="0" y="264790"/>
                    </a:lnTo>
                    <a:lnTo>
                      <a:pt x="0" y="37295"/>
                    </a:lnTo>
                    <a:cubicBezTo>
                      <a:pt x="0" y="27349"/>
                      <a:pt x="3721" y="17404"/>
                      <a:pt x="9923" y="11189"/>
                    </a:cubicBezTo>
                    <a:cubicBezTo>
                      <a:pt x="17365" y="3730"/>
                      <a:pt x="26047" y="0"/>
                      <a:pt x="372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6E8C401D-5615-634E-806C-ACF24DF4DA05}"/>
                  </a:ext>
                </a:extLst>
              </p:cNvPr>
              <p:cNvSpPr/>
              <p:nvPr/>
            </p:nvSpPr>
            <p:spPr>
              <a:xfrm>
                <a:off x="9889098" y="5069661"/>
                <a:ext cx="92189" cy="922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" h="75">
                    <a:moveTo>
                      <a:pt x="75" y="37"/>
                    </a:moveTo>
                    <a:cubicBezTo>
                      <a:pt x="75" y="48"/>
                      <a:pt x="71" y="58"/>
                      <a:pt x="64" y="64"/>
                    </a:cubicBezTo>
                    <a:cubicBezTo>
                      <a:pt x="58" y="71"/>
                      <a:pt x="48" y="75"/>
                      <a:pt x="38" y="75"/>
                    </a:cubicBezTo>
                    <a:cubicBezTo>
                      <a:pt x="27" y="75"/>
                      <a:pt x="18" y="71"/>
                      <a:pt x="11" y="64"/>
                    </a:cubicBezTo>
                    <a:cubicBezTo>
                      <a:pt x="4" y="58"/>
                      <a:pt x="0" y="48"/>
                      <a:pt x="0" y="37"/>
                    </a:cubicBezTo>
                    <a:cubicBezTo>
                      <a:pt x="0" y="27"/>
                      <a:pt x="4" y="18"/>
                      <a:pt x="11" y="11"/>
                    </a:cubicBezTo>
                    <a:cubicBezTo>
                      <a:pt x="18" y="4"/>
                      <a:pt x="27" y="0"/>
                      <a:pt x="38" y="0"/>
                    </a:cubicBezTo>
                    <a:cubicBezTo>
                      <a:pt x="48" y="0"/>
                      <a:pt x="58" y="4"/>
                      <a:pt x="64" y="11"/>
                    </a:cubicBezTo>
                    <a:cubicBezTo>
                      <a:pt x="71" y="18"/>
                      <a:pt x="75" y="27"/>
                      <a:pt x="75" y="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9" name="Freeform 438">
                <a:extLst>
                  <a:ext uri="{FF2B5EF4-FFF2-40B4-BE49-F238E27FC236}">
                    <a16:creationId xmlns:a16="http://schemas.microsoft.com/office/drawing/2014/main" id="{A43DEADD-0512-A946-99DD-B4F0E66B531B}"/>
                  </a:ext>
                </a:extLst>
              </p:cNvPr>
              <p:cNvSpPr/>
              <p:nvPr/>
            </p:nvSpPr>
            <p:spPr>
              <a:xfrm>
                <a:off x="9880378" y="5060934"/>
                <a:ext cx="110875" cy="110914"/>
              </a:xfrm>
              <a:custGeom>
                <a:avLst/>
                <a:gdLst>
                  <a:gd name="connsiteX0" fmla="*/ 55423 w 110875"/>
                  <a:gd name="connsiteY0" fmla="*/ 18697 h 110914"/>
                  <a:gd name="connsiteX1" fmla="*/ 28480 w 110875"/>
                  <a:gd name="connsiteY1" fmla="*/ 29723 h 110914"/>
                  <a:gd name="connsiteX2" fmla="*/ 18683 w 110875"/>
                  <a:gd name="connsiteY2" fmla="*/ 54225 h 110914"/>
                  <a:gd name="connsiteX3" fmla="*/ 28480 w 110875"/>
                  <a:gd name="connsiteY3" fmla="*/ 81177 h 110914"/>
                  <a:gd name="connsiteX4" fmla="*/ 55423 w 110875"/>
                  <a:gd name="connsiteY4" fmla="*/ 90978 h 110914"/>
                  <a:gd name="connsiteX5" fmla="*/ 81142 w 110875"/>
                  <a:gd name="connsiteY5" fmla="*/ 81177 h 110914"/>
                  <a:gd name="connsiteX6" fmla="*/ 90939 w 110875"/>
                  <a:gd name="connsiteY6" fmla="*/ 54225 h 110914"/>
                  <a:gd name="connsiteX7" fmla="*/ 81142 w 110875"/>
                  <a:gd name="connsiteY7" fmla="*/ 29723 h 110914"/>
                  <a:gd name="connsiteX8" fmla="*/ 55423 w 110875"/>
                  <a:gd name="connsiteY8" fmla="*/ 18697 h 110914"/>
                  <a:gd name="connsiteX9" fmla="*/ 55438 w 110875"/>
                  <a:gd name="connsiteY9" fmla="*/ 0 h 110914"/>
                  <a:gd name="connsiteX10" fmla="*/ 93628 w 110875"/>
                  <a:gd name="connsiteY10" fmla="*/ 16021 h 110914"/>
                  <a:gd name="connsiteX11" fmla="*/ 110875 w 110875"/>
                  <a:gd name="connsiteY11" fmla="*/ 54225 h 110914"/>
                  <a:gd name="connsiteX12" fmla="*/ 93628 w 110875"/>
                  <a:gd name="connsiteY12" fmla="*/ 93661 h 110914"/>
                  <a:gd name="connsiteX13" fmla="*/ 55438 w 110875"/>
                  <a:gd name="connsiteY13" fmla="*/ 110914 h 110914"/>
                  <a:gd name="connsiteX14" fmla="*/ 16015 w 110875"/>
                  <a:gd name="connsiteY14" fmla="*/ 93661 h 110914"/>
                  <a:gd name="connsiteX15" fmla="*/ 0 w 110875"/>
                  <a:gd name="connsiteY15" fmla="*/ 54225 h 110914"/>
                  <a:gd name="connsiteX16" fmla="*/ 16015 w 110875"/>
                  <a:gd name="connsiteY16" fmla="*/ 16021 h 110914"/>
                  <a:gd name="connsiteX17" fmla="*/ 55438 w 110875"/>
                  <a:gd name="connsiteY17" fmla="*/ 0 h 110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875" h="110914">
                    <a:moveTo>
                      <a:pt x="55423" y="18697"/>
                    </a:moveTo>
                    <a:cubicBezTo>
                      <a:pt x="44401" y="18697"/>
                      <a:pt x="35828" y="22373"/>
                      <a:pt x="28480" y="29723"/>
                    </a:cubicBezTo>
                    <a:cubicBezTo>
                      <a:pt x="22357" y="34624"/>
                      <a:pt x="18683" y="45649"/>
                      <a:pt x="18683" y="54225"/>
                    </a:cubicBezTo>
                    <a:cubicBezTo>
                      <a:pt x="18683" y="65251"/>
                      <a:pt x="22357" y="73827"/>
                      <a:pt x="28480" y="81177"/>
                    </a:cubicBezTo>
                    <a:cubicBezTo>
                      <a:pt x="35828" y="87303"/>
                      <a:pt x="44401" y="90978"/>
                      <a:pt x="55423" y="90978"/>
                    </a:cubicBezTo>
                    <a:cubicBezTo>
                      <a:pt x="65221" y="90978"/>
                      <a:pt x="73794" y="87303"/>
                      <a:pt x="81142" y="81177"/>
                    </a:cubicBezTo>
                    <a:cubicBezTo>
                      <a:pt x="87265" y="73827"/>
                      <a:pt x="90939" y="65251"/>
                      <a:pt x="90939" y="54225"/>
                    </a:cubicBezTo>
                    <a:cubicBezTo>
                      <a:pt x="90939" y="45649"/>
                      <a:pt x="87265" y="34624"/>
                      <a:pt x="81142" y="29723"/>
                    </a:cubicBezTo>
                    <a:cubicBezTo>
                      <a:pt x="73794" y="22373"/>
                      <a:pt x="65221" y="18697"/>
                      <a:pt x="55423" y="18697"/>
                    </a:cubicBezTo>
                    <a:close/>
                    <a:moveTo>
                      <a:pt x="55438" y="0"/>
                    </a:moveTo>
                    <a:cubicBezTo>
                      <a:pt x="70221" y="0"/>
                      <a:pt x="83772" y="6162"/>
                      <a:pt x="93628" y="16021"/>
                    </a:cubicBezTo>
                    <a:cubicBezTo>
                      <a:pt x="103483" y="25880"/>
                      <a:pt x="110875" y="39436"/>
                      <a:pt x="110875" y="54225"/>
                    </a:cubicBezTo>
                    <a:cubicBezTo>
                      <a:pt x="110875" y="70246"/>
                      <a:pt x="103483" y="83802"/>
                      <a:pt x="93628" y="93661"/>
                    </a:cubicBezTo>
                    <a:cubicBezTo>
                      <a:pt x="83772" y="104752"/>
                      <a:pt x="70221" y="110914"/>
                      <a:pt x="55438" y="110914"/>
                    </a:cubicBezTo>
                    <a:cubicBezTo>
                      <a:pt x="39422" y="110914"/>
                      <a:pt x="25871" y="104752"/>
                      <a:pt x="16015" y="93661"/>
                    </a:cubicBezTo>
                    <a:cubicBezTo>
                      <a:pt x="6160" y="83802"/>
                      <a:pt x="0" y="70246"/>
                      <a:pt x="0" y="54225"/>
                    </a:cubicBezTo>
                    <a:cubicBezTo>
                      <a:pt x="0" y="39436"/>
                      <a:pt x="6160" y="25880"/>
                      <a:pt x="16015" y="16021"/>
                    </a:cubicBezTo>
                    <a:cubicBezTo>
                      <a:pt x="25871" y="6162"/>
                      <a:pt x="39422" y="0"/>
                      <a:pt x="554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F115870F-5303-5B4B-BF02-9FFA120B09E7}"/>
                  </a:ext>
                </a:extLst>
              </p:cNvPr>
              <p:cNvSpPr/>
              <p:nvPr/>
            </p:nvSpPr>
            <p:spPr>
              <a:xfrm>
                <a:off x="9926472" y="5207992"/>
                <a:ext cx="17441" cy="2205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178">
                    <a:moveTo>
                      <a:pt x="8" y="178"/>
                    </a:moveTo>
                    <a:cubicBezTo>
                      <a:pt x="6" y="178"/>
                      <a:pt x="4" y="177"/>
                      <a:pt x="3" y="176"/>
                    </a:cubicBezTo>
                    <a:cubicBezTo>
                      <a:pt x="1" y="175"/>
                      <a:pt x="0" y="172"/>
                      <a:pt x="0" y="170"/>
                    </a:cubicBezTo>
                    <a:lnTo>
                      <a:pt x="0" y="88"/>
                    </a:lnTo>
                    <a:lnTo>
                      <a:pt x="0" y="7"/>
                    </a:lnTo>
                    <a:cubicBezTo>
                      <a:pt x="0" y="5"/>
                      <a:pt x="1" y="3"/>
                      <a:pt x="3" y="2"/>
                    </a:cubicBezTo>
                    <a:cubicBezTo>
                      <a:pt x="4" y="0"/>
                      <a:pt x="6" y="0"/>
                      <a:pt x="8" y="0"/>
                    </a:cubicBezTo>
                    <a:cubicBezTo>
                      <a:pt x="10" y="0"/>
                      <a:pt x="12" y="0"/>
                      <a:pt x="13" y="2"/>
                    </a:cubicBezTo>
                    <a:cubicBezTo>
                      <a:pt x="14" y="3"/>
                      <a:pt x="15" y="5"/>
                      <a:pt x="15" y="7"/>
                    </a:cubicBezTo>
                    <a:lnTo>
                      <a:pt x="15" y="88"/>
                    </a:lnTo>
                    <a:lnTo>
                      <a:pt x="15" y="170"/>
                    </a:lnTo>
                    <a:cubicBezTo>
                      <a:pt x="15" y="172"/>
                      <a:pt x="14" y="175"/>
                      <a:pt x="13" y="176"/>
                    </a:cubicBezTo>
                    <a:cubicBezTo>
                      <a:pt x="12" y="177"/>
                      <a:pt x="10" y="178"/>
                      <a:pt x="8" y="17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DACC26E-AFA6-3348-83F4-10F5E9E02B75}"/>
                </a:ext>
              </a:extLst>
            </p:cNvPr>
            <p:cNvGrpSpPr/>
            <p:nvPr/>
          </p:nvGrpSpPr>
          <p:grpSpPr>
            <a:xfrm>
              <a:off x="15728124" y="4603571"/>
              <a:ext cx="1278182" cy="1894268"/>
              <a:chOff x="15728124" y="4603571"/>
              <a:chExt cx="1278182" cy="1894268"/>
            </a:xfrm>
          </p:grpSpPr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0FDE5830-E2CF-F341-B86E-26786AF43C39}"/>
                  </a:ext>
                </a:extLst>
              </p:cNvPr>
              <p:cNvSpPr/>
              <p:nvPr/>
            </p:nvSpPr>
            <p:spPr>
              <a:xfrm>
                <a:off x="15736845" y="4805460"/>
                <a:ext cx="1259492" cy="168241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12" h="1351">
                    <a:moveTo>
                      <a:pt x="823" y="0"/>
                    </a:moveTo>
                    <a:lnTo>
                      <a:pt x="823" y="2"/>
                    </a:lnTo>
                    <a:lnTo>
                      <a:pt x="821" y="0"/>
                    </a:lnTo>
                    <a:lnTo>
                      <a:pt x="80" y="0"/>
                    </a:lnTo>
                    <a:cubicBezTo>
                      <a:pt x="36" y="0"/>
                      <a:pt x="0" y="36"/>
                      <a:pt x="0" y="80"/>
                    </a:cubicBezTo>
                    <a:lnTo>
                      <a:pt x="0" y="1271"/>
                    </a:lnTo>
                    <a:cubicBezTo>
                      <a:pt x="0" y="1315"/>
                      <a:pt x="36" y="1351"/>
                      <a:pt x="80" y="1351"/>
                    </a:cubicBezTo>
                    <a:lnTo>
                      <a:pt x="932" y="1351"/>
                    </a:lnTo>
                    <a:cubicBezTo>
                      <a:pt x="976" y="1351"/>
                      <a:pt x="1012" y="1315"/>
                      <a:pt x="1012" y="1271"/>
                    </a:cubicBezTo>
                    <a:lnTo>
                      <a:pt x="1012" y="20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0" name="Freeform 439">
                <a:extLst>
                  <a:ext uri="{FF2B5EF4-FFF2-40B4-BE49-F238E27FC236}">
                    <a16:creationId xmlns:a16="http://schemas.microsoft.com/office/drawing/2014/main" id="{71F111DE-97DC-F346-96DD-F260F109B7EE}"/>
                  </a:ext>
                </a:extLst>
              </p:cNvPr>
              <p:cNvSpPr/>
              <p:nvPr/>
            </p:nvSpPr>
            <p:spPr>
              <a:xfrm>
                <a:off x="15728124" y="4795490"/>
                <a:ext cx="1278182" cy="1702349"/>
              </a:xfrm>
              <a:custGeom>
                <a:avLst/>
                <a:gdLst>
                  <a:gd name="connsiteX0" fmla="*/ 108293 w 1278182"/>
                  <a:gd name="connsiteY0" fmla="*/ 18694 h 1702349"/>
                  <a:gd name="connsiteX1" fmla="*/ 17441 w 1278182"/>
                  <a:gd name="connsiteY1" fmla="*/ 109601 h 1702349"/>
                  <a:gd name="connsiteX2" fmla="*/ 17441 w 1278182"/>
                  <a:gd name="connsiteY2" fmla="*/ 1592749 h 1702349"/>
                  <a:gd name="connsiteX3" fmla="*/ 108293 w 1278182"/>
                  <a:gd name="connsiteY3" fmla="*/ 1682410 h 1702349"/>
                  <a:gd name="connsiteX4" fmla="*/ 1168644 w 1278182"/>
                  <a:gd name="connsiteY4" fmla="*/ 1682410 h 1702349"/>
                  <a:gd name="connsiteX5" fmla="*/ 1259496 w 1278182"/>
                  <a:gd name="connsiteY5" fmla="*/ 1592749 h 1702349"/>
                  <a:gd name="connsiteX6" fmla="*/ 1259496 w 1278182"/>
                  <a:gd name="connsiteY6" fmla="*/ 262772 h 1702349"/>
                  <a:gd name="connsiteX7" fmla="*/ 1031744 w 1278182"/>
                  <a:gd name="connsiteY7" fmla="*/ 22430 h 1702349"/>
                  <a:gd name="connsiteX8" fmla="*/ 1026765 w 1278182"/>
                  <a:gd name="connsiteY8" fmla="*/ 18694 h 1702349"/>
                  <a:gd name="connsiteX9" fmla="*/ 1025521 w 1278182"/>
                  <a:gd name="connsiteY9" fmla="*/ 18694 h 1702349"/>
                  <a:gd name="connsiteX10" fmla="*/ 108278 w 1278182"/>
                  <a:gd name="connsiteY10" fmla="*/ 0 h 1702349"/>
                  <a:gd name="connsiteX11" fmla="*/ 1030511 w 1278182"/>
                  <a:gd name="connsiteY11" fmla="*/ 0 h 1702349"/>
                  <a:gd name="connsiteX12" fmla="*/ 1031756 w 1278182"/>
                  <a:gd name="connsiteY12" fmla="*/ 0 h 1702349"/>
                  <a:gd name="connsiteX13" fmla="*/ 1039223 w 1278182"/>
                  <a:gd name="connsiteY13" fmla="*/ 3736 h 1702349"/>
                  <a:gd name="connsiteX14" fmla="*/ 1275692 w 1278182"/>
                  <a:gd name="connsiteY14" fmla="*/ 251554 h 1702349"/>
                  <a:gd name="connsiteX15" fmla="*/ 1278182 w 1278182"/>
                  <a:gd name="connsiteY15" fmla="*/ 259026 h 1702349"/>
                  <a:gd name="connsiteX16" fmla="*/ 1278182 w 1278182"/>
                  <a:gd name="connsiteY16" fmla="*/ 1592761 h 1702349"/>
                  <a:gd name="connsiteX17" fmla="*/ 1168660 w 1278182"/>
                  <a:gd name="connsiteY17" fmla="*/ 1702349 h 1702349"/>
                  <a:gd name="connsiteX18" fmla="*/ 108278 w 1278182"/>
                  <a:gd name="connsiteY18" fmla="*/ 1702349 h 1702349"/>
                  <a:gd name="connsiteX19" fmla="*/ 0 w 1278182"/>
                  <a:gd name="connsiteY19" fmla="*/ 1592761 h 1702349"/>
                  <a:gd name="connsiteX20" fmla="*/ 0 w 1278182"/>
                  <a:gd name="connsiteY20" fmla="*/ 109588 h 1702349"/>
                  <a:gd name="connsiteX21" fmla="*/ 108278 w 1278182"/>
                  <a:gd name="connsiteY21" fmla="*/ 0 h 17023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278182" h="1702349">
                    <a:moveTo>
                      <a:pt x="108293" y="18694"/>
                    </a:moveTo>
                    <a:cubicBezTo>
                      <a:pt x="58511" y="18694"/>
                      <a:pt x="17441" y="59789"/>
                      <a:pt x="17441" y="109601"/>
                    </a:cubicBezTo>
                    <a:lnTo>
                      <a:pt x="17441" y="1592749"/>
                    </a:lnTo>
                    <a:cubicBezTo>
                      <a:pt x="17441" y="1642561"/>
                      <a:pt x="58511" y="1682410"/>
                      <a:pt x="108293" y="1682410"/>
                    </a:cubicBezTo>
                    <a:lnTo>
                      <a:pt x="1168644" y="1682410"/>
                    </a:lnTo>
                    <a:cubicBezTo>
                      <a:pt x="1219670" y="1682410"/>
                      <a:pt x="1259496" y="1642561"/>
                      <a:pt x="1259496" y="1592749"/>
                    </a:cubicBezTo>
                    <a:lnTo>
                      <a:pt x="1259496" y="262772"/>
                    </a:lnTo>
                    <a:lnTo>
                      <a:pt x="1031744" y="22430"/>
                    </a:lnTo>
                    <a:cubicBezTo>
                      <a:pt x="1029254" y="21185"/>
                      <a:pt x="1028010" y="19940"/>
                      <a:pt x="1026765" y="18694"/>
                    </a:cubicBezTo>
                    <a:lnTo>
                      <a:pt x="1025521" y="18694"/>
                    </a:lnTo>
                    <a:close/>
                    <a:moveTo>
                      <a:pt x="108278" y="0"/>
                    </a:moveTo>
                    <a:lnTo>
                      <a:pt x="1030511" y="0"/>
                    </a:lnTo>
                    <a:lnTo>
                      <a:pt x="1031756" y="0"/>
                    </a:lnTo>
                    <a:cubicBezTo>
                      <a:pt x="1034245" y="0"/>
                      <a:pt x="1036734" y="1246"/>
                      <a:pt x="1039223" y="3736"/>
                    </a:cubicBezTo>
                    <a:lnTo>
                      <a:pt x="1275692" y="251554"/>
                    </a:lnTo>
                    <a:cubicBezTo>
                      <a:pt x="1276938" y="254045"/>
                      <a:pt x="1278182" y="256536"/>
                      <a:pt x="1278182" y="259026"/>
                    </a:cubicBezTo>
                    <a:lnTo>
                      <a:pt x="1278182" y="1592761"/>
                    </a:lnTo>
                    <a:cubicBezTo>
                      <a:pt x="1278182" y="1652536"/>
                      <a:pt x="1229644" y="1702349"/>
                      <a:pt x="1168660" y="1702349"/>
                    </a:cubicBezTo>
                    <a:lnTo>
                      <a:pt x="108278" y="1702349"/>
                    </a:lnTo>
                    <a:cubicBezTo>
                      <a:pt x="48539" y="1702349"/>
                      <a:pt x="0" y="1652536"/>
                      <a:pt x="0" y="1592761"/>
                    </a:cubicBezTo>
                    <a:lnTo>
                      <a:pt x="0" y="109588"/>
                    </a:lnTo>
                    <a:cubicBezTo>
                      <a:pt x="0" y="49813"/>
                      <a:pt x="48539" y="0"/>
                      <a:pt x="1082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DBA87690-28BD-E64D-BDDA-D0097456D80D}"/>
                  </a:ext>
                </a:extLst>
              </p:cNvPr>
              <p:cNvSpPr/>
              <p:nvPr/>
            </p:nvSpPr>
            <p:spPr>
              <a:xfrm>
                <a:off x="15862666" y="4603571"/>
                <a:ext cx="168182" cy="4012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6" h="323">
                    <a:moveTo>
                      <a:pt x="68" y="323"/>
                    </a:moveTo>
                    <a:cubicBezTo>
                      <a:pt x="30" y="323"/>
                      <a:pt x="0" y="293"/>
                      <a:pt x="0" y="256"/>
                    </a:cubicBezTo>
                    <a:lnTo>
                      <a:pt x="0" y="8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5" y="3"/>
                      <a:pt x="15" y="8"/>
                    </a:cubicBezTo>
                    <a:lnTo>
                      <a:pt x="15" y="256"/>
                    </a:lnTo>
                    <a:cubicBezTo>
                      <a:pt x="15" y="285"/>
                      <a:pt x="39" y="309"/>
                      <a:pt x="68" y="309"/>
                    </a:cubicBezTo>
                    <a:cubicBezTo>
                      <a:pt x="97" y="309"/>
                      <a:pt x="121" y="285"/>
                      <a:pt x="121" y="256"/>
                    </a:cubicBezTo>
                    <a:lnTo>
                      <a:pt x="121" y="50"/>
                    </a:lnTo>
                    <a:cubicBezTo>
                      <a:pt x="121" y="31"/>
                      <a:pt x="105" y="15"/>
                      <a:pt x="86" y="15"/>
                    </a:cubicBezTo>
                    <a:cubicBezTo>
                      <a:pt x="67" y="15"/>
                      <a:pt x="52" y="31"/>
                      <a:pt x="52" y="50"/>
                    </a:cubicBezTo>
                    <a:lnTo>
                      <a:pt x="52" y="230"/>
                    </a:lnTo>
                    <a:cubicBezTo>
                      <a:pt x="52" y="238"/>
                      <a:pt x="58" y="244"/>
                      <a:pt x="66" y="244"/>
                    </a:cubicBezTo>
                    <a:cubicBezTo>
                      <a:pt x="73" y="244"/>
                      <a:pt x="79" y="238"/>
                      <a:pt x="79" y="230"/>
                    </a:cubicBezTo>
                    <a:lnTo>
                      <a:pt x="79" y="97"/>
                    </a:lnTo>
                    <a:cubicBezTo>
                      <a:pt x="79" y="94"/>
                      <a:pt x="83" y="90"/>
                      <a:pt x="86" y="90"/>
                    </a:cubicBezTo>
                    <a:cubicBezTo>
                      <a:pt x="91" y="90"/>
                      <a:pt x="94" y="94"/>
                      <a:pt x="94" y="97"/>
                    </a:cubicBezTo>
                    <a:lnTo>
                      <a:pt x="94" y="230"/>
                    </a:lnTo>
                    <a:cubicBezTo>
                      <a:pt x="94" y="246"/>
                      <a:pt x="82" y="259"/>
                      <a:pt x="66" y="259"/>
                    </a:cubicBezTo>
                    <a:cubicBezTo>
                      <a:pt x="49" y="259"/>
                      <a:pt x="37" y="246"/>
                      <a:pt x="37" y="230"/>
                    </a:cubicBezTo>
                    <a:lnTo>
                      <a:pt x="37" y="50"/>
                    </a:lnTo>
                    <a:cubicBezTo>
                      <a:pt x="37" y="22"/>
                      <a:pt x="59" y="0"/>
                      <a:pt x="86" y="0"/>
                    </a:cubicBezTo>
                    <a:cubicBezTo>
                      <a:pt x="114" y="0"/>
                      <a:pt x="136" y="22"/>
                      <a:pt x="136" y="50"/>
                    </a:cubicBezTo>
                    <a:lnTo>
                      <a:pt x="136" y="256"/>
                    </a:lnTo>
                    <a:cubicBezTo>
                      <a:pt x="136" y="293"/>
                      <a:pt x="105" y="323"/>
                      <a:pt x="68" y="32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ABBC9E35-DAC3-E743-82EB-F05588F1F459}"/>
                  </a:ext>
                </a:extLst>
              </p:cNvPr>
              <p:cNvSpPr/>
              <p:nvPr/>
            </p:nvSpPr>
            <p:spPr>
              <a:xfrm>
                <a:off x="15871387" y="5214224"/>
                <a:ext cx="1007846" cy="660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0" h="54">
                    <a:moveTo>
                      <a:pt x="785" y="54"/>
                    </a:moveTo>
                    <a:lnTo>
                      <a:pt x="25" y="54"/>
                    </a:lnTo>
                    <a:cubicBezTo>
                      <a:pt x="12" y="54"/>
                      <a:pt x="0" y="42"/>
                      <a:pt x="0" y="29"/>
                    </a:cubicBezTo>
                    <a:lnTo>
                      <a:pt x="0" y="25"/>
                    </a:lnTo>
                    <a:cubicBezTo>
                      <a:pt x="0" y="11"/>
                      <a:pt x="12" y="0"/>
                      <a:pt x="25" y="0"/>
                    </a:cubicBezTo>
                    <a:lnTo>
                      <a:pt x="785" y="0"/>
                    </a:lnTo>
                    <a:cubicBezTo>
                      <a:pt x="799" y="0"/>
                      <a:pt x="810" y="11"/>
                      <a:pt x="810" y="25"/>
                    </a:cubicBezTo>
                    <a:lnTo>
                      <a:pt x="810" y="29"/>
                    </a:lnTo>
                    <a:cubicBezTo>
                      <a:pt x="810" y="42"/>
                      <a:pt x="799" y="54"/>
                      <a:pt x="785" y="54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1" name="Freeform 440">
                <a:extLst>
                  <a:ext uri="{FF2B5EF4-FFF2-40B4-BE49-F238E27FC236}">
                    <a16:creationId xmlns:a16="http://schemas.microsoft.com/office/drawing/2014/main" id="{12A7F0E9-9845-654C-91DD-2F8F339B3C0B}"/>
                  </a:ext>
                </a:extLst>
              </p:cNvPr>
              <p:cNvSpPr/>
              <p:nvPr/>
            </p:nvSpPr>
            <p:spPr>
              <a:xfrm>
                <a:off x="15862666" y="5205496"/>
                <a:ext cx="1025286" cy="83497"/>
              </a:xfrm>
              <a:custGeom>
                <a:avLst/>
                <a:gdLst>
                  <a:gd name="connsiteX0" fmla="*/ 42330 w 1025286"/>
                  <a:gd name="connsiteY0" fmla="*/ 18697 h 83497"/>
                  <a:gd name="connsiteX1" fmla="*/ 18690 w 1025286"/>
                  <a:gd name="connsiteY1" fmla="*/ 41752 h 83497"/>
                  <a:gd name="connsiteX2" fmla="*/ 42330 w 1025286"/>
                  <a:gd name="connsiteY2" fmla="*/ 64807 h 83497"/>
                  <a:gd name="connsiteX3" fmla="*/ 982962 w 1025286"/>
                  <a:gd name="connsiteY3" fmla="*/ 64807 h 83497"/>
                  <a:gd name="connsiteX4" fmla="*/ 1006602 w 1025286"/>
                  <a:gd name="connsiteY4" fmla="*/ 41752 h 83497"/>
                  <a:gd name="connsiteX5" fmla="*/ 982962 w 1025286"/>
                  <a:gd name="connsiteY5" fmla="*/ 18697 h 83497"/>
                  <a:gd name="connsiteX6" fmla="*/ 42306 w 1025286"/>
                  <a:gd name="connsiteY6" fmla="*/ 0 h 83497"/>
                  <a:gd name="connsiteX7" fmla="*/ 982982 w 1025286"/>
                  <a:gd name="connsiteY7" fmla="*/ 0 h 83497"/>
                  <a:gd name="connsiteX8" fmla="*/ 1025286 w 1025286"/>
                  <a:gd name="connsiteY8" fmla="*/ 41749 h 83497"/>
                  <a:gd name="connsiteX9" fmla="*/ 982982 w 1025286"/>
                  <a:gd name="connsiteY9" fmla="*/ 83497 h 83497"/>
                  <a:gd name="connsiteX10" fmla="*/ 42306 w 1025286"/>
                  <a:gd name="connsiteY10" fmla="*/ 83497 h 83497"/>
                  <a:gd name="connsiteX11" fmla="*/ 0 w 1025286"/>
                  <a:gd name="connsiteY11" fmla="*/ 41749 h 83497"/>
                  <a:gd name="connsiteX12" fmla="*/ 42306 w 1025286"/>
                  <a:gd name="connsiteY12" fmla="*/ 0 h 83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25286" h="83497">
                    <a:moveTo>
                      <a:pt x="42330" y="18697"/>
                    </a:moveTo>
                    <a:cubicBezTo>
                      <a:pt x="28644" y="18697"/>
                      <a:pt x="18690" y="28405"/>
                      <a:pt x="18690" y="41752"/>
                    </a:cubicBezTo>
                    <a:cubicBezTo>
                      <a:pt x="18690" y="53886"/>
                      <a:pt x="28644" y="64807"/>
                      <a:pt x="42330" y="64807"/>
                    </a:cubicBezTo>
                    <a:lnTo>
                      <a:pt x="982962" y="64807"/>
                    </a:lnTo>
                    <a:cubicBezTo>
                      <a:pt x="996650" y="64807"/>
                      <a:pt x="1006602" y="53886"/>
                      <a:pt x="1006602" y="41752"/>
                    </a:cubicBezTo>
                    <a:cubicBezTo>
                      <a:pt x="1006602" y="28405"/>
                      <a:pt x="996650" y="18697"/>
                      <a:pt x="982962" y="18697"/>
                    </a:cubicBezTo>
                    <a:close/>
                    <a:moveTo>
                      <a:pt x="42306" y="0"/>
                    </a:moveTo>
                    <a:lnTo>
                      <a:pt x="982982" y="0"/>
                    </a:lnTo>
                    <a:cubicBezTo>
                      <a:pt x="1006622" y="0"/>
                      <a:pt x="1025286" y="18419"/>
                      <a:pt x="1025286" y="41749"/>
                    </a:cubicBezTo>
                    <a:cubicBezTo>
                      <a:pt x="1025286" y="65079"/>
                      <a:pt x="1006622" y="83497"/>
                      <a:pt x="982982" y="83497"/>
                    </a:cubicBezTo>
                    <a:lnTo>
                      <a:pt x="42306" y="83497"/>
                    </a:lnTo>
                    <a:cubicBezTo>
                      <a:pt x="18664" y="83497"/>
                      <a:pt x="0" y="65079"/>
                      <a:pt x="0" y="41749"/>
                    </a:cubicBezTo>
                    <a:cubicBezTo>
                      <a:pt x="0" y="18419"/>
                      <a:pt x="18664" y="0"/>
                      <a:pt x="423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E62B51B9-CFE9-6F42-B373-E1A9984B8A45}"/>
                  </a:ext>
                </a:extLst>
              </p:cNvPr>
              <p:cNvSpPr/>
              <p:nvPr/>
            </p:nvSpPr>
            <p:spPr>
              <a:xfrm>
                <a:off x="15897552" y="5409882"/>
                <a:ext cx="955522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68" h="15">
                    <a:moveTo>
                      <a:pt x="761" y="15"/>
                    </a:moveTo>
                    <a:lnTo>
                      <a:pt x="7" y="15"/>
                    </a:lnTo>
                    <a:cubicBezTo>
                      <a:pt x="3" y="15"/>
                      <a:pt x="0" y="11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761" y="0"/>
                    </a:lnTo>
                    <a:cubicBezTo>
                      <a:pt x="765" y="0"/>
                      <a:pt x="768" y="4"/>
                      <a:pt x="768" y="8"/>
                    </a:cubicBezTo>
                    <a:cubicBezTo>
                      <a:pt x="768" y="11"/>
                      <a:pt x="765" y="15"/>
                      <a:pt x="761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9F3CB8B3-4A8C-424F-A421-8BB5C2502BA7}"/>
                  </a:ext>
                </a:extLst>
              </p:cNvPr>
              <p:cNvSpPr/>
              <p:nvPr/>
            </p:nvSpPr>
            <p:spPr>
              <a:xfrm>
                <a:off x="15897552" y="5532012"/>
                <a:ext cx="955522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68" h="15">
                    <a:moveTo>
                      <a:pt x="761" y="15"/>
                    </a:moveTo>
                    <a:lnTo>
                      <a:pt x="7" y="15"/>
                    </a:lnTo>
                    <a:cubicBezTo>
                      <a:pt x="3" y="15"/>
                      <a:pt x="0" y="12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761" y="0"/>
                    </a:lnTo>
                    <a:cubicBezTo>
                      <a:pt x="765" y="0"/>
                      <a:pt x="768" y="3"/>
                      <a:pt x="768" y="8"/>
                    </a:cubicBezTo>
                    <a:cubicBezTo>
                      <a:pt x="768" y="12"/>
                      <a:pt x="765" y="15"/>
                      <a:pt x="761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2" name="Freeform 441">
                <a:extLst>
                  <a:ext uri="{FF2B5EF4-FFF2-40B4-BE49-F238E27FC236}">
                    <a16:creationId xmlns:a16="http://schemas.microsoft.com/office/drawing/2014/main" id="{A19A1387-9436-1A45-A37E-5160F4089B3A}"/>
                  </a:ext>
                </a:extLst>
              </p:cNvPr>
              <p:cNvSpPr/>
              <p:nvPr/>
            </p:nvSpPr>
            <p:spPr>
              <a:xfrm>
                <a:off x="15897552" y="5692776"/>
                <a:ext cx="292761" cy="646793"/>
              </a:xfrm>
              <a:custGeom>
                <a:avLst/>
                <a:gdLst>
                  <a:gd name="connsiteX0" fmla="*/ 52154 w 292761"/>
                  <a:gd name="connsiteY0" fmla="*/ 19939 h 646793"/>
                  <a:gd name="connsiteX1" fmla="*/ 17441 w 292761"/>
                  <a:gd name="connsiteY1" fmla="*/ 53519 h 646793"/>
                  <a:gd name="connsiteX2" fmla="*/ 17441 w 292761"/>
                  <a:gd name="connsiteY2" fmla="*/ 593274 h 646793"/>
                  <a:gd name="connsiteX3" fmla="*/ 52154 w 292761"/>
                  <a:gd name="connsiteY3" fmla="*/ 626853 h 646793"/>
                  <a:gd name="connsiteX4" fmla="*/ 239355 w 292761"/>
                  <a:gd name="connsiteY4" fmla="*/ 626853 h 646793"/>
                  <a:gd name="connsiteX5" fmla="*/ 272828 w 292761"/>
                  <a:gd name="connsiteY5" fmla="*/ 593274 h 646793"/>
                  <a:gd name="connsiteX6" fmla="*/ 272828 w 292761"/>
                  <a:gd name="connsiteY6" fmla="*/ 53519 h 646793"/>
                  <a:gd name="connsiteX7" fmla="*/ 239355 w 292761"/>
                  <a:gd name="connsiteY7" fmla="*/ 19939 h 646793"/>
                  <a:gd name="connsiteX8" fmla="*/ 52102 w 292761"/>
                  <a:gd name="connsiteY8" fmla="*/ 0 h 646793"/>
                  <a:gd name="connsiteX9" fmla="*/ 239419 w 292761"/>
                  <a:gd name="connsiteY9" fmla="*/ 0 h 646793"/>
                  <a:gd name="connsiteX10" fmla="*/ 292761 w 292761"/>
                  <a:gd name="connsiteY10" fmla="*/ 53485 h 646793"/>
                  <a:gd name="connsiteX11" fmla="*/ 292761 w 292761"/>
                  <a:gd name="connsiteY11" fmla="*/ 593308 h 646793"/>
                  <a:gd name="connsiteX12" fmla="*/ 239419 w 292761"/>
                  <a:gd name="connsiteY12" fmla="*/ 646793 h 646793"/>
                  <a:gd name="connsiteX13" fmla="*/ 52102 w 292761"/>
                  <a:gd name="connsiteY13" fmla="*/ 646793 h 646793"/>
                  <a:gd name="connsiteX14" fmla="*/ 0 w 292761"/>
                  <a:gd name="connsiteY14" fmla="*/ 593308 h 646793"/>
                  <a:gd name="connsiteX15" fmla="*/ 0 w 292761"/>
                  <a:gd name="connsiteY15" fmla="*/ 53485 h 646793"/>
                  <a:gd name="connsiteX16" fmla="*/ 52102 w 292761"/>
                  <a:gd name="connsiteY16" fmla="*/ 0 h 6467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2761" h="646793">
                    <a:moveTo>
                      <a:pt x="52154" y="19939"/>
                    </a:moveTo>
                    <a:cubicBezTo>
                      <a:pt x="33558" y="19939"/>
                      <a:pt x="17441" y="34863"/>
                      <a:pt x="17441" y="53519"/>
                    </a:cubicBezTo>
                    <a:lnTo>
                      <a:pt x="17441" y="593274"/>
                    </a:lnTo>
                    <a:cubicBezTo>
                      <a:pt x="17441" y="611929"/>
                      <a:pt x="33558" y="626853"/>
                      <a:pt x="52154" y="626853"/>
                    </a:cubicBezTo>
                    <a:lnTo>
                      <a:pt x="239355" y="626853"/>
                    </a:lnTo>
                    <a:cubicBezTo>
                      <a:pt x="257951" y="626853"/>
                      <a:pt x="272828" y="611929"/>
                      <a:pt x="272828" y="593274"/>
                    </a:cubicBezTo>
                    <a:lnTo>
                      <a:pt x="272828" y="53519"/>
                    </a:lnTo>
                    <a:cubicBezTo>
                      <a:pt x="272828" y="34863"/>
                      <a:pt x="257951" y="19939"/>
                      <a:pt x="239355" y="19939"/>
                    </a:cubicBezTo>
                    <a:close/>
                    <a:moveTo>
                      <a:pt x="52102" y="0"/>
                    </a:moveTo>
                    <a:lnTo>
                      <a:pt x="239419" y="0"/>
                    </a:lnTo>
                    <a:cubicBezTo>
                      <a:pt x="267951" y="0"/>
                      <a:pt x="292761" y="23633"/>
                      <a:pt x="292761" y="53485"/>
                    </a:cubicBezTo>
                    <a:lnTo>
                      <a:pt x="292761" y="593308"/>
                    </a:lnTo>
                    <a:cubicBezTo>
                      <a:pt x="292761" y="623160"/>
                      <a:pt x="267951" y="646793"/>
                      <a:pt x="239419" y="646793"/>
                    </a:cubicBezTo>
                    <a:lnTo>
                      <a:pt x="52102" y="646793"/>
                    </a:lnTo>
                    <a:cubicBezTo>
                      <a:pt x="23570" y="646793"/>
                      <a:pt x="0" y="623160"/>
                      <a:pt x="0" y="593308"/>
                    </a:cubicBezTo>
                    <a:lnTo>
                      <a:pt x="0" y="53485"/>
                    </a:lnTo>
                    <a:cubicBezTo>
                      <a:pt x="0" y="23633"/>
                      <a:pt x="23570" y="0"/>
                      <a:pt x="52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4E84B3DB-090C-8A4F-9D7E-F13DE65EC1FB}"/>
                  </a:ext>
                </a:extLst>
              </p:cNvPr>
              <p:cNvSpPr/>
              <p:nvPr/>
            </p:nvSpPr>
            <p:spPr>
              <a:xfrm>
                <a:off x="16273781" y="5738886"/>
                <a:ext cx="274074" cy="27292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1" h="220">
                    <a:moveTo>
                      <a:pt x="221" y="110"/>
                    </a:moveTo>
                    <a:cubicBezTo>
                      <a:pt x="221" y="171"/>
                      <a:pt x="171" y="220"/>
                      <a:pt x="110" y="220"/>
                    </a:cubicBezTo>
                    <a:cubicBezTo>
                      <a:pt x="50" y="220"/>
                      <a:pt x="0" y="171"/>
                      <a:pt x="0" y="110"/>
                    </a:cubicBezTo>
                    <a:cubicBezTo>
                      <a:pt x="0" y="50"/>
                      <a:pt x="50" y="0"/>
                      <a:pt x="110" y="0"/>
                    </a:cubicBezTo>
                    <a:cubicBezTo>
                      <a:pt x="171" y="0"/>
                      <a:pt x="221" y="50"/>
                      <a:pt x="221" y="1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3" name="Freeform 442">
                <a:extLst>
                  <a:ext uri="{FF2B5EF4-FFF2-40B4-BE49-F238E27FC236}">
                    <a16:creationId xmlns:a16="http://schemas.microsoft.com/office/drawing/2014/main" id="{AC1BD1C9-D8E5-BF4F-BCD3-C3BF93334327}"/>
                  </a:ext>
                </a:extLst>
              </p:cNvPr>
              <p:cNvSpPr/>
              <p:nvPr/>
            </p:nvSpPr>
            <p:spPr>
              <a:xfrm>
                <a:off x="16265060" y="5730162"/>
                <a:ext cx="291515" cy="291618"/>
              </a:xfrm>
              <a:custGeom>
                <a:avLst/>
                <a:gdLst>
                  <a:gd name="connsiteX0" fmla="*/ 145138 w 291515"/>
                  <a:gd name="connsiteY0" fmla="*/ 17448 h 291618"/>
                  <a:gd name="connsiteX1" fmla="*/ 18687 w 291515"/>
                  <a:gd name="connsiteY1" fmla="*/ 145187 h 291618"/>
                  <a:gd name="connsiteX2" fmla="*/ 145138 w 291515"/>
                  <a:gd name="connsiteY2" fmla="*/ 272925 h 291618"/>
                  <a:gd name="connsiteX3" fmla="*/ 272829 w 291515"/>
                  <a:gd name="connsiteY3" fmla="*/ 145187 h 291618"/>
                  <a:gd name="connsiteX4" fmla="*/ 145138 w 291515"/>
                  <a:gd name="connsiteY4" fmla="*/ 17448 h 291618"/>
                  <a:gd name="connsiteX5" fmla="*/ 145137 w 291515"/>
                  <a:gd name="connsiteY5" fmla="*/ 0 h 291618"/>
                  <a:gd name="connsiteX6" fmla="*/ 291515 w 291515"/>
                  <a:gd name="connsiteY6" fmla="*/ 145189 h 291618"/>
                  <a:gd name="connsiteX7" fmla="*/ 145137 w 291515"/>
                  <a:gd name="connsiteY7" fmla="*/ 291618 h 291618"/>
                  <a:gd name="connsiteX8" fmla="*/ 0 w 291515"/>
                  <a:gd name="connsiteY8" fmla="*/ 145189 h 291618"/>
                  <a:gd name="connsiteX9" fmla="*/ 145137 w 291515"/>
                  <a:gd name="connsiteY9" fmla="*/ 0 h 291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91515" h="291618">
                    <a:moveTo>
                      <a:pt x="145138" y="17448"/>
                    </a:moveTo>
                    <a:cubicBezTo>
                      <a:pt x="74474" y="17448"/>
                      <a:pt x="18687" y="75737"/>
                      <a:pt x="18687" y="145187"/>
                    </a:cubicBezTo>
                    <a:cubicBezTo>
                      <a:pt x="18687" y="214637"/>
                      <a:pt x="74474" y="272925"/>
                      <a:pt x="145138" y="272925"/>
                    </a:cubicBezTo>
                    <a:cubicBezTo>
                      <a:pt x="215802" y="272925"/>
                      <a:pt x="272829" y="214637"/>
                      <a:pt x="272829" y="145187"/>
                    </a:cubicBezTo>
                    <a:cubicBezTo>
                      <a:pt x="272829" y="75737"/>
                      <a:pt x="215802" y="17448"/>
                      <a:pt x="145138" y="17448"/>
                    </a:cubicBezTo>
                    <a:close/>
                    <a:moveTo>
                      <a:pt x="145137" y="0"/>
                    </a:moveTo>
                    <a:cubicBezTo>
                      <a:pt x="225769" y="0"/>
                      <a:pt x="291515" y="64528"/>
                      <a:pt x="291515" y="145189"/>
                    </a:cubicBezTo>
                    <a:cubicBezTo>
                      <a:pt x="291515" y="225849"/>
                      <a:pt x="225769" y="291618"/>
                      <a:pt x="145137" y="291618"/>
                    </a:cubicBezTo>
                    <a:cubicBezTo>
                      <a:pt x="65746" y="291618"/>
                      <a:pt x="0" y="225849"/>
                      <a:pt x="0" y="145189"/>
                    </a:cubicBezTo>
                    <a:cubicBezTo>
                      <a:pt x="0" y="64528"/>
                      <a:pt x="65746" y="0"/>
                      <a:pt x="1451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4" name="Freeform 443">
                <a:extLst>
                  <a:ext uri="{FF2B5EF4-FFF2-40B4-BE49-F238E27FC236}">
                    <a16:creationId xmlns:a16="http://schemas.microsoft.com/office/drawing/2014/main" id="{D666BF97-547F-D747-BFCC-F9812874CD1F}"/>
                  </a:ext>
                </a:extLst>
              </p:cNvPr>
              <p:cNvSpPr/>
              <p:nvPr/>
            </p:nvSpPr>
            <p:spPr>
              <a:xfrm>
                <a:off x="16640044" y="5743871"/>
                <a:ext cx="181886" cy="290371"/>
              </a:xfrm>
              <a:custGeom>
                <a:avLst/>
                <a:gdLst>
                  <a:gd name="connsiteX0" fmla="*/ 33508 w 181886"/>
                  <a:gd name="connsiteY0" fmla="*/ 19940 h 290371"/>
                  <a:gd name="connsiteX1" fmla="*/ 18686 w 181886"/>
                  <a:gd name="connsiteY1" fmla="*/ 32341 h 290371"/>
                  <a:gd name="connsiteX2" fmla="*/ 18686 w 181886"/>
                  <a:gd name="connsiteY2" fmla="*/ 258037 h 290371"/>
                  <a:gd name="connsiteX3" fmla="*/ 33508 w 181886"/>
                  <a:gd name="connsiteY3" fmla="*/ 271678 h 290371"/>
                  <a:gd name="connsiteX4" fmla="*/ 149612 w 181886"/>
                  <a:gd name="connsiteY4" fmla="*/ 271678 h 290371"/>
                  <a:gd name="connsiteX5" fmla="*/ 163198 w 181886"/>
                  <a:gd name="connsiteY5" fmla="*/ 258037 h 290371"/>
                  <a:gd name="connsiteX6" fmla="*/ 163198 w 181886"/>
                  <a:gd name="connsiteY6" fmla="*/ 32341 h 290371"/>
                  <a:gd name="connsiteX7" fmla="*/ 149612 w 181886"/>
                  <a:gd name="connsiteY7" fmla="*/ 19940 h 290371"/>
                  <a:gd name="connsiteX8" fmla="*/ 33408 w 181886"/>
                  <a:gd name="connsiteY8" fmla="*/ 0 h 290371"/>
                  <a:gd name="connsiteX9" fmla="*/ 149716 w 181886"/>
                  <a:gd name="connsiteY9" fmla="*/ 0 h 290371"/>
                  <a:gd name="connsiteX10" fmla="*/ 181886 w 181886"/>
                  <a:gd name="connsiteY10" fmla="*/ 32264 h 290371"/>
                  <a:gd name="connsiteX11" fmla="*/ 181886 w 181886"/>
                  <a:gd name="connsiteY11" fmla="*/ 258108 h 290371"/>
                  <a:gd name="connsiteX12" fmla="*/ 149716 w 181886"/>
                  <a:gd name="connsiteY12" fmla="*/ 290371 h 290371"/>
                  <a:gd name="connsiteX13" fmla="*/ 33408 w 181886"/>
                  <a:gd name="connsiteY13" fmla="*/ 290371 h 290371"/>
                  <a:gd name="connsiteX14" fmla="*/ 0 w 181886"/>
                  <a:gd name="connsiteY14" fmla="*/ 258108 h 290371"/>
                  <a:gd name="connsiteX15" fmla="*/ 0 w 181886"/>
                  <a:gd name="connsiteY15" fmla="*/ 32264 h 290371"/>
                  <a:gd name="connsiteX16" fmla="*/ 33408 w 181886"/>
                  <a:gd name="connsiteY16" fmla="*/ 0 h 290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1886" h="290371">
                    <a:moveTo>
                      <a:pt x="33508" y="19940"/>
                    </a:moveTo>
                    <a:cubicBezTo>
                      <a:pt x="26097" y="19940"/>
                      <a:pt x="18686" y="24901"/>
                      <a:pt x="18686" y="32341"/>
                    </a:cubicBezTo>
                    <a:lnTo>
                      <a:pt x="18686" y="258037"/>
                    </a:lnTo>
                    <a:cubicBezTo>
                      <a:pt x="18686" y="265478"/>
                      <a:pt x="26097" y="271678"/>
                      <a:pt x="33508" y="271678"/>
                    </a:cubicBezTo>
                    <a:lnTo>
                      <a:pt x="149612" y="271678"/>
                    </a:lnTo>
                    <a:cubicBezTo>
                      <a:pt x="157022" y="271678"/>
                      <a:pt x="163198" y="265478"/>
                      <a:pt x="163198" y="258037"/>
                    </a:cubicBezTo>
                    <a:lnTo>
                      <a:pt x="163198" y="32341"/>
                    </a:lnTo>
                    <a:cubicBezTo>
                      <a:pt x="163198" y="24901"/>
                      <a:pt x="157022" y="19940"/>
                      <a:pt x="149612" y="19940"/>
                    </a:cubicBezTo>
                    <a:close/>
                    <a:moveTo>
                      <a:pt x="33408" y="0"/>
                    </a:moveTo>
                    <a:lnTo>
                      <a:pt x="149716" y="0"/>
                    </a:lnTo>
                    <a:cubicBezTo>
                      <a:pt x="167038" y="0"/>
                      <a:pt x="181886" y="14891"/>
                      <a:pt x="181886" y="32264"/>
                    </a:cubicBezTo>
                    <a:lnTo>
                      <a:pt x="181886" y="258108"/>
                    </a:lnTo>
                    <a:cubicBezTo>
                      <a:pt x="181886" y="275480"/>
                      <a:pt x="167038" y="290371"/>
                      <a:pt x="149716" y="290371"/>
                    </a:cubicBezTo>
                    <a:lnTo>
                      <a:pt x="33408" y="290371"/>
                    </a:lnTo>
                    <a:cubicBezTo>
                      <a:pt x="14848" y="290371"/>
                      <a:pt x="0" y="275480"/>
                      <a:pt x="0" y="258108"/>
                    </a:cubicBezTo>
                    <a:lnTo>
                      <a:pt x="0" y="32264"/>
                    </a:lnTo>
                    <a:cubicBezTo>
                      <a:pt x="0" y="14891"/>
                      <a:pt x="14848" y="0"/>
                      <a:pt x="334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30B6277E-AAAA-AA4B-B0BC-F8856034118C}"/>
                  </a:ext>
                </a:extLst>
              </p:cNvPr>
              <p:cNvSpPr/>
              <p:nvPr/>
            </p:nvSpPr>
            <p:spPr>
              <a:xfrm>
                <a:off x="16268798" y="6135187"/>
                <a:ext cx="584276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0" h="15">
                    <a:moveTo>
                      <a:pt x="463" y="15"/>
                    </a:moveTo>
                    <a:lnTo>
                      <a:pt x="8" y="15"/>
                    </a:lnTo>
                    <a:cubicBezTo>
                      <a:pt x="3" y="15"/>
                      <a:pt x="0" y="12"/>
                      <a:pt x="0" y="7"/>
                    </a:cubicBezTo>
                    <a:cubicBezTo>
                      <a:pt x="0" y="4"/>
                      <a:pt x="3" y="0"/>
                      <a:pt x="8" y="0"/>
                    </a:cubicBezTo>
                    <a:lnTo>
                      <a:pt x="463" y="0"/>
                    </a:lnTo>
                    <a:cubicBezTo>
                      <a:pt x="467" y="0"/>
                      <a:pt x="470" y="4"/>
                      <a:pt x="470" y="7"/>
                    </a:cubicBezTo>
                    <a:cubicBezTo>
                      <a:pt x="470" y="12"/>
                      <a:pt x="467" y="15"/>
                      <a:pt x="463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7387C11E-3F7E-E04E-BB83-CDB1023B8517}"/>
                  </a:ext>
                </a:extLst>
              </p:cNvPr>
              <p:cNvSpPr/>
              <p:nvPr/>
            </p:nvSpPr>
            <p:spPr>
              <a:xfrm>
                <a:off x="16268798" y="6229900"/>
                <a:ext cx="584276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0" h="15">
                    <a:moveTo>
                      <a:pt x="463" y="15"/>
                    </a:moveTo>
                    <a:lnTo>
                      <a:pt x="8" y="15"/>
                    </a:lnTo>
                    <a:cubicBezTo>
                      <a:pt x="3" y="15"/>
                      <a:pt x="0" y="12"/>
                      <a:pt x="0" y="7"/>
                    </a:cubicBezTo>
                    <a:cubicBezTo>
                      <a:pt x="0" y="3"/>
                      <a:pt x="3" y="0"/>
                      <a:pt x="8" y="0"/>
                    </a:cubicBezTo>
                    <a:lnTo>
                      <a:pt x="463" y="0"/>
                    </a:lnTo>
                    <a:cubicBezTo>
                      <a:pt x="467" y="0"/>
                      <a:pt x="470" y="3"/>
                      <a:pt x="470" y="7"/>
                    </a:cubicBezTo>
                    <a:cubicBezTo>
                      <a:pt x="470" y="12"/>
                      <a:pt x="467" y="15"/>
                      <a:pt x="463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472CD48F-D73F-FE4E-BF39-2D68B4992894}"/>
                  </a:ext>
                </a:extLst>
              </p:cNvPr>
              <p:cNvSpPr/>
              <p:nvPr/>
            </p:nvSpPr>
            <p:spPr>
              <a:xfrm>
                <a:off x="16759640" y="4805460"/>
                <a:ext cx="236700" cy="248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1" h="200">
                    <a:moveTo>
                      <a:pt x="191" y="200"/>
                    </a:moveTo>
                    <a:lnTo>
                      <a:pt x="39" y="200"/>
                    </a:lnTo>
                    <a:cubicBezTo>
                      <a:pt x="17" y="200"/>
                      <a:pt x="0" y="183"/>
                      <a:pt x="0" y="16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:a16="http://schemas.microsoft.com/office/drawing/2014/main" id="{78AF3B80-CE7A-5149-B2DA-3CB027408E2E}"/>
                  </a:ext>
                </a:extLst>
              </p:cNvPr>
              <p:cNvSpPr/>
              <p:nvPr/>
            </p:nvSpPr>
            <p:spPr>
              <a:xfrm>
                <a:off x="16749673" y="4795915"/>
                <a:ext cx="256207" cy="266268"/>
              </a:xfrm>
              <a:custGeom>
                <a:avLst/>
                <a:gdLst>
                  <a:gd name="connsiteX0" fmla="*/ 18687 w 256207"/>
                  <a:gd name="connsiteY0" fmla="*/ 31977 h 266268"/>
                  <a:gd name="connsiteX1" fmla="*/ 18687 w 256207"/>
                  <a:gd name="connsiteY1" fmla="*/ 209164 h 266268"/>
                  <a:gd name="connsiteX2" fmla="*/ 58313 w 256207"/>
                  <a:gd name="connsiteY2" fmla="*/ 247575 h 266268"/>
                  <a:gd name="connsiteX3" fmla="*/ 225487 w 256207"/>
                  <a:gd name="connsiteY3" fmla="*/ 247575 h 266268"/>
                  <a:gd name="connsiteX4" fmla="*/ 6199 w 256207"/>
                  <a:gd name="connsiteY4" fmla="*/ 816 h 266268"/>
                  <a:gd name="connsiteX5" fmla="*/ 16117 w 256207"/>
                  <a:gd name="connsiteY5" fmla="*/ 2056 h 266268"/>
                  <a:gd name="connsiteX6" fmla="*/ 254153 w 256207"/>
                  <a:gd name="connsiteY6" fmla="*/ 250143 h 266268"/>
                  <a:gd name="connsiteX7" fmla="*/ 255393 w 256207"/>
                  <a:gd name="connsiteY7" fmla="*/ 261307 h 266268"/>
                  <a:gd name="connsiteX8" fmla="*/ 246715 w 256207"/>
                  <a:gd name="connsiteY8" fmla="*/ 266268 h 266268"/>
                  <a:gd name="connsiteX9" fmla="*/ 58269 w 256207"/>
                  <a:gd name="connsiteY9" fmla="*/ 266268 h 266268"/>
                  <a:gd name="connsiteX10" fmla="*/ 0 w 256207"/>
                  <a:gd name="connsiteY10" fmla="*/ 209208 h 266268"/>
                  <a:gd name="connsiteX11" fmla="*/ 0 w 256207"/>
                  <a:gd name="connsiteY11" fmla="*/ 9499 h 266268"/>
                  <a:gd name="connsiteX12" fmla="*/ 6199 w 256207"/>
                  <a:gd name="connsiteY12" fmla="*/ 816 h 2662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6207" h="266268">
                    <a:moveTo>
                      <a:pt x="18687" y="31977"/>
                    </a:moveTo>
                    <a:lnTo>
                      <a:pt x="18687" y="209164"/>
                    </a:lnTo>
                    <a:cubicBezTo>
                      <a:pt x="18687" y="231467"/>
                      <a:pt x="36023" y="247575"/>
                      <a:pt x="58313" y="247575"/>
                    </a:cubicBezTo>
                    <a:lnTo>
                      <a:pt x="225487" y="247575"/>
                    </a:lnTo>
                    <a:close/>
                    <a:moveTo>
                      <a:pt x="6199" y="816"/>
                    </a:moveTo>
                    <a:cubicBezTo>
                      <a:pt x="9918" y="-425"/>
                      <a:pt x="13638" y="-425"/>
                      <a:pt x="16117" y="2056"/>
                    </a:cubicBezTo>
                    <a:lnTo>
                      <a:pt x="254153" y="250143"/>
                    </a:lnTo>
                    <a:cubicBezTo>
                      <a:pt x="256633" y="253864"/>
                      <a:pt x="256633" y="257585"/>
                      <a:pt x="255393" y="261307"/>
                    </a:cubicBezTo>
                    <a:cubicBezTo>
                      <a:pt x="254153" y="263787"/>
                      <a:pt x="250435" y="266268"/>
                      <a:pt x="246715" y="266268"/>
                    </a:cubicBezTo>
                    <a:lnTo>
                      <a:pt x="58269" y="266268"/>
                    </a:lnTo>
                    <a:cubicBezTo>
                      <a:pt x="26035" y="266268"/>
                      <a:pt x="0" y="240219"/>
                      <a:pt x="0" y="209208"/>
                    </a:cubicBezTo>
                    <a:lnTo>
                      <a:pt x="0" y="9499"/>
                    </a:lnTo>
                    <a:cubicBezTo>
                      <a:pt x="0" y="5777"/>
                      <a:pt x="2480" y="2056"/>
                      <a:pt x="6199" y="8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1C5E215-02FE-D741-BD6A-889EDFBA83E3}"/>
                </a:ext>
              </a:extLst>
            </p:cNvPr>
            <p:cNvGrpSpPr/>
            <p:nvPr/>
          </p:nvGrpSpPr>
          <p:grpSpPr>
            <a:xfrm>
              <a:off x="15655868" y="7230623"/>
              <a:ext cx="601717" cy="600683"/>
              <a:chOff x="15655868" y="7230623"/>
              <a:chExt cx="601717" cy="600683"/>
            </a:xfrm>
          </p:grpSpPr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208C3D1F-6CC5-8E43-8B51-B7CB9E942DDC}"/>
                  </a:ext>
                </a:extLst>
              </p:cNvPr>
              <p:cNvSpPr/>
              <p:nvPr/>
            </p:nvSpPr>
            <p:spPr>
              <a:xfrm>
                <a:off x="16040818" y="7300411"/>
                <a:ext cx="206801" cy="4212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7" h="339">
                    <a:moveTo>
                      <a:pt x="76" y="0"/>
                    </a:moveTo>
                    <a:lnTo>
                      <a:pt x="0" y="82"/>
                    </a:lnTo>
                    <a:cubicBezTo>
                      <a:pt x="33" y="104"/>
                      <a:pt x="55" y="142"/>
                      <a:pt x="55" y="186"/>
                    </a:cubicBezTo>
                    <a:cubicBezTo>
                      <a:pt x="55" y="212"/>
                      <a:pt x="47" y="236"/>
                      <a:pt x="33" y="257"/>
                    </a:cubicBezTo>
                    <a:lnTo>
                      <a:pt x="110" y="339"/>
                    </a:lnTo>
                    <a:cubicBezTo>
                      <a:pt x="145" y="298"/>
                      <a:pt x="167" y="244"/>
                      <a:pt x="167" y="186"/>
                    </a:cubicBezTo>
                    <a:cubicBezTo>
                      <a:pt x="167" y="110"/>
                      <a:pt x="131" y="43"/>
                      <a:pt x="7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3E5D603D-5075-6240-A43C-28F639DB2BC6}"/>
                  </a:ext>
                </a:extLst>
              </p:cNvPr>
              <p:cNvSpPr/>
              <p:nvPr/>
            </p:nvSpPr>
            <p:spPr>
              <a:xfrm>
                <a:off x="16030851" y="7291198"/>
                <a:ext cx="226734" cy="440408"/>
              </a:xfrm>
              <a:custGeom>
                <a:avLst/>
                <a:gdLst>
                  <a:gd name="connsiteX0" fmla="*/ 105337 w 226734"/>
                  <a:gd name="connsiteY0" fmla="*/ 21675 h 440408"/>
                  <a:gd name="connsiteX1" fmla="*/ 23670 w 226734"/>
                  <a:gd name="connsiteY1" fmla="*/ 109878 h 440408"/>
                  <a:gd name="connsiteX2" fmla="*/ 88013 w 226734"/>
                  <a:gd name="connsiteY2" fmla="*/ 240319 h 440408"/>
                  <a:gd name="connsiteX3" fmla="*/ 62029 w 226734"/>
                  <a:gd name="connsiteY3" fmla="*/ 327280 h 440408"/>
                  <a:gd name="connsiteX4" fmla="*/ 144932 w 226734"/>
                  <a:gd name="connsiteY4" fmla="*/ 415483 h 440408"/>
                  <a:gd name="connsiteX5" fmla="*/ 206801 w 226734"/>
                  <a:gd name="connsiteY5" fmla="*/ 240319 h 440408"/>
                  <a:gd name="connsiteX6" fmla="*/ 105337 w 226734"/>
                  <a:gd name="connsiteY6" fmla="*/ 21675 h 440408"/>
                  <a:gd name="connsiteX7" fmla="*/ 109031 w 226734"/>
                  <a:gd name="connsiteY7" fmla="*/ 1732 h 440408"/>
                  <a:gd name="connsiteX8" fmla="*/ 226734 w 226734"/>
                  <a:gd name="connsiteY8" fmla="*/ 240332 h 440408"/>
                  <a:gd name="connsiteX9" fmla="*/ 152395 w 226734"/>
                  <a:gd name="connsiteY9" fmla="*/ 436680 h 440408"/>
                  <a:gd name="connsiteX10" fmla="*/ 146200 w 226734"/>
                  <a:gd name="connsiteY10" fmla="*/ 440408 h 440408"/>
                  <a:gd name="connsiteX11" fmla="*/ 138766 w 226734"/>
                  <a:gd name="connsiteY11" fmla="*/ 436680 h 440408"/>
                  <a:gd name="connsiteX12" fmla="*/ 43364 w 226734"/>
                  <a:gd name="connsiteY12" fmla="*/ 334778 h 440408"/>
                  <a:gd name="connsiteX13" fmla="*/ 42125 w 226734"/>
                  <a:gd name="connsiteY13" fmla="*/ 322351 h 440408"/>
                  <a:gd name="connsiteX14" fmla="*/ 69383 w 226734"/>
                  <a:gd name="connsiteY14" fmla="*/ 240332 h 440408"/>
                  <a:gd name="connsiteX15" fmla="*/ 3717 w 226734"/>
                  <a:gd name="connsiteY15" fmla="*/ 119789 h 440408"/>
                  <a:gd name="connsiteX16" fmla="*/ 0 w 226734"/>
                  <a:gd name="connsiteY16" fmla="*/ 113576 h 440408"/>
                  <a:gd name="connsiteX17" fmla="*/ 2478 w 226734"/>
                  <a:gd name="connsiteY17" fmla="*/ 106120 h 440408"/>
                  <a:gd name="connsiteX18" fmla="*/ 97880 w 226734"/>
                  <a:gd name="connsiteY18" fmla="*/ 2975 h 440408"/>
                  <a:gd name="connsiteX19" fmla="*/ 109031 w 226734"/>
                  <a:gd name="connsiteY19" fmla="*/ 1732 h 440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26734" h="440408">
                    <a:moveTo>
                      <a:pt x="105337" y="21675"/>
                    </a:moveTo>
                    <a:lnTo>
                      <a:pt x="23670" y="109878"/>
                    </a:lnTo>
                    <a:cubicBezTo>
                      <a:pt x="64503" y="140936"/>
                      <a:pt x="88013" y="188143"/>
                      <a:pt x="88013" y="240319"/>
                    </a:cubicBezTo>
                    <a:cubicBezTo>
                      <a:pt x="88013" y="271377"/>
                      <a:pt x="79352" y="301192"/>
                      <a:pt x="62029" y="327280"/>
                    </a:cubicBezTo>
                    <a:lnTo>
                      <a:pt x="144932" y="415483"/>
                    </a:lnTo>
                    <a:cubicBezTo>
                      <a:pt x="184528" y="365791"/>
                      <a:pt x="206801" y="303677"/>
                      <a:pt x="206801" y="240319"/>
                    </a:cubicBezTo>
                    <a:cubicBezTo>
                      <a:pt x="206801" y="154601"/>
                      <a:pt x="169680" y="76336"/>
                      <a:pt x="105337" y="21675"/>
                    </a:cubicBezTo>
                    <a:close/>
                    <a:moveTo>
                      <a:pt x="109031" y="1732"/>
                    </a:moveTo>
                    <a:cubicBezTo>
                      <a:pt x="183370" y="60139"/>
                      <a:pt x="226734" y="145886"/>
                      <a:pt x="226734" y="240332"/>
                    </a:cubicBezTo>
                    <a:cubicBezTo>
                      <a:pt x="226734" y="312409"/>
                      <a:pt x="199476" y="382001"/>
                      <a:pt x="152395" y="436680"/>
                    </a:cubicBezTo>
                    <a:cubicBezTo>
                      <a:pt x="151156" y="437923"/>
                      <a:pt x="148678" y="440408"/>
                      <a:pt x="146200" y="440408"/>
                    </a:cubicBezTo>
                    <a:cubicBezTo>
                      <a:pt x="142483" y="440408"/>
                      <a:pt x="140005" y="437923"/>
                      <a:pt x="138766" y="436680"/>
                    </a:cubicBezTo>
                    <a:lnTo>
                      <a:pt x="43364" y="334778"/>
                    </a:lnTo>
                    <a:cubicBezTo>
                      <a:pt x="40886" y="331050"/>
                      <a:pt x="40886" y="326079"/>
                      <a:pt x="42125" y="322351"/>
                    </a:cubicBezTo>
                    <a:cubicBezTo>
                      <a:pt x="60710" y="298739"/>
                      <a:pt x="69383" y="270157"/>
                      <a:pt x="69383" y="240332"/>
                    </a:cubicBezTo>
                    <a:cubicBezTo>
                      <a:pt x="69383" y="191866"/>
                      <a:pt x="44603" y="145886"/>
                      <a:pt x="3717" y="119789"/>
                    </a:cubicBezTo>
                    <a:cubicBezTo>
                      <a:pt x="1239" y="118547"/>
                      <a:pt x="0" y="114818"/>
                      <a:pt x="0" y="113576"/>
                    </a:cubicBezTo>
                    <a:cubicBezTo>
                      <a:pt x="0" y="109848"/>
                      <a:pt x="0" y="107362"/>
                      <a:pt x="2478" y="106120"/>
                    </a:cubicBezTo>
                    <a:lnTo>
                      <a:pt x="97880" y="2975"/>
                    </a:lnTo>
                    <a:cubicBezTo>
                      <a:pt x="100358" y="-754"/>
                      <a:pt x="105314" y="-754"/>
                      <a:pt x="109031" y="173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07943086-A148-F341-85D8-06CA2C95E80A}"/>
                  </a:ext>
                </a:extLst>
              </p:cNvPr>
              <p:cNvSpPr/>
              <p:nvPr/>
            </p:nvSpPr>
            <p:spPr>
              <a:xfrm>
                <a:off x="15665834" y="7240592"/>
                <a:ext cx="510775" cy="5819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1" h="468">
                    <a:moveTo>
                      <a:pt x="234" y="357"/>
                    </a:moveTo>
                    <a:cubicBezTo>
                      <a:pt x="166" y="357"/>
                      <a:pt x="111" y="301"/>
                      <a:pt x="111" y="234"/>
                    </a:cubicBezTo>
                    <a:cubicBezTo>
                      <a:pt x="111" y="166"/>
                      <a:pt x="166" y="111"/>
                      <a:pt x="234" y="111"/>
                    </a:cubicBezTo>
                    <a:cubicBezTo>
                      <a:pt x="258" y="111"/>
                      <a:pt x="281" y="118"/>
                      <a:pt x="301" y="130"/>
                    </a:cubicBezTo>
                    <a:lnTo>
                      <a:pt x="377" y="48"/>
                    </a:lnTo>
                    <a:cubicBezTo>
                      <a:pt x="337" y="18"/>
                      <a:pt x="288" y="0"/>
                      <a:pt x="234" y="0"/>
                    </a:cubicBezTo>
                    <a:cubicBezTo>
                      <a:pt x="104" y="0"/>
                      <a:pt x="0" y="104"/>
                      <a:pt x="0" y="234"/>
                    </a:cubicBezTo>
                    <a:cubicBezTo>
                      <a:pt x="0" y="363"/>
                      <a:pt x="104" y="468"/>
                      <a:pt x="234" y="468"/>
                    </a:cubicBezTo>
                    <a:cubicBezTo>
                      <a:pt x="304" y="468"/>
                      <a:pt x="368" y="436"/>
                      <a:pt x="411" y="387"/>
                    </a:cubicBezTo>
                    <a:lnTo>
                      <a:pt x="334" y="305"/>
                    </a:lnTo>
                    <a:cubicBezTo>
                      <a:pt x="312" y="336"/>
                      <a:pt x="275" y="357"/>
                      <a:pt x="234" y="35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6F76A364-4C60-B14A-94CA-8A016D4C1C06}"/>
                  </a:ext>
                </a:extLst>
              </p:cNvPr>
              <p:cNvSpPr/>
              <p:nvPr/>
            </p:nvSpPr>
            <p:spPr>
              <a:xfrm>
                <a:off x="15655868" y="7230623"/>
                <a:ext cx="529771" cy="600683"/>
              </a:xfrm>
              <a:custGeom>
                <a:avLst/>
                <a:gdLst>
                  <a:gd name="connsiteX0" fmla="*/ 300762 w 529771"/>
                  <a:gd name="connsiteY0" fmla="*/ 18693 h 600683"/>
                  <a:gd name="connsiteX1" fmla="*/ 18687 w 529771"/>
                  <a:gd name="connsiteY1" fmla="*/ 300963 h 600683"/>
                  <a:gd name="connsiteX2" fmla="*/ 300762 w 529771"/>
                  <a:gd name="connsiteY2" fmla="*/ 581989 h 600683"/>
                  <a:gd name="connsiteX3" fmla="*/ 507037 w 529771"/>
                  <a:gd name="connsiteY3" fmla="*/ 491215 h 600683"/>
                  <a:gd name="connsiteX4" fmla="*/ 425024 w 529771"/>
                  <a:gd name="connsiteY4" fmla="*/ 402928 h 600683"/>
                  <a:gd name="connsiteX5" fmla="*/ 300762 w 529771"/>
                  <a:gd name="connsiteY5" fmla="*/ 462615 h 600683"/>
                  <a:gd name="connsiteX6" fmla="*/ 139221 w 529771"/>
                  <a:gd name="connsiteY6" fmla="*/ 300963 h 600683"/>
                  <a:gd name="connsiteX7" fmla="*/ 300762 w 529771"/>
                  <a:gd name="connsiteY7" fmla="*/ 138067 h 600683"/>
                  <a:gd name="connsiteX8" fmla="*/ 381532 w 529771"/>
                  <a:gd name="connsiteY8" fmla="*/ 160450 h 600683"/>
                  <a:gd name="connsiteX9" fmla="*/ 464788 w 529771"/>
                  <a:gd name="connsiteY9" fmla="*/ 72163 h 600683"/>
                  <a:gd name="connsiteX10" fmla="*/ 300762 w 529771"/>
                  <a:gd name="connsiteY10" fmla="*/ 18693 h 600683"/>
                  <a:gd name="connsiteX11" fmla="*/ 300774 w 529771"/>
                  <a:gd name="connsiteY11" fmla="*/ 0 h 600683"/>
                  <a:gd name="connsiteX12" fmla="*/ 483475 w 529771"/>
                  <a:gd name="connsiteY12" fmla="*/ 62183 h 600683"/>
                  <a:gd name="connsiteX13" fmla="*/ 487204 w 529771"/>
                  <a:gd name="connsiteY13" fmla="*/ 69645 h 600683"/>
                  <a:gd name="connsiteX14" fmla="*/ 484718 w 529771"/>
                  <a:gd name="connsiteY14" fmla="*/ 75863 h 600683"/>
                  <a:gd name="connsiteX15" fmla="*/ 390260 w 529771"/>
                  <a:gd name="connsiteY15" fmla="*/ 179086 h 600683"/>
                  <a:gd name="connsiteX16" fmla="*/ 377831 w 529771"/>
                  <a:gd name="connsiteY16" fmla="*/ 180330 h 600683"/>
                  <a:gd name="connsiteX17" fmla="*/ 300774 w 529771"/>
                  <a:gd name="connsiteY17" fmla="*/ 156700 h 600683"/>
                  <a:gd name="connsiteX18" fmla="*/ 156601 w 529771"/>
                  <a:gd name="connsiteY18" fmla="*/ 300964 h 600683"/>
                  <a:gd name="connsiteX19" fmla="*/ 300774 w 529771"/>
                  <a:gd name="connsiteY19" fmla="*/ 443983 h 600683"/>
                  <a:gd name="connsiteX20" fmla="*/ 417603 w 529771"/>
                  <a:gd name="connsiteY20" fmla="*/ 383044 h 600683"/>
                  <a:gd name="connsiteX21" fmla="*/ 425060 w 529771"/>
                  <a:gd name="connsiteY21" fmla="*/ 379314 h 600683"/>
                  <a:gd name="connsiteX22" fmla="*/ 431275 w 529771"/>
                  <a:gd name="connsiteY22" fmla="*/ 383044 h 600683"/>
                  <a:gd name="connsiteX23" fmla="*/ 526975 w 529771"/>
                  <a:gd name="connsiteY23" fmla="*/ 485024 h 600683"/>
                  <a:gd name="connsiteX24" fmla="*/ 526975 w 529771"/>
                  <a:gd name="connsiteY24" fmla="*/ 497460 h 600683"/>
                  <a:gd name="connsiteX25" fmla="*/ 300774 w 529771"/>
                  <a:gd name="connsiteY25" fmla="*/ 600683 h 600683"/>
                  <a:gd name="connsiteX26" fmla="*/ 0 w 529771"/>
                  <a:gd name="connsiteY26" fmla="*/ 300964 h 600683"/>
                  <a:gd name="connsiteX27" fmla="*/ 300774 w 529771"/>
                  <a:gd name="connsiteY27" fmla="*/ 0 h 600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29771" h="600683">
                    <a:moveTo>
                      <a:pt x="300762" y="18693"/>
                    </a:moveTo>
                    <a:cubicBezTo>
                      <a:pt x="145434" y="18693"/>
                      <a:pt x="18687" y="145528"/>
                      <a:pt x="18687" y="300963"/>
                    </a:cubicBezTo>
                    <a:cubicBezTo>
                      <a:pt x="18687" y="455154"/>
                      <a:pt x="145434" y="581989"/>
                      <a:pt x="300762" y="581989"/>
                    </a:cubicBezTo>
                    <a:cubicBezTo>
                      <a:pt x="379047" y="581989"/>
                      <a:pt x="453604" y="549659"/>
                      <a:pt x="507037" y="491215"/>
                    </a:cubicBezTo>
                    <a:lnTo>
                      <a:pt x="425024" y="402928"/>
                    </a:lnTo>
                    <a:cubicBezTo>
                      <a:pt x="395201" y="440233"/>
                      <a:pt x="347982" y="462615"/>
                      <a:pt x="300762" y="462615"/>
                    </a:cubicBezTo>
                    <a:cubicBezTo>
                      <a:pt x="211293" y="462615"/>
                      <a:pt x="139221" y="389250"/>
                      <a:pt x="139221" y="300963"/>
                    </a:cubicBezTo>
                    <a:cubicBezTo>
                      <a:pt x="139221" y="211432"/>
                      <a:pt x="211293" y="138067"/>
                      <a:pt x="300762" y="138067"/>
                    </a:cubicBezTo>
                    <a:cubicBezTo>
                      <a:pt x="329342" y="138067"/>
                      <a:pt x="356680" y="146772"/>
                      <a:pt x="381532" y="160450"/>
                    </a:cubicBezTo>
                    <a:lnTo>
                      <a:pt x="464788" y="72163"/>
                    </a:lnTo>
                    <a:cubicBezTo>
                      <a:pt x="416326" y="37345"/>
                      <a:pt x="360408" y="18693"/>
                      <a:pt x="300762" y="18693"/>
                    </a:cubicBezTo>
                    <a:close/>
                    <a:moveTo>
                      <a:pt x="300774" y="0"/>
                    </a:moveTo>
                    <a:cubicBezTo>
                      <a:pt x="367888" y="0"/>
                      <a:pt x="430032" y="21142"/>
                      <a:pt x="483475" y="62183"/>
                    </a:cubicBezTo>
                    <a:cubicBezTo>
                      <a:pt x="485961" y="63426"/>
                      <a:pt x="487204" y="67157"/>
                      <a:pt x="487204" y="69645"/>
                    </a:cubicBezTo>
                    <a:cubicBezTo>
                      <a:pt x="487204" y="72132"/>
                      <a:pt x="487204" y="74619"/>
                      <a:pt x="484718" y="75863"/>
                    </a:cubicBezTo>
                    <a:lnTo>
                      <a:pt x="390260" y="179086"/>
                    </a:lnTo>
                    <a:cubicBezTo>
                      <a:pt x="386531" y="181573"/>
                      <a:pt x="381560" y="182817"/>
                      <a:pt x="377831" y="180330"/>
                    </a:cubicBezTo>
                    <a:cubicBezTo>
                      <a:pt x="354217" y="165406"/>
                      <a:pt x="328117" y="156700"/>
                      <a:pt x="300774" y="156700"/>
                    </a:cubicBezTo>
                    <a:cubicBezTo>
                      <a:pt x="221230" y="156700"/>
                      <a:pt x="156601" y="221370"/>
                      <a:pt x="156601" y="300964"/>
                    </a:cubicBezTo>
                    <a:cubicBezTo>
                      <a:pt x="156601" y="379314"/>
                      <a:pt x="221230" y="443983"/>
                      <a:pt x="300774" y="443983"/>
                    </a:cubicBezTo>
                    <a:cubicBezTo>
                      <a:pt x="346760" y="443983"/>
                      <a:pt x="390260" y="421598"/>
                      <a:pt x="417603" y="383044"/>
                    </a:cubicBezTo>
                    <a:cubicBezTo>
                      <a:pt x="418846" y="381801"/>
                      <a:pt x="421332" y="379314"/>
                      <a:pt x="425060" y="379314"/>
                    </a:cubicBezTo>
                    <a:cubicBezTo>
                      <a:pt x="426303" y="379314"/>
                      <a:pt x="430032" y="380557"/>
                      <a:pt x="431275" y="383044"/>
                    </a:cubicBezTo>
                    <a:lnTo>
                      <a:pt x="526975" y="485024"/>
                    </a:lnTo>
                    <a:cubicBezTo>
                      <a:pt x="530704" y="488755"/>
                      <a:pt x="530704" y="493729"/>
                      <a:pt x="526975" y="497460"/>
                    </a:cubicBezTo>
                    <a:cubicBezTo>
                      <a:pt x="469803" y="563374"/>
                      <a:pt x="387774" y="600683"/>
                      <a:pt x="300774" y="600683"/>
                    </a:cubicBezTo>
                    <a:cubicBezTo>
                      <a:pt x="135472" y="600683"/>
                      <a:pt x="0" y="466369"/>
                      <a:pt x="0" y="300964"/>
                    </a:cubicBezTo>
                    <a:cubicBezTo>
                      <a:pt x="0" y="134314"/>
                      <a:pt x="135472" y="0"/>
                      <a:pt x="3007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D99E524-59F9-1743-B696-456E7944BD47}"/>
                </a:ext>
              </a:extLst>
            </p:cNvPr>
            <p:cNvGrpSpPr/>
            <p:nvPr/>
          </p:nvGrpSpPr>
          <p:grpSpPr>
            <a:xfrm>
              <a:off x="16606832" y="7230242"/>
              <a:ext cx="565986" cy="754350"/>
              <a:chOff x="16606832" y="7230242"/>
              <a:chExt cx="565986" cy="754350"/>
            </a:xfrm>
          </p:grpSpPr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392F5B4A-B00A-234B-909C-7A1649E6097A}"/>
                  </a:ext>
                </a:extLst>
              </p:cNvPr>
              <p:cNvSpPr/>
              <p:nvPr/>
            </p:nvSpPr>
            <p:spPr>
              <a:xfrm>
                <a:off x="16615128" y="7588290"/>
                <a:ext cx="280303" cy="38757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6" h="312">
                    <a:moveTo>
                      <a:pt x="169" y="25"/>
                    </a:moveTo>
                    <a:lnTo>
                      <a:pt x="111" y="0"/>
                    </a:lnTo>
                    <a:lnTo>
                      <a:pt x="0" y="262"/>
                    </a:lnTo>
                    <a:lnTo>
                      <a:pt x="79" y="237"/>
                    </a:lnTo>
                    <a:lnTo>
                      <a:pt x="115" y="312"/>
                    </a:lnTo>
                    <a:lnTo>
                      <a:pt x="226" y="49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EDE0DA4B-54AA-F940-8FCD-5744532A7ABA}"/>
                  </a:ext>
                </a:extLst>
              </p:cNvPr>
              <p:cNvSpPr/>
              <p:nvPr/>
            </p:nvSpPr>
            <p:spPr>
              <a:xfrm>
                <a:off x="16606832" y="7579119"/>
                <a:ext cx="300431" cy="405473"/>
              </a:xfrm>
              <a:custGeom>
                <a:avLst/>
                <a:gdLst>
                  <a:gd name="connsiteX0" fmla="*/ 150939 w 300431"/>
                  <a:gd name="connsiteY0" fmla="*/ 21634 h 405473"/>
                  <a:gd name="connsiteX1" fmla="*/ 24491 w 300431"/>
                  <a:gd name="connsiteY1" fmla="*/ 320915 h 405473"/>
                  <a:gd name="connsiteX2" fmla="*/ 102591 w 300431"/>
                  <a:gd name="connsiteY2" fmla="*/ 294836 h 405473"/>
                  <a:gd name="connsiteX3" fmla="*/ 106310 w 300431"/>
                  <a:gd name="connsiteY3" fmla="*/ 294836 h 405473"/>
                  <a:gd name="connsiteX4" fmla="*/ 113748 w 300431"/>
                  <a:gd name="connsiteY4" fmla="*/ 299803 h 405473"/>
                  <a:gd name="connsiteX5" fmla="*/ 150939 w 300431"/>
                  <a:gd name="connsiteY5" fmla="*/ 373071 h 405473"/>
                  <a:gd name="connsiteX6" fmla="*/ 277388 w 300431"/>
                  <a:gd name="connsiteY6" fmla="*/ 75033 h 405473"/>
                  <a:gd name="connsiteX7" fmla="*/ 150934 w 300431"/>
                  <a:gd name="connsiteY7" fmla="*/ 448 h 405473"/>
                  <a:gd name="connsiteX8" fmla="*/ 294848 w 300431"/>
                  <a:gd name="connsiteY8" fmla="*/ 61326 h 405473"/>
                  <a:gd name="connsiteX9" fmla="*/ 298570 w 300431"/>
                  <a:gd name="connsiteY9" fmla="*/ 66296 h 405473"/>
                  <a:gd name="connsiteX10" fmla="*/ 298570 w 300431"/>
                  <a:gd name="connsiteY10" fmla="*/ 73750 h 405473"/>
                  <a:gd name="connsiteX11" fmla="*/ 160859 w 300431"/>
                  <a:gd name="connsiteY11" fmla="*/ 399261 h 405473"/>
                  <a:gd name="connsiteX12" fmla="*/ 153415 w 300431"/>
                  <a:gd name="connsiteY12" fmla="*/ 405473 h 405473"/>
                  <a:gd name="connsiteX13" fmla="*/ 152174 w 300431"/>
                  <a:gd name="connsiteY13" fmla="*/ 405473 h 405473"/>
                  <a:gd name="connsiteX14" fmla="*/ 144730 w 300431"/>
                  <a:gd name="connsiteY14" fmla="*/ 400504 h 405473"/>
                  <a:gd name="connsiteX15" fmla="*/ 102549 w 300431"/>
                  <a:gd name="connsiteY15" fmla="*/ 314777 h 405473"/>
                  <a:gd name="connsiteX16" fmla="*/ 11981 w 300431"/>
                  <a:gd name="connsiteY16" fmla="*/ 344595 h 405473"/>
                  <a:gd name="connsiteX17" fmla="*/ 2056 w 300431"/>
                  <a:gd name="connsiteY17" fmla="*/ 342110 h 405473"/>
                  <a:gd name="connsiteX18" fmla="*/ 816 w 300431"/>
                  <a:gd name="connsiteY18" fmla="*/ 332171 h 405473"/>
                  <a:gd name="connsiteX19" fmla="*/ 138527 w 300431"/>
                  <a:gd name="connsiteY19" fmla="*/ 5418 h 405473"/>
                  <a:gd name="connsiteX20" fmla="*/ 150934 w 300431"/>
                  <a:gd name="connsiteY20" fmla="*/ 448 h 405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00431" h="405473">
                    <a:moveTo>
                      <a:pt x="150939" y="21634"/>
                    </a:moveTo>
                    <a:lnTo>
                      <a:pt x="24491" y="320915"/>
                    </a:lnTo>
                    <a:lnTo>
                      <a:pt x="102591" y="294836"/>
                    </a:lnTo>
                    <a:cubicBezTo>
                      <a:pt x="103831" y="294836"/>
                      <a:pt x="105071" y="294836"/>
                      <a:pt x="106310" y="294836"/>
                    </a:cubicBezTo>
                    <a:cubicBezTo>
                      <a:pt x="110029" y="294836"/>
                      <a:pt x="112509" y="296078"/>
                      <a:pt x="113748" y="299803"/>
                    </a:cubicBezTo>
                    <a:lnTo>
                      <a:pt x="150939" y="373071"/>
                    </a:lnTo>
                    <a:lnTo>
                      <a:pt x="277388" y="75033"/>
                    </a:lnTo>
                    <a:close/>
                    <a:moveTo>
                      <a:pt x="150934" y="448"/>
                    </a:moveTo>
                    <a:lnTo>
                      <a:pt x="294848" y="61326"/>
                    </a:lnTo>
                    <a:cubicBezTo>
                      <a:pt x="296090" y="62569"/>
                      <a:pt x="298570" y="63811"/>
                      <a:pt x="298570" y="66296"/>
                    </a:cubicBezTo>
                    <a:cubicBezTo>
                      <a:pt x="301052" y="68781"/>
                      <a:pt x="301052" y="71266"/>
                      <a:pt x="298570" y="73750"/>
                    </a:cubicBezTo>
                    <a:lnTo>
                      <a:pt x="160859" y="399261"/>
                    </a:lnTo>
                    <a:cubicBezTo>
                      <a:pt x="159618" y="402988"/>
                      <a:pt x="155896" y="405473"/>
                      <a:pt x="153415" y="405473"/>
                    </a:cubicBezTo>
                    <a:lnTo>
                      <a:pt x="152174" y="405473"/>
                    </a:lnTo>
                    <a:cubicBezTo>
                      <a:pt x="149693" y="405473"/>
                      <a:pt x="145971" y="402988"/>
                      <a:pt x="144730" y="400504"/>
                    </a:cubicBezTo>
                    <a:lnTo>
                      <a:pt x="102549" y="314777"/>
                    </a:lnTo>
                    <a:lnTo>
                      <a:pt x="11981" y="344595"/>
                    </a:lnTo>
                    <a:cubicBezTo>
                      <a:pt x="8260" y="344595"/>
                      <a:pt x="4538" y="344595"/>
                      <a:pt x="2056" y="342110"/>
                    </a:cubicBezTo>
                    <a:cubicBezTo>
                      <a:pt x="-425" y="338383"/>
                      <a:pt x="-425" y="334656"/>
                      <a:pt x="816" y="332171"/>
                    </a:cubicBezTo>
                    <a:lnTo>
                      <a:pt x="138527" y="5418"/>
                    </a:lnTo>
                    <a:cubicBezTo>
                      <a:pt x="139768" y="448"/>
                      <a:pt x="145971" y="-795"/>
                      <a:pt x="150934" y="44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C59DF8F8-A499-3B4C-9833-97D30F8ECB21}"/>
                  </a:ext>
                </a:extLst>
              </p:cNvPr>
              <p:cNvSpPr/>
              <p:nvPr/>
            </p:nvSpPr>
            <p:spPr>
              <a:xfrm>
                <a:off x="16881727" y="7588290"/>
                <a:ext cx="281549" cy="38757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7" h="312">
                    <a:moveTo>
                      <a:pt x="58" y="25"/>
                    </a:moveTo>
                    <a:lnTo>
                      <a:pt x="116" y="0"/>
                    </a:lnTo>
                    <a:lnTo>
                      <a:pt x="227" y="262"/>
                    </a:lnTo>
                    <a:lnTo>
                      <a:pt x="148" y="237"/>
                    </a:lnTo>
                    <a:lnTo>
                      <a:pt x="111" y="312"/>
                    </a:lnTo>
                    <a:lnTo>
                      <a:pt x="0" y="49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9" name="Freeform 448">
                <a:extLst>
                  <a:ext uri="{FF2B5EF4-FFF2-40B4-BE49-F238E27FC236}">
                    <a16:creationId xmlns:a16="http://schemas.microsoft.com/office/drawing/2014/main" id="{82D58488-24C3-7749-82CD-E324D3214338}"/>
                  </a:ext>
                </a:extLst>
              </p:cNvPr>
              <p:cNvSpPr/>
              <p:nvPr/>
            </p:nvSpPr>
            <p:spPr>
              <a:xfrm>
                <a:off x="16873009" y="7579567"/>
                <a:ext cx="299809" cy="405025"/>
              </a:xfrm>
              <a:custGeom>
                <a:avLst/>
                <a:gdLst>
                  <a:gd name="connsiteX0" fmla="*/ 147624 w 299809"/>
                  <a:gd name="connsiteY0" fmla="*/ 21186 h 405025"/>
                  <a:gd name="connsiteX1" fmla="*/ 84400 w 299809"/>
                  <a:gd name="connsiteY1" fmla="*/ 48506 h 405025"/>
                  <a:gd name="connsiteX2" fmla="*/ 21176 w 299809"/>
                  <a:gd name="connsiteY2" fmla="*/ 74585 h 405025"/>
                  <a:gd name="connsiteX3" fmla="*/ 147624 w 299809"/>
                  <a:gd name="connsiteY3" fmla="*/ 372623 h 405025"/>
                  <a:gd name="connsiteX4" fmla="*/ 184816 w 299809"/>
                  <a:gd name="connsiteY4" fmla="*/ 299355 h 405025"/>
                  <a:gd name="connsiteX5" fmla="*/ 194734 w 299809"/>
                  <a:gd name="connsiteY5" fmla="*/ 294388 h 405025"/>
                  <a:gd name="connsiteX6" fmla="*/ 274072 w 299809"/>
                  <a:gd name="connsiteY6" fmla="*/ 320467 h 405025"/>
                  <a:gd name="connsiteX7" fmla="*/ 148876 w 299809"/>
                  <a:gd name="connsiteY7" fmla="*/ 0 h 405025"/>
                  <a:gd name="connsiteX8" fmla="*/ 156320 w 299809"/>
                  <a:gd name="connsiteY8" fmla="*/ 0 h 405025"/>
                  <a:gd name="connsiteX9" fmla="*/ 161282 w 299809"/>
                  <a:gd name="connsiteY9" fmla="*/ 4970 h 405025"/>
                  <a:gd name="connsiteX10" fmla="*/ 298994 w 299809"/>
                  <a:gd name="connsiteY10" fmla="*/ 331723 h 405025"/>
                  <a:gd name="connsiteX11" fmla="*/ 297754 w 299809"/>
                  <a:gd name="connsiteY11" fmla="*/ 341662 h 405025"/>
                  <a:gd name="connsiteX12" fmla="*/ 287828 w 299809"/>
                  <a:gd name="connsiteY12" fmla="*/ 344147 h 405025"/>
                  <a:gd name="connsiteX13" fmla="*/ 197262 w 299809"/>
                  <a:gd name="connsiteY13" fmla="*/ 314329 h 405025"/>
                  <a:gd name="connsiteX14" fmla="*/ 155080 w 299809"/>
                  <a:gd name="connsiteY14" fmla="*/ 400056 h 405025"/>
                  <a:gd name="connsiteX15" fmla="*/ 146396 w 299809"/>
                  <a:gd name="connsiteY15" fmla="*/ 405025 h 405025"/>
                  <a:gd name="connsiteX16" fmla="*/ 137710 w 299809"/>
                  <a:gd name="connsiteY16" fmla="*/ 398813 h 405025"/>
                  <a:gd name="connsiteX17" fmla="*/ 0 w 299809"/>
                  <a:gd name="connsiteY17" fmla="*/ 73302 h 405025"/>
                  <a:gd name="connsiteX18" fmla="*/ 0 w 299809"/>
                  <a:gd name="connsiteY18" fmla="*/ 65848 h 405025"/>
                  <a:gd name="connsiteX19" fmla="*/ 4962 w 299809"/>
                  <a:gd name="connsiteY19" fmla="*/ 60878 h 405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99809" h="405025">
                    <a:moveTo>
                      <a:pt x="147624" y="21186"/>
                    </a:moveTo>
                    <a:lnTo>
                      <a:pt x="84400" y="48506"/>
                    </a:lnTo>
                    <a:lnTo>
                      <a:pt x="21176" y="74585"/>
                    </a:lnTo>
                    <a:lnTo>
                      <a:pt x="147624" y="372623"/>
                    </a:lnTo>
                    <a:lnTo>
                      <a:pt x="184816" y="299355"/>
                    </a:lnTo>
                    <a:cubicBezTo>
                      <a:pt x="186056" y="294388"/>
                      <a:pt x="191014" y="293146"/>
                      <a:pt x="194734" y="294388"/>
                    </a:cubicBezTo>
                    <a:lnTo>
                      <a:pt x="274072" y="320467"/>
                    </a:lnTo>
                    <a:close/>
                    <a:moveTo>
                      <a:pt x="148876" y="0"/>
                    </a:moveTo>
                    <a:cubicBezTo>
                      <a:pt x="151358" y="0"/>
                      <a:pt x="153838" y="0"/>
                      <a:pt x="156320" y="0"/>
                    </a:cubicBezTo>
                    <a:cubicBezTo>
                      <a:pt x="157560" y="1243"/>
                      <a:pt x="160042" y="3727"/>
                      <a:pt x="161282" y="4970"/>
                    </a:cubicBezTo>
                    <a:lnTo>
                      <a:pt x="298994" y="331723"/>
                    </a:lnTo>
                    <a:cubicBezTo>
                      <a:pt x="300236" y="334208"/>
                      <a:pt x="300236" y="337935"/>
                      <a:pt x="297754" y="341662"/>
                    </a:cubicBezTo>
                    <a:cubicBezTo>
                      <a:pt x="294032" y="344147"/>
                      <a:pt x="291550" y="344147"/>
                      <a:pt x="287828" y="344147"/>
                    </a:cubicBezTo>
                    <a:lnTo>
                      <a:pt x="197262" y="314329"/>
                    </a:lnTo>
                    <a:lnTo>
                      <a:pt x="155080" y="400056"/>
                    </a:lnTo>
                    <a:cubicBezTo>
                      <a:pt x="153838" y="402540"/>
                      <a:pt x="150116" y="405025"/>
                      <a:pt x="146396" y="405025"/>
                    </a:cubicBezTo>
                    <a:cubicBezTo>
                      <a:pt x="142674" y="405025"/>
                      <a:pt x="140192" y="402540"/>
                      <a:pt x="137710" y="398813"/>
                    </a:cubicBezTo>
                    <a:lnTo>
                      <a:pt x="0" y="73302"/>
                    </a:lnTo>
                    <a:cubicBezTo>
                      <a:pt x="0" y="70818"/>
                      <a:pt x="0" y="68333"/>
                      <a:pt x="0" y="65848"/>
                    </a:cubicBezTo>
                    <a:cubicBezTo>
                      <a:pt x="1240" y="63363"/>
                      <a:pt x="2480" y="62121"/>
                      <a:pt x="4962" y="6087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67C97A93-CF1B-1740-BAE2-F40F14EE518F}"/>
                  </a:ext>
                </a:extLst>
              </p:cNvPr>
              <p:cNvSpPr/>
              <p:nvPr/>
            </p:nvSpPr>
            <p:spPr>
              <a:xfrm>
                <a:off x="16632569" y="7240592"/>
                <a:ext cx="513266" cy="4897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3" h="394">
                    <a:moveTo>
                      <a:pt x="413" y="197"/>
                    </a:moveTo>
                    <a:cubicBezTo>
                      <a:pt x="413" y="218"/>
                      <a:pt x="387" y="235"/>
                      <a:pt x="381" y="254"/>
                    </a:cubicBezTo>
                    <a:cubicBezTo>
                      <a:pt x="374" y="273"/>
                      <a:pt x="385" y="302"/>
                      <a:pt x="373" y="319"/>
                    </a:cubicBezTo>
                    <a:cubicBezTo>
                      <a:pt x="361" y="335"/>
                      <a:pt x="331" y="333"/>
                      <a:pt x="314" y="345"/>
                    </a:cubicBezTo>
                    <a:cubicBezTo>
                      <a:pt x="298" y="357"/>
                      <a:pt x="290" y="387"/>
                      <a:pt x="270" y="393"/>
                    </a:cubicBezTo>
                    <a:cubicBezTo>
                      <a:pt x="251" y="399"/>
                      <a:pt x="227" y="380"/>
                      <a:pt x="206" y="380"/>
                    </a:cubicBezTo>
                    <a:cubicBezTo>
                      <a:pt x="185" y="380"/>
                      <a:pt x="161" y="399"/>
                      <a:pt x="142" y="393"/>
                    </a:cubicBezTo>
                    <a:cubicBezTo>
                      <a:pt x="123" y="387"/>
                      <a:pt x="115" y="357"/>
                      <a:pt x="99" y="345"/>
                    </a:cubicBezTo>
                    <a:cubicBezTo>
                      <a:pt x="82" y="333"/>
                      <a:pt x="51" y="335"/>
                      <a:pt x="39" y="319"/>
                    </a:cubicBezTo>
                    <a:cubicBezTo>
                      <a:pt x="27" y="302"/>
                      <a:pt x="38" y="273"/>
                      <a:pt x="32" y="254"/>
                    </a:cubicBezTo>
                    <a:cubicBezTo>
                      <a:pt x="26" y="235"/>
                      <a:pt x="0" y="218"/>
                      <a:pt x="0" y="197"/>
                    </a:cubicBezTo>
                    <a:cubicBezTo>
                      <a:pt x="0" y="176"/>
                      <a:pt x="26" y="160"/>
                      <a:pt x="32" y="141"/>
                    </a:cubicBezTo>
                    <a:cubicBezTo>
                      <a:pt x="38" y="121"/>
                      <a:pt x="27" y="92"/>
                      <a:pt x="39" y="76"/>
                    </a:cubicBezTo>
                    <a:cubicBezTo>
                      <a:pt x="51" y="59"/>
                      <a:pt x="82" y="61"/>
                      <a:pt x="99" y="49"/>
                    </a:cubicBezTo>
                    <a:cubicBezTo>
                      <a:pt x="115" y="37"/>
                      <a:pt x="123" y="7"/>
                      <a:pt x="142" y="1"/>
                    </a:cubicBezTo>
                    <a:cubicBezTo>
                      <a:pt x="161" y="-5"/>
                      <a:pt x="185" y="14"/>
                      <a:pt x="206" y="14"/>
                    </a:cubicBezTo>
                    <a:cubicBezTo>
                      <a:pt x="227" y="14"/>
                      <a:pt x="251" y="-5"/>
                      <a:pt x="270" y="1"/>
                    </a:cubicBezTo>
                    <a:cubicBezTo>
                      <a:pt x="290" y="7"/>
                      <a:pt x="298" y="37"/>
                      <a:pt x="314" y="49"/>
                    </a:cubicBezTo>
                    <a:cubicBezTo>
                      <a:pt x="331" y="61"/>
                      <a:pt x="361" y="59"/>
                      <a:pt x="373" y="76"/>
                    </a:cubicBezTo>
                    <a:cubicBezTo>
                      <a:pt x="385" y="92"/>
                      <a:pt x="374" y="121"/>
                      <a:pt x="381" y="141"/>
                    </a:cubicBezTo>
                    <a:cubicBezTo>
                      <a:pt x="387" y="160"/>
                      <a:pt x="413" y="176"/>
                      <a:pt x="413" y="19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B3DE785F-9BB1-0F45-8330-4E45EFB9554C}"/>
                  </a:ext>
                </a:extLst>
              </p:cNvPr>
              <p:cNvSpPr/>
              <p:nvPr/>
            </p:nvSpPr>
            <p:spPr>
              <a:xfrm>
                <a:off x="16632569" y="7240592"/>
                <a:ext cx="513266" cy="4897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3" h="394">
                    <a:moveTo>
                      <a:pt x="413" y="197"/>
                    </a:moveTo>
                    <a:cubicBezTo>
                      <a:pt x="413" y="218"/>
                      <a:pt x="387" y="235"/>
                      <a:pt x="381" y="254"/>
                    </a:cubicBezTo>
                    <a:cubicBezTo>
                      <a:pt x="374" y="273"/>
                      <a:pt x="385" y="302"/>
                      <a:pt x="373" y="319"/>
                    </a:cubicBezTo>
                    <a:cubicBezTo>
                      <a:pt x="361" y="335"/>
                      <a:pt x="331" y="333"/>
                      <a:pt x="314" y="345"/>
                    </a:cubicBezTo>
                    <a:cubicBezTo>
                      <a:pt x="298" y="357"/>
                      <a:pt x="290" y="387"/>
                      <a:pt x="270" y="393"/>
                    </a:cubicBezTo>
                    <a:cubicBezTo>
                      <a:pt x="251" y="399"/>
                      <a:pt x="227" y="380"/>
                      <a:pt x="206" y="380"/>
                    </a:cubicBezTo>
                    <a:cubicBezTo>
                      <a:pt x="185" y="380"/>
                      <a:pt x="161" y="399"/>
                      <a:pt x="142" y="393"/>
                    </a:cubicBezTo>
                    <a:cubicBezTo>
                      <a:pt x="123" y="387"/>
                      <a:pt x="115" y="357"/>
                      <a:pt x="99" y="345"/>
                    </a:cubicBezTo>
                    <a:cubicBezTo>
                      <a:pt x="82" y="333"/>
                      <a:pt x="51" y="335"/>
                      <a:pt x="39" y="319"/>
                    </a:cubicBezTo>
                    <a:cubicBezTo>
                      <a:pt x="27" y="302"/>
                      <a:pt x="38" y="273"/>
                      <a:pt x="32" y="254"/>
                    </a:cubicBezTo>
                    <a:cubicBezTo>
                      <a:pt x="26" y="235"/>
                      <a:pt x="0" y="218"/>
                      <a:pt x="0" y="197"/>
                    </a:cubicBezTo>
                    <a:cubicBezTo>
                      <a:pt x="0" y="176"/>
                      <a:pt x="26" y="160"/>
                      <a:pt x="32" y="141"/>
                    </a:cubicBezTo>
                    <a:cubicBezTo>
                      <a:pt x="38" y="121"/>
                      <a:pt x="27" y="92"/>
                      <a:pt x="39" y="76"/>
                    </a:cubicBezTo>
                    <a:cubicBezTo>
                      <a:pt x="51" y="59"/>
                      <a:pt x="82" y="61"/>
                      <a:pt x="99" y="49"/>
                    </a:cubicBezTo>
                    <a:cubicBezTo>
                      <a:pt x="115" y="37"/>
                      <a:pt x="123" y="7"/>
                      <a:pt x="142" y="1"/>
                    </a:cubicBezTo>
                    <a:cubicBezTo>
                      <a:pt x="161" y="-5"/>
                      <a:pt x="185" y="14"/>
                      <a:pt x="206" y="14"/>
                    </a:cubicBezTo>
                    <a:cubicBezTo>
                      <a:pt x="227" y="14"/>
                      <a:pt x="251" y="-5"/>
                      <a:pt x="270" y="1"/>
                    </a:cubicBezTo>
                    <a:cubicBezTo>
                      <a:pt x="290" y="7"/>
                      <a:pt x="298" y="37"/>
                      <a:pt x="314" y="49"/>
                    </a:cubicBezTo>
                    <a:cubicBezTo>
                      <a:pt x="331" y="61"/>
                      <a:pt x="361" y="59"/>
                      <a:pt x="373" y="76"/>
                    </a:cubicBezTo>
                    <a:cubicBezTo>
                      <a:pt x="385" y="92"/>
                      <a:pt x="374" y="121"/>
                      <a:pt x="381" y="141"/>
                    </a:cubicBezTo>
                    <a:cubicBezTo>
                      <a:pt x="387" y="160"/>
                      <a:pt x="413" y="176"/>
                      <a:pt x="413" y="19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0" name="Freeform 449">
                <a:extLst>
                  <a:ext uri="{FF2B5EF4-FFF2-40B4-BE49-F238E27FC236}">
                    <a16:creationId xmlns:a16="http://schemas.microsoft.com/office/drawing/2014/main" id="{AD4106E7-8333-4A4C-9941-AE5D444E9492}"/>
                  </a:ext>
                </a:extLst>
              </p:cNvPr>
              <p:cNvSpPr/>
              <p:nvPr/>
            </p:nvSpPr>
            <p:spPr>
              <a:xfrm>
                <a:off x="16622602" y="7230242"/>
                <a:ext cx="533198" cy="510488"/>
              </a:xfrm>
              <a:custGeom>
                <a:avLst/>
                <a:gdLst>
                  <a:gd name="connsiteX0" fmla="*/ 207416 w 533198"/>
                  <a:gd name="connsiteY0" fmla="*/ 20162 h 510488"/>
                  <a:gd name="connsiteX1" fmla="*/ 190174 w 533198"/>
                  <a:gd name="connsiteY1" fmla="*/ 20317 h 510488"/>
                  <a:gd name="connsiteX2" fmla="*/ 162836 w 533198"/>
                  <a:gd name="connsiteY2" fmla="*/ 48905 h 510488"/>
                  <a:gd name="connsiteX3" fmla="*/ 137982 w 533198"/>
                  <a:gd name="connsiteY3" fmla="*/ 78736 h 510488"/>
                  <a:gd name="connsiteX4" fmla="*/ 101945 w 533198"/>
                  <a:gd name="connsiteY4" fmla="*/ 93651 h 510488"/>
                  <a:gd name="connsiteX5" fmla="*/ 67151 w 533198"/>
                  <a:gd name="connsiteY5" fmla="*/ 109810 h 510488"/>
                  <a:gd name="connsiteX6" fmla="*/ 60937 w 533198"/>
                  <a:gd name="connsiteY6" fmla="*/ 148341 h 510488"/>
                  <a:gd name="connsiteX7" fmla="*/ 58452 w 533198"/>
                  <a:gd name="connsiteY7" fmla="*/ 188115 h 510488"/>
                  <a:gd name="connsiteX8" fmla="*/ 38570 w 533198"/>
                  <a:gd name="connsiteY8" fmla="*/ 220432 h 510488"/>
                  <a:gd name="connsiteX9" fmla="*/ 18687 w 533198"/>
                  <a:gd name="connsiteY9" fmla="*/ 255235 h 510488"/>
                  <a:gd name="connsiteX10" fmla="*/ 38570 w 533198"/>
                  <a:gd name="connsiteY10" fmla="*/ 291280 h 510488"/>
                  <a:gd name="connsiteX11" fmla="*/ 58452 w 533198"/>
                  <a:gd name="connsiteY11" fmla="*/ 322354 h 510488"/>
                  <a:gd name="connsiteX12" fmla="*/ 60937 w 533198"/>
                  <a:gd name="connsiteY12" fmla="*/ 362128 h 510488"/>
                  <a:gd name="connsiteX13" fmla="*/ 67151 w 533198"/>
                  <a:gd name="connsiteY13" fmla="*/ 400660 h 510488"/>
                  <a:gd name="connsiteX14" fmla="*/ 101945 w 533198"/>
                  <a:gd name="connsiteY14" fmla="*/ 418061 h 510488"/>
                  <a:gd name="connsiteX15" fmla="*/ 137982 w 533198"/>
                  <a:gd name="connsiteY15" fmla="*/ 431734 h 510488"/>
                  <a:gd name="connsiteX16" fmla="*/ 162836 w 533198"/>
                  <a:gd name="connsiteY16" fmla="*/ 461564 h 510488"/>
                  <a:gd name="connsiteX17" fmla="*/ 190174 w 533198"/>
                  <a:gd name="connsiteY17" fmla="*/ 490152 h 510488"/>
                  <a:gd name="connsiteX18" fmla="*/ 227454 w 533198"/>
                  <a:gd name="connsiteY18" fmla="*/ 482695 h 510488"/>
                  <a:gd name="connsiteX19" fmla="*/ 265976 w 533198"/>
                  <a:gd name="connsiteY19" fmla="*/ 473994 h 510488"/>
                  <a:gd name="connsiteX20" fmla="*/ 305742 w 533198"/>
                  <a:gd name="connsiteY20" fmla="*/ 482695 h 510488"/>
                  <a:gd name="connsiteX21" fmla="*/ 343022 w 533198"/>
                  <a:gd name="connsiteY21" fmla="*/ 490152 h 510488"/>
                  <a:gd name="connsiteX22" fmla="*/ 370360 w 533198"/>
                  <a:gd name="connsiteY22" fmla="*/ 461564 h 510488"/>
                  <a:gd name="connsiteX23" fmla="*/ 395214 w 533198"/>
                  <a:gd name="connsiteY23" fmla="*/ 431734 h 510488"/>
                  <a:gd name="connsiteX24" fmla="*/ 430008 w 533198"/>
                  <a:gd name="connsiteY24" fmla="*/ 418061 h 510488"/>
                  <a:gd name="connsiteX25" fmla="*/ 466044 w 533198"/>
                  <a:gd name="connsiteY25" fmla="*/ 400660 h 510488"/>
                  <a:gd name="connsiteX26" fmla="*/ 472258 w 533198"/>
                  <a:gd name="connsiteY26" fmla="*/ 362128 h 510488"/>
                  <a:gd name="connsiteX27" fmla="*/ 473500 w 533198"/>
                  <a:gd name="connsiteY27" fmla="*/ 322354 h 510488"/>
                  <a:gd name="connsiteX28" fmla="*/ 494626 w 533198"/>
                  <a:gd name="connsiteY28" fmla="*/ 291280 h 510488"/>
                  <a:gd name="connsiteX29" fmla="*/ 513266 w 533198"/>
                  <a:gd name="connsiteY29" fmla="*/ 255235 h 510488"/>
                  <a:gd name="connsiteX30" fmla="*/ 494626 w 533198"/>
                  <a:gd name="connsiteY30" fmla="*/ 220432 h 510488"/>
                  <a:gd name="connsiteX31" fmla="*/ 473500 w 533198"/>
                  <a:gd name="connsiteY31" fmla="*/ 188115 h 510488"/>
                  <a:gd name="connsiteX32" fmla="*/ 472258 w 533198"/>
                  <a:gd name="connsiteY32" fmla="*/ 148341 h 510488"/>
                  <a:gd name="connsiteX33" fmla="*/ 466044 w 533198"/>
                  <a:gd name="connsiteY33" fmla="*/ 109810 h 510488"/>
                  <a:gd name="connsiteX34" fmla="*/ 430008 w 533198"/>
                  <a:gd name="connsiteY34" fmla="*/ 93651 h 510488"/>
                  <a:gd name="connsiteX35" fmla="*/ 395214 w 533198"/>
                  <a:gd name="connsiteY35" fmla="*/ 78736 h 510488"/>
                  <a:gd name="connsiteX36" fmla="*/ 370360 w 533198"/>
                  <a:gd name="connsiteY36" fmla="*/ 48905 h 510488"/>
                  <a:gd name="connsiteX37" fmla="*/ 343022 w 533198"/>
                  <a:gd name="connsiteY37" fmla="*/ 20317 h 510488"/>
                  <a:gd name="connsiteX38" fmla="*/ 305742 w 533198"/>
                  <a:gd name="connsiteY38" fmla="*/ 26532 h 510488"/>
                  <a:gd name="connsiteX39" fmla="*/ 265976 w 533198"/>
                  <a:gd name="connsiteY39" fmla="*/ 37718 h 510488"/>
                  <a:gd name="connsiteX40" fmla="*/ 227454 w 533198"/>
                  <a:gd name="connsiteY40" fmla="*/ 26532 h 510488"/>
                  <a:gd name="connsiteX41" fmla="*/ 207416 w 533198"/>
                  <a:gd name="connsiteY41" fmla="*/ 20162 h 510488"/>
                  <a:gd name="connsiteX42" fmla="*/ 185190 w 533198"/>
                  <a:gd name="connsiteY42" fmla="*/ 1624 h 510488"/>
                  <a:gd name="connsiteX43" fmla="*/ 234906 w 533198"/>
                  <a:gd name="connsiteY43" fmla="*/ 10327 h 510488"/>
                  <a:gd name="connsiteX44" fmla="*/ 265978 w 533198"/>
                  <a:gd name="connsiteY44" fmla="*/ 19029 h 510488"/>
                  <a:gd name="connsiteX45" fmla="*/ 298294 w 533198"/>
                  <a:gd name="connsiteY45" fmla="*/ 10327 h 510488"/>
                  <a:gd name="connsiteX46" fmla="*/ 349252 w 533198"/>
                  <a:gd name="connsiteY46" fmla="*/ 1624 h 510488"/>
                  <a:gd name="connsiteX47" fmla="*/ 386538 w 533198"/>
                  <a:gd name="connsiteY47" fmla="*/ 38920 h 510488"/>
                  <a:gd name="connsiteX48" fmla="*/ 406424 w 533198"/>
                  <a:gd name="connsiteY48" fmla="*/ 63784 h 510488"/>
                  <a:gd name="connsiteX49" fmla="*/ 436254 w 533198"/>
                  <a:gd name="connsiteY49" fmla="*/ 74973 h 510488"/>
                  <a:gd name="connsiteX50" fmla="*/ 480998 w 533198"/>
                  <a:gd name="connsiteY50" fmla="*/ 98594 h 510488"/>
                  <a:gd name="connsiteX51" fmla="*/ 489698 w 533198"/>
                  <a:gd name="connsiteY51" fmla="*/ 149565 h 510488"/>
                  <a:gd name="connsiteX52" fmla="*/ 492184 w 533198"/>
                  <a:gd name="connsiteY52" fmla="*/ 181888 h 510488"/>
                  <a:gd name="connsiteX53" fmla="*/ 508342 w 533198"/>
                  <a:gd name="connsiteY53" fmla="*/ 207995 h 510488"/>
                  <a:gd name="connsiteX54" fmla="*/ 533198 w 533198"/>
                  <a:gd name="connsiteY54" fmla="*/ 255237 h 510488"/>
                  <a:gd name="connsiteX55" fmla="*/ 508342 w 533198"/>
                  <a:gd name="connsiteY55" fmla="*/ 302478 h 510488"/>
                  <a:gd name="connsiteX56" fmla="*/ 492184 w 533198"/>
                  <a:gd name="connsiteY56" fmla="*/ 328585 h 510488"/>
                  <a:gd name="connsiteX57" fmla="*/ 489698 w 533198"/>
                  <a:gd name="connsiteY57" fmla="*/ 360908 h 510488"/>
                  <a:gd name="connsiteX58" fmla="*/ 480998 w 533198"/>
                  <a:gd name="connsiteY58" fmla="*/ 411879 h 510488"/>
                  <a:gd name="connsiteX59" fmla="*/ 436254 w 533198"/>
                  <a:gd name="connsiteY59" fmla="*/ 435500 h 510488"/>
                  <a:gd name="connsiteX60" fmla="*/ 406424 w 533198"/>
                  <a:gd name="connsiteY60" fmla="*/ 446689 h 510488"/>
                  <a:gd name="connsiteX61" fmla="*/ 386538 w 533198"/>
                  <a:gd name="connsiteY61" fmla="*/ 471553 h 510488"/>
                  <a:gd name="connsiteX62" fmla="*/ 349252 w 533198"/>
                  <a:gd name="connsiteY62" fmla="*/ 508849 h 510488"/>
                  <a:gd name="connsiteX63" fmla="*/ 335580 w 533198"/>
                  <a:gd name="connsiteY63" fmla="*/ 510092 h 510488"/>
                  <a:gd name="connsiteX64" fmla="*/ 298294 w 533198"/>
                  <a:gd name="connsiteY64" fmla="*/ 501390 h 510488"/>
                  <a:gd name="connsiteX65" fmla="*/ 265978 w 533198"/>
                  <a:gd name="connsiteY65" fmla="*/ 492687 h 510488"/>
                  <a:gd name="connsiteX66" fmla="*/ 234906 w 533198"/>
                  <a:gd name="connsiteY66" fmla="*/ 501390 h 510488"/>
                  <a:gd name="connsiteX67" fmla="*/ 185190 w 533198"/>
                  <a:gd name="connsiteY67" fmla="*/ 508849 h 510488"/>
                  <a:gd name="connsiteX68" fmla="*/ 146661 w 533198"/>
                  <a:gd name="connsiteY68" fmla="*/ 471553 h 510488"/>
                  <a:gd name="connsiteX69" fmla="*/ 128017 w 533198"/>
                  <a:gd name="connsiteY69" fmla="*/ 446689 h 510488"/>
                  <a:gd name="connsiteX70" fmla="*/ 96945 w 533198"/>
                  <a:gd name="connsiteY70" fmla="*/ 435500 h 510488"/>
                  <a:gd name="connsiteX71" fmla="*/ 50958 w 533198"/>
                  <a:gd name="connsiteY71" fmla="*/ 411879 h 510488"/>
                  <a:gd name="connsiteX72" fmla="*/ 43501 w 533198"/>
                  <a:gd name="connsiteY72" fmla="*/ 360908 h 510488"/>
                  <a:gd name="connsiteX73" fmla="*/ 41015 w 533198"/>
                  <a:gd name="connsiteY73" fmla="*/ 328585 h 510488"/>
                  <a:gd name="connsiteX74" fmla="*/ 23615 w 533198"/>
                  <a:gd name="connsiteY74" fmla="*/ 302478 h 510488"/>
                  <a:gd name="connsiteX75" fmla="*/ 0 w 533198"/>
                  <a:gd name="connsiteY75" fmla="*/ 255237 h 510488"/>
                  <a:gd name="connsiteX76" fmla="*/ 23615 w 533198"/>
                  <a:gd name="connsiteY76" fmla="*/ 207995 h 510488"/>
                  <a:gd name="connsiteX77" fmla="*/ 41015 w 533198"/>
                  <a:gd name="connsiteY77" fmla="*/ 181888 h 510488"/>
                  <a:gd name="connsiteX78" fmla="*/ 43501 w 533198"/>
                  <a:gd name="connsiteY78" fmla="*/ 149565 h 510488"/>
                  <a:gd name="connsiteX79" fmla="*/ 50958 w 533198"/>
                  <a:gd name="connsiteY79" fmla="*/ 98594 h 510488"/>
                  <a:gd name="connsiteX80" fmla="*/ 96945 w 533198"/>
                  <a:gd name="connsiteY80" fmla="*/ 74973 h 510488"/>
                  <a:gd name="connsiteX81" fmla="*/ 128017 w 533198"/>
                  <a:gd name="connsiteY81" fmla="*/ 63784 h 510488"/>
                  <a:gd name="connsiteX82" fmla="*/ 146661 w 533198"/>
                  <a:gd name="connsiteY82" fmla="*/ 38920 h 510488"/>
                  <a:gd name="connsiteX83" fmla="*/ 185190 w 533198"/>
                  <a:gd name="connsiteY83" fmla="*/ 1624 h 5104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</a:cxnLst>
                <a:rect l="l" t="t" r="r" b="b"/>
                <a:pathLst>
                  <a:path w="533198" h="510488">
                    <a:moveTo>
                      <a:pt x="207416" y="20162"/>
                    </a:moveTo>
                    <a:cubicBezTo>
                      <a:pt x="201048" y="18764"/>
                      <a:pt x="195146" y="18453"/>
                      <a:pt x="190174" y="20317"/>
                    </a:cubicBezTo>
                    <a:cubicBezTo>
                      <a:pt x="178990" y="24046"/>
                      <a:pt x="171534" y="36476"/>
                      <a:pt x="162836" y="48905"/>
                    </a:cubicBezTo>
                    <a:cubicBezTo>
                      <a:pt x="155380" y="60092"/>
                      <a:pt x="147924" y="71278"/>
                      <a:pt x="137982" y="78736"/>
                    </a:cubicBezTo>
                    <a:cubicBezTo>
                      <a:pt x="128041" y="86194"/>
                      <a:pt x="114372" y="89922"/>
                      <a:pt x="101945" y="93651"/>
                    </a:cubicBezTo>
                    <a:cubicBezTo>
                      <a:pt x="87033" y="97380"/>
                      <a:pt x="72121" y="101109"/>
                      <a:pt x="67151" y="109810"/>
                    </a:cubicBezTo>
                    <a:cubicBezTo>
                      <a:pt x="59695" y="118510"/>
                      <a:pt x="60937" y="133426"/>
                      <a:pt x="60937" y="148341"/>
                    </a:cubicBezTo>
                    <a:cubicBezTo>
                      <a:pt x="62180" y="162013"/>
                      <a:pt x="63423" y="175686"/>
                      <a:pt x="58452" y="188115"/>
                    </a:cubicBezTo>
                    <a:cubicBezTo>
                      <a:pt x="55967" y="199302"/>
                      <a:pt x="47268" y="209246"/>
                      <a:pt x="38570" y="220432"/>
                    </a:cubicBezTo>
                    <a:cubicBezTo>
                      <a:pt x="28628" y="232862"/>
                      <a:pt x="18687" y="244048"/>
                      <a:pt x="18687" y="255235"/>
                    </a:cubicBezTo>
                    <a:cubicBezTo>
                      <a:pt x="18687" y="267664"/>
                      <a:pt x="28628" y="278851"/>
                      <a:pt x="38570" y="291280"/>
                    </a:cubicBezTo>
                    <a:cubicBezTo>
                      <a:pt x="47268" y="301224"/>
                      <a:pt x="55967" y="311167"/>
                      <a:pt x="58452" y="322354"/>
                    </a:cubicBezTo>
                    <a:cubicBezTo>
                      <a:pt x="63423" y="334784"/>
                      <a:pt x="62180" y="348456"/>
                      <a:pt x="60937" y="362128"/>
                    </a:cubicBezTo>
                    <a:cubicBezTo>
                      <a:pt x="60937" y="377044"/>
                      <a:pt x="59695" y="391959"/>
                      <a:pt x="67151" y="400660"/>
                    </a:cubicBezTo>
                    <a:cubicBezTo>
                      <a:pt x="72121" y="409361"/>
                      <a:pt x="87033" y="413089"/>
                      <a:pt x="101945" y="418061"/>
                    </a:cubicBezTo>
                    <a:cubicBezTo>
                      <a:pt x="114372" y="420547"/>
                      <a:pt x="128041" y="424276"/>
                      <a:pt x="137982" y="431734"/>
                    </a:cubicBezTo>
                    <a:cubicBezTo>
                      <a:pt x="147924" y="439191"/>
                      <a:pt x="155380" y="450378"/>
                      <a:pt x="162836" y="461564"/>
                    </a:cubicBezTo>
                    <a:cubicBezTo>
                      <a:pt x="171534" y="475237"/>
                      <a:pt x="178990" y="487666"/>
                      <a:pt x="190174" y="490152"/>
                    </a:cubicBezTo>
                    <a:cubicBezTo>
                      <a:pt x="200116" y="493881"/>
                      <a:pt x="213784" y="488909"/>
                      <a:pt x="227454" y="482695"/>
                    </a:cubicBezTo>
                    <a:cubicBezTo>
                      <a:pt x="239880" y="478966"/>
                      <a:pt x="253550" y="473994"/>
                      <a:pt x="265976" y="473994"/>
                    </a:cubicBezTo>
                    <a:cubicBezTo>
                      <a:pt x="279646" y="473994"/>
                      <a:pt x="292072" y="478966"/>
                      <a:pt x="305742" y="482695"/>
                    </a:cubicBezTo>
                    <a:cubicBezTo>
                      <a:pt x="319410" y="488909"/>
                      <a:pt x="333080" y="493881"/>
                      <a:pt x="343022" y="490152"/>
                    </a:cubicBezTo>
                    <a:cubicBezTo>
                      <a:pt x="354206" y="487666"/>
                      <a:pt x="361662" y="475237"/>
                      <a:pt x="370360" y="461564"/>
                    </a:cubicBezTo>
                    <a:cubicBezTo>
                      <a:pt x="377816" y="450378"/>
                      <a:pt x="384030" y="439191"/>
                      <a:pt x="395214" y="431734"/>
                    </a:cubicBezTo>
                    <a:cubicBezTo>
                      <a:pt x="405154" y="424276"/>
                      <a:pt x="417582" y="420547"/>
                      <a:pt x="430008" y="418061"/>
                    </a:cubicBezTo>
                    <a:cubicBezTo>
                      <a:pt x="446162" y="413089"/>
                      <a:pt x="459832" y="409361"/>
                      <a:pt x="466044" y="400660"/>
                    </a:cubicBezTo>
                    <a:cubicBezTo>
                      <a:pt x="473500" y="391959"/>
                      <a:pt x="472258" y="377044"/>
                      <a:pt x="472258" y="362128"/>
                    </a:cubicBezTo>
                    <a:cubicBezTo>
                      <a:pt x="471016" y="348456"/>
                      <a:pt x="469772" y="334784"/>
                      <a:pt x="473500" y="322354"/>
                    </a:cubicBezTo>
                    <a:cubicBezTo>
                      <a:pt x="478472" y="311167"/>
                      <a:pt x="485928" y="301224"/>
                      <a:pt x="494626" y="291280"/>
                    </a:cubicBezTo>
                    <a:cubicBezTo>
                      <a:pt x="504568" y="278851"/>
                      <a:pt x="513266" y="267664"/>
                      <a:pt x="513266" y="255235"/>
                    </a:cubicBezTo>
                    <a:cubicBezTo>
                      <a:pt x="513266" y="244048"/>
                      <a:pt x="504568" y="232862"/>
                      <a:pt x="494626" y="220432"/>
                    </a:cubicBezTo>
                    <a:cubicBezTo>
                      <a:pt x="485928" y="209246"/>
                      <a:pt x="478472" y="199302"/>
                      <a:pt x="473500" y="188115"/>
                    </a:cubicBezTo>
                    <a:cubicBezTo>
                      <a:pt x="469772" y="175686"/>
                      <a:pt x="471016" y="162013"/>
                      <a:pt x="472258" y="148341"/>
                    </a:cubicBezTo>
                    <a:cubicBezTo>
                      <a:pt x="472258" y="133426"/>
                      <a:pt x="473500" y="118510"/>
                      <a:pt x="466044" y="109810"/>
                    </a:cubicBezTo>
                    <a:cubicBezTo>
                      <a:pt x="459832" y="101109"/>
                      <a:pt x="446162" y="97380"/>
                      <a:pt x="430008" y="93651"/>
                    </a:cubicBezTo>
                    <a:cubicBezTo>
                      <a:pt x="417582" y="89922"/>
                      <a:pt x="405154" y="86194"/>
                      <a:pt x="395214" y="78736"/>
                    </a:cubicBezTo>
                    <a:cubicBezTo>
                      <a:pt x="384030" y="71278"/>
                      <a:pt x="377816" y="60092"/>
                      <a:pt x="370360" y="48905"/>
                    </a:cubicBezTo>
                    <a:cubicBezTo>
                      <a:pt x="361662" y="36476"/>
                      <a:pt x="354206" y="24046"/>
                      <a:pt x="343022" y="20317"/>
                    </a:cubicBezTo>
                    <a:cubicBezTo>
                      <a:pt x="333080" y="16588"/>
                      <a:pt x="319410" y="21560"/>
                      <a:pt x="305742" y="26532"/>
                    </a:cubicBezTo>
                    <a:cubicBezTo>
                      <a:pt x="292072" y="31504"/>
                      <a:pt x="279646" y="37718"/>
                      <a:pt x="265976" y="37718"/>
                    </a:cubicBezTo>
                    <a:cubicBezTo>
                      <a:pt x="253550" y="37718"/>
                      <a:pt x="239880" y="31504"/>
                      <a:pt x="227454" y="26532"/>
                    </a:cubicBezTo>
                    <a:cubicBezTo>
                      <a:pt x="220620" y="24046"/>
                      <a:pt x="213784" y="21560"/>
                      <a:pt x="207416" y="20162"/>
                    </a:cubicBezTo>
                    <a:close/>
                    <a:moveTo>
                      <a:pt x="185190" y="1624"/>
                    </a:moveTo>
                    <a:cubicBezTo>
                      <a:pt x="200104" y="-3349"/>
                      <a:pt x="217506" y="4111"/>
                      <a:pt x="234906" y="10327"/>
                    </a:cubicBezTo>
                    <a:cubicBezTo>
                      <a:pt x="244848" y="14056"/>
                      <a:pt x="257278" y="19029"/>
                      <a:pt x="265978" y="19029"/>
                    </a:cubicBezTo>
                    <a:cubicBezTo>
                      <a:pt x="277164" y="19029"/>
                      <a:pt x="287108" y="14056"/>
                      <a:pt x="298294" y="10327"/>
                    </a:cubicBezTo>
                    <a:cubicBezTo>
                      <a:pt x="315694" y="4111"/>
                      <a:pt x="331852" y="-2106"/>
                      <a:pt x="349252" y="1624"/>
                    </a:cubicBezTo>
                    <a:cubicBezTo>
                      <a:pt x="365410" y="7840"/>
                      <a:pt x="376596" y="24002"/>
                      <a:pt x="386538" y="38920"/>
                    </a:cubicBezTo>
                    <a:cubicBezTo>
                      <a:pt x="391510" y="48866"/>
                      <a:pt x="397724" y="58812"/>
                      <a:pt x="406424" y="63784"/>
                    </a:cubicBezTo>
                    <a:cubicBezTo>
                      <a:pt x="413882" y="68757"/>
                      <a:pt x="423824" y="72487"/>
                      <a:pt x="436254" y="74973"/>
                    </a:cubicBezTo>
                    <a:cubicBezTo>
                      <a:pt x="452412" y="79946"/>
                      <a:pt x="471054" y="84919"/>
                      <a:pt x="480998" y="98594"/>
                    </a:cubicBezTo>
                    <a:cubicBezTo>
                      <a:pt x="492184" y="112269"/>
                      <a:pt x="490940" y="132160"/>
                      <a:pt x="489698" y="149565"/>
                    </a:cubicBezTo>
                    <a:cubicBezTo>
                      <a:pt x="489698" y="161997"/>
                      <a:pt x="488456" y="173186"/>
                      <a:pt x="492184" y="181888"/>
                    </a:cubicBezTo>
                    <a:cubicBezTo>
                      <a:pt x="494670" y="190590"/>
                      <a:pt x="500884" y="199293"/>
                      <a:pt x="508342" y="207995"/>
                    </a:cubicBezTo>
                    <a:cubicBezTo>
                      <a:pt x="520770" y="222914"/>
                      <a:pt x="533198" y="236589"/>
                      <a:pt x="533198" y="255237"/>
                    </a:cubicBezTo>
                    <a:cubicBezTo>
                      <a:pt x="533198" y="273885"/>
                      <a:pt x="520770" y="288803"/>
                      <a:pt x="508342" y="302478"/>
                    </a:cubicBezTo>
                    <a:cubicBezTo>
                      <a:pt x="500884" y="311181"/>
                      <a:pt x="494670" y="319883"/>
                      <a:pt x="492184" y="328585"/>
                    </a:cubicBezTo>
                    <a:cubicBezTo>
                      <a:pt x="488456" y="337288"/>
                      <a:pt x="489698" y="348476"/>
                      <a:pt x="489698" y="360908"/>
                    </a:cubicBezTo>
                    <a:cubicBezTo>
                      <a:pt x="490940" y="379556"/>
                      <a:pt x="492184" y="396961"/>
                      <a:pt x="480998" y="411879"/>
                    </a:cubicBezTo>
                    <a:cubicBezTo>
                      <a:pt x="471054" y="426798"/>
                      <a:pt x="452412" y="430527"/>
                      <a:pt x="436254" y="435500"/>
                    </a:cubicBezTo>
                    <a:cubicBezTo>
                      <a:pt x="423824" y="437987"/>
                      <a:pt x="413882" y="441716"/>
                      <a:pt x="406424" y="446689"/>
                    </a:cubicBezTo>
                    <a:cubicBezTo>
                      <a:pt x="397724" y="452905"/>
                      <a:pt x="391510" y="461607"/>
                      <a:pt x="386538" y="471553"/>
                    </a:cubicBezTo>
                    <a:cubicBezTo>
                      <a:pt x="376596" y="487714"/>
                      <a:pt x="365410" y="502633"/>
                      <a:pt x="349252" y="508849"/>
                    </a:cubicBezTo>
                    <a:cubicBezTo>
                      <a:pt x="344280" y="510092"/>
                      <a:pt x="340552" y="510092"/>
                      <a:pt x="335580" y="510092"/>
                    </a:cubicBezTo>
                    <a:cubicBezTo>
                      <a:pt x="323150" y="510092"/>
                      <a:pt x="310722" y="505119"/>
                      <a:pt x="298294" y="501390"/>
                    </a:cubicBezTo>
                    <a:cubicBezTo>
                      <a:pt x="287108" y="496417"/>
                      <a:pt x="277164" y="492687"/>
                      <a:pt x="265978" y="492687"/>
                    </a:cubicBezTo>
                    <a:cubicBezTo>
                      <a:pt x="257278" y="492687"/>
                      <a:pt x="244848" y="496417"/>
                      <a:pt x="234906" y="501390"/>
                    </a:cubicBezTo>
                    <a:cubicBezTo>
                      <a:pt x="217506" y="506362"/>
                      <a:pt x="200104" y="513822"/>
                      <a:pt x="185190" y="508849"/>
                    </a:cubicBezTo>
                    <a:cubicBezTo>
                      <a:pt x="166546" y="502633"/>
                      <a:pt x="156604" y="487714"/>
                      <a:pt x="146661" y="471553"/>
                    </a:cubicBezTo>
                    <a:cubicBezTo>
                      <a:pt x="140446" y="461607"/>
                      <a:pt x="134232" y="452905"/>
                      <a:pt x="128017" y="446689"/>
                    </a:cubicBezTo>
                    <a:cubicBezTo>
                      <a:pt x="120560" y="441716"/>
                      <a:pt x="108131" y="437987"/>
                      <a:pt x="96945" y="435500"/>
                    </a:cubicBezTo>
                    <a:cubicBezTo>
                      <a:pt x="79545" y="430527"/>
                      <a:pt x="62144" y="426798"/>
                      <a:pt x="50958" y="411879"/>
                    </a:cubicBezTo>
                    <a:cubicBezTo>
                      <a:pt x="41015" y="396961"/>
                      <a:pt x="42258" y="379556"/>
                      <a:pt x="43501" y="360908"/>
                    </a:cubicBezTo>
                    <a:cubicBezTo>
                      <a:pt x="43501" y="348476"/>
                      <a:pt x="43501" y="337288"/>
                      <a:pt x="41015" y="328585"/>
                    </a:cubicBezTo>
                    <a:cubicBezTo>
                      <a:pt x="38530" y="319883"/>
                      <a:pt x="31072" y="311181"/>
                      <a:pt x="23615" y="302478"/>
                    </a:cubicBezTo>
                    <a:cubicBezTo>
                      <a:pt x="12429" y="288803"/>
                      <a:pt x="0" y="273885"/>
                      <a:pt x="0" y="255237"/>
                    </a:cubicBezTo>
                    <a:cubicBezTo>
                      <a:pt x="0" y="236589"/>
                      <a:pt x="12429" y="222914"/>
                      <a:pt x="23615" y="207995"/>
                    </a:cubicBezTo>
                    <a:cubicBezTo>
                      <a:pt x="31072" y="199293"/>
                      <a:pt x="38530" y="190590"/>
                      <a:pt x="41015" y="181888"/>
                    </a:cubicBezTo>
                    <a:cubicBezTo>
                      <a:pt x="43501" y="173186"/>
                      <a:pt x="43501" y="161997"/>
                      <a:pt x="43501" y="149565"/>
                    </a:cubicBezTo>
                    <a:cubicBezTo>
                      <a:pt x="42258" y="132160"/>
                      <a:pt x="41015" y="112269"/>
                      <a:pt x="50958" y="98594"/>
                    </a:cubicBezTo>
                    <a:cubicBezTo>
                      <a:pt x="62144" y="84919"/>
                      <a:pt x="79545" y="79946"/>
                      <a:pt x="96945" y="74973"/>
                    </a:cubicBezTo>
                    <a:cubicBezTo>
                      <a:pt x="108131" y="72487"/>
                      <a:pt x="120560" y="68757"/>
                      <a:pt x="128017" y="63784"/>
                    </a:cubicBezTo>
                    <a:cubicBezTo>
                      <a:pt x="134232" y="58812"/>
                      <a:pt x="140446" y="48866"/>
                      <a:pt x="146661" y="38920"/>
                    </a:cubicBezTo>
                    <a:cubicBezTo>
                      <a:pt x="156604" y="24002"/>
                      <a:pt x="166546" y="7840"/>
                      <a:pt x="185190" y="16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3C4D3451-7BE4-B142-B415-10B1A261B9D9}"/>
                  </a:ext>
                </a:extLst>
              </p:cNvPr>
              <p:cNvSpPr/>
              <p:nvPr/>
            </p:nvSpPr>
            <p:spPr>
              <a:xfrm>
                <a:off x="16744690" y="7341537"/>
                <a:ext cx="289024" cy="2878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3" h="232">
                    <a:moveTo>
                      <a:pt x="233" y="116"/>
                    </a:moveTo>
                    <a:cubicBezTo>
                      <a:pt x="233" y="180"/>
                      <a:pt x="181" y="232"/>
                      <a:pt x="116" y="232"/>
                    </a:cubicBezTo>
                    <a:cubicBezTo>
                      <a:pt x="52" y="232"/>
                      <a:pt x="0" y="180"/>
                      <a:pt x="0" y="116"/>
                    </a:cubicBezTo>
                    <a:cubicBezTo>
                      <a:pt x="0" y="52"/>
                      <a:pt x="52" y="0"/>
                      <a:pt x="116" y="0"/>
                    </a:cubicBezTo>
                    <a:cubicBezTo>
                      <a:pt x="181" y="0"/>
                      <a:pt x="233" y="52"/>
                      <a:pt x="233" y="11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E9CC74DE-32F7-8643-A92E-E860ACAEC085}"/>
                  </a:ext>
                </a:extLst>
              </p:cNvPr>
              <p:cNvSpPr/>
              <p:nvPr/>
            </p:nvSpPr>
            <p:spPr>
              <a:xfrm>
                <a:off x="16735969" y="7332813"/>
                <a:ext cx="306465" cy="306572"/>
              </a:xfrm>
              <a:custGeom>
                <a:avLst/>
                <a:gdLst>
                  <a:gd name="connsiteX0" fmla="*/ 152611 w 306465"/>
                  <a:gd name="connsiteY0" fmla="*/ 18694 h 306572"/>
                  <a:gd name="connsiteX1" fmla="*/ 17442 w 306465"/>
                  <a:gd name="connsiteY1" fmla="*/ 152667 h 306572"/>
                  <a:gd name="connsiteX2" fmla="*/ 152611 w 306465"/>
                  <a:gd name="connsiteY2" fmla="*/ 287880 h 306572"/>
                  <a:gd name="connsiteX3" fmla="*/ 287779 w 306465"/>
                  <a:gd name="connsiteY3" fmla="*/ 152667 h 306572"/>
                  <a:gd name="connsiteX4" fmla="*/ 152611 w 306465"/>
                  <a:gd name="connsiteY4" fmla="*/ 18694 h 306572"/>
                  <a:gd name="connsiteX5" fmla="*/ 152613 w 306465"/>
                  <a:gd name="connsiteY5" fmla="*/ 0 h 306572"/>
                  <a:gd name="connsiteX6" fmla="*/ 306465 w 306465"/>
                  <a:gd name="connsiteY6" fmla="*/ 152666 h 306572"/>
                  <a:gd name="connsiteX7" fmla="*/ 152613 w 306465"/>
                  <a:gd name="connsiteY7" fmla="*/ 306572 h 306572"/>
                  <a:gd name="connsiteX8" fmla="*/ 0 w 306465"/>
                  <a:gd name="connsiteY8" fmla="*/ 152666 h 306572"/>
                  <a:gd name="connsiteX9" fmla="*/ 152613 w 306465"/>
                  <a:gd name="connsiteY9" fmla="*/ 0 h 306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465" h="306572">
                    <a:moveTo>
                      <a:pt x="152611" y="18694"/>
                    </a:moveTo>
                    <a:cubicBezTo>
                      <a:pt x="79445" y="18694"/>
                      <a:pt x="17442" y="78238"/>
                      <a:pt x="17442" y="152667"/>
                    </a:cubicBezTo>
                    <a:cubicBezTo>
                      <a:pt x="17442" y="227096"/>
                      <a:pt x="79445" y="287880"/>
                      <a:pt x="152611" y="287880"/>
                    </a:cubicBezTo>
                    <a:cubicBezTo>
                      <a:pt x="228255" y="287880"/>
                      <a:pt x="287779" y="227096"/>
                      <a:pt x="287779" y="152667"/>
                    </a:cubicBezTo>
                    <a:cubicBezTo>
                      <a:pt x="287779" y="78238"/>
                      <a:pt x="228255" y="18694"/>
                      <a:pt x="152611" y="18694"/>
                    </a:cubicBezTo>
                    <a:close/>
                    <a:moveTo>
                      <a:pt x="152613" y="0"/>
                    </a:moveTo>
                    <a:cubicBezTo>
                      <a:pt x="236983" y="0"/>
                      <a:pt x="306465" y="68265"/>
                      <a:pt x="306465" y="152666"/>
                    </a:cubicBezTo>
                    <a:cubicBezTo>
                      <a:pt x="306465" y="237066"/>
                      <a:pt x="236983" y="306572"/>
                      <a:pt x="152613" y="306572"/>
                    </a:cubicBezTo>
                    <a:cubicBezTo>
                      <a:pt x="69481" y="306572"/>
                      <a:pt x="0" y="237066"/>
                      <a:pt x="0" y="152666"/>
                    </a:cubicBezTo>
                    <a:cubicBezTo>
                      <a:pt x="0" y="68265"/>
                      <a:pt x="69481" y="0"/>
                      <a:pt x="1526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EC02DA0-7221-3042-94A9-02D946C8A677}"/>
                </a:ext>
              </a:extLst>
            </p:cNvPr>
            <p:cNvGrpSpPr/>
            <p:nvPr/>
          </p:nvGrpSpPr>
          <p:grpSpPr>
            <a:xfrm>
              <a:off x="16355715" y="7983345"/>
              <a:ext cx="5210361" cy="3915652"/>
              <a:chOff x="16355715" y="7983345"/>
              <a:chExt cx="5210361" cy="3915652"/>
            </a:xfrm>
          </p:grpSpPr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A8B047DC-2F10-9242-8251-F7B73DADDF2E}"/>
                  </a:ext>
                </a:extLst>
              </p:cNvPr>
              <p:cNvSpPr/>
              <p:nvPr/>
            </p:nvSpPr>
            <p:spPr>
              <a:xfrm>
                <a:off x="18947250" y="8681234"/>
                <a:ext cx="1143637" cy="18730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9" h="1504">
                    <a:moveTo>
                      <a:pt x="789" y="0"/>
                    </a:moveTo>
                    <a:lnTo>
                      <a:pt x="460" y="0"/>
                    </a:lnTo>
                    <a:lnTo>
                      <a:pt x="130" y="0"/>
                    </a:lnTo>
                    <a:cubicBezTo>
                      <a:pt x="94" y="0"/>
                      <a:pt x="62" y="15"/>
                      <a:pt x="38" y="38"/>
                    </a:cubicBezTo>
                    <a:cubicBezTo>
                      <a:pt x="15" y="61"/>
                      <a:pt x="0" y="93"/>
                      <a:pt x="0" y="129"/>
                    </a:cubicBezTo>
                    <a:lnTo>
                      <a:pt x="0" y="816"/>
                    </a:lnTo>
                    <a:lnTo>
                      <a:pt x="0" y="1504"/>
                    </a:lnTo>
                    <a:lnTo>
                      <a:pt x="192" y="1504"/>
                    </a:lnTo>
                    <a:lnTo>
                      <a:pt x="383" y="1504"/>
                    </a:lnTo>
                    <a:lnTo>
                      <a:pt x="625" y="1504"/>
                    </a:lnTo>
                    <a:lnTo>
                      <a:pt x="867" y="1504"/>
                    </a:lnTo>
                    <a:cubicBezTo>
                      <a:pt x="881" y="1504"/>
                      <a:pt x="894" y="1498"/>
                      <a:pt x="903" y="1489"/>
                    </a:cubicBezTo>
                    <a:cubicBezTo>
                      <a:pt x="913" y="1479"/>
                      <a:pt x="919" y="1466"/>
                      <a:pt x="919" y="1452"/>
                    </a:cubicBezTo>
                    <a:lnTo>
                      <a:pt x="919" y="791"/>
                    </a:lnTo>
                    <a:lnTo>
                      <a:pt x="919" y="129"/>
                    </a:lnTo>
                    <a:cubicBezTo>
                      <a:pt x="919" y="93"/>
                      <a:pt x="904" y="61"/>
                      <a:pt x="881" y="38"/>
                    </a:cubicBezTo>
                    <a:cubicBezTo>
                      <a:pt x="858" y="15"/>
                      <a:pt x="825" y="0"/>
                      <a:pt x="78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EF062914-4E22-B34E-B62D-2F2A7548AF64}"/>
                  </a:ext>
                </a:extLst>
              </p:cNvPr>
              <p:cNvSpPr/>
              <p:nvPr/>
            </p:nvSpPr>
            <p:spPr>
              <a:xfrm>
                <a:off x="18938528" y="8672510"/>
                <a:ext cx="1161080" cy="1891776"/>
              </a:xfrm>
              <a:custGeom>
                <a:avLst/>
                <a:gdLst>
                  <a:gd name="connsiteX0" fmla="*/ 170506 w 1161080"/>
                  <a:gd name="connsiteY0" fmla="*/ 17447 h 1891776"/>
                  <a:gd name="connsiteX1" fmla="*/ 63486 w 1161080"/>
                  <a:gd name="connsiteY1" fmla="*/ 62281 h 1891776"/>
                  <a:gd name="connsiteX2" fmla="*/ 18688 w 1161080"/>
                  <a:gd name="connsiteY2" fmla="*/ 169385 h 1891776"/>
                  <a:gd name="connsiteX3" fmla="*/ 18688 w 1161080"/>
                  <a:gd name="connsiteY3" fmla="*/ 1873082 h 1891776"/>
                  <a:gd name="connsiteX4" fmla="*/ 1087640 w 1161080"/>
                  <a:gd name="connsiteY4" fmla="*/ 1873082 h 1891776"/>
                  <a:gd name="connsiteX5" fmla="*/ 1126216 w 1161080"/>
                  <a:gd name="connsiteY5" fmla="*/ 1855646 h 1891776"/>
                  <a:gd name="connsiteX6" fmla="*/ 1143638 w 1161080"/>
                  <a:gd name="connsiteY6" fmla="*/ 1817039 h 1891776"/>
                  <a:gd name="connsiteX7" fmla="*/ 1143638 w 1161080"/>
                  <a:gd name="connsiteY7" fmla="*/ 169385 h 1891776"/>
                  <a:gd name="connsiteX8" fmla="*/ 1097594 w 1161080"/>
                  <a:gd name="connsiteY8" fmla="*/ 62281 h 1891776"/>
                  <a:gd name="connsiteX9" fmla="*/ 990576 w 1161080"/>
                  <a:gd name="connsiteY9" fmla="*/ 17447 h 1891776"/>
                  <a:gd name="connsiteX10" fmla="*/ 170492 w 1161080"/>
                  <a:gd name="connsiteY10" fmla="*/ 0 h 1891776"/>
                  <a:gd name="connsiteX11" fmla="*/ 990588 w 1161080"/>
                  <a:gd name="connsiteY11" fmla="*/ 0 h 1891776"/>
                  <a:gd name="connsiteX12" fmla="*/ 1111300 w 1161080"/>
                  <a:gd name="connsiteY12" fmla="*/ 48571 h 1891776"/>
                  <a:gd name="connsiteX13" fmla="*/ 1161080 w 1161080"/>
                  <a:gd name="connsiteY13" fmla="*/ 169376 h 1891776"/>
                  <a:gd name="connsiteX14" fmla="*/ 1161080 w 1161080"/>
                  <a:gd name="connsiteY14" fmla="*/ 1817052 h 1891776"/>
                  <a:gd name="connsiteX15" fmla="*/ 1138678 w 1161080"/>
                  <a:gd name="connsiteY15" fmla="*/ 1869359 h 1891776"/>
                  <a:gd name="connsiteX16" fmla="*/ 1087656 w 1161080"/>
                  <a:gd name="connsiteY16" fmla="*/ 1891776 h 1891776"/>
                  <a:gd name="connsiteX17" fmla="*/ 8712 w 1161080"/>
                  <a:gd name="connsiteY17" fmla="*/ 1891776 h 1891776"/>
                  <a:gd name="connsiteX18" fmla="*/ 0 w 1161080"/>
                  <a:gd name="connsiteY18" fmla="*/ 1881813 h 1891776"/>
                  <a:gd name="connsiteX19" fmla="*/ 0 w 1161080"/>
                  <a:gd name="connsiteY19" fmla="*/ 169376 h 1891776"/>
                  <a:gd name="connsiteX20" fmla="*/ 49780 w 1161080"/>
                  <a:gd name="connsiteY20" fmla="*/ 48571 h 1891776"/>
                  <a:gd name="connsiteX21" fmla="*/ 170492 w 1161080"/>
                  <a:gd name="connsiteY21" fmla="*/ 0 h 18917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61080" h="1891776">
                    <a:moveTo>
                      <a:pt x="170506" y="17447"/>
                    </a:moveTo>
                    <a:cubicBezTo>
                      <a:pt x="129440" y="17447"/>
                      <a:pt x="90864" y="33637"/>
                      <a:pt x="63486" y="62281"/>
                    </a:cubicBezTo>
                    <a:cubicBezTo>
                      <a:pt x="34866" y="90925"/>
                      <a:pt x="18688" y="129532"/>
                      <a:pt x="18688" y="169385"/>
                    </a:cubicBezTo>
                    <a:lnTo>
                      <a:pt x="18688" y="1873082"/>
                    </a:lnTo>
                    <a:lnTo>
                      <a:pt x="1087640" y="1873082"/>
                    </a:lnTo>
                    <a:cubicBezTo>
                      <a:pt x="1102572" y="1873082"/>
                      <a:pt x="1116260" y="1866855"/>
                      <a:pt x="1126216" y="1855646"/>
                    </a:cubicBezTo>
                    <a:cubicBezTo>
                      <a:pt x="1137416" y="1845683"/>
                      <a:pt x="1143638" y="1831984"/>
                      <a:pt x="1143638" y="1817039"/>
                    </a:cubicBezTo>
                    <a:lnTo>
                      <a:pt x="1143638" y="169385"/>
                    </a:lnTo>
                    <a:cubicBezTo>
                      <a:pt x="1143638" y="129532"/>
                      <a:pt x="1127460" y="90925"/>
                      <a:pt x="1097594" y="62281"/>
                    </a:cubicBezTo>
                    <a:cubicBezTo>
                      <a:pt x="1070218" y="33637"/>
                      <a:pt x="1031640" y="17447"/>
                      <a:pt x="990576" y="17447"/>
                    </a:cubicBezTo>
                    <a:close/>
                    <a:moveTo>
                      <a:pt x="170492" y="0"/>
                    </a:moveTo>
                    <a:lnTo>
                      <a:pt x="990588" y="0"/>
                    </a:lnTo>
                    <a:cubicBezTo>
                      <a:pt x="1036634" y="0"/>
                      <a:pt x="1078944" y="17436"/>
                      <a:pt x="1111300" y="48571"/>
                    </a:cubicBezTo>
                    <a:cubicBezTo>
                      <a:pt x="1143656" y="80952"/>
                      <a:pt x="1161080" y="124541"/>
                      <a:pt x="1161080" y="169376"/>
                    </a:cubicBezTo>
                    <a:lnTo>
                      <a:pt x="1161080" y="1817052"/>
                    </a:lnTo>
                    <a:cubicBezTo>
                      <a:pt x="1161080" y="1836978"/>
                      <a:pt x="1153612" y="1855659"/>
                      <a:pt x="1138678" y="1869359"/>
                    </a:cubicBezTo>
                    <a:cubicBezTo>
                      <a:pt x="1124990" y="1884304"/>
                      <a:pt x="1107568" y="1891776"/>
                      <a:pt x="1087656" y="1891776"/>
                    </a:cubicBezTo>
                    <a:lnTo>
                      <a:pt x="8712" y="1891776"/>
                    </a:lnTo>
                    <a:cubicBezTo>
                      <a:pt x="4978" y="1891776"/>
                      <a:pt x="0" y="1886794"/>
                      <a:pt x="0" y="1881813"/>
                    </a:cubicBezTo>
                    <a:lnTo>
                      <a:pt x="0" y="169376"/>
                    </a:lnTo>
                    <a:cubicBezTo>
                      <a:pt x="0" y="124541"/>
                      <a:pt x="17424" y="80952"/>
                      <a:pt x="49780" y="48571"/>
                    </a:cubicBezTo>
                    <a:cubicBezTo>
                      <a:pt x="82136" y="17436"/>
                      <a:pt x="124446" y="0"/>
                      <a:pt x="1704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A3D45053-C6A7-EB46-BF92-D50B48621654}"/>
                  </a:ext>
                </a:extLst>
              </p:cNvPr>
              <p:cNvSpPr/>
              <p:nvPr/>
            </p:nvSpPr>
            <p:spPr>
              <a:xfrm>
                <a:off x="18830145" y="8748530"/>
                <a:ext cx="1124950" cy="11938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4" h="959">
                    <a:moveTo>
                      <a:pt x="757" y="100"/>
                    </a:moveTo>
                    <a:cubicBezTo>
                      <a:pt x="696" y="-28"/>
                      <a:pt x="512" y="3"/>
                      <a:pt x="512" y="3"/>
                    </a:cubicBezTo>
                    <a:lnTo>
                      <a:pt x="297" y="7"/>
                    </a:lnTo>
                    <a:cubicBezTo>
                      <a:pt x="297" y="7"/>
                      <a:pt x="102" y="38"/>
                      <a:pt x="66" y="227"/>
                    </a:cubicBezTo>
                    <a:cubicBezTo>
                      <a:pt x="30" y="417"/>
                      <a:pt x="0" y="959"/>
                      <a:pt x="0" y="959"/>
                    </a:cubicBezTo>
                    <a:lnTo>
                      <a:pt x="114" y="959"/>
                    </a:lnTo>
                    <a:lnTo>
                      <a:pt x="813" y="959"/>
                    </a:lnTo>
                    <a:cubicBezTo>
                      <a:pt x="1021" y="956"/>
                      <a:pt x="815" y="221"/>
                      <a:pt x="757" y="1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2C508336-FE82-CE4A-9C1B-A70202807787}"/>
                  </a:ext>
                </a:extLst>
              </p:cNvPr>
              <p:cNvSpPr/>
              <p:nvPr/>
            </p:nvSpPr>
            <p:spPr>
              <a:xfrm>
                <a:off x="18821424" y="8740069"/>
                <a:ext cx="1142537" cy="1213564"/>
              </a:xfrm>
              <a:custGeom>
                <a:avLst/>
                <a:gdLst>
                  <a:gd name="connsiteX0" fmla="*/ 684086 w 1142537"/>
                  <a:gd name="connsiteY0" fmla="*/ 19073 h 1213564"/>
                  <a:gd name="connsiteX1" fmla="*/ 647104 w 1142537"/>
                  <a:gd name="connsiteY1" fmla="*/ 22166 h 1213564"/>
                  <a:gd name="connsiteX2" fmla="*/ 645860 w 1142537"/>
                  <a:gd name="connsiteY2" fmla="*/ 22166 h 1213564"/>
                  <a:gd name="connsiteX3" fmla="*/ 379560 w 1142537"/>
                  <a:gd name="connsiteY3" fmla="*/ 27145 h 1213564"/>
                  <a:gd name="connsiteX4" fmla="*/ 99574 w 1142537"/>
                  <a:gd name="connsiteY4" fmla="*/ 293556 h 1213564"/>
                  <a:gd name="connsiteX5" fmla="*/ 18688 w 1142537"/>
                  <a:gd name="connsiteY5" fmla="*/ 1193625 h 1213564"/>
                  <a:gd name="connsiteX6" fmla="*/ 1020420 w 1142537"/>
                  <a:gd name="connsiteY6" fmla="*/ 1193625 h 1213564"/>
                  <a:gd name="connsiteX7" fmla="*/ 1090106 w 1142537"/>
                  <a:gd name="connsiteY7" fmla="*/ 1152543 h 1213564"/>
                  <a:gd name="connsiteX8" fmla="*/ 942024 w 1142537"/>
                  <a:gd name="connsiteY8" fmla="*/ 137942 h 1213564"/>
                  <a:gd name="connsiteX9" fmla="*/ 684086 w 1142537"/>
                  <a:gd name="connsiteY9" fmla="*/ 19073 h 1213564"/>
                  <a:gd name="connsiteX10" fmla="*/ 725486 w 1142537"/>
                  <a:gd name="connsiteY10" fmla="*/ 340 h 1213564"/>
                  <a:gd name="connsiteX11" fmla="*/ 771550 w 1142537"/>
                  <a:gd name="connsiteY11" fmla="*/ 4717 h 1213564"/>
                  <a:gd name="connsiteX12" fmla="*/ 958216 w 1142537"/>
                  <a:gd name="connsiteY12" fmla="*/ 129212 h 1213564"/>
                  <a:gd name="connsiteX13" fmla="*/ 1106304 w 1142537"/>
                  <a:gd name="connsiteY13" fmla="*/ 1162521 h 1213564"/>
                  <a:gd name="connsiteX14" fmla="*/ 1021682 w 1142537"/>
                  <a:gd name="connsiteY14" fmla="*/ 1213564 h 1213564"/>
                  <a:gd name="connsiteX15" fmla="*/ 150578 w 1142537"/>
                  <a:gd name="connsiteY15" fmla="*/ 1213564 h 1213564"/>
                  <a:gd name="connsiteX16" fmla="*/ 8712 w 1142537"/>
                  <a:gd name="connsiteY16" fmla="*/ 1213564 h 1213564"/>
                  <a:gd name="connsiteX17" fmla="*/ 2490 w 1142537"/>
                  <a:gd name="connsiteY17" fmla="*/ 1209829 h 1213564"/>
                  <a:gd name="connsiteX18" fmla="*/ 0 w 1142537"/>
                  <a:gd name="connsiteY18" fmla="*/ 1202359 h 1213564"/>
                  <a:gd name="connsiteX19" fmla="*/ 80890 w 1142537"/>
                  <a:gd name="connsiteY19" fmla="*/ 291055 h 1213564"/>
                  <a:gd name="connsiteX20" fmla="*/ 377064 w 1142537"/>
                  <a:gd name="connsiteY20" fmla="*/ 9697 h 1213564"/>
                  <a:gd name="connsiteX21" fmla="*/ 378310 w 1142537"/>
                  <a:gd name="connsiteY21" fmla="*/ 9697 h 1213564"/>
                  <a:gd name="connsiteX22" fmla="*/ 645862 w 1142537"/>
                  <a:gd name="connsiteY22" fmla="*/ 4717 h 1213564"/>
                  <a:gd name="connsiteX23" fmla="*/ 725486 w 1142537"/>
                  <a:gd name="connsiteY23" fmla="*/ 340 h 12135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42537" h="1213564">
                    <a:moveTo>
                      <a:pt x="684086" y="19073"/>
                    </a:moveTo>
                    <a:cubicBezTo>
                      <a:pt x="661958" y="19987"/>
                      <a:pt x="647726" y="22166"/>
                      <a:pt x="647104" y="22166"/>
                    </a:cubicBezTo>
                    <a:lnTo>
                      <a:pt x="645860" y="22166"/>
                    </a:lnTo>
                    <a:lnTo>
                      <a:pt x="379560" y="27145"/>
                    </a:lnTo>
                    <a:cubicBezTo>
                      <a:pt x="365872" y="29635"/>
                      <a:pt x="141882" y="73207"/>
                      <a:pt x="99574" y="293556"/>
                    </a:cubicBezTo>
                    <a:cubicBezTo>
                      <a:pt x="58508" y="511415"/>
                      <a:pt x="24910" y="1110216"/>
                      <a:pt x="18688" y="1193625"/>
                    </a:cubicBezTo>
                    <a:lnTo>
                      <a:pt x="1020420" y="1193625"/>
                    </a:lnTo>
                    <a:cubicBezTo>
                      <a:pt x="1050286" y="1193625"/>
                      <a:pt x="1073930" y="1179931"/>
                      <a:pt x="1090106" y="1152543"/>
                    </a:cubicBezTo>
                    <a:cubicBezTo>
                      <a:pt x="1203346" y="970786"/>
                      <a:pt x="1000510" y="259943"/>
                      <a:pt x="942024" y="137942"/>
                    </a:cubicBezTo>
                    <a:cubicBezTo>
                      <a:pt x="887894" y="24967"/>
                      <a:pt x="750466" y="16330"/>
                      <a:pt x="684086" y="19073"/>
                    </a:cubicBezTo>
                    <a:close/>
                    <a:moveTo>
                      <a:pt x="725486" y="340"/>
                    </a:moveTo>
                    <a:cubicBezTo>
                      <a:pt x="739818" y="904"/>
                      <a:pt x="755372" y="2227"/>
                      <a:pt x="771550" y="4717"/>
                    </a:cubicBezTo>
                    <a:cubicBezTo>
                      <a:pt x="862394" y="18411"/>
                      <a:pt x="927104" y="61985"/>
                      <a:pt x="958216" y="129212"/>
                    </a:cubicBezTo>
                    <a:cubicBezTo>
                      <a:pt x="1025416" y="268646"/>
                      <a:pt x="1223280" y="973289"/>
                      <a:pt x="1106304" y="1162521"/>
                    </a:cubicBezTo>
                    <a:cubicBezTo>
                      <a:pt x="1085148" y="1194890"/>
                      <a:pt x="1057770" y="1212319"/>
                      <a:pt x="1021682" y="1213564"/>
                    </a:cubicBezTo>
                    <a:lnTo>
                      <a:pt x="150578" y="1213564"/>
                    </a:lnTo>
                    <a:lnTo>
                      <a:pt x="8712" y="1213564"/>
                    </a:lnTo>
                    <a:cubicBezTo>
                      <a:pt x="6224" y="1213564"/>
                      <a:pt x="4978" y="1211074"/>
                      <a:pt x="2490" y="1209829"/>
                    </a:cubicBezTo>
                    <a:cubicBezTo>
                      <a:pt x="0" y="1207339"/>
                      <a:pt x="0" y="1206094"/>
                      <a:pt x="0" y="1202359"/>
                    </a:cubicBezTo>
                    <a:cubicBezTo>
                      <a:pt x="0" y="1196135"/>
                      <a:pt x="37334" y="525106"/>
                      <a:pt x="80890" y="291055"/>
                    </a:cubicBezTo>
                    <a:cubicBezTo>
                      <a:pt x="126934" y="50780"/>
                      <a:pt x="374576" y="9697"/>
                      <a:pt x="377064" y="9697"/>
                    </a:cubicBezTo>
                    <a:lnTo>
                      <a:pt x="378310" y="9697"/>
                    </a:lnTo>
                    <a:lnTo>
                      <a:pt x="645862" y="4717"/>
                    </a:lnTo>
                    <a:cubicBezTo>
                      <a:pt x="650528" y="3783"/>
                      <a:pt x="682496" y="-1352"/>
                      <a:pt x="725486" y="34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694ED305-8C4E-5946-9BD4-29B776FE51D2}"/>
                  </a:ext>
                </a:extLst>
              </p:cNvPr>
              <p:cNvSpPr/>
              <p:nvPr/>
            </p:nvSpPr>
            <p:spPr>
              <a:xfrm>
                <a:off x="18984620" y="9452649"/>
                <a:ext cx="12458" cy="4897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394">
                    <a:moveTo>
                      <a:pt x="11" y="0"/>
                    </a:moveTo>
                    <a:lnTo>
                      <a:pt x="0" y="394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BDB1EFAC-777D-9D41-9430-2A2B5FE44ADC}"/>
                  </a:ext>
                </a:extLst>
              </p:cNvPr>
              <p:cNvSpPr/>
              <p:nvPr/>
            </p:nvSpPr>
            <p:spPr>
              <a:xfrm>
                <a:off x="18974657" y="9442680"/>
                <a:ext cx="32391" cy="5097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" h="410">
                    <a:moveTo>
                      <a:pt x="8" y="410"/>
                    </a:moveTo>
                    <a:lnTo>
                      <a:pt x="7" y="410"/>
                    </a:lnTo>
                    <a:cubicBezTo>
                      <a:pt x="3" y="409"/>
                      <a:pt x="0" y="406"/>
                      <a:pt x="0" y="401"/>
                    </a:cubicBezTo>
                    <a:lnTo>
                      <a:pt x="12" y="8"/>
                    </a:lnTo>
                    <a:cubicBezTo>
                      <a:pt x="12" y="4"/>
                      <a:pt x="16" y="0"/>
                      <a:pt x="19" y="0"/>
                    </a:cubicBezTo>
                    <a:cubicBezTo>
                      <a:pt x="24" y="0"/>
                      <a:pt x="27" y="4"/>
                      <a:pt x="27" y="8"/>
                    </a:cubicBezTo>
                    <a:lnTo>
                      <a:pt x="15" y="402"/>
                    </a:lnTo>
                    <a:cubicBezTo>
                      <a:pt x="15" y="406"/>
                      <a:pt x="11" y="410"/>
                      <a:pt x="8" y="4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0F6DE70E-DAE2-B54E-8B8C-1B0B4AB4B82D}"/>
                  </a:ext>
                </a:extLst>
              </p:cNvPr>
              <p:cNvSpPr/>
              <p:nvPr/>
            </p:nvSpPr>
            <p:spPr>
              <a:xfrm>
                <a:off x="19035701" y="11532606"/>
                <a:ext cx="312694" cy="3663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2" h="295">
                    <a:moveTo>
                      <a:pt x="7" y="0"/>
                    </a:moveTo>
                    <a:cubicBezTo>
                      <a:pt x="7" y="0"/>
                      <a:pt x="1" y="126"/>
                      <a:pt x="0" y="193"/>
                    </a:cubicBezTo>
                    <a:cubicBezTo>
                      <a:pt x="0" y="260"/>
                      <a:pt x="56" y="304"/>
                      <a:pt x="141" y="294"/>
                    </a:cubicBezTo>
                    <a:cubicBezTo>
                      <a:pt x="242" y="282"/>
                      <a:pt x="255" y="238"/>
                      <a:pt x="252" y="186"/>
                    </a:cubicBezTo>
                    <a:cubicBezTo>
                      <a:pt x="247" y="123"/>
                      <a:pt x="242" y="2"/>
                      <a:pt x="242" y="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6B36FB87-1EF5-4E41-B492-935B0BBC35F9}"/>
                  </a:ext>
                </a:extLst>
              </p:cNvPr>
              <p:cNvSpPr/>
              <p:nvPr/>
            </p:nvSpPr>
            <p:spPr>
              <a:xfrm>
                <a:off x="18320617" y="11536345"/>
                <a:ext cx="544411" cy="2853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8" h="230">
                    <a:moveTo>
                      <a:pt x="438" y="30"/>
                    </a:moveTo>
                    <a:lnTo>
                      <a:pt x="438" y="24"/>
                    </a:lnTo>
                    <a:lnTo>
                      <a:pt x="216" y="0"/>
                    </a:lnTo>
                    <a:lnTo>
                      <a:pt x="214" y="0"/>
                    </a:lnTo>
                    <a:lnTo>
                      <a:pt x="212" y="1"/>
                    </a:lnTo>
                    <a:cubicBezTo>
                      <a:pt x="211" y="2"/>
                      <a:pt x="176" y="30"/>
                      <a:pt x="119" y="48"/>
                    </a:cubicBezTo>
                    <a:cubicBezTo>
                      <a:pt x="60" y="66"/>
                      <a:pt x="23" y="89"/>
                      <a:pt x="8" y="118"/>
                    </a:cubicBezTo>
                    <a:cubicBezTo>
                      <a:pt x="-5" y="142"/>
                      <a:pt x="2" y="162"/>
                      <a:pt x="4" y="169"/>
                    </a:cubicBezTo>
                    <a:cubicBezTo>
                      <a:pt x="11" y="195"/>
                      <a:pt x="43" y="230"/>
                      <a:pt x="88" y="230"/>
                    </a:cubicBezTo>
                    <a:lnTo>
                      <a:pt x="376" y="230"/>
                    </a:lnTo>
                    <a:cubicBezTo>
                      <a:pt x="395" y="230"/>
                      <a:pt x="411" y="224"/>
                      <a:pt x="423" y="213"/>
                    </a:cubicBezTo>
                    <a:cubicBezTo>
                      <a:pt x="433" y="202"/>
                      <a:pt x="439" y="187"/>
                      <a:pt x="438" y="170"/>
                    </a:cubicBezTo>
                    <a:cubicBezTo>
                      <a:pt x="438" y="135"/>
                      <a:pt x="438" y="30"/>
                      <a:pt x="438" y="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9F260450-C6A8-C84D-9E43-3D076AA0569D}"/>
                  </a:ext>
                </a:extLst>
              </p:cNvPr>
              <p:cNvSpPr/>
              <p:nvPr/>
            </p:nvSpPr>
            <p:spPr>
              <a:xfrm>
                <a:off x="18522435" y="10040870"/>
                <a:ext cx="1052694" cy="15777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6" h="1267">
                    <a:moveTo>
                      <a:pt x="244" y="1257"/>
                    </a:moveTo>
                    <a:cubicBezTo>
                      <a:pt x="173" y="1280"/>
                      <a:pt x="114" y="1259"/>
                      <a:pt x="87" y="1248"/>
                    </a:cubicBezTo>
                    <a:cubicBezTo>
                      <a:pt x="71" y="1242"/>
                      <a:pt x="52" y="1213"/>
                      <a:pt x="51" y="1195"/>
                    </a:cubicBezTo>
                    <a:cubicBezTo>
                      <a:pt x="37" y="1058"/>
                      <a:pt x="-9" y="356"/>
                      <a:pt x="1" y="234"/>
                    </a:cubicBezTo>
                    <a:cubicBezTo>
                      <a:pt x="12" y="99"/>
                      <a:pt x="103" y="22"/>
                      <a:pt x="338" y="7"/>
                    </a:cubicBezTo>
                    <a:cubicBezTo>
                      <a:pt x="572" y="-8"/>
                      <a:pt x="825" y="7"/>
                      <a:pt x="825" y="7"/>
                    </a:cubicBezTo>
                    <a:cubicBezTo>
                      <a:pt x="825" y="7"/>
                      <a:pt x="905" y="322"/>
                      <a:pt x="752" y="337"/>
                    </a:cubicBezTo>
                    <a:cubicBezTo>
                      <a:pt x="598" y="351"/>
                      <a:pt x="363" y="362"/>
                      <a:pt x="363" y="362"/>
                    </a:cubicBezTo>
                    <a:lnTo>
                      <a:pt x="272" y="1212"/>
                    </a:lnTo>
                    <a:cubicBezTo>
                      <a:pt x="270" y="1230"/>
                      <a:pt x="261" y="1252"/>
                      <a:pt x="244" y="125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B34101FB-34CA-AD41-9014-8007B90DFD5F}"/>
                  </a:ext>
                </a:extLst>
              </p:cNvPr>
              <p:cNvSpPr/>
              <p:nvPr/>
            </p:nvSpPr>
            <p:spPr>
              <a:xfrm>
                <a:off x="18513234" y="10032560"/>
                <a:ext cx="1071389" cy="1596002"/>
              </a:xfrm>
              <a:custGeom>
                <a:avLst/>
                <a:gdLst>
                  <a:gd name="connsiteX0" fmla="*/ 715970 w 1071389"/>
                  <a:gd name="connsiteY0" fmla="*/ 17033 h 1596002"/>
                  <a:gd name="connsiteX1" fmla="*/ 429784 w 1071389"/>
                  <a:gd name="connsiteY1" fmla="*/ 24504 h 1596002"/>
                  <a:gd name="connsiteX2" fmla="*/ 20412 w 1071389"/>
                  <a:gd name="connsiteY2" fmla="*/ 299701 h 1596002"/>
                  <a:gd name="connsiteX3" fmla="*/ 81382 w 1071389"/>
                  <a:gd name="connsiteY3" fmla="*/ 1495125 h 1596002"/>
                  <a:gd name="connsiteX4" fmla="*/ 121198 w 1071389"/>
                  <a:gd name="connsiteY4" fmla="*/ 1552406 h 1596002"/>
                  <a:gd name="connsiteX5" fmla="*/ 309088 w 1071389"/>
                  <a:gd name="connsiteY5" fmla="*/ 1563613 h 1596002"/>
                  <a:gd name="connsiteX6" fmla="*/ 338950 w 1071389"/>
                  <a:gd name="connsiteY6" fmla="*/ 1515049 h 1596002"/>
                  <a:gd name="connsiteX7" fmla="*/ 452180 w 1071389"/>
                  <a:gd name="connsiteY7" fmla="*/ 456600 h 1596002"/>
                  <a:gd name="connsiteX8" fmla="*/ 460890 w 1071389"/>
                  <a:gd name="connsiteY8" fmla="*/ 449129 h 1596002"/>
                  <a:gd name="connsiteX9" fmla="*/ 943676 w 1071389"/>
                  <a:gd name="connsiteY9" fmla="*/ 416753 h 1596002"/>
                  <a:gd name="connsiteX10" fmla="*/ 1018334 w 1071389"/>
                  <a:gd name="connsiteY10" fmla="*/ 374415 h 1596002"/>
                  <a:gd name="connsiteX11" fmla="*/ 1028288 w 1071389"/>
                  <a:gd name="connsiteY11" fmla="*/ 24504 h 1596002"/>
                  <a:gd name="connsiteX12" fmla="*/ 715970 w 1071389"/>
                  <a:gd name="connsiteY12" fmla="*/ 17033 h 1596002"/>
                  <a:gd name="connsiteX13" fmla="*/ 747728 w 1071389"/>
                  <a:gd name="connsiteY13" fmla="*/ 94 h 1596002"/>
                  <a:gd name="connsiteX14" fmla="*/ 1035774 w 1071389"/>
                  <a:gd name="connsiteY14" fmla="*/ 8303 h 1596002"/>
                  <a:gd name="connsiteX15" fmla="*/ 1044486 w 1071389"/>
                  <a:gd name="connsiteY15" fmla="*/ 14529 h 1596002"/>
                  <a:gd name="connsiteX16" fmla="*/ 1033286 w 1071389"/>
                  <a:gd name="connsiteY16" fmla="*/ 386860 h 1596002"/>
                  <a:gd name="connsiteX17" fmla="*/ 944938 w 1071389"/>
                  <a:gd name="connsiteY17" fmla="*/ 436670 h 1596002"/>
                  <a:gd name="connsiteX18" fmla="*/ 469598 w 1071389"/>
                  <a:gd name="connsiteY18" fmla="*/ 467802 h 1596002"/>
                  <a:gd name="connsiteX19" fmla="*/ 356362 w 1071389"/>
                  <a:gd name="connsiteY19" fmla="*/ 1518796 h 1596002"/>
                  <a:gd name="connsiteX20" fmla="*/ 314054 w 1071389"/>
                  <a:gd name="connsiteY20" fmla="*/ 1582304 h 1596002"/>
                  <a:gd name="connsiteX21" fmla="*/ 231928 w 1071389"/>
                  <a:gd name="connsiteY21" fmla="*/ 1596002 h 1596002"/>
                  <a:gd name="connsiteX22" fmla="*/ 113716 w 1071389"/>
                  <a:gd name="connsiteY22" fmla="*/ 1571097 h 1596002"/>
                  <a:gd name="connsiteX23" fmla="*/ 62698 w 1071389"/>
                  <a:gd name="connsiteY23" fmla="*/ 1497627 h 1596002"/>
                  <a:gd name="connsiteX24" fmla="*/ 1724 w 1071389"/>
                  <a:gd name="connsiteY24" fmla="*/ 298447 h 1596002"/>
                  <a:gd name="connsiteX25" fmla="*/ 429778 w 1071389"/>
                  <a:gd name="connsiteY25" fmla="*/ 8303 h 1596002"/>
                  <a:gd name="connsiteX26" fmla="*/ 747728 w 1071389"/>
                  <a:gd name="connsiteY26" fmla="*/ 94 h 1596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71389" h="1596002">
                    <a:moveTo>
                      <a:pt x="715970" y="17033"/>
                    </a:moveTo>
                    <a:cubicBezTo>
                      <a:pt x="626382" y="17033"/>
                      <a:pt x="526838" y="18278"/>
                      <a:pt x="429784" y="24504"/>
                    </a:cubicBezTo>
                    <a:cubicBezTo>
                      <a:pt x="157284" y="43183"/>
                      <a:pt x="34098" y="124123"/>
                      <a:pt x="20412" y="299701"/>
                    </a:cubicBezTo>
                    <a:cubicBezTo>
                      <a:pt x="7968" y="446639"/>
                      <a:pt x="62718" y="1312076"/>
                      <a:pt x="81382" y="1495125"/>
                    </a:cubicBezTo>
                    <a:cubicBezTo>
                      <a:pt x="82626" y="1512558"/>
                      <a:pt x="103778" y="1546180"/>
                      <a:pt x="121198" y="1552406"/>
                    </a:cubicBezTo>
                    <a:cubicBezTo>
                      <a:pt x="148574" y="1563613"/>
                      <a:pt x="221986" y="1591008"/>
                      <a:pt x="309088" y="1563613"/>
                    </a:cubicBezTo>
                    <a:cubicBezTo>
                      <a:pt x="326508" y="1557387"/>
                      <a:pt x="336462" y="1534972"/>
                      <a:pt x="338950" y="1515049"/>
                    </a:cubicBezTo>
                    <a:lnTo>
                      <a:pt x="452180" y="456600"/>
                    </a:lnTo>
                    <a:cubicBezTo>
                      <a:pt x="453426" y="451619"/>
                      <a:pt x="457158" y="449129"/>
                      <a:pt x="460890" y="449129"/>
                    </a:cubicBezTo>
                    <a:cubicBezTo>
                      <a:pt x="463380" y="447884"/>
                      <a:pt x="754544" y="434186"/>
                      <a:pt x="943676" y="416753"/>
                    </a:cubicBezTo>
                    <a:cubicBezTo>
                      <a:pt x="976028" y="414262"/>
                      <a:pt x="999670" y="399320"/>
                      <a:pt x="1018334" y="374415"/>
                    </a:cubicBezTo>
                    <a:cubicBezTo>
                      <a:pt x="1084282" y="281022"/>
                      <a:pt x="1036998" y="65597"/>
                      <a:pt x="1028288" y="24504"/>
                    </a:cubicBezTo>
                    <a:cubicBezTo>
                      <a:pt x="998426" y="23259"/>
                      <a:pt x="871508" y="17033"/>
                      <a:pt x="715970" y="17033"/>
                    </a:cubicBezTo>
                    <a:close/>
                    <a:moveTo>
                      <a:pt x="747728" y="94"/>
                    </a:moveTo>
                    <a:cubicBezTo>
                      <a:pt x="910660" y="1007"/>
                      <a:pt x="1034218" y="8303"/>
                      <a:pt x="1035774" y="8303"/>
                    </a:cubicBezTo>
                    <a:cubicBezTo>
                      <a:pt x="1040752" y="8303"/>
                      <a:pt x="1043242" y="10793"/>
                      <a:pt x="1044486" y="14529"/>
                    </a:cubicBezTo>
                    <a:cubicBezTo>
                      <a:pt x="1046974" y="25736"/>
                      <a:pt x="1110436" y="276032"/>
                      <a:pt x="1033286" y="386860"/>
                    </a:cubicBezTo>
                    <a:cubicBezTo>
                      <a:pt x="1012132" y="416746"/>
                      <a:pt x="982268" y="432934"/>
                      <a:pt x="944938" y="436670"/>
                    </a:cubicBezTo>
                    <a:cubicBezTo>
                      <a:pt x="773218" y="452859"/>
                      <a:pt x="518128" y="465311"/>
                      <a:pt x="469598" y="467802"/>
                    </a:cubicBezTo>
                    <a:lnTo>
                      <a:pt x="356362" y="1518796"/>
                    </a:lnTo>
                    <a:cubicBezTo>
                      <a:pt x="353874" y="1542456"/>
                      <a:pt x="341430" y="1573587"/>
                      <a:pt x="314054" y="1582304"/>
                    </a:cubicBezTo>
                    <a:cubicBezTo>
                      <a:pt x="285434" y="1592266"/>
                      <a:pt x="256816" y="1596002"/>
                      <a:pt x="231928" y="1596002"/>
                    </a:cubicBezTo>
                    <a:cubicBezTo>
                      <a:pt x="177176" y="1596002"/>
                      <a:pt x="133624" y="1578568"/>
                      <a:pt x="113716" y="1571097"/>
                    </a:cubicBezTo>
                    <a:cubicBezTo>
                      <a:pt x="88828" y="1562380"/>
                      <a:pt x="65186" y="1522532"/>
                      <a:pt x="62698" y="1497627"/>
                    </a:cubicBezTo>
                    <a:cubicBezTo>
                      <a:pt x="47766" y="1343215"/>
                      <a:pt x="-10720" y="454104"/>
                      <a:pt x="1724" y="298447"/>
                    </a:cubicBezTo>
                    <a:cubicBezTo>
                      <a:pt x="16656" y="115395"/>
                      <a:pt x="148558" y="25736"/>
                      <a:pt x="429778" y="8303"/>
                    </a:cubicBezTo>
                    <a:cubicBezTo>
                      <a:pt x="538036" y="1298"/>
                      <a:pt x="649970" y="-453"/>
                      <a:pt x="747728" y="9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AF147272-5D46-EA45-8213-52ACFA4CDA0D}"/>
                  </a:ext>
                </a:extLst>
              </p:cNvPr>
              <p:cNvSpPr/>
              <p:nvPr/>
            </p:nvSpPr>
            <p:spPr>
              <a:xfrm>
                <a:off x="18972166" y="10040870"/>
                <a:ext cx="936835" cy="15490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3" h="1244">
                    <a:moveTo>
                      <a:pt x="65" y="1195"/>
                    </a:moveTo>
                    <a:cubicBezTo>
                      <a:pt x="65" y="1195"/>
                      <a:pt x="-9" y="356"/>
                      <a:pt x="1" y="234"/>
                    </a:cubicBezTo>
                    <a:cubicBezTo>
                      <a:pt x="11" y="99"/>
                      <a:pt x="118" y="22"/>
                      <a:pt x="352" y="7"/>
                    </a:cubicBezTo>
                    <a:cubicBezTo>
                      <a:pt x="586" y="-8"/>
                      <a:pt x="745" y="7"/>
                      <a:pt x="745" y="7"/>
                    </a:cubicBezTo>
                    <a:cubicBezTo>
                      <a:pt x="745" y="7"/>
                      <a:pt x="791" y="341"/>
                      <a:pt x="662" y="354"/>
                    </a:cubicBezTo>
                    <a:cubicBezTo>
                      <a:pt x="508" y="369"/>
                      <a:pt x="363" y="362"/>
                      <a:pt x="363" y="362"/>
                    </a:cubicBezTo>
                    <a:lnTo>
                      <a:pt x="287" y="1203"/>
                    </a:lnTo>
                    <a:cubicBezTo>
                      <a:pt x="278" y="1211"/>
                      <a:pt x="238" y="1244"/>
                      <a:pt x="180" y="1244"/>
                    </a:cubicBezTo>
                    <a:cubicBezTo>
                      <a:pt x="114" y="1243"/>
                      <a:pt x="73" y="1203"/>
                      <a:pt x="65" y="119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:a16="http://schemas.microsoft.com/office/drawing/2014/main" id="{2ECEAA31-C503-1940-929D-7B2317188367}"/>
                  </a:ext>
                </a:extLst>
              </p:cNvPr>
              <p:cNvSpPr/>
              <p:nvPr/>
            </p:nvSpPr>
            <p:spPr>
              <a:xfrm>
                <a:off x="18962240" y="10032560"/>
                <a:ext cx="957233" cy="1566093"/>
              </a:xfrm>
              <a:custGeom>
                <a:avLst/>
                <a:gdLst>
                  <a:gd name="connsiteX0" fmla="*/ 702658 w 957233"/>
                  <a:gd name="connsiteY0" fmla="*/ 16953 h 1566093"/>
                  <a:gd name="connsiteX1" fmla="*/ 447862 w 957233"/>
                  <a:gd name="connsiteY1" fmla="*/ 24504 h 1566093"/>
                  <a:gd name="connsiteX2" fmla="*/ 19890 w 957233"/>
                  <a:gd name="connsiteY2" fmla="*/ 299696 h 1566093"/>
                  <a:gd name="connsiteX3" fmla="*/ 99512 w 957233"/>
                  <a:gd name="connsiteY3" fmla="*/ 1491364 h 1566093"/>
                  <a:gd name="connsiteX4" fmla="*/ 233876 w 957233"/>
                  <a:gd name="connsiteY4" fmla="*/ 1546153 h 1566093"/>
                  <a:gd name="connsiteX5" fmla="*/ 358286 w 957233"/>
                  <a:gd name="connsiteY5" fmla="*/ 1500080 h 1566093"/>
                  <a:gd name="connsiteX6" fmla="*/ 452838 w 957233"/>
                  <a:gd name="connsiteY6" fmla="*/ 457838 h 1566093"/>
                  <a:gd name="connsiteX7" fmla="*/ 461548 w 957233"/>
                  <a:gd name="connsiteY7" fmla="*/ 449121 h 1566093"/>
                  <a:gd name="connsiteX8" fmla="*/ 832290 w 957233"/>
                  <a:gd name="connsiteY8" fmla="*/ 437915 h 1566093"/>
                  <a:gd name="connsiteX9" fmla="*/ 888274 w 957233"/>
                  <a:gd name="connsiteY9" fmla="*/ 406784 h 1566093"/>
                  <a:gd name="connsiteX10" fmla="*/ 929330 w 957233"/>
                  <a:gd name="connsiteY10" fmla="*/ 24504 h 1566093"/>
                  <a:gd name="connsiteX11" fmla="*/ 702658 w 957233"/>
                  <a:gd name="connsiteY11" fmla="*/ 16953 h 1566093"/>
                  <a:gd name="connsiteX12" fmla="*/ 729480 w 957233"/>
                  <a:gd name="connsiteY12" fmla="*/ 94 h 1566093"/>
                  <a:gd name="connsiteX13" fmla="*/ 938062 w 957233"/>
                  <a:gd name="connsiteY13" fmla="*/ 8303 h 1566093"/>
                  <a:gd name="connsiteX14" fmla="*/ 946770 w 957233"/>
                  <a:gd name="connsiteY14" fmla="*/ 15774 h 1566093"/>
                  <a:gd name="connsiteX15" fmla="*/ 903224 w 957233"/>
                  <a:gd name="connsiteY15" fmla="*/ 419231 h 1566093"/>
                  <a:gd name="connsiteX16" fmla="*/ 834796 w 957233"/>
                  <a:gd name="connsiteY16" fmla="*/ 457833 h 1566093"/>
                  <a:gd name="connsiteX17" fmla="*/ 470252 w 957233"/>
                  <a:gd name="connsiteY17" fmla="*/ 469040 h 1566093"/>
                  <a:gd name="connsiteX18" fmla="*/ 375696 w 957233"/>
                  <a:gd name="connsiteY18" fmla="*/ 1506322 h 1566093"/>
                  <a:gd name="connsiteX19" fmla="*/ 373208 w 957233"/>
                  <a:gd name="connsiteY19" fmla="*/ 1512548 h 1566093"/>
                  <a:gd name="connsiteX20" fmla="*/ 233860 w 957233"/>
                  <a:gd name="connsiteY20" fmla="*/ 1566093 h 1566093"/>
                  <a:gd name="connsiteX21" fmla="*/ 83316 w 957233"/>
                  <a:gd name="connsiteY21" fmla="*/ 1502586 h 1566093"/>
                  <a:gd name="connsiteX22" fmla="*/ 80828 w 957233"/>
                  <a:gd name="connsiteY22" fmla="*/ 1497605 h 1566093"/>
                  <a:gd name="connsiteX23" fmla="*/ 1200 w 957233"/>
                  <a:gd name="connsiteY23" fmla="*/ 298443 h 1566093"/>
                  <a:gd name="connsiteX24" fmla="*/ 447858 w 957233"/>
                  <a:gd name="connsiteY24" fmla="*/ 8303 h 1566093"/>
                  <a:gd name="connsiteX25" fmla="*/ 729480 w 957233"/>
                  <a:gd name="connsiteY25" fmla="*/ 94 h 1566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957233" h="1566093">
                    <a:moveTo>
                      <a:pt x="702658" y="16953"/>
                    </a:moveTo>
                    <a:cubicBezTo>
                      <a:pt x="630280" y="16975"/>
                      <a:pt x="543970" y="18901"/>
                      <a:pt x="447862" y="24504"/>
                    </a:cubicBezTo>
                    <a:cubicBezTo>
                      <a:pt x="169182" y="43182"/>
                      <a:pt x="33576" y="130347"/>
                      <a:pt x="19890" y="299696"/>
                    </a:cubicBezTo>
                    <a:cubicBezTo>
                      <a:pt x="8694" y="444141"/>
                      <a:pt x="93292" y="1425368"/>
                      <a:pt x="99512" y="1491364"/>
                    </a:cubicBezTo>
                    <a:cubicBezTo>
                      <a:pt x="115686" y="1506306"/>
                      <a:pt x="162962" y="1546153"/>
                      <a:pt x="233876" y="1546153"/>
                    </a:cubicBezTo>
                    <a:cubicBezTo>
                      <a:pt x="294838" y="1546153"/>
                      <a:pt x="339624" y="1516268"/>
                      <a:pt x="358286" y="1500080"/>
                    </a:cubicBezTo>
                    <a:lnTo>
                      <a:pt x="452838" y="457838"/>
                    </a:lnTo>
                    <a:cubicBezTo>
                      <a:pt x="452838" y="451612"/>
                      <a:pt x="456570" y="447876"/>
                      <a:pt x="461548" y="449121"/>
                    </a:cubicBezTo>
                    <a:cubicBezTo>
                      <a:pt x="464036" y="449121"/>
                      <a:pt x="644430" y="456593"/>
                      <a:pt x="832290" y="437915"/>
                    </a:cubicBezTo>
                    <a:cubicBezTo>
                      <a:pt x="854684" y="436669"/>
                      <a:pt x="872102" y="425462"/>
                      <a:pt x="888274" y="406784"/>
                    </a:cubicBezTo>
                    <a:cubicBezTo>
                      <a:pt x="959188" y="315884"/>
                      <a:pt x="934306" y="69332"/>
                      <a:pt x="929330" y="24504"/>
                    </a:cubicBezTo>
                    <a:cubicBezTo>
                      <a:pt x="905226" y="22170"/>
                      <a:pt x="823290" y="16917"/>
                      <a:pt x="702658" y="16953"/>
                    </a:cubicBezTo>
                    <a:close/>
                    <a:moveTo>
                      <a:pt x="729480" y="94"/>
                    </a:moveTo>
                    <a:cubicBezTo>
                      <a:pt x="858746" y="1007"/>
                      <a:pt x="937284" y="8303"/>
                      <a:pt x="938062" y="8303"/>
                    </a:cubicBezTo>
                    <a:cubicBezTo>
                      <a:pt x="943038" y="8303"/>
                      <a:pt x="946770" y="12038"/>
                      <a:pt x="946770" y="15774"/>
                    </a:cubicBezTo>
                    <a:cubicBezTo>
                      <a:pt x="949260" y="28226"/>
                      <a:pt x="986584" y="313386"/>
                      <a:pt x="903224" y="419231"/>
                    </a:cubicBezTo>
                    <a:cubicBezTo>
                      <a:pt x="884562" y="441645"/>
                      <a:pt x="860922" y="455342"/>
                      <a:pt x="834796" y="457833"/>
                    </a:cubicBezTo>
                    <a:cubicBezTo>
                      <a:pt x="669320" y="474021"/>
                      <a:pt x="508822" y="470285"/>
                      <a:pt x="470252" y="469040"/>
                    </a:cubicBezTo>
                    <a:lnTo>
                      <a:pt x="375696" y="1506322"/>
                    </a:lnTo>
                    <a:cubicBezTo>
                      <a:pt x="375696" y="1510057"/>
                      <a:pt x="374452" y="1511303"/>
                      <a:pt x="373208" y="1512548"/>
                    </a:cubicBezTo>
                    <a:cubicBezTo>
                      <a:pt x="354544" y="1528736"/>
                      <a:pt x="304778" y="1566093"/>
                      <a:pt x="233860" y="1566093"/>
                    </a:cubicBezTo>
                    <a:cubicBezTo>
                      <a:pt x="154234" y="1566093"/>
                      <a:pt x="101978" y="1521264"/>
                      <a:pt x="83316" y="1502586"/>
                    </a:cubicBezTo>
                    <a:cubicBezTo>
                      <a:pt x="82072" y="1501341"/>
                      <a:pt x="80828" y="1500096"/>
                      <a:pt x="80828" y="1497605"/>
                    </a:cubicBezTo>
                    <a:cubicBezTo>
                      <a:pt x="77094" y="1455267"/>
                      <a:pt x="-11242" y="449116"/>
                      <a:pt x="1200" y="298443"/>
                    </a:cubicBezTo>
                    <a:cubicBezTo>
                      <a:pt x="16130" y="120374"/>
                      <a:pt x="161698" y="25736"/>
                      <a:pt x="447858" y="8303"/>
                    </a:cubicBezTo>
                    <a:cubicBezTo>
                      <a:pt x="556102" y="1298"/>
                      <a:pt x="651922" y="-453"/>
                      <a:pt x="729480" y="9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DE7A1EAF-E172-7F45-8F04-2F4EDA611B83}"/>
                  </a:ext>
                </a:extLst>
              </p:cNvPr>
              <p:cNvSpPr/>
              <p:nvPr/>
            </p:nvSpPr>
            <p:spPr>
              <a:xfrm>
                <a:off x="17579370" y="9944910"/>
                <a:ext cx="712593" cy="18768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3" h="1507">
                    <a:moveTo>
                      <a:pt x="517" y="1507"/>
                    </a:moveTo>
                    <a:cubicBezTo>
                      <a:pt x="494" y="1507"/>
                      <a:pt x="472" y="1493"/>
                      <a:pt x="464" y="1469"/>
                    </a:cubicBezTo>
                    <a:lnTo>
                      <a:pt x="3" y="73"/>
                    </a:lnTo>
                    <a:cubicBezTo>
                      <a:pt x="-7" y="44"/>
                      <a:pt x="9" y="13"/>
                      <a:pt x="38" y="3"/>
                    </a:cubicBezTo>
                    <a:cubicBezTo>
                      <a:pt x="68" y="-7"/>
                      <a:pt x="99" y="9"/>
                      <a:pt x="109" y="38"/>
                    </a:cubicBezTo>
                    <a:lnTo>
                      <a:pt x="570" y="1434"/>
                    </a:lnTo>
                    <a:cubicBezTo>
                      <a:pt x="580" y="1463"/>
                      <a:pt x="564" y="1495"/>
                      <a:pt x="535" y="1504"/>
                    </a:cubicBezTo>
                    <a:cubicBezTo>
                      <a:pt x="528" y="1507"/>
                      <a:pt x="523" y="1507"/>
                      <a:pt x="517" y="150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ECBDAEF2-43BC-984D-8F59-325B1C3E7079}"/>
                  </a:ext>
                </a:extLst>
              </p:cNvPr>
              <p:cNvSpPr/>
              <p:nvPr/>
            </p:nvSpPr>
            <p:spPr>
              <a:xfrm>
                <a:off x="17570362" y="9935893"/>
                <a:ext cx="730610" cy="1895804"/>
              </a:xfrm>
              <a:custGeom>
                <a:avLst/>
                <a:gdLst>
                  <a:gd name="connsiteX0" fmla="*/ 77422 w 730610"/>
                  <a:gd name="connsiteY0" fmla="*/ 17740 h 1895804"/>
                  <a:gd name="connsiteX1" fmla="*/ 60012 w 730610"/>
                  <a:gd name="connsiteY1" fmla="*/ 21476 h 1895804"/>
                  <a:gd name="connsiteX2" fmla="*/ 21462 w 730610"/>
                  <a:gd name="connsiteY2" fmla="*/ 97445 h 1895804"/>
                  <a:gd name="connsiteX3" fmla="*/ 594742 w 730610"/>
                  <a:gd name="connsiteY3" fmla="*/ 1836016 h 1895804"/>
                  <a:gd name="connsiteX4" fmla="*/ 651946 w 730610"/>
                  <a:gd name="connsiteY4" fmla="*/ 1877114 h 1895804"/>
                  <a:gd name="connsiteX5" fmla="*/ 670600 w 730610"/>
                  <a:gd name="connsiteY5" fmla="*/ 1873378 h 1895804"/>
                  <a:gd name="connsiteX6" fmla="*/ 709150 w 730610"/>
                  <a:gd name="connsiteY6" fmla="*/ 1797409 h 1895804"/>
                  <a:gd name="connsiteX7" fmla="*/ 135870 w 730610"/>
                  <a:gd name="connsiteY7" fmla="*/ 60083 h 1895804"/>
                  <a:gd name="connsiteX8" fmla="*/ 77422 w 730610"/>
                  <a:gd name="connsiteY8" fmla="*/ 17740 h 1895804"/>
                  <a:gd name="connsiteX9" fmla="*/ 53766 w 730610"/>
                  <a:gd name="connsiteY9" fmla="*/ 4025 h 1895804"/>
                  <a:gd name="connsiteX10" fmla="*/ 153260 w 730610"/>
                  <a:gd name="connsiteY10" fmla="*/ 53842 h 1895804"/>
                  <a:gd name="connsiteX11" fmla="*/ 726590 w 730610"/>
                  <a:gd name="connsiteY11" fmla="*/ 1792435 h 1895804"/>
                  <a:gd name="connsiteX12" fmla="*/ 676844 w 730610"/>
                  <a:gd name="connsiteY12" fmla="*/ 1892068 h 1895804"/>
                  <a:gd name="connsiteX13" fmla="*/ 651970 w 730610"/>
                  <a:gd name="connsiteY13" fmla="*/ 1895804 h 1895804"/>
                  <a:gd name="connsiteX14" fmla="*/ 577350 w 730610"/>
                  <a:gd name="connsiteY14" fmla="*/ 1841006 h 1895804"/>
                  <a:gd name="connsiteX15" fmla="*/ 4020 w 730610"/>
                  <a:gd name="connsiteY15" fmla="*/ 103658 h 1895804"/>
                  <a:gd name="connsiteX16" fmla="*/ 53766 w 730610"/>
                  <a:gd name="connsiteY16" fmla="*/ 4025 h 189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30610" h="1895804">
                    <a:moveTo>
                      <a:pt x="77422" y="17740"/>
                    </a:moveTo>
                    <a:cubicBezTo>
                      <a:pt x="72448" y="17740"/>
                      <a:pt x="66230" y="18985"/>
                      <a:pt x="60012" y="21476"/>
                    </a:cubicBezTo>
                    <a:cubicBezTo>
                      <a:pt x="27680" y="31439"/>
                      <a:pt x="11514" y="66310"/>
                      <a:pt x="21462" y="97445"/>
                    </a:cubicBezTo>
                    <a:lnTo>
                      <a:pt x="594742" y="1836016"/>
                    </a:lnTo>
                    <a:cubicBezTo>
                      <a:pt x="603448" y="1859678"/>
                      <a:pt x="625832" y="1877114"/>
                      <a:pt x="651946" y="1877114"/>
                    </a:cubicBezTo>
                    <a:cubicBezTo>
                      <a:pt x="658164" y="1877114"/>
                      <a:pt x="664382" y="1875869"/>
                      <a:pt x="670600" y="1873378"/>
                    </a:cubicBezTo>
                    <a:cubicBezTo>
                      <a:pt x="702932" y="1863415"/>
                      <a:pt x="719098" y="1829789"/>
                      <a:pt x="709150" y="1797409"/>
                    </a:cubicBezTo>
                    <a:lnTo>
                      <a:pt x="135870" y="60083"/>
                    </a:lnTo>
                    <a:cubicBezTo>
                      <a:pt x="127164" y="33930"/>
                      <a:pt x="103538" y="17740"/>
                      <a:pt x="77422" y="17740"/>
                    </a:cubicBezTo>
                    <a:close/>
                    <a:moveTo>
                      <a:pt x="53766" y="4025"/>
                    </a:moveTo>
                    <a:cubicBezTo>
                      <a:pt x="94806" y="-9674"/>
                      <a:pt x="139578" y="12743"/>
                      <a:pt x="153260" y="53842"/>
                    </a:cubicBezTo>
                    <a:lnTo>
                      <a:pt x="726590" y="1792435"/>
                    </a:lnTo>
                    <a:cubicBezTo>
                      <a:pt x="740272" y="1833534"/>
                      <a:pt x="717886" y="1878368"/>
                      <a:pt x="676844" y="1892068"/>
                    </a:cubicBezTo>
                    <a:cubicBezTo>
                      <a:pt x="668138" y="1894559"/>
                      <a:pt x="660676" y="1895804"/>
                      <a:pt x="651970" y="1895804"/>
                    </a:cubicBezTo>
                    <a:cubicBezTo>
                      <a:pt x="618392" y="1895804"/>
                      <a:pt x="588544" y="1873387"/>
                      <a:pt x="577350" y="1841006"/>
                    </a:cubicBezTo>
                    <a:lnTo>
                      <a:pt x="4020" y="103658"/>
                    </a:lnTo>
                    <a:cubicBezTo>
                      <a:pt x="-9662" y="62560"/>
                      <a:pt x="12724" y="17725"/>
                      <a:pt x="53766" y="40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19DAE7BD-9F72-7B40-A819-9C11E432E4CA}"/>
                  </a:ext>
                </a:extLst>
              </p:cNvPr>
              <p:cNvSpPr/>
              <p:nvPr/>
            </p:nvSpPr>
            <p:spPr>
              <a:xfrm>
                <a:off x="20844591" y="9944910"/>
                <a:ext cx="711347" cy="18768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2" h="1507">
                    <a:moveTo>
                      <a:pt x="517" y="1507"/>
                    </a:moveTo>
                    <a:cubicBezTo>
                      <a:pt x="493" y="1507"/>
                      <a:pt x="472" y="1493"/>
                      <a:pt x="464" y="1469"/>
                    </a:cubicBezTo>
                    <a:lnTo>
                      <a:pt x="3" y="73"/>
                    </a:lnTo>
                    <a:cubicBezTo>
                      <a:pt x="-7" y="44"/>
                      <a:pt x="9" y="13"/>
                      <a:pt x="38" y="3"/>
                    </a:cubicBezTo>
                    <a:cubicBezTo>
                      <a:pt x="67" y="-7"/>
                      <a:pt x="99" y="9"/>
                      <a:pt x="109" y="38"/>
                    </a:cubicBezTo>
                    <a:lnTo>
                      <a:pt x="570" y="1434"/>
                    </a:lnTo>
                    <a:cubicBezTo>
                      <a:pt x="579" y="1463"/>
                      <a:pt x="563" y="1495"/>
                      <a:pt x="534" y="1504"/>
                    </a:cubicBezTo>
                    <a:cubicBezTo>
                      <a:pt x="528" y="1507"/>
                      <a:pt x="522" y="1507"/>
                      <a:pt x="517" y="150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7" name="Freeform 456">
                <a:extLst>
                  <a:ext uri="{FF2B5EF4-FFF2-40B4-BE49-F238E27FC236}">
                    <a16:creationId xmlns:a16="http://schemas.microsoft.com/office/drawing/2014/main" id="{8B5CF74E-B6E8-7542-919B-C77CD9B73B73}"/>
                  </a:ext>
                </a:extLst>
              </p:cNvPr>
              <p:cNvSpPr/>
              <p:nvPr/>
            </p:nvSpPr>
            <p:spPr>
              <a:xfrm>
                <a:off x="20835582" y="9935893"/>
                <a:ext cx="730494" cy="1895804"/>
              </a:xfrm>
              <a:custGeom>
                <a:avLst/>
                <a:gdLst>
                  <a:gd name="connsiteX0" fmla="*/ 78660 w 730494"/>
                  <a:gd name="connsiteY0" fmla="*/ 17740 h 1895804"/>
                  <a:gd name="connsiteX1" fmla="*/ 58764 w 730494"/>
                  <a:gd name="connsiteY1" fmla="*/ 21476 h 1895804"/>
                  <a:gd name="connsiteX2" fmla="*/ 21456 w 730494"/>
                  <a:gd name="connsiteY2" fmla="*/ 97445 h 1895804"/>
                  <a:gd name="connsiteX3" fmla="*/ 594738 w 730494"/>
                  <a:gd name="connsiteY3" fmla="*/ 1836016 h 1895804"/>
                  <a:gd name="connsiteX4" fmla="*/ 651942 w 730494"/>
                  <a:gd name="connsiteY4" fmla="*/ 1877114 h 1895804"/>
                  <a:gd name="connsiteX5" fmla="*/ 670594 w 730494"/>
                  <a:gd name="connsiteY5" fmla="*/ 1873378 h 1895804"/>
                  <a:gd name="connsiteX6" fmla="*/ 709144 w 730494"/>
                  <a:gd name="connsiteY6" fmla="*/ 1797409 h 1895804"/>
                  <a:gd name="connsiteX7" fmla="*/ 135864 w 730494"/>
                  <a:gd name="connsiteY7" fmla="*/ 60083 h 1895804"/>
                  <a:gd name="connsiteX8" fmla="*/ 78660 w 730494"/>
                  <a:gd name="connsiteY8" fmla="*/ 17740 h 1895804"/>
                  <a:gd name="connsiteX9" fmla="*/ 53766 w 730494"/>
                  <a:gd name="connsiteY9" fmla="*/ 4025 h 1895804"/>
                  <a:gd name="connsiteX10" fmla="*/ 153260 w 730494"/>
                  <a:gd name="connsiteY10" fmla="*/ 53842 h 1895804"/>
                  <a:gd name="connsiteX11" fmla="*/ 726590 w 730494"/>
                  <a:gd name="connsiteY11" fmla="*/ 1792435 h 1895804"/>
                  <a:gd name="connsiteX12" fmla="*/ 676844 w 730494"/>
                  <a:gd name="connsiteY12" fmla="*/ 1892068 h 1895804"/>
                  <a:gd name="connsiteX13" fmla="*/ 651970 w 730494"/>
                  <a:gd name="connsiteY13" fmla="*/ 1895804 h 1895804"/>
                  <a:gd name="connsiteX14" fmla="*/ 577350 w 730494"/>
                  <a:gd name="connsiteY14" fmla="*/ 1841006 h 1895804"/>
                  <a:gd name="connsiteX15" fmla="*/ 4020 w 730494"/>
                  <a:gd name="connsiteY15" fmla="*/ 103658 h 1895804"/>
                  <a:gd name="connsiteX16" fmla="*/ 53766 w 730494"/>
                  <a:gd name="connsiteY16" fmla="*/ 4025 h 189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30494" h="1895804">
                    <a:moveTo>
                      <a:pt x="78660" y="17740"/>
                    </a:moveTo>
                    <a:cubicBezTo>
                      <a:pt x="72442" y="17740"/>
                      <a:pt x="64982" y="18985"/>
                      <a:pt x="58764" y="21476"/>
                    </a:cubicBezTo>
                    <a:cubicBezTo>
                      <a:pt x="27674" y="31439"/>
                      <a:pt x="10264" y="66310"/>
                      <a:pt x="21456" y="97445"/>
                    </a:cubicBezTo>
                    <a:lnTo>
                      <a:pt x="594738" y="1836016"/>
                    </a:lnTo>
                    <a:cubicBezTo>
                      <a:pt x="602198" y="1859678"/>
                      <a:pt x="625826" y="1877114"/>
                      <a:pt x="651942" y="1877114"/>
                    </a:cubicBezTo>
                    <a:cubicBezTo>
                      <a:pt x="658158" y="1877114"/>
                      <a:pt x="664376" y="1875869"/>
                      <a:pt x="670594" y="1873378"/>
                    </a:cubicBezTo>
                    <a:cubicBezTo>
                      <a:pt x="701684" y="1863415"/>
                      <a:pt x="719094" y="1829789"/>
                      <a:pt x="709144" y="1797409"/>
                    </a:cubicBezTo>
                    <a:lnTo>
                      <a:pt x="135864" y="60083"/>
                    </a:lnTo>
                    <a:cubicBezTo>
                      <a:pt x="127160" y="33930"/>
                      <a:pt x="103532" y="17740"/>
                      <a:pt x="78660" y="17740"/>
                    </a:cubicBezTo>
                    <a:close/>
                    <a:moveTo>
                      <a:pt x="53766" y="4025"/>
                    </a:moveTo>
                    <a:cubicBezTo>
                      <a:pt x="94806" y="-9674"/>
                      <a:pt x="139578" y="12743"/>
                      <a:pt x="153260" y="53842"/>
                    </a:cubicBezTo>
                    <a:lnTo>
                      <a:pt x="726590" y="1792435"/>
                    </a:lnTo>
                    <a:cubicBezTo>
                      <a:pt x="740272" y="1833534"/>
                      <a:pt x="716642" y="1878368"/>
                      <a:pt x="676844" y="1892068"/>
                    </a:cubicBezTo>
                    <a:cubicBezTo>
                      <a:pt x="668138" y="1894559"/>
                      <a:pt x="660676" y="1895804"/>
                      <a:pt x="651970" y="1895804"/>
                    </a:cubicBezTo>
                    <a:cubicBezTo>
                      <a:pt x="617148" y="1895804"/>
                      <a:pt x="587300" y="1873387"/>
                      <a:pt x="577350" y="1841006"/>
                    </a:cubicBezTo>
                    <a:lnTo>
                      <a:pt x="4020" y="103658"/>
                    </a:lnTo>
                    <a:cubicBezTo>
                      <a:pt x="-9662" y="62560"/>
                      <a:pt x="12724" y="17725"/>
                      <a:pt x="53766" y="40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C192DACE-A2D2-9B43-953A-A8C344BC9FCC}"/>
                  </a:ext>
                </a:extLst>
              </p:cNvPr>
              <p:cNvSpPr/>
              <p:nvPr/>
            </p:nvSpPr>
            <p:spPr>
              <a:xfrm>
                <a:off x="16521693" y="9810317"/>
                <a:ext cx="1166061" cy="1283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37" h="104">
                    <a:moveTo>
                      <a:pt x="52" y="0"/>
                    </a:moveTo>
                    <a:cubicBezTo>
                      <a:pt x="23" y="0"/>
                      <a:pt x="0" y="23"/>
                      <a:pt x="0" y="52"/>
                    </a:cubicBezTo>
                    <a:cubicBezTo>
                      <a:pt x="0" y="80"/>
                      <a:pt x="23" y="104"/>
                      <a:pt x="52" y="104"/>
                    </a:cubicBezTo>
                    <a:lnTo>
                      <a:pt x="937" y="104"/>
                    </a:lnTo>
                    <a:lnTo>
                      <a:pt x="937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8" name="Freeform 457">
                <a:extLst>
                  <a:ext uri="{FF2B5EF4-FFF2-40B4-BE49-F238E27FC236}">
                    <a16:creationId xmlns:a16="http://schemas.microsoft.com/office/drawing/2014/main" id="{2FA2BFD6-E03A-1D4F-B807-ACE031DC51E6}"/>
                  </a:ext>
                </a:extLst>
              </p:cNvPr>
              <p:cNvSpPr/>
              <p:nvPr/>
            </p:nvSpPr>
            <p:spPr>
              <a:xfrm>
                <a:off x="16511727" y="9800347"/>
                <a:ext cx="1184749" cy="147055"/>
              </a:xfrm>
              <a:custGeom>
                <a:avLst/>
                <a:gdLst>
                  <a:gd name="connsiteX0" fmla="*/ 74687 w 1184749"/>
                  <a:gd name="connsiteY0" fmla="*/ 19940 h 147055"/>
                  <a:gd name="connsiteX1" fmla="*/ 18687 w 1184749"/>
                  <a:gd name="connsiteY1" fmla="*/ 74151 h 147055"/>
                  <a:gd name="connsiteX2" fmla="*/ 74687 w 1184749"/>
                  <a:gd name="connsiteY2" fmla="*/ 128362 h 147055"/>
                  <a:gd name="connsiteX3" fmla="*/ 1167307 w 1184749"/>
                  <a:gd name="connsiteY3" fmla="*/ 128362 h 147055"/>
                  <a:gd name="connsiteX4" fmla="*/ 1167307 w 1184749"/>
                  <a:gd name="connsiteY4" fmla="*/ 19940 h 147055"/>
                  <a:gd name="connsiteX5" fmla="*/ 74669 w 1184749"/>
                  <a:gd name="connsiteY5" fmla="*/ 0 h 147055"/>
                  <a:gd name="connsiteX6" fmla="*/ 1176037 w 1184749"/>
                  <a:gd name="connsiteY6" fmla="*/ 0 h 147055"/>
                  <a:gd name="connsiteX7" fmla="*/ 1184749 w 1184749"/>
                  <a:gd name="connsiteY7" fmla="*/ 9886 h 147055"/>
                  <a:gd name="connsiteX8" fmla="*/ 1184749 w 1184749"/>
                  <a:gd name="connsiteY8" fmla="*/ 138405 h 147055"/>
                  <a:gd name="connsiteX9" fmla="*/ 1176037 w 1184749"/>
                  <a:gd name="connsiteY9" fmla="*/ 147055 h 147055"/>
                  <a:gd name="connsiteX10" fmla="*/ 74669 w 1184749"/>
                  <a:gd name="connsiteY10" fmla="*/ 147055 h 147055"/>
                  <a:gd name="connsiteX11" fmla="*/ 0 w 1184749"/>
                  <a:gd name="connsiteY11" fmla="*/ 74145 h 147055"/>
                  <a:gd name="connsiteX12" fmla="*/ 74669 w 1184749"/>
                  <a:gd name="connsiteY12" fmla="*/ 0 h 147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84749" h="147055">
                    <a:moveTo>
                      <a:pt x="74687" y="19940"/>
                    </a:moveTo>
                    <a:cubicBezTo>
                      <a:pt x="43576" y="19940"/>
                      <a:pt x="18687" y="43349"/>
                      <a:pt x="18687" y="74151"/>
                    </a:cubicBezTo>
                    <a:cubicBezTo>
                      <a:pt x="18687" y="104953"/>
                      <a:pt x="43576" y="128362"/>
                      <a:pt x="74687" y="128362"/>
                    </a:cubicBezTo>
                    <a:lnTo>
                      <a:pt x="1167307" y="128362"/>
                    </a:lnTo>
                    <a:lnTo>
                      <a:pt x="1167307" y="19940"/>
                    </a:lnTo>
                    <a:close/>
                    <a:moveTo>
                      <a:pt x="74669" y="0"/>
                    </a:moveTo>
                    <a:lnTo>
                      <a:pt x="1176037" y="0"/>
                    </a:lnTo>
                    <a:cubicBezTo>
                      <a:pt x="1181015" y="0"/>
                      <a:pt x="1184749" y="4943"/>
                      <a:pt x="1184749" y="9886"/>
                    </a:cubicBezTo>
                    <a:lnTo>
                      <a:pt x="1184749" y="138405"/>
                    </a:lnTo>
                    <a:cubicBezTo>
                      <a:pt x="1184749" y="143348"/>
                      <a:pt x="1181015" y="147055"/>
                      <a:pt x="1176037" y="147055"/>
                    </a:cubicBezTo>
                    <a:lnTo>
                      <a:pt x="74669" y="147055"/>
                    </a:lnTo>
                    <a:cubicBezTo>
                      <a:pt x="33601" y="147055"/>
                      <a:pt x="0" y="114925"/>
                      <a:pt x="0" y="74145"/>
                    </a:cubicBezTo>
                    <a:cubicBezTo>
                      <a:pt x="0" y="33365"/>
                      <a:pt x="33601" y="0"/>
                      <a:pt x="74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9426FE8B-0055-A247-8B51-A0506F333C98}"/>
                  </a:ext>
                </a:extLst>
              </p:cNvPr>
              <p:cNvSpPr/>
              <p:nvPr/>
            </p:nvSpPr>
            <p:spPr>
              <a:xfrm>
                <a:off x="17082300" y="9810317"/>
                <a:ext cx="605455" cy="1283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7" h="104">
                    <a:moveTo>
                      <a:pt x="487" y="104"/>
                    </a:moveTo>
                    <a:lnTo>
                      <a:pt x="48" y="104"/>
                    </a:lnTo>
                    <a:cubicBezTo>
                      <a:pt x="22" y="104"/>
                      <a:pt x="0" y="82"/>
                      <a:pt x="0" y="55"/>
                    </a:cubicBezTo>
                    <a:lnTo>
                      <a:pt x="0" y="48"/>
                    </a:lnTo>
                    <a:cubicBezTo>
                      <a:pt x="0" y="22"/>
                      <a:pt x="22" y="0"/>
                      <a:pt x="48" y="0"/>
                    </a:cubicBezTo>
                    <a:lnTo>
                      <a:pt x="487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00ED2655-5BA4-9D4B-829E-31AEEC208EF1}"/>
                  </a:ext>
                </a:extLst>
              </p:cNvPr>
              <p:cNvSpPr/>
              <p:nvPr/>
            </p:nvSpPr>
            <p:spPr>
              <a:xfrm>
                <a:off x="17072332" y="9800347"/>
                <a:ext cx="624144" cy="147055"/>
              </a:xfrm>
              <a:custGeom>
                <a:avLst/>
                <a:gdLst>
                  <a:gd name="connsiteX0" fmla="*/ 74630 w 624144"/>
                  <a:gd name="connsiteY0" fmla="*/ 19940 h 147055"/>
                  <a:gd name="connsiteX1" fmla="*/ 18688 w 624144"/>
                  <a:gd name="connsiteY1" fmla="*/ 74151 h 147055"/>
                  <a:gd name="connsiteX2" fmla="*/ 74630 w 624144"/>
                  <a:gd name="connsiteY2" fmla="*/ 128362 h 147055"/>
                  <a:gd name="connsiteX3" fmla="*/ 606702 w 624144"/>
                  <a:gd name="connsiteY3" fmla="*/ 128362 h 147055"/>
                  <a:gd name="connsiteX4" fmla="*/ 606702 w 624144"/>
                  <a:gd name="connsiteY4" fmla="*/ 19940 h 147055"/>
                  <a:gd name="connsiteX5" fmla="*/ 74600 w 624144"/>
                  <a:gd name="connsiteY5" fmla="*/ 0 h 147055"/>
                  <a:gd name="connsiteX6" fmla="*/ 615440 w 624144"/>
                  <a:gd name="connsiteY6" fmla="*/ 0 h 147055"/>
                  <a:gd name="connsiteX7" fmla="*/ 624144 w 624144"/>
                  <a:gd name="connsiteY7" fmla="*/ 9886 h 147055"/>
                  <a:gd name="connsiteX8" fmla="*/ 624144 w 624144"/>
                  <a:gd name="connsiteY8" fmla="*/ 138405 h 147055"/>
                  <a:gd name="connsiteX9" fmla="*/ 615440 w 624144"/>
                  <a:gd name="connsiteY9" fmla="*/ 147055 h 147055"/>
                  <a:gd name="connsiteX10" fmla="*/ 74600 w 624144"/>
                  <a:gd name="connsiteY10" fmla="*/ 147055 h 147055"/>
                  <a:gd name="connsiteX11" fmla="*/ 0 w 624144"/>
                  <a:gd name="connsiteY11" fmla="*/ 74145 h 147055"/>
                  <a:gd name="connsiteX12" fmla="*/ 74600 w 624144"/>
                  <a:gd name="connsiteY12" fmla="*/ 0 h 147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24144" h="147055">
                    <a:moveTo>
                      <a:pt x="74630" y="19940"/>
                    </a:moveTo>
                    <a:cubicBezTo>
                      <a:pt x="43552" y="19940"/>
                      <a:pt x="18688" y="43349"/>
                      <a:pt x="18688" y="74151"/>
                    </a:cubicBezTo>
                    <a:cubicBezTo>
                      <a:pt x="18688" y="104953"/>
                      <a:pt x="43552" y="128362"/>
                      <a:pt x="74630" y="128362"/>
                    </a:cubicBezTo>
                    <a:lnTo>
                      <a:pt x="606702" y="128362"/>
                    </a:lnTo>
                    <a:lnTo>
                      <a:pt x="606702" y="19940"/>
                    </a:lnTo>
                    <a:close/>
                    <a:moveTo>
                      <a:pt x="74600" y="0"/>
                    </a:moveTo>
                    <a:lnTo>
                      <a:pt x="615440" y="0"/>
                    </a:lnTo>
                    <a:cubicBezTo>
                      <a:pt x="620414" y="0"/>
                      <a:pt x="624144" y="4943"/>
                      <a:pt x="624144" y="9886"/>
                    </a:cubicBezTo>
                    <a:lnTo>
                      <a:pt x="624144" y="138405"/>
                    </a:lnTo>
                    <a:cubicBezTo>
                      <a:pt x="624144" y="143348"/>
                      <a:pt x="620414" y="147055"/>
                      <a:pt x="615440" y="147055"/>
                    </a:cubicBezTo>
                    <a:lnTo>
                      <a:pt x="74600" y="147055"/>
                    </a:lnTo>
                    <a:cubicBezTo>
                      <a:pt x="33570" y="147055"/>
                      <a:pt x="0" y="114925"/>
                      <a:pt x="0" y="74145"/>
                    </a:cubicBezTo>
                    <a:cubicBezTo>
                      <a:pt x="0" y="33365"/>
                      <a:pt x="33570" y="0"/>
                      <a:pt x="746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4B4A13E4-3FBA-5143-B470-0A6A582A6A43}"/>
                  </a:ext>
                </a:extLst>
              </p:cNvPr>
              <p:cNvSpPr/>
              <p:nvPr/>
            </p:nvSpPr>
            <p:spPr>
              <a:xfrm>
                <a:off x="16615128" y="9865151"/>
                <a:ext cx="393670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7" h="15">
                    <a:moveTo>
                      <a:pt x="309" y="15"/>
                    </a:moveTo>
                    <a:lnTo>
                      <a:pt x="7" y="15"/>
                    </a:lnTo>
                    <a:cubicBezTo>
                      <a:pt x="3" y="15"/>
                      <a:pt x="0" y="12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309" y="0"/>
                    </a:lnTo>
                    <a:cubicBezTo>
                      <a:pt x="313" y="0"/>
                      <a:pt x="317" y="4"/>
                      <a:pt x="317" y="8"/>
                    </a:cubicBezTo>
                    <a:cubicBezTo>
                      <a:pt x="317" y="12"/>
                      <a:pt x="313" y="15"/>
                      <a:pt x="309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A088D832-B0B5-7740-A780-A8B13D7A25AA}"/>
                  </a:ext>
                </a:extLst>
              </p:cNvPr>
              <p:cNvSpPr/>
              <p:nvPr/>
            </p:nvSpPr>
            <p:spPr>
              <a:xfrm>
                <a:off x="16608899" y="9695664"/>
                <a:ext cx="1027778" cy="1134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26" h="92">
                    <a:moveTo>
                      <a:pt x="46" y="0"/>
                    </a:moveTo>
                    <a:cubicBezTo>
                      <a:pt x="21" y="0"/>
                      <a:pt x="0" y="20"/>
                      <a:pt x="0" y="46"/>
                    </a:cubicBezTo>
                    <a:cubicBezTo>
                      <a:pt x="0" y="71"/>
                      <a:pt x="21" y="92"/>
                      <a:pt x="46" y="92"/>
                    </a:cubicBezTo>
                    <a:lnTo>
                      <a:pt x="826" y="92"/>
                    </a:lnTo>
                    <a:lnTo>
                      <a:pt x="826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53F5EC55-46B6-4A41-8899-5E06B4BD0240}"/>
                  </a:ext>
                </a:extLst>
              </p:cNvPr>
              <p:cNvSpPr/>
              <p:nvPr/>
            </p:nvSpPr>
            <p:spPr>
              <a:xfrm>
                <a:off x="16600178" y="9685694"/>
                <a:ext cx="1045218" cy="132100"/>
              </a:xfrm>
              <a:custGeom>
                <a:avLst/>
                <a:gdLst>
                  <a:gd name="connsiteX0" fmla="*/ 65967 w 1045218"/>
                  <a:gd name="connsiteY0" fmla="*/ 18694 h 132100"/>
                  <a:gd name="connsiteX1" fmla="*/ 17441 w 1045218"/>
                  <a:gd name="connsiteY1" fmla="*/ 66666 h 132100"/>
                  <a:gd name="connsiteX2" fmla="*/ 65967 w 1045218"/>
                  <a:gd name="connsiteY2" fmla="*/ 113407 h 132100"/>
                  <a:gd name="connsiteX3" fmla="*/ 1026532 w 1045218"/>
                  <a:gd name="connsiteY3" fmla="*/ 113407 h 132100"/>
                  <a:gd name="connsiteX4" fmla="*/ 1026532 w 1045218"/>
                  <a:gd name="connsiteY4" fmla="*/ 18694 h 132100"/>
                  <a:gd name="connsiteX5" fmla="*/ 65948 w 1045218"/>
                  <a:gd name="connsiteY5" fmla="*/ 0 h 132100"/>
                  <a:gd name="connsiteX6" fmla="*/ 1036508 w 1045218"/>
                  <a:gd name="connsiteY6" fmla="*/ 0 h 132100"/>
                  <a:gd name="connsiteX7" fmla="*/ 1045218 w 1045218"/>
                  <a:gd name="connsiteY7" fmla="*/ 9877 h 132100"/>
                  <a:gd name="connsiteX8" fmla="*/ 1045218 w 1045218"/>
                  <a:gd name="connsiteY8" fmla="*/ 123458 h 132100"/>
                  <a:gd name="connsiteX9" fmla="*/ 1036508 w 1045218"/>
                  <a:gd name="connsiteY9" fmla="*/ 132100 h 132100"/>
                  <a:gd name="connsiteX10" fmla="*/ 65948 w 1045218"/>
                  <a:gd name="connsiteY10" fmla="*/ 132100 h 132100"/>
                  <a:gd name="connsiteX11" fmla="*/ 0 w 1045218"/>
                  <a:gd name="connsiteY11" fmla="*/ 66667 h 132100"/>
                  <a:gd name="connsiteX12" fmla="*/ 65948 w 1045218"/>
                  <a:gd name="connsiteY12" fmla="*/ 0 h 13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45218" h="132100">
                    <a:moveTo>
                      <a:pt x="65967" y="18694"/>
                    </a:moveTo>
                    <a:cubicBezTo>
                      <a:pt x="38593" y="18694"/>
                      <a:pt x="17441" y="39605"/>
                      <a:pt x="17441" y="66666"/>
                    </a:cubicBezTo>
                    <a:cubicBezTo>
                      <a:pt x="17441" y="91266"/>
                      <a:pt x="38593" y="113407"/>
                      <a:pt x="65967" y="113407"/>
                    </a:cubicBezTo>
                    <a:lnTo>
                      <a:pt x="1026532" y="113407"/>
                    </a:lnTo>
                    <a:lnTo>
                      <a:pt x="1026532" y="18694"/>
                    </a:lnTo>
                    <a:close/>
                    <a:moveTo>
                      <a:pt x="65948" y="0"/>
                    </a:moveTo>
                    <a:lnTo>
                      <a:pt x="1036508" y="0"/>
                    </a:lnTo>
                    <a:cubicBezTo>
                      <a:pt x="1041486" y="0"/>
                      <a:pt x="1045218" y="4938"/>
                      <a:pt x="1045218" y="9877"/>
                    </a:cubicBezTo>
                    <a:lnTo>
                      <a:pt x="1045218" y="123458"/>
                    </a:lnTo>
                    <a:cubicBezTo>
                      <a:pt x="1045218" y="128396"/>
                      <a:pt x="1041486" y="132100"/>
                      <a:pt x="1036508" y="132100"/>
                    </a:cubicBezTo>
                    <a:lnTo>
                      <a:pt x="65948" y="132100"/>
                    </a:lnTo>
                    <a:cubicBezTo>
                      <a:pt x="28619" y="132100"/>
                      <a:pt x="0" y="102470"/>
                      <a:pt x="0" y="66667"/>
                    </a:cubicBezTo>
                    <a:cubicBezTo>
                      <a:pt x="0" y="29630"/>
                      <a:pt x="28619" y="0"/>
                      <a:pt x="65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EB4FC0F2-3691-614B-8540-21FCBDFCA12D}"/>
                  </a:ext>
                </a:extLst>
              </p:cNvPr>
              <p:cNvSpPr/>
              <p:nvPr/>
            </p:nvSpPr>
            <p:spPr>
              <a:xfrm>
                <a:off x="17102232" y="9695664"/>
                <a:ext cx="534445" cy="1134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0" h="92">
                    <a:moveTo>
                      <a:pt x="430" y="92"/>
                    </a:moveTo>
                    <a:lnTo>
                      <a:pt x="43" y="92"/>
                    </a:lnTo>
                    <a:cubicBezTo>
                      <a:pt x="19" y="92"/>
                      <a:pt x="0" y="73"/>
                      <a:pt x="0" y="49"/>
                    </a:cubicBezTo>
                    <a:lnTo>
                      <a:pt x="0" y="43"/>
                    </a:lnTo>
                    <a:cubicBezTo>
                      <a:pt x="0" y="19"/>
                      <a:pt x="19" y="0"/>
                      <a:pt x="43" y="0"/>
                    </a:cubicBezTo>
                    <a:lnTo>
                      <a:pt x="43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460A6634-6E9F-D04C-A54C-3F5879B3F49A}"/>
                  </a:ext>
                </a:extLst>
              </p:cNvPr>
              <p:cNvSpPr/>
              <p:nvPr/>
            </p:nvSpPr>
            <p:spPr>
              <a:xfrm>
                <a:off x="17093512" y="9685694"/>
                <a:ext cx="551886" cy="132100"/>
              </a:xfrm>
              <a:custGeom>
                <a:avLst/>
                <a:gdLst>
                  <a:gd name="connsiteX0" fmla="*/ 65910 w 551886"/>
                  <a:gd name="connsiteY0" fmla="*/ 18694 h 132100"/>
                  <a:gd name="connsiteX1" fmla="*/ 17440 w 551886"/>
                  <a:gd name="connsiteY1" fmla="*/ 66666 h 132100"/>
                  <a:gd name="connsiteX2" fmla="*/ 65910 w 551886"/>
                  <a:gd name="connsiteY2" fmla="*/ 113407 h 132100"/>
                  <a:gd name="connsiteX3" fmla="*/ 533200 w 551886"/>
                  <a:gd name="connsiteY3" fmla="*/ 113407 h 132100"/>
                  <a:gd name="connsiteX4" fmla="*/ 533200 w 551886"/>
                  <a:gd name="connsiteY4" fmla="*/ 18694 h 132100"/>
                  <a:gd name="connsiteX5" fmla="*/ 65878 w 551886"/>
                  <a:gd name="connsiteY5" fmla="*/ 0 h 132100"/>
                  <a:gd name="connsiteX6" fmla="*/ 543186 w 551886"/>
                  <a:gd name="connsiteY6" fmla="*/ 0 h 132100"/>
                  <a:gd name="connsiteX7" fmla="*/ 551886 w 551886"/>
                  <a:gd name="connsiteY7" fmla="*/ 9877 h 132100"/>
                  <a:gd name="connsiteX8" fmla="*/ 551886 w 551886"/>
                  <a:gd name="connsiteY8" fmla="*/ 123458 h 132100"/>
                  <a:gd name="connsiteX9" fmla="*/ 543186 w 551886"/>
                  <a:gd name="connsiteY9" fmla="*/ 132100 h 132100"/>
                  <a:gd name="connsiteX10" fmla="*/ 65878 w 551886"/>
                  <a:gd name="connsiteY10" fmla="*/ 132100 h 132100"/>
                  <a:gd name="connsiteX11" fmla="*/ 0 w 551886"/>
                  <a:gd name="connsiteY11" fmla="*/ 66667 h 132100"/>
                  <a:gd name="connsiteX12" fmla="*/ 65878 w 551886"/>
                  <a:gd name="connsiteY12" fmla="*/ 0 h 13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51886" h="132100">
                    <a:moveTo>
                      <a:pt x="65910" y="18694"/>
                    </a:moveTo>
                    <a:cubicBezTo>
                      <a:pt x="38568" y="18694"/>
                      <a:pt x="17440" y="39605"/>
                      <a:pt x="17440" y="66666"/>
                    </a:cubicBezTo>
                    <a:cubicBezTo>
                      <a:pt x="17440" y="91266"/>
                      <a:pt x="38568" y="113407"/>
                      <a:pt x="65910" y="113407"/>
                    </a:cubicBezTo>
                    <a:lnTo>
                      <a:pt x="533200" y="113407"/>
                    </a:lnTo>
                    <a:lnTo>
                      <a:pt x="533200" y="18694"/>
                    </a:lnTo>
                    <a:close/>
                    <a:moveTo>
                      <a:pt x="65878" y="0"/>
                    </a:moveTo>
                    <a:lnTo>
                      <a:pt x="543186" y="0"/>
                    </a:lnTo>
                    <a:cubicBezTo>
                      <a:pt x="548158" y="0"/>
                      <a:pt x="551886" y="4938"/>
                      <a:pt x="551886" y="9877"/>
                    </a:cubicBezTo>
                    <a:lnTo>
                      <a:pt x="551886" y="123458"/>
                    </a:lnTo>
                    <a:cubicBezTo>
                      <a:pt x="551886" y="128396"/>
                      <a:pt x="548158" y="132100"/>
                      <a:pt x="543186" y="132100"/>
                    </a:cubicBezTo>
                    <a:lnTo>
                      <a:pt x="65878" y="132100"/>
                    </a:lnTo>
                    <a:cubicBezTo>
                      <a:pt x="29832" y="132100"/>
                      <a:pt x="0" y="102470"/>
                      <a:pt x="0" y="66667"/>
                    </a:cubicBezTo>
                    <a:cubicBezTo>
                      <a:pt x="0" y="29630"/>
                      <a:pt x="29832" y="0"/>
                      <a:pt x="658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2AEC5A63-1A19-E449-8A4E-630875CFB57D}"/>
                  </a:ext>
                </a:extLst>
              </p:cNvPr>
              <p:cNvSpPr/>
              <p:nvPr/>
            </p:nvSpPr>
            <p:spPr>
              <a:xfrm>
                <a:off x="16689875" y="9743017"/>
                <a:ext cx="348822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1" h="15">
                    <a:moveTo>
                      <a:pt x="274" y="15"/>
                    </a:moveTo>
                    <a:lnTo>
                      <a:pt x="7" y="15"/>
                    </a:lnTo>
                    <a:cubicBezTo>
                      <a:pt x="3" y="15"/>
                      <a:pt x="0" y="12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74" y="0"/>
                    </a:lnTo>
                    <a:cubicBezTo>
                      <a:pt x="278" y="0"/>
                      <a:pt x="281" y="3"/>
                      <a:pt x="281" y="8"/>
                    </a:cubicBezTo>
                    <a:cubicBezTo>
                      <a:pt x="281" y="12"/>
                      <a:pt x="278" y="15"/>
                      <a:pt x="274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7923D472-5344-B941-9A3C-2B7D21183728}"/>
                  </a:ext>
                </a:extLst>
              </p:cNvPr>
              <p:cNvSpPr/>
              <p:nvPr/>
            </p:nvSpPr>
            <p:spPr>
              <a:xfrm>
                <a:off x="20670180" y="9159786"/>
                <a:ext cx="190606" cy="4449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4" h="358">
                    <a:moveTo>
                      <a:pt x="128" y="358"/>
                    </a:moveTo>
                    <a:cubicBezTo>
                      <a:pt x="128" y="358"/>
                      <a:pt x="29" y="310"/>
                      <a:pt x="5" y="207"/>
                    </a:cubicBezTo>
                    <a:cubicBezTo>
                      <a:pt x="-8" y="153"/>
                      <a:pt x="2" y="69"/>
                      <a:pt x="54" y="0"/>
                    </a:cubicBezTo>
                    <a:cubicBezTo>
                      <a:pt x="54" y="0"/>
                      <a:pt x="215" y="138"/>
                      <a:pt x="128" y="35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1898E715-E25A-2741-BCF8-2B8FA6A01EA3}"/>
                  </a:ext>
                </a:extLst>
              </p:cNvPr>
              <p:cNvSpPr/>
              <p:nvPr/>
            </p:nvSpPr>
            <p:spPr>
              <a:xfrm>
                <a:off x="20660520" y="9151062"/>
                <a:ext cx="209190" cy="463597"/>
              </a:xfrm>
              <a:custGeom>
                <a:avLst/>
                <a:gdLst>
                  <a:gd name="connsiteX0" fmla="*/ 77748 w 209190"/>
                  <a:gd name="connsiteY0" fmla="*/ 22432 h 463597"/>
                  <a:gd name="connsiteX1" fmla="*/ 24564 w 209190"/>
                  <a:gd name="connsiteY1" fmla="*/ 264726 h 463597"/>
                  <a:gd name="connsiteX2" fmla="*/ 163088 w 209190"/>
                  <a:gd name="connsiteY2" fmla="*/ 441165 h 463597"/>
                  <a:gd name="connsiteX3" fmla="*/ 154432 w 209190"/>
                  <a:gd name="connsiteY3" fmla="*/ 133017 h 463597"/>
                  <a:gd name="connsiteX4" fmla="*/ 77748 w 209190"/>
                  <a:gd name="connsiteY4" fmla="*/ 22432 h 463597"/>
                  <a:gd name="connsiteX5" fmla="*/ 75234 w 209190"/>
                  <a:gd name="connsiteY5" fmla="*/ 0 h 463597"/>
                  <a:gd name="connsiteX6" fmla="*/ 82664 w 209190"/>
                  <a:gd name="connsiteY6" fmla="*/ 1243 h 463597"/>
                  <a:gd name="connsiteX7" fmla="*/ 176784 w 209190"/>
                  <a:gd name="connsiteY7" fmla="*/ 457383 h 463597"/>
                  <a:gd name="connsiteX8" fmla="*/ 171830 w 209190"/>
                  <a:gd name="connsiteY8" fmla="*/ 462354 h 463597"/>
                  <a:gd name="connsiteX9" fmla="*/ 168116 w 209190"/>
                  <a:gd name="connsiteY9" fmla="*/ 463597 h 463597"/>
                  <a:gd name="connsiteX10" fmla="*/ 164400 w 209190"/>
                  <a:gd name="connsiteY10" fmla="*/ 462354 h 463597"/>
                  <a:gd name="connsiteX11" fmla="*/ 7120 w 209190"/>
                  <a:gd name="connsiteY11" fmla="*/ 268464 h 463597"/>
                  <a:gd name="connsiteX12" fmla="*/ 69042 w 209190"/>
                  <a:gd name="connsiteY12" fmla="*/ 3729 h 463597"/>
                  <a:gd name="connsiteX13" fmla="*/ 75234 w 209190"/>
                  <a:gd name="connsiteY13" fmla="*/ 0 h 463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09190" h="463597">
                    <a:moveTo>
                      <a:pt x="77748" y="22432"/>
                    </a:moveTo>
                    <a:cubicBezTo>
                      <a:pt x="17144" y="109409"/>
                      <a:pt x="10960" y="206327"/>
                      <a:pt x="24564" y="264726"/>
                    </a:cubicBezTo>
                    <a:cubicBezTo>
                      <a:pt x="49300" y="366613"/>
                      <a:pt x="135878" y="423770"/>
                      <a:pt x="163088" y="441165"/>
                    </a:cubicBezTo>
                    <a:cubicBezTo>
                      <a:pt x="202668" y="334307"/>
                      <a:pt x="200194" y="231177"/>
                      <a:pt x="154432" y="133017"/>
                    </a:cubicBezTo>
                    <a:cubicBezTo>
                      <a:pt x="127220" y="75861"/>
                      <a:pt x="92590" y="37342"/>
                      <a:pt x="77748" y="22432"/>
                    </a:cubicBezTo>
                    <a:close/>
                    <a:moveTo>
                      <a:pt x="75234" y="0"/>
                    </a:moveTo>
                    <a:cubicBezTo>
                      <a:pt x="78948" y="0"/>
                      <a:pt x="81426" y="0"/>
                      <a:pt x="82664" y="1243"/>
                    </a:cubicBezTo>
                    <a:cubicBezTo>
                      <a:pt x="85140" y="3729"/>
                      <a:pt x="285766" y="181462"/>
                      <a:pt x="176784" y="457383"/>
                    </a:cubicBezTo>
                    <a:cubicBezTo>
                      <a:pt x="176784" y="459868"/>
                      <a:pt x="174308" y="461111"/>
                      <a:pt x="171830" y="462354"/>
                    </a:cubicBezTo>
                    <a:cubicBezTo>
                      <a:pt x="170592" y="463597"/>
                      <a:pt x="169354" y="463597"/>
                      <a:pt x="168116" y="463597"/>
                    </a:cubicBezTo>
                    <a:cubicBezTo>
                      <a:pt x="166876" y="463597"/>
                      <a:pt x="165638" y="463597"/>
                      <a:pt x="164400" y="462354"/>
                    </a:cubicBezTo>
                    <a:cubicBezTo>
                      <a:pt x="159446" y="459868"/>
                      <a:pt x="38082" y="398967"/>
                      <a:pt x="7120" y="268464"/>
                    </a:cubicBezTo>
                    <a:cubicBezTo>
                      <a:pt x="-8978" y="205076"/>
                      <a:pt x="-1548" y="96945"/>
                      <a:pt x="69042" y="3729"/>
                    </a:cubicBezTo>
                    <a:cubicBezTo>
                      <a:pt x="71518" y="1243"/>
                      <a:pt x="73996" y="0"/>
                      <a:pt x="752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BD3490CF-6FE5-1442-8077-EC6BD0549244}"/>
                  </a:ext>
                </a:extLst>
              </p:cNvPr>
              <p:cNvSpPr/>
              <p:nvPr/>
            </p:nvSpPr>
            <p:spPr>
              <a:xfrm>
                <a:off x="20443446" y="9468847"/>
                <a:ext cx="306465" cy="1669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7" h="135">
                    <a:moveTo>
                      <a:pt x="247" y="131"/>
                    </a:moveTo>
                    <a:cubicBezTo>
                      <a:pt x="247" y="131"/>
                      <a:pt x="45" y="170"/>
                      <a:pt x="0" y="13"/>
                    </a:cubicBezTo>
                    <a:cubicBezTo>
                      <a:pt x="0" y="13"/>
                      <a:pt x="72" y="-16"/>
                      <a:pt x="142" y="13"/>
                    </a:cubicBezTo>
                    <a:cubicBezTo>
                      <a:pt x="183" y="29"/>
                      <a:pt x="224" y="67"/>
                      <a:pt x="247" y="13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043CB249-10D8-DF4C-BD63-710E204682D4}"/>
                  </a:ext>
                </a:extLst>
              </p:cNvPr>
              <p:cNvSpPr/>
              <p:nvPr/>
            </p:nvSpPr>
            <p:spPr>
              <a:xfrm>
                <a:off x="20434724" y="9459986"/>
                <a:ext cx="325971" cy="184583"/>
              </a:xfrm>
              <a:custGeom>
                <a:avLst/>
                <a:gdLst>
                  <a:gd name="connsiteX0" fmla="*/ 85056 w 325971"/>
                  <a:gd name="connsiteY0" fmla="*/ 19298 h 184583"/>
                  <a:gd name="connsiteX1" fmla="*/ 21180 w 325971"/>
                  <a:gd name="connsiteY1" fmla="*/ 29957 h 184583"/>
                  <a:gd name="connsiteX2" fmla="*/ 184900 w 325971"/>
                  <a:gd name="connsiteY2" fmla="*/ 160956 h 184583"/>
                  <a:gd name="connsiteX3" fmla="*/ 302728 w 325971"/>
                  <a:gd name="connsiteY3" fmla="*/ 163427 h 184583"/>
                  <a:gd name="connsiteX4" fmla="*/ 182420 w 325971"/>
                  <a:gd name="connsiteY4" fmla="*/ 33664 h 184583"/>
                  <a:gd name="connsiteX5" fmla="*/ 85056 w 325971"/>
                  <a:gd name="connsiteY5" fmla="*/ 19298 h 184583"/>
                  <a:gd name="connsiteX6" fmla="*/ 122788 w 325971"/>
                  <a:gd name="connsiteY6" fmla="*/ 914 h 184583"/>
                  <a:gd name="connsiteX7" fmla="*/ 188642 w 325971"/>
                  <a:gd name="connsiteY7" fmla="*/ 16233 h 184583"/>
                  <a:gd name="connsiteX8" fmla="*/ 325156 w 325971"/>
                  <a:gd name="connsiteY8" fmla="*/ 167253 h 184583"/>
                  <a:gd name="connsiteX9" fmla="*/ 323916 w 325971"/>
                  <a:gd name="connsiteY9" fmla="*/ 174680 h 184583"/>
                  <a:gd name="connsiteX10" fmla="*/ 317710 w 325971"/>
                  <a:gd name="connsiteY10" fmla="*/ 179632 h 184583"/>
                  <a:gd name="connsiteX11" fmla="*/ 250694 w 325971"/>
                  <a:gd name="connsiteY11" fmla="*/ 184583 h 184583"/>
                  <a:gd name="connsiteX12" fmla="*/ 0 w 325971"/>
                  <a:gd name="connsiteY12" fmla="*/ 27374 h 184583"/>
                  <a:gd name="connsiteX13" fmla="*/ 6206 w 325971"/>
                  <a:gd name="connsiteY13" fmla="*/ 16233 h 184583"/>
                  <a:gd name="connsiteX14" fmla="*/ 122788 w 325971"/>
                  <a:gd name="connsiteY14" fmla="*/ 914 h 184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25971" h="184583">
                    <a:moveTo>
                      <a:pt x="85056" y="19298"/>
                    </a:moveTo>
                    <a:cubicBezTo>
                      <a:pt x="56218" y="20997"/>
                      <a:pt x="32964" y="26867"/>
                      <a:pt x="21180" y="29957"/>
                    </a:cubicBezTo>
                    <a:cubicBezTo>
                      <a:pt x="44746" y="101635"/>
                      <a:pt x="99320" y="146126"/>
                      <a:pt x="184900" y="160956"/>
                    </a:cubicBezTo>
                    <a:cubicBezTo>
                      <a:pt x="234512" y="170843"/>
                      <a:pt x="282884" y="165899"/>
                      <a:pt x="302728" y="163427"/>
                    </a:cubicBezTo>
                    <a:cubicBezTo>
                      <a:pt x="269240" y="79390"/>
                      <a:pt x="212186" y="46023"/>
                      <a:pt x="182420" y="33664"/>
                    </a:cubicBezTo>
                    <a:cubicBezTo>
                      <a:pt x="148312" y="20070"/>
                      <a:pt x="113892" y="17598"/>
                      <a:pt x="85056" y="19298"/>
                    </a:cubicBezTo>
                    <a:close/>
                    <a:moveTo>
                      <a:pt x="122788" y="914"/>
                    </a:moveTo>
                    <a:cubicBezTo>
                      <a:pt x="143886" y="2694"/>
                      <a:pt x="166304" y="7259"/>
                      <a:pt x="188642" y="16233"/>
                    </a:cubicBezTo>
                    <a:cubicBezTo>
                      <a:pt x="223390" y="29850"/>
                      <a:pt x="287926" y="69461"/>
                      <a:pt x="325156" y="167253"/>
                    </a:cubicBezTo>
                    <a:cubicBezTo>
                      <a:pt x="326398" y="170966"/>
                      <a:pt x="326398" y="172204"/>
                      <a:pt x="323916" y="174680"/>
                    </a:cubicBezTo>
                    <a:cubicBezTo>
                      <a:pt x="322674" y="178394"/>
                      <a:pt x="320192" y="179632"/>
                      <a:pt x="317710" y="179632"/>
                    </a:cubicBezTo>
                    <a:cubicBezTo>
                      <a:pt x="316470" y="179632"/>
                      <a:pt x="290408" y="184583"/>
                      <a:pt x="250694" y="184583"/>
                    </a:cubicBezTo>
                    <a:cubicBezTo>
                      <a:pt x="170026" y="184583"/>
                      <a:pt x="38474" y="163539"/>
                      <a:pt x="0" y="27374"/>
                    </a:cubicBezTo>
                    <a:cubicBezTo>
                      <a:pt x="0" y="22423"/>
                      <a:pt x="1242" y="17471"/>
                      <a:pt x="6206" y="16233"/>
                    </a:cubicBezTo>
                    <a:cubicBezTo>
                      <a:pt x="8068" y="15305"/>
                      <a:pt x="59494" y="-4424"/>
                      <a:pt x="122788" y="9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2037688B-D711-3842-BE6B-77485B3B40D6}"/>
                  </a:ext>
                </a:extLst>
              </p:cNvPr>
              <p:cNvSpPr/>
              <p:nvPr/>
            </p:nvSpPr>
            <p:spPr>
              <a:xfrm>
                <a:off x="20908126" y="9177233"/>
                <a:ext cx="189360" cy="42247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3" h="340">
                    <a:moveTo>
                      <a:pt x="13" y="340"/>
                    </a:moveTo>
                    <a:cubicBezTo>
                      <a:pt x="13" y="340"/>
                      <a:pt x="-53" y="159"/>
                      <a:pt x="109" y="0"/>
                    </a:cubicBezTo>
                    <a:cubicBezTo>
                      <a:pt x="109" y="0"/>
                      <a:pt x="254" y="266"/>
                      <a:pt x="13" y="34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867782D2-27E7-1148-A7AC-F8C74126E8A7}"/>
                  </a:ext>
                </a:extLst>
              </p:cNvPr>
              <p:cNvSpPr/>
              <p:nvPr/>
            </p:nvSpPr>
            <p:spPr>
              <a:xfrm>
                <a:off x="20898519" y="9168509"/>
                <a:ext cx="207585" cy="439919"/>
              </a:xfrm>
              <a:custGeom>
                <a:avLst/>
                <a:gdLst>
                  <a:gd name="connsiteX0" fmla="*/ 143241 w 207585"/>
                  <a:gd name="connsiteY0" fmla="*/ 24925 h 439919"/>
                  <a:gd name="connsiteX1" fmla="*/ 19565 w 207585"/>
                  <a:gd name="connsiteY1" fmla="*/ 293261 h 439919"/>
                  <a:gd name="connsiteX2" fmla="*/ 33169 w 207585"/>
                  <a:gd name="connsiteY2" fmla="*/ 418733 h 439919"/>
                  <a:gd name="connsiteX3" fmla="*/ 174159 w 207585"/>
                  <a:gd name="connsiteY3" fmla="*/ 299473 h 439919"/>
                  <a:gd name="connsiteX4" fmla="*/ 143241 w 207585"/>
                  <a:gd name="connsiteY4" fmla="*/ 24925 h 439919"/>
                  <a:gd name="connsiteX5" fmla="*/ 145769 w 207585"/>
                  <a:gd name="connsiteY5" fmla="*/ 0 h 439919"/>
                  <a:gd name="connsiteX6" fmla="*/ 151961 w 207585"/>
                  <a:gd name="connsiteY6" fmla="*/ 4971 h 439919"/>
                  <a:gd name="connsiteX7" fmla="*/ 190351 w 207585"/>
                  <a:gd name="connsiteY7" fmla="*/ 305706 h 439919"/>
                  <a:gd name="connsiteX8" fmla="*/ 28123 w 207585"/>
                  <a:gd name="connsiteY8" fmla="*/ 439919 h 439919"/>
                  <a:gd name="connsiteX9" fmla="*/ 25647 w 207585"/>
                  <a:gd name="connsiteY9" fmla="*/ 439919 h 439919"/>
                  <a:gd name="connsiteX10" fmla="*/ 15739 w 207585"/>
                  <a:gd name="connsiteY10" fmla="*/ 434948 h 439919"/>
                  <a:gd name="connsiteX11" fmla="*/ 138339 w 207585"/>
                  <a:gd name="connsiteY11" fmla="*/ 2485 h 439919"/>
                  <a:gd name="connsiteX12" fmla="*/ 145769 w 207585"/>
                  <a:gd name="connsiteY12" fmla="*/ 0 h 439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7585" h="439919">
                    <a:moveTo>
                      <a:pt x="143241" y="24925"/>
                    </a:moveTo>
                    <a:cubicBezTo>
                      <a:pt x="49247" y="120582"/>
                      <a:pt x="24511" y="223692"/>
                      <a:pt x="19565" y="293261"/>
                    </a:cubicBezTo>
                    <a:cubicBezTo>
                      <a:pt x="15855" y="354134"/>
                      <a:pt x="26985" y="400099"/>
                      <a:pt x="33169" y="418733"/>
                    </a:cubicBezTo>
                    <a:cubicBezTo>
                      <a:pt x="103665" y="395129"/>
                      <a:pt x="151899" y="355376"/>
                      <a:pt x="174159" y="299473"/>
                    </a:cubicBezTo>
                    <a:cubicBezTo>
                      <a:pt x="216209" y="193877"/>
                      <a:pt x="161793" y="63436"/>
                      <a:pt x="143241" y="24925"/>
                    </a:cubicBezTo>
                    <a:close/>
                    <a:moveTo>
                      <a:pt x="145769" y="0"/>
                    </a:moveTo>
                    <a:cubicBezTo>
                      <a:pt x="149485" y="0"/>
                      <a:pt x="150723" y="1243"/>
                      <a:pt x="151961" y="4971"/>
                    </a:cubicBezTo>
                    <a:cubicBezTo>
                      <a:pt x="156915" y="12427"/>
                      <a:pt x="243601" y="173979"/>
                      <a:pt x="190351" y="305706"/>
                    </a:cubicBezTo>
                    <a:cubicBezTo>
                      <a:pt x="164345" y="370327"/>
                      <a:pt x="109857" y="415065"/>
                      <a:pt x="28123" y="439919"/>
                    </a:cubicBezTo>
                    <a:cubicBezTo>
                      <a:pt x="26885" y="439919"/>
                      <a:pt x="25647" y="439919"/>
                      <a:pt x="25647" y="439919"/>
                    </a:cubicBezTo>
                    <a:cubicBezTo>
                      <a:pt x="21931" y="439919"/>
                      <a:pt x="18217" y="438676"/>
                      <a:pt x="15739" y="434948"/>
                    </a:cubicBezTo>
                    <a:cubicBezTo>
                      <a:pt x="15739" y="432463"/>
                      <a:pt x="-64755" y="201319"/>
                      <a:pt x="138339" y="2485"/>
                    </a:cubicBezTo>
                    <a:cubicBezTo>
                      <a:pt x="140815" y="0"/>
                      <a:pt x="143293" y="0"/>
                      <a:pt x="1457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D514F316-FE98-4B4E-9DB9-4355D89C2BBE}"/>
                  </a:ext>
                </a:extLst>
              </p:cNvPr>
              <p:cNvSpPr/>
              <p:nvPr/>
            </p:nvSpPr>
            <p:spPr>
              <a:xfrm>
                <a:off x="21062601" y="9309333"/>
                <a:ext cx="218014" cy="3128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6" h="252">
                    <a:moveTo>
                      <a:pt x="0" y="252"/>
                    </a:moveTo>
                    <a:cubicBezTo>
                      <a:pt x="0" y="252"/>
                      <a:pt x="-1" y="139"/>
                      <a:pt x="158" y="0"/>
                    </a:cubicBezTo>
                    <a:cubicBezTo>
                      <a:pt x="158" y="0"/>
                      <a:pt x="256" y="226"/>
                      <a:pt x="0" y="25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B02D5E2A-C8CE-AE4A-8312-02366C4AA6A4}"/>
                  </a:ext>
                </a:extLst>
              </p:cNvPr>
              <p:cNvSpPr/>
              <p:nvPr/>
            </p:nvSpPr>
            <p:spPr>
              <a:xfrm>
                <a:off x="21053884" y="9299363"/>
                <a:ext cx="236652" cy="332743"/>
              </a:xfrm>
              <a:custGeom>
                <a:avLst/>
                <a:gdLst>
                  <a:gd name="connsiteX0" fmla="*/ 200680 w 236652"/>
                  <a:gd name="connsiteY0" fmla="*/ 24925 h 332743"/>
                  <a:gd name="connsiteX1" fmla="*/ 18686 w 236652"/>
                  <a:gd name="connsiteY1" fmla="*/ 312804 h 332743"/>
                  <a:gd name="connsiteX2" fmla="*/ 194490 w 236652"/>
                  <a:gd name="connsiteY2" fmla="*/ 218499 h 332743"/>
                  <a:gd name="connsiteX3" fmla="*/ 200680 w 236652"/>
                  <a:gd name="connsiteY3" fmla="*/ 24925 h 332743"/>
                  <a:gd name="connsiteX4" fmla="*/ 206958 w 236652"/>
                  <a:gd name="connsiteY4" fmla="*/ 0 h 332743"/>
                  <a:gd name="connsiteX5" fmla="*/ 211914 w 236652"/>
                  <a:gd name="connsiteY5" fmla="*/ 6208 h 332743"/>
                  <a:gd name="connsiteX6" fmla="*/ 210676 w 236652"/>
                  <a:gd name="connsiteY6" fmla="*/ 227209 h 332743"/>
                  <a:gd name="connsiteX7" fmla="*/ 9914 w 236652"/>
                  <a:gd name="connsiteY7" fmla="*/ 332743 h 332743"/>
                  <a:gd name="connsiteX8" fmla="*/ 8674 w 236652"/>
                  <a:gd name="connsiteY8" fmla="*/ 332743 h 332743"/>
                  <a:gd name="connsiteX9" fmla="*/ 2478 w 236652"/>
                  <a:gd name="connsiteY9" fmla="*/ 330260 h 332743"/>
                  <a:gd name="connsiteX10" fmla="*/ 0 w 236652"/>
                  <a:gd name="connsiteY10" fmla="*/ 324052 h 332743"/>
                  <a:gd name="connsiteX11" fmla="*/ 198282 w 236652"/>
                  <a:gd name="connsiteY11" fmla="*/ 2483 h 332743"/>
                  <a:gd name="connsiteX12" fmla="*/ 206958 w 236652"/>
                  <a:gd name="connsiteY12" fmla="*/ 0 h 332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6652" h="332743">
                    <a:moveTo>
                      <a:pt x="200680" y="24925"/>
                    </a:moveTo>
                    <a:cubicBezTo>
                      <a:pt x="48400" y="162660"/>
                      <a:pt x="23638" y="278060"/>
                      <a:pt x="18686" y="312804"/>
                    </a:cubicBezTo>
                    <a:cubicBezTo>
                      <a:pt x="105350" y="301636"/>
                      <a:pt x="163538" y="269374"/>
                      <a:pt x="194490" y="218499"/>
                    </a:cubicBezTo>
                    <a:cubicBezTo>
                      <a:pt x="236584" y="147770"/>
                      <a:pt x="210584" y="57187"/>
                      <a:pt x="200680" y="24925"/>
                    </a:cubicBezTo>
                    <a:close/>
                    <a:moveTo>
                      <a:pt x="206958" y="0"/>
                    </a:moveTo>
                    <a:cubicBezTo>
                      <a:pt x="209436" y="1242"/>
                      <a:pt x="211914" y="2483"/>
                      <a:pt x="211914" y="6208"/>
                    </a:cubicBezTo>
                    <a:cubicBezTo>
                      <a:pt x="215632" y="11174"/>
                      <a:pt x="266442" y="132849"/>
                      <a:pt x="210676" y="227209"/>
                    </a:cubicBezTo>
                    <a:cubicBezTo>
                      <a:pt x="175976" y="286805"/>
                      <a:pt x="107816" y="321569"/>
                      <a:pt x="9914" y="332743"/>
                    </a:cubicBezTo>
                    <a:lnTo>
                      <a:pt x="8674" y="332743"/>
                    </a:lnTo>
                    <a:cubicBezTo>
                      <a:pt x="6196" y="332743"/>
                      <a:pt x="3718" y="331501"/>
                      <a:pt x="2478" y="330260"/>
                    </a:cubicBezTo>
                    <a:cubicBezTo>
                      <a:pt x="0" y="327777"/>
                      <a:pt x="0" y="325294"/>
                      <a:pt x="0" y="324052"/>
                    </a:cubicBezTo>
                    <a:cubicBezTo>
                      <a:pt x="0" y="317844"/>
                      <a:pt x="0" y="175063"/>
                      <a:pt x="198282" y="2483"/>
                    </a:cubicBezTo>
                    <a:cubicBezTo>
                      <a:pt x="200762" y="0"/>
                      <a:pt x="203240" y="0"/>
                      <a:pt x="2069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BDB8A303-B8EC-AD4B-85DD-F4F2F16E9D0E}"/>
                  </a:ext>
                </a:extLst>
              </p:cNvPr>
              <p:cNvSpPr/>
              <p:nvPr/>
            </p:nvSpPr>
            <p:spPr>
              <a:xfrm>
                <a:off x="20626577" y="9669493"/>
                <a:ext cx="502054" cy="27292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4" h="220">
                    <a:moveTo>
                      <a:pt x="402" y="0"/>
                    </a:moveTo>
                    <a:lnTo>
                      <a:pt x="202" y="0"/>
                    </a:lnTo>
                    <a:lnTo>
                      <a:pt x="3" y="0"/>
                    </a:lnTo>
                    <a:cubicBezTo>
                      <a:pt x="3" y="0"/>
                      <a:pt x="-19" y="130"/>
                      <a:pt x="62" y="220"/>
                    </a:cubicBezTo>
                    <a:lnTo>
                      <a:pt x="202" y="220"/>
                    </a:lnTo>
                    <a:lnTo>
                      <a:pt x="342" y="220"/>
                    </a:lnTo>
                    <a:cubicBezTo>
                      <a:pt x="423" y="130"/>
                      <a:pt x="402" y="0"/>
                      <a:pt x="40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BFE66945-A14C-1543-9CC6-CA16A4E7FF6B}"/>
                  </a:ext>
                </a:extLst>
              </p:cNvPr>
              <p:cNvSpPr/>
              <p:nvPr/>
            </p:nvSpPr>
            <p:spPr>
              <a:xfrm>
                <a:off x="20618353" y="9660770"/>
                <a:ext cx="521544" cy="291618"/>
              </a:xfrm>
              <a:custGeom>
                <a:avLst/>
                <a:gdLst>
                  <a:gd name="connsiteX0" fmla="*/ 20675 w 521544"/>
                  <a:gd name="connsiteY0" fmla="*/ 17447 h 291618"/>
                  <a:gd name="connsiteX1" fmla="*/ 91503 w 521544"/>
                  <a:gd name="connsiteY1" fmla="*/ 271678 h 291618"/>
                  <a:gd name="connsiteX2" fmla="*/ 430729 w 521544"/>
                  <a:gd name="connsiteY2" fmla="*/ 271678 h 291618"/>
                  <a:gd name="connsiteX3" fmla="*/ 500315 w 521544"/>
                  <a:gd name="connsiteY3" fmla="*/ 17447 h 291618"/>
                  <a:gd name="connsiteX4" fmla="*/ 13175 w 521544"/>
                  <a:gd name="connsiteY4" fmla="*/ 0 h 291618"/>
                  <a:gd name="connsiteX5" fmla="*/ 509061 w 521544"/>
                  <a:gd name="connsiteY5" fmla="*/ 0 h 291618"/>
                  <a:gd name="connsiteX6" fmla="*/ 517761 w 521544"/>
                  <a:gd name="connsiteY6" fmla="*/ 7446 h 291618"/>
                  <a:gd name="connsiteX7" fmla="*/ 440707 w 521544"/>
                  <a:gd name="connsiteY7" fmla="*/ 287895 h 291618"/>
                  <a:gd name="connsiteX8" fmla="*/ 434493 w 521544"/>
                  <a:gd name="connsiteY8" fmla="*/ 291618 h 291618"/>
                  <a:gd name="connsiteX9" fmla="*/ 86501 w 521544"/>
                  <a:gd name="connsiteY9" fmla="*/ 291618 h 291618"/>
                  <a:gd name="connsiteX10" fmla="*/ 80287 w 521544"/>
                  <a:gd name="connsiteY10" fmla="*/ 287895 h 291618"/>
                  <a:gd name="connsiteX11" fmla="*/ 3231 w 521544"/>
                  <a:gd name="connsiteY11" fmla="*/ 7446 h 291618"/>
                  <a:gd name="connsiteX12" fmla="*/ 13175 w 521544"/>
                  <a:gd name="connsiteY12" fmla="*/ 0 h 291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21544" h="291618">
                    <a:moveTo>
                      <a:pt x="20675" y="17447"/>
                    </a:moveTo>
                    <a:cubicBezTo>
                      <a:pt x="16947" y="50931"/>
                      <a:pt x="9491" y="179907"/>
                      <a:pt x="91503" y="271678"/>
                    </a:cubicBezTo>
                    <a:lnTo>
                      <a:pt x="430729" y="271678"/>
                    </a:lnTo>
                    <a:cubicBezTo>
                      <a:pt x="511497" y="179907"/>
                      <a:pt x="504043" y="50931"/>
                      <a:pt x="500315" y="17447"/>
                    </a:cubicBezTo>
                    <a:close/>
                    <a:moveTo>
                      <a:pt x="13175" y="0"/>
                    </a:moveTo>
                    <a:lnTo>
                      <a:pt x="509061" y="0"/>
                    </a:lnTo>
                    <a:cubicBezTo>
                      <a:pt x="512791" y="0"/>
                      <a:pt x="516519" y="2482"/>
                      <a:pt x="517761" y="7446"/>
                    </a:cubicBezTo>
                    <a:cubicBezTo>
                      <a:pt x="519005" y="13650"/>
                      <a:pt x="545103" y="174971"/>
                      <a:pt x="440707" y="287895"/>
                    </a:cubicBezTo>
                    <a:cubicBezTo>
                      <a:pt x="439463" y="289136"/>
                      <a:pt x="436977" y="291618"/>
                      <a:pt x="434493" y="291618"/>
                    </a:cubicBezTo>
                    <a:lnTo>
                      <a:pt x="86501" y="291618"/>
                    </a:lnTo>
                    <a:cubicBezTo>
                      <a:pt x="84015" y="291618"/>
                      <a:pt x="81529" y="289136"/>
                      <a:pt x="80287" y="287895"/>
                    </a:cubicBezTo>
                    <a:cubicBezTo>
                      <a:pt x="-24111" y="174971"/>
                      <a:pt x="3231" y="13650"/>
                      <a:pt x="3231" y="7446"/>
                    </a:cubicBezTo>
                    <a:cubicBezTo>
                      <a:pt x="4475" y="2482"/>
                      <a:pt x="8203" y="0"/>
                      <a:pt x="131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D43B69A0-99CB-A643-B444-2BF55C7985EA}"/>
                  </a:ext>
                </a:extLst>
              </p:cNvPr>
              <p:cNvSpPr/>
              <p:nvPr/>
            </p:nvSpPr>
            <p:spPr>
              <a:xfrm>
                <a:off x="20742436" y="9290640"/>
                <a:ext cx="272828" cy="386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0" h="311">
                    <a:moveTo>
                      <a:pt x="109" y="311"/>
                    </a:moveTo>
                    <a:cubicBezTo>
                      <a:pt x="107" y="311"/>
                      <a:pt x="105" y="311"/>
                      <a:pt x="104" y="310"/>
                    </a:cubicBezTo>
                    <a:cubicBezTo>
                      <a:pt x="103" y="308"/>
                      <a:pt x="-11" y="194"/>
                      <a:pt x="1" y="7"/>
                    </a:cubicBezTo>
                    <a:cubicBezTo>
                      <a:pt x="1" y="3"/>
                      <a:pt x="5" y="0"/>
                      <a:pt x="9" y="0"/>
                    </a:cubicBezTo>
                    <a:cubicBezTo>
                      <a:pt x="14" y="0"/>
                      <a:pt x="17" y="4"/>
                      <a:pt x="16" y="8"/>
                    </a:cubicBezTo>
                    <a:cubicBezTo>
                      <a:pt x="6" y="164"/>
                      <a:pt x="86" y="268"/>
                      <a:pt x="109" y="292"/>
                    </a:cubicBezTo>
                    <a:cubicBezTo>
                      <a:pt x="125" y="272"/>
                      <a:pt x="174" y="198"/>
                      <a:pt x="205" y="69"/>
                    </a:cubicBezTo>
                    <a:cubicBezTo>
                      <a:pt x="206" y="66"/>
                      <a:pt x="210" y="63"/>
                      <a:pt x="214" y="64"/>
                    </a:cubicBezTo>
                    <a:cubicBezTo>
                      <a:pt x="218" y="65"/>
                      <a:pt x="221" y="69"/>
                      <a:pt x="220" y="73"/>
                    </a:cubicBezTo>
                    <a:cubicBezTo>
                      <a:pt x="183" y="231"/>
                      <a:pt x="118" y="306"/>
                      <a:pt x="115" y="309"/>
                    </a:cubicBezTo>
                    <a:cubicBezTo>
                      <a:pt x="113" y="311"/>
                      <a:pt x="111" y="311"/>
                      <a:pt x="109" y="3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32B3D108-72BB-7B42-B6A3-A04AE6E0CB6C}"/>
                  </a:ext>
                </a:extLst>
              </p:cNvPr>
              <p:cNvSpPr/>
              <p:nvPr/>
            </p:nvSpPr>
            <p:spPr>
              <a:xfrm>
                <a:off x="20548089" y="9522438"/>
                <a:ext cx="315185" cy="1545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4" h="125">
                    <a:moveTo>
                      <a:pt x="247" y="125"/>
                    </a:moveTo>
                    <a:cubicBezTo>
                      <a:pt x="246" y="125"/>
                      <a:pt x="245" y="125"/>
                      <a:pt x="245" y="125"/>
                    </a:cubicBezTo>
                    <a:cubicBezTo>
                      <a:pt x="244" y="125"/>
                      <a:pt x="146" y="99"/>
                      <a:pt x="4" y="14"/>
                    </a:cubicBezTo>
                    <a:cubicBezTo>
                      <a:pt x="0" y="12"/>
                      <a:pt x="-1" y="7"/>
                      <a:pt x="1" y="4"/>
                    </a:cubicBezTo>
                    <a:cubicBezTo>
                      <a:pt x="3" y="0"/>
                      <a:pt x="8" y="-1"/>
                      <a:pt x="11" y="1"/>
                    </a:cubicBezTo>
                    <a:cubicBezTo>
                      <a:pt x="152" y="85"/>
                      <a:pt x="248" y="111"/>
                      <a:pt x="249" y="111"/>
                    </a:cubicBezTo>
                    <a:cubicBezTo>
                      <a:pt x="253" y="112"/>
                      <a:pt x="255" y="116"/>
                      <a:pt x="254" y="120"/>
                    </a:cubicBezTo>
                    <a:cubicBezTo>
                      <a:pt x="253" y="124"/>
                      <a:pt x="250" y="125"/>
                      <a:pt x="247" y="1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9253921F-AF94-9F4C-858C-493A699FA824}"/>
                  </a:ext>
                </a:extLst>
              </p:cNvPr>
              <p:cNvSpPr/>
              <p:nvPr/>
            </p:nvSpPr>
            <p:spPr>
              <a:xfrm>
                <a:off x="20859537" y="9443922"/>
                <a:ext cx="347576" cy="2355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0" h="190">
                    <a:moveTo>
                      <a:pt x="22" y="190"/>
                    </a:moveTo>
                    <a:cubicBezTo>
                      <a:pt x="13" y="190"/>
                      <a:pt x="7" y="189"/>
                      <a:pt x="7" y="189"/>
                    </a:cubicBezTo>
                    <a:cubicBezTo>
                      <a:pt x="3" y="189"/>
                      <a:pt x="0" y="185"/>
                      <a:pt x="0" y="181"/>
                    </a:cubicBezTo>
                    <a:cubicBezTo>
                      <a:pt x="1" y="177"/>
                      <a:pt x="5" y="174"/>
                      <a:pt x="9" y="175"/>
                    </a:cubicBezTo>
                    <a:cubicBezTo>
                      <a:pt x="9" y="175"/>
                      <a:pt x="55" y="180"/>
                      <a:pt x="109" y="161"/>
                    </a:cubicBezTo>
                    <a:cubicBezTo>
                      <a:pt x="181" y="136"/>
                      <a:pt x="234" y="84"/>
                      <a:pt x="266" y="5"/>
                    </a:cubicBezTo>
                    <a:cubicBezTo>
                      <a:pt x="267" y="1"/>
                      <a:pt x="271" y="-1"/>
                      <a:pt x="275" y="1"/>
                    </a:cubicBezTo>
                    <a:cubicBezTo>
                      <a:pt x="279" y="3"/>
                      <a:pt x="281" y="7"/>
                      <a:pt x="279" y="11"/>
                    </a:cubicBezTo>
                    <a:cubicBezTo>
                      <a:pt x="212" y="176"/>
                      <a:pt x="70" y="190"/>
                      <a:pt x="22" y="19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F0E4B10D-C2E2-7748-ABDC-2CD2B4C4E832}"/>
                  </a:ext>
                </a:extLst>
              </p:cNvPr>
              <p:cNvSpPr/>
              <p:nvPr/>
            </p:nvSpPr>
            <p:spPr>
              <a:xfrm>
                <a:off x="18771593" y="9669493"/>
                <a:ext cx="458451" cy="2193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9" h="177">
                    <a:moveTo>
                      <a:pt x="77" y="146"/>
                    </a:moveTo>
                    <a:cubicBezTo>
                      <a:pt x="118" y="134"/>
                      <a:pt x="149" y="126"/>
                      <a:pt x="149" y="126"/>
                    </a:cubicBezTo>
                    <a:cubicBezTo>
                      <a:pt x="149" y="126"/>
                      <a:pt x="157" y="145"/>
                      <a:pt x="193" y="163"/>
                    </a:cubicBezTo>
                    <a:cubicBezTo>
                      <a:pt x="244" y="189"/>
                      <a:pt x="317" y="170"/>
                      <a:pt x="317" y="170"/>
                    </a:cubicBezTo>
                    <a:lnTo>
                      <a:pt x="368" y="165"/>
                    </a:lnTo>
                    <a:lnTo>
                      <a:pt x="369" y="37"/>
                    </a:lnTo>
                    <a:lnTo>
                      <a:pt x="324" y="39"/>
                    </a:lnTo>
                    <a:cubicBezTo>
                      <a:pt x="313" y="40"/>
                      <a:pt x="301" y="38"/>
                      <a:pt x="289" y="35"/>
                    </a:cubicBezTo>
                    <a:cubicBezTo>
                      <a:pt x="254" y="24"/>
                      <a:pt x="174" y="-1"/>
                      <a:pt x="159" y="0"/>
                    </a:cubicBezTo>
                    <a:cubicBezTo>
                      <a:pt x="131" y="1"/>
                      <a:pt x="93" y="4"/>
                      <a:pt x="21" y="59"/>
                    </a:cubicBezTo>
                    <a:cubicBezTo>
                      <a:pt x="-3" y="78"/>
                      <a:pt x="-8" y="95"/>
                      <a:pt x="14" y="96"/>
                    </a:cubicBezTo>
                    <a:cubicBezTo>
                      <a:pt x="14" y="96"/>
                      <a:pt x="-4" y="111"/>
                      <a:pt x="2" y="129"/>
                    </a:cubicBezTo>
                    <a:cubicBezTo>
                      <a:pt x="6" y="139"/>
                      <a:pt x="29" y="135"/>
                      <a:pt x="29" y="135"/>
                    </a:cubicBezTo>
                    <a:cubicBezTo>
                      <a:pt x="29" y="135"/>
                      <a:pt x="25" y="163"/>
                      <a:pt x="77" y="14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A2412EBA-EBA5-D64E-AEE4-F301C02D933E}"/>
                  </a:ext>
                </a:extLst>
              </p:cNvPr>
              <p:cNvSpPr/>
              <p:nvPr/>
            </p:nvSpPr>
            <p:spPr>
              <a:xfrm>
                <a:off x="18763294" y="9660724"/>
                <a:ext cx="477959" cy="236830"/>
              </a:xfrm>
              <a:custGeom>
                <a:avLst/>
                <a:gdLst>
                  <a:gd name="connsiteX0" fmla="*/ 205847 w 477959"/>
                  <a:gd name="connsiteY0" fmla="*/ 17493 h 236830"/>
                  <a:gd name="connsiteX1" fmla="*/ 40625 w 477959"/>
                  <a:gd name="connsiteY1" fmla="*/ 90567 h 236830"/>
                  <a:gd name="connsiteX2" fmla="*/ 17021 w 477959"/>
                  <a:gd name="connsiteY2" fmla="*/ 116576 h 236830"/>
                  <a:gd name="connsiteX3" fmla="*/ 25717 w 477959"/>
                  <a:gd name="connsiteY3" fmla="*/ 117814 h 236830"/>
                  <a:gd name="connsiteX4" fmla="*/ 33171 w 477959"/>
                  <a:gd name="connsiteY4" fmla="*/ 124007 h 236830"/>
                  <a:gd name="connsiteX5" fmla="*/ 30685 w 477959"/>
                  <a:gd name="connsiteY5" fmla="*/ 133915 h 236830"/>
                  <a:gd name="connsiteX6" fmla="*/ 19505 w 477959"/>
                  <a:gd name="connsiteY6" fmla="*/ 166117 h 236830"/>
                  <a:gd name="connsiteX7" fmla="*/ 43109 w 477959"/>
                  <a:gd name="connsiteY7" fmla="*/ 167356 h 236830"/>
                  <a:gd name="connsiteX8" fmla="*/ 50563 w 477959"/>
                  <a:gd name="connsiteY8" fmla="*/ 169833 h 236830"/>
                  <a:gd name="connsiteX9" fmla="*/ 53047 w 477959"/>
                  <a:gd name="connsiteY9" fmla="*/ 177264 h 236830"/>
                  <a:gd name="connsiteX10" fmla="*/ 56773 w 477959"/>
                  <a:gd name="connsiteY10" fmla="*/ 183457 h 236830"/>
                  <a:gd name="connsiteX11" fmla="*/ 101495 w 477959"/>
                  <a:gd name="connsiteY11" fmla="*/ 180980 h 236830"/>
                  <a:gd name="connsiteX12" fmla="*/ 190939 w 477959"/>
                  <a:gd name="connsiteY12" fmla="*/ 156209 h 236830"/>
                  <a:gd name="connsiteX13" fmla="*/ 193423 w 477959"/>
                  <a:gd name="connsiteY13" fmla="*/ 156209 h 236830"/>
                  <a:gd name="connsiteX14" fmla="*/ 200877 w 477959"/>
                  <a:gd name="connsiteY14" fmla="*/ 161163 h 236830"/>
                  <a:gd name="connsiteX15" fmla="*/ 251811 w 477959"/>
                  <a:gd name="connsiteY15" fmla="*/ 202035 h 236830"/>
                  <a:gd name="connsiteX16" fmla="*/ 399641 w 477959"/>
                  <a:gd name="connsiteY16" fmla="*/ 210705 h 236830"/>
                  <a:gd name="connsiteX17" fmla="*/ 400883 w 477959"/>
                  <a:gd name="connsiteY17" fmla="*/ 210705 h 236830"/>
                  <a:gd name="connsiteX18" fmla="*/ 455543 w 477959"/>
                  <a:gd name="connsiteY18" fmla="*/ 204512 h 236830"/>
                  <a:gd name="connsiteX19" fmla="*/ 456785 w 477959"/>
                  <a:gd name="connsiteY19" fmla="*/ 64557 h 236830"/>
                  <a:gd name="connsiteX20" fmla="*/ 412063 w 477959"/>
                  <a:gd name="connsiteY20" fmla="*/ 65796 h 236830"/>
                  <a:gd name="connsiteX21" fmla="*/ 364857 w 477959"/>
                  <a:gd name="connsiteY21" fmla="*/ 60842 h 236830"/>
                  <a:gd name="connsiteX22" fmla="*/ 207089 w 477959"/>
                  <a:gd name="connsiteY22" fmla="*/ 17493 h 236830"/>
                  <a:gd name="connsiteX23" fmla="*/ 207083 w 477959"/>
                  <a:gd name="connsiteY23" fmla="*/ 46 h 236830"/>
                  <a:gd name="connsiteX24" fmla="*/ 372343 w 477959"/>
                  <a:gd name="connsiteY24" fmla="*/ 43436 h 236830"/>
                  <a:gd name="connsiteX25" fmla="*/ 412105 w 477959"/>
                  <a:gd name="connsiteY25" fmla="*/ 48395 h 236830"/>
                  <a:gd name="connsiteX26" fmla="*/ 468019 w 477959"/>
                  <a:gd name="connsiteY26" fmla="*/ 44675 h 236830"/>
                  <a:gd name="connsiteX27" fmla="*/ 474233 w 477959"/>
                  <a:gd name="connsiteY27" fmla="*/ 47155 h 236830"/>
                  <a:gd name="connsiteX28" fmla="*/ 477959 w 477959"/>
                  <a:gd name="connsiteY28" fmla="*/ 54593 h 236830"/>
                  <a:gd name="connsiteX29" fmla="*/ 475475 w 477959"/>
                  <a:gd name="connsiteY29" fmla="*/ 213276 h 236830"/>
                  <a:gd name="connsiteX30" fmla="*/ 466777 w 477959"/>
                  <a:gd name="connsiteY30" fmla="*/ 221954 h 236830"/>
                  <a:gd name="connsiteX31" fmla="*/ 404649 w 477959"/>
                  <a:gd name="connsiteY31" fmla="*/ 228152 h 236830"/>
                  <a:gd name="connsiteX32" fmla="*/ 333823 w 477959"/>
                  <a:gd name="connsiteY32" fmla="*/ 236830 h 236830"/>
                  <a:gd name="connsiteX33" fmla="*/ 245603 w 477959"/>
                  <a:gd name="connsiteY33" fmla="*/ 219474 h 236830"/>
                  <a:gd name="connsiteX34" fmla="*/ 190929 w 477959"/>
                  <a:gd name="connsiteY34" fmla="*/ 176084 h 236830"/>
                  <a:gd name="connsiteX35" fmla="*/ 107679 w 477959"/>
                  <a:gd name="connsiteY35" fmla="*/ 199639 h 236830"/>
                  <a:gd name="connsiteX36" fmla="*/ 45551 w 477959"/>
                  <a:gd name="connsiteY36" fmla="*/ 198399 h 236830"/>
                  <a:gd name="connsiteX37" fmla="*/ 38095 w 477959"/>
                  <a:gd name="connsiteY37" fmla="*/ 186002 h 236830"/>
                  <a:gd name="connsiteX38" fmla="*/ 3303 w 477959"/>
                  <a:gd name="connsiteY38" fmla="*/ 172365 h 236830"/>
                  <a:gd name="connsiteX39" fmla="*/ 9517 w 477959"/>
                  <a:gd name="connsiteY39" fmla="*/ 132695 h 236830"/>
                  <a:gd name="connsiteX40" fmla="*/ 819 w 477959"/>
                  <a:gd name="connsiteY40" fmla="*/ 121537 h 236830"/>
                  <a:gd name="connsiteX41" fmla="*/ 30639 w 477959"/>
                  <a:gd name="connsiteY41" fmla="*/ 74428 h 236830"/>
                  <a:gd name="connsiteX42" fmla="*/ 207083 w 477959"/>
                  <a:gd name="connsiteY42" fmla="*/ 46 h 2368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477959" h="236830">
                    <a:moveTo>
                      <a:pt x="205847" y="17493"/>
                    </a:moveTo>
                    <a:cubicBezTo>
                      <a:pt x="171063" y="18732"/>
                      <a:pt x="126341" y="24924"/>
                      <a:pt x="40625" y="90567"/>
                    </a:cubicBezTo>
                    <a:cubicBezTo>
                      <a:pt x="20747" y="105429"/>
                      <a:pt x="17021" y="115337"/>
                      <a:pt x="17021" y="116576"/>
                    </a:cubicBezTo>
                    <a:cubicBezTo>
                      <a:pt x="17021" y="116576"/>
                      <a:pt x="19505" y="117814"/>
                      <a:pt x="25717" y="117814"/>
                    </a:cubicBezTo>
                    <a:cubicBezTo>
                      <a:pt x="28201" y="117814"/>
                      <a:pt x="31929" y="121530"/>
                      <a:pt x="33171" y="124007"/>
                    </a:cubicBezTo>
                    <a:cubicBezTo>
                      <a:pt x="34413" y="127723"/>
                      <a:pt x="33171" y="131438"/>
                      <a:pt x="30685" y="133915"/>
                    </a:cubicBezTo>
                    <a:cubicBezTo>
                      <a:pt x="30685" y="135154"/>
                      <a:pt x="14537" y="150016"/>
                      <a:pt x="19505" y="166117"/>
                    </a:cubicBezTo>
                    <a:cubicBezTo>
                      <a:pt x="20747" y="167356"/>
                      <a:pt x="30685" y="168595"/>
                      <a:pt x="43109" y="167356"/>
                    </a:cubicBezTo>
                    <a:cubicBezTo>
                      <a:pt x="45593" y="166117"/>
                      <a:pt x="48077" y="167356"/>
                      <a:pt x="50563" y="169833"/>
                    </a:cubicBezTo>
                    <a:cubicBezTo>
                      <a:pt x="53047" y="172310"/>
                      <a:pt x="54289" y="173549"/>
                      <a:pt x="53047" y="177264"/>
                    </a:cubicBezTo>
                    <a:cubicBezTo>
                      <a:pt x="53047" y="178503"/>
                      <a:pt x="53047" y="180980"/>
                      <a:pt x="56773" y="183457"/>
                    </a:cubicBezTo>
                    <a:cubicBezTo>
                      <a:pt x="59259" y="187173"/>
                      <a:pt x="70439" y="192127"/>
                      <a:pt x="101495" y="180980"/>
                    </a:cubicBezTo>
                    <a:cubicBezTo>
                      <a:pt x="152429" y="166117"/>
                      <a:pt x="190939" y="156209"/>
                      <a:pt x="190939" y="156209"/>
                    </a:cubicBezTo>
                    <a:cubicBezTo>
                      <a:pt x="190939" y="156209"/>
                      <a:pt x="192181" y="156209"/>
                      <a:pt x="193423" y="156209"/>
                    </a:cubicBezTo>
                    <a:cubicBezTo>
                      <a:pt x="197151" y="156209"/>
                      <a:pt x="199635" y="158686"/>
                      <a:pt x="200877" y="161163"/>
                    </a:cubicBezTo>
                    <a:cubicBezTo>
                      <a:pt x="200877" y="161163"/>
                      <a:pt x="212057" y="182218"/>
                      <a:pt x="251811" y="202035"/>
                    </a:cubicBezTo>
                    <a:cubicBezTo>
                      <a:pt x="311439" y="231760"/>
                      <a:pt x="398399" y="210705"/>
                      <a:pt x="399641" y="210705"/>
                    </a:cubicBezTo>
                    <a:cubicBezTo>
                      <a:pt x="400883" y="210705"/>
                      <a:pt x="400883" y="210705"/>
                      <a:pt x="400883" y="210705"/>
                    </a:cubicBezTo>
                    <a:lnTo>
                      <a:pt x="455543" y="204512"/>
                    </a:lnTo>
                    <a:lnTo>
                      <a:pt x="456785" y="64557"/>
                    </a:lnTo>
                    <a:lnTo>
                      <a:pt x="412063" y="65796"/>
                    </a:lnTo>
                    <a:cubicBezTo>
                      <a:pt x="395913" y="67034"/>
                      <a:pt x="379765" y="64557"/>
                      <a:pt x="364857" y="60842"/>
                    </a:cubicBezTo>
                    <a:cubicBezTo>
                      <a:pt x="279141" y="34833"/>
                      <a:pt x="219511" y="17493"/>
                      <a:pt x="207089" y="17493"/>
                    </a:cubicBezTo>
                    <a:close/>
                    <a:moveTo>
                      <a:pt x="207083" y="46"/>
                    </a:moveTo>
                    <a:cubicBezTo>
                      <a:pt x="224479" y="-1194"/>
                      <a:pt x="306487" y="22361"/>
                      <a:pt x="372343" y="43436"/>
                    </a:cubicBezTo>
                    <a:cubicBezTo>
                      <a:pt x="384769" y="47155"/>
                      <a:pt x="398437" y="49634"/>
                      <a:pt x="412105" y="48395"/>
                    </a:cubicBezTo>
                    <a:lnTo>
                      <a:pt x="468019" y="44675"/>
                    </a:lnTo>
                    <a:cubicBezTo>
                      <a:pt x="470505" y="44675"/>
                      <a:pt x="471747" y="45915"/>
                      <a:pt x="474233" y="47155"/>
                    </a:cubicBezTo>
                    <a:cubicBezTo>
                      <a:pt x="476717" y="49634"/>
                      <a:pt x="477959" y="52114"/>
                      <a:pt x="477959" y="54593"/>
                    </a:cubicBezTo>
                    <a:lnTo>
                      <a:pt x="475475" y="213276"/>
                    </a:lnTo>
                    <a:cubicBezTo>
                      <a:pt x="475475" y="218234"/>
                      <a:pt x="471747" y="221954"/>
                      <a:pt x="466777" y="221954"/>
                    </a:cubicBezTo>
                    <a:lnTo>
                      <a:pt x="404649" y="228152"/>
                    </a:lnTo>
                    <a:cubicBezTo>
                      <a:pt x="399679" y="230631"/>
                      <a:pt x="371101" y="236830"/>
                      <a:pt x="333823" y="236830"/>
                    </a:cubicBezTo>
                    <a:cubicBezTo>
                      <a:pt x="306487" y="236830"/>
                      <a:pt x="272939" y="231871"/>
                      <a:pt x="245603" y="219474"/>
                    </a:cubicBezTo>
                    <a:cubicBezTo>
                      <a:pt x="212053" y="202118"/>
                      <a:pt x="197143" y="184762"/>
                      <a:pt x="190929" y="176084"/>
                    </a:cubicBezTo>
                    <a:cubicBezTo>
                      <a:pt x="177261" y="179803"/>
                      <a:pt x="146197" y="187242"/>
                      <a:pt x="107679" y="199639"/>
                    </a:cubicBezTo>
                    <a:cubicBezTo>
                      <a:pt x="77857" y="208317"/>
                      <a:pt x="56733" y="208317"/>
                      <a:pt x="45551" y="198399"/>
                    </a:cubicBezTo>
                    <a:cubicBezTo>
                      <a:pt x="40581" y="194680"/>
                      <a:pt x="38095" y="189721"/>
                      <a:pt x="38095" y="186002"/>
                    </a:cubicBezTo>
                    <a:cubicBezTo>
                      <a:pt x="25669" y="187242"/>
                      <a:pt x="8273" y="186002"/>
                      <a:pt x="3303" y="172365"/>
                    </a:cubicBezTo>
                    <a:cubicBezTo>
                      <a:pt x="-1667" y="156249"/>
                      <a:pt x="3303" y="142612"/>
                      <a:pt x="9517" y="132695"/>
                    </a:cubicBezTo>
                    <a:cubicBezTo>
                      <a:pt x="4547" y="128976"/>
                      <a:pt x="2061" y="125256"/>
                      <a:pt x="819" y="121537"/>
                    </a:cubicBezTo>
                    <a:cubicBezTo>
                      <a:pt x="-4151" y="106661"/>
                      <a:pt x="14487" y="88065"/>
                      <a:pt x="30639" y="74428"/>
                    </a:cubicBezTo>
                    <a:cubicBezTo>
                      <a:pt x="120103" y="6245"/>
                      <a:pt x="168563" y="46"/>
                      <a:pt x="207083" y="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33E8D150-8B47-B04E-ACED-C44D68D69B4B}"/>
                  </a:ext>
                </a:extLst>
              </p:cNvPr>
              <p:cNvSpPr/>
              <p:nvPr/>
            </p:nvSpPr>
            <p:spPr>
              <a:xfrm>
                <a:off x="18912364" y="8088028"/>
                <a:ext cx="554377" cy="8237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6" h="662">
                    <a:moveTo>
                      <a:pt x="392" y="339"/>
                    </a:moveTo>
                    <a:cubicBezTo>
                      <a:pt x="393" y="339"/>
                      <a:pt x="393" y="339"/>
                      <a:pt x="393" y="339"/>
                    </a:cubicBezTo>
                    <a:lnTo>
                      <a:pt x="292" y="0"/>
                    </a:lnTo>
                    <a:lnTo>
                      <a:pt x="0" y="102"/>
                    </a:lnTo>
                    <a:cubicBezTo>
                      <a:pt x="0" y="102"/>
                      <a:pt x="81" y="442"/>
                      <a:pt x="165" y="449"/>
                    </a:cubicBezTo>
                    <a:cubicBezTo>
                      <a:pt x="178" y="450"/>
                      <a:pt x="193" y="448"/>
                      <a:pt x="208" y="444"/>
                    </a:cubicBezTo>
                    <a:lnTo>
                      <a:pt x="231" y="537"/>
                    </a:lnTo>
                    <a:cubicBezTo>
                      <a:pt x="231" y="537"/>
                      <a:pt x="187" y="654"/>
                      <a:pt x="231" y="662"/>
                    </a:cubicBezTo>
                    <a:cubicBezTo>
                      <a:pt x="275" y="670"/>
                      <a:pt x="446" y="533"/>
                      <a:pt x="446" y="53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39639E5F-49C7-BA44-8C12-A42000AB7D4E}"/>
                  </a:ext>
                </a:extLst>
              </p:cNvPr>
              <p:cNvSpPr/>
              <p:nvPr/>
            </p:nvSpPr>
            <p:spPr>
              <a:xfrm>
                <a:off x="18902400" y="8079305"/>
                <a:ext cx="573530" cy="842451"/>
              </a:xfrm>
              <a:custGeom>
                <a:avLst/>
                <a:gdLst>
                  <a:gd name="connsiteX0" fmla="*/ 366700 w 573530"/>
                  <a:gd name="connsiteY0" fmla="*/ 21186 h 842451"/>
                  <a:gd name="connsiteX1" fmla="*/ 19934 w 573530"/>
                  <a:gd name="connsiteY1" fmla="*/ 141883 h 842451"/>
                  <a:gd name="connsiteX2" fmla="*/ 215068 w 573530"/>
                  <a:gd name="connsiteY2" fmla="*/ 558721 h 842451"/>
                  <a:gd name="connsiteX3" fmla="*/ 266026 w 573530"/>
                  <a:gd name="connsiteY3" fmla="*/ 552499 h 842451"/>
                  <a:gd name="connsiteX4" fmla="*/ 268512 w 573530"/>
                  <a:gd name="connsiteY4" fmla="*/ 552499 h 842451"/>
                  <a:gd name="connsiteX5" fmla="*/ 273484 w 573530"/>
                  <a:gd name="connsiteY5" fmla="*/ 553744 h 842451"/>
                  <a:gd name="connsiteX6" fmla="*/ 278454 w 573530"/>
                  <a:gd name="connsiteY6" fmla="*/ 558721 h 842451"/>
                  <a:gd name="connsiteX7" fmla="*/ 305798 w 573530"/>
                  <a:gd name="connsiteY7" fmla="*/ 674440 h 842451"/>
                  <a:gd name="connsiteX8" fmla="*/ 305798 w 573530"/>
                  <a:gd name="connsiteY8" fmla="*/ 679417 h 842451"/>
                  <a:gd name="connsiteX9" fmla="*/ 287154 w 573530"/>
                  <a:gd name="connsiteY9" fmla="*/ 815045 h 842451"/>
                  <a:gd name="connsiteX10" fmla="*/ 298340 w 573530"/>
                  <a:gd name="connsiteY10" fmla="*/ 822511 h 842451"/>
                  <a:gd name="connsiteX11" fmla="*/ 553132 w 573530"/>
                  <a:gd name="connsiteY11" fmla="*/ 668219 h 842451"/>
                  <a:gd name="connsiteX12" fmla="*/ 488502 w 573530"/>
                  <a:gd name="connsiteY12" fmla="*/ 434291 h 842451"/>
                  <a:gd name="connsiteX13" fmla="*/ 488502 w 573530"/>
                  <a:gd name="connsiteY13" fmla="*/ 429314 h 842451"/>
                  <a:gd name="connsiteX14" fmla="*/ 369198 w 573530"/>
                  <a:gd name="connsiteY14" fmla="*/ 0 h 842451"/>
                  <a:gd name="connsiteX15" fmla="*/ 377900 w 573530"/>
                  <a:gd name="connsiteY15" fmla="*/ 0 h 842451"/>
                  <a:gd name="connsiteX16" fmla="*/ 381630 w 573530"/>
                  <a:gd name="connsiteY16" fmla="*/ 6222 h 842451"/>
                  <a:gd name="connsiteX17" fmla="*/ 507182 w 573530"/>
                  <a:gd name="connsiteY17" fmla="*/ 428070 h 842451"/>
                  <a:gd name="connsiteX18" fmla="*/ 507182 w 573530"/>
                  <a:gd name="connsiteY18" fmla="*/ 433047 h 842451"/>
                  <a:gd name="connsiteX19" fmla="*/ 573064 w 573530"/>
                  <a:gd name="connsiteY19" fmla="*/ 669481 h 842451"/>
                  <a:gd name="connsiteX20" fmla="*/ 569336 w 573530"/>
                  <a:gd name="connsiteY20" fmla="*/ 679436 h 842451"/>
                  <a:gd name="connsiteX21" fmla="*/ 300828 w 573530"/>
                  <a:gd name="connsiteY21" fmla="*/ 842451 h 842451"/>
                  <a:gd name="connsiteX22" fmla="*/ 295856 w 573530"/>
                  <a:gd name="connsiteY22" fmla="*/ 841207 h 842451"/>
                  <a:gd name="connsiteX23" fmla="*/ 270994 w 573530"/>
                  <a:gd name="connsiteY23" fmla="*/ 825030 h 842451"/>
                  <a:gd name="connsiteX24" fmla="*/ 287154 w 573530"/>
                  <a:gd name="connsiteY24" fmla="*/ 675703 h 842451"/>
                  <a:gd name="connsiteX25" fmla="*/ 262292 w 573530"/>
                  <a:gd name="connsiteY25" fmla="*/ 572419 h 842451"/>
                  <a:gd name="connsiteX26" fmla="*/ 213812 w 573530"/>
                  <a:gd name="connsiteY26" fmla="*/ 577396 h 842451"/>
                  <a:gd name="connsiteX27" fmla="*/ 0 w 573530"/>
                  <a:gd name="connsiteY27" fmla="*/ 138127 h 842451"/>
                  <a:gd name="connsiteX28" fmla="*/ 6216 w 573530"/>
                  <a:gd name="connsiteY28" fmla="*/ 128172 h 8424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73530" h="842451">
                    <a:moveTo>
                      <a:pt x="366700" y="21186"/>
                    </a:moveTo>
                    <a:lnTo>
                      <a:pt x="19934" y="141883"/>
                    </a:lnTo>
                    <a:cubicBezTo>
                      <a:pt x="51006" y="262579"/>
                      <a:pt x="136766" y="551255"/>
                      <a:pt x="215068" y="558721"/>
                    </a:cubicBezTo>
                    <a:cubicBezTo>
                      <a:pt x="229982" y="559965"/>
                      <a:pt x="246140" y="557477"/>
                      <a:pt x="266026" y="552499"/>
                    </a:cubicBezTo>
                    <a:cubicBezTo>
                      <a:pt x="267268" y="552499"/>
                      <a:pt x="267268" y="552499"/>
                      <a:pt x="268512" y="552499"/>
                    </a:cubicBezTo>
                    <a:cubicBezTo>
                      <a:pt x="270998" y="552499"/>
                      <a:pt x="272240" y="552499"/>
                      <a:pt x="273484" y="553744"/>
                    </a:cubicBezTo>
                    <a:cubicBezTo>
                      <a:pt x="275968" y="554988"/>
                      <a:pt x="277212" y="556232"/>
                      <a:pt x="278454" y="558721"/>
                    </a:cubicBezTo>
                    <a:lnTo>
                      <a:pt x="305798" y="674440"/>
                    </a:lnTo>
                    <a:cubicBezTo>
                      <a:pt x="307042" y="675684"/>
                      <a:pt x="307042" y="678173"/>
                      <a:pt x="305798" y="679417"/>
                    </a:cubicBezTo>
                    <a:cubicBezTo>
                      <a:pt x="295856" y="708036"/>
                      <a:pt x="270998" y="787671"/>
                      <a:pt x="287154" y="815045"/>
                    </a:cubicBezTo>
                    <a:cubicBezTo>
                      <a:pt x="289640" y="820022"/>
                      <a:pt x="293370" y="822511"/>
                      <a:pt x="298340" y="822511"/>
                    </a:cubicBezTo>
                    <a:cubicBezTo>
                      <a:pt x="334384" y="829977"/>
                      <a:pt x="472346" y="732922"/>
                      <a:pt x="553132" y="668219"/>
                    </a:cubicBezTo>
                    <a:lnTo>
                      <a:pt x="488502" y="434291"/>
                    </a:lnTo>
                    <a:cubicBezTo>
                      <a:pt x="488502" y="433047"/>
                      <a:pt x="487260" y="430559"/>
                      <a:pt x="488502" y="429314"/>
                    </a:cubicBezTo>
                    <a:close/>
                    <a:moveTo>
                      <a:pt x="369198" y="0"/>
                    </a:moveTo>
                    <a:cubicBezTo>
                      <a:pt x="371684" y="0"/>
                      <a:pt x="375414" y="0"/>
                      <a:pt x="377900" y="0"/>
                    </a:cubicBezTo>
                    <a:cubicBezTo>
                      <a:pt x="380386" y="1245"/>
                      <a:pt x="381630" y="3733"/>
                      <a:pt x="381630" y="6222"/>
                    </a:cubicBezTo>
                    <a:lnTo>
                      <a:pt x="507182" y="428070"/>
                    </a:lnTo>
                    <a:cubicBezTo>
                      <a:pt x="507182" y="429314"/>
                      <a:pt x="507182" y="430558"/>
                      <a:pt x="507182" y="433047"/>
                    </a:cubicBezTo>
                    <a:lnTo>
                      <a:pt x="573064" y="669481"/>
                    </a:lnTo>
                    <a:cubicBezTo>
                      <a:pt x="574308" y="673214"/>
                      <a:pt x="573064" y="676947"/>
                      <a:pt x="569336" y="679436"/>
                    </a:cubicBezTo>
                    <a:cubicBezTo>
                      <a:pt x="548204" y="695613"/>
                      <a:pt x="364226" y="842451"/>
                      <a:pt x="300828" y="842451"/>
                    </a:cubicBezTo>
                    <a:cubicBezTo>
                      <a:pt x="299586" y="842451"/>
                      <a:pt x="297100" y="842451"/>
                      <a:pt x="295856" y="841207"/>
                    </a:cubicBezTo>
                    <a:cubicBezTo>
                      <a:pt x="284668" y="839962"/>
                      <a:pt x="275966" y="833740"/>
                      <a:pt x="270994" y="825030"/>
                    </a:cubicBezTo>
                    <a:cubicBezTo>
                      <a:pt x="249862" y="786453"/>
                      <a:pt x="279696" y="695613"/>
                      <a:pt x="287154" y="675703"/>
                    </a:cubicBezTo>
                    <a:lnTo>
                      <a:pt x="262292" y="572419"/>
                    </a:lnTo>
                    <a:cubicBezTo>
                      <a:pt x="244890" y="576152"/>
                      <a:pt x="227486" y="578641"/>
                      <a:pt x="213812" y="577396"/>
                    </a:cubicBezTo>
                    <a:cubicBezTo>
                      <a:pt x="105664" y="567441"/>
                      <a:pt x="11188" y="182925"/>
                      <a:pt x="0" y="138127"/>
                    </a:cubicBezTo>
                    <a:cubicBezTo>
                      <a:pt x="0" y="134394"/>
                      <a:pt x="2488" y="129417"/>
                      <a:pt x="6216" y="12817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38E34AC9-0B8B-F148-B910-61D96CF09BF0}"/>
                  </a:ext>
                </a:extLst>
              </p:cNvPr>
              <p:cNvSpPr/>
              <p:nvPr/>
            </p:nvSpPr>
            <p:spPr>
              <a:xfrm>
                <a:off x="18843849" y="7983345"/>
                <a:ext cx="645320" cy="5495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9" h="442">
                    <a:moveTo>
                      <a:pt x="472" y="209"/>
                    </a:moveTo>
                    <a:cubicBezTo>
                      <a:pt x="481" y="195"/>
                      <a:pt x="472" y="138"/>
                      <a:pt x="463" y="124"/>
                    </a:cubicBezTo>
                    <a:cubicBezTo>
                      <a:pt x="452" y="107"/>
                      <a:pt x="443" y="104"/>
                      <a:pt x="410" y="100"/>
                    </a:cubicBezTo>
                    <a:cubicBezTo>
                      <a:pt x="411" y="88"/>
                      <a:pt x="409" y="55"/>
                      <a:pt x="388" y="40"/>
                    </a:cubicBezTo>
                    <a:cubicBezTo>
                      <a:pt x="366" y="24"/>
                      <a:pt x="324" y="33"/>
                      <a:pt x="324" y="33"/>
                    </a:cubicBezTo>
                    <a:cubicBezTo>
                      <a:pt x="324" y="33"/>
                      <a:pt x="316" y="6"/>
                      <a:pt x="289" y="1"/>
                    </a:cubicBezTo>
                    <a:cubicBezTo>
                      <a:pt x="265" y="-3"/>
                      <a:pt x="245" y="2"/>
                      <a:pt x="232" y="22"/>
                    </a:cubicBezTo>
                    <a:cubicBezTo>
                      <a:pt x="219" y="10"/>
                      <a:pt x="165" y="-14"/>
                      <a:pt x="136" y="49"/>
                    </a:cubicBezTo>
                    <a:cubicBezTo>
                      <a:pt x="132" y="50"/>
                      <a:pt x="97" y="27"/>
                      <a:pt x="63" y="50"/>
                    </a:cubicBezTo>
                    <a:cubicBezTo>
                      <a:pt x="39" y="68"/>
                      <a:pt x="44" y="106"/>
                      <a:pt x="44" y="106"/>
                    </a:cubicBezTo>
                    <a:cubicBezTo>
                      <a:pt x="44" y="106"/>
                      <a:pt x="3" y="135"/>
                      <a:pt x="0" y="159"/>
                    </a:cubicBezTo>
                    <a:cubicBezTo>
                      <a:pt x="-3" y="189"/>
                      <a:pt x="15" y="230"/>
                      <a:pt x="67" y="245"/>
                    </a:cubicBezTo>
                    <a:cubicBezTo>
                      <a:pt x="111" y="259"/>
                      <a:pt x="174" y="216"/>
                      <a:pt x="192" y="209"/>
                    </a:cubicBezTo>
                    <a:cubicBezTo>
                      <a:pt x="203" y="204"/>
                      <a:pt x="208" y="234"/>
                      <a:pt x="225" y="269"/>
                    </a:cubicBezTo>
                    <a:cubicBezTo>
                      <a:pt x="239" y="301"/>
                      <a:pt x="250" y="303"/>
                      <a:pt x="262" y="298"/>
                    </a:cubicBezTo>
                    <a:cubicBezTo>
                      <a:pt x="271" y="295"/>
                      <a:pt x="278" y="290"/>
                      <a:pt x="272" y="277"/>
                    </a:cubicBezTo>
                    <a:cubicBezTo>
                      <a:pt x="263" y="258"/>
                      <a:pt x="279" y="235"/>
                      <a:pt x="311" y="239"/>
                    </a:cubicBezTo>
                    <a:cubicBezTo>
                      <a:pt x="338" y="243"/>
                      <a:pt x="354" y="282"/>
                      <a:pt x="363" y="304"/>
                    </a:cubicBezTo>
                    <a:cubicBezTo>
                      <a:pt x="368" y="317"/>
                      <a:pt x="385" y="354"/>
                      <a:pt x="323" y="358"/>
                    </a:cubicBezTo>
                    <a:cubicBezTo>
                      <a:pt x="319" y="358"/>
                      <a:pt x="325" y="387"/>
                      <a:pt x="346" y="414"/>
                    </a:cubicBezTo>
                    <a:cubicBezTo>
                      <a:pt x="366" y="438"/>
                      <a:pt x="395" y="441"/>
                      <a:pt x="408" y="441"/>
                    </a:cubicBezTo>
                    <a:cubicBezTo>
                      <a:pt x="433" y="443"/>
                      <a:pt x="454" y="438"/>
                      <a:pt x="464" y="434"/>
                    </a:cubicBezTo>
                    <a:cubicBezTo>
                      <a:pt x="489" y="424"/>
                      <a:pt x="513" y="405"/>
                      <a:pt x="518" y="377"/>
                    </a:cubicBezTo>
                    <a:cubicBezTo>
                      <a:pt x="523" y="353"/>
                      <a:pt x="501" y="317"/>
                      <a:pt x="501" y="317"/>
                    </a:cubicBezTo>
                    <a:cubicBezTo>
                      <a:pt x="501" y="317"/>
                      <a:pt x="543" y="250"/>
                      <a:pt x="472" y="20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049F7FD7-A231-1A49-84C4-41AA1163451A}"/>
                  </a:ext>
                </a:extLst>
              </p:cNvPr>
              <p:cNvSpPr/>
              <p:nvPr/>
            </p:nvSpPr>
            <p:spPr>
              <a:xfrm>
                <a:off x="17680280" y="9259484"/>
                <a:ext cx="1638216" cy="6879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16" h="553">
                    <a:moveTo>
                      <a:pt x="1281" y="484"/>
                    </a:moveTo>
                    <a:lnTo>
                      <a:pt x="942" y="484"/>
                    </a:lnTo>
                    <a:cubicBezTo>
                      <a:pt x="929" y="484"/>
                      <a:pt x="919" y="477"/>
                      <a:pt x="915" y="465"/>
                    </a:cubicBezTo>
                    <a:lnTo>
                      <a:pt x="773" y="34"/>
                    </a:lnTo>
                    <a:cubicBezTo>
                      <a:pt x="770" y="24"/>
                      <a:pt x="764" y="15"/>
                      <a:pt x="755" y="10"/>
                    </a:cubicBezTo>
                    <a:cubicBezTo>
                      <a:pt x="747" y="4"/>
                      <a:pt x="737" y="0"/>
                      <a:pt x="726" y="0"/>
                    </a:cubicBezTo>
                    <a:lnTo>
                      <a:pt x="37" y="0"/>
                    </a:lnTo>
                    <a:cubicBezTo>
                      <a:pt x="25" y="0"/>
                      <a:pt x="14" y="6"/>
                      <a:pt x="7" y="15"/>
                    </a:cubicBezTo>
                    <a:cubicBezTo>
                      <a:pt x="1" y="24"/>
                      <a:pt x="-2" y="37"/>
                      <a:pt x="3" y="48"/>
                    </a:cubicBezTo>
                    <a:lnTo>
                      <a:pt x="166" y="548"/>
                    </a:lnTo>
                    <a:cubicBezTo>
                      <a:pt x="168" y="551"/>
                      <a:pt x="171" y="553"/>
                      <a:pt x="174" y="553"/>
                    </a:cubicBezTo>
                    <a:lnTo>
                      <a:pt x="1281" y="553"/>
                    </a:lnTo>
                    <a:cubicBezTo>
                      <a:pt x="1300" y="553"/>
                      <a:pt x="1316" y="538"/>
                      <a:pt x="1316" y="519"/>
                    </a:cubicBezTo>
                    <a:cubicBezTo>
                      <a:pt x="1316" y="500"/>
                      <a:pt x="1300" y="484"/>
                      <a:pt x="1281" y="48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63E6EECB-06E3-6C4B-B213-47C3977B0652}"/>
                  </a:ext>
                </a:extLst>
              </p:cNvPr>
              <p:cNvSpPr/>
              <p:nvPr/>
            </p:nvSpPr>
            <p:spPr>
              <a:xfrm>
                <a:off x="18149943" y="9538639"/>
                <a:ext cx="148249" cy="1470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0" h="119">
                    <a:moveTo>
                      <a:pt x="120" y="60"/>
                    </a:moveTo>
                    <a:cubicBezTo>
                      <a:pt x="120" y="93"/>
                      <a:pt x="93" y="119"/>
                      <a:pt x="60" y="119"/>
                    </a:cubicBezTo>
                    <a:cubicBezTo>
                      <a:pt x="27" y="119"/>
                      <a:pt x="0" y="93"/>
                      <a:pt x="0" y="60"/>
                    </a:cubicBezTo>
                    <a:cubicBezTo>
                      <a:pt x="0" y="27"/>
                      <a:pt x="27" y="0"/>
                      <a:pt x="60" y="0"/>
                    </a:cubicBezTo>
                    <a:cubicBezTo>
                      <a:pt x="93" y="0"/>
                      <a:pt x="120" y="27"/>
                      <a:pt x="120" y="6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45D1E813-C92C-A745-82E5-EAF3CFCA4F53}"/>
                  </a:ext>
                </a:extLst>
              </p:cNvPr>
              <p:cNvSpPr/>
              <p:nvPr/>
            </p:nvSpPr>
            <p:spPr>
              <a:xfrm>
                <a:off x="18141224" y="9529916"/>
                <a:ext cx="165688" cy="165749"/>
              </a:xfrm>
              <a:custGeom>
                <a:avLst/>
                <a:gdLst>
                  <a:gd name="connsiteX0" fmla="*/ 82850 w 165688"/>
                  <a:gd name="connsiteY0" fmla="*/ 17447 h 165749"/>
                  <a:gd name="connsiteX1" fmla="*/ 18684 w 165688"/>
                  <a:gd name="connsiteY1" fmla="*/ 82868 h 165749"/>
                  <a:gd name="connsiteX2" fmla="*/ 82850 w 165688"/>
                  <a:gd name="connsiteY2" fmla="*/ 147055 h 165749"/>
                  <a:gd name="connsiteX3" fmla="*/ 148248 w 165688"/>
                  <a:gd name="connsiteY3" fmla="*/ 82868 h 165749"/>
                  <a:gd name="connsiteX4" fmla="*/ 82850 w 165688"/>
                  <a:gd name="connsiteY4" fmla="*/ 17447 h 165749"/>
                  <a:gd name="connsiteX5" fmla="*/ 82844 w 165688"/>
                  <a:gd name="connsiteY5" fmla="*/ 0 h 165749"/>
                  <a:gd name="connsiteX6" fmla="*/ 165688 w 165688"/>
                  <a:gd name="connsiteY6" fmla="*/ 82874 h 165749"/>
                  <a:gd name="connsiteX7" fmla="*/ 82844 w 165688"/>
                  <a:gd name="connsiteY7" fmla="*/ 165749 h 165749"/>
                  <a:gd name="connsiteX8" fmla="*/ 0 w 165688"/>
                  <a:gd name="connsiteY8" fmla="*/ 82874 h 165749"/>
                  <a:gd name="connsiteX9" fmla="*/ 82844 w 165688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688" h="165749">
                    <a:moveTo>
                      <a:pt x="82850" y="17447"/>
                    </a:moveTo>
                    <a:cubicBezTo>
                      <a:pt x="47066" y="17447"/>
                      <a:pt x="18684" y="45837"/>
                      <a:pt x="18684" y="82868"/>
                    </a:cubicBezTo>
                    <a:cubicBezTo>
                      <a:pt x="18684" y="117430"/>
                      <a:pt x="47066" y="147055"/>
                      <a:pt x="82850" y="147055"/>
                    </a:cubicBezTo>
                    <a:cubicBezTo>
                      <a:pt x="118632" y="147055"/>
                      <a:pt x="148248" y="117430"/>
                      <a:pt x="148248" y="82868"/>
                    </a:cubicBezTo>
                    <a:cubicBezTo>
                      <a:pt x="148248" y="45837"/>
                      <a:pt x="118632" y="17447"/>
                      <a:pt x="82850" y="17447"/>
                    </a:cubicBezTo>
                    <a:close/>
                    <a:moveTo>
                      <a:pt x="82844" y="0"/>
                    </a:moveTo>
                    <a:cubicBezTo>
                      <a:pt x="128594" y="0"/>
                      <a:pt x="165688" y="37108"/>
                      <a:pt x="165688" y="82874"/>
                    </a:cubicBezTo>
                    <a:cubicBezTo>
                      <a:pt x="165688" y="128641"/>
                      <a:pt x="128594" y="165749"/>
                      <a:pt x="82844" y="165749"/>
                    </a:cubicBezTo>
                    <a:cubicBezTo>
                      <a:pt x="37094" y="165749"/>
                      <a:pt x="0" y="128641"/>
                      <a:pt x="0" y="82874"/>
                    </a:cubicBezTo>
                    <a:cubicBezTo>
                      <a:pt x="0" y="37108"/>
                      <a:pt x="37094" y="0"/>
                      <a:pt x="82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5EA3C0CA-1E6C-8248-9289-5E92429949AB}"/>
                  </a:ext>
                </a:extLst>
              </p:cNvPr>
              <p:cNvSpPr/>
              <p:nvPr/>
            </p:nvSpPr>
            <p:spPr>
              <a:xfrm>
                <a:off x="19424388" y="10490755"/>
                <a:ext cx="544411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8">
                    <a:moveTo>
                      <a:pt x="0" y="0"/>
                    </a:moveTo>
                    <a:lnTo>
                      <a:pt x="438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BBE387F2-FBDF-5844-B900-7BB75E8D10D6}"/>
                  </a:ext>
                </a:extLst>
              </p:cNvPr>
              <p:cNvSpPr/>
              <p:nvPr/>
            </p:nvSpPr>
            <p:spPr>
              <a:xfrm>
                <a:off x="19414418" y="10482035"/>
                <a:ext cx="564344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4" h="15">
                    <a:moveTo>
                      <a:pt x="446" y="15"/>
                    </a:moveTo>
                    <a:lnTo>
                      <a:pt x="8" y="15"/>
                    </a:lnTo>
                    <a:cubicBezTo>
                      <a:pt x="4" y="15"/>
                      <a:pt x="0" y="11"/>
                      <a:pt x="0" y="7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446" y="0"/>
                    </a:lnTo>
                    <a:cubicBezTo>
                      <a:pt x="450" y="0"/>
                      <a:pt x="454" y="3"/>
                      <a:pt x="454" y="7"/>
                    </a:cubicBezTo>
                    <a:cubicBezTo>
                      <a:pt x="454" y="11"/>
                      <a:pt x="450" y="15"/>
                      <a:pt x="446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3E9A7EF3-0716-4D47-957A-EB4F10D7CCA8}"/>
                  </a:ext>
                </a:extLst>
              </p:cNvPr>
              <p:cNvSpPr/>
              <p:nvPr/>
            </p:nvSpPr>
            <p:spPr>
              <a:xfrm>
                <a:off x="19314758" y="10546839"/>
                <a:ext cx="662761" cy="10979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3" h="882">
                    <a:moveTo>
                      <a:pt x="510" y="838"/>
                    </a:moveTo>
                    <a:lnTo>
                      <a:pt x="287" y="838"/>
                    </a:lnTo>
                    <a:lnTo>
                      <a:pt x="287" y="7"/>
                    </a:lnTo>
                    <a:cubicBezTo>
                      <a:pt x="287" y="3"/>
                      <a:pt x="284" y="0"/>
                      <a:pt x="280" y="0"/>
                    </a:cubicBezTo>
                    <a:lnTo>
                      <a:pt x="253" y="0"/>
                    </a:lnTo>
                    <a:cubicBezTo>
                      <a:pt x="249" y="0"/>
                      <a:pt x="245" y="3"/>
                      <a:pt x="245" y="7"/>
                    </a:cubicBezTo>
                    <a:lnTo>
                      <a:pt x="245" y="838"/>
                    </a:lnTo>
                    <a:lnTo>
                      <a:pt x="22" y="838"/>
                    </a:lnTo>
                    <a:cubicBezTo>
                      <a:pt x="10" y="838"/>
                      <a:pt x="0" y="848"/>
                      <a:pt x="0" y="860"/>
                    </a:cubicBezTo>
                    <a:cubicBezTo>
                      <a:pt x="0" y="873"/>
                      <a:pt x="10" y="882"/>
                      <a:pt x="22" y="882"/>
                    </a:cubicBezTo>
                    <a:lnTo>
                      <a:pt x="510" y="882"/>
                    </a:lnTo>
                    <a:cubicBezTo>
                      <a:pt x="523" y="882"/>
                      <a:pt x="533" y="873"/>
                      <a:pt x="533" y="860"/>
                    </a:cubicBezTo>
                    <a:cubicBezTo>
                      <a:pt x="533" y="848"/>
                      <a:pt x="523" y="838"/>
                      <a:pt x="510" y="83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5A6C3CA6-DF0F-E949-9156-C37438414296}"/>
                  </a:ext>
                </a:extLst>
              </p:cNvPr>
              <p:cNvSpPr/>
              <p:nvPr/>
            </p:nvSpPr>
            <p:spPr>
              <a:xfrm>
                <a:off x="19629944" y="9944910"/>
                <a:ext cx="712593" cy="18768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3" h="1507">
                    <a:moveTo>
                      <a:pt x="56" y="1507"/>
                    </a:moveTo>
                    <a:cubicBezTo>
                      <a:pt x="50" y="1507"/>
                      <a:pt x="44" y="1507"/>
                      <a:pt x="38" y="1504"/>
                    </a:cubicBezTo>
                    <a:cubicBezTo>
                      <a:pt x="9" y="1495"/>
                      <a:pt x="-7" y="1463"/>
                      <a:pt x="3" y="1434"/>
                    </a:cubicBezTo>
                    <a:lnTo>
                      <a:pt x="464" y="38"/>
                    </a:lnTo>
                    <a:cubicBezTo>
                      <a:pt x="474" y="9"/>
                      <a:pt x="505" y="-7"/>
                      <a:pt x="534" y="3"/>
                    </a:cubicBezTo>
                    <a:cubicBezTo>
                      <a:pt x="564" y="13"/>
                      <a:pt x="579" y="44"/>
                      <a:pt x="570" y="73"/>
                    </a:cubicBezTo>
                    <a:lnTo>
                      <a:pt x="109" y="1469"/>
                    </a:lnTo>
                    <a:cubicBezTo>
                      <a:pt x="101" y="1493"/>
                      <a:pt x="79" y="1507"/>
                      <a:pt x="56" y="150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F07A26ED-D6EE-C441-930F-ABE0A07C41D3}"/>
                  </a:ext>
                </a:extLst>
              </p:cNvPr>
              <p:cNvSpPr/>
              <p:nvPr/>
            </p:nvSpPr>
            <p:spPr>
              <a:xfrm>
                <a:off x="19620935" y="9935893"/>
                <a:ext cx="730610" cy="1895804"/>
              </a:xfrm>
              <a:custGeom>
                <a:avLst/>
                <a:gdLst>
                  <a:gd name="connsiteX0" fmla="*/ 651943 w 730610"/>
                  <a:gd name="connsiteY0" fmla="*/ 17740 h 1895804"/>
                  <a:gd name="connsiteX1" fmla="*/ 594739 w 730610"/>
                  <a:gd name="connsiteY1" fmla="*/ 60083 h 1895804"/>
                  <a:gd name="connsiteX2" fmla="*/ 21459 w 730610"/>
                  <a:gd name="connsiteY2" fmla="*/ 1797409 h 1895804"/>
                  <a:gd name="connsiteX3" fmla="*/ 60009 w 730610"/>
                  <a:gd name="connsiteY3" fmla="*/ 1873378 h 1895804"/>
                  <a:gd name="connsiteX4" fmla="*/ 78663 w 730610"/>
                  <a:gd name="connsiteY4" fmla="*/ 1877114 h 1895804"/>
                  <a:gd name="connsiteX5" fmla="*/ 135867 w 730610"/>
                  <a:gd name="connsiteY5" fmla="*/ 1836016 h 1895804"/>
                  <a:gd name="connsiteX6" fmla="*/ 709147 w 730610"/>
                  <a:gd name="connsiteY6" fmla="*/ 97445 h 1895804"/>
                  <a:gd name="connsiteX7" fmla="*/ 670597 w 730610"/>
                  <a:gd name="connsiteY7" fmla="*/ 21476 h 1895804"/>
                  <a:gd name="connsiteX8" fmla="*/ 651943 w 730610"/>
                  <a:gd name="connsiteY8" fmla="*/ 17740 h 1895804"/>
                  <a:gd name="connsiteX9" fmla="*/ 676845 w 730610"/>
                  <a:gd name="connsiteY9" fmla="*/ 4025 h 1895804"/>
                  <a:gd name="connsiteX10" fmla="*/ 726591 w 730610"/>
                  <a:gd name="connsiteY10" fmla="*/ 103658 h 1895804"/>
                  <a:gd name="connsiteX11" fmla="*/ 153259 w 730610"/>
                  <a:gd name="connsiteY11" fmla="*/ 1841006 h 1895804"/>
                  <a:gd name="connsiteX12" fmla="*/ 78639 w 730610"/>
                  <a:gd name="connsiteY12" fmla="*/ 1895804 h 1895804"/>
                  <a:gd name="connsiteX13" fmla="*/ 53765 w 730610"/>
                  <a:gd name="connsiteY13" fmla="*/ 1892068 h 1895804"/>
                  <a:gd name="connsiteX14" fmla="*/ 4019 w 730610"/>
                  <a:gd name="connsiteY14" fmla="*/ 1792435 h 1895804"/>
                  <a:gd name="connsiteX15" fmla="*/ 577351 w 730610"/>
                  <a:gd name="connsiteY15" fmla="*/ 53842 h 1895804"/>
                  <a:gd name="connsiteX16" fmla="*/ 676845 w 730610"/>
                  <a:gd name="connsiteY16" fmla="*/ 4025 h 189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30610" h="1895804">
                    <a:moveTo>
                      <a:pt x="651943" y="17740"/>
                    </a:moveTo>
                    <a:cubicBezTo>
                      <a:pt x="627073" y="17740"/>
                      <a:pt x="603445" y="33930"/>
                      <a:pt x="594739" y="60083"/>
                    </a:cubicBezTo>
                    <a:lnTo>
                      <a:pt x="21459" y="1797409"/>
                    </a:lnTo>
                    <a:cubicBezTo>
                      <a:pt x="11511" y="1829789"/>
                      <a:pt x="28921" y="1863415"/>
                      <a:pt x="60009" y="1873378"/>
                    </a:cubicBezTo>
                    <a:cubicBezTo>
                      <a:pt x="64983" y="1875869"/>
                      <a:pt x="72445" y="1877114"/>
                      <a:pt x="78663" y="1877114"/>
                    </a:cubicBezTo>
                    <a:cubicBezTo>
                      <a:pt x="104777" y="1877114"/>
                      <a:pt x="127161" y="1859678"/>
                      <a:pt x="135867" y="1836016"/>
                    </a:cubicBezTo>
                    <a:lnTo>
                      <a:pt x="709147" y="97445"/>
                    </a:lnTo>
                    <a:cubicBezTo>
                      <a:pt x="720339" y="66310"/>
                      <a:pt x="701685" y="31439"/>
                      <a:pt x="670597" y="21476"/>
                    </a:cubicBezTo>
                    <a:cubicBezTo>
                      <a:pt x="664379" y="18985"/>
                      <a:pt x="658161" y="17740"/>
                      <a:pt x="651943" y="17740"/>
                    </a:cubicBezTo>
                    <a:close/>
                    <a:moveTo>
                      <a:pt x="676845" y="4025"/>
                    </a:moveTo>
                    <a:cubicBezTo>
                      <a:pt x="717885" y="17725"/>
                      <a:pt x="740271" y="62560"/>
                      <a:pt x="726591" y="103658"/>
                    </a:cubicBezTo>
                    <a:lnTo>
                      <a:pt x="153259" y="1841006"/>
                    </a:lnTo>
                    <a:cubicBezTo>
                      <a:pt x="142067" y="1873387"/>
                      <a:pt x="113461" y="1895804"/>
                      <a:pt x="78639" y="1895804"/>
                    </a:cubicBezTo>
                    <a:cubicBezTo>
                      <a:pt x="69933" y="1895804"/>
                      <a:pt x="62471" y="1894559"/>
                      <a:pt x="53765" y="1892068"/>
                    </a:cubicBezTo>
                    <a:cubicBezTo>
                      <a:pt x="12725" y="1878368"/>
                      <a:pt x="-9661" y="1833534"/>
                      <a:pt x="4019" y="1792435"/>
                    </a:cubicBezTo>
                    <a:lnTo>
                      <a:pt x="577351" y="53842"/>
                    </a:lnTo>
                    <a:cubicBezTo>
                      <a:pt x="591031" y="12743"/>
                      <a:pt x="635803" y="-9674"/>
                      <a:pt x="676845" y="40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62F338F9-0DF4-8C43-B80C-B90436B7DFF3}"/>
                  </a:ext>
                </a:extLst>
              </p:cNvPr>
              <p:cNvSpPr/>
              <p:nvPr/>
            </p:nvSpPr>
            <p:spPr>
              <a:xfrm>
                <a:off x="16365966" y="9944910"/>
                <a:ext cx="712593" cy="18768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3" h="1507">
                    <a:moveTo>
                      <a:pt x="56" y="1507"/>
                    </a:moveTo>
                    <a:cubicBezTo>
                      <a:pt x="50" y="1507"/>
                      <a:pt x="44" y="1507"/>
                      <a:pt x="39" y="1504"/>
                    </a:cubicBezTo>
                    <a:cubicBezTo>
                      <a:pt x="9" y="1495"/>
                      <a:pt x="-6" y="1463"/>
                      <a:pt x="3" y="1434"/>
                    </a:cubicBezTo>
                    <a:lnTo>
                      <a:pt x="464" y="38"/>
                    </a:lnTo>
                    <a:cubicBezTo>
                      <a:pt x="473" y="9"/>
                      <a:pt x="505" y="-7"/>
                      <a:pt x="535" y="3"/>
                    </a:cubicBezTo>
                    <a:cubicBezTo>
                      <a:pt x="564" y="13"/>
                      <a:pt x="580" y="44"/>
                      <a:pt x="570" y="73"/>
                    </a:cubicBezTo>
                    <a:lnTo>
                      <a:pt x="109" y="1469"/>
                    </a:lnTo>
                    <a:cubicBezTo>
                      <a:pt x="101" y="1493"/>
                      <a:pt x="80" y="1507"/>
                      <a:pt x="56" y="150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3" name="Freeform 472">
                <a:extLst>
                  <a:ext uri="{FF2B5EF4-FFF2-40B4-BE49-F238E27FC236}">
                    <a16:creationId xmlns:a16="http://schemas.microsoft.com/office/drawing/2014/main" id="{2F2603A6-842D-C34F-A936-2B41E8ED7E81}"/>
                  </a:ext>
                </a:extLst>
              </p:cNvPr>
              <p:cNvSpPr/>
              <p:nvPr/>
            </p:nvSpPr>
            <p:spPr>
              <a:xfrm>
                <a:off x="16355715" y="9935893"/>
                <a:ext cx="730610" cy="1895804"/>
              </a:xfrm>
              <a:custGeom>
                <a:avLst/>
                <a:gdLst>
                  <a:gd name="connsiteX0" fmla="*/ 651947 w 730610"/>
                  <a:gd name="connsiteY0" fmla="*/ 17740 h 1895804"/>
                  <a:gd name="connsiteX1" fmla="*/ 594743 w 730610"/>
                  <a:gd name="connsiteY1" fmla="*/ 60083 h 1895804"/>
                  <a:gd name="connsiteX2" fmla="*/ 21462 w 730610"/>
                  <a:gd name="connsiteY2" fmla="*/ 1797409 h 1895804"/>
                  <a:gd name="connsiteX3" fmla="*/ 60012 w 730610"/>
                  <a:gd name="connsiteY3" fmla="*/ 1873378 h 1895804"/>
                  <a:gd name="connsiteX4" fmla="*/ 78666 w 730610"/>
                  <a:gd name="connsiteY4" fmla="*/ 1877114 h 1895804"/>
                  <a:gd name="connsiteX5" fmla="*/ 135870 w 730610"/>
                  <a:gd name="connsiteY5" fmla="*/ 1836016 h 1895804"/>
                  <a:gd name="connsiteX6" fmla="*/ 709151 w 730610"/>
                  <a:gd name="connsiteY6" fmla="*/ 97445 h 1895804"/>
                  <a:gd name="connsiteX7" fmla="*/ 670601 w 730610"/>
                  <a:gd name="connsiteY7" fmla="*/ 21476 h 1895804"/>
                  <a:gd name="connsiteX8" fmla="*/ 651947 w 730610"/>
                  <a:gd name="connsiteY8" fmla="*/ 17740 h 1895804"/>
                  <a:gd name="connsiteX9" fmla="*/ 676845 w 730610"/>
                  <a:gd name="connsiteY9" fmla="*/ 4025 h 1895804"/>
                  <a:gd name="connsiteX10" fmla="*/ 726591 w 730610"/>
                  <a:gd name="connsiteY10" fmla="*/ 103658 h 1895804"/>
                  <a:gd name="connsiteX11" fmla="*/ 153259 w 730610"/>
                  <a:gd name="connsiteY11" fmla="*/ 1841006 h 1895804"/>
                  <a:gd name="connsiteX12" fmla="*/ 78639 w 730610"/>
                  <a:gd name="connsiteY12" fmla="*/ 1895804 h 1895804"/>
                  <a:gd name="connsiteX13" fmla="*/ 53766 w 730610"/>
                  <a:gd name="connsiteY13" fmla="*/ 1892068 h 1895804"/>
                  <a:gd name="connsiteX14" fmla="*/ 4019 w 730610"/>
                  <a:gd name="connsiteY14" fmla="*/ 1792435 h 1895804"/>
                  <a:gd name="connsiteX15" fmla="*/ 577351 w 730610"/>
                  <a:gd name="connsiteY15" fmla="*/ 53842 h 1895804"/>
                  <a:gd name="connsiteX16" fmla="*/ 676845 w 730610"/>
                  <a:gd name="connsiteY16" fmla="*/ 4025 h 1895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30610" h="1895804">
                    <a:moveTo>
                      <a:pt x="651947" y="17740"/>
                    </a:moveTo>
                    <a:cubicBezTo>
                      <a:pt x="627075" y="17740"/>
                      <a:pt x="603447" y="33930"/>
                      <a:pt x="594743" y="60083"/>
                    </a:cubicBezTo>
                    <a:lnTo>
                      <a:pt x="21462" y="1797409"/>
                    </a:lnTo>
                    <a:cubicBezTo>
                      <a:pt x="11514" y="1829789"/>
                      <a:pt x="27680" y="1863415"/>
                      <a:pt x="60012" y="1873378"/>
                    </a:cubicBezTo>
                    <a:cubicBezTo>
                      <a:pt x="66230" y="1875869"/>
                      <a:pt x="72448" y="1877114"/>
                      <a:pt x="78666" y="1877114"/>
                    </a:cubicBezTo>
                    <a:cubicBezTo>
                      <a:pt x="104781" y="1877114"/>
                      <a:pt x="127165" y="1859678"/>
                      <a:pt x="135870" y="1836016"/>
                    </a:cubicBezTo>
                    <a:lnTo>
                      <a:pt x="709151" y="97445"/>
                    </a:lnTo>
                    <a:cubicBezTo>
                      <a:pt x="719099" y="66310"/>
                      <a:pt x="701689" y="31439"/>
                      <a:pt x="670601" y="21476"/>
                    </a:cubicBezTo>
                    <a:cubicBezTo>
                      <a:pt x="664383" y="18985"/>
                      <a:pt x="658165" y="17740"/>
                      <a:pt x="651947" y="17740"/>
                    </a:cubicBezTo>
                    <a:close/>
                    <a:moveTo>
                      <a:pt x="676845" y="4025"/>
                    </a:moveTo>
                    <a:cubicBezTo>
                      <a:pt x="717885" y="17725"/>
                      <a:pt x="740271" y="62560"/>
                      <a:pt x="726591" y="103658"/>
                    </a:cubicBezTo>
                    <a:lnTo>
                      <a:pt x="153259" y="1841006"/>
                    </a:lnTo>
                    <a:cubicBezTo>
                      <a:pt x="143310" y="1873387"/>
                      <a:pt x="112218" y="1895804"/>
                      <a:pt x="78639" y="1895804"/>
                    </a:cubicBezTo>
                    <a:cubicBezTo>
                      <a:pt x="69933" y="1895804"/>
                      <a:pt x="61228" y="1894559"/>
                      <a:pt x="53766" y="1892068"/>
                    </a:cubicBezTo>
                    <a:cubicBezTo>
                      <a:pt x="12725" y="1878368"/>
                      <a:pt x="-9661" y="1833534"/>
                      <a:pt x="4019" y="1792435"/>
                    </a:cubicBezTo>
                    <a:lnTo>
                      <a:pt x="577351" y="53842"/>
                    </a:lnTo>
                    <a:cubicBezTo>
                      <a:pt x="591031" y="12743"/>
                      <a:pt x="634559" y="-9674"/>
                      <a:pt x="676845" y="40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9DECDC04-81B2-B746-9333-5198BE74CB68}"/>
                  </a:ext>
                </a:extLst>
              </p:cNvPr>
              <p:cNvSpPr/>
              <p:nvPr/>
            </p:nvSpPr>
            <p:spPr>
              <a:xfrm>
                <a:off x="19162772" y="8618922"/>
                <a:ext cx="66027" cy="697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" h="57">
                    <a:moveTo>
                      <a:pt x="53" y="2"/>
                    </a:moveTo>
                    <a:cubicBezTo>
                      <a:pt x="51" y="-2"/>
                      <a:pt x="45" y="0"/>
                      <a:pt x="30" y="5"/>
                    </a:cubicBezTo>
                    <a:cubicBezTo>
                      <a:pt x="22" y="7"/>
                      <a:pt x="5" y="11"/>
                      <a:pt x="5" y="11"/>
                    </a:cubicBezTo>
                    <a:cubicBezTo>
                      <a:pt x="2" y="12"/>
                      <a:pt x="-1" y="16"/>
                      <a:pt x="0" y="20"/>
                    </a:cubicBezTo>
                    <a:lnTo>
                      <a:pt x="8" y="52"/>
                    </a:lnTo>
                    <a:cubicBezTo>
                      <a:pt x="8" y="54"/>
                      <a:pt x="10" y="55"/>
                      <a:pt x="11" y="57"/>
                    </a:cubicBezTo>
                    <a:cubicBezTo>
                      <a:pt x="13" y="57"/>
                      <a:pt x="14" y="57"/>
                      <a:pt x="15" y="57"/>
                    </a:cubicBezTo>
                    <a:cubicBezTo>
                      <a:pt x="16" y="57"/>
                      <a:pt x="16" y="57"/>
                      <a:pt x="17" y="57"/>
                    </a:cubicBezTo>
                    <a:cubicBezTo>
                      <a:pt x="59" y="45"/>
                      <a:pt x="55" y="5"/>
                      <a:pt x="53" y="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82C47FC7-E3CF-194C-91C8-D35D546B5EE7}"/>
                  </a:ext>
                </a:extLst>
              </p:cNvPr>
              <p:cNvSpPr/>
              <p:nvPr/>
            </p:nvSpPr>
            <p:spPr>
              <a:xfrm>
                <a:off x="16395868" y="9939922"/>
                <a:ext cx="5102763" cy="1483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97" h="120">
                    <a:moveTo>
                      <a:pt x="4037" y="0"/>
                    </a:moveTo>
                    <a:lnTo>
                      <a:pt x="2048" y="0"/>
                    </a:lnTo>
                    <a:lnTo>
                      <a:pt x="60" y="0"/>
                    </a:lnTo>
                    <a:cubicBezTo>
                      <a:pt x="44" y="0"/>
                      <a:pt x="29" y="6"/>
                      <a:pt x="18" y="17"/>
                    </a:cubicBezTo>
                    <a:cubicBezTo>
                      <a:pt x="7" y="28"/>
                      <a:pt x="0" y="43"/>
                      <a:pt x="0" y="59"/>
                    </a:cubicBezTo>
                    <a:cubicBezTo>
                      <a:pt x="0" y="77"/>
                      <a:pt x="7" y="91"/>
                      <a:pt x="18" y="102"/>
                    </a:cubicBezTo>
                    <a:cubicBezTo>
                      <a:pt x="29" y="113"/>
                      <a:pt x="44" y="120"/>
                      <a:pt x="60" y="120"/>
                    </a:cubicBezTo>
                    <a:lnTo>
                      <a:pt x="2048" y="120"/>
                    </a:lnTo>
                    <a:lnTo>
                      <a:pt x="4037" y="120"/>
                    </a:lnTo>
                    <a:cubicBezTo>
                      <a:pt x="4054" y="120"/>
                      <a:pt x="4068" y="113"/>
                      <a:pt x="4079" y="102"/>
                    </a:cubicBezTo>
                    <a:cubicBezTo>
                      <a:pt x="4090" y="91"/>
                      <a:pt x="4097" y="77"/>
                      <a:pt x="4097" y="59"/>
                    </a:cubicBezTo>
                    <a:cubicBezTo>
                      <a:pt x="4097" y="43"/>
                      <a:pt x="4090" y="28"/>
                      <a:pt x="4079" y="17"/>
                    </a:cubicBezTo>
                    <a:cubicBezTo>
                      <a:pt x="4068" y="6"/>
                      <a:pt x="4054" y="0"/>
                      <a:pt x="403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4" name="Freeform 473">
                <a:extLst>
                  <a:ext uri="{FF2B5EF4-FFF2-40B4-BE49-F238E27FC236}">
                    <a16:creationId xmlns:a16="http://schemas.microsoft.com/office/drawing/2014/main" id="{5EDD518A-4A1E-7248-BDF0-16704F462941}"/>
                  </a:ext>
                </a:extLst>
              </p:cNvPr>
              <p:cNvSpPr/>
              <p:nvPr/>
            </p:nvSpPr>
            <p:spPr>
              <a:xfrm>
                <a:off x="16387148" y="9929955"/>
                <a:ext cx="5120200" cy="166995"/>
              </a:xfrm>
              <a:custGeom>
                <a:avLst/>
                <a:gdLst>
                  <a:gd name="connsiteX0" fmla="*/ 83452 w 5120200"/>
                  <a:gd name="connsiteY0" fmla="*/ 18694 h 166995"/>
                  <a:gd name="connsiteX1" fmla="*/ 37369 w 5120200"/>
                  <a:gd name="connsiteY1" fmla="*/ 38444 h 166995"/>
                  <a:gd name="connsiteX2" fmla="*/ 18687 w 5120200"/>
                  <a:gd name="connsiteY2" fmla="*/ 82881 h 166995"/>
                  <a:gd name="connsiteX3" fmla="*/ 37369 w 5120200"/>
                  <a:gd name="connsiteY3" fmla="*/ 129787 h 166995"/>
                  <a:gd name="connsiteX4" fmla="*/ 83452 w 5120200"/>
                  <a:gd name="connsiteY4" fmla="*/ 148302 h 166995"/>
                  <a:gd name="connsiteX5" fmla="*/ 5036752 w 5120200"/>
                  <a:gd name="connsiteY5" fmla="*/ 148302 h 166995"/>
                  <a:gd name="connsiteX6" fmla="*/ 5082834 w 5120200"/>
                  <a:gd name="connsiteY6" fmla="*/ 129787 h 166995"/>
                  <a:gd name="connsiteX7" fmla="*/ 5101516 w 5120200"/>
                  <a:gd name="connsiteY7" fmla="*/ 82881 h 166995"/>
                  <a:gd name="connsiteX8" fmla="*/ 5082834 w 5120200"/>
                  <a:gd name="connsiteY8" fmla="*/ 38444 h 166995"/>
                  <a:gd name="connsiteX9" fmla="*/ 5036752 w 5120200"/>
                  <a:gd name="connsiteY9" fmla="*/ 18694 h 166995"/>
                  <a:gd name="connsiteX10" fmla="*/ 83448 w 5120200"/>
                  <a:gd name="connsiteY10" fmla="*/ 0 h 166995"/>
                  <a:gd name="connsiteX11" fmla="*/ 5036754 w 5120200"/>
                  <a:gd name="connsiteY11" fmla="*/ 0 h 166995"/>
                  <a:gd name="connsiteX12" fmla="*/ 5095292 w 5120200"/>
                  <a:gd name="connsiteY12" fmla="*/ 24740 h 166995"/>
                  <a:gd name="connsiteX13" fmla="*/ 5120200 w 5120200"/>
                  <a:gd name="connsiteY13" fmla="*/ 82879 h 166995"/>
                  <a:gd name="connsiteX14" fmla="*/ 5095292 w 5120200"/>
                  <a:gd name="connsiteY14" fmla="*/ 142255 h 166995"/>
                  <a:gd name="connsiteX15" fmla="*/ 5036754 w 5120200"/>
                  <a:gd name="connsiteY15" fmla="*/ 166995 h 166995"/>
                  <a:gd name="connsiteX16" fmla="*/ 83448 w 5120200"/>
                  <a:gd name="connsiteY16" fmla="*/ 166995 h 166995"/>
                  <a:gd name="connsiteX17" fmla="*/ 23664 w 5120200"/>
                  <a:gd name="connsiteY17" fmla="*/ 142255 h 166995"/>
                  <a:gd name="connsiteX18" fmla="*/ 0 w 5120200"/>
                  <a:gd name="connsiteY18" fmla="*/ 82879 h 166995"/>
                  <a:gd name="connsiteX19" fmla="*/ 23664 w 5120200"/>
                  <a:gd name="connsiteY19" fmla="*/ 24740 h 166995"/>
                  <a:gd name="connsiteX20" fmla="*/ 83448 w 5120200"/>
                  <a:gd name="connsiteY20" fmla="*/ 0 h 1669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20200" h="166995">
                    <a:moveTo>
                      <a:pt x="83452" y="18694"/>
                    </a:moveTo>
                    <a:cubicBezTo>
                      <a:pt x="66015" y="18694"/>
                      <a:pt x="49824" y="26100"/>
                      <a:pt x="37369" y="38444"/>
                    </a:cubicBezTo>
                    <a:cubicBezTo>
                      <a:pt x="24914" y="50787"/>
                      <a:pt x="18687" y="66834"/>
                      <a:pt x="18687" y="82881"/>
                    </a:cubicBezTo>
                    <a:cubicBezTo>
                      <a:pt x="18687" y="101396"/>
                      <a:pt x="24914" y="117443"/>
                      <a:pt x="37369" y="129787"/>
                    </a:cubicBezTo>
                    <a:cubicBezTo>
                      <a:pt x="49824" y="142130"/>
                      <a:pt x="66015" y="148302"/>
                      <a:pt x="83452" y="148302"/>
                    </a:cubicBezTo>
                    <a:lnTo>
                      <a:pt x="5036752" y="148302"/>
                    </a:lnTo>
                    <a:cubicBezTo>
                      <a:pt x="5054188" y="148302"/>
                      <a:pt x="5070380" y="142130"/>
                      <a:pt x="5082834" y="129787"/>
                    </a:cubicBezTo>
                    <a:cubicBezTo>
                      <a:pt x="5095290" y="117443"/>
                      <a:pt x="5101516" y="101396"/>
                      <a:pt x="5101516" y="82881"/>
                    </a:cubicBezTo>
                    <a:cubicBezTo>
                      <a:pt x="5101516" y="66834"/>
                      <a:pt x="5095290" y="50787"/>
                      <a:pt x="5082834" y="38444"/>
                    </a:cubicBezTo>
                    <a:cubicBezTo>
                      <a:pt x="5070380" y="26100"/>
                      <a:pt x="5054188" y="18694"/>
                      <a:pt x="5036752" y="18694"/>
                    </a:cubicBezTo>
                    <a:close/>
                    <a:moveTo>
                      <a:pt x="83448" y="0"/>
                    </a:moveTo>
                    <a:lnTo>
                      <a:pt x="5036754" y="0"/>
                    </a:lnTo>
                    <a:cubicBezTo>
                      <a:pt x="5059172" y="0"/>
                      <a:pt x="5080346" y="9896"/>
                      <a:pt x="5095292" y="24740"/>
                    </a:cubicBezTo>
                    <a:cubicBezTo>
                      <a:pt x="5111482" y="40821"/>
                      <a:pt x="5120200" y="61850"/>
                      <a:pt x="5120200" y="82879"/>
                    </a:cubicBezTo>
                    <a:cubicBezTo>
                      <a:pt x="5120200" y="106382"/>
                      <a:pt x="5111482" y="127411"/>
                      <a:pt x="5095292" y="142255"/>
                    </a:cubicBezTo>
                    <a:cubicBezTo>
                      <a:pt x="5080346" y="158336"/>
                      <a:pt x="5059172" y="166995"/>
                      <a:pt x="5036754" y="166995"/>
                    </a:cubicBezTo>
                    <a:lnTo>
                      <a:pt x="83448" y="166995"/>
                    </a:lnTo>
                    <a:cubicBezTo>
                      <a:pt x="61029" y="166995"/>
                      <a:pt x="39856" y="158336"/>
                      <a:pt x="23664" y="142255"/>
                    </a:cubicBezTo>
                    <a:cubicBezTo>
                      <a:pt x="8718" y="127411"/>
                      <a:pt x="0" y="106382"/>
                      <a:pt x="0" y="82879"/>
                    </a:cubicBezTo>
                    <a:cubicBezTo>
                      <a:pt x="0" y="61850"/>
                      <a:pt x="8718" y="40821"/>
                      <a:pt x="23664" y="24740"/>
                    </a:cubicBezTo>
                    <a:cubicBezTo>
                      <a:pt x="39856" y="9896"/>
                      <a:pt x="61029" y="0"/>
                      <a:pt x="83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5D474223-2CC2-9842-BF4F-BCDA0D941182}"/>
                  </a:ext>
                </a:extLst>
              </p:cNvPr>
              <p:cNvSpPr/>
              <p:nvPr/>
            </p:nvSpPr>
            <p:spPr>
              <a:xfrm>
                <a:off x="19810580" y="9939922"/>
                <a:ext cx="1688048" cy="1483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56" h="120">
                    <a:moveTo>
                      <a:pt x="1291" y="0"/>
                    </a:moveTo>
                    <a:lnTo>
                      <a:pt x="645" y="0"/>
                    </a:lnTo>
                    <a:lnTo>
                      <a:pt x="0" y="0"/>
                    </a:lnTo>
                    <a:lnTo>
                      <a:pt x="0" y="59"/>
                    </a:lnTo>
                    <a:lnTo>
                      <a:pt x="0" y="120"/>
                    </a:lnTo>
                    <a:lnTo>
                      <a:pt x="645" y="120"/>
                    </a:lnTo>
                    <a:lnTo>
                      <a:pt x="1291" y="120"/>
                    </a:lnTo>
                    <a:cubicBezTo>
                      <a:pt x="1309" y="120"/>
                      <a:pt x="1326" y="113"/>
                      <a:pt x="1337" y="102"/>
                    </a:cubicBezTo>
                    <a:cubicBezTo>
                      <a:pt x="1349" y="91"/>
                      <a:pt x="1356" y="77"/>
                      <a:pt x="1356" y="59"/>
                    </a:cubicBezTo>
                    <a:cubicBezTo>
                      <a:pt x="1356" y="43"/>
                      <a:pt x="1349" y="28"/>
                      <a:pt x="1337" y="17"/>
                    </a:cubicBezTo>
                    <a:cubicBezTo>
                      <a:pt x="1326" y="6"/>
                      <a:pt x="1309" y="0"/>
                      <a:pt x="12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54CE7E4F-8832-D946-8CA4-23BBE3607E57}"/>
                  </a:ext>
                </a:extLst>
              </p:cNvPr>
              <p:cNvSpPr/>
              <p:nvPr/>
            </p:nvSpPr>
            <p:spPr>
              <a:xfrm>
                <a:off x="19800617" y="9929955"/>
                <a:ext cx="1706735" cy="1669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71" h="135">
                    <a:moveTo>
                      <a:pt x="1299" y="135"/>
                    </a:moveTo>
                    <a:lnTo>
                      <a:pt x="8" y="135"/>
                    </a:lnTo>
                    <a:cubicBezTo>
                      <a:pt x="3" y="135"/>
                      <a:pt x="0" y="132"/>
                      <a:pt x="0" y="128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8" y="0"/>
                    </a:cubicBezTo>
                    <a:lnTo>
                      <a:pt x="1299" y="0"/>
                    </a:lnTo>
                    <a:cubicBezTo>
                      <a:pt x="1318" y="0"/>
                      <a:pt x="1337" y="8"/>
                      <a:pt x="1350" y="20"/>
                    </a:cubicBezTo>
                    <a:cubicBezTo>
                      <a:pt x="1364" y="33"/>
                      <a:pt x="1371" y="50"/>
                      <a:pt x="1371" y="67"/>
                    </a:cubicBezTo>
                    <a:cubicBezTo>
                      <a:pt x="1371" y="86"/>
                      <a:pt x="1364" y="103"/>
                      <a:pt x="1350" y="116"/>
                    </a:cubicBezTo>
                    <a:cubicBezTo>
                      <a:pt x="1337" y="128"/>
                      <a:pt x="1318" y="135"/>
                      <a:pt x="1299" y="13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FE332F61-BD73-7947-AA80-D45DF46C924B}"/>
                  </a:ext>
                </a:extLst>
              </p:cNvPr>
              <p:cNvSpPr/>
              <p:nvPr/>
            </p:nvSpPr>
            <p:spPr>
              <a:xfrm>
                <a:off x="19819304" y="9948649"/>
                <a:ext cx="1669361" cy="1296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41" h="105">
                    <a:moveTo>
                      <a:pt x="0" y="105"/>
                    </a:moveTo>
                    <a:lnTo>
                      <a:pt x="1284" y="105"/>
                    </a:lnTo>
                    <a:cubicBezTo>
                      <a:pt x="1299" y="105"/>
                      <a:pt x="1314" y="100"/>
                      <a:pt x="1325" y="90"/>
                    </a:cubicBezTo>
                    <a:cubicBezTo>
                      <a:pt x="1336" y="80"/>
                      <a:pt x="1341" y="67"/>
                      <a:pt x="1341" y="52"/>
                    </a:cubicBezTo>
                    <a:cubicBezTo>
                      <a:pt x="1341" y="39"/>
                      <a:pt x="1336" y="26"/>
                      <a:pt x="1325" y="16"/>
                    </a:cubicBezTo>
                    <a:cubicBezTo>
                      <a:pt x="1314" y="6"/>
                      <a:pt x="1299" y="0"/>
                      <a:pt x="1284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3" name="Freeform 342">
                <a:extLst>
                  <a:ext uri="{FF2B5EF4-FFF2-40B4-BE49-F238E27FC236}">
                    <a16:creationId xmlns:a16="http://schemas.microsoft.com/office/drawing/2014/main" id="{328BF1B9-7F30-284C-B674-1BB32078F757}"/>
                  </a:ext>
                </a:extLst>
              </p:cNvPr>
              <p:cNvSpPr/>
              <p:nvPr/>
            </p:nvSpPr>
            <p:spPr>
              <a:xfrm>
                <a:off x="19221324" y="9467604"/>
                <a:ext cx="424815" cy="25547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2" h="206">
                    <a:moveTo>
                      <a:pt x="8" y="206"/>
                    </a:moveTo>
                    <a:cubicBezTo>
                      <a:pt x="4" y="206"/>
                      <a:pt x="1" y="203"/>
                      <a:pt x="0" y="199"/>
                    </a:cubicBezTo>
                    <a:cubicBezTo>
                      <a:pt x="0" y="195"/>
                      <a:pt x="4" y="191"/>
                      <a:pt x="7" y="191"/>
                    </a:cubicBezTo>
                    <a:lnTo>
                      <a:pt x="326" y="168"/>
                    </a:lnTo>
                    <a:lnTo>
                      <a:pt x="317" y="8"/>
                    </a:lnTo>
                    <a:cubicBezTo>
                      <a:pt x="317" y="4"/>
                      <a:pt x="320" y="1"/>
                      <a:pt x="324" y="0"/>
                    </a:cubicBezTo>
                    <a:cubicBezTo>
                      <a:pt x="328" y="0"/>
                      <a:pt x="331" y="3"/>
                      <a:pt x="332" y="7"/>
                    </a:cubicBezTo>
                    <a:lnTo>
                      <a:pt x="342" y="174"/>
                    </a:lnTo>
                    <a:cubicBezTo>
                      <a:pt x="342" y="178"/>
                      <a:pt x="339" y="182"/>
                      <a:pt x="335" y="182"/>
                    </a:cubicBezTo>
                    <a:lnTo>
                      <a:pt x="9" y="20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1637C52-31BE-A343-9017-2B93DD39416F}"/>
                </a:ext>
              </a:extLst>
            </p:cNvPr>
            <p:cNvGrpSpPr/>
            <p:nvPr/>
          </p:nvGrpSpPr>
          <p:grpSpPr>
            <a:xfrm>
              <a:off x="17600548" y="4381742"/>
              <a:ext cx="4667984" cy="2610851"/>
              <a:chOff x="17600548" y="4381742"/>
              <a:chExt cx="4667984" cy="2610851"/>
            </a:xfrm>
          </p:grpSpPr>
          <p:sp>
            <p:nvSpPr>
              <p:cNvPr id="344" name="Freeform 343">
                <a:extLst>
                  <a:ext uri="{FF2B5EF4-FFF2-40B4-BE49-F238E27FC236}">
                    <a16:creationId xmlns:a16="http://schemas.microsoft.com/office/drawing/2014/main" id="{2904BB8B-0E15-0C47-BA21-67FB3ADF741C}"/>
                  </a:ext>
                </a:extLst>
              </p:cNvPr>
              <p:cNvSpPr/>
              <p:nvPr/>
            </p:nvSpPr>
            <p:spPr>
              <a:xfrm>
                <a:off x="17609269" y="4876495"/>
                <a:ext cx="4650541" cy="21073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34" h="1692">
                    <a:moveTo>
                      <a:pt x="3544" y="0"/>
                    </a:moveTo>
                    <a:lnTo>
                      <a:pt x="1867" y="0"/>
                    </a:lnTo>
                    <a:lnTo>
                      <a:pt x="190" y="0"/>
                    </a:lnTo>
                    <a:cubicBezTo>
                      <a:pt x="138" y="0"/>
                      <a:pt x="90" y="21"/>
                      <a:pt x="56" y="55"/>
                    </a:cubicBezTo>
                    <a:cubicBezTo>
                      <a:pt x="22" y="90"/>
                      <a:pt x="0" y="137"/>
                      <a:pt x="0" y="189"/>
                    </a:cubicBezTo>
                    <a:lnTo>
                      <a:pt x="0" y="846"/>
                    </a:lnTo>
                    <a:lnTo>
                      <a:pt x="0" y="1502"/>
                    </a:lnTo>
                    <a:cubicBezTo>
                      <a:pt x="0" y="1555"/>
                      <a:pt x="22" y="1602"/>
                      <a:pt x="56" y="1636"/>
                    </a:cubicBezTo>
                    <a:cubicBezTo>
                      <a:pt x="90" y="1670"/>
                      <a:pt x="138" y="1692"/>
                      <a:pt x="190" y="1692"/>
                    </a:cubicBezTo>
                    <a:lnTo>
                      <a:pt x="1867" y="1692"/>
                    </a:lnTo>
                    <a:lnTo>
                      <a:pt x="3544" y="1692"/>
                    </a:lnTo>
                    <a:cubicBezTo>
                      <a:pt x="3597" y="1692"/>
                      <a:pt x="3644" y="1670"/>
                      <a:pt x="3678" y="1636"/>
                    </a:cubicBezTo>
                    <a:cubicBezTo>
                      <a:pt x="3713" y="1602"/>
                      <a:pt x="3734" y="1555"/>
                      <a:pt x="3734" y="1502"/>
                    </a:cubicBezTo>
                    <a:lnTo>
                      <a:pt x="3734" y="846"/>
                    </a:lnTo>
                    <a:lnTo>
                      <a:pt x="3734" y="189"/>
                    </a:lnTo>
                    <a:cubicBezTo>
                      <a:pt x="3734" y="137"/>
                      <a:pt x="3713" y="90"/>
                      <a:pt x="3678" y="55"/>
                    </a:cubicBezTo>
                    <a:cubicBezTo>
                      <a:pt x="3644" y="21"/>
                      <a:pt x="3597" y="0"/>
                      <a:pt x="354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E6D1B887-7BE1-9B4D-A424-776F66D3203D}"/>
                  </a:ext>
                </a:extLst>
              </p:cNvPr>
              <p:cNvSpPr/>
              <p:nvPr/>
            </p:nvSpPr>
            <p:spPr>
              <a:xfrm>
                <a:off x="17600548" y="4866526"/>
                <a:ext cx="4667984" cy="2126067"/>
              </a:xfrm>
              <a:custGeom>
                <a:avLst/>
                <a:gdLst>
                  <a:gd name="connsiteX0" fmla="*/ 245358 w 4667984"/>
                  <a:gd name="connsiteY0" fmla="*/ 19939 h 2126067"/>
                  <a:gd name="connsiteX1" fmla="*/ 84694 w 4667984"/>
                  <a:gd name="connsiteY1" fmla="*/ 85950 h 2126067"/>
                  <a:gd name="connsiteX2" fmla="*/ 18684 w 4667984"/>
                  <a:gd name="connsiteY2" fmla="*/ 245372 h 2126067"/>
                  <a:gd name="connsiteX3" fmla="*/ 18684 w 4667984"/>
                  <a:gd name="connsiteY3" fmla="*/ 1880695 h 2126067"/>
                  <a:gd name="connsiteX4" fmla="*/ 84694 w 4667984"/>
                  <a:gd name="connsiteY4" fmla="*/ 2041363 h 2126067"/>
                  <a:gd name="connsiteX5" fmla="*/ 245358 w 4667984"/>
                  <a:gd name="connsiteY5" fmla="*/ 2108619 h 2126067"/>
                  <a:gd name="connsiteX6" fmla="*/ 4422620 w 4667984"/>
                  <a:gd name="connsiteY6" fmla="*/ 2108619 h 2126067"/>
                  <a:gd name="connsiteX7" fmla="*/ 4583284 w 4667984"/>
                  <a:gd name="connsiteY7" fmla="*/ 2041363 h 2126067"/>
                  <a:gd name="connsiteX8" fmla="*/ 4650538 w 4667984"/>
                  <a:gd name="connsiteY8" fmla="*/ 1880695 h 2126067"/>
                  <a:gd name="connsiteX9" fmla="*/ 4650538 w 4667984"/>
                  <a:gd name="connsiteY9" fmla="*/ 245372 h 2126067"/>
                  <a:gd name="connsiteX10" fmla="*/ 4583284 w 4667984"/>
                  <a:gd name="connsiteY10" fmla="*/ 85950 h 2126067"/>
                  <a:gd name="connsiteX11" fmla="*/ 4422620 w 4667984"/>
                  <a:gd name="connsiteY11" fmla="*/ 19939 h 2126067"/>
                  <a:gd name="connsiteX12" fmla="*/ 245356 w 4667984"/>
                  <a:gd name="connsiteY12" fmla="*/ 0 h 2126067"/>
                  <a:gd name="connsiteX13" fmla="*/ 4422628 w 4667984"/>
                  <a:gd name="connsiteY13" fmla="*/ 0 h 2126067"/>
                  <a:gd name="connsiteX14" fmla="*/ 4596992 w 4667984"/>
                  <a:gd name="connsiteY14" fmla="*/ 72239 h 2126067"/>
                  <a:gd name="connsiteX15" fmla="*/ 4667984 w 4667984"/>
                  <a:gd name="connsiteY15" fmla="*/ 245364 h 2126067"/>
                  <a:gd name="connsiteX16" fmla="*/ 4667984 w 4667984"/>
                  <a:gd name="connsiteY16" fmla="*/ 1880704 h 2126067"/>
                  <a:gd name="connsiteX17" fmla="*/ 4596992 w 4667984"/>
                  <a:gd name="connsiteY17" fmla="*/ 2055074 h 2126067"/>
                  <a:gd name="connsiteX18" fmla="*/ 4422628 w 4667984"/>
                  <a:gd name="connsiteY18" fmla="*/ 2126067 h 2126067"/>
                  <a:gd name="connsiteX19" fmla="*/ 245356 w 4667984"/>
                  <a:gd name="connsiteY19" fmla="*/ 2126067 h 2126067"/>
                  <a:gd name="connsiteX20" fmla="*/ 72238 w 4667984"/>
                  <a:gd name="connsiteY20" fmla="*/ 2055074 h 2126067"/>
                  <a:gd name="connsiteX21" fmla="*/ 0 w 4667984"/>
                  <a:gd name="connsiteY21" fmla="*/ 1880704 h 2126067"/>
                  <a:gd name="connsiteX22" fmla="*/ 0 w 4667984"/>
                  <a:gd name="connsiteY22" fmla="*/ 245364 h 2126067"/>
                  <a:gd name="connsiteX23" fmla="*/ 72238 w 4667984"/>
                  <a:gd name="connsiteY23" fmla="*/ 72239 h 2126067"/>
                  <a:gd name="connsiteX24" fmla="*/ 245356 w 4667984"/>
                  <a:gd name="connsiteY24" fmla="*/ 0 h 21260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667984" h="2126067">
                    <a:moveTo>
                      <a:pt x="245358" y="19939"/>
                    </a:moveTo>
                    <a:cubicBezTo>
                      <a:pt x="184330" y="19939"/>
                      <a:pt x="127038" y="42358"/>
                      <a:pt x="84694" y="85950"/>
                    </a:cubicBezTo>
                    <a:cubicBezTo>
                      <a:pt x="42348" y="128297"/>
                      <a:pt x="18684" y="185589"/>
                      <a:pt x="18684" y="245372"/>
                    </a:cubicBezTo>
                    <a:lnTo>
                      <a:pt x="18684" y="1880695"/>
                    </a:lnTo>
                    <a:cubicBezTo>
                      <a:pt x="18684" y="1941724"/>
                      <a:pt x="42348" y="1999016"/>
                      <a:pt x="84694" y="2041363"/>
                    </a:cubicBezTo>
                    <a:cubicBezTo>
                      <a:pt x="127038" y="2084955"/>
                      <a:pt x="184330" y="2108619"/>
                      <a:pt x="245358" y="2108619"/>
                    </a:cubicBezTo>
                    <a:lnTo>
                      <a:pt x="4422620" y="2108619"/>
                    </a:lnTo>
                    <a:cubicBezTo>
                      <a:pt x="4484892" y="2108619"/>
                      <a:pt x="4540938" y="2084955"/>
                      <a:pt x="4583284" y="2041363"/>
                    </a:cubicBezTo>
                    <a:cubicBezTo>
                      <a:pt x="4626874" y="1999016"/>
                      <a:pt x="4650538" y="1941724"/>
                      <a:pt x="4650538" y="1880695"/>
                    </a:cubicBezTo>
                    <a:lnTo>
                      <a:pt x="4650538" y="245372"/>
                    </a:lnTo>
                    <a:cubicBezTo>
                      <a:pt x="4650538" y="185589"/>
                      <a:pt x="4626874" y="128297"/>
                      <a:pt x="4583284" y="85950"/>
                    </a:cubicBezTo>
                    <a:cubicBezTo>
                      <a:pt x="4540938" y="42358"/>
                      <a:pt x="4484892" y="19939"/>
                      <a:pt x="4422620" y="19939"/>
                    </a:cubicBezTo>
                    <a:close/>
                    <a:moveTo>
                      <a:pt x="245356" y="0"/>
                    </a:moveTo>
                    <a:lnTo>
                      <a:pt x="4422628" y="0"/>
                    </a:lnTo>
                    <a:cubicBezTo>
                      <a:pt x="4488636" y="0"/>
                      <a:pt x="4550910" y="26156"/>
                      <a:pt x="4596992" y="72239"/>
                    </a:cubicBezTo>
                    <a:cubicBezTo>
                      <a:pt x="4643074" y="118323"/>
                      <a:pt x="4667984" y="180598"/>
                      <a:pt x="4667984" y="245364"/>
                    </a:cubicBezTo>
                    <a:lnTo>
                      <a:pt x="4667984" y="1880704"/>
                    </a:lnTo>
                    <a:cubicBezTo>
                      <a:pt x="4667984" y="1946715"/>
                      <a:pt x="4643074" y="2008990"/>
                      <a:pt x="4596992" y="2055074"/>
                    </a:cubicBezTo>
                    <a:cubicBezTo>
                      <a:pt x="4550910" y="2101157"/>
                      <a:pt x="4488636" y="2126067"/>
                      <a:pt x="4422628" y="2126067"/>
                    </a:cubicBezTo>
                    <a:lnTo>
                      <a:pt x="245356" y="2126067"/>
                    </a:lnTo>
                    <a:cubicBezTo>
                      <a:pt x="180592" y="2126067"/>
                      <a:pt x="118320" y="2101157"/>
                      <a:pt x="72238" y="2055074"/>
                    </a:cubicBezTo>
                    <a:cubicBezTo>
                      <a:pt x="24910" y="2008990"/>
                      <a:pt x="0" y="1946715"/>
                      <a:pt x="0" y="1880704"/>
                    </a:cubicBezTo>
                    <a:lnTo>
                      <a:pt x="0" y="245364"/>
                    </a:lnTo>
                    <a:cubicBezTo>
                      <a:pt x="0" y="180598"/>
                      <a:pt x="24910" y="118323"/>
                      <a:pt x="72238" y="72239"/>
                    </a:cubicBezTo>
                    <a:cubicBezTo>
                      <a:pt x="118320" y="26156"/>
                      <a:pt x="180592" y="0"/>
                      <a:pt x="2453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FA8ED70D-72DD-1B48-99BF-B3D8EFC5364A}"/>
                  </a:ext>
                </a:extLst>
              </p:cNvPr>
              <p:cNvSpPr/>
              <p:nvPr/>
            </p:nvSpPr>
            <p:spPr>
              <a:xfrm>
                <a:off x="17738828" y="5001118"/>
                <a:ext cx="4392662" cy="154781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27" h="1243">
                    <a:moveTo>
                      <a:pt x="3443" y="0"/>
                    </a:moveTo>
                    <a:lnTo>
                      <a:pt x="84" y="0"/>
                    </a:lnTo>
                    <a:cubicBezTo>
                      <a:pt x="37" y="0"/>
                      <a:pt x="0" y="37"/>
                      <a:pt x="0" y="84"/>
                    </a:cubicBezTo>
                    <a:lnTo>
                      <a:pt x="0" y="1160"/>
                    </a:lnTo>
                    <a:cubicBezTo>
                      <a:pt x="0" y="1206"/>
                      <a:pt x="37" y="1243"/>
                      <a:pt x="84" y="1243"/>
                    </a:cubicBezTo>
                    <a:lnTo>
                      <a:pt x="3443" y="1243"/>
                    </a:lnTo>
                    <a:cubicBezTo>
                      <a:pt x="3490" y="1243"/>
                      <a:pt x="3527" y="1206"/>
                      <a:pt x="3527" y="1160"/>
                    </a:cubicBezTo>
                    <a:lnTo>
                      <a:pt x="3527" y="84"/>
                    </a:lnTo>
                    <a:cubicBezTo>
                      <a:pt x="3527" y="37"/>
                      <a:pt x="3490" y="0"/>
                      <a:pt x="344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9" name="Freeform 478">
                <a:extLst>
                  <a:ext uri="{FF2B5EF4-FFF2-40B4-BE49-F238E27FC236}">
                    <a16:creationId xmlns:a16="http://schemas.microsoft.com/office/drawing/2014/main" id="{1459E7AB-0C0C-9C42-ACC3-3DE18557F8CB}"/>
                  </a:ext>
                </a:extLst>
              </p:cNvPr>
              <p:cNvSpPr/>
              <p:nvPr/>
            </p:nvSpPr>
            <p:spPr>
              <a:xfrm>
                <a:off x="17730112" y="4992395"/>
                <a:ext cx="4410102" cy="1566507"/>
              </a:xfrm>
              <a:custGeom>
                <a:avLst/>
                <a:gdLst>
                  <a:gd name="connsiteX0" fmla="*/ 113336 w 4410102"/>
                  <a:gd name="connsiteY0" fmla="*/ 17447 h 1566507"/>
                  <a:gd name="connsiteX1" fmla="*/ 17436 w 4410102"/>
                  <a:gd name="connsiteY1" fmla="*/ 113329 h 1566507"/>
                  <a:gd name="connsiteX2" fmla="*/ 17436 w 4410102"/>
                  <a:gd name="connsiteY2" fmla="*/ 1453181 h 1566507"/>
                  <a:gd name="connsiteX3" fmla="*/ 113336 w 4410102"/>
                  <a:gd name="connsiteY3" fmla="*/ 1547817 h 1566507"/>
                  <a:gd name="connsiteX4" fmla="*/ 4296760 w 4410102"/>
                  <a:gd name="connsiteY4" fmla="*/ 1547817 h 1566507"/>
                  <a:gd name="connsiteX5" fmla="*/ 4391412 w 4410102"/>
                  <a:gd name="connsiteY5" fmla="*/ 1453181 h 1566507"/>
                  <a:gd name="connsiteX6" fmla="*/ 4391412 w 4410102"/>
                  <a:gd name="connsiteY6" fmla="*/ 113329 h 1566507"/>
                  <a:gd name="connsiteX7" fmla="*/ 4296760 w 4410102"/>
                  <a:gd name="connsiteY7" fmla="*/ 17447 h 1566507"/>
                  <a:gd name="connsiteX8" fmla="*/ 113334 w 4410102"/>
                  <a:gd name="connsiteY8" fmla="*/ 0 h 1566507"/>
                  <a:gd name="connsiteX9" fmla="*/ 4296768 w 4410102"/>
                  <a:gd name="connsiteY9" fmla="*/ 0 h 1566507"/>
                  <a:gd name="connsiteX10" fmla="*/ 4410102 w 4410102"/>
                  <a:gd name="connsiteY10" fmla="*/ 113317 h 1566507"/>
                  <a:gd name="connsiteX11" fmla="*/ 4410102 w 4410102"/>
                  <a:gd name="connsiteY11" fmla="*/ 1453191 h 1566507"/>
                  <a:gd name="connsiteX12" fmla="*/ 4296768 w 4410102"/>
                  <a:gd name="connsiteY12" fmla="*/ 1566507 h 1566507"/>
                  <a:gd name="connsiteX13" fmla="*/ 113334 w 4410102"/>
                  <a:gd name="connsiteY13" fmla="*/ 1566507 h 1566507"/>
                  <a:gd name="connsiteX14" fmla="*/ 0 w 4410102"/>
                  <a:gd name="connsiteY14" fmla="*/ 1453191 h 1566507"/>
                  <a:gd name="connsiteX15" fmla="*/ 0 w 4410102"/>
                  <a:gd name="connsiteY15" fmla="*/ 113317 h 1566507"/>
                  <a:gd name="connsiteX16" fmla="*/ 113334 w 4410102"/>
                  <a:gd name="connsiteY16" fmla="*/ 0 h 156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410102" h="1566507">
                    <a:moveTo>
                      <a:pt x="113336" y="17447"/>
                    </a:moveTo>
                    <a:cubicBezTo>
                      <a:pt x="59782" y="17447"/>
                      <a:pt x="17436" y="61030"/>
                      <a:pt x="17436" y="113329"/>
                    </a:cubicBezTo>
                    <a:lnTo>
                      <a:pt x="17436" y="1453181"/>
                    </a:lnTo>
                    <a:cubicBezTo>
                      <a:pt x="17436" y="1505480"/>
                      <a:pt x="59782" y="1547817"/>
                      <a:pt x="113336" y="1547817"/>
                    </a:cubicBezTo>
                    <a:lnTo>
                      <a:pt x="4296760" y="1547817"/>
                    </a:lnTo>
                    <a:cubicBezTo>
                      <a:pt x="4349068" y="1547817"/>
                      <a:pt x="4391412" y="1505480"/>
                      <a:pt x="4391412" y="1453181"/>
                    </a:cubicBezTo>
                    <a:lnTo>
                      <a:pt x="4391412" y="113329"/>
                    </a:lnTo>
                    <a:cubicBezTo>
                      <a:pt x="4391412" y="61030"/>
                      <a:pt x="4349068" y="17447"/>
                      <a:pt x="4296760" y="17447"/>
                    </a:cubicBezTo>
                    <a:close/>
                    <a:moveTo>
                      <a:pt x="113334" y="0"/>
                    </a:moveTo>
                    <a:lnTo>
                      <a:pt x="4296768" y="0"/>
                    </a:lnTo>
                    <a:cubicBezTo>
                      <a:pt x="4359040" y="0"/>
                      <a:pt x="4410102" y="51055"/>
                      <a:pt x="4410102" y="113317"/>
                    </a:cubicBezTo>
                    <a:lnTo>
                      <a:pt x="4410102" y="1453191"/>
                    </a:lnTo>
                    <a:cubicBezTo>
                      <a:pt x="4410102" y="1515453"/>
                      <a:pt x="4359040" y="1566507"/>
                      <a:pt x="4296768" y="1566507"/>
                    </a:cubicBezTo>
                    <a:lnTo>
                      <a:pt x="113334" y="1566507"/>
                    </a:lnTo>
                    <a:cubicBezTo>
                      <a:pt x="49816" y="1566507"/>
                      <a:pt x="0" y="1515453"/>
                      <a:pt x="0" y="1453191"/>
                    </a:cubicBezTo>
                    <a:lnTo>
                      <a:pt x="0" y="113317"/>
                    </a:lnTo>
                    <a:cubicBezTo>
                      <a:pt x="0" y="51055"/>
                      <a:pt x="49816" y="0"/>
                      <a:pt x="1133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3D02AC0A-0EF4-9742-97D8-C6AEA3609D1F}"/>
                  </a:ext>
                </a:extLst>
              </p:cNvPr>
              <p:cNvSpPr/>
              <p:nvPr/>
            </p:nvSpPr>
            <p:spPr>
              <a:xfrm>
                <a:off x="19547721" y="4381742"/>
                <a:ext cx="774882" cy="11016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3" h="885">
                    <a:moveTo>
                      <a:pt x="622" y="429"/>
                    </a:moveTo>
                    <a:cubicBezTo>
                      <a:pt x="626" y="319"/>
                      <a:pt x="601" y="169"/>
                      <a:pt x="515" y="79"/>
                    </a:cubicBezTo>
                    <a:cubicBezTo>
                      <a:pt x="466" y="27"/>
                      <a:pt x="403" y="0"/>
                      <a:pt x="329" y="0"/>
                    </a:cubicBezTo>
                    <a:cubicBezTo>
                      <a:pt x="328" y="0"/>
                      <a:pt x="327" y="0"/>
                      <a:pt x="326" y="0"/>
                    </a:cubicBezTo>
                    <a:cubicBezTo>
                      <a:pt x="113" y="0"/>
                      <a:pt x="33" y="200"/>
                      <a:pt x="28" y="372"/>
                    </a:cubicBezTo>
                    <a:cubicBezTo>
                      <a:pt x="25" y="513"/>
                      <a:pt x="0" y="873"/>
                      <a:pt x="0" y="877"/>
                    </a:cubicBezTo>
                    <a:cubicBezTo>
                      <a:pt x="0" y="879"/>
                      <a:pt x="0" y="881"/>
                      <a:pt x="1" y="883"/>
                    </a:cubicBezTo>
                    <a:cubicBezTo>
                      <a:pt x="3" y="884"/>
                      <a:pt x="5" y="885"/>
                      <a:pt x="7" y="885"/>
                    </a:cubicBezTo>
                    <a:lnTo>
                      <a:pt x="615" y="885"/>
                    </a:lnTo>
                    <a:cubicBezTo>
                      <a:pt x="617" y="885"/>
                      <a:pt x="619" y="884"/>
                      <a:pt x="620" y="883"/>
                    </a:cubicBezTo>
                    <a:cubicBezTo>
                      <a:pt x="622" y="881"/>
                      <a:pt x="623" y="879"/>
                      <a:pt x="623" y="877"/>
                    </a:cubicBezTo>
                    <a:cubicBezTo>
                      <a:pt x="623" y="874"/>
                      <a:pt x="615" y="602"/>
                      <a:pt x="622" y="42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7FF0BA1D-05EF-EA48-8538-C990A30CB80E}"/>
                  </a:ext>
                </a:extLst>
              </p:cNvPr>
              <p:cNvSpPr/>
              <p:nvPr/>
            </p:nvSpPr>
            <p:spPr>
              <a:xfrm>
                <a:off x="19144081" y="5402404"/>
                <a:ext cx="1577172" cy="10430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67" h="838">
                    <a:moveTo>
                      <a:pt x="1044" y="98"/>
                    </a:moveTo>
                    <a:cubicBezTo>
                      <a:pt x="930" y="16"/>
                      <a:pt x="812" y="2"/>
                      <a:pt x="758" y="0"/>
                    </a:cubicBezTo>
                    <a:lnTo>
                      <a:pt x="635" y="0"/>
                    </a:lnTo>
                    <a:lnTo>
                      <a:pt x="509" y="0"/>
                    </a:lnTo>
                    <a:cubicBezTo>
                      <a:pt x="455" y="2"/>
                      <a:pt x="338" y="16"/>
                      <a:pt x="224" y="98"/>
                    </a:cubicBezTo>
                    <a:cubicBezTo>
                      <a:pt x="27" y="239"/>
                      <a:pt x="3" y="549"/>
                      <a:pt x="0" y="586"/>
                    </a:cubicBezTo>
                    <a:lnTo>
                      <a:pt x="177" y="586"/>
                    </a:lnTo>
                    <a:lnTo>
                      <a:pt x="177" y="838"/>
                    </a:lnTo>
                    <a:lnTo>
                      <a:pt x="635" y="838"/>
                    </a:lnTo>
                    <a:lnTo>
                      <a:pt x="1091" y="838"/>
                    </a:lnTo>
                    <a:lnTo>
                      <a:pt x="1091" y="586"/>
                    </a:lnTo>
                    <a:lnTo>
                      <a:pt x="1267" y="586"/>
                    </a:lnTo>
                    <a:cubicBezTo>
                      <a:pt x="1264" y="549"/>
                      <a:pt x="1240" y="239"/>
                      <a:pt x="1044" y="9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2217523F-9138-4849-86F4-FA15F58C770B}"/>
                  </a:ext>
                </a:extLst>
              </p:cNvPr>
              <p:cNvSpPr/>
              <p:nvPr/>
            </p:nvSpPr>
            <p:spPr>
              <a:xfrm>
                <a:off x="19135364" y="5393681"/>
                <a:ext cx="1595856" cy="1060541"/>
              </a:xfrm>
              <a:custGeom>
                <a:avLst/>
                <a:gdLst>
                  <a:gd name="connsiteX0" fmla="*/ 642330 w 1595856"/>
                  <a:gd name="connsiteY0" fmla="*/ 17447 h 1060541"/>
                  <a:gd name="connsiteX1" fmla="*/ 292542 w 1595856"/>
                  <a:gd name="connsiteY1" fmla="*/ 138185 h 1060541"/>
                  <a:gd name="connsiteX2" fmla="*/ 18688 w 1595856"/>
                  <a:gd name="connsiteY2" fmla="*/ 728180 h 1060541"/>
                  <a:gd name="connsiteX3" fmla="*/ 229058 w 1595856"/>
                  <a:gd name="connsiteY3" fmla="*/ 728180 h 1060541"/>
                  <a:gd name="connsiteX4" fmla="*/ 237772 w 1595856"/>
                  <a:gd name="connsiteY4" fmla="*/ 738138 h 1060541"/>
                  <a:gd name="connsiteX5" fmla="*/ 237772 w 1595856"/>
                  <a:gd name="connsiteY5" fmla="*/ 1041848 h 1060541"/>
                  <a:gd name="connsiteX6" fmla="*/ 1356842 w 1595856"/>
                  <a:gd name="connsiteY6" fmla="*/ 1041848 h 1060541"/>
                  <a:gd name="connsiteX7" fmla="*/ 1356842 w 1595856"/>
                  <a:gd name="connsiteY7" fmla="*/ 738138 h 1060541"/>
                  <a:gd name="connsiteX8" fmla="*/ 1366802 w 1595856"/>
                  <a:gd name="connsiteY8" fmla="*/ 728180 h 1060541"/>
                  <a:gd name="connsiteX9" fmla="*/ 1575928 w 1595856"/>
                  <a:gd name="connsiteY9" fmla="*/ 728180 h 1060541"/>
                  <a:gd name="connsiteX10" fmla="*/ 1302072 w 1595856"/>
                  <a:gd name="connsiteY10" fmla="*/ 138185 h 1060541"/>
                  <a:gd name="connsiteX11" fmla="*/ 951040 w 1595856"/>
                  <a:gd name="connsiteY11" fmla="*/ 17447 h 1060541"/>
                  <a:gd name="connsiteX12" fmla="*/ 642326 w 1595856"/>
                  <a:gd name="connsiteY12" fmla="*/ 0 h 1060541"/>
                  <a:gd name="connsiteX13" fmla="*/ 952286 w 1595856"/>
                  <a:gd name="connsiteY13" fmla="*/ 0 h 1060541"/>
                  <a:gd name="connsiteX14" fmla="*/ 1313282 w 1595856"/>
                  <a:gd name="connsiteY14" fmla="*/ 123232 h 1060541"/>
                  <a:gd name="connsiteX15" fmla="*/ 1595856 w 1595856"/>
                  <a:gd name="connsiteY15" fmla="*/ 734412 h 1060541"/>
                  <a:gd name="connsiteX16" fmla="*/ 1595856 w 1595856"/>
                  <a:gd name="connsiteY16" fmla="*/ 736902 h 1060541"/>
                  <a:gd name="connsiteX17" fmla="*/ 1593366 w 1595856"/>
                  <a:gd name="connsiteY17" fmla="*/ 744371 h 1060541"/>
                  <a:gd name="connsiteX18" fmla="*/ 1585898 w 1595856"/>
                  <a:gd name="connsiteY18" fmla="*/ 746860 h 1060541"/>
                  <a:gd name="connsiteX19" fmla="*/ 1376768 w 1595856"/>
                  <a:gd name="connsiteY19" fmla="*/ 746860 h 1060541"/>
                  <a:gd name="connsiteX20" fmla="*/ 1376768 w 1595856"/>
                  <a:gd name="connsiteY20" fmla="*/ 1051828 h 1060541"/>
                  <a:gd name="connsiteX21" fmla="*/ 1366810 w 1595856"/>
                  <a:gd name="connsiteY21" fmla="*/ 1060541 h 1060541"/>
                  <a:gd name="connsiteX22" fmla="*/ 229046 w 1595856"/>
                  <a:gd name="connsiteY22" fmla="*/ 1060541 h 1060541"/>
                  <a:gd name="connsiteX23" fmla="*/ 219088 w 1595856"/>
                  <a:gd name="connsiteY23" fmla="*/ 1051828 h 1060541"/>
                  <a:gd name="connsiteX24" fmla="*/ 219088 w 1595856"/>
                  <a:gd name="connsiteY24" fmla="*/ 746860 h 1060541"/>
                  <a:gd name="connsiteX25" fmla="*/ 8714 w 1595856"/>
                  <a:gd name="connsiteY25" fmla="*/ 746860 h 1060541"/>
                  <a:gd name="connsiteX26" fmla="*/ 2490 w 1595856"/>
                  <a:gd name="connsiteY26" fmla="*/ 744371 h 1060541"/>
                  <a:gd name="connsiteX27" fmla="*/ 0 w 1595856"/>
                  <a:gd name="connsiteY27" fmla="*/ 736902 h 1060541"/>
                  <a:gd name="connsiteX28" fmla="*/ 0 w 1595856"/>
                  <a:gd name="connsiteY28" fmla="*/ 734412 h 1060541"/>
                  <a:gd name="connsiteX29" fmla="*/ 282574 w 1595856"/>
                  <a:gd name="connsiteY29" fmla="*/ 123232 h 1060541"/>
                  <a:gd name="connsiteX30" fmla="*/ 642326 w 1595856"/>
                  <a:gd name="connsiteY30" fmla="*/ 0 h 1060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95856" h="1060541">
                    <a:moveTo>
                      <a:pt x="642330" y="17447"/>
                    </a:moveTo>
                    <a:cubicBezTo>
                      <a:pt x="553950" y="22426"/>
                      <a:pt x="419512" y="46076"/>
                      <a:pt x="292542" y="138185"/>
                    </a:cubicBezTo>
                    <a:cubicBezTo>
                      <a:pt x="83416" y="288795"/>
                      <a:pt x="31134" y="594995"/>
                      <a:pt x="18688" y="728180"/>
                    </a:cubicBezTo>
                    <a:lnTo>
                      <a:pt x="229058" y="728180"/>
                    </a:lnTo>
                    <a:cubicBezTo>
                      <a:pt x="234036" y="728180"/>
                      <a:pt x="237772" y="731914"/>
                      <a:pt x="237772" y="738138"/>
                    </a:cubicBezTo>
                    <a:lnTo>
                      <a:pt x="237772" y="1041848"/>
                    </a:lnTo>
                    <a:lnTo>
                      <a:pt x="1356842" y="1041848"/>
                    </a:lnTo>
                    <a:lnTo>
                      <a:pt x="1356842" y="738138"/>
                    </a:lnTo>
                    <a:cubicBezTo>
                      <a:pt x="1356842" y="731914"/>
                      <a:pt x="1361822" y="728180"/>
                      <a:pt x="1366802" y="728180"/>
                    </a:cubicBezTo>
                    <a:lnTo>
                      <a:pt x="1575928" y="728180"/>
                    </a:lnTo>
                    <a:cubicBezTo>
                      <a:pt x="1564724" y="594995"/>
                      <a:pt x="1513688" y="288795"/>
                      <a:pt x="1302072" y="138185"/>
                    </a:cubicBezTo>
                    <a:cubicBezTo>
                      <a:pt x="1175102" y="46076"/>
                      <a:pt x="1040664" y="22426"/>
                      <a:pt x="951040" y="17447"/>
                    </a:cubicBezTo>
                    <a:close/>
                    <a:moveTo>
                      <a:pt x="642326" y="0"/>
                    </a:moveTo>
                    <a:lnTo>
                      <a:pt x="952286" y="0"/>
                    </a:lnTo>
                    <a:cubicBezTo>
                      <a:pt x="1044402" y="3735"/>
                      <a:pt x="1182576" y="28630"/>
                      <a:pt x="1313282" y="123232"/>
                    </a:cubicBezTo>
                    <a:cubicBezTo>
                      <a:pt x="1386726" y="175512"/>
                      <a:pt x="1562246" y="339821"/>
                      <a:pt x="1595856" y="734412"/>
                    </a:cubicBezTo>
                    <a:lnTo>
                      <a:pt x="1595856" y="736902"/>
                    </a:lnTo>
                    <a:cubicBezTo>
                      <a:pt x="1595856" y="739391"/>
                      <a:pt x="1595856" y="741881"/>
                      <a:pt x="1593366" y="744371"/>
                    </a:cubicBezTo>
                    <a:cubicBezTo>
                      <a:pt x="1592122" y="745615"/>
                      <a:pt x="1589632" y="746860"/>
                      <a:pt x="1585898" y="746860"/>
                    </a:cubicBezTo>
                    <a:lnTo>
                      <a:pt x="1376768" y="746860"/>
                    </a:lnTo>
                    <a:lnTo>
                      <a:pt x="1376768" y="1051828"/>
                    </a:lnTo>
                    <a:cubicBezTo>
                      <a:pt x="1376768" y="1056807"/>
                      <a:pt x="1371788" y="1060541"/>
                      <a:pt x="1366810" y="1060541"/>
                    </a:cubicBezTo>
                    <a:lnTo>
                      <a:pt x="229046" y="1060541"/>
                    </a:lnTo>
                    <a:cubicBezTo>
                      <a:pt x="224068" y="1060541"/>
                      <a:pt x="219088" y="1056807"/>
                      <a:pt x="219088" y="1051828"/>
                    </a:cubicBezTo>
                    <a:lnTo>
                      <a:pt x="219088" y="746860"/>
                    </a:lnTo>
                    <a:lnTo>
                      <a:pt x="8714" y="746860"/>
                    </a:lnTo>
                    <a:cubicBezTo>
                      <a:pt x="6224" y="746860"/>
                      <a:pt x="3734" y="745615"/>
                      <a:pt x="2490" y="744371"/>
                    </a:cubicBezTo>
                    <a:cubicBezTo>
                      <a:pt x="0" y="741881"/>
                      <a:pt x="0" y="739391"/>
                      <a:pt x="0" y="736902"/>
                    </a:cubicBezTo>
                    <a:lnTo>
                      <a:pt x="0" y="734412"/>
                    </a:lnTo>
                    <a:cubicBezTo>
                      <a:pt x="33610" y="339821"/>
                      <a:pt x="207884" y="175512"/>
                      <a:pt x="282574" y="123232"/>
                    </a:cubicBezTo>
                    <a:cubicBezTo>
                      <a:pt x="413280" y="28630"/>
                      <a:pt x="550210" y="3735"/>
                      <a:pt x="6423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9105DFF0-F8CC-0E47-98CE-CE524F7E5091}"/>
                  </a:ext>
                </a:extLst>
              </p:cNvPr>
              <p:cNvSpPr/>
              <p:nvPr/>
            </p:nvSpPr>
            <p:spPr>
              <a:xfrm>
                <a:off x="19699708" y="4522566"/>
                <a:ext cx="488350" cy="10131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3" h="814">
                    <a:moveTo>
                      <a:pt x="4" y="180"/>
                    </a:moveTo>
                    <a:cubicBezTo>
                      <a:pt x="-5" y="297"/>
                      <a:pt x="-9" y="464"/>
                      <a:pt x="100" y="545"/>
                    </a:cubicBezTo>
                    <a:lnTo>
                      <a:pt x="100" y="706"/>
                    </a:lnTo>
                    <a:cubicBezTo>
                      <a:pt x="100" y="706"/>
                      <a:pt x="126" y="815"/>
                      <a:pt x="215" y="814"/>
                    </a:cubicBezTo>
                    <a:cubicBezTo>
                      <a:pt x="295" y="813"/>
                      <a:pt x="322" y="706"/>
                      <a:pt x="322" y="706"/>
                    </a:cubicBezTo>
                    <a:lnTo>
                      <a:pt x="322" y="528"/>
                    </a:lnTo>
                    <a:cubicBezTo>
                      <a:pt x="322" y="528"/>
                      <a:pt x="415" y="470"/>
                      <a:pt x="388" y="184"/>
                    </a:cubicBezTo>
                    <a:cubicBezTo>
                      <a:pt x="380" y="112"/>
                      <a:pt x="336" y="48"/>
                      <a:pt x="269" y="20"/>
                    </a:cubicBezTo>
                    <a:cubicBezTo>
                      <a:pt x="216" y="-4"/>
                      <a:pt x="149" y="-13"/>
                      <a:pt x="86" y="33"/>
                    </a:cubicBezTo>
                    <a:cubicBezTo>
                      <a:pt x="37" y="66"/>
                      <a:pt x="9" y="121"/>
                      <a:pt x="4" y="18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1" name="Freeform 480">
                <a:extLst>
                  <a:ext uri="{FF2B5EF4-FFF2-40B4-BE49-F238E27FC236}">
                    <a16:creationId xmlns:a16="http://schemas.microsoft.com/office/drawing/2014/main" id="{E47C3319-A5DC-D247-8171-4793384F6D6B}"/>
                  </a:ext>
                </a:extLst>
              </p:cNvPr>
              <p:cNvSpPr/>
              <p:nvPr/>
            </p:nvSpPr>
            <p:spPr>
              <a:xfrm>
                <a:off x="19691108" y="4512368"/>
                <a:ext cx="505803" cy="1030860"/>
              </a:xfrm>
              <a:custGeom>
                <a:avLst/>
                <a:gdLst>
                  <a:gd name="connsiteX0" fmla="*/ 223266 w 505803"/>
                  <a:gd name="connsiteY0" fmla="*/ 19078 h 1030860"/>
                  <a:gd name="connsiteX1" fmla="*/ 120450 w 505803"/>
                  <a:gd name="connsiteY1" fmla="*/ 57507 h 1030860"/>
                  <a:gd name="connsiteX2" fmla="*/ 23536 w 505803"/>
                  <a:gd name="connsiteY2" fmla="*/ 233005 h 1030860"/>
                  <a:gd name="connsiteX3" fmla="*/ 137844 w 505803"/>
                  <a:gd name="connsiteY3" fmla="*/ 679842 h 1030860"/>
                  <a:gd name="connsiteX4" fmla="*/ 142814 w 505803"/>
                  <a:gd name="connsiteY4" fmla="*/ 687310 h 1030860"/>
                  <a:gd name="connsiteX5" fmla="*/ 142814 w 505803"/>
                  <a:gd name="connsiteY5" fmla="*/ 886457 h 1030860"/>
                  <a:gd name="connsiteX6" fmla="*/ 171392 w 505803"/>
                  <a:gd name="connsiteY6" fmla="*/ 951180 h 1030860"/>
                  <a:gd name="connsiteX7" fmla="*/ 275762 w 505803"/>
                  <a:gd name="connsiteY7" fmla="*/ 1013413 h 1030860"/>
                  <a:gd name="connsiteX8" fmla="*/ 398768 w 505803"/>
                  <a:gd name="connsiteY8" fmla="*/ 886457 h 1030860"/>
                  <a:gd name="connsiteX9" fmla="*/ 398768 w 505803"/>
                  <a:gd name="connsiteY9" fmla="*/ 666150 h 1030860"/>
                  <a:gd name="connsiteX10" fmla="*/ 402494 w 505803"/>
                  <a:gd name="connsiteY10" fmla="*/ 658682 h 1030860"/>
                  <a:gd name="connsiteX11" fmla="*/ 480772 w 505803"/>
                  <a:gd name="connsiteY11" fmla="*/ 239229 h 1030860"/>
                  <a:gd name="connsiteX12" fmla="*/ 339128 w 505803"/>
                  <a:gd name="connsiteY12" fmla="*/ 41326 h 1030860"/>
                  <a:gd name="connsiteX13" fmla="*/ 223266 w 505803"/>
                  <a:gd name="connsiteY13" fmla="*/ 19078 h 1030860"/>
                  <a:gd name="connsiteX14" fmla="*/ 220930 w 505803"/>
                  <a:gd name="connsiteY14" fmla="*/ 539 h 1030860"/>
                  <a:gd name="connsiteX15" fmla="*/ 346600 w 505803"/>
                  <a:gd name="connsiteY15" fmla="*/ 25123 h 1030860"/>
                  <a:gd name="connsiteX16" fmla="*/ 499456 w 505803"/>
                  <a:gd name="connsiteY16" fmla="*/ 236726 h 1030860"/>
                  <a:gd name="connsiteX17" fmla="*/ 417436 w 505803"/>
                  <a:gd name="connsiteY17" fmla="*/ 671135 h 1030860"/>
                  <a:gd name="connsiteX18" fmla="*/ 417436 w 505803"/>
                  <a:gd name="connsiteY18" fmla="*/ 887717 h 1030860"/>
                  <a:gd name="connsiteX19" fmla="*/ 416194 w 505803"/>
                  <a:gd name="connsiteY19" fmla="*/ 888962 h 1030860"/>
                  <a:gd name="connsiteX20" fmla="*/ 275764 w 505803"/>
                  <a:gd name="connsiteY20" fmla="*/ 1030860 h 1030860"/>
                  <a:gd name="connsiteX21" fmla="*/ 124152 w 505803"/>
                  <a:gd name="connsiteY21" fmla="*/ 888962 h 1030860"/>
                  <a:gd name="connsiteX22" fmla="*/ 124152 w 505803"/>
                  <a:gd name="connsiteY22" fmla="*/ 887717 h 1030860"/>
                  <a:gd name="connsiteX23" fmla="*/ 124152 w 505803"/>
                  <a:gd name="connsiteY23" fmla="*/ 692295 h 1030860"/>
                  <a:gd name="connsiteX24" fmla="*/ 4850 w 505803"/>
                  <a:gd name="connsiteY24" fmla="*/ 231747 h 1030860"/>
                  <a:gd name="connsiteX25" fmla="*/ 109240 w 505803"/>
                  <a:gd name="connsiteY25" fmla="*/ 41304 h 1030860"/>
                  <a:gd name="connsiteX26" fmla="*/ 220930 w 505803"/>
                  <a:gd name="connsiteY26" fmla="*/ 539 h 1030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05803" h="1030860">
                    <a:moveTo>
                      <a:pt x="223266" y="19078"/>
                    </a:moveTo>
                    <a:cubicBezTo>
                      <a:pt x="186612" y="21723"/>
                      <a:pt x="152134" y="34481"/>
                      <a:pt x="120450" y="57507"/>
                    </a:cubicBezTo>
                    <a:cubicBezTo>
                      <a:pt x="64538" y="96092"/>
                      <a:pt x="28506" y="160815"/>
                      <a:pt x="23536" y="233005"/>
                    </a:cubicBezTo>
                    <a:cubicBezTo>
                      <a:pt x="9868" y="402280"/>
                      <a:pt x="13596" y="587736"/>
                      <a:pt x="137844" y="679842"/>
                    </a:cubicBezTo>
                    <a:cubicBezTo>
                      <a:pt x="140330" y="682331"/>
                      <a:pt x="142814" y="684820"/>
                      <a:pt x="142814" y="687310"/>
                    </a:cubicBezTo>
                    <a:lnTo>
                      <a:pt x="142814" y="886457"/>
                    </a:lnTo>
                    <a:cubicBezTo>
                      <a:pt x="144058" y="891436"/>
                      <a:pt x="151512" y="921308"/>
                      <a:pt x="171392" y="951180"/>
                    </a:cubicBezTo>
                    <a:cubicBezTo>
                      <a:pt x="198726" y="992254"/>
                      <a:pt x="233516" y="1013413"/>
                      <a:pt x="275762" y="1013413"/>
                    </a:cubicBezTo>
                    <a:cubicBezTo>
                      <a:pt x="362736" y="1012169"/>
                      <a:pt x="395040" y="897659"/>
                      <a:pt x="398768" y="886457"/>
                    </a:cubicBezTo>
                    <a:lnTo>
                      <a:pt x="398768" y="666150"/>
                    </a:lnTo>
                    <a:cubicBezTo>
                      <a:pt x="398768" y="663661"/>
                      <a:pt x="400010" y="659927"/>
                      <a:pt x="402494" y="658682"/>
                    </a:cubicBezTo>
                    <a:cubicBezTo>
                      <a:pt x="403738" y="658682"/>
                      <a:pt x="514318" y="581513"/>
                      <a:pt x="480772" y="239229"/>
                    </a:cubicBezTo>
                    <a:cubicBezTo>
                      <a:pt x="473316" y="152102"/>
                      <a:pt x="418648" y="76177"/>
                      <a:pt x="339128" y="41326"/>
                    </a:cubicBezTo>
                    <a:cubicBezTo>
                      <a:pt x="298748" y="23901"/>
                      <a:pt x="259920" y="16433"/>
                      <a:pt x="223266" y="19078"/>
                    </a:cubicBezTo>
                    <a:close/>
                    <a:moveTo>
                      <a:pt x="220930" y="539"/>
                    </a:moveTo>
                    <a:cubicBezTo>
                      <a:pt x="260852" y="-2262"/>
                      <a:pt x="303106" y="5830"/>
                      <a:pt x="346600" y="25123"/>
                    </a:cubicBezTo>
                    <a:cubicBezTo>
                      <a:pt x="432348" y="62464"/>
                      <a:pt x="490758" y="143372"/>
                      <a:pt x="499456" y="236726"/>
                    </a:cubicBezTo>
                    <a:cubicBezTo>
                      <a:pt x="530524" y="559110"/>
                      <a:pt x="438562" y="653709"/>
                      <a:pt x="417436" y="671135"/>
                    </a:cubicBezTo>
                    <a:lnTo>
                      <a:pt x="417436" y="887717"/>
                    </a:lnTo>
                    <a:cubicBezTo>
                      <a:pt x="417436" y="887717"/>
                      <a:pt x="417436" y="888962"/>
                      <a:pt x="416194" y="888962"/>
                    </a:cubicBezTo>
                    <a:cubicBezTo>
                      <a:pt x="416194" y="895185"/>
                      <a:pt x="381398" y="1030860"/>
                      <a:pt x="275764" y="1030860"/>
                    </a:cubicBezTo>
                    <a:cubicBezTo>
                      <a:pt x="160192" y="1030860"/>
                      <a:pt x="124152" y="891451"/>
                      <a:pt x="124152" y="888962"/>
                    </a:cubicBezTo>
                    <a:lnTo>
                      <a:pt x="124152" y="887717"/>
                    </a:lnTo>
                    <a:lnTo>
                      <a:pt x="124152" y="692295"/>
                    </a:lnTo>
                    <a:cubicBezTo>
                      <a:pt x="-5092" y="593962"/>
                      <a:pt x="-7578" y="404764"/>
                      <a:pt x="4850" y="231747"/>
                    </a:cubicBezTo>
                    <a:cubicBezTo>
                      <a:pt x="9820" y="153329"/>
                      <a:pt x="48346" y="84870"/>
                      <a:pt x="109240" y="41304"/>
                    </a:cubicBezTo>
                    <a:cubicBezTo>
                      <a:pt x="143416" y="17032"/>
                      <a:pt x="181008" y="3340"/>
                      <a:pt x="220930" y="53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F5094A6A-1B87-9243-8517-C1210DE88A33}"/>
                  </a:ext>
                </a:extLst>
              </p:cNvPr>
              <p:cNvSpPr/>
              <p:nvPr/>
            </p:nvSpPr>
            <p:spPr>
              <a:xfrm>
                <a:off x="19690987" y="4492657"/>
                <a:ext cx="503300" cy="3352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5" h="270">
                    <a:moveTo>
                      <a:pt x="353" y="60"/>
                    </a:moveTo>
                    <a:cubicBezTo>
                      <a:pt x="319" y="22"/>
                      <a:pt x="268" y="1"/>
                      <a:pt x="204" y="0"/>
                    </a:cubicBezTo>
                    <a:cubicBezTo>
                      <a:pt x="147" y="0"/>
                      <a:pt x="100" y="17"/>
                      <a:pt x="65" y="53"/>
                    </a:cubicBezTo>
                    <a:cubicBezTo>
                      <a:pt x="-7" y="129"/>
                      <a:pt x="0" y="258"/>
                      <a:pt x="1" y="264"/>
                    </a:cubicBezTo>
                    <a:cubicBezTo>
                      <a:pt x="1" y="268"/>
                      <a:pt x="4" y="270"/>
                      <a:pt x="8" y="270"/>
                    </a:cubicBezTo>
                    <a:cubicBezTo>
                      <a:pt x="10" y="270"/>
                      <a:pt x="47" y="270"/>
                      <a:pt x="95" y="249"/>
                    </a:cubicBezTo>
                    <a:cubicBezTo>
                      <a:pt x="138" y="230"/>
                      <a:pt x="197" y="190"/>
                      <a:pt x="242" y="108"/>
                    </a:cubicBezTo>
                    <a:cubicBezTo>
                      <a:pt x="262" y="139"/>
                      <a:pt x="320" y="220"/>
                      <a:pt x="396" y="235"/>
                    </a:cubicBezTo>
                    <a:cubicBezTo>
                      <a:pt x="398" y="236"/>
                      <a:pt x="400" y="235"/>
                      <a:pt x="402" y="234"/>
                    </a:cubicBezTo>
                    <a:cubicBezTo>
                      <a:pt x="404" y="232"/>
                      <a:pt x="404" y="231"/>
                      <a:pt x="405" y="228"/>
                    </a:cubicBezTo>
                    <a:cubicBezTo>
                      <a:pt x="405" y="225"/>
                      <a:pt x="414" y="127"/>
                      <a:pt x="353" y="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8" name="Freeform 357">
                <a:extLst>
                  <a:ext uri="{FF2B5EF4-FFF2-40B4-BE49-F238E27FC236}">
                    <a16:creationId xmlns:a16="http://schemas.microsoft.com/office/drawing/2014/main" id="{779AB762-51E3-8D4C-ADBB-D932EAAD9878}"/>
                  </a:ext>
                </a:extLst>
              </p:cNvPr>
              <p:cNvSpPr/>
              <p:nvPr/>
            </p:nvSpPr>
            <p:spPr>
              <a:xfrm>
                <a:off x="20440954" y="6132695"/>
                <a:ext cx="246667" cy="3128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9" h="252">
                    <a:moveTo>
                      <a:pt x="199" y="252"/>
                    </a:moveTo>
                    <a:lnTo>
                      <a:pt x="0" y="252"/>
                    </a:lnTo>
                    <a:lnTo>
                      <a:pt x="0" y="0"/>
                    </a:lnTo>
                    <a:lnTo>
                      <a:pt x="199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2" name="Freeform 481">
                <a:extLst>
                  <a:ext uri="{FF2B5EF4-FFF2-40B4-BE49-F238E27FC236}">
                    <a16:creationId xmlns:a16="http://schemas.microsoft.com/office/drawing/2014/main" id="{1562A10A-A881-6C47-BEDB-508675459C68}"/>
                  </a:ext>
                </a:extLst>
              </p:cNvPr>
              <p:cNvSpPr/>
              <p:nvPr/>
            </p:nvSpPr>
            <p:spPr>
              <a:xfrm>
                <a:off x="20430987" y="6122725"/>
                <a:ext cx="266600" cy="331497"/>
              </a:xfrm>
              <a:custGeom>
                <a:avLst/>
                <a:gdLst>
                  <a:gd name="connsiteX0" fmla="*/ 18688 w 266600"/>
                  <a:gd name="connsiteY0" fmla="*/ 18693 h 331497"/>
                  <a:gd name="connsiteX1" fmla="*/ 18688 w 266600"/>
                  <a:gd name="connsiteY1" fmla="*/ 312803 h 331497"/>
                  <a:gd name="connsiteX2" fmla="*/ 247912 w 266600"/>
                  <a:gd name="connsiteY2" fmla="*/ 312803 h 331497"/>
                  <a:gd name="connsiteX3" fmla="*/ 247912 w 266600"/>
                  <a:gd name="connsiteY3" fmla="*/ 18693 h 331497"/>
                  <a:gd name="connsiteX4" fmla="*/ 9920 w 266600"/>
                  <a:gd name="connsiteY4" fmla="*/ 0 h 331497"/>
                  <a:gd name="connsiteX5" fmla="*/ 256680 w 266600"/>
                  <a:gd name="connsiteY5" fmla="*/ 0 h 331497"/>
                  <a:gd name="connsiteX6" fmla="*/ 266600 w 266600"/>
                  <a:gd name="connsiteY6" fmla="*/ 9933 h 331497"/>
                  <a:gd name="connsiteX7" fmla="*/ 266600 w 266600"/>
                  <a:gd name="connsiteY7" fmla="*/ 322806 h 331497"/>
                  <a:gd name="connsiteX8" fmla="*/ 256680 w 266600"/>
                  <a:gd name="connsiteY8" fmla="*/ 331497 h 331497"/>
                  <a:gd name="connsiteX9" fmla="*/ 9920 w 266600"/>
                  <a:gd name="connsiteY9" fmla="*/ 331497 h 331497"/>
                  <a:gd name="connsiteX10" fmla="*/ 0 w 266600"/>
                  <a:gd name="connsiteY10" fmla="*/ 322806 h 331497"/>
                  <a:gd name="connsiteX11" fmla="*/ 0 w 266600"/>
                  <a:gd name="connsiteY11" fmla="*/ 9933 h 331497"/>
                  <a:gd name="connsiteX12" fmla="*/ 9920 w 266600"/>
                  <a:gd name="connsiteY12" fmla="*/ 0 h 331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6600" h="331497">
                    <a:moveTo>
                      <a:pt x="18688" y="18693"/>
                    </a:moveTo>
                    <a:lnTo>
                      <a:pt x="18688" y="312803"/>
                    </a:lnTo>
                    <a:lnTo>
                      <a:pt x="247912" y="312803"/>
                    </a:lnTo>
                    <a:lnTo>
                      <a:pt x="247912" y="18693"/>
                    </a:lnTo>
                    <a:close/>
                    <a:moveTo>
                      <a:pt x="9920" y="0"/>
                    </a:moveTo>
                    <a:lnTo>
                      <a:pt x="256680" y="0"/>
                    </a:lnTo>
                    <a:cubicBezTo>
                      <a:pt x="262880" y="0"/>
                      <a:pt x="266600" y="3725"/>
                      <a:pt x="266600" y="9933"/>
                    </a:cubicBezTo>
                    <a:lnTo>
                      <a:pt x="266600" y="322806"/>
                    </a:lnTo>
                    <a:cubicBezTo>
                      <a:pt x="266600" y="327773"/>
                      <a:pt x="262880" y="331497"/>
                      <a:pt x="256680" y="331497"/>
                    </a:cubicBezTo>
                    <a:lnTo>
                      <a:pt x="9920" y="331497"/>
                    </a:lnTo>
                    <a:cubicBezTo>
                      <a:pt x="4960" y="331497"/>
                      <a:pt x="0" y="327773"/>
                      <a:pt x="0" y="322806"/>
                    </a:cubicBezTo>
                    <a:lnTo>
                      <a:pt x="0" y="9933"/>
                    </a:lnTo>
                    <a:cubicBezTo>
                      <a:pt x="0" y="3725"/>
                      <a:pt x="4960" y="0"/>
                      <a:pt x="99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DB7C9004-BFC5-B84E-9E8D-360BF3AC199C}"/>
                  </a:ext>
                </a:extLst>
              </p:cNvPr>
              <p:cNvSpPr/>
              <p:nvPr/>
            </p:nvSpPr>
            <p:spPr>
              <a:xfrm>
                <a:off x="19178967" y="6132695"/>
                <a:ext cx="247913" cy="3128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0" h="252">
                    <a:moveTo>
                      <a:pt x="200" y="252"/>
                    </a:moveTo>
                    <a:lnTo>
                      <a:pt x="0" y="252"/>
                    </a:lnTo>
                    <a:lnTo>
                      <a:pt x="0" y="0"/>
                    </a:lnTo>
                    <a:lnTo>
                      <a:pt x="20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80C3FEE4-CC40-FB48-AA9C-17CD3AD93CBE}"/>
                  </a:ext>
                </a:extLst>
              </p:cNvPr>
              <p:cNvSpPr/>
              <p:nvPr/>
            </p:nvSpPr>
            <p:spPr>
              <a:xfrm>
                <a:off x="19168995" y="6122725"/>
                <a:ext cx="266600" cy="331497"/>
              </a:xfrm>
              <a:custGeom>
                <a:avLst/>
                <a:gdLst>
                  <a:gd name="connsiteX0" fmla="*/ 18688 w 266600"/>
                  <a:gd name="connsiteY0" fmla="*/ 18693 h 331497"/>
                  <a:gd name="connsiteX1" fmla="*/ 18688 w 266600"/>
                  <a:gd name="connsiteY1" fmla="*/ 312803 h 331497"/>
                  <a:gd name="connsiteX2" fmla="*/ 247914 w 266600"/>
                  <a:gd name="connsiteY2" fmla="*/ 312803 h 331497"/>
                  <a:gd name="connsiteX3" fmla="*/ 247914 w 266600"/>
                  <a:gd name="connsiteY3" fmla="*/ 18693 h 331497"/>
                  <a:gd name="connsiteX4" fmla="*/ 9920 w 266600"/>
                  <a:gd name="connsiteY4" fmla="*/ 0 h 331497"/>
                  <a:gd name="connsiteX5" fmla="*/ 257920 w 266600"/>
                  <a:gd name="connsiteY5" fmla="*/ 0 h 331497"/>
                  <a:gd name="connsiteX6" fmla="*/ 266600 w 266600"/>
                  <a:gd name="connsiteY6" fmla="*/ 9933 h 331497"/>
                  <a:gd name="connsiteX7" fmla="*/ 266600 w 266600"/>
                  <a:gd name="connsiteY7" fmla="*/ 322806 h 331497"/>
                  <a:gd name="connsiteX8" fmla="*/ 257920 w 266600"/>
                  <a:gd name="connsiteY8" fmla="*/ 331497 h 331497"/>
                  <a:gd name="connsiteX9" fmla="*/ 9920 w 266600"/>
                  <a:gd name="connsiteY9" fmla="*/ 331497 h 331497"/>
                  <a:gd name="connsiteX10" fmla="*/ 0 w 266600"/>
                  <a:gd name="connsiteY10" fmla="*/ 322806 h 331497"/>
                  <a:gd name="connsiteX11" fmla="*/ 0 w 266600"/>
                  <a:gd name="connsiteY11" fmla="*/ 9933 h 331497"/>
                  <a:gd name="connsiteX12" fmla="*/ 9920 w 266600"/>
                  <a:gd name="connsiteY12" fmla="*/ 0 h 3314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6600" h="331497">
                    <a:moveTo>
                      <a:pt x="18688" y="18693"/>
                    </a:moveTo>
                    <a:lnTo>
                      <a:pt x="18688" y="312803"/>
                    </a:lnTo>
                    <a:lnTo>
                      <a:pt x="247914" y="312803"/>
                    </a:lnTo>
                    <a:lnTo>
                      <a:pt x="247914" y="18693"/>
                    </a:lnTo>
                    <a:close/>
                    <a:moveTo>
                      <a:pt x="9920" y="0"/>
                    </a:moveTo>
                    <a:lnTo>
                      <a:pt x="257920" y="0"/>
                    </a:lnTo>
                    <a:cubicBezTo>
                      <a:pt x="262880" y="0"/>
                      <a:pt x="266600" y="3725"/>
                      <a:pt x="266600" y="9933"/>
                    </a:cubicBezTo>
                    <a:lnTo>
                      <a:pt x="266600" y="322806"/>
                    </a:lnTo>
                    <a:cubicBezTo>
                      <a:pt x="266600" y="327773"/>
                      <a:pt x="262880" y="331497"/>
                      <a:pt x="257920" y="331497"/>
                    </a:cubicBezTo>
                    <a:lnTo>
                      <a:pt x="9920" y="331497"/>
                    </a:lnTo>
                    <a:cubicBezTo>
                      <a:pt x="3720" y="331497"/>
                      <a:pt x="0" y="327773"/>
                      <a:pt x="0" y="322806"/>
                    </a:cubicBezTo>
                    <a:lnTo>
                      <a:pt x="0" y="9933"/>
                    </a:lnTo>
                    <a:cubicBezTo>
                      <a:pt x="0" y="3725"/>
                      <a:pt x="3720" y="0"/>
                      <a:pt x="99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4" name="Freeform 363">
                <a:extLst>
                  <a:ext uri="{FF2B5EF4-FFF2-40B4-BE49-F238E27FC236}">
                    <a16:creationId xmlns:a16="http://schemas.microsoft.com/office/drawing/2014/main" id="{37E02BA2-F8CD-9443-A62E-79DDEBF966B9}"/>
                  </a:ext>
                </a:extLst>
              </p:cNvPr>
              <p:cNvSpPr/>
              <p:nvPr/>
            </p:nvSpPr>
            <p:spPr>
              <a:xfrm>
                <a:off x="19418156" y="6037981"/>
                <a:ext cx="17441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83">
                    <a:moveTo>
                      <a:pt x="8" y="83"/>
                    </a:moveTo>
                    <a:cubicBezTo>
                      <a:pt x="3" y="83"/>
                      <a:pt x="0" y="80"/>
                      <a:pt x="0" y="76"/>
                    </a:cubicBezTo>
                    <a:lnTo>
                      <a:pt x="0" y="8"/>
                    </a:lnTo>
                    <a:cubicBezTo>
                      <a:pt x="0" y="3"/>
                      <a:pt x="3" y="0"/>
                      <a:pt x="8" y="0"/>
                    </a:cubicBezTo>
                    <a:cubicBezTo>
                      <a:pt x="12" y="0"/>
                      <a:pt x="15" y="3"/>
                      <a:pt x="15" y="8"/>
                    </a:cubicBezTo>
                    <a:lnTo>
                      <a:pt x="15" y="76"/>
                    </a:lnTo>
                    <a:cubicBezTo>
                      <a:pt x="15" y="80"/>
                      <a:pt x="12" y="83"/>
                      <a:pt x="8" y="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5" name="Freeform 364">
                <a:extLst>
                  <a:ext uri="{FF2B5EF4-FFF2-40B4-BE49-F238E27FC236}">
                    <a16:creationId xmlns:a16="http://schemas.microsoft.com/office/drawing/2014/main" id="{3FE0B3C0-08CF-BC48-A61A-A869E673A71A}"/>
                  </a:ext>
                </a:extLst>
              </p:cNvPr>
              <p:cNvSpPr/>
              <p:nvPr/>
            </p:nvSpPr>
            <p:spPr>
              <a:xfrm>
                <a:off x="20430988" y="6037981"/>
                <a:ext cx="17441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83">
                    <a:moveTo>
                      <a:pt x="8" y="83"/>
                    </a:moveTo>
                    <a:cubicBezTo>
                      <a:pt x="4" y="83"/>
                      <a:pt x="0" y="80"/>
                      <a:pt x="0" y="76"/>
                    </a:cubicBezTo>
                    <a:lnTo>
                      <a:pt x="0" y="8"/>
                    </a:lnTo>
                    <a:cubicBezTo>
                      <a:pt x="0" y="3"/>
                      <a:pt x="4" y="0"/>
                      <a:pt x="8" y="0"/>
                    </a:cubicBezTo>
                    <a:cubicBezTo>
                      <a:pt x="12" y="0"/>
                      <a:pt x="15" y="3"/>
                      <a:pt x="15" y="8"/>
                    </a:cubicBezTo>
                    <a:lnTo>
                      <a:pt x="15" y="76"/>
                    </a:lnTo>
                    <a:cubicBezTo>
                      <a:pt x="15" y="80"/>
                      <a:pt x="12" y="83"/>
                      <a:pt x="8" y="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6" name="Freeform 365">
                <a:extLst>
                  <a:ext uri="{FF2B5EF4-FFF2-40B4-BE49-F238E27FC236}">
                    <a16:creationId xmlns:a16="http://schemas.microsoft.com/office/drawing/2014/main" id="{E5AED188-4357-AB44-8CF1-26FDCE2BE04F}"/>
                  </a:ext>
                </a:extLst>
              </p:cNvPr>
              <p:cNvSpPr/>
              <p:nvPr/>
            </p:nvSpPr>
            <p:spPr>
              <a:xfrm>
                <a:off x="19815567" y="5193034"/>
                <a:ext cx="151987" cy="361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" h="30">
                    <a:moveTo>
                      <a:pt x="100" y="30"/>
                    </a:moveTo>
                    <a:cubicBezTo>
                      <a:pt x="39" y="30"/>
                      <a:pt x="5" y="15"/>
                      <a:pt x="4" y="14"/>
                    </a:cubicBezTo>
                    <a:cubicBezTo>
                      <a:pt x="0" y="12"/>
                      <a:pt x="-1" y="8"/>
                      <a:pt x="0" y="4"/>
                    </a:cubicBezTo>
                    <a:cubicBezTo>
                      <a:pt x="2" y="1"/>
                      <a:pt x="6" y="-1"/>
                      <a:pt x="10" y="1"/>
                    </a:cubicBezTo>
                    <a:cubicBezTo>
                      <a:pt x="10" y="1"/>
                      <a:pt x="48" y="17"/>
                      <a:pt x="115" y="14"/>
                    </a:cubicBezTo>
                    <a:cubicBezTo>
                      <a:pt x="119" y="14"/>
                      <a:pt x="122" y="17"/>
                      <a:pt x="122" y="22"/>
                    </a:cubicBezTo>
                    <a:cubicBezTo>
                      <a:pt x="123" y="25"/>
                      <a:pt x="119" y="29"/>
                      <a:pt x="115" y="29"/>
                    </a:cubicBezTo>
                    <a:cubicBezTo>
                      <a:pt x="110" y="30"/>
                      <a:pt x="105" y="30"/>
                      <a:pt x="100" y="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9384A76E-20C5-9241-85D0-E98B8F79BAA0}"/>
                  </a:ext>
                </a:extLst>
              </p:cNvPr>
              <p:cNvSpPr/>
              <p:nvPr/>
            </p:nvSpPr>
            <p:spPr>
              <a:xfrm>
                <a:off x="20003681" y="5984393"/>
                <a:ext cx="297744" cy="1894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0" h="153">
                    <a:moveTo>
                      <a:pt x="225" y="153"/>
                    </a:moveTo>
                    <a:lnTo>
                      <a:pt x="121" y="153"/>
                    </a:lnTo>
                    <a:lnTo>
                      <a:pt x="16" y="153"/>
                    </a:lnTo>
                    <a:cubicBezTo>
                      <a:pt x="12" y="153"/>
                      <a:pt x="7" y="151"/>
                      <a:pt x="5" y="148"/>
                    </a:cubicBezTo>
                    <a:cubicBezTo>
                      <a:pt x="2" y="146"/>
                      <a:pt x="0" y="141"/>
                      <a:pt x="0" y="137"/>
                    </a:cubicBezTo>
                    <a:lnTo>
                      <a:pt x="0" y="76"/>
                    </a:lnTo>
                    <a:lnTo>
                      <a:pt x="0" y="16"/>
                    </a:lnTo>
                    <a:cubicBezTo>
                      <a:pt x="0" y="12"/>
                      <a:pt x="2" y="8"/>
                      <a:pt x="5" y="5"/>
                    </a:cubicBezTo>
                    <a:cubicBezTo>
                      <a:pt x="7" y="3"/>
                      <a:pt x="12" y="0"/>
                      <a:pt x="16" y="0"/>
                    </a:cubicBezTo>
                    <a:lnTo>
                      <a:pt x="121" y="0"/>
                    </a:lnTo>
                    <a:lnTo>
                      <a:pt x="225" y="0"/>
                    </a:lnTo>
                    <a:cubicBezTo>
                      <a:pt x="229" y="0"/>
                      <a:pt x="233" y="3"/>
                      <a:pt x="236" y="5"/>
                    </a:cubicBezTo>
                    <a:cubicBezTo>
                      <a:pt x="238" y="8"/>
                      <a:pt x="240" y="12"/>
                      <a:pt x="240" y="16"/>
                    </a:cubicBezTo>
                    <a:lnTo>
                      <a:pt x="240" y="76"/>
                    </a:lnTo>
                    <a:lnTo>
                      <a:pt x="240" y="137"/>
                    </a:lnTo>
                    <a:cubicBezTo>
                      <a:pt x="240" y="141"/>
                      <a:pt x="238" y="146"/>
                      <a:pt x="236" y="148"/>
                    </a:cubicBezTo>
                    <a:cubicBezTo>
                      <a:pt x="233" y="151"/>
                      <a:pt x="229" y="153"/>
                      <a:pt x="225" y="15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A02379A2-2CCB-AB43-8FFA-CBBF0CD03B42}"/>
                  </a:ext>
                </a:extLst>
              </p:cNvPr>
              <p:cNvSpPr/>
              <p:nvPr/>
            </p:nvSpPr>
            <p:spPr>
              <a:xfrm>
                <a:off x="19994959" y="5975670"/>
                <a:ext cx="316432" cy="206874"/>
              </a:xfrm>
              <a:custGeom>
                <a:avLst/>
                <a:gdLst>
                  <a:gd name="connsiteX0" fmla="*/ 28600 w 316432"/>
                  <a:gd name="connsiteY0" fmla="*/ 18693 h 206874"/>
                  <a:gd name="connsiteX1" fmla="*/ 21158 w 316432"/>
                  <a:gd name="connsiteY1" fmla="*/ 21168 h 206874"/>
                  <a:gd name="connsiteX2" fmla="*/ 17438 w 316432"/>
                  <a:gd name="connsiteY2" fmla="*/ 28590 h 206874"/>
                  <a:gd name="connsiteX3" fmla="*/ 17438 w 316432"/>
                  <a:gd name="connsiteY3" fmla="*/ 102818 h 206874"/>
                  <a:gd name="connsiteX4" fmla="*/ 17438 w 316432"/>
                  <a:gd name="connsiteY4" fmla="*/ 178283 h 206874"/>
                  <a:gd name="connsiteX5" fmla="*/ 21158 w 316432"/>
                  <a:gd name="connsiteY5" fmla="*/ 185706 h 206874"/>
                  <a:gd name="connsiteX6" fmla="*/ 28600 w 316432"/>
                  <a:gd name="connsiteY6" fmla="*/ 188180 h 206874"/>
                  <a:gd name="connsiteX7" fmla="*/ 158830 w 316432"/>
                  <a:gd name="connsiteY7" fmla="*/ 188180 h 206874"/>
                  <a:gd name="connsiteX8" fmla="*/ 287818 w 316432"/>
                  <a:gd name="connsiteY8" fmla="*/ 188180 h 206874"/>
                  <a:gd name="connsiteX9" fmla="*/ 295260 w 316432"/>
                  <a:gd name="connsiteY9" fmla="*/ 185706 h 206874"/>
                  <a:gd name="connsiteX10" fmla="*/ 297740 w 316432"/>
                  <a:gd name="connsiteY10" fmla="*/ 178283 h 206874"/>
                  <a:gd name="connsiteX11" fmla="*/ 297740 w 316432"/>
                  <a:gd name="connsiteY11" fmla="*/ 102818 h 206874"/>
                  <a:gd name="connsiteX12" fmla="*/ 297740 w 316432"/>
                  <a:gd name="connsiteY12" fmla="*/ 28590 h 206874"/>
                  <a:gd name="connsiteX13" fmla="*/ 295260 w 316432"/>
                  <a:gd name="connsiteY13" fmla="*/ 21168 h 206874"/>
                  <a:gd name="connsiteX14" fmla="*/ 287818 w 316432"/>
                  <a:gd name="connsiteY14" fmla="*/ 18693 h 206874"/>
                  <a:gd name="connsiteX15" fmla="*/ 158830 w 316432"/>
                  <a:gd name="connsiteY15" fmla="*/ 18693 h 206874"/>
                  <a:gd name="connsiteX16" fmla="*/ 28542 w 316432"/>
                  <a:gd name="connsiteY16" fmla="*/ 0 h 206874"/>
                  <a:gd name="connsiteX17" fmla="*/ 158836 w 316432"/>
                  <a:gd name="connsiteY17" fmla="*/ 0 h 206874"/>
                  <a:gd name="connsiteX18" fmla="*/ 287892 w 316432"/>
                  <a:gd name="connsiteY18" fmla="*/ 0 h 206874"/>
                  <a:gd name="connsiteX19" fmla="*/ 307746 w 316432"/>
                  <a:gd name="connsiteY19" fmla="*/ 8672 h 206874"/>
                  <a:gd name="connsiteX20" fmla="*/ 316432 w 316432"/>
                  <a:gd name="connsiteY20" fmla="*/ 28492 h 206874"/>
                  <a:gd name="connsiteX21" fmla="*/ 316432 w 316432"/>
                  <a:gd name="connsiteY21" fmla="*/ 102818 h 206874"/>
                  <a:gd name="connsiteX22" fmla="*/ 316432 w 316432"/>
                  <a:gd name="connsiteY22" fmla="*/ 178383 h 206874"/>
                  <a:gd name="connsiteX23" fmla="*/ 307746 w 316432"/>
                  <a:gd name="connsiteY23" fmla="*/ 198203 h 206874"/>
                  <a:gd name="connsiteX24" fmla="*/ 287892 w 316432"/>
                  <a:gd name="connsiteY24" fmla="*/ 206874 h 206874"/>
                  <a:gd name="connsiteX25" fmla="*/ 158836 w 316432"/>
                  <a:gd name="connsiteY25" fmla="*/ 206874 h 206874"/>
                  <a:gd name="connsiteX26" fmla="*/ 28542 w 316432"/>
                  <a:gd name="connsiteY26" fmla="*/ 206874 h 206874"/>
                  <a:gd name="connsiteX27" fmla="*/ 7446 w 316432"/>
                  <a:gd name="connsiteY27" fmla="*/ 198203 h 206874"/>
                  <a:gd name="connsiteX28" fmla="*/ 0 w 316432"/>
                  <a:gd name="connsiteY28" fmla="*/ 178383 h 206874"/>
                  <a:gd name="connsiteX29" fmla="*/ 0 w 316432"/>
                  <a:gd name="connsiteY29" fmla="*/ 102818 h 206874"/>
                  <a:gd name="connsiteX30" fmla="*/ 0 w 316432"/>
                  <a:gd name="connsiteY30" fmla="*/ 28492 h 206874"/>
                  <a:gd name="connsiteX31" fmla="*/ 7446 w 316432"/>
                  <a:gd name="connsiteY31" fmla="*/ 8672 h 206874"/>
                  <a:gd name="connsiteX32" fmla="*/ 28542 w 316432"/>
                  <a:gd name="connsiteY32" fmla="*/ 0 h 20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16432" h="206874">
                    <a:moveTo>
                      <a:pt x="28600" y="18693"/>
                    </a:moveTo>
                    <a:cubicBezTo>
                      <a:pt x="24880" y="18693"/>
                      <a:pt x="23640" y="19930"/>
                      <a:pt x="21158" y="21168"/>
                    </a:cubicBezTo>
                    <a:cubicBezTo>
                      <a:pt x="18678" y="23642"/>
                      <a:pt x="17438" y="26116"/>
                      <a:pt x="17438" y="28590"/>
                    </a:cubicBezTo>
                    <a:lnTo>
                      <a:pt x="17438" y="102818"/>
                    </a:lnTo>
                    <a:lnTo>
                      <a:pt x="17438" y="178283"/>
                    </a:lnTo>
                    <a:cubicBezTo>
                      <a:pt x="17438" y="180757"/>
                      <a:pt x="18678" y="183232"/>
                      <a:pt x="21158" y="185706"/>
                    </a:cubicBezTo>
                    <a:cubicBezTo>
                      <a:pt x="23640" y="186943"/>
                      <a:pt x="24880" y="188180"/>
                      <a:pt x="28600" y="188180"/>
                    </a:cubicBezTo>
                    <a:lnTo>
                      <a:pt x="158830" y="188180"/>
                    </a:lnTo>
                    <a:lnTo>
                      <a:pt x="287818" y="188180"/>
                    </a:lnTo>
                    <a:cubicBezTo>
                      <a:pt x="290300" y="188180"/>
                      <a:pt x="292780" y="186943"/>
                      <a:pt x="295260" y="185706"/>
                    </a:cubicBezTo>
                    <a:cubicBezTo>
                      <a:pt x="296500" y="183232"/>
                      <a:pt x="297740" y="180757"/>
                      <a:pt x="297740" y="178283"/>
                    </a:cubicBezTo>
                    <a:lnTo>
                      <a:pt x="297740" y="102818"/>
                    </a:lnTo>
                    <a:lnTo>
                      <a:pt x="297740" y="28590"/>
                    </a:lnTo>
                    <a:cubicBezTo>
                      <a:pt x="297740" y="26116"/>
                      <a:pt x="296500" y="23642"/>
                      <a:pt x="295260" y="21168"/>
                    </a:cubicBezTo>
                    <a:cubicBezTo>
                      <a:pt x="292780" y="19930"/>
                      <a:pt x="290300" y="18693"/>
                      <a:pt x="287818" y="18693"/>
                    </a:cubicBezTo>
                    <a:lnTo>
                      <a:pt x="158830" y="18693"/>
                    </a:lnTo>
                    <a:close/>
                    <a:moveTo>
                      <a:pt x="28542" y="0"/>
                    </a:moveTo>
                    <a:lnTo>
                      <a:pt x="158836" y="0"/>
                    </a:lnTo>
                    <a:lnTo>
                      <a:pt x="287892" y="0"/>
                    </a:lnTo>
                    <a:cubicBezTo>
                      <a:pt x="295336" y="0"/>
                      <a:pt x="302782" y="3717"/>
                      <a:pt x="307746" y="8672"/>
                    </a:cubicBezTo>
                    <a:cubicBezTo>
                      <a:pt x="312710" y="13627"/>
                      <a:pt x="316432" y="21059"/>
                      <a:pt x="316432" y="28492"/>
                    </a:cubicBezTo>
                    <a:lnTo>
                      <a:pt x="316432" y="102818"/>
                    </a:lnTo>
                    <a:lnTo>
                      <a:pt x="316432" y="178383"/>
                    </a:lnTo>
                    <a:cubicBezTo>
                      <a:pt x="316432" y="185815"/>
                      <a:pt x="312710" y="193248"/>
                      <a:pt x="307746" y="198203"/>
                    </a:cubicBezTo>
                    <a:cubicBezTo>
                      <a:pt x="302782" y="204397"/>
                      <a:pt x="295336" y="206874"/>
                      <a:pt x="287892" y="206874"/>
                    </a:cubicBezTo>
                    <a:lnTo>
                      <a:pt x="158836" y="206874"/>
                    </a:lnTo>
                    <a:lnTo>
                      <a:pt x="28542" y="206874"/>
                    </a:lnTo>
                    <a:cubicBezTo>
                      <a:pt x="19856" y="206874"/>
                      <a:pt x="13650" y="204397"/>
                      <a:pt x="7446" y="198203"/>
                    </a:cubicBezTo>
                    <a:cubicBezTo>
                      <a:pt x="2482" y="193248"/>
                      <a:pt x="0" y="185815"/>
                      <a:pt x="0" y="178383"/>
                    </a:cubicBezTo>
                    <a:lnTo>
                      <a:pt x="0" y="102818"/>
                    </a:lnTo>
                    <a:lnTo>
                      <a:pt x="0" y="28492"/>
                    </a:lnTo>
                    <a:cubicBezTo>
                      <a:pt x="0" y="21059"/>
                      <a:pt x="2482" y="13627"/>
                      <a:pt x="7446" y="8672"/>
                    </a:cubicBezTo>
                    <a:cubicBezTo>
                      <a:pt x="13650" y="3717"/>
                      <a:pt x="19856" y="0"/>
                      <a:pt x="285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FD999656-247A-1341-8235-5AA1F8A61F57}"/>
                  </a:ext>
                </a:extLst>
              </p:cNvPr>
              <p:cNvSpPr/>
              <p:nvPr/>
            </p:nvSpPr>
            <p:spPr>
              <a:xfrm>
                <a:off x="20114557" y="5918343"/>
                <a:ext cx="77239" cy="1084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" h="88">
                    <a:moveTo>
                      <a:pt x="50" y="0"/>
                    </a:moveTo>
                    <a:lnTo>
                      <a:pt x="12" y="0"/>
                    </a:lnTo>
                    <a:cubicBezTo>
                      <a:pt x="5" y="0"/>
                      <a:pt x="0" y="6"/>
                      <a:pt x="0" y="12"/>
                    </a:cubicBezTo>
                    <a:lnTo>
                      <a:pt x="0" y="76"/>
                    </a:lnTo>
                    <a:cubicBezTo>
                      <a:pt x="0" y="82"/>
                      <a:pt x="5" y="88"/>
                      <a:pt x="12" y="88"/>
                    </a:cubicBezTo>
                    <a:lnTo>
                      <a:pt x="50" y="88"/>
                    </a:lnTo>
                    <a:cubicBezTo>
                      <a:pt x="57" y="88"/>
                      <a:pt x="63" y="82"/>
                      <a:pt x="63" y="76"/>
                    </a:cubicBezTo>
                    <a:lnTo>
                      <a:pt x="63" y="12"/>
                    </a:lnTo>
                    <a:cubicBezTo>
                      <a:pt x="63" y="6"/>
                      <a:pt x="57" y="0"/>
                      <a:pt x="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B064DA37-BBC8-8543-9214-E4B1CEA96439}"/>
                  </a:ext>
                </a:extLst>
              </p:cNvPr>
              <p:cNvSpPr/>
              <p:nvPr/>
            </p:nvSpPr>
            <p:spPr>
              <a:xfrm>
                <a:off x="17738828" y="6446744"/>
                <a:ext cx="4392662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27" h="83">
                    <a:moveTo>
                      <a:pt x="0" y="0"/>
                    </a:moveTo>
                    <a:cubicBezTo>
                      <a:pt x="0" y="46"/>
                      <a:pt x="37" y="83"/>
                      <a:pt x="84" y="83"/>
                    </a:cubicBezTo>
                    <a:lnTo>
                      <a:pt x="3443" y="83"/>
                    </a:lnTo>
                    <a:cubicBezTo>
                      <a:pt x="3490" y="83"/>
                      <a:pt x="3527" y="46"/>
                      <a:pt x="352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B9FA3827-BA67-F34A-B37D-89A59F960855}"/>
                  </a:ext>
                </a:extLst>
              </p:cNvPr>
              <p:cNvSpPr/>
              <p:nvPr/>
            </p:nvSpPr>
            <p:spPr>
              <a:xfrm>
                <a:off x="17730112" y="6436774"/>
                <a:ext cx="4410102" cy="122130"/>
              </a:xfrm>
              <a:custGeom>
                <a:avLst/>
                <a:gdLst>
                  <a:gd name="connsiteX0" fmla="*/ 18684 w 4410102"/>
                  <a:gd name="connsiteY0" fmla="*/ 18690 h 122130"/>
                  <a:gd name="connsiteX1" fmla="*/ 113336 w 4410102"/>
                  <a:gd name="connsiteY1" fmla="*/ 103434 h 122130"/>
                  <a:gd name="connsiteX2" fmla="*/ 4296760 w 4410102"/>
                  <a:gd name="connsiteY2" fmla="*/ 103434 h 122130"/>
                  <a:gd name="connsiteX3" fmla="*/ 4391412 w 4410102"/>
                  <a:gd name="connsiteY3" fmla="*/ 18690 h 122130"/>
                  <a:gd name="connsiteX4" fmla="*/ 8718 w 4410102"/>
                  <a:gd name="connsiteY4" fmla="*/ 0 h 122130"/>
                  <a:gd name="connsiteX5" fmla="*/ 4401384 w 4410102"/>
                  <a:gd name="connsiteY5" fmla="*/ 0 h 122130"/>
                  <a:gd name="connsiteX6" fmla="*/ 4410102 w 4410102"/>
                  <a:gd name="connsiteY6" fmla="*/ 9869 h 122130"/>
                  <a:gd name="connsiteX7" fmla="*/ 4296768 w 4410102"/>
                  <a:gd name="connsiteY7" fmla="*/ 122130 h 122130"/>
                  <a:gd name="connsiteX8" fmla="*/ 113334 w 4410102"/>
                  <a:gd name="connsiteY8" fmla="*/ 122130 h 122130"/>
                  <a:gd name="connsiteX9" fmla="*/ 0 w 4410102"/>
                  <a:gd name="connsiteY9" fmla="*/ 9869 h 122130"/>
                  <a:gd name="connsiteX10" fmla="*/ 8718 w 4410102"/>
                  <a:gd name="connsiteY10" fmla="*/ 0 h 122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410102" h="122130">
                    <a:moveTo>
                      <a:pt x="18684" y="18690"/>
                    </a:moveTo>
                    <a:cubicBezTo>
                      <a:pt x="22420" y="66589"/>
                      <a:pt x="63518" y="103434"/>
                      <a:pt x="113336" y="103434"/>
                    </a:cubicBezTo>
                    <a:lnTo>
                      <a:pt x="4296760" y="103434"/>
                    </a:lnTo>
                    <a:cubicBezTo>
                      <a:pt x="4346576" y="103434"/>
                      <a:pt x="4386430" y="66589"/>
                      <a:pt x="4391412" y="18690"/>
                    </a:cubicBezTo>
                    <a:close/>
                    <a:moveTo>
                      <a:pt x="8718" y="0"/>
                    </a:moveTo>
                    <a:lnTo>
                      <a:pt x="4401384" y="0"/>
                    </a:lnTo>
                    <a:cubicBezTo>
                      <a:pt x="4406366" y="0"/>
                      <a:pt x="4410102" y="4935"/>
                      <a:pt x="4410102" y="9869"/>
                    </a:cubicBezTo>
                    <a:cubicBezTo>
                      <a:pt x="4410102" y="71551"/>
                      <a:pt x="4359040" y="122130"/>
                      <a:pt x="4296768" y="122130"/>
                    </a:cubicBezTo>
                    <a:lnTo>
                      <a:pt x="113334" y="122130"/>
                    </a:lnTo>
                    <a:cubicBezTo>
                      <a:pt x="49816" y="122130"/>
                      <a:pt x="0" y="71551"/>
                      <a:pt x="0" y="9869"/>
                    </a:cubicBezTo>
                    <a:cubicBezTo>
                      <a:pt x="0" y="4935"/>
                      <a:pt x="2490" y="0"/>
                      <a:pt x="87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4" name="Freeform 373">
                <a:extLst>
                  <a:ext uri="{FF2B5EF4-FFF2-40B4-BE49-F238E27FC236}">
                    <a16:creationId xmlns:a16="http://schemas.microsoft.com/office/drawing/2014/main" id="{2E11B6FC-EAB9-C944-ABF3-AFE4C7AD472D}"/>
                  </a:ext>
                </a:extLst>
              </p:cNvPr>
              <p:cNvSpPr/>
              <p:nvPr/>
            </p:nvSpPr>
            <p:spPr>
              <a:xfrm>
                <a:off x="17730111" y="6436774"/>
                <a:ext cx="2355792" cy="1221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92" h="99">
                    <a:moveTo>
                      <a:pt x="1884" y="0"/>
                    </a:moveTo>
                    <a:lnTo>
                      <a:pt x="7" y="0"/>
                    </a:lnTo>
                    <a:cubicBezTo>
                      <a:pt x="2" y="0"/>
                      <a:pt x="0" y="4"/>
                      <a:pt x="0" y="8"/>
                    </a:cubicBezTo>
                    <a:cubicBezTo>
                      <a:pt x="0" y="36"/>
                      <a:pt x="12" y="61"/>
                      <a:pt x="32" y="78"/>
                    </a:cubicBezTo>
                    <a:cubicBezTo>
                      <a:pt x="48" y="91"/>
                      <a:pt x="69" y="99"/>
                      <a:pt x="91" y="99"/>
                    </a:cubicBezTo>
                    <a:lnTo>
                      <a:pt x="1884" y="99"/>
                    </a:lnTo>
                    <a:cubicBezTo>
                      <a:pt x="1888" y="99"/>
                      <a:pt x="1892" y="96"/>
                      <a:pt x="1892" y="91"/>
                    </a:cubicBezTo>
                    <a:lnTo>
                      <a:pt x="1892" y="8"/>
                    </a:lnTo>
                    <a:cubicBezTo>
                      <a:pt x="1892" y="4"/>
                      <a:pt x="1888" y="0"/>
                      <a:pt x="18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5" name="Freeform 374">
                <a:extLst>
                  <a:ext uri="{FF2B5EF4-FFF2-40B4-BE49-F238E27FC236}">
                    <a16:creationId xmlns:a16="http://schemas.microsoft.com/office/drawing/2014/main" id="{473BA0BB-F72A-254C-8D51-9345D366BEEB}"/>
                  </a:ext>
                </a:extLst>
              </p:cNvPr>
              <p:cNvSpPr/>
              <p:nvPr/>
            </p:nvSpPr>
            <p:spPr>
              <a:xfrm>
                <a:off x="18080179" y="4456516"/>
                <a:ext cx="838418" cy="8387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4" h="674">
                    <a:moveTo>
                      <a:pt x="674" y="337"/>
                    </a:moveTo>
                    <a:cubicBezTo>
                      <a:pt x="674" y="523"/>
                      <a:pt x="523" y="674"/>
                      <a:pt x="337" y="674"/>
                    </a:cubicBezTo>
                    <a:cubicBezTo>
                      <a:pt x="151" y="674"/>
                      <a:pt x="0" y="523"/>
                      <a:pt x="0" y="337"/>
                    </a:cubicBezTo>
                    <a:cubicBezTo>
                      <a:pt x="0" y="151"/>
                      <a:pt x="151" y="0"/>
                      <a:pt x="337" y="0"/>
                    </a:cubicBezTo>
                    <a:cubicBezTo>
                      <a:pt x="523" y="0"/>
                      <a:pt x="674" y="151"/>
                      <a:pt x="674" y="33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72F939E1-078B-5E4D-9F1A-0F5B1D5DCF33}"/>
                  </a:ext>
                </a:extLst>
              </p:cNvPr>
              <p:cNvSpPr/>
              <p:nvPr/>
            </p:nvSpPr>
            <p:spPr>
              <a:xfrm>
                <a:off x="18071457" y="4446546"/>
                <a:ext cx="857106" cy="857406"/>
              </a:xfrm>
              <a:custGeom>
                <a:avLst/>
                <a:gdLst>
                  <a:gd name="connsiteX0" fmla="*/ 427930 w 857106"/>
                  <a:gd name="connsiteY0" fmla="*/ 19940 h 857406"/>
                  <a:gd name="connsiteX1" fmla="*/ 18686 w 857106"/>
                  <a:gd name="connsiteY1" fmla="*/ 429327 h 857406"/>
                  <a:gd name="connsiteX2" fmla="*/ 427930 w 857106"/>
                  <a:gd name="connsiteY2" fmla="*/ 838713 h 857406"/>
                  <a:gd name="connsiteX3" fmla="*/ 837172 w 857106"/>
                  <a:gd name="connsiteY3" fmla="*/ 429327 h 857406"/>
                  <a:gd name="connsiteX4" fmla="*/ 427930 w 857106"/>
                  <a:gd name="connsiteY4" fmla="*/ 19940 h 857406"/>
                  <a:gd name="connsiteX5" fmla="*/ 427930 w 857106"/>
                  <a:gd name="connsiteY5" fmla="*/ 0 h 857406"/>
                  <a:gd name="connsiteX6" fmla="*/ 857106 w 857106"/>
                  <a:gd name="connsiteY6" fmla="*/ 429325 h 857406"/>
                  <a:gd name="connsiteX7" fmla="*/ 427930 w 857106"/>
                  <a:gd name="connsiteY7" fmla="*/ 857406 h 857406"/>
                  <a:gd name="connsiteX8" fmla="*/ 0 w 857106"/>
                  <a:gd name="connsiteY8" fmla="*/ 429325 h 857406"/>
                  <a:gd name="connsiteX9" fmla="*/ 427930 w 857106"/>
                  <a:gd name="connsiteY9" fmla="*/ 0 h 857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57106" h="857406">
                    <a:moveTo>
                      <a:pt x="427930" y="19940"/>
                    </a:moveTo>
                    <a:cubicBezTo>
                      <a:pt x="202784" y="19940"/>
                      <a:pt x="18686" y="202858"/>
                      <a:pt x="18686" y="429327"/>
                    </a:cubicBezTo>
                    <a:cubicBezTo>
                      <a:pt x="18686" y="654552"/>
                      <a:pt x="202784" y="838713"/>
                      <a:pt x="427930" y="838713"/>
                    </a:cubicBezTo>
                    <a:cubicBezTo>
                      <a:pt x="654318" y="838713"/>
                      <a:pt x="837172" y="654552"/>
                      <a:pt x="837172" y="429327"/>
                    </a:cubicBezTo>
                    <a:cubicBezTo>
                      <a:pt x="837172" y="202858"/>
                      <a:pt x="654318" y="19940"/>
                      <a:pt x="427930" y="19940"/>
                    </a:cubicBezTo>
                    <a:close/>
                    <a:moveTo>
                      <a:pt x="427930" y="0"/>
                    </a:moveTo>
                    <a:cubicBezTo>
                      <a:pt x="664288" y="0"/>
                      <a:pt x="857106" y="192885"/>
                      <a:pt x="857106" y="429325"/>
                    </a:cubicBezTo>
                    <a:cubicBezTo>
                      <a:pt x="857106" y="665765"/>
                      <a:pt x="664288" y="857406"/>
                      <a:pt x="427930" y="857406"/>
                    </a:cubicBezTo>
                    <a:cubicBezTo>
                      <a:pt x="191574" y="857406"/>
                      <a:pt x="0" y="665765"/>
                      <a:pt x="0" y="429325"/>
                    </a:cubicBezTo>
                    <a:cubicBezTo>
                      <a:pt x="0" y="192885"/>
                      <a:pt x="191574" y="0"/>
                      <a:pt x="4279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8" name="Freeform 377">
                <a:extLst>
                  <a:ext uri="{FF2B5EF4-FFF2-40B4-BE49-F238E27FC236}">
                    <a16:creationId xmlns:a16="http://schemas.microsoft.com/office/drawing/2014/main" id="{76E1BEDD-960D-6745-BCE2-8749665AC177}"/>
                  </a:ext>
                </a:extLst>
              </p:cNvPr>
              <p:cNvSpPr/>
              <p:nvPr/>
            </p:nvSpPr>
            <p:spPr>
              <a:xfrm>
                <a:off x="18472603" y="4613541"/>
                <a:ext cx="53569" cy="1134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" h="92">
                    <a:moveTo>
                      <a:pt x="24" y="92"/>
                    </a:moveTo>
                    <a:lnTo>
                      <a:pt x="20" y="92"/>
                    </a:lnTo>
                    <a:cubicBezTo>
                      <a:pt x="9" y="92"/>
                      <a:pt x="0" y="82"/>
                      <a:pt x="0" y="71"/>
                    </a:cubicBezTo>
                    <a:lnTo>
                      <a:pt x="0" y="20"/>
                    </a:lnTo>
                    <a:cubicBezTo>
                      <a:pt x="0" y="9"/>
                      <a:pt x="9" y="0"/>
                      <a:pt x="20" y="0"/>
                    </a:cubicBezTo>
                    <a:lnTo>
                      <a:pt x="24" y="0"/>
                    </a:lnTo>
                    <a:cubicBezTo>
                      <a:pt x="35" y="0"/>
                      <a:pt x="44" y="9"/>
                      <a:pt x="44" y="20"/>
                    </a:cubicBezTo>
                    <a:lnTo>
                      <a:pt x="44" y="71"/>
                    </a:lnTo>
                    <a:cubicBezTo>
                      <a:pt x="44" y="82"/>
                      <a:pt x="35" y="92"/>
                      <a:pt x="24" y="9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7" name="Freeform 486">
                <a:extLst>
                  <a:ext uri="{FF2B5EF4-FFF2-40B4-BE49-F238E27FC236}">
                    <a16:creationId xmlns:a16="http://schemas.microsoft.com/office/drawing/2014/main" id="{0C599275-7B8E-984B-A822-74156371EF79}"/>
                  </a:ext>
                </a:extLst>
              </p:cNvPr>
              <p:cNvSpPr/>
              <p:nvPr/>
            </p:nvSpPr>
            <p:spPr>
              <a:xfrm>
                <a:off x="18463884" y="4603571"/>
                <a:ext cx="71008" cy="132100"/>
              </a:xfrm>
              <a:custGeom>
                <a:avLst/>
                <a:gdLst>
                  <a:gd name="connsiteX0" fmla="*/ 33100 w 71008"/>
                  <a:gd name="connsiteY0" fmla="*/ 18694 h 132100"/>
                  <a:gd name="connsiteX1" fmla="*/ 18684 w 71008"/>
                  <a:gd name="connsiteY1" fmla="*/ 34685 h 132100"/>
                  <a:gd name="connsiteX2" fmla="*/ 18684 w 71008"/>
                  <a:gd name="connsiteY2" fmla="*/ 97417 h 132100"/>
                  <a:gd name="connsiteX3" fmla="*/ 33100 w 71008"/>
                  <a:gd name="connsiteY3" fmla="*/ 113407 h 132100"/>
                  <a:gd name="connsiteX4" fmla="*/ 37906 w 71008"/>
                  <a:gd name="connsiteY4" fmla="*/ 113407 h 132100"/>
                  <a:gd name="connsiteX5" fmla="*/ 52320 w 71008"/>
                  <a:gd name="connsiteY5" fmla="*/ 97417 h 132100"/>
                  <a:gd name="connsiteX6" fmla="*/ 52320 w 71008"/>
                  <a:gd name="connsiteY6" fmla="*/ 34685 h 132100"/>
                  <a:gd name="connsiteX7" fmla="*/ 37906 w 71008"/>
                  <a:gd name="connsiteY7" fmla="*/ 18694 h 132100"/>
                  <a:gd name="connsiteX8" fmla="*/ 33056 w 71008"/>
                  <a:gd name="connsiteY8" fmla="*/ 0 h 132100"/>
                  <a:gd name="connsiteX9" fmla="*/ 37952 w 71008"/>
                  <a:gd name="connsiteY9" fmla="*/ 0 h 132100"/>
                  <a:gd name="connsiteX10" fmla="*/ 71008 w 71008"/>
                  <a:gd name="connsiteY10" fmla="*/ 34568 h 132100"/>
                  <a:gd name="connsiteX11" fmla="*/ 71008 w 71008"/>
                  <a:gd name="connsiteY11" fmla="*/ 97532 h 132100"/>
                  <a:gd name="connsiteX12" fmla="*/ 37952 w 71008"/>
                  <a:gd name="connsiteY12" fmla="*/ 132100 h 132100"/>
                  <a:gd name="connsiteX13" fmla="*/ 33056 w 71008"/>
                  <a:gd name="connsiteY13" fmla="*/ 132100 h 132100"/>
                  <a:gd name="connsiteX14" fmla="*/ 0 w 71008"/>
                  <a:gd name="connsiteY14" fmla="*/ 97532 h 132100"/>
                  <a:gd name="connsiteX15" fmla="*/ 0 w 71008"/>
                  <a:gd name="connsiteY15" fmla="*/ 34568 h 132100"/>
                  <a:gd name="connsiteX16" fmla="*/ 33056 w 71008"/>
                  <a:gd name="connsiteY16" fmla="*/ 0 h 13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1008" h="132100">
                    <a:moveTo>
                      <a:pt x="33100" y="18694"/>
                    </a:moveTo>
                    <a:cubicBezTo>
                      <a:pt x="25892" y="18694"/>
                      <a:pt x="18684" y="26074"/>
                      <a:pt x="18684" y="34685"/>
                    </a:cubicBezTo>
                    <a:lnTo>
                      <a:pt x="18684" y="97417"/>
                    </a:lnTo>
                    <a:cubicBezTo>
                      <a:pt x="18684" y="106027"/>
                      <a:pt x="25892" y="113407"/>
                      <a:pt x="33100" y="113407"/>
                    </a:cubicBezTo>
                    <a:lnTo>
                      <a:pt x="37906" y="113407"/>
                    </a:lnTo>
                    <a:cubicBezTo>
                      <a:pt x="46314" y="113407"/>
                      <a:pt x="52320" y="106027"/>
                      <a:pt x="52320" y="97417"/>
                    </a:cubicBezTo>
                    <a:lnTo>
                      <a:pt x="52320" y="34685"/>
                    </a:lnTo>
                    <a:cubicBezTo>
                      <a:pt x="52320" y="26074"/>
                      <a:pt x="46314" y="18694"/>
                      <a:pt x="37906" y="18694"/>
                    </a:cubicBezTo>
                    <a:close/>
                    <a:moveTo>
                      <a:pt x="33056" y="0"/>
                    </a:moveTo>
                    <a:lnTo>
                      <a:pt x="37952" y="0"/>
                    </a:lnTo>
                    <a:cubicBezTo>
                      <a:pt x="56318" y="0"/>
                      <a:pt x="71008" y="16050"/>
                      <a:pt x="71008" y="34568"/>
                    </a:cubicBezTo>
                    <a:lnTo>
                      <a:pt x="71008" y="97532"/>
                    </a:lnTo>
                    <a:cubicBezTo>
                      <a:pt x="71008" y="116051"/>
                      <a:pt x="56318" y="132100"/>
                      <a:pt x="37952" y="132100"/>
                    </a:cubicBezTo>
                    <a:lnTo>
                      <a:pt x="33056" y="132100"/>
                    </a:lnTo>
                    <a:cubicBezTo>
                      <a:pt x="14690" y="132100"/>
                      <a:pt x="0" y="116051"/>
                      <a:pt x="0" y="97532"/>
                    </a:cubicBezTo>
                    <a:lnTo>
                      <a:pt x="0" y="34568"/>
                    </a:lnTo>
                    <a:cubicBezTo>
                      <a:pt x="0" y="16050"/>
                      <a:pt x="14690" y="0"/>
                      <a:pt x="330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1" name="Freeform 380">
                <a:extLst>
                  <a:ext uri="{FF2B5EF4-FFF2-40B4-BE49-F238E27FC236}">
                    <a16:creationId xmlns:a16="http://schemas.microsoft.com/office/drawing/2014/main" id="{2BED3D0B-C38E-AC4B-A5BC-03B9827B4C35}"/>
                  </a:ext>
                </a:extLst>
              </p:cNvPr>
              <p:cNvSpPr/>
              <p:nvPr/>
            </p:nvSpPr>
            <p:spPr>
              <a:xfrm>
                <a:off x="18274522" y="4665879"/>
                <a:ext cx="450977" cy="4100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3" h="330">
                    <a:moveTo>
                      <a:pt x="360" y="315"/>
                    </a:moveTo>
                    <a:lnTo>
                      <a:pt x="327" y="287"/>
                    </a:lnTo>
                    <a:cubicBezTo>
                      <a:pt x="307" y="271"/>
                      <a:pt x="295" y="246"/>
                      <a:pt x="295" y="221"/>
                    </a:cubicBezTo>
                    <a:lnTo>
                      <a:pt x="295" y="125"/>
                    </a:lnTo>
                    <a:cubicBezTo>
                      <a:pt x="295" y="99"/>
                      <a:pt x="288" y="73"/>
                      <a:pt x="274" y="52"/>
                    </a:cubicBezTo>
                    <a:cubicBezTo>
                      <a:pt x="258" y="27"/>
                      <a:pt x="229" y="1"/>
                      <a:pt x="181" y="0"/>
                    </a:cubicBezTo>
                    <a:cubicBezTo>
                      <a:pt x="133" y="1"/>
                      <a:pt x="105" y="27"/>
                      <a:pt x="88" y="52"/>
                    </a:cubicBezTo>
                    <a:cubicBezTo>
                      <a:pt x="74" y="73"/>
                      <a:pt x="67" y="99"/>
                      <a:pt x="67" y="125"/>
                    </a:cubicBezTo>
                    <a:lnTo>
                      <a:pt x="67" y="221"/>
                    </a:lnTo>
                    <a:cubicBezTo>
                      <a:pt x="67" y="246"/>
                      <a:pt x="55" y="271"/>
                      <a:pt x="36" y="287"/>
                    </a:cubicBezTo>
                    <a:lnTo>
                      <a:pt x="2" y="315"/>
                    </a:lnTo>
                    <a:cubicBezTo>
                      <a:pt x="-3" y="320"/>
                      <a:pt x="0" y="330"/>
                      <a:pt x="8" y="330"/>
                    </a:cubicBezTo>
                    <a:lnTo>
                      <a:pt x="181" y="330"/>
                    </a:lnTo>
                    <a:lnTo>
                      <a:pt x="354" y="330"/>
                    </a:lnTo>
                    <a:cubicBezTo>
                      <a:pt x="362" y="330"/>
                      <a:pt x="366" y="320"/>
                      <a:pt x="360" y="31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8" name="Freeform 487">
                <a:extLst>
                  <a:ext uri="{FF2B5EF4-FFF2-40B4-BE49-F238E27FC236}">
                    <a16:creationId xmlns:a16="http://schemas.microsoft.com/office/drawing/2014/main" id="{EF951149-587D-334F-9800-CA5D052EE8DC}"/>
                  </a:ext>
                </a:extLst>
              </p:cNvPr>
              <p:cNvSpPr/>
              <p:nvPr/>
            </p:nvSpPr>
            <p:spPr>
              <a:xfrm>
                <a:off x="18264085" y="4657159"/>
                <a:ext cx="471088" cy="427457"/>
              </a:xfrm>
              <a:custGeom>
                <a:avLst/>
                <a:gdLst>
                  <a:gd name="connsiteX0" fmla="*/ 235304 w 471088"/>
                  <a:gd name="connsiteY0" fmla="*/ 18693 h 427457"/>
                  <a:gd name="connsiteX1" fmla="*/ 127230 w 471088"/>
                  <a:gd name="connsiteY1" fmla="*/ 78322 h 427457"/>
                  <a:gd name="connsiteX2" fmla="*/ 102386 w 471088"/>
                  <a:gd name="connsiteY2" fmla="*/ 164038 h 427457"/>
                  <a:gd name="connsiteX3" fmla="*/ 102386 w 471088"/>
                  <a:gd name="connsiteY3" fmla="*/ 283295 h 427457"/>
                  <a:gd name="connsiteX4" fmla="*/ 61392 w 471088"/>
                  <a:gd name="connsiteY4" fmla="*/ 372738 h 427457"/>
                  <a:gd name="connsiteX5" fmla="*/ 19158 w 471088"/>
                  <a:gd name="connsiteY5" fmla="*/ 406279 h 427457"/>
                  <a:gd name="connsiteX6" fmla="*/ 19158 w 471088"/>
                  <a:gd name="connsiteY6" fmla="*/ 408763 h 427457"/>
                  <a:gd name="connsiteX7" fmla="*/ 20400 w 471088"/>
                  <a:gd name="connsiteY7" fmla="*/ 408763 h 427457"/>
                  <a:gd name="connsiteX8" fmla="*/ 450208 w 471088"/>
                  <a:gd name="connsiteY8" fmla="*/ 408763 h 427457"/>
                  <a:gd name="connsiteX9" fmla="*/ 452694 w 471088"/>
                  <a:gd name="connsiteY9" fmla="*/ 408763 h 427457"/>
                  <a:gd name="connsiteX10" fmla="*/ 451450 w 471088"/>
                  <a:gd name="connsiteY10" fmla="*/ 406279 h 427457"/>
                  <a:gd name="connsiteX11" fmla="*/ 410458 w 471088"/>
                  <a:gd name="connsiteY11" fmla="*/ 372738 h 427457"/>
                  <a:gd name="connsiteX12" fmla="*/ 368222 w 471088"/>
                  <a:gd name="connsiteY12" fmla="*/ 283295 h 427457"/>
                  <a:gd name="connsiteX13" fmla="*/ 368222 w 471088"/>
                  <a:gd name="connsiteY13" fmla="*/ 164038 h 427457"/>
                  <a:gd name="connsiteX14" fmla="*/ 343378 w 471088"/>
                  <a:gd name="connsiteY14" fmla="*/ 78322 h 427457"/>
                  <a:gd name="connsiteX15" fmla="*/ 235304 w 471088"/>
                  <a:gd name="connsiteY15" fmla="*/ 18693 h 427457"/>
                  <a:gd name="connsiteX16" fmla="*/ 235304 w 471088"/>
                  <a:gd name="connsiteY16" fmla="*/ 0 h 427457"/>
                  <a:gd name="connsiteX17" fmla="*/ 359554 w 471088"/>
                  <a:gd name="connsiteY17" fmla="*/ 68344 h 427457"/>
                  <a:gd name="connsiteX18" fmla="*/ 386888 w 471088"/>
                  <a:gd name="connsiteY18" fmla="*/ 164024 h 427457"/>
                  <a:gd name="connsiteX19" fmla="*/ 386888 w 471088"/>
                  <a:gd name="connsiteY19" fmla="*/ 283315 h 427457"/>
                  <a:gd name="connsiteX20" fmla="*/ 421678 w 471088"/>
                  <a:gd name="connsiteY20" fmla="*/ 357871 h 427457"/>
                  <a:gd name="connsiteX21" fmla="*/ 463924 w 471088"/>
                  <a:gd name="connsiteY21" fmla="*/ 392664 h 427457"/>
                  <a:gd name="connsiteX22" fmla="*/ 470136 w 471088"/>
                  <a:gd name="connsiteY22" fmla="*/ 415031 h 427457"/>
                  <a:gd name="connsiteX23" fmla="*/ 450256 w 471088"/>
                  <a:gd name="connsiteY23" fmla="*/ 427457 h 427457"/>
                  <a:gd name="connsiteX24" fmla="*/ 20350 w 471088"/>
                  <a:gd name="connsiteY24" fmla="*/ 427457 h 427457"/>
                  <a:gd name="connsiteX25" fmla="*/ 1712 w 471088"/>
                  <a:gd name="connsiteY25" fmla="*/ 415031 h 427457"/>
                  <a:gd name="connsiteX26" fmla="*/ 7926 w 471088"/>
                  <a:gd name="connsiteY26" fmla="*/ 392664 h 427457"/>
                  <a:gd name="connsiteX27" fmla="*/ 48928 w 471088"/>
                  <a:gd name="connsiteY27" fmla="*/ 357871 h 427457"/>
                  <a:gd name="connsiteX28" fmla="*/ 84960 w 471088"/>
                  <a:gd name="connsiteY28" fmla="*/ 283315 h 427457"/>
                  <a:gd name="connsiteX29" fmla="*/ 84960 w 471088"/>
                  <a:gd name="connsiteY29" fmla="*/ 164024 h 427457"/>
                  <a:gd name="connsiteX30" fmla="*/ 112296 w 471088"/>
                  <a:gd name="connsiteY30" fmla="*/ 68344 h 427457"/>
                  <a:gd name="connsiteX31" fmla="*/ 235304 w 471088"/>
                  <a:gd name="connsiteY31" fmla="*/ 0 h 427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71088" h="427457">
                    <a:moveTo>
                      <a:pt x="235304" y="18693"/>
                    </a:moveTo>
                    <a:cubicBezTo>
                      <a:pt x="189342" y="19936"/>
                      <a:pt x="153318" y="38569"/>
                      <a:pt x="127230" y="78322"/>
                    </a:cubicBezTo>
                    <a:cubicBezTo>
                      <a:pt x="112324" y="103167"/>
                      <a:pt x="102386" y="132981"/>
                      <a:pt x="102386" y="164038"/>
                    </a:cubicBezTo>
                    <a:lnTo>
                      <a:pt x="102386" y="283295"/>
                    </a:lnTo>
                    <a:cubicBezTo>
                      <a:pt x="102386" y="318078"/>
                      <a:pt x="87480" y="350377"/>
                      <a:pt x="61392" y="372738"/>
                    </a:cubicBezTo>
                    <a:lnTo>
                      <a:pt x="19158" y="406279"/>
                    </a:lnTo>
                    <a:cubicBezTo>
                      <a:pt x="19158" y="407521"/>
                      <a:pt x="17914" y="407521"/>
                      <a:pt x="19158" y="408763"/>
                    </a:cubicBezTo>
                    <a:lnTo>
                      <a:pt x="20400" y="408763"/>
                    </a:lnTo>
                    <a:lnTo>
                      <a:pt x="450208" y="408763"/>
                    </a:lnTo>
                    <a:cubicBezTo>
                      <a:pt x="451450" y="408763"/>
                      <a:pt x="451450" y="408763"/>
                      <a:pt x="452694" y="408763"/>
                    </a:cubicBezTo>
                    <a:cubicBezTo>
                      <a:pt x="452694" y="407521"/>
                      <a:pt x="452694" y="407521"/>
                      <a:pt x="451450" y="406279"/>
                    </a:cubicBezTo>
                    <a:lnTo>
                      <a:pt x="410458" y="372738"/>
                    </a:lnTo>
                    <a:cubicBezTo>
                      <a:pt x="383128" y="350377"/>
                      <a:pt x="368222" y="318078"/>
                      <a:pt x="368222" y="283295"/>
                    </a:cubicBezTo>
                    <a:lnTo>
                      <a:pt x="368222" y="164038"/>
                    </a:lnTo>
                    <a:cubicBezTo>
                      <a:pt x="368222" y="132981"/>
                      <a:pt x="359526" y="103167"/>
                      <a:pt x="343378" y="78322"/>
                    </a:cubicBezTo>
                    <a:cubicBezTo>
                      <a:pt x="317290" y="38569"/>
                      <a:pt x="281266" y="19936"/>
                      <a:pt x="235304" y="18693"/>
                    </a:cubicBezTo>
                    <a:close/>
                    <a:moveTo>
                      <a:pt x="235304" y="0"/>
                    </a:moveTo>
                    <a:cubicBezTo>
                      <a:pt x="287488" y="1243"/>
                      <a:pt x="329734" y="24852"/>
                      <a:pt x="359554" y="68344"/>
                    </a:cubicBezTo>
                    <a:cubicBezTo>
                      <a:pt x="376948" y="95681"/>
                      <a:pt x="386888" y="129231"/>
                      <a:pt x="386888" y="164024"/>
                    </a:cubicBezTo>
                    <a:lnTo>
                      <a:pt x="386888" y="283315"/>
                    </a:lnTo>
                    <a:cubicBezTo>
                      <a:pt x="386888" y="311895"/>
                      <a:pt x="399314" y="340475"/>
                      <a:pt x="421678" y="357871"/>
                    </a:cubicBezTo>
                    <a:lnTo>
                      <a:pt x="463924" y="392664"/>
                    </a:lnTo>
                    <a:cubicBezTo>
                      <a:pt x="470136" y="398877"/>
                      <a:pt x="472622" y="406333"/>
                      <a:pt x="470136" y="415031"/>
                    </a:cubicBezTo>
                    <a:cubicBezTo>
                      <a:pt x="466408" y="422487"/>
                      <a:pt x="458954" y="427457"/>
                      <a:pt x="450256" y="427457"/>
                    </a:cubicBezTo>
                    <a:lnTo>
                      <a:pt x="20350" y="427457"/>
                    </a:lnTo>
                    <a:cubicBezTo>
                      <a:pt x="11652" y="427457"/>
                      <a:pt x="4198" y="422487"/>
                      <a:pt x="1712" y="415031"/>
                    </a:cubicBezTo>
                    <a:cubicBezTo>
                      <a:pt x="-2016" y="406333"/>
                      <a:pt x="470" y="398877"/>
                      <a:pt x="7926" y="392664"/>
                    </a:cubicBezTo>
                    <a:lnTo>
                      <a:pt x="48928" y="357871"/>
                    </a:lnTo>
                    <a:cubicBezTo>
                      <a:pt x="71292" y="340475"/>
                      <a:pt x="84960" y="311895"/>
                      <a:pt x="84960" y="283315"/>
                    </a:cubicBezTo>
                    <a:lnTo>
                      <a:pt x="84960" y="164024"/>
                    </a:lnTo>
                    <a:cubicBezTo>
                      <a:pt x="84960" y="129231"/>
                      <a:pt x="94900" y="95681"/>
                      <a:pt x="112296" y="68344"/>
                    </a:cubicBezTo>
                    <a:cubicBezTo>
                      <a:pt x="140872" y="24852"/>
                      <a:pt x="183118" y="1243"/>
                      <a:pt x="2353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4" name="Freeform 383">
                <a:extLst>
                  <a:ext uri="{FF2B5EF4-FFF2-40B4-BE49-F238E27FC236}">
                    <a16:creationId xmlns:a16="http://schemas.microsoft.com/office/drawing/2014/main" id="{7F7FBAC8-2F54-9948-9504-0438F70DE3DD}"/>
                  </a:ext>
                </a:extLst>
              </p:cNvPr>
              <p:cNvSpPr/>
              <p:nvPr/>
            </p:nvSpPr>
            <p:spPr>
              <a:xfrm>
                <a:off x="18437721" y="5077135"/>
                <a:ext cx="123333" cy="610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0" h="50">
                    <a:moveTo>
                      <a:pt x="100" y="0"/>
                    </a:moveTo>
                    <a:cubicBezTo>
                      <a:pt x="100" y="28"/>
                      <a:pt x="78" y="50"/>
                      <a:pt x="50" y="50"/>
                    </a:cubicBezTo>
                    <a:cubicBezTo>
                      <a:pt x="22" y="50"/>
                      <a:pt x="0" y="28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9" name="Freeform 488">
                <a:extLst>
                  <a:ext uri="{FF2B5EF4-FFF2-40B4-BE49-F238E27FC236}">
                    <a16:creationId xmlns:a16="http://schemas.microsoft.com/office/drawing/2014/main" id="{C640FAE5-C1CA-9443-B0F3-A7C1EC03FBA5}"/>
                  </a:ext>
                </a:extLst>
              </p:cNvPr>
              <p:cNvSpPr/>
              <p:nvPr/>
            </p:nvSpPr>
            <p:spPr>
              <a:xfrm>
                <a:off x="18427756" y="5067168"/>
                <a:ext cx="143264" cy="81005"/>
              </a:xfrm>
              <a:custGeom>
                <a:avLst/>
                <a:gdLst>
                  <a:gd name="connsiteX0" fmla="*/ 19932 w 143264"/>
                  <a:gd name="connsiteY0" fmla="*/ 18690 h 81005"/>
                  <a:gd name="connsiteX1" fmla="*/ 71638 w 143264"/>
                  <a:gd name="connsiteY1" fmla="*/ 61062 h 81005"/>
                  <a:gd name="connsiteX2" fmla="*/ 124578 w 143264"/>
                  <a:gd name="connsiteY2" fmla="*/ 18690 h 81005"/>
                  <a:gd name="connsiteX3" fmla="*/ 9880 w 143264"/>
                  <a:gd name="connsiteY3" fmla="*/ 0 h 81005"/>
                  <a:gd name="connsiteX4" fmla="*/ 133384 w 143264"/>
                  <a:gd name="connsiteY4" fmla="*/ 0 h 81005"/>
                  <a:gd name="connsiteX5" fmla="*/ 143264 w 143264"/>
                  <a:gd name="connsiteY5" fmla="*/ 9819 h 81005"/>
                  <a:gd name="connsiteX6" fmla="*/ 71632 w 143264"/>
                  <a:gd name="connsiteY6" fmla="*/ 81005 h 81005"/>
                  <a:gd name="connsiteX7" fmla="*/ 0 w 143264"/>
                  <a:gd name="connsiteY7" fmla="*/ 9819 h 81005"/>
                  <a:gd name="connsiteX8" fmla="*/ 9880 w 143264"/>
                  <a:gd name="connsiteY8" fmla="*/ 0 h 81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43264" h="81005">
                    <a:moveTo>
                      <a:pt x="19932" y="18690"/>
                    </a:moveTo>
                    <a:cubicBezTo>
                      <a:pt x="23624" y="42903"/>
                      <a:pt x="45784" y="61062"/>
                      <a:pt x="71638" y="61062"/>
                    </a:cubicBezTo>
                    <a:cubicBezTo>
                      <a:pt x="97492" y="61062"/>
                      <a:pt x="119654" y="42903"/>
                      <a:pt x="124578" y="18690"/>
                    </a:cubicBezTo>
                    <a:close/>
                    <a:moveTo>
                      <a:pt x="9880" y="0"/>
                    </a:moveTo>
                    <a:lnTo>
                      <a:pt x="133384" y="0"/>
                    </a:lnTo>
                    <a:cubicBezTo>
                      <a:pt x="139560" y="0"/>
                      <a:pt x="143264" y="3682"/>
                      <a:pt x="143264" y="9819"/>
                    </a:cubicBezTo>
                    <a:cubicBezTo>
                      <a:pt x="143264" y="47867"/>
                      <a:pt x="111154" y="81005"/>
                      <a:pt x="71632" y="81005"/>
                    </a:cubicBezTo>
                    <a:cubicBezTo>
                      <a:pt x="33346" y="81005"/>
                      <a:pt x="0" y="47867"/>
                      <a:pt x="0" y="9819"/>
                    </a:cubicBezTo>
                    <a:cubicBezTo>
                      <a:pt x="0" y="3682"/>
                      <a:pt x="3704" y="0"/>
                      <a:pt x="98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7" name="Freeform 386">
                <a:extLst>
                  <a:ext uri="{FF2B5EF4-FFF2-40B4-BE49-F238E27FC236}">
                    <a16:creationId xmlns:a16="http://schemas.microsoft.com/office/drawing/2014/main" id="{918CFF73-4A10-1348-82A7-D69F482EB5BB}"/>
                  </a:ext>
                </a:extLst>
              </p:cNvPr>
              <p:cNvSpPr/>
              <p:nvPr/>
            </p:nvSpPr>
            <p:spPr>
              <a:xfrm>
                <a:off x="18357987" y="4855309"/>
                <a:ext cx="282795" cy="685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8" h="56">
                    <a:moveTo>
                      <a:pt x="228" y="56"/>
                    </a:moveTo>
                    <a:lnTo>
                      <a:pt x="228" y="56"/>
                    </a:lnTo>
                    <a:lnTo>
                      <a:pt x="228" y="56"/>
                    </a:lnTo>
                    <a:lnTo>
                      <a:pt x="228" y="0"/>
                    </a:lnTo>
                    <a:lnTo>
                      <a:pt x="0" y="0"/>
                    </a:lnTo>
                    <a:lnTo>
                      <a:pt x="0" y="56"/>
                    </a:lnTo>
                    <a:lnTo>
                      <a:pt x="0" y="56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8" name="Freeform 387">
                <a:extLst>
                  <a:ext uri="{FF2B5EF4-FFF2-40B4-BE49-F238E27FC236}">
                    <a16:creationId xmlns:a16="http://schemas.microsoft.com/office/drawing/2014/main" id="{9AC8CB83-E807-214B-96F5-AFF72378CF52}"/>
                  </a:ext>
                </a:extLst>
              </p:cNvPr>
              <p:cNvSpPr/>
              <p:nvPr/>
            </p:nvSpPr>
            <p:spPr>
              <a:xfrm>
                <a:off x="18349266" y="4845340"/>
                <a:ext cx="301482" cy="88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3" h="72">
                    <a:moveTo>
                      <a:pt x="235" y="72"/>
                    </a:moveTo>
                    <a:lnTo>
                      <a:pt x="7" y="72"/>
                    </a:lnTo>
                    <a:cubicBezTo>
                      <a:pt x="3" y="72"/>
                      <a:pt x="0" y="69"/>
                      <a:pt x="0" y="64"/>
                    </a:cubicBezTo>
                    <a:lnTo>
                      <a:pt x="0" y="8"/>
                    </a:lnTo>
                    <a:cubicBezTo>
                      <a:pt x="0" y="3"/>
                      <a:pt x="3" y="0"/>
                      <a:pt x="7" y="0"/>
                    </a:cubicBezTo>
                    <a:lnTo>
                      <a:pt x="235" y="0"/>
                    </a:lnTo>
                    <a:cubicBezTo>
                      <a:pt x="239" y="0"/>
                      <a:pt x="243" y="3"/>
                      <a:pt x="243" y="8"/>
                    </a:cubicBezTo>
                    <a:lnTo>
                      <a:pt x="243" y="64"/>
                    </a:lnTo>
                    <a:cubicBezTo>
                      <a:pt x="243" y="68"/>
                      <a:pt x="239" y="72"/>
                      <a:pt x="235" y="7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9" name="Freeform 388">
                <a:extLst>
                  <a:ext uri="{FF2B5EF4-FFF2-40B4-BE49-F238E27FC236}">
                    <a16:creationId xmlns:a16="http://schemas.microsoft.com/office/drawing/2014/main" id="{4FE7BFA9-0984-7645-B801-4AD47158A566}"/>
                  </a:ext>
                </a:extLst>
              </p:cNvPr>
              <p:cNvSpPr/>
              <p:nvPr/>
            </p:nvSpPr>
            <p:spPr>
              <a:xfrm>
                <a:off x="18366707" y="4864033"/>
                <a:ext cx="265354" cy="510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4" h="42">
                    <a:moveTo>
                      <a:pt x="0" y="42"/>
                    </a:moveTo>
                    <a:lnTo>
                      <a:pt x="214" y="42"/>
                    </a:lnTo>
                    <a:lnTo>
                      <a:pt x="2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0" name="Freeform 389">
                <a:extLst>
                  <a:ext uri="{FF2B5EF4-FFF2-40B4-BE49-F238E27FC236}">
                    <a16:creationId xmlns:a16="http://schemas.microsoft.com/office/drawing/2014/main" id="{2C2622A9-FA9F-0B4F-B257-F47FBAE684AD}"/>
                  </a:ext>
                </a:extLst>
              </p:cNvPr>
              <p:cNvSpPr/>
              <p:nvPr/>
            </p:nvSpPr>
            <p:spPr>
              <a:xfrm>
                <a:off x="21153543" y="4493903"/>
                <a:ext cx="670236" cy="8187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9" h="658">
                    <a:moveTo>
                      <a:pt x="509" y="0"/>
                    </a:moveTo>
                    <a:lnTo>
                      <a:pt x="31" y="0"/>
                    </a:lnTo>
                    <a:cubicBezTo>
                      <a:pt x="13" y="0"/>
                      <a:pt x="0" y="14"/>
                      <a:pt x="0" y="30"/>
                    </a:cubicBezTo>
                    <a:lnTo>
                      <a:pt x="0" y="627"/>
                    </a:lnTo>
                    <a:cubicBezTo>
                      <a:pt x="0" y="644"/>
                      <a:pt x="13" y="658"/>
                      <a:pt x="31" y="658"/>
                    </a:cubicBezTo>
                    <a:lnTo>
                      <a:pt x="509" y="658"/>
                    </a:lnTo>
                    <a:cubicBezTo>
                      <a:pt x="526" y="658"/>
                      <a:pt x="539" y="644"/>
                      <a:pt x="539" y="627"/>
                    </a:cubicBezTo>
                    <a:lnTo>
                      <a:pt x="539" y="30"/>
                    </a:lnTo>
                    <a:cubicBezTo>
                      <a:pt x="539" y="14"/>
                      <a:pt x="526" y="0"/>
                      <a:pt x="50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0" name="Freeform 489">
                <a:extLst>
                  <a:ext uri="{FF2B5EF4-FFF2-40B4-BE49-F238E27FC236}">
                    <a16:creationId xmlns:a16="http://schemas.microsoft.com/office/drawing/2014/main" id="{21247988-B948-374C-AF9F-EEE05BFC7C42}"/>
                  </a:ext>
                </a:extLst>
              </p:cNvPr>
              <p:cNvSpPr/>
              <p:nvPr/>
            </p:nvSpPr>
            <p:spPr>
              <a:xfrm>
                <a:off x="21143579" y="4485179"/>
                <a:ext cx="690170" cy="836220"/>
              </a:xfrm>
              <a:custGeom>
                <a:avLst/>
                <a:gdLst>
                  <a:gd name="connsiteX0" fmla="*/ 48526 w 690170"/>
                  <a:gd name="connsiteY0" fmla="*/ 18694 h 836220"/>
                  <a:gd name="connsiteX1" fmla="*/ 18684 w 690170"/>
                  <a:gd name="connsiteY1" fmla="*/ 46069 h 836220"/>
                  <a:gd name="connsiteX2" fmla="*/ 18684 w 690170"/>
                  <a:gd name="connsiteY2" fmla="*/ 788909 h 836220"/>
                  <a:gd name="connsiteX3" fmla="*/ 48526 w 690170"/>
                  <a:gd name="connsiteY3" fmla="*/ 817527 h 836220"/>
                  <a:gd name="connsiteX4" fmla="*/ 642880 w 690170"/>
                  <a:gd name="connsiteY4" fmla="*/ 817527 h 836220"/>
                  <a:gd name="connsiteX5" fmla="*/ 671480 w 690170"/>
                  <a:gd name="connsiteY5" fmla="*/ 788909 h 836220"/>
                  <a:gd name="connsiteX6" fmla="*/ 671480 w 690170"/>
                  <a:gd name="connsiteY6" fmla="*/ 46069 h 836220"/>
                  <a:gd name="connsiteX7" fmla="*/ 642880 w 690170"/>
                  <a:gd name="connsiteY7" fmla="*/ 18694 h 836220"/>
                  <a:gd name="connsiteX8" fmla="*/ 48500 w 690170"/>
                  <a:gd name="connsiteY8" fmla="*/ 0 h 836220"/>
                  <a:gd name="connsiteX9" fmla="*/ 642916 w 690170"/>
                  <a:gd name="connsiteY9" fmla="*/ 0 h 836220"/>
                  <a:gd name="connsiteX10" fmla="*/ 690170 w 690170"/>
                  <a:gd name="connsiteY10" fmla="*/ 46042 h 836220"/>
                  <a:gd name="connsiteX11" fmla="*/ 690170 w 690170"/>
                  <a:gd name="connsiteY11" fmla="*/ 788934 h 836220"/>
                  <a:gd name="connsiteX12" fmla="*/ 642916 w 690170"/>
                  <a:gd name="connsiteY12" fmla="*/ 836220 h 836220"/>
                  <a:gd name="connsiteX13" fmla="*/ 48500 w 690170"/>
                  <a:gd name="connsiteY13" fmla="*/ 836220 h 836220"/>
                  <a:gd name="connsiteX14" fmla="*/ 0 w 690170"/>
                  <a:gd name="connsiteY14" fmla="*/ 788934 h 836220"/>
                  <a:gd name="connsiteX15" fmla="*/ 0 w 690170"/>
                  <a:gd name="connsiteY15" fmla="*/ 46042 h 836220"/>
                  <a:gd name="connsiteX16" fmla="*/ 48500 w 690170"/>
                  <a:gd name="connsiteY16" fmla="*/ 0 h 836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90170" h="836220">
                    <a:moveTo>
                      <a:pt x="48526" y="18694"/>
                    </a:moveTo>
                    <a:cubicBezTo>
                      <a:pt x="32362" y="18694"/>
                      <a:pt x="18684" y="31137"/>
                      <a:pt x="18684" y="46069"/>
                    </a:cubicBezTo>
                    <a:lnTo>
                      <a:pt x="18684" y="788909"/>
                    </a:lnTo>
                    <a:cubicBezTo>
                      <a:pt x="18684" y="805084"/>
                      <a:pt x="32362" y="817527"/>
                      <a:pt x="48526" y="817527"/>
                    </a:cubicBezTo>
                    <a:lnTo>
                      <a:pt x="642880" y="817527"/>
                    </a:lnTo>
                    <a:cubicBezTo>
                      <a:pt x="657802" y="817527"/>
                      <a:pt x="671480" y="805084"/>
                      <a:pt x="671480" y="788909"/>
                    </a:cubicBezTo>
                    <a:lnTo>
                      <a:pt x="671480" y="46069"/>
                    </a:lnTo>
                    <a:cubicBezTo>
                      <a:pt x="671480" y="31137"/>
                      <a:pt x="657802" y="18694"/>
                      <a:pt x="642880" y="18694"/>
                    </a:cubicBezTo>
                    <a:close/>
                    <a:moveTo>
                      <a:pt x="48500" y="0"/>
                    </a:moveTo>
                    <a:lnTo>
                      <a:pt x="642916" y="0"/>
                    </a:lnTo>
                    <a:cubicBezTo>
                      <a:pt x="669030" y="0"/>
                      <a:pt x="690170" y="21155"/>
                      <a:pt x="690170" y="46042"/>
                    </a:cubicBezTo>
                    <a:lnTo>
                      <a:pt x="690170" y="788934"/>
                    </a:lnTo>
                    <a:cubicBezTo>
                      <a:pt x="690170" y="815066"/>
                      <a:pt x="669030" y="836220"/>
                      <a:pt x="642916" y="836220"/>
                    </a:cubicBezTo>
                    <a:lnTo>
                      <a:pt x="48500" y="836220"/>
                    </a:lnTo>
                    <a:cubicBezTo>
                      <a:pt x="22384" y="836220"/>
                      <a:pt x="0" y="815066"/>
                      <a:pt x="0" y="788934"/>
                    </a:cubicBezTo>
                    <a:lnTo>
                      <a:pt x="0" y="46042"/>
                    </a:lnTo>
                    <a:cubicBezTo>
                      <a:pt x="0" y="21155"/>
                      <a:pt x="22384" y="0"/>
                      <a:pt x="485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4" name="Freeform 393">
                <a:extLst>
                  <a:ext uri="{FF2B5EF4-FFF2-40B4-BE49-F238E27FC236}">
                    <a16:creationId xmlns:a16="http://schemas.microsoft.com/office/drawing/2014/main" id="{A025F933-8F37-AA42-AD8D-EDEBAB82AC10}"/>
                  </a:ext>
                </a:extLst>
              </p:cNvPr>
              <p:cNvSpPr/>
              <p:nvPr/>
            </p:nvSpPr>
            <p:spPr>
              <a:xfrm>
                <a:off x="21251964" y="4612295"/>
                <a:ext cx="427307" cy="5944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4" h="478">
                    <a:moveTo>
                      <a:pt x="6" y="478"/>
                    </a:moveTo>
                    <a:cubicBezTo>
                      <a:pt x="6" y="478"/>
                      <a:pt x="5" y="478"/>
                      <a:pt x="4" y="477"/>
                    </a:cubicBezTo>
                    <a:cubicBezTo>
                      <a:pt x="0" y="476"/>
                      <a:pt x="-1" y="472"/>
                      <a:pt x="0" y="468"/>
                    </a:cubicBezTo>
                    <a:lnTo>
                      <a:pt x="55" y="312"/>
                    </a:lnTo>
                    <a:cubicBezTo>
                      <a:pt x="57" y="309"/>
                      <a:pt x="60" y="307"/>
                      <a:pt x="64" y="307"/>
                    </a:cubicBezTo>
                    <a:lnTo>
                      <a:pt x="148" y="325"/>
                    </a:lnTo>
                    <a:lnTo>
                      <a:pt x="197" y="129"/>
                    </a:lnTo>
                    <a:cubicBezTo>
                      <a:pt x="197" y="128"/>
                      <a:pt x="198" y="126"/>
                      <a:pt x="200" y="125"/>
                    </a:cubicBezTo>
                    <a:cubicBezTo>
                      <a:pt x="201" y="124"/>
                      <a:pt x="204" y="124"/>
                      <a:pt x="206" y="125"/>
                    </a:cubicBezTo>
                    <a:lnTo>
                      <a:pt x="285" y="146"/>
                    </a:lnTo>
                    <a:lnTo>
                      <a:pt x="329" y="5"/>
                    </a:lnTo>
                    <a:cubicBezTo>
                      <a:pt x="331" y="2"/>
                      <a:pt x="335" y="-1"/>
                      <a:pt x="338" y="0"/>
                    </a:cubicBezTo>
                    <a:cubicBezTo>
                      <a:pt x="343" y="2"/>
                      <a:pt x="345" y="6"/>
                      <a:pt x="343" y="10"/>
                    </a:cubicBezTo>
                    <a:lnTo>
                      <a:pt x="296" y="157"/>
                    </a:lnTo>
                    <a:cubicBezTo>
                      <a:pt x="295" y="161"/>
                      <a:pt x="291" y="164"/>
                      <a:pt x="288" y="162"/>
                    </a:cubicBezTo>
                    <a:lnTo>
                      <a:pt x="209" y="140"/>
                    </a:lnTo>
                    <a:lnTo>
                      <a:pt x="160" y="336"/>
                    </a:lnTo>
                    <a:cubicBezTo>
                      <a:pt x="159" y="340"/>
                      <a:pt x="156" y="342"/>
                      <a:pt x="151" y="342"/>
                    </a:cubicBezTo>
                    <a:lnTo>
                      <a:pt x="68" y="323"/>
                    </a:lnTo>
                    <a:lnTo>
                      <a:pt x="14" y="473"/>
                    </a:lnTo>
                    <a:cubicBezTo>
                      <a:pt x="12" y="476"/>
                      <a:pt x="10" y="478"/>
                      <a:pt x="6" y="47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5" name="Freeform 394">
                <a:extLst>
                  <a:ext uri="{FF2B5EF4-FFF2-40B4-BE49-F238E27FC236}">
                    <a16:creationId xmlns:a16="http://schemas.microsoft.com/office/drawing/2014/main" id="{02037B65-834A-5242-8007-21A6CF7584CC}"/>
                  </a:ext>
                </a:extLst>
              </p:cNvPr>
              <p:cNvSpPr/>
              <p:nvPr/>
            </p:nvSpPr>
            <p:spPr>
              <a:xfrm>
                <a:off x="21592066" y="4594848"/>
                <a:ext cx="115859" cy="1009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4" h="82">
                    <a:moveTo>
                      <a:pt x="86" y="82"/>
                    </a:moveTo>
                    <a:cubicBezTo>
                      <a:pt x="83" y="82"/>
                      <a:pt x="80" y="80"/>
                      <a:pt x="79" y="77"/>
                    </a:cubicBezTo>
                    <a:lnTo>
                      <a:pt x="65" y="19"/>
                    </a:lnTo>
                    <a:lnTo>
                      <a:pt x="11" y="47"/>
                    </a:lnTo>
                    <a:cubicBezTo>
                      <a:pt x="7" y="49"/>
                      <a:pt x="2" y="48"/>
                      <a:pt x="1" y="44"/>
                    </a:cubicBezTo>
                    <a:cubicBezTo>
                      <a:pt x="-1" y="40"/>
                      <a:pt x="0" y="36"/>
                      <a:pt x="4" y="34"/>
                    </a:cubicBezTo>
                    <a:lnTo>
                      <a:pt x="67" y="1"/>
                    </a:lnTo>
                    <a:cubicBezTo>
                      <a:pt x="69" y="0"/>
                      <a:pt x="71" y="0"/>
                      <a:pt x="73" y="1"/>
                    </a:cubicBezTo>
                    <a:cubicBezTo>
                      <a:pt x="75" y="2"/>
                      <a:pt x="77" y="4"/>
                      <a:pt x="77" y="6"/>
                    </a:cubicBezTo>
                    <a:lnTo>
                      <a:pt x="94" y="73"/>
                    </a:lnTo>
                    <a:cubicBezTo>
                      <a:pt x="94" y="77"/>
                      <a:pt x="92" y="81"/>
                      <a:pt x="88" y="82"/>
                    </a:cubicBezTo>
                    <a:cubicBezTo>
                      <a:pt x="88" y="82"/>
                      <a:pt x="87" y="82"/>
                      <a:pt x="86" y="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6" name="Freeform 395">
                <a:extLst>
                  <a:ext uri="{FF2B5EF4-FFF2-40B4-BE49-F238E27FC236}">
                    <a16:creationId xmlns:a16="http://schemas.microsoft.com/office/drawing/2014/main" id="{56D0F4FE-48C5-4C40-A936-371D598FC624}"/>
                  </a:ext>
                </a:extLst>
              </p:cNvPr>
              <p:cNvSpPr/>
              <p:nvPr/>
            </p:nvSpPr>
            <p:spPr>
              <a:xfrm>
                <a:off x="19971291" y="6371971"/>
                <a:ext cx="267845" cy="2691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6" h="217">
                    <a:moveTo>
                      <a:pt x="108" y="0"/>
                    </a:moveTo>
                    <a:cubicBezTo>
                      <a:pt x="48" y="0"/>
                      <a:pt x="0" y="49"/>
                      <a:pt x="0" y="108"/>
                    </a:cubicBezTo>
                    <a:cubicBezTo>
                      <a:pt x="0" y="169"/>
                      <a:pt x="48" y="217"/>
                      <a:pt x="108" y="217"/>
                    </a:cubicBezTo>
                    <a:cubicBezTo>
                      <a:pt x="168" y="217"/>
                      <a:pt x="216" y="169"/>
                      <a:pt x="216" y="108"/>
                    </a:cubicBezTo>
                    <a:cubicBezTo>
                      <a:pt x="216" y="49"/>
                      <a:pt x="168" y="0"/>
                      <a:pt x="1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7" name="Freeform 396">
                <a:extLst>
                  <a:ext uri="{FF2B5EF4-FFF2-40B4-BE49-F238E27FC236}">
                    <a16:creationId xmlns:a16="http://schemas.microsoft.com/office/drawing/2014/main" id="{21AF65A3-9EEC-704C-9CD0-FE4F3956E755}"/>
                  </a:ext>
                </a:extLst>
              </p:cNvPr>
              <p:cNvSpPr/>
              <p:nvPr/>
            </p:nvSpPr>
            <p:spPr>
              <a:xfrm>
                <a:off x="20033577" y="6435525"/>
                <a:ext cx="142020" cy="1420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5" h="115">
                    <a:moveTo>
                      <a:pt x="115" y="57"/>
                    </a:moveTo>
                    <a:cubicBezTo>
                      <a:pt x="115" y="89"/>
                      <a:pt x="90" y="115"/>
                      <a:pt x="58" y="115"/>
                    </a:cubicBezTo>
                    <a:cubicBezTo>
                      <a:pt x="26" y="115"/>
                      <a:pt x="0" y="89"/>
                      <a:pt x="0" y="57"/>
                    </a:cubicBezTo>
                    <a:cubicBezTo>
                      <a:pt x="0" y="26"/>
                      <a:pt x="26" y="0"/>
                      <a:pt x="58" y="0"/>
                    </a:cubicBezTo>
                    <a:cubicBezTo>
                      <a:pt x="90" y="0"/>
                      <a:pt x="115" y="26"/>
                      <a:pt x="115" y="5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092DC9E-0DBD-A440-A965-07F69AF43C4F}"/>
                </a:ext>
              </a:extLst>
            </p:cNvPr>
            <p:cNvGrpSpPr/>
            <p:nvPr/>
          </p:nvGrpSpPr>
          <p:grpSpPr>
            <a:xfrm>
              <a:off x="17600548" y="7479868"/>
              <a:ext cx="4667984" cy="256723"/>
              <a:chOff x="17600548" y="7479868"/>
              <a:chExt cx="4667984" cy="256723"/>
            </a:xfrm>
          </p:grpSpPr>
          <p:sp>
            <p:nvSpPr>
              <p:cNvPr id="398" name="Freeform 397">
                <a:extLst>
                  <a:ext uri="{FF2B5EF4-FFF2-40B4-BE49-F238E27FC236}">
                    <a16:creationId xmlns:a16="http://schemas.microsoft.com/office/drawing/2014/main" id="{74462453-BFA7-9B47-AE9C-1E9919F2BD4B}"/>
                  </a:ext>
                </a:extLst>
              </p:cNvPr>
              <p:cNvSpPr/>
              <p:nvPr/>
            </p:nvSpPr>
            <p:spPr>
              <a:xfrm>
                <a:off x="17609269" y="7488592"/>
                <a:ext cx="4650541" cy="2392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34" h="193">
                    <a:moveTo>
                      <a:pt x="3637" y="0"/>
                    </a:moveTo>
                    <a:lnTo>
                      <a:pt x="1867" y="0"/>
                    </a:lnTo>
                    <a:lnTo>
                      <a:pt x="97" y="0"/>
                    </a:lnTo>
                    <a:cubicBezTo>
                      <a:pt x="70" y="0"/>
                      <a:pt x="46" y="11"/>
                      <a:pt x="29" y="29"/>
                    </a:cubicBezTo>
                    <a:cubicBezTo>
                      <a:pt x="12" y="46"/>
                      <a:pt x="0" y="70"/>
                      <a:pt x="0" y="97"/>
                    </a:cubicBezTo>
                    <a:cubicBezTo>
                      <a:pt x="0" y="123"/>
                      <a:pt x="12" y="148"/>
                      <a:pt x="29" y="165"/>
                    </a:cubicBezTo>
                    <a:cubicBezTo>
                      <a:pt x="46" y="182"/>
                      <a:pt x="70" y="193"/>
                      <a:pt x="97" y="193"/>
                    </a:cubicBezTo>
                    <a:lnTo>
                      <a:pt x="1867" y="193"/>
                    </a:lnTo>
                    <a:lnTo>
                      <a:pt x="3637" y="193"/>
                    </a:lnTo>
                    <a:cubicBezTo>
                      <a:pt x="3664" y="193"/>
                      <a:pt x="3688" y="182"/>
                      <a:pt x="3706" y="165"/>
                    </a:cubicBezTo>
                    <a:cubicBezTo>
                      <a:pt x="3723" y="148"/>
                      <a:pt x="3734" y="123"/>
                      <a:pt x="3734" y="97"/>
                    </a:cubicBezTo>
                    <a:cubicBezTo>
                      <a:pt x="3734" y="70"/>
                      <a:pt x="3723" y="46"/>
                      <a:pt x="3706" y="29"/>
                    </a:cubicBezTo>
                    <a:cubicBezTo>
                      <a:pt x="3688" y="11"/>
                      <a:pt x="3664" y="0"/>
                      <a:pt x="363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1" name="Freeform 490">
                <a:extLst>
                  <a:ext uri="{FF2B5EF4-FFF2-40B4-BE49-F238E27FC236}">
                    <a16:creationId xmlns:a16="http://schemas.microsoft.com/office/drawing/2014/main" id="{B3761DAB-FD0B-DC47-8646-DDD6C478CE98}"/>
                  </a:ext>
                </a:extLst>
              </p:cNvPr>
              <p:cNvSpPr/>
              <p:nvPr/>
            </p:nvSpPr>
            <p:spPr>
              <a:xfrm>
                <a:off x="17600548" y="7479868"/>
                <a:ext cx="4667984" cy="256723"/>
              </a:xfrm>
              <a:custGeom>
                <a:avLst/>
                <a:gdLst>
                  <a:gd name="connsiteX0" fmla="*/ 129530 w 4667984"/>
                  <a:gd name="connsiteY0" fmla="*/ 18694 h 256723"/>
                  <a:gd name="connsiteX1" fmla="*/ 51066 w 4667984"/>
                  <a:gd name="connsiteY1" fmla="*/ 50914 h 256723"/>
                  <a:gd name="connsiteX2" fmla="*/ 18684 w 4667984"/>
                  <a:gd name="connsiteY2" fmla="*/ 128986 h 256723"/>
                  <a:gd name="connsiteX3" fmla="*/ 51066 w 4667984"/>
                  <a:gd name="connsiteY3" fmla="*/ 205818 h 256723"/>
                  <a:gd name="connsiteX4" fmla="*/ 129530 w 4667984"/>
                  <a:gd name="connsiteY4" fmla="*/ 239277 h 256723"/>
                  <a:gd name="connsiteX5" fmla="*/ 4538448 w 4667984"/>
                  <a:gd name="connsiteY5" fmla="*/ 239277 h 256723"/>
                  <a:gd name="connsiteX6" fmla="*/ 4616910 w 4667984"/>
                  <a:gd name="connsiteY6" fmla="*/ 205818 h 256723"/>
                  <a:gd name="connsiteX7" fmla="*/ 4650538 w 4667984"/>
                  <a:gd name="connsiteY7" fmla="*/ 128986 h 256723"/>
                  <a:gd name="connsiteX8" fmla="*/ 4616910 w 4667984"/>
                  <a:gd name="connsiteY8" fmla="*/ 50914 h 256723"/>
                  <a:gd name="connsiteX9" fmla="*/ 4538448 w 4667984"/>
                  <a:gd name="connsiteY9" fmla="*/ 18694 h 256723"/>
                  <a:gd name="connsiteX10" fmla="*/ 129528 w 4667984"/>
                  <a:gd name="connsiteY10" fmla="*/ 0 h 256723"/>
                  <a:gd name="connsiteX11" fmla="*/ 4538456 w 4667984"/>
                  <a:gd name="connsiteY11" fmla="*/ 0 h 256723"/>
                  <a:gd name="connsiteX12" fmla="*/ 4630620 w 4667984"/>
                  <a:gd name="connsiteY12" fmla="*/ 38447 h 256723"/>
                  <a:gd name="connsiteX13" fmla="*/ 4667984 w 4667984"/>
                  <a:gd name="connsiteY13" fmla="*/ 128982 h 256723"/>
                  <a:gd name="connsiteX14" fmla="*/ 4630620 w 4667984"/>
                  <a:gd name="connsiteY14" fmla="*/ 219517 h 256723"/>
                  <a:gd name="connsiteX15" fmla="*/ 4538456 w 4667984"/>
                  <a:gd name="connsiteY15" fmla="*/ 256723 h 256723"/>
                  <a:gd name="connsiteX16" fmla="*/ 129528 w 4667984"/>
                  <a:gd name="connsiteY16" fmla="*/ 256723 h 256723"/>
                  <a:gd name="connsiteX17" fmla="*/ 37364 w 4667984"/>
                  <a:gd name="connsiteY17" fmla="*/ 219517 h 256723"/>
                  <a:gd name="connsiteX18" fmla="*/ 0 w 4667984"/>
                  <a:gd name="connsiteY18" fmla="*/ 128982 h 256723"/>
                  <a:gd name="connsiteX19" fmla="*/ 37364 w 4667984"/>
                  <a:gd name="connsiteY19" fmla="*/ 38447 h 256723"/>
                  <a:gd name="connsiteX20" fmla="*/ 129528 w 4667984"/>
                  <a:gd name="connsiteY20" fmla="*/ 0 h 256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667984" h="256723">
                    <a:moveTo>
                      <a:pt x="129530" y="18694"/>
                    </a:moveTo>
                    <a:cubicBezTo>
                      <a:pt x="99638" y="18694"/>
                      <a:pt x="72238" y="31087"/>
                      <a:pt x="51066" y="50914"/>
                    </a:cubicBezTo>
                    <a:cubicBezTo>
                      <a:pt x="29894" y="71981"/>
                      <a:pt x="18684" y="99244"/>
                      <a:pt x="18684" y="128986"/>
                    </a:cubicBezTo>
                    <a:cubicBezTo>
                      <a:pt x="18684" y="158727"/>
                      <a:pt x="29894" y="185990"/>
                      <a:pt x="51066" y="205818"/>
                    </a:cubicBezTo>
                    <a:cubicBezTo>
                      <a:pt x="72238" y="226885"/>
                      <a:pt x="99638" y="239277"/>
                      <a:pt x="129530" y="239277"/>
                    </a:cubicBezTo>
                    <a:lnTo>
                      <a:pt x="4538448" y="239277"/>
                    </a:lnTo>
                    <a:cubicBezTo>
                      <a:pt x="4568338" y="239277"/>
                      <a:pt x="4596984" y="226885"/>
                      <a:pt x="4616910" y="205818"/>
                    </a:cubicBezTo>
                    <a:cubicBezTo>
                      <a:pt x="4638084" y="185990"/>
                      <a:pt x="4650538" y="158727"/>
                      <a:pt x="4650538" y="128986"/>
                    </a:cubicBezTo>
                    <a:cubicBezTo>
                      <a:pt x="4650538" y="99244"/>
                      <a:pt x="4638084" y="71981"/>
                      <a:pt x="4616910" y="50914"/>
                    </a:cubicBezTo>
                    <a:cubicBezTo>
                      <a:pt x="4596984" y="31087"/>
                      <a:pt x="4568338" y="18694"/>
                      <a:pt x="4538448" y="18694"/>
                    </a:cubicBezTo>
                    <a:close/>
                    <a:moveTo>
                      <a:pt x="129528" y="0"/>
                    </a:moveTo>
                    <a:lnTo>
                      <a:pt x="4538456" y="0"/>
                    </a:lnTo>
                    <a:cubicBezTo>
                      <a:pt x="4573328" y="0"/>
                      <a:pt x="4605710" y="13643"/>
                      <a:pt x="4630620" y="38447"/>
                    </a:cubicBezTo>
                    <a:cubicBezTo>
                      <a:pt x="4654284" y="62011"/>
                      <a:pt x="4667984" y="94256"/>
                      <a:pt x="4667984" y="128982"/>
                    </a:cubicBezTo>
                    <a:cubicBezTo>
                      <a:pt x="4667984" y="162467"/>
                      <a:pt x="4654284" y="195953"/>
                      <a:pt x="4630620" y="219517"/>
                    </a:cubicBezTo>
                    <a:cubicBezTo>
                      <a:pt x="4605710" y="244321"/>
                      <a:pt x="4573328" y="256723"/>
                      <a:pt x="4538456" y="256723"/>
                    </a:cubicBezTo>
                    <a:lnTo>
                      <a:pt x="129528" y="256723"/>
                    </a:lnTo>
                    <a:cubicBezTo>
                      <a:pt x="94656" y="256723"/>
                      <a:pt x="61028" y="244321"/>
                      <a:pt x="37364" y="219517"/>
                    </a:cubicBezTo>
                    <a:cubicBezTo>
                      <a:pt x="12456" y="195953"/>
                      <a:pt x="0" y="162467"/>
                      <a:pt x="0" y="128982"/>
                    </a:cubicBezTo>
                    <a:cubicBezTo>
                      <a:pt x="0" y="94256"/>
                      <a:pt x="12456" y="62011"/>
                      <a:pt x="37364" y="38447"/>
                    </a:cubicBezTo>
                    <a:cubicBezTo>
                      <a:pt x="61028" y="13643"/>
                      <a:pt x="94656" y="0"/>
                      <a:pt x="1295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1" name="Freeform 400">
                <a:extLst>
                  <a:ext uri="{FF2B5EF4-FFF2-40B4-BE49-F238E27FC236}">
                    <a16:creationId xmlns:a16="http://schemas.microsoft.com/office/drawing/2014/main" id="{8244E0DF-3045-FB42-A38B-115DDD91671C}"/>
                  </a:ext>
                </a:extLst>
              </p:cNvPr>
              <p:cNvSpPr/>
              <p:nvPr/>
            </p:nvSpPr>
            <p:spPr>
              <a:xfrm>
                <a:off x="21550954" y="7479868"/>
                <a:ext cx="717576" cy="2567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7" h="207">
                    <a:moveTo>
                      <a:pt x="547" y="31"/>
                    </a:moveTo>
                    <a:cubicBezTo>
                      <a:pt x="527" y="11"/>
                      <a:pt x="501" y="0"/>
                      <a:pt x="473" y="0"/>
                    </a:cubicBezTo>
                    <a:lnTo>
                      <a:pt x="7" y="0"/>
                    </a:lnTo>
                    <a:cubicBezTo>
                      <a:pt x="4" y="0"/>
                      <a:pt x="0" y="4"/>
                      <a:pt x="0" y="7"/>
                    </a:cubicBezTo>
                    <a:lnTo>
                      <a:pt x="0" y="200"/>
                    </a:lnTo>
                    <a:cubicBezTo>
                      <a:pt x="0" y="204"/>
                      <a:pt x="4" y="207"/>
                      <a:pt x="7" y="207"/>
                    </a:cubicBezTo>
                    <a:lnTo>
                      <a:pt x="473" y="207"/>
                    </a:lnTo>
                    <a:cubicBezTo>
                      <a:pt x="501" y="207"/>
                      <a:pt x="527" y="197"/>
                      <a:pt x="547" y="177"/>
                    </a:cubicBezTo>
                    <a:cubicBezTo>
                      <a:pt x="566" y="158"/>
                      <a:pt x="577" y="131"/>
                      <a:pt x="577" y="104"/>
                    </a:cubicBezTo>
                    <a:cubicBezTo>
                      <a:pt x="577" y="76"/>
                      <a:pt x="566" y="50"/>
                      <a:pt x="547" y="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2" name="Freeform 491">
                <a:extLst>
                  <a:ext uri="{FF2B5EF4-FFF2-40B4-BE49-F238E27FC236}">
                    <a16:creationId xmlns:a16="http://schemas.microsoft.com/office/drawing/2014/main" id="{A114C3F4-6F1F-3D4E-9811-B1344FCCDD5F}"/>
                  </a:ext>
                </a:extLst>
              </p:cNvPr>
              <p:cNvSpPr/>
              <p:nvPr/>
            </p:nvSpPr>
            <p:spPr>
              <a:xfrm>
                <a:off x="21776483" y="7524035"/>
                <a:ext cx="195545" cy="151056"/>
              </a:xfrm>
              <a:custGeom>
                <a:avLst/>
                <a:gdLst>
                  <a:gd name="connsiteX0" fmla="*/ 59289 w 195545"/>
                  <a:gd name="connsiteY0" fmla="*/ 26850 h 151056"/>
                  <a:gd name="connsiteX1" fmla="*/ 33505 w 195545"/>
                  <a:gd name="connsiteY1" fmla="*/ 45269 h 151056"/>
                  <a:gd name="connsiteX2" fmla="*/ 28595 w 195545"/>
                  <a:gd name="connsiteY2" fmla="*/ 77194 h 151056"/>
                  <a:gd name="connsiteX3" fmla="*/ 48239 w 195545"/>
                  <a:gd name="connsiteY3" fmla="*/ 104208 h 151056"/>
                  <a:gd name="connsiteX4" fmla="*/ 78933 w 195545"/>
                  <a:gd name="connsiteY4" fmla="*/ 109119 h 151056"/>
                  <a:gd name="connsiteX5" fmla="*/ 105943 w 195545"/>
                  <a:gd name="connsiteY5" fmla="*/ 89473 h 151056"/>
                  <a:gd name="connsiteX6" fmla="*/ 110853 w 195545"/>
                  <a:gd name="connsiteY6" fmla="*/ 57548 h 151056"/>
                  <a:gd name="connsiteX7" fmla="*/ 91209 w 195545"/>
                  <a:gd name="connsiteY7" fmla="*/ 31762 h 151056"/>
                  <a:gd name="connsiteX8" fmla="*/ 59289 w 195545"/>
                  <a:gd name="connsiteY8" fmla="*/ 26850 h 151056"/>
                  <a:gd name="connsiteX9" fmla="*/ 79801 w 195545"/>
                  <a:gd name="connsiteY9" fmla="*/ 533 h 151056"/>
                  <a:gd name="connsiteX10" fmla="*/ 106415 w 195545"/>
                  <a:gd name="connsiteY10" fmla="*/ 9339 h 151056"/>
                  <a:gd name="connsiteX11" fmla="*/ 136125 w 195545"/>
                  <a:gd name="connsiteY11" fmla="*/ 46420 h 151056"/>
                  <a:gd name="connsiteX12" fmla="*/ 134887 w 195545"/>
                  <a:gd name="connsiteY12" fmla="*/ 92152 h 151056"/>
                  <a:gd name="connsiteX13" fmla="*/ 162121 w 195545"/>
                  <a:gd name="connsiteY13" fmla="*/ 109457 h 151056"/>
                  <a:gd name="connsiteX14" fmla="*/ 189355 w 195545"/>
                  <a:gd name="connsiteY14" fmla="*/ 125525 h 151056"/>
                  <a:gd name="connsiteX15" fmla="*/ 195545 w 195545"/>
                  <a:gd name="connsiteY15" fmla="*/ 134177 h 151056"/>
                  <a:gd name="connsiteX16" fmla="*/ 194307 w 195545"/>
                  <a:gd name="connsiteY16" fmla="*/ 144065 h 151056"/>
                  <a:gd name="connsiteX17" fmla="*/ 185641 w 195545"/>
                  <a:gd name="connsiteY17" fmla="*/ 150245 h 151056"/>
                  <a:gd name="connsiteX18" fmla="*/ 175739 w 195545"/>
                  <a:gd name="connsiteY18" fmla="*/ 149009 h 151056"/>
                  <a:gd name="connsiteX19" fmla="*/ 148505 w 195545"/>
                  <a:gd name="connsiteY19" fmla="*/ 131705 h 151056"/>
                  <a:gd name="connsiteX20" fmla="*/ 121271 w 195545"/>
                  <a:gd name="connsiteY20" fmla="*/ 115637 h 151056"/>
                  <a:gd name="connsiteX21" fmla="*/ 79181 w 195545"/>
                  <a:gd name="connsiteY21" fmla="*/ 137885 h 151056"/>
                  <a:gd name="connsiteX22" fmla="*/ 33379 w 195545"/>
                  <a:gd name="connsiteY22" fmla="*/ 127997 h 151056"/>
                  <a:gd name="connsiteX23" fmla="*/ 2431 w 195545"/>
                  <a:gd name="connsiteY23" fmla="*/ 84736 h 151056"/>
                  <a:gd name="connsiteX24" fmla="*/ 11097 w 195545"/>
                  <a:gd name="connsiteY24" fmla="*/ 32824 h 151056"/>
                  <a:gd name="connsiteX25" fmla="*/ 53185 w 195545"/>
                  <a:gd name="connsiteY25" fmla="*/ 1923 h 151056"/>
                  <a:gd name="connsiteX26" fmla="*/ 79801 w 195545"/>
                  <a:gd name="connsiteY26" fmla="*/ 533 h 1510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95545" h="151056">
                    <a:moveTo>
                      <a:pt x="59289" y="26850"/>
                    </a:moveTo>
                    <a:cubicBezTo>
                      <a:pt x="49467" y="29306"/>
                      <a:pt x="39645" y="35445"/>
                      <a:pt x="33505" y="45269"/>
                    </a:cubicBezTo>
                    <a:cubicBezTo>
                      <a:pt x="27367" y="56320"/>
                      <a:pt x="26139" y="67371"/>
                      <a:pt x="28595" y="77194"/>
                    </a:cubicBezTo>
                    <a:cubicBezTo>
                      <a:pt x="31051" y="88245"/>
                      <a:pt x="38417" y="96840"/>
                      <a:pt x="48239" y="104208"/>
                    </a:cubicBezTo>
                    <a:cubicBezTo>
                      <a:pt x="58061" y="110347"/>
                      <a:pt x="69111" y="110347"/>
                      <a:pt x="78933" y="109119"/>
                    </a:cubicBezTo>
                    <a:cubicBezTo>
                      <a:pt x="89981" y="106663"/>
                      <a:pt x="99803" y="99296"/>
                      <a:pt x="105943" y="89473"/>
                    </a:cubicBezTo>
                    <a:cubicBezTo>
                      <a:pt x="110853" y="79650"/>
                      <a:pt x="113309" y="68599"/>
                      <a:pt x="110853" y="57548"/>
                    </a:cubicBezTo>
                    <a:cubicBezTo>
                      <a:pt x="108397" y="46496"/>
                      <a:pt x="102259" y="37901"/>
                      <a:pt x="91209" y="31762"/>
                    </a:cubicBezTo>
                    <a:cubicBezTo>
                      <a:pt x="81387" y="25622"/>
                      <a:pt x="70337" y="24394"/>
                      <a:pt x="59289" y="26850"/>
                    </a:cubicBezTo>
                    <a:close/>
                    <a:moveTo>
                      <a:pt x="79801" y="533"/>
                    </a:moveTo>
                    <a:cubicBezTo>
                      <a:pt x="88775" y="1614"/>
                      <a:pt x="97751" y="4395"/>
                      <a:pt x="106415" y="9339"/>
                    </a:cubicBezTo>
                    <a:cubicBezTo>
                      <a:pt x="120033" y="19228"/>
                      <a:pt x="129937" y="31588"/>
                      <a:pt x="136125" y="46420"/>
                    </a:cubicBezTo>
                    <a:cubicBezTo>
                      <a:pt x="139839" y="61252"/>
                      <a:pt x="141077" y="77320"/>
                      <a:pt x="134887" y="92152"/>
                    </a:cubicBezTo>
                    <a:lnTo>
                      <a:pt x="162121" y="109457"/>
                    </a:lnTo>
                    <a:lnTo>
                      <a:pt x="189355" y="125525"/>
                    </a:lnTo>
                    <a:cubicBezTo>
                      <a:pt x="191831" y="127997"/>
                      <a:pt x="194307" y="130469"/>
                      <a:pt x="195545" y="134177"/>
                    </a:cubicBezTo>
                    <a:cubicBezTo>
                      <a:pt x="195545" y="137885"/>
                      <a:pt x="195545" y="141593"/>
                      <a:pt x="194307" y="144065"/>
                    </a:cubicBezTo>
                    <a:cubicBezTo>
                      <a:pt x="191831" y="147773"/>
                      <a:pt x="188117" y="149009"/>
                      <a:pt x="185641" y="150245"/>
                    </a:cubicBezTo>
                    <a:cubicBezTo>
                      <a:pt x="181929" y="151481"/>
                      <a:pt x="179453" y="151481"/>
                      <a:pt x="175739" y="149009"/>
                    </a:cubicBezTo>
                    <a:lnTo>
                      <a:pt x="148505" y="131705"/>
                    </a:lnTo>
                    <a:lnTo>
                      <a:pt x="121271" y="115637"/>
                    </a:lnTo>
                    <a:cubicBezTo>
                      <a:pt x="110129" y="127997"/>
                      <a:pt x="95275" y="135413"/>
                      <a:pt x="79181" y="137885"/>
                    </a:cubicBezTo>
                    <a:cubicBezTo>
                      <a:pt x="64327" y="139121"/>
                      <a:pt x="48235" y="136649"/>
                      <a:pt x="33379" y="127997"/>
                    </a:cubicBezTo>
                    <a:cubicBezTo>
                      <a:pt x="17287" y="118109"/>
                      <a:pt x="6145" y="103277"/>
                      <a:pt x="2431" y="84736"/>
                    </a:cubicBezTo>
                    <a:cubicBezTo>
                      <a:pt x="-2519" y="67432"/>
                      <a:pt x="-43" y="48892"/>
                      <a:pt x="11097" y="32824"/>
                    </a:cubicBezTo>
                    <a:cubicBezTo>
                      <a:pt x="21001" y="16755"/>
                      <a:pt x="37093" y="5631"/>
                      <a:pt x="53185" y="1923"/>
                    </a:cubicBezTo>
                    <a:cubicBezTo>
                      <a:pt x="61851" y="69"/>
                      <a:pt x="70827" y="-549"/>
                      <a:pt x="79801" y="53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67" name="Freeform 66">
            <a:extLst>
              <a:ext uri="{FF2B5EF4-FFF2-40B4-BE49-F238E27FC236}">
                <a16:creationId xmlns:a16="http://schemas.microsoft.com/office/drawing/2014/main" id="{1C83FD74-0917-3F45-8FC1-330AD21E623C}"/>
              </a:ext>
            </a:extLst>
          </p:cNvPr>
          <p:cNvSpPr/>
          <p:nvPr/>
        </p:nvSpPr>
        <p:spPr>
          <a:xfrm>
            <a:off x="2173910" y="3298766"/>
            <a:ext cx="4306702" cy="430821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58" h="3458">
                <a:moveTo>
                  <a:pt x="3458" y="1729"/>
                </a:moveTo>
                <a:cubicBezTo>
                  <a:pt x="3458" y="2685"/>
                  <a:pt x="2685" y="3458"/>
                  <a:pt x="1729" y="3458"/>
                </a:cubicBezTo>
                <a:cubicBezTo>
                  <a:pt x="775" y="3458"/>
                  <a:pt x="0" y="2685"/>
                  <a:pt x="0" y="1729"/>
                </a:cubicBezTo>
                <a:cubicBezTo>
                  <a:pt x="0" y="775"/>
                  <a:pt x="775" y="0"/>
                  <a:pt x="1729" y="0"/>
                </a:cubicBezTo>
                <a:cubicBezTo>
                  <a:pt x="2685" y="0"/>
                  <a:pt x="3458" y="775"/>
                  <a:pt x="3458" y="1729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FB013743-15FB-5742-A23B-1003EA4CF27D}"/>
              </a:ext>
            </a:extLst>
          </p:cNvPr>
          <p:cNvSpPr/>
          <p:nvPr/>
        </p:nvSpPr>
        <p:spPr>
          <a:xfrm>
            <a:off x="2386940" y="3511874"/>
            <a:ext cx="3881884" cy="388200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117" h="3116">
                <a:moveTo>
                  <a:pt x="3117" y="1558"/>
                </a:moveTo>
                <a:cubicBezTo>
                  <a:pt x="3117" y="2419"/>
                  <a:pt x="2419" y="3116"/>
                  <a:pt x="1558" y="3116"/>
                </a:cubicBezTo>
                <a:cubicBezTo>
                  <a:pt x="698" y="3116"/>
                  <a:pt x="0" y="2419"/>
                  <a:pt x="0" y="1558"/>
                </a:cubicBezTo>
                <a:cubicBezTo>
                  <a:pt x="0" y="698"/>
                  <a:pt x="698" y="0"/>
                  <a:pt x="1558" y="0"/>
                </a:cubicBezTo>
                <a:cubicBezTo>
                  <a:pt x="2419" y="0"/>
                  <a:pt x="3117" y="698"/>
                  <a:pt x="3117" y="1558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hangingPunct="0"/>
            <a:endParaRPr lang="en-none" sz="1800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04" name="Freeform 403">
            <a:extLst>
              <a:ext uri="{FF2B5EF4-FFF2-40B4-BE49-F238E27FC236}">
                <a16:creationId xmlns:a16="http://schemas.microsoft.com/office/drawing/2014/main" id="{98A660CD-9B83-9147-A741-EE3B31155434}"/>
              </a:ext>
            </a:extLst>
          </p:cNvPr>
          <p:cNvSpPr/>
          <p:nvPr/>
        </p:nvSpPr>
        <p:spPr>
          <a:xfrm>
            <a:off x="2173910" y="8658801"/>
            <a:ext cx="4306702" cy="43069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58" h="3457">
                <a:moveTo>
                  <a:pt x="3458" y="1729"/>
                </a:moveTo>
                <a:cubicBezTo>
                  <a:pt x="3458" y="2683"/>
                  <a:pt x="2685" y="3457"/>
                  <a:pt x="1729" y="3457"/>
                </a:cubicBezTo>
                <a:cubicBezTo>
                  <a:pt x="775" y="3457"/>
                  <a:pt x="0" y="2683"/>
                  <a:pt x="0" y="1729"/>
                </a:cubicBezTo>
                <a:cubicBezTo>
                  <a:pt x="0" y="773"/>
                  <a:pt x="775" y="0"/>
                  <a:pt x="1729" y="0"/>
                </a:cubicBezTo>
                <a:cubicBezTo>
                  <a:pt x="2685" y="0"/>
                  <a:pt x="3458" y="773"/>
                  <a:pt x="3458" y="1729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06" name="Rounded Rectangle 405">
            <a:extLst>
              <a:ext uri="{FF2B5EF4-FFF2-40B4-BE49-F238E27FC236}">
                <a16:creationId xmlns:a16="http://schemas.microsoft.com/office/drawing/2014/main" id="{DF808861-C97C-AE41-8C2E-8F8A1C545029}"/>
              </a:ext>
            </a:extLst>
          </p:cNvPr>
          <p:cNvSpPr/>
          <p:nvPr/>
        </p:nvSpPr>
        <p:spPr>
          <a:xfrm>
            <a:off x="1954651" y="4434084"/>
            <a:ext cx="4746463" cy="636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08" name="Freeform 407">
            <a:extLst>
              <a:ext uri="{FF2B5EF4-FFF2-40B4-BE49-F238E27FC236}">
                <a16:creationId xmlns:a16="http://schemas.microsoft.com/office/drawing/2014/main" id="{9095E52D-8D0A-D441-9EB8-F7D786DAC60E}"/>
              </a:ext>
            </a:extLst>
          </p:cNvPr>
          <p:cNvSpPr/>
          <p:nvPr/>
        </p:nvSpPr>
        <p:spPr>
          <a:xfrm>
            <a:off x="2386940" y="8870660"/>
            <a:ext cx="3881884" cy="388324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117" h="3117">
                <a:moveTo>
                  <a:pt x="3117" y="1559"/>
                </a:moveTo>
                <a:cubicBezTo>
                  <a:pt x="3117" y="2419"/>
                  <a:pt x="2419" y="3117"/>
                  <a:pt x="1558" y="3117"/>
                </a:cubicBezTo>
                <a:cubicBezTo>
                  <a:pt x="698" y="3117"/>
                  <a:pt x="0" y="2419"/>
                  <a:pt x="0" y="1559"/>
                </a:cubicBezTo>
                <a:cubicBezTo>
                  <a:pt x="0" y="698"/>
                  <a:pt x="698" y="0"/>
                  <a:pt x="1558" y="0"/>
                </a:cubicBezTo>
                <a:cubicBezTo>
                  <a:pt x="2419" y="0"/>
                  <a:pt x="3117" y="698"/>
                  <a:pt x="3117" y="1559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hangingPunct="0"/>
            <a:endParaRPr lang="en-none" sz="1800"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66" name="Rounded Rectangle 465">
            <a:extLst>
              <a:ext uri="{FF2B5EF4-FFF2-40B4-BE49-F238E27FC236}">
                <a16:creationId xmlns:a16="http://schemas.microsoft.com/office/drawing/2014/main" id="{8ADFD386-2313-914A-A6E2-FBEF63ACDF75}"/>
              </a:ext>
            </a:extLst>
          </p:cNvPr>
          <p:cNvSpPr/>
          <p:nvPr/>
        </p:nvSpPr>
        <p:spPr>
          <a:xfrm>
            <a:off x="1954651" y="9792870"/>
            <a:ext cx="4746463" cy="63682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75" name="Freeform 474">
            <a:extLst>
              <a:ext uri="{FF2B5EF4-FFF2-40B4-BE49-F238E27FC236}">
                <a16:creationId xmlns:a16="http://schemas.microsoft.com/office/drawing/2014/main" id="{BE1DA96B-67B2-9D45-848F-D33179D30707}"/>
              </a:ext>
            </a:extLst>
          </p:cNvPr>
          <p:cNvSpPr/>
          <p:nvPr/>
        </p:nvSpPr>
        <p:spPr>
          <a:xfrm>
            <a:off x="1861213" y="4659651"/>
            <a:ext cx="184377" cy="18568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9" h="150">
                <a:moveTo>
                  <a:pt x="149" y="75"/>
                </a:moveTo>
                <a:cubicBezTo>
                  <a:pt x="149" y="116"/>
                  <a:pt x="116" y="150"/>
                  <a:pt x="75" y="150"/>
                </a:cubicBezTo>
                <a:cubicBezTo>
                  <a:pt x="34" y="150"/>
                  <a:pt x="0" y="116"/>
                  <a:pt x="0" y="75"/>
                </a:cubicBezTo>
                <a:cubicBezTo>
                  <a:pt x="0" y="34"/>
                  <a:pt x="34" y="0"/>
                  <a:pt x="75" y="0"/>
                </a:cubicBezTo>
                <a:cubicBezTo>
                  <a:pt x="116" y="0"/>
                  <a:pt x="149" y="34"/>
                  <a:pt x="149" y="75"/>
                </a:cubicBezTo>
                <a:close/>
              </a:path>
            </a:pathLst>
          </a:custGeom>
          <a:solidFill>
            <a:srgbClr val="262626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76" name="Freeform 475">
            <a:extLst>
              <a:ext uri="{FF2B5EF4-FFF2-40B4-BE49-F238E27FC236}">
                <a16:creationId xmlns:a16="http://schemas.microsoft.com/office/drawing/2014/main" id="{5130A764-9BED-E54E-9A89-9C8C5A9F311A}"/>
              </a:ext>
            </a:extLst>
          </p:cNvPr>
          <p:cNvSpPr/>
          <p:nvPr/>
        </p:nvSpPr>
        <p:spPr>
          <a:xfrm>
            <a:off x="1861213" y="10018438"/>
            <a:ext cx="184377" cy="18568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9" h="150">
                <a:moveTo>
                  <a:pt x="149" y="75"/>
                </a:moveTo>
                <a:cubicBezTo>
                  <a:pt x="149" y="116"/>
                  <a:pt x="116" y="150"/>
                  <a:pt x="75" y="150"/>
                </a:cubicBezTo>
                <a:cubicBezTo>
                  <a:pt x="34" y="150"/>
                  <a:pt x="0" y="116"/>
                  <a:pt x="0" y="75"/>
                </a:cubicBezTo>
                <a:cubicBezTo>
                  <a:pt x="0" y="34"/>
                  <a:pt x="34" y="0"/>
                  <a:pt x="75" y="0"/>
                </a:cubicBezTo>
                <a:cubicBezTo>
                  <a:pt x="116" y="0"/>
                  <a:pt x="149" y="34"/>
                  <a:pt x="149" y="75"/>
                </a:cubicBezTo>
                <a:close/>
              </a:path>
            </a:pathLst>
          </a:custGeom>
          <a:solidFill>
            <a:srgbClr val="262626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77" name="Freeform 476">
            <a:extLst>
              <a:ext uri="{FF2B5EF4-FFF2-40B4-BE49-F238E27FC236}">
                <a16:creationId xmlns:a16="http://schemas.microsoft.com/office/drawing/2014/main" id="{D0789F4E-FC7A-A44B-9BF9-A802BF33A643}"/>
              </a:ext>
            </a:extLst>
          </p:cNvPr>
          <p:cNvSpPr/>
          <p:nvPr/>
        </p:nvSpPr>
        <p:spPr>
          <a:xfrm>
            <a:off x="1506166" y="4753119"/>
            <a:ext cx="447239" cy="535878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60" h="4301" fill="none">
                <a:moveTo>
                  <a:pt x="360" y="4301"/>
                </a:moveTo>
                <a:lnTo>
                  <a:pt x="0" y="4301"/>
                </a:lnTo>
                <a:lnTo>
                  <a:pt x="0" y="0"/>
                </a:lnTo>
                <a:lnTo>
                  <a:pt x="360" y="0"/>
                </a:lnTo>
              </a:path>
            </a:pathLst>
          </a:custGeom>
          <a:noFill/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E3FB49A3-AAE2-B54B-A994-A3C9F2B6C833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4DC44444-B7F3-1B46-9B72-D682D4B9F748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495" name="TextBox 494">
            <a:extLst>
              <a:ext uri="{FF2B5EF4-FFF2-40B4-BE49-F238E27FC236}">
                <a16:creationId xmlns:a16="http://schemas.microsoft.com/office/drawing/2014/main" id="{47EE04F2-B00F-C84D-9234-3392F5EB99EE}"/>
              </a:ext>
            </a:extLst>
          </p:cNvPr>
          <p:cNvSpPr txBox="1"/>
          <p:nvPr/>
        </p:nvSpPr>
        <p:spPr>
          <a:xfrm>
            <a:off x="2594671" y="4457394"/>
            <a:ext cx="345778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496" name="TextBox 495">
            <a:extLst>
              <a:ext uri="{FF2B5EF4-FFF2-40B4-BE49-F238E27FC236}">
                <a16:creationId xmlns:a16="http://schemas.microsoft.com/office/drawing/2014/main" id="{36716419-3550-9641-B8D0-9BB4FBBD6722}"/>
              </a:ext>
            </a:extLst>
          </p:cNvPr>
          <p:cNvSpPr txBox="1"/>
          <p:nvPr/>
        </p:nvSpPr>
        <p:spPr>
          <a:xfrm>
            <a:off x="2594671" y="5156154"/>
            <a:ext cx="3457786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497" name="TextBox 496">
            <a:extLst>
              <a:ext uri="{FF2B5EF4-FFF2-40B4-BE49-F238E27FC236}">
                <a16:creationId xmlns:a16="http://schemas.microsoft.com/office/drawing/2014/main" id="{EF802F17-0647-B041-A6AC-907A854549D6}"/>
              </a:ext>
            </a:extLst>
          </p:cNvPr>
          <p:cNvSpPr txBox="1"/>
          <p:nvPr/>
        </p:nvSpPr>
        <p:spPr>
          <a:xfrm>
            <a:off x="2602934" y="9806333"/>
            <a:ext cx="344952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498" name="TextBox 497">
            <a:extLst>
              <a:ext uri="{FF2B5EF4-FFF2-40B4-BE49-F238E27FC236}">
                <a16:creationId xmlns:a16="http://schemas.microsoft.com/office/drawing/2014/main" id="{D920CF76-D56D-6C4F-82B9-D587C3DDDDF6}"/>
              </a:ext>
            </a:extLst>
          </p:cNvPr>
          <p:cNvSpPr txBox="1"/>
          <p:nvPr/>
        </p:nvSpPr>
        <p:spPr>
          <a:xfrm>
            <a:off x="2602934" y="10514106"/>
            <a:ext cx="3449522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499" name="TextBox 498">
            <a:extLst>
              <a:ext uri="{FF2B5EF4-FFF2-40B4-BE49-F238E27FC236}">
                <a16:creationId xmlns:a16="http://schemas.microsoft.com/office/drawing/2014/main" id="{827B6E20-C0FE-694D-BB55-FA4ABAD6A71D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500" name="TextBox 499">
            <a:extLst>
              <a:ext uri="{FF2B5EF4-FFF2-40B4-BE49-F238E27FC236}">
                <a16:creationId xmlns:a16="http://schemas.microsoft.com/office/drawing/2014/main" id="{E7D81B38-E9B1-5E45-887E-F44491EE2BFD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</p:spTree>
    <p:extLst>
      <p:ext uri="{BB962C8B-B14F-4D97-AF65-F5344CB8AC3E}">
        <p14:creationId xmlns:p14="http://schemas.microsoft.com/office/powerpoint/2010/main" val="4294882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4631070B-8F30-2D4E-B54F-AB3783EA28C5}"/>
              </a:ext>
            </a:extLst>
          </p:cNvPr>
          <p:cNvGrpSpPr/>
          <p:nvPr/>
        </p:nvGrpSpPr>
        <p:grpSpPr>
          <a:xfrm>
            <a:off x="9176505" y="4579893"/>
            <a:ext cx="13693743" cy="7104753"/>
            <a:chOff x="9176505" y="4579893"/>
            <a:chExt cx="13693743" cy="710475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8DFC336B-18A9-0847-A060-F944BFAF4979}"/>
                </a:ext>
              </a:extLst>
            </p:cNvPr>
            <p:cNvGrpSpPr/>
            <p:nvPr/>
          </p:nvGrpSpPr>
          <p:grpSpPr>
            <a:xfrm>
              <a:off x="16735779" y="8941695"/>
              <a:ext cx="1044945" cy="768924"/>
              <a:chOff x="16735779" y="8941695"/>
              <a:chExt cx="1044945" cy="768924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71BACBA6-1A52-BF4C-82DF-F77CC17BA0FD}"/>
                  </a:ext>
                </a:extLst>
              </p:cNvPr>
              <p:cNvSpPr/>
              <p:nvPr/>
            </p:nvSpPr>
            <p:spPr>
              <a:xfrm>
                <a:off x="17183209" y="9561071"/>
                <a:ext cx="140774" cy="1420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4" h="115">
                    <a:moveTo>
                      <a:pt x="114" y="57"/>
                    </a:moveTo>
                    <a:cubicBezTo>
                      <a:pt x="114" y="89"/>
                      <a:pt x="89" y="115"/>
                      <a:pt x="57" y="115"/>
                    </a:cubicBezTo>
                    <a:cubicBezTo>
                      <a:pt x="26" y="115"/>
                      <a:pt x="0" y="89"/>
                      <a:pt x="0" y="57"/>
                    </a:cubicBezTo>
                    <a:cubicBezTo>
                      <a:pt x="0" y="26"/>
                      <a:pt x="26" y="0"/>
                      <a:pt x="57" y="0"/>
                    </a:cubicBezTo>
                    <a:cubicBezTo>
                      <a:pt x="89" y="0"/>
                      <a:pt x="114" y="26"/>
                      <a:pt x="114" y="5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C84BF08E-1171-8C4E-AE5F-CA717F1D23D8}"/>
                  </a:ext>
                </a:extLst>
              </p:cNvPr>
              <p:cNvSpPr/>
              <p:nvPr/>
            </p:nvSpPr>
            <p:spPr>
              <a:xfrm>
                <a:off x="17175732" y="9553594"/>
                <a:ext cx="156968" cy="157025"/>
              </a:xfrm>
              <a:custGeom>
                <a:avLst/>
                <a:gdLst>
                  <a:gd name="connsiteX0" fmla="*/ 77870 w 156968"/>
                  <a:gd name="connsiteY0" fmla="*/ 16201 h 157025"/>
                  <a:gd name="connsiteX1" fmla="*/ 16196 w 156968"/>
                  <a:gd name="connsiteY1" fmla="*/ 77890 h 157025"/>
                  <a:gd name="connsiteX2" fmla="*/ 77870 w 156968"/>
                  <a:gd name="connsiteY2" fmla="*/ 139578 h 157025"/>
                  <a:gd name="connsiteX3" fmla="*/ 140776 w 156968"/>
                  <a:gd name="connsiteY3" fmla="*/ 77890 h 157025"/>
                  <a:gd name="connsiteX4" fmla="*/ 77870 w 156968"/>
                  <a:gd name="connsiteY4" fmla="*/ 16201 h 157025"/>
                  <a:gd name="connsiteX5" fmla="*/ 77866 w 156968"/>
                  <a:gd name="connsiteY5" fmla="*/ 0 h 157025"/>
                  <a:gd name="connsiteX6" fmla="*/ 156968 w 156968"/>
                  <a:gd name="connsiteY6" fmla="*/ 77894 h 157025"/>
                  <a:gd name="connsiteX7" fmla="*/ 77866 w 156968"/>
                  <a:gd name="connsiteY7" fmla="*/ 157025 h 157025"/>
                  <a:gd name="connsiteX8" fmla="*/ 0 w 156968"/>
                  <a:gd name="connsiteY8" fmla="*/ 77894 h 157025"/>
                  <a:gd name="connsiteX9" fmla="*/ 77866 w 156968"/>
                  <a:gd name="connsiteY9" fmla="*/ 0 h 157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6968" h="157025">
                    <a:moveTo>
                      <a:pt x="77870" y="16201"/>
                    </a:moveTo>
                    <a:cubicBezTo>
                      <a:pt x="44566" y="16201"/>
                      <a:pt x="16196" y="44578"/>
                      <a:pt x="16196" y="77890"/>
                    </a:cubicBezTo>
                    <a:cubicBezTo>
                      <a:pt x="16196" y="112435"/>
                      <a:pt x="44566" y="139578"/>
                      <a:pt x="77870" y="139578"/>
                    </a:cubicBezTo>
                    <a:cubicBezTo>
                      <a:pt x="112406" y="139578"/>
                      <a:pt x="140776" y="112435"/>
                      <a:pt x="140776" y="77890"/>
                    </a:cubicBezTo>
                    <a:cubicBezTo>
                      <a:pt x="140776" y="44578"/>
                      <a:pt x="112406" y="16201"/>
                      <a:pt x="77870" y="16201"/>
                    </a:cubicBezTo>
                    <a:close/>
                    <a:moveTo>
                      <a:pt x="77866" y="0"/>
                    </a:moveTo>
                    <a:cubicBezTo>
                      <a:pt x="122362" y="0"/>
                      <a:pt x="156968" y="34620"/>
                      <a:pt x="156968" y="77894"/>
                    </a:cubicBezTo>
                    <a:cubicBezTo>
                      <a:pt x="156968" y="122405"/>
                      <a:pt x="122362" y="157025"/>
                      <a:pt x="77866" y="157025"/>
                    </a:cubicBezTo>
                    <a:cubicBezTo>
                      <a:pt x="34606" y="157025"/>
                      <a:pt x="0" y="122405"/>
                      <a:pt x="0" y="77894"/>
                    </a:cubicBezTo>
                    <a:cubicBezTo>
                      <a:pt x="0" y="34620"/>
                      <a:pt x="34606" y="0"/>
                      <a:pt x="778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0ADAB63E-CA85-414D-BA34-D873D6E9DBC5}"/>
                  </a:ext>
                </a:extLst>
              </p:cNvPr>
              <p:cNvSpPr/>
              <p:nvPr/>
            </p:nvSpPr>
            <p:spPr>
              <a:xfrm>
                <a:off x="16744690" y="8951665"/>
                <a:ext cx="1027778" cy="2617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26" h="211">
                    <a:moveTo>
                      <a:pt x="798" y="211"/>
                    </a:moveTo>
                    <a:cubicBezTo>
                      <a:pt x="792" y="211"/>
                      <a:pt x="785" y="208"/>
                      <a:pt x="780" y="204"/>
                    </a:cubicBezTo>
                    <a:cubicBezTo>
                      <a:pt x="680" y="106"/>
                      <a:pt x="548" y="53"/>
                      <a:pt x="409" y="53"/>
                    </a:cubicBezTo>
                    <a:cubicBezTo>
                      <a:pt x="274" y="53"/>
                      <a:pt x="145" y="105"/>
                      <a:pt x="46" y="197"/>
                    </a:cubicBezTo>
                    <a:cubicBezTo>
                      <a:pt x="35" y="208"/>
                      <a:pt x="17" y="207"/>
                      <a:pt x="7" y="196"/>
                    </a:cubicBezTo>
                    <a:cubicBezTo>
                      <a:pt x="-3" y="185"/>
                      <a:pt x="-3" y="168"/>
                      <a:pt x="8" y="158"/>
                    </a:cubicBezTo>
                    <a:cubicBezTo>
                      <a:pt x="117" y="56"/>
                      <a:pt x="260" y="0"/>
                      <a:pt x="409" y="0"/>
                    </a:cubicBezTo>
                    <a:cubicBezTo>
                      <a:pt x="562" y="0"/>
                      <a:pt x="707" y="58"/>
                      <a:pt x="817" y="164"/>
                    </a:cubicBezTo>
                    <a:cubicBezTo>
                      <a:pt x="828" y="175"/>
                      <a:pt x="828" y="192"/>
                      <a:pt x="818" y="203"/>
                    </a:cubicBezTo>
                    <a:cubicBezTo>
                      <a:pt x="812" y="208"/>
                      <a:pt x="806" y="211"/>
                      <a:pt x="798" y="21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33D8D5FD-9E61-594D-BB0E-445035E3BCD4}"/>
                  </a:ext>
                </a:extLst>
              </p:cNvPr>
              <p:cNvSpPr/>
              <p:nvPr/>
            </p:nvSpPr>
            <p:spPr>
              <a:xfrm>
                <a:off x="16735779" y="8941695"/>
                <a:ext cx="1044945" cy="280402"/>
              </a:xfrm>
              <a:custGeom>
                <a:avLst/>
                <a:gdLst>
                  <a:gd name="connsiteX0" fmla="*/ 517819 w 1044945"/>
                  <a:gd name="connsiteY0" fmla="*/ 17448 h 280402"/>
                  <a:gd name="connsiteX1" fmla="*/ 23848 w 1044945"/>
                  <a:gd name="connsiteY1" fmla="*/ 212118 h 280402"/>
                  <a:gd name="connsiteX2" fmla="*/ 16382 w 1044945"/>
                  <a:gd name="connsiteY2" fmla="*/ 229477 h 280402"/>
                  <a:gd name="connsiteX3" fmla="*/ 23848 w 1044945"/>
                  <a:gd name="connsiteY3" fmla="*/ 248076 h 280402"/>
                  <a:gd name="connsiteX4" fmla="*/ 41267 w 1044945"/>
                  <a:gd name="connsiteY4" fmla="*/ 255515 h 280402"/>
                  <a:gd name="connsiteX5" fmla="*/ 59931 w 1044945"/>
                  <a:gd name="connsiteY5" fmla="*/ 249316 h 280402"/>
                  <a:gd name="connsiteX6" fmla="*/ 517819 w 1044945"/>
                  <a:gd name="connsiteY6" fmla="*/ 68285 h 280402"/>
                  <a:gd name="connsiteX7" fmla="*/ 984415 w 1044945"/>
                  <a:gd name="connsiteY7" fmla="*/ 256755 h 280402"/>
                  <a:gd name="connsiteX8" fmla="*/ 1020499 w 1044945"/>
                  <a:gd name="connsiteY8" fmla="*/ 255515 h 280402"/>
                  <a:gd name="connsiteX9" fmla="*/ 1019255 w 1044945"/>
                  <a:gd name="connsiteY9" fmla="*/ 219557 h 280402"/>
                  <a:gd name="connsiteX10" fmla="*/ 517819 w 1044945"/>
                  <a:gd name="connsiteY10" fmla="*/ 17448 h 280402"/>
                  <a:gd name="connsiteX11" fmla="*/ 517823 w 1044945"/>
                  <a:gd name="connsiteY11" fmla="*/ 0 h 280402"/>
                  <a:gd name="connsiteX12" fmla="*/ 1031721 w 1044945"/>
                  <a:gd name="connsiteY12" fmla="*/ 208440 h 280402"/>
                  <a:gd name="connsiteX13" fmla="*/ 1032965 w 1044945"/>
                  <a:gd name="connsiteY13" fmla="*/ 266754 h 280402"/>
                  <a:gd name="connsiteX14" fmla="*/ 1001859 w 1044945"/>
                  <a:gd name="connsiteY14" fmla="*/ 280402 h 280402"/>
                  <a:gd name="connsiteX15" fmla="*/ 973239 w 1044945"/>
                  <a:gd name="connsiteY15" fmla="*/ 267995 h 280402"/>
                  <a:gd name="connsiteX16" fmla="*/ 517823 w 1044945"/>
                  <a:gd name="connsiteY16" fmla="*/ 84369 h 280402"/>
                  <a:gd name="connsiteX17" fmla="*/ 71115 w 1044945"/>
                  <a:gd name="connsiteY17" fmla="*/ 260551 h 280402"/>
                  <a:gd name="connsiteX18" fmla="*/ 41252 w 1044945"/>
                  <a:gd name="connsiteY18" fmla="*/ 272958 h 280402"/>
                  <a:gd name="connsiteX19" fmla="*/ 11389 w 1044945"/>
                  <a:gd name="connsiteY19" fmla="*/ 259310 h 280402"/>
                  <a:gd name="connsiteX20" fmla="*/ 190 w 1044945"/>
                  <a:gd name="connsiteY20" fmla="*/ 229533 h 280402"/>
                  <a:gd name="connsiteX21" fmla="*/ 12633 w 1044945"/>
                  <a:gd name="connsiteY21" fmla="*/ 200996 h 280402"/>
                  <a:gd name="connsiteX22" fmla="*/ 517823 w 1044945"/>
                  <a:gd name="connsiteY22" fmla="*/ 0 h 280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44945" h="280402">
                    <a:moveTo>
                      <a:pt x="517819" y="17448"/>
                    </a:moveTo>
                    <a:cubicBezTo>
                      <a:pt x="333669" y="17448"/>
                      <a:pt x="159471" y="86884"/>
                      <a:pt x="23848" y="212118"/>
                    </a:cubicBezTo>
                    <a:cubicBezTo>
                      <a:pt x="20115" y="217077"/>
                      <a:pt x="16382" y="223277"/>
                      <a:pt x="16382" y="229477"/>
                    </a:cubicBezTo>
                    <a:cubicBezTo>
                      <a:pt x="16382" y="236916"/>
                      <a:pt x="18871" y="243116"/>
                      <a:pt x="23848" y="248076"/>
                    </a:cubicBezTo>
                    <a:cubicBezTo>
                      <a:pt x="28825" y="253036"/>
                      <a:pt x="33802" y="255515"/>
                      <a:pt x="41267" y="255515"/>
                    </a:cubicBezTo>
                    <a:cubicBezTo>
                      <a:pt x="47489" y="255515"/>
                      <a:pt x="54955" y="253036"/>
                      <a:pt x="59931" y="249316"/>
                    </a:cubicBezTo>
                    <a:cubicBezTo>
                      <a:pt x="184357" y="131522"/>
                      <a:pt x="347355" y="68285"/>
                      <a:pt x="517819" y="68285"/>
                    </a:cubicBezTo>
                    <a:cubicBezTo>
                      <a:pt x="693259" y="68285"/>
                      <a:pt x="858745" y="134002"/>
                      <a:pt x="984415" y="256755"/>
                    </a:cubicBezTo>
                    <a:cubicBezTo>
                      <a:pt x="994369" y="265435"/>
                      <a:pt x="1011789" y="265435"/>
                      <a:pt x="1020499" y="255515"/>
                    </a:cubicBezTo>
                    <a:cubicBezTo>
                      <a:pt x="1030453" y="245596"/>
                      <a:pt x="1030453" y="229477"/>
                      <a:pt x="1019255" y="219557"/>
                    </a:cubicBezTo>
                    <a:cubicBezTo>
                      <a:pt x="884875" y="89364"/>
                      <a:pt x="706947" y="17448"/>
                      <a:pt x="517819" y="17448"/>
                    </a:cubicBezTo>
                    <a:close/>
                    <a:moveTo>
                      <a:pt x="517823" y="0"/>
                    </a:moveTo>
                    <a:cubicBezTo>
                      <a:pt x="710691" y="0"/>
                      <a:pt x="893603" y="74443"/>
                      <a:pt x="1031721" y="208440"/>
                    </a:cubicBezTo>
                    <a:cubicBezTo>
                      <a:pt x="1049141" y="224570"/>
                      <a:pt x="1049141" y="250625"/>
                      <a:pt x="1032965" y="266754"/>
                    </a:cubicBezTo>
                    <a:cubicBezTo>
                      <a:pt x="1025501" y="275439"/>
                      <a:pt x="1014301" y="280402"/>
                      <a:pt x="1001859" y="280402"/>
                    </a:cubicBezTo>
                    <a:cubicBezTo>
                      <a:pt x="991903" y="280402"/>
                      <a:pt x="980705" y="276680"/>
                      <a:pt x="973239" y="267995"/>
                    </a:cubicBezTo>
                    <a:cubicBezTo>
                      <a:pt x="850053" y="148886"/>
                      <a:pt x="688293" y="84369"/>
                      <a:pt x="517823" y="84369"/>
                    </a:cubicBezTo>
                    <a:cubicBezTo>
                      <a:pt x="352329" y="84369"/>
                      <a:pt x="193057" y="147645"/>
                      <a:pt x="71115" y="260551"/>
                    </a:cubicBezTo>
                    <a:cubicBezTo>
                      <a:pt x="62405" y="269236"/>
                      <a:pt x="52451" y="272958"/>
                      <a:pt x="41252" y="272958"/>
                    </a:cubicBezTo>
                    <a:cubicBezTo>
                      <a:pt x="30053" y="272958"/>
                      <a:pt x="18855" y="267995"/>
                      <a:pt x="11389" y="259310"/>
                    </a:cubicBezTo>
                    <a:cubicBezTo>
                      <a:pt x="3923" y="251866"/>
                      <a:pt x="-1054" y="240699"/>
                      <a:pt x="190" y="229533"/>
                    </a:cubicBezTo>
                    <a:cubicBezTo>
                      <a:pt x="190" y="218366"/>
                      <a:pt x="5167" y="208440"/>
                      <a:pt x="12633" y="200996"/>
                    </a:cubicBezTo>
                    <a:cubicBezTo>
                      <a:pt x="150751" y="70721"/>
                      <a:pt x="329931" y="0"/>
                      <a:pt x="5178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C8CDD80D-800B-2E47-B2C3-532A7A11857F}"/>
                  </a:ext>
                </a:extLst>
              </p:cNvPr>
              <p:cNvSpPr/>
              <p:nvPr/>
            </p:nvSpPr>
            <p:spPr>
              <a:xfrm>
                <a:off x="16892939" y="9157293"/>
                <a:ext cx="730034" cy="2218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7" h="179">
                    <a:moveTo>
                      <a:pt x="559" y="179"/>
                    </a:moveTo>
                    <a:cubicBezTo>
                      <a:pt x="552" y="179"/>
                      <a:pt x="544" y="175"/>
                      <a:pt x="539" y="169"/>
                    </a:cubicBezTo>
                    <a:cubicBezTo>
                      <a:pt x="477" y="96"/>
                      <a:pt x="386" y="55"/>
                      <a:pt x="290" y="55"/>
                    </a:cubicBezTo>
                    <a:cubicBezTo>
                      <a:pt x="198" y="55"/>
                      <a:pt x="110" y="94"/>
                      <a:pt x="47" y="163"/>
                    </a:cubicBezTo>
                    <a:cubicBezTo>
                      <a:pt x="37" y="174"/>
                      <a:pt x="20" y="175"/>
                      <a:pt x="9" y="165"/>
                    </a:cubicBezTo>
                    <a:cubicBezTo>
                      <a:pt x="-2" y="155"/>
                      <a:pt x="-3" y="138"/>
                      <a:pt x="7" y="127"/>
                    </a:cubicBezTo>
                    <a:cubicBezTo>
                      <a:pt x="79" y="46"/>
                      <a:pt x="183" y="0"/>
                      <a:pt x="290" y="0"/>
                    </a:cubicBezTo>
                    <a:cubicBezTo>
                      <a:pt x="402" y="0"/>
                      <a:pt x="507" y="49"/>
                      <a:pt x="580" y="134"/>
                    </a:cubicBezTo>
                    <a:cubicBezTo>
                      <a:pt x="590" y="145"/>
                      <a:pt x="589" y="162"/>
                      <a:pt x="577" y="172"/>
                    </a:cubicBezTo>
                    <a:cubicBezTo>
                      <a:pt x="572" y="176"/>
                      <a:pt x="566" y="179"/>
                      <a:pt x="559" y="17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394E47C4-A552-F645-BDCB-1A815A07CD46}"/>
                  </a:ext>
                </a:extLst>
              </p:cNvPr>
              <p:cNvSpPr/>
              <p:nvPr/>
            </p:nvSpPr>
            <p:spPr>
              <a:xfrm>
                <a:off x="16884220" y="9148570"/>
                <a:ext cx="746463" cy="239276"/>
              </a:xfrm>
              <a:custGeom>
                <a:avLst/>
                <a:gdLst>
                  <a:gd name="connsiteX0" fmla="*/ 369384 w 746463"/>
                  <a:gd name="connsiteY0" fmla="*/ 17447 h 239276"/>
                  <a:gd name="connsiteX1" fmla="*/ 23658 w 746463"/>
                  <a:gd name="connsiteY1" fmla="*/ 171043 h 239276"/>
                  <a:gd name="connsiteX2" fmla="*/ 17440 w 746463"/>
                  <a:gd name="connsiteY2" fmla="*/ 189623 h 239276"/>
                  <a:gd name="connsiteX3" fmla="*/ 24902 w 746463"/>
                  <a:gd name="connsiteY3" fmla="*/ 206965 h 239276"/>
                  <a:gd name="connsiteX4" fmla="*/ 60966 w 746463"/>
                  <a:gd name="connsiteY4" fmla="*/ 204488 h 239276"/>
                  <a:gd name="connsiteX5" fmla="*/ 369384 w 746463"/>
                  <a:gd name="connsiteY5" fmla="*/ 68233 h 239276"/>
                  <a:gd name="connsiteX6" fmla="*/ 685262 w 746463"/>
                  <a:gd name="connsiteY6" fmla="*/ 213158 h 239276"/>
                  <a:gd name="connsiteX7" fmla="*/ 721328 w 746463"/>
                  <a:gd name="connsiteY7" fmla="*/ 215636 h 239276"/>
                  <a:gd name="connsiteX8" fmla="*/ 730032 w 746463"/>
                  <a:gd name="connsiteY8" fmla="*/ 198294 h 239276"/>
                  <a:gd name="connsiteX9" fmla="*/ 723814 w 746463"/>
                  <a:gd name="connsiteY9" fmla="*/ 179714 h 239276"/>
                  <a:gd name="connsiteX10" fmla="*/ 369384 w 746463"/>
                  <a:gd name="connsiteY10" fmla="*/ 17447 h 239276"/>
                  <a:gd name="connsiteX11" fmla="*/ 369382 w 746463"/>
                  <a:gd name="connsiteY11" fmla="*/ 0 h 239276"/>
                  <a:gd name="connsiteX12" fmla="*/ 736278 w 746463"/>
                  <a:gd name="connsiteY12" fmla="*/ 168609 h 239276"/>
                  <a:gd name="connsiteX13" fmla="*/ 746228 w 746463"/>
                  <a:gd name="connsiteY13" fmla="*/ 199603 h 239276"/>
                  <a:gd name="connsiteX14" fmla="*/ 732548 w 746463"/>
                  <a:gd name="connsiteY14" fmla="*/ 228118 h 239276"/>
                  <a:gd name="connsiteX15" fmla="*/ 703942 w 746463"/>
                  <a:gd name="connsiteY15" fmla="*/ 239276 h 239276"/>
                  <a:gd name="connsiteX16" fmla="*/ 672848 w 746463"/>
                  <a:gd name="connsiteY16" fmla="*/ 223159 h 239276"/>
                  <a:gd name="connsiteX17" fmla="*/ 369382 w 746463"/>
                  <a:gd name="connsiteY17" fmla="*/ 84304 h 239276"/>
                  <a:gd name="connsiteX18" fmla="*/ 74622 w 746463"/>
                  <a:gd name="connsiteY18" fmla="*/ 216960 h 239276"/>
                  <a:gd name="connsiteX19" fmla="*/ 13680 w 746463"/>
                  <a:gd name="connsiteY19" fmla="*/ 219440 h 239276"/>
                  <a:gd name="connsiteX20" fmla="*/ 0 w 746463"/>
                  <a:gd name="connsiteY20" fmla="*/ 190925 h 239276"/>
                  <a:gd name="connsiteX21" fmla="*/ 11192 w 746463"/>
                  <a:gd name="connsiteY21" fmla="*/ 161170 h 239276"/>
                  <a:gd name="connsiteX22" fmla="*/ 369382 w 746463"/>
                  <a:gd name="connsiteY22" fmla="*/ 0 h 239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6463" h="239276">
                    <a:moveTo>
                      <a:pt x="369384" y="17447"/>
                    </a:moveTo>
                    <a:cubicBezTo>
                      <a:pt x="238804" y="17447"/>
                      <a:pt x="111954" y="73188"/>
                      <a:pt x="23658" y="171043"/>
                    </a:cubicBezTo>
                    <a:cubicBezTo>
                      <a:pt x="18684" y="175998"/>
                      <a:pt x="17440" y="183430"/>
                      <a:pt x="17440" y="189623"/>
                    </a:cubicBezTo>
                    <a:cubicBezTo>
                      <a:pt x="17440" y="195817"/>
                      <a:pt x="21170" y="202010"/>
                      <a:pt x="24902" y="206965"/>
                    </a:cubicBezTo>
                    <a:cubicBezTo>
                      <a:pt x="36094" y="216874"/>
                      <a:pt x="52262" y="215636"/>
                      <a:pt x="60966" y="204488"/>
                    </a:cubicBezTo>
                    <a:cubicBezTo>
                      <a:pt x="140558" y="117780"/>
                      <a:pt x="252484" y="68233"/>
                      <a:pt x="369384" y="68233"/>
                    </a:cubicBezTo>
                    <a:cubicBezTo>
                      <a:pt x="491258" y="68233"/>
                      <a:pt x="606914" y="120257"/>
                      <a:pt x="685262" y="213158"/>
                    </a:cubicBezTo>
                    <a:cubicBezTo>
                      <a:pt x="693968" y="223068"/>
                      <a:pt x="710136" y="224306"/>
                      <a:pt x="721328" y="215636"/>
                    </a:cubicBezTo>
                    <a:cubicBezTo>
                      <a:pt x="726302" y="210681"/>
                      <a:pt x="730032" y="204488"/>
                      <a:pt x="730032" y="198294"/>
                    </a:cubicBezTo>
                    <a:cubicBezTo>
                      <a:pt x="730032" y="190862"/>
                      <a:pt x="727546" y="184669"/>
                      <a:pt x="723814" y="179714"/>
                    </a:cubicBezTo>
                    <a:cubicBezTo>
                      <a:pt x="635518" y="76904"/>
                      <a:pt x="506182" y="17447"/>
                      <a:pt x="369384" y="17447"/>
                    </a:cubicBezTo>
                    <a:close/>
                    <a:moveTo>
                      <a:pt x="369382" y="0"/>
                    </a:moveTo>
                    <a:cubicBezTo>
                      <a:pt x="511166" y="0"/>
                      <a:pt x="644244" y="61989"/>
                      <a:pt x="736278" y="168609"/>
                    </a:cubicBezTo>
                    <a:cubicBezTo>
                      <a:pt x="743740" y="177287"/>
                      <a:pt x="747472" y="188445"/>
                      <a:pt x="746228" y="199603"/>
                    </a:cubicBezTo>
                    <a:cubicBezTo>
                      <a:pt x="746228" y="210761"/>
                      <a:pt x="740010" y="220679"/>
                      <a:pt x="732548" y="228118"/>
                    </a:cubicBezTo>
                    <a:cubicBezTo>
                      <a:pt x="723842" y="234317"/>
                      <a:pt x="713892" y="239276"/>
                      <a:pt x="703942" y="239276"/>
                    </a:cubicBezTo>
                    <a:cubicBezTo>
                      <a:pt x="692748" y="239276"/>
                      <a:pt x="681554" y="233077"/>
                      <a:pt x="672848" y="223159"/>
                    </a:cubicBezTo>
                    <a:cubicBezTo>
                      <a:pt x="596982" y="135135"/>
                      <a:pt x="486292" y="84304"/>
                      <a:pt x="369382" y="84304"/>
                    </a:cubicBezTo>
                    <a:cubicBezTo>
                      <a:pt x="257448" y="84304"/>
                      <a:pt x="149244" y="132656"/>
                      <a:pt x="74622" y="216960"/>
                    </a:cubicBezTo>
                    <a:cubicBezTo>
                      <a:pt x="58454" y="233077"/>
                      <a:pt x="31092" y="234317"/>
                      <a:pt x="13680" y="219440"/>
                    </a:cubicBezTo>
                    <a:cubicBezTo>
                      <a:pt x="4974" y="212001"/>
                      <a:pt x="1242" y="202083"/>
                      <a:pt x="0" y="190925"/>
                    </a:cubicBezTo>
                    <a:cubicBezTo>
                      <a:pt x="0" y="179767"/>
                      <a:pt x="3730" y="168609"/>
                      <a:pt x="11192" y="161170"/>
                    </a:cubicBezTo>
                    <a:cubicBezTo>
                      <a:pt x="101984" y="59509"/>
                      <a:pt x="232574" y="0"/>
                      <a:pt x="3693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9D15BAF1-99B6-A346-8004-B2B6D7C33B2A}"/>
                  </a:ext>
                </a:extLst>
              </p:cNvPr>
              <p:cNvSpPr/>
              <p:nvPr/>
            </p:nvSpPr>
            <p:spPr>
              <a:xfrm>
                <a:off x="17016273" y="9337996"/>
                <a:ext cx="484613" cy="1757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0" h="142">
                    <a:moveTo>
                      <a:pt x="363" y="142"/>
                    </a:moveTo>
                    <a:cubicBezTo>
                      <a:pt x="354" y="142"/>
                      <a:pt x="346" y="138"/>
                      <a:pt x="341" y="131"/>
                    </a:cubicBezTo>
                    <a:cubicBezTo>
                      <a:pt x="307" y="83"/>
                      <a:pt x="251" y="54"/>
                      <a:pt x="192" y="54"/>
                    </a:cubicBezTo>
                    <a:cubicBezTo>
                      <a:pt x="135" y="54"/>
                      <a:pt x="83" y="80"/>
                      <a:pt x="49" y="125"/>
                    </a:cubicBezTo>
                    <a:cubicBezTo>
                      <a:pt x="40" y="136"/>
                      <a:pt x="23" y="139"/>
                      <a:pt x="10" y="130"/>
                    </a:cubicBezTo>
                    <a:cubicBezTo>
                      <a:pt x="-1" y="121"/>
                      <a:pt x="-3" y="104"/>
                      <a:pt x="6" y="91"/>
                    </a:cubicBezTo>
                    <a:cubicBezTo>
                      <a:pt x="51" y="33"/>
                      <a:pt x="119" y="0"/>
                      <a:pt x="192" y="0"/>
                    </a:cubicBezTo>
                    <a:cubicBezTo>
                      <a:pt x="269" y="0"/>
                      <a:pt x="341" y="37"/>
                      <a:pt x="385" y="99"/>
                    </a:cubicBezTo>
                    <a:cubicBezTo>
                      <a:pt x="394" y="111"/>
                      <a:pt x="391" y="128"/>
                      <a:pt x="379" y="137"/>
                    </a:cubicBezTo>
                    <a:cubicBezTo>
                      <a:pt x="374" y="141"/>
                      <a:pt x="369" y="142"/>
                      <a:pt x="363" y="1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591667C1-0F93-6044-97E4-15603E8F4B8E}"/>
                  </a:ext>
                </a:extLst>
              </p:cNvPr>
              <p:cNvSpPr/>
              <p:nvPr/>
            </p:nvSpPr>
            <p:spPr>
              <a:xfrm>
                <a:off x="17008017" y="9329273"/>
                <a:ext cx="501917" cy="193166"/>
              </a:xfrm>
              <a:custGeom>
                <a:avLst/>
                <a:gdLst>
                  <a:gd name="connsiteX0" fmla="*/ 245592 w 501917"/>
                  <a:gd name="connsiteY0" fmla="*/ 17447 h 193166"/>
                  <a:gd name="connsiteX1" fmla="*/ 20700 w 501917"/>
                  <a:gd name="connsiteY1" fmla="*/ 126258 h 193166"/>
                  <a:gd name="connsiteX2" fmla="*/ 15732 w 501917"/>
                  <a:gd name="connsiteY2" fmla="*/ 146042 h 193166"/>
                  <a:gd name="connsiteX3" fmla="*/ 24428 w 501917"/>
                  <a:gd name="connsiteY3" fmla="*/ 162117 h 193166"/>
                  <a:gd name="connsiteX4" fmla="*/ 60460 w 501917"/>
                  <a:gd name="connsiteY4" fmla="*/ 158407 h 193166"/>
                  <a:gd name="connsiteX5" fmla="*/ 245592 w 501917"/>
                  <a:gd name="connsiteY5" fmla="*/ 66907 h 193166"/>
                  <a:gd name="connsiteX6" fmla="*/ 436934 w 501917"/>
                  <a:gd name="connsiteY6" fmla="*/ 165826 h 193166"/>
                  <a:gd name="connsiteX7" fmla="*/ 472966 w 501917"/>
                  <a:gd name="connsiteY7" fmla="*/ 172009 h 193166"/>
                  <a:gd name="connsiteX8" fmla="*/ 482906 w 501917"/>
                  <a:gd name="connsiteY8" fmla="*/ 155934 h 193166"/>
                  <a:gd name="connsiteX9" fmla="*/ 479180 w 501917"/>
                  <a:gd name="connsiteY9" fmla="*/ 137387 h 193166"/>
                  <a:gd name="connsiteX10" fmla="*/ 245592 w 501917"/>
                  <a:gd name="connsiteY10" fmla="*/ 17447 h 193166"/>
                  <a:gd name="connsiteX11" fmla="*/ 246834 w 501917"/>
                  <a:gd name="connsiteY11" fmla="*/ 0 h 193166"/>
                  <a:gd name="connsiteX12" fmla="*/ 494134 w 501917"/>
                  <a:gd name="connsiteY12" fmla="*/ 126301 h 193166"/>
                  <a:gd name="connsiteX13" fmla="*/ 484192 w 501917"/>
                  <a:gd name="connsiteY13" fmla="*/ 185737 h 193166"/>
                  <a:gd name="connsiteX14" fmla="*/ 459338 w 501917"/>
                  <a:gd name="connsiteY14" fmla="*/ 193166 h 193166"/>
                  <a:gd name="connsiteX15" fmla="*/ 424542 w 501917"/>
                  <a:gd name="connsiteY15" fmla="*/ 175831 h 193166"/>
                  <a:gd name="connsiteX16" fmla="*/ 246834 w 501917"/>
                  <a:gd name="connsiteY16" fmla="*/ 82962 h 193166"/>
                  <a:gd name="connsiteX17" fmla="*/ 75342 w 501917"/>
                  <a:gd name="connsiteY17" fmla="*/ 168401 h 193166"/>
                  <a:gd name="connsiteX18" fmla="*/ 16934 w 501917"/>
                  <a:gd name="connsiteY18" fmla="*/ 175831 h 193166"/>
                  <a:gd name="connsiteX19" fmla="*/ 778 w 501917"/>
                  <a:gd name="connsiteY19" fmla="*/ 147351 h 193166"/>
                  <a:gd name="connsiteX20" fmla="*/ 8234 w 501917"/>
                  <a:gd name="connsiteY20" fmla="*/ 117633 h 193166"/>
                  <a:gd name="connsiteX21" fmla="*/ 246834 w 501917"/>
                  <a:gd name="connsiteY21" fmla="*/ 0 h 193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01917" h="193166">
                    <a:moveTo>
                      <a:pt x="245592" y="17447"/>
                    </a:moveTo>
                    <a:cubicBezTo>
                      <a:pt x="157374" y="17447"/>
                      <a:pt x="75370" y="57015"/>
                      <a:pt x="20700" y="126258"/>
                    </a:cubicBezTo>
                    <a:cubicBezTo>
                      <a:pt x="16974" y="132441"/>
                      <a:pt x="14488" y="138623"/>
                      <a:pt x="15732" y="146042"/>
                    </a:cubicBezTo>
                    <a:cubicBezTo>
                      <a:pt x="16974" y="152225"/>
                      <a:pt x="19458" y="158407"/>
                      <a:pt x="24428" y="162117"/>
                    </a:cubicBezTo>
                    <a:cubicBezTo>
                      <a:pt x="36854" y="170772"/>
                      <a:pt x="51764" y="168299"/>
                      <a:pt x="60460" y="158407"/>
                    </a:cubicBezTo>
                    <a:cubicBezTo>
                      <a:pt x="105190" y="100292"/>
                      <a:pt x="173526" y="66907"/>
                      <a:pt x="245592" y="66907"/>
                    </a:cubicBezTo>
                    <a:cubicBezTo>
                      <a:pt x="322626" y="66907"/>
                      <a:pt x="393448" y="104001"/>
                      <a:pt x="436934" y="165826"/>
                    </a:cubicBezTo>
                    <a:cubicBezTo>
                      <a:pt x="445632" y="176955"/>
                      <a:pt x="461784" y="179427"/>
                      <a:pt x="472966" y="172009"/>
                    </a:cubicBezTo>
                    <a:cubicBezTo>
                      <a:pt x="479180" y="167063"/>
                      <a:pt x="482906" y="160880"/>
                      <a:pt x="482906" y="155934"/>
                    </a:cubicBezTo>
                    <a:cubicBezTo>
                      <a:pt x="485392" y="148515"/>
                      <a:pt x="482906" y="142333"/>
                      <a:pt x="479180" y="137387"/>
                    </a:cubicBezTo>
                    <a:cubicBezTo>
                      <a:pt x="425752" y="61961"/>
                      <a:pt x="337536" y="17447"/>
                      <a:pt x="245592" y="17447"/>
                    </a:cubicBezTo>
                    <a:close/>
                    <a:moveTo>
                      <a:pt x="246834" y="0"/>
                    </a:moveTo>
                    <a:cubicBezTo>
                      <a:pt x="345008" y="0"/>
                      <a:pt x="436970" y="47053"/>
                      <a:pt x="494134" y="126301"/>
                    </a:cubicBezTo>
                    <a:cubicBezTo>
                      <a:pt x="507804" y="146113"/>
                      <a:pt x="502832" y="172116"/>
                      <a:pt x="484192" y="185737"/>
                    </a:cubicBezTo>
                    <a:cubicBezTo>
                      <a:pt x="476736" y="190690"/>
                      <a:pt x="468036" y="193166"/>
                      <a:pt x="459338" y="193166"/>
                    </a:cubicBezTo>
                    <a:cubicBezTo>
                      <a:pt x="445668" y="193166"/>
                      <a:pt x="433242" y="186975"/>
                      <a:pt x="424542" y="175831"/>
                    </a:cubicBezTo>
                    <a:cubicBezTo>
                      <a:pt x="383532" y="118871"/>
                      <a:pt x="317670" y="82962"/>
                      <a:pt x="246834" y="82962"/>
                    </a:cubicBezTo>
                    <a:cubicBezTo>
                      <a:pt x="179728" y="82962"/>
                      <a:pt x="116350" y="115157"/>
                      <a:pt x="75342" y="168401"/>
                    </a:cubicBezTo>
                    <a:cubicBezTo>
                      <a:pt x="61672" y="186975"/>
                      <a:pt x="34332" y="189451"/>
                      <a:pt x="16934" y="175831"/>
                    </a:cubicBezTo>
                    <a:cubicBezTo>
                      <a:pt x="6992" y="168401"/>
                      <a:pt x="778" y="158495"/>
                      <a:pt x="778" y="147351"/>
                    </a:cubicBezTo>
                    <a:cubicBezTo>
                      <a:pt x="-1706" y="137445"/>
                      <a:pt x="2022" y="125063"/>
                      <a:pt x="8234" y="117633"/>
                    </a:cubicBezTo>
                    <a:cubicBezTo>
                      <a:pt x="66642" y="43339"/>
                      <a:pt x="153632" y="0"/>
                      <a:pt x="2468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2EBF725-00BC-A349-89CD-9DDB3BF9483D}"/>
                </a:ext>
              </a:extLst>
            </p:cNvPr>
            <p:cNvGrpSpPr/>
            <p:nvPr/>
          </p:nvGrpSpPr>
          <p:grpSpPr>
            <a:xfrm>
              <a:off x="18225404" y="8918017"/>
              <a:ext cx="1567021" cy="707858"/>
              <a:chOff x="18225404" y="8918017"/>
              <a:chExt cx="1567021" cy="707858"/>
            </a:xfrm>
          </p:grpSpPr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3DB35458-0CEC-E14D-A6F6-AF5C292077DD}"/>
                  </a:ext>
                </a:extLst>
              </p:cNvPr>
              <p:cNvSpPr/>
              <p:nvPr/>
            </p:nvSpPr>
            <p:spPr>
              <a:xfrm>
                <a:off x="18234653" y="8926741"/>
                <a:ext cx="1549765" cy="6916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45" h="556">
                    <a:moveTo>
                      <a:pt x="1245" y="487"/>
                    </a:moveTo>
                    <a:cubicBezTo>
                      <a:pt x="1232" y="401"/>
                      <a:pt x="1160" y="332"/>
                      <a:pt x="1074" y="323"/>
                    </a:cubicBezTo>
                    <a:cubicBezTo>
                      <a:pt x="1034" y="319"/>
                      <a:pt x="998" y="326"/>
                      <a:pt x="966" y="342"/>
                    </a:cubicBezTo>
                    <a:cubicBezTo>
                      <a:pt x="965" y="153"/>
                      <a:pt x="813" y="0"/>
                      <a:pt x="623" y="0"/>
                    </a:cubicBezTo>
                    <a:cubicBezTo>
                      <a:pt x="434" y="0"/>
                      <a:pt x="280" y="153"/>
                      <a:pt x="280" y="342"/>
                    </a:cubicBezTo>
                    <a:cubicBezTo>
                      <a:pt x="249" y="326"/>
                      <a:pt x="211" y="319"/>
                      <a:pt x="173" y="323"/>
                    </a:cubicBezTo>
                    <a:cubicBezTo>
                      <a:pt x="85" y="332"/>
                      <a:pt x="14" y="401"/>
                      <a:pt x="1" y="487"/>
                    </a:cubicBezTo>
                    <a:cubicBezTo>
                      <a:pt x="1" y="488"/>
                      <a:pt x="1" y="488"/>
                      <a:pt x="1" y="489"/>
                    </a:cubicBezTo>
                    <a:cubicBezTo>
                      <a:pt x="-4" y="525"/>
                      <a:pt x="24" y="556"/>
                      <a:pt x="60" y="556"/>
                    </a:cubicBezTo>
                    <a:lnTo>
                      <a:pt x="1186" y="556"/>
                    </a:lnTo>
                    <a:cubicBezTo>
                      <a:pt x="1222" y="556"/>
                      <a:pt x="1250" y="525"/>
                      <a:pt x="1245" y="489"/>
                    </a:cubicBezTo>
                    <a:cubicBezTo>
                      <a:pt x="1245" y="488"/>
                      <a:pt x="1245" y="488"/>
                      <a:pt x="1245" y="48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E9ABAEDC-9426-6A4C-83F5-A682558D07F2}"/>
                  </a:ext>
                </a:extLst>
              </p:cNvPr>
              <p:cNvSpPr/>
              <p:nvPr/>
            </p:nvSpPr>
            <p:spPr>
              <a:xfrm>
                <a:off x="18225404" y="8918017"/>
                <a:ext cx="1567021" cy="707858"/>
              </a:xfrm>
              <a:custGeom>
                <a:avLst/>
                <a:gdLst>
                  <a:gd name="connsiteX0" fmla="*/ 783513 w 1567021"/>
                  <a:gd name="connsiteY0" fmla="*/ 17444 h 707858"/>
                  <a:gd name="connsiteX1" fmla="*/ 365267 w 1567021"/>
                  <a:gd name="connsiteY1" fmla="*/ 434161 h 707858"/>
                  <a:gd name="connsiteX2" fmla="*/ 361533 w 1567021"/>
                  <a:gd name="connsiteY2" fmla="*/ 441624 h 707858"/>
                  <a:gd name="connsiteX3" fmla="*/ 352819 w 1567021"/>
                  <a:gd name="connsiteY3" fmla="*/ 441624 h 707858"/>
                  <a:gd name="connsiteX4" fmla="*/ 249503 w 1567021"/>
                  <a:gd name="connsiteY4" fmla="*/ 417989 h 707858"/>
                  <a:gd name="connsiteX5" fmla="*/ 223363 w 1567021"/>
                  <a:gd name="connsiteY5" fmla="*/ 419233 h 707858"/>
                  <a:gd name="connsiteX6" fmla="*/ 17973 w 1567021"/>
                  <a:gd name="connsiteY6" fmla="*/ 615774 h 707858"/>
                  <a:gd name="connsiteX7" fmla="*/ 17973 w 1567021"/>
                  <a:gd name="connsiteY7" fmla="*/ 618262 h 707858"/>
                  <a:gd name="connsiteX8" fmla="*/ 32911 w 1567021"/>
                  <a:gd name="connsiteY8" fmla="*/ 669263 h 707858"/>
                  <a:gd name="connsiteX9" fmla="*/ 82703 w 1567021"/>
                  <a:gd name="connsiteY9" fmla="*/ 691654 h 707858"/>
                  <a:gd name="connsiteX10" fmla="*/ 1484325 w 1567021"/>
                  <a:gd name="connsiteY10" fmla="*/ 691654 h 707858"/>
                  <a:gd name="connsiteX11" fmla="*/ 1534115 w 1567021"/>
                  <a:gd name="connsiteY11" fmla="*/ 669263 h 707858"/>
                  <a:gd name="connsiteX12" fmla="*/ 1549053 w 1567021"/>
                  <a:gd name="connsiteY12" fmla="*/ 618262 h 707858"/>
                  <a:gd name="connsiteX13" fmla="*/ 1549053 w 1567021"/>
                  <a:gd name="connsiteY13" fmla="*/ 615774 h 707858"/>
                  <a:gd name="connsiteX14" fmla="*/ 1343665 w 1567021"/>
                  <a:gd name="connsiteY14" fmla="*/ 419233 h 707858"/>
                  <a:gd name="connsiteX15" fmla="*/ 1214207 w 1567021"/>
                  <a:gd name="connsiteY15" fmla="*/ 441624 h 707858"/>
                  <a:gd name="connsiteX16" fmla="*/ 1205493 w 1567021"/>
                  <a:gd name="connsiteY16" fmla="*/ 441624 h 707858"/>
                  <a:gd name="connsiteX17" fmla="*/ 1201759 w 1567021"/>
                  <a:gd name="connsiteY17" fmla="*/ 434161 h 707858"/>
                  <a:gd name="connsiteX18" fmla="*/ 783513 w 1567021"/>
                  <a:gd name="connsiteY18" fmla="*/ 17444 h 707858"/>
                  <a:gd name="connsiteX19" fmla="*/ 783511 w 1567021"/>
                  <a:gd name="connsiteY19" fmla="*/ 0 h 707858"/>
                  <a:gd name="connsiteX20" fmla="*/ 1219191 w 1567021"/>
                  <a:gd name="connsiteY20" fmla="*/ 421729 h 707858"/>
                  <a:gd name="connsiteX21" fmla="*/ 1344917 w 1567021"/>
                  <a:gd name="connsiteY21" fmla="*/ 403069 h 707858"/>
                  <a:gd name="connsiteX22" fmla="*/ 1566491 w 1567021"/>
                  <a:gd name="connsiteY22" fmla="*/ 614555 h 707858"/>
                  <a:gd name="connsiteX23" fmla="*/ 1566491 w 1567021"/>
                  <a:gd name="connsiteY23" fmla="*/ 615799 h 707858"/>
                  <a:gd name="connsiteX24" fmla="*/ 1546575 w 1567021"/>
                  <a:gd name="connsiteY24" fmla="*/ 680489 h 707858"/>
                  <a:gd name="connsiteX25" fmla="*/ 1484335 w 1567021"/>
                  <a:gd name="connsiteY25" fmla="*/ 707858 h 707858"/>
                  <a:gd name="connsiteX26" fmla="*/ 82687 w 1567021"/>
                  <a:gd name="connsiteY26" fmla="*/ 707858 h 707858"/>
                  <a:gd name="connsiteX27" fmla="*/ 20447 w 1567021"/>
                  <a:gd name="connsiteY27" fmla="*/ 680489 h 707858"/>
                  <a:gd name="connsiteX28" fmla="*/ 529 w 1567021"/>
                  <a:gd name="connsiteY28" fmla="*/ 615799 h 707858"/>
                  <a:gd name="connsiteX29" fmla="*/ 1775 w 1567021"/>
                  <a:gd name="connsiteY29" fmla="*/ 614555 h 707858"/>
                  <a:gd name="connsiteX30" fmla="*/ 222105 w 1567021"/>
                  <a:gd name="connsiteY30" fmla="*/ 403069 h 707858"/>
                  <a:gd name="connsiteX31" fmla="*/ 349075 w 1567021"/>
                  <a:gd name="connsiteY31" fmla="*/ 421729 h 707858"/>
                  <a:gd name="connsiteX32" fmla="*/ 783511 w 1567021"/>
                  <a:gd name="connsiteY32" fmla="*/ 0 h 707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67021" h="707858">
                    <a:moveTo>
                      <a:pt x="783513" y="17444"/>
                    </a:moveTo>
                    <a:cubicBezTo>
                      <a:pt x="553229" y="17444"/>
                      <a:pt x="365267" y="205277"/>
                      <a:pt x="365267" y="434161"/>
                    </a:cubicBezTo>
                    <a:cubicBezTo>
                      <a:pt x="365267" y="437892"/>
                      <a:pt x="364023" y="440380"/>
                      <a:pt x="361533" y="441624"/>
                    </a:cubicBezTo>
                    <a:cubicBezTo>
                      <a:pt x="359043" y="444112"/>
                      <a:pt x="355309" y="444112"/>
                      <a:pt x="352819" y="441624"/>
                    </a:cubicBezTo>
                    <a:cubicBezTo>
                      <a:pt x="320455" y="426697"/>
                      <a:pt x="285601" y="417989"/>
                      <a:pt x="249503" y="417989"/>
                    </a:cubicBezTo>
                    <a:cubicBezTo>
                      <a:pt x="240789" y="417989"/>
                      <a:pt x="232077" y="419233"/>
                      <a:pt x="223363" y="419233"/>
                    </a:cubicBezTo>
                    <a:cubicBezTo>
                      <a:pt x="120045" y="430429"/>
                      <a:pt x="34157" y="513772"/>
                      <a:pt x="17973" y="615774"/>
                    </a:cubicBezTo>
                    <a:lnTo>
                      <a:pt x="17973" y="618262"/>
                    </a:lnTo>
                    <a:cubicBezTo>
                      <a:pt x="16729" y="636921"/>
                      <a:pt x="20463" y="655580"/>
                      <a:pt x="32911" y="669263"/>
                    </a:cubicBezTo>
                    <a:cubicBezTo>
                      <a:pt x="45359" y="682947"/>
                      <a:pt x="64031" y="691654"/>
                      <a:pt x="82703" y="691654"/>
                    </a:cubicBezTo>
                    <a:lnTo>
                      <a:pt x="1484325" y="691654"/>
                    </a:lnTo>
                    <a:cubicBezTo>
                      <a:pt x="1502997" y="691654"/>
                      <a:pt x="1521669" y="682947"/>
                      <a:pt x="1534115" y="669263"/>
                    </a:cubicBezTo>
                    <a:cubicBezTo>
                      <a:pt x="1546563" y="655580"/>
                      <a:pt x="1551543" y="636921"/>
                      <a:pt x="1549053" y="618262"/>
                    </a:cubicBezTo>
                    <a:lnTo>
                      <a:pt x="1549053" y="615774"/>
                    </a:lnTo>
                    <a:cubicBezTo>
                      <a:pt x="1534115" y="513772"/>
                      <a:pt x="1446981" y="430429"/>
                      <a:pt x="1343665" y="419233"/>
                    </a:cubicBezTo>
                    <a:cubicBezTo>
                      <a:pt x="1298853" y="414258"/>
                      <a:pt x="1254041" y="421721"/>
                      <a:pt x="1214207" y="441624"/>
                    </a:cubicBezTo>
                    <a:cubicBezTo>
                      <a:pt x="1211717" y="444112"/>
                      <a:pt x="1207983" y="444112"/>
                      <a:pt x="1205493" y="441624"/>
                    </a:cubicBezTo>
                    <a:cubicBezTo>
                      <a:pt x="1203005" y="440380"/>
                      <a:pt x="1201759" y="437892"/>
                      <a:pt x="1201759" y="434161"/>
                    </a:cubicBezTo>
                    <a:cubicBezTo>
                      <a:pt x="1201759" y="205277"/>
                      <a:pt x="1013797" y="17444"/>
                      <a:pt x="783513" y="17444"/>
                    </a:cubicBezTo>
                    <a:close/>
                    <a:moveTo>
                      <a:pt x="783511" y="0"/>
                    </a:moveTo>
                    <a:cubicBezTo>
                      <a:pt x="1018779" y="0"/>
                      <a:pt x="1211723" y="187850"/>
                      <a:pt x="1219191" y="421729"/>
                    </a:cubicBezTo>
                    <a:cubicBezTo>
                      <a:pt x="1257781" y="404313"/>
                      <a:pt x="1301349" y="398092"/>
                      <a:pt x="1344917" y="403069"/>
                    </a:cubicBezTo>
                    <a:cubicBezTo>
                      <a:pt x="1458193" y="414265"/>
                      <a:pt x="1549065" y="501348"/>
                      <a:pt x="1566491" y="614555"/>
                    </a:cubicBezTo>
                    <a:lnTo>
                      <a:pt x="1566491" y="615799"/>
                    </a:lnTo>
                    <a:cubicBezTo>
                      <a:pt x="1568981" y="639436"/>
                      <a:pt x="1562757" y="661829"/>
                      <a:pt x="1546575" y="680489"/>
                    </a:cubicBezTo>
                    <a:cubicBezTo>
                      <a:pt x="1530391" y="697906"/>
                      <a:pt x="1507985" y="707858"/>
                      <a:pt x="1484335" y="707858"/>
                    </a:cubicBezTo>
                    <a:lnTo>
                      <a:pt x="82687" y="707858"/>
                    </a:lnTo>
                    <a:cubicBezTo>
                      <a:pt x="59035" y="707858"/>
                      <a:pt x="35385" y="697906"/>
                      <a:pt x="20447" y="680489"/>
                    </a:cubicBezTo>
                    <a:cubicBezTo>
                      <a:pt x="4265" y="661829"/>
                      <a:pt x="-1959" y="639436"/>
                      <a:pt x="529" y="615799"/>
                    </a:cubicBezTo>
                    <a:lnTo>
                      <a:pt x="1775" y="614555"/>
                    </a:lnTo>
                    <a:cubicBezTo>
                      <a:pt x="17957" y="501348"/>
                      <a:pt x="108827" y="414265"/>
                      <a:pt x="222105" y="403069"/>
                    </a:cubicBezTo>
                    <a:cubicBezTo>
                      <a:pt x="265673" y="398092"/>
                      <a:pt x="309241" y="404313"/>
                      <a:pt x="349075" y="421729"/>
                    </a:cubicBezTo>
                    <a:cubicBezTo>
                      <a:pt x="356543" y="187850"/>
                      <a:pt x="548243" y="0"/>
                      <a:pt x="7835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3456B316-674E-1049-8CA0-1C4764F52820}"/>
                </a:ext>
              </a:extLst>
            </p:cNvPr>
            <p:cNvGrpSpPr/>
            <p:nvPr/>
          </p:nvGrpSpPr>
          <p:grpSpPr>
            <a:xfrm>
              <a:off x="20279000" y="8883123"/>
              <a:ext cx="2023168" cy="902270"/>
              <a:chOff x="20279000" y="8883123"/>
              <a:chExt cx="2023168" cy="902270"/>
            </a:xfrm>
          </p:grpSpPr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DAF48A32-FA64-9541-8F1A-6421FC45F9D6}"/>
                  </a:ext>
                </a:extLst>
              </p:cNvPr>
              <p:cNvSpPr/>
              <p:nvPr/>
            </p:nvSpPr>
            <p:spPr>
              <a:xfrm>
                <a:off x="20286472" y="8891846"/>
                <a:ext cx="2008216" cy="7265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13" h="584">
                    <a:moveTo>
                      <a:pt x="1558" y="0"/>
                    </a:moveTo>
                    <a:lnTo>
                      <a:pt x="55" y="0"/>
                    </a:lnTo>
                    <a:cubicBezTo>
                      <a:pt x="25" y="0"/>
                      <a:pt x="0" y="25"/>
                      <a:pt x="0" y="55"/>
                    </a:cubicBezTo>
                    <a:lnTo>
                      <a:pt x="0" y="529"/>
                    </a:lnTo>
                    <a:cubicBezTo>
                      <a:pt x="0" y="559"/>
                      <a:pt x="25" y="584"/>
                      <a:pt x="55" y="584"/>
                    </a:cubicBezTo>
                    <a:lnTo>
                      <a:pt x="1558" y="584"/>
                    </a:lnTo>
                    <a:cubicBezTo>
                      <a:pt x="1588" y="584"/>
                      <a:pt x="1613" y="559"/>
                      <a:pt x="1613" y="529"/>
                    </a:cubicBezTo>
                    <a:lnTo>
                      <a:pt x="1613" y="55"/>
                    </a:lnTo>
                    <a:cubicBezTo>
                      <a:pt x="1613" y="25"/>
                      <a:pt x="1588" y="0"/>
                      <a:pt x="1558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278C5EB0-0165-E840-BBE0-115E5414883A}"/>
                  </a:ext>
                </a:extLst>
              </p:cNvPr>
              <p:cNvSpPr/>
              <p:nvPr/>
            </p:nvSpPr>
            <p:spPr>
              <a:xfrm>
                <a:off x="20279000" y="8883123"/>
                <a:ext cx="2023168" cy="742753"/>
              </a:xfrm>
              <a:custGeom>
                <a:avLst/>
                <a:gdLst>
                  <a:gd name="connsiteX0" fmla="*/ 75954 w 2023168"/>
                  <a:gd name="connsiteY0" fmla="*/ 17447 h 742753"/>
                  <a:gd name="connsiteX1" fmla="*/ 16192 w 2023168"/>
                  <a:gd name="connsiteY1" fmla="*/ 77161 h 742753"/>
                  <a:gd name="connsiteX2" fmla="*/ 16192 w 2023168"/>
                  <a:gd name="connsiteY2" fmla="*/ 666837 h 742753"/>
                  <a:gd name="connsiteX3" fmla="*/ 75954 w 2023168"/>
                  <a:gd name="connsiteY3" fmla="*/ 726551 h 742753"/>
                  <a:gd name="connsiteX4" fmla="*/ 1947206 w 2023168"/>
                  <a:gd name="connsiteY4" fmla="*/ 726551 h 742753"/>
                  <a:gd name="connsiteX5" fmla="*/ 2005722 w 2023168"/>
                  <a:gd name="connsiteY5" fmla="*/ 666837 h 742753"/>
                  <a:gd name="connsiteX6" fmla="*/ 2005722 w 2023168"/>
                  <a:gd name="connsiteY6" fmla="*/ 77161 h 742753"/>
                  <a:gd name="connsiteX7" fmla="*/ 1947206 w 2023168"/>
                  <a:gd name="connsiteY7" fmla="*/ 17447 h 742753"/>
                  <a:gd name="connsiteX8" fmla="*/ 75948 w 2023168"/>
                  <a:gd name="connsiteY8" fmla="*/ 0 h 742753"/>
                  <a:gd name="connsiteX9" fmla="*/ 1947220 w 2023168"/>
                  <a:gd name="connsiteY9" fmla="*/ 0 h 742753"/>
                  <a:gd name="connsiteX10" fmla="*/ 2023168 w 2023168"/>
                  <a:gd name="connsiteY10" fmla="*/ 77137 h 742753"/>
                  <a:gd name="connsiteX11" fmla="*/ 2023168 w 2023168"/>
                  <a:gd name="connsiteY11" fmla="*/ 666860 h 742753"/>
                  <a:gd name="connsiteX12" fmla="*/ 1947220 w 2023168"/>
                  <a:gd name="connsiteY12" fmla="*/ 742753 h 742753"/>
                  <a:gd name="connsiteX13" fmla="*/ 75948 w 2023168"/>
                  <a:gd name="connsiteY13" fmla="*/ 742753 h 742753"/>
                  <a:gd name="connsiteX14" fmla="*/ 0 w 2023168"/>
                  <a:gd name="connsiteY14" fmla="*/ 666860 h 742753"/>
                  <a:gd name="connsiteX15" fmla="*/ 0 w 2023168"/>
                  <a:gd name="connsiteY15" fmla="*/ 77137 h 742753"/>
                  <a:gd name="connsiteX16" fmla="*/ 75948 w 2023168"/>
                  <a:gd name="connsiteY16" fmla="*/ 0 h 742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23168" h="742753">
                    <a:moveTo>
                      <a:pt x="75954" y="17447"/>
                    </a:moveTo>
                    <a:cubicBezTo>
                      <a:pt x="43584" y="17447"/>
                      <a:pt x="16192" y="43572"/>
                      <a:pt x="16192" y="77161"/>
                    </a:cubicBezTo>
                    <a:lnTo>
                      <a:pt x="16192" y="666837"/>
                    </a:lnTo>
                    <a:cubicBezTo>
                      <a:pt x="16192" y="700426"/>
                      <a:pt x="43584" y="726551"/>
                      <a:pt x="75954" y="726551"/>
                    </a:cubicBezTo>
                    <a:lnTo>
                      <a:pt x="1947206" y="726551"/>
                    </a:lnTo>
                    <a:cubicBezTo>
                      <a:pt x="1979576" y="726551"/>
                      <a:pt x="2005722" y="700426"/>
                      <a:pt x="2005722" y="666837"/>
                    </a:cubicBezTo>
                    <a:lnTo>
                      <a:pt x="2005722" y="77161"/>
                    </a:lnTo>
                    <a:cubicBezTo>
                      <a:pt x="2005722" y="43572"/>
                      <a:pt x="1979576" y="17447"/>
                      <a:pt x="1947206" y="17447"/>
                    </a:cubicBezTo>
                    <a:close/>
                    <a:moveTo>
                      <a:pt x="75948" y="0"/>
                    </a:moveTo>
                    <a:lnTo>
                      <a:pt x="1947220" y="0"/>
                    </a:lnTo>
                    <a:cubicBezTo>
                      <a:pt x="1989552" y="0"/>
                      <a:pt x="2023168" y="33592"/>
                      <a:pt x="2023168" y="77137"/>
                    </a:cubicBezTo>
                    <a:lnTo>
                      <a:pt x="2023168" y="666860"/>
                    </a:lnTo>
                    <a:cubicBezTo>
                      <a:pt x="2023168" y="709161"/>
                      <a:pt x="1989552" y="742753"/>
                      <a:pt x="1947220" y="742753"/>
                    </a:cubicBezTo>
                    <a:lnTo>
                      <a:pt x="75948" y="742753"/>
                    </a:lnTo>
                    <a:cubicBezTo>
                      <a:pt x="33616" y="742753"/>
                      <a:pt x="0" y="709161"/>
                      <a:pt x="0" y="666860"/>
                    </a:cubicBezTo>
                    <a:lnTo>
                      <a:pt x="0" y="77137"/>
                    </a:lnTo>
                    <a:cubicBezTo>
                      <a:pt x="0" y="33592"/>
                      <a:pt x="33616" y="0"/>
                      <a:pt x="75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CDAE3EAE-1DE5-034D-93C3-01F73145F0D6}"/>
                  </a:ext>
                </a:extLst>
              </p:cNvPr>
              <p:cNvSpPr/>
              <p:nvPr/>
            </p:nvSpPr>
            <p:spPr>
              <a:xfrm>
                <a:off x="20279001" y="9769192"/>
                <a:ext cx="1127442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6" h="14">
                    <a:moveTo>
                      <a:pt x="899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899" y="0"/>
                    </a:lnTo>
                    <a:cubicBezTo>
                      <a:pt x="902" y="0"/>
                      <a:pt x="906" y="3"/>
                      <a:pt x="906" y="7"/>
                    </a:cubicBezTo>
                    <a:cubicBezTo>
                      <a:pt x="906" y="11"/>
                      <a:pt x="902" y="14"/>
                      <a:pt x="899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23FAC3DF-54FF-4944-8C1B-CB71450EE9F2}"/>
                  </a:ext>
                </a:extLst>
              </p:cNvPr>
              <p:cNvSpPr/>
              <p:nvPr/>
            </p:nvSpPr>
            <p:spPr>
              <a:xfrm>
                <a:off x="21568396" y="9769192"/>
                <a:ext cx="73377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90" h="14">
                    <a:moveTo>
                      <a:pt x="584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584" y="0"/>
                    </a:lnTo>
                    <a:cubicBezTo>
                      <a:pt x="587" y="0"/>
                      <a:pt x="590" y="3"/>
                      <a:pt x="590" y="7"/>
                    </a:cubicBezTo>
                    <a:cubicBezTo>
                      <a:pt x="590" y="11"/>
                      <a:pt x="587" y="14"/>
                      <a:pt x="584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84BAB2B6-2F35-EB49-B02E-EC7BB0976436}"/>
                  </a:ext>
                </a:extLst>
              </p:cNvPr>
              <p:cNvSpPr/>
              <p:nvPr/>
            </p:nvSpPr>
            <p:spPr>
              <a:xfrm>
                <a:off x="21167247" y="9109936"/>
                <a:ext cx="245421" cy="2916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8" h="235">
                    <a:moveTo>
                      <a:pt x="0" y="31"/>
                    </a:moveTo>
                    <a:lnTo>
                      <a:pt x="0" y="203"/>
                    </a:lnTo>
                    <a:cubicBezTo>
                      <a:pt x="0" y="228"/>
                      <a:pt x="28" y="242"/>
                      <a:pt x="49" y="230"/>
                    </a:cubicBezTo>
                    <a:lnTo>
                      <a:pt x="184" y="143"/>
                    </a:lnTo>
                    <a:cubicBezTo>
                      <a:pt x="203" y="131"/>
                      <a:pt x="203" y="103"/>
                      <a:pt x="184" y="90"/>
                    </a:cubicBezTo>
                    <a:lnTo>
                      <a:pt x="49" y="5"/>
                    </a:lnTo>
                    <a:cubicBezTo>
                      <a:pt x="28" y="-9"/>
                      <a:pt x="0" y="6"/>
                      <a:pt x="0" y="3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563EE2CF-1967-5E44-9FBC-90C458F75539}"/>
                  </a:ext>
                </a:extLst>
              </p:cNvPr>
              <p:cNvSpPr/>
              <p:nvPr/>
            </p:nvSpPr>
            <p:spPr>
              <a:xfrm>
                <a:off x="21159772" y="9101805"/>
                <a:ext cx="261616" cy="308473"/>
              </a:xfrm>
              <a:custGeom>
                <a:avLst/>
                <a:gdLst>
                  <a:gd name="connsiteX0" fmla="*/ 47174 w 261616"/>
                  <a:gd name="connsiteY0" fmla="*/ 15609 h 308473"/>
                  <a:gd name="connsiteX1" fmla="*/ 32306 w 261616"/>
                  <a:gd name="connsiteY1" fmla="*/ 19331 h 308473"/>
                  <a:gd name="connsiteX2" fmla="*/ 16200 w 261616"/>
                  <a:gd name="connsiteY2" fmla="*/ 46624 h 308473"/>
                  <a:gd name="connsiteX3" fmla="*/ 16200 w 261616"/>
                  <a:gd name="connsiteY3" fmla="*/ 260011 h 308473"/>
                  <a:gd name="connsiteX4" fmla="*/ 32306 w 261616"/>
                  <a:gd name="connsiteY4" fmla="*/ 287304 h 308473"/>
                  <a:gd name="connsiteX5" fmla="*/ 64520 w 261616"/>
                  <a:gd name="connsiteY5" fmla="*/ 286064 h 308473"/>
                  <a:gd name="connsiteX6" fmla="*/ 230550 w 261616"/>
                  <a:gd name="connsiteY6" fmla="*/ 179370 h 308473"/>
                  <a:gd name="connsiteX7" fmla="*/ 244180 w 261616"/>
                  <a:gd name="connsiteY7" fmla="*/ 153317 h 308473"/>
                  <a:gd name="connsiteX8" fmla="*/ 230550 w 261616"/>
                  <a:gd name="connsiteY8" fmla="*/ 127265 h 308473"/>
                  <a:gd name="connsiteX9" fmla="*/ 64520 w 261616"/>
                  <a:gd name="connsiteY9" fmla="*/ 20571 h 308473"/>
                  <a:gd name="connsiteX10" fmla="*/ 47174 w 261616"/>
                  <a:gd name="connsiteY10" fmla="*/ 15609 h 308473"/>
                  <a:gd name="connsiteX11" fmla="*/ 48976 w 261616"/>
                  <a:gd name="connsiteY11" fmla="*/ 29 h 308473"/>
                  <a:gd name="connsiteX12" fmla="*/ 73154 w 261616"/>
                  <a:gd name="connsiteY12" fmla="*/ 8097 h 308473"/>
                  <a:gd name="connsiteX13" fmla="*/ 240538 w 261616"/>
                  <a:gd name="connsiteY13" fmla="*/ 114842 h 308473"/>
                  <a:gd name="connsiteX14" fmla="*/ 261616 w 261616"/>
                  <a:gd name="connsiteY14" fmla="*/ 154561 h 308473"/>
                  <a:gd name="connsiteX15" fmla="*/ 240538 w 261616"/>
                  <a:gd name="connsiteY15" fmla="*/ 194280 h 308473"/>
                  <a:gd name="connsiteX16" fmla="*/ 73154 w 261616"/>
                  <a:gd name="connsiteY16" fmla="*/ 301026 h 308473"/>
                  <a:gd name="connsiteX17" fmla="*/ 47116 w 261616"/>
                  <a:gd name="connsiteY17" fmla="*/ 308473 h 308473"/>
                  <a:gd name="connsiteX18" fmla="*/ 24798 w 261616"/>
                  <a:gd name="connsiteY18" fmla="*/ 302267 h 308473"/>
                  <a:gd name="connsiteX19" fmla="*/ 0 w 261616"/>
                  <a:gd name="connsiteY19" fmla="*/ 261306 h 308473"/>
                  <a:gd name="connsiteX20" fmla="*/ 0 w 261616"/>
                  <a:gd name="connsiteY20" fmla="*/ 47816 h 308473"/>
                  <a:gd name="connsiteX21" fmla="*/ 24798 w 261616"/>
                  <a:gd name="connsiteY21" fmla="*/ 6855 h 308473"/>
                  <a:gd name="connsiteX22" fmla="*/ 48976 w 261616"/>
                  <a:gd name="connsiteY22" fmla="*/ 29 h 308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61616" h="308473">
                    <a:moveTo>
                      <a:pt x="47174" y="15609"/>
                    </a:moveTo>
                    <a:cubicBezTo>
                      <a:pt x="42218" y="15609"/>
                      <a:pt x="37262" y="16850"/>
                      <a:pt x="32306" y="19331"/>
                    </a:cubicBezTo>
                    <a:cubicBezTo>
                      <a:pt x="22394" y="25534"/>
                      <a:pt x="16200" y="35459"/>
                      <a:pt x="16200" y="46624"/>
                    </a:cubicBezTo>
                    <a:lnTo>
                      <a:pt x="16200" y="260011"/>
                    </a:lnTo>
                    <a:cubicBezTo>
                      <a:pt x="16200" y="271176"/>
                      <a:pt x="22394" y="281101"/>
                      <a:pt x="32306" y="287304"/>
                    </a:cubicBezTo>
                    <a:cubicBezTo>
                      <a:pt x="42218" y="292267"/>
                      <a:pt x="54608" y="291026"/>
                      <a:pt x="64520" y="286064"/>
                    </a:cubicBezTo>
                    <a:lnTo>
                      <a:pt x="230550" y="179370"/>
                    </a:lnTo>
                    <a:cubicBezTo>
                      <a:pt x="239222" y="173167"/>
                      <a:pt x="244180" y="164483"/>
                      <a:pt x="244180" y="153317"/>
                    </a:cubicBezTo>
                    <a:cubicBezTo>
                      <a:pt x="244180" y="143393"/>
                      <a:pt x="239222" y="132227"/>
                      <a:pt x="230550" y="127265"/>
                    </a:cubicBezTo>
                    <a:lnTo>
                      <a:pt x="64520" y="20571"/>
                    </a:lnTo>
                    <a:cubicBezTo>
                      <a:pt x="58326" y="16850"/>
                      <a:pt x="53370" y="15609"/>
                      <a:pt x="47174" y="15609"/>
                    </a:cubicBezTo>
                    <a:close/>
                    <a:moveTo>
                      <a:pt x="48976" y="29"/>
                    </a:moveTo>
                    <a:cubicBezTo>
                      <a:pt x="57344" y="339"/>
                      <a:pt x="65714" y="3132"/>
                      <a:pt x="73154" y="8097"/>
                    </a:cubicBezTo>
                    <a:lnTo>
                      <a:pt x="240538" y="114842"/>
                    </a:lnTo>
                    <a:cubicBezTo>
                      <a:pt x="254176" y="123530"/>
                      <a:pt x="261616" y="138425"/>
                      <a:pt x="261616" y="154561"/>
                    </a:cubicBezTo>
                    <a:cubicBezTo>
                      <a:pt x="261616" y="170697"/>
                      <a:pt x="254176" y="185592"/>
                      <a:pt x="240538" y="194280"/>
                    </a:cubicBezTo>
                    <a:lnTo>
                      <a:pt x="73154" y="301026"/>
                    </a:lnTo>
                    <a:cubicBezTo>
                      <a:pt x="64474" y="305991"/>
                      <a:pt x="55794" y="308473"/>
                      <a:pt x="47116" y="308473"/>
                    </a:cubicBezTo>
                    <a:cubicBezTo>
                      <a:pt x="39676" y="308473"/>
                      <a:pt x="32238" y="305991"/>
                      <a:pt x="24798" y="302267"/>
                    </a:cubicBezTo>
                    <a:cubicBezTo>
                      <a:pt x="8680" y="294820"/>
                      <a:pt x="0" y="278684"/>
                      <a:pt x="0" y="261306"/>
                    </a:cubicBezTo>
                    <a:lnTo>
                      <a:pt x="0" y="47816"/>
                    </a:lnTo>
                    <a:cubicBezTo>
                      <a:pt x="0" y="30439"/>
                      <a:pt x="8680" y="15544"/>
                      <a:pt x="24798" y="6855"/>
                    </a:cubicBezTo>
                    <a:cubicBezTo>
                      <a:pt x="32238" y="1891"/>
                      <a:pt x="40606" y="-281"/>
                      <a:pt x="48976" y="2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2FE541A8-5C26-E743-ABF1-7E972651F0EC}"/>
                </a:ext>
              </a:extLst>
            </p:cNvPr>
            <p:cNvSpPr/>
            <p:nvPr/>
          </p:nvSpPr>
          <p:spPr>
            <a:xfrm>
              <a:off x="9176505" y="11264667"/>
              <a:ext cx="13693743" cy="149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993" h="13">
                  <a:moveTo>
                    <a:pt x="10988" y="13"/>
                  </a:moveTo>
                  <a:lnTo>
                    <a:pt x="6" y="13"/>
                  </a:lnTo>
                  <a:cubicBezTo>
                    <a:pt x="3" y="13"/>
                    <a:pt x="0" y="11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lnTo>
                    <a:pt x="10988" y="0"/>
                  </a:lnTo>
                  <a:cubicBezTo>
                    <a:pt x="10990" y="0"/>
                    <a:pt x="10993" y="3"/>
                    <a:pt x="10993" y="7"/>
                  </a:cubicBezTo>
                  <a:cubicBezTo>
                    <a:pt x="10993" y="11"/>
                    <a:pt x="10990" y="13"/>
                    <a:pt x="10988" y="13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1A06296-D2FD-C34D-8877-7D2FBFA973EE}"/>
                </a:ext>
              </a:extLst>
            </p:cNvPr>
            <p:cNvGrpSpPr/>
            <p:nvPr/>
          </p:nvGrpSpPr>
          <p:grpSpPr>
            <a:xfrm>
              <a:off x="16591457" y="10948125"/>
              <a:ext cx="5546266" cy="629346"/>
              <a:chOff x="16591457" y="10948125"/>
              <a:chExt cx="5546266" cy="629346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F157AA38-E4ED-CE43-BFF8-5BDE751F19A5}"/>
                  </a:ext>
                </a:extLst>
              </p:cNvPr>
              <p:cNvSpPr/>
              <p:nvPr/>
            </p:nvSpPr>
            <p:spPr>
              <a:xfrm>
                <a:off x="16600178" y="10956848"/>
                <a:ext cx="5528824" cy="6118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39" h="492">
                    <a:moveTo>
                      <a:pt x="247" y="0"/>
                    </a:moveTo>
                    <a:cubicBezTo>
                      <a:pt x="179" y="0"/>
                      <a:pt x="117" y="27"/>
                      <a:pt x="72" y="71"/>
                    </a:cubicBezTo>
                    <a:cubicBezTo>
                      <a:pt x="28" y="116"/>
                      <a:pt x="0" y="178"/>
                      <a:pt x="0" y="246"/>
                    </a:cubicBezTo>
                    <a:cubicBezTo>
                      <a:pt x="0" y="314"/>
                      <a:pt x="28" y="375"/>
                      <a:pt x="72" y="420"/>
                    </a:cubicBezTo>
                    <a:cubicBezTo>
                      <a:pt x="117" y="465"/>
                      <a:pt x="179" y="492"/>
                      <a:pt x="247" y="492"/>
                    </a:cubicBezTo>
                    <a:lnTo>
                      <a:pt x="2343" y="492"/>
                    </a:lnTo>
                    <a:lnTo>
                      <a:pt x="4439" y="492"/>
                    </a:lnTo>
                    <a:lnTo>
                      <a:pt x="4439" y="246"/>
                    </a:lnTo>
                    <a:lnTo>
                      <a:pt x="4439" y="0"/>
                    </a:lnTo>
                    <a:lnTo>
                      <a:pt x="234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7D5050E2-89E7-2B46-93D6-5571F1F234F7}"/>
                  </a:ext>
                </a:extLst>
              </p:cNvPr>
              <p:cNvSpPr/>
              <p:nvPr/>
            </p:nvSpPr>
            <p:spPr>
              <a:xfrm>
                <a:off x="16591457" y="10948125"/>
                <a:ext cx="5546266" cy="629346"/>
              </a:xfrm>
              <a:custGeom>
                <a:avLst/>
                <a:gdLst>
                  <a:gd name="connsiteX0" fmla="*/ 316364 w 5546266"/>
                  <a:gd name="connsiteY0" fmla="*/ 16197 h 629346"/>
                  <a:gd name="connsiteX1" fmla="*/ 104627 w 5546266"/>
                  <a:gd name="connsiteY1" fmla="*/ 103251 h 629346"/>
                  <a:gd name="connsiteX2" fmla="*/ 17441 w 5546266"/>
                  <a:gd name="connsiteY2" fmla="*/ 314669 h 629346"/>
                  <a:gd name="connsiteX3" fmla="*/ 104627 w 5546266"/>
                  <a:gd name="connsiteY3" fmla="*/ 524843 h 629346"/>
                  <a:gd name="connsiteX4" fmla="*/ 316364 w 5546266"/>
                  <a:gd name="connsiteY4" fmla="*/ 613141 h 629346"/>
                  <a:gd name="connsiteX5" fmla="*/ 5530070 w 5546266"/>
                  <a:gd name="connsiteY5" fmla="*/ 613141 h 629346"/>
                  <a:gd name="connsiteX6" fmla="*/ 5530070 w 5546266"/>
                  <a:gd name="connsiteY6" fmla="*/ 16197 h 629346"/>
                  <a:gd name="connsiteX7" fmla="*/ 316360 w 5546266"/>
                  <a:gd name="connsiteY7" fmla="*/ 0 h 629346"/>
                  <a:gd name="connsiteX8" fmla="*/ 5537546 w 5546266"/>
                  <a:gd name="connsiteY8" fmla="*/ 0 h 629346"/>
                  <a:gd name="connsiteX9" fmla="*/ 5546266 w 5546266"/>
                  <a:gd name="connsiteY9" fmla="*/ 8706 h 629346"/>
                  <a:gd name="connsiteX10" fmla="*/ 5546266 w 5546266"/>
                  <a:gd name="connsiteY10" fmla="*/ 620640 h 629346"/>
                  <a:gd name="connsiteX11" fmla="*/ 5537546 w 5546266"/>
                  <a:gd name="connsiteY11" fmla="*/ 629346 h 629346"/>
                  <a:gd name="connsiteX12" fmla="*/ 316360 w 5546266"/>
                  <a:gd name="connsiteY12" fmla="*/ 629346 h 629346"/>
                  <a:gd name="connsiteX13" fmla="*/ 92168 w 5546266"/>
                  <a:gd name="connsiteY13" fmla="*/ 537307 h 629346"/>
                  <a:gd name="connsiteX14" fmla="*/ 0 w 5546266"/>
                  <a:gd name="connsiteY14" fmla="*/ 314673 h 629346"/>
                  <a:gd name="connsiteX15" fmla="*/ 92168 w 5546266"/>
                  <a:gd name="connsiteY15" fmla="*/ 92039 h 629346"/>
                  <a:gd name="connsiteX16" fmla="*/ 316360 w 5546266"/>
                  <a:gd name="connsiteY16" fmla="*/ 0 h 629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546266" h="629346">
                    <a:moveTo>
                      <a:pt x="316364" y="16197"/>
                    </a:moveTo>
                    <a:cubicBezTo>
                      <a:pt x="235406" y="16197"/>
                      <a:pt x="160675" y="47288"/>
                      <a:pt x="104627" y="103251"/>
                    </a:cubicBezTo>
                    <a:cubicBezTo>
                      <a:pt x="48579" y="160458"/>
                      <a:pt x="17441" y="235076"/>
                      <a:pt x="17441" y="314669"/>
                    </a:cubicBezTo>
                    <a:cubicBezTo>
                      <a:pt x="17441" y="394262"/>
                      <a:pt x="48579" y="468880"/>
                      <a:pt x="104627" y="524843"/>
                    </a:cubicBezTo>
                    <a:cubicBezTo>
                      <a:pt x="160675" y="582050"/>
                      <a:pt x="235406" y="613141"/>
                      <a:pt x="316364" y="613141"/>
                    </a:cubicBezTo>
                    <a:lnTo>
                      <a:pt x="5530070" y="613141"/>
                    </a:lnTo>
                    <a:lnTo>
                      <a:pt x="5530070" y="16197"/>
                    </a:lnTo>
                    <a:close/>
                    <a:moveTo>
                      <a:pt x="316360" y="0"/>
                    </a:moveTo>
                    <a:lnTo>
                      <a:pt x="5537546" y="0"/>
                    </a:lnTo>
                    <a:cubicBezTo>
                      <a:pt x="5542528" y="0"/>
                      <a:pt x="5546266" y="3731"/>
                      <a:pt x="5546266" y="8706"/>
                    </a:cubicBezTo>
                    <a:lnTo>
                      <a:pt x="5546266" y="620640"/>
                    </a:lnTo>
                    <a:cubicBezTo>
                      <a:pt x="5546266" y="625615"/>
                      <a:pt x="5542528" y="629346"/>
                      <a:pt x="5537546" y="629346"/>
                    </a:cubicBezTo>
                    <a:lnTo>
                      <a:pt x="316360" y="629346"/>
                    </a:lnTo>
                    <a:cubicBezTo>
                      <a:pt x="231666" y="629346"/>
                      <a:pt x="151952" y="597008"/>
                      <a:pt x="92168" y="537307"/>
                    </a:cubicBezTo>
                    <a:cubicBezTo>
                      <a:pt x="33629" y="477606"/>
                      <a:pt x="0" y="399249"/>
                      <a:pt x="0" y="314673"/>
                    </a:cubicBezTo>
                    <a:cubicBezTo>
                      <a:pt x="0" y="231341"/>
                      <a:pt x="33629" y="151740"/>
                      <a:pt x="92168" y="92039"/>
                    </a:cubicBezTo>
                    <a:cubicBezTo>
                      <a:pt x="151952" y="32338"/>
                      <a:pt x="231666" y="0"/>
                      <a:pt x="3163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E0FE1736-41CC-B44E-BF2A-643ACC30610D}"/>
                  </a:ext>
                </a:extLst>
              </p:cNvPr>
              <p:cNvSpPr/>
              <p:nvPr/>
            </p:nvSpPr>
            <p:spPr>
              <a:xfrm>
                <a:off x="19254960" y="10956848"/>
                <a:ext cx="2874042" cy="6118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08" h="492">
                    <a:moveTo>
                      <a:pt x="247" y="0"/>
                    </a:moveTo>
                    <a:cubicBezTo>
                      <a:pt x="179" y="0"/>
                      <a:pt x="117" y="27"/>
                      <a:pt x="73" y="71"/>
                    </a:cubicBezTo>
                    <a:cubicBezTo>
                      <a:pt x="28" y="116"/>
                      <a:pt x="0" y="178"/>
                      <a:pt x="0" y="246"/>
                    </a:cubicBezTo>
                    <a:cubicBezTo>
                      <a:pt x="0" y="314"/>
                      <a:pt x="28" y="375"/>
                      <a:pt x="73" y="420"/>
                    </a:cubicBezTo>
                    <a:cubicBezTo>
                      <a:pt x="117" y="465"/>
                      <a:pt x="179" y="492"/>
                      <a:pt x="247" y="492"/>
                    </a:cubicBezTo>
                    <a:lnTo>
                      <a:pt x="1278" y="492"/>
                    </a:lnTo>
                    <a:lnTo>
                      <a:pt x="2308" y="492"/>
                    </a:lnTo>
                    <a:lnTo>
                      <a:pt x="2308" y="246"/>
                    </a:lnTo>
                    <a:lnTo>
                      <a:pt x="2308" y="0"/>
                    </a:lnTo>
                    <a:lnTo>
                      <a:pt x="127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96B7C3B1-3115-AB4E-A8D6-7CC1E167DE89}"/>
                  </a:ext>
                </a:extLst>
              </p:cNvPr>
              <p:cNvSpPr/>
              <p:nvPr/>
            </p:nvSpPr>
            <p:spPr>
              <a:xfrm>
                <a:off x="19247485" y="10948125"/>
                <a:ext cx="2890238" cy="629346"/>
              </a:xfrm>
              <a:custGeom>
                <a:avLst/>
                <a:gdLst>
                  <a:gd name="connsiteX0" fmla="*/ 315050 w 2890238"/>
                  <a:gd name="connsiteY0" fmla="*/ 16197 h 629346"/>
                  <a:gd name="connsiteX1" fmla="*/ 103358 w 2890238"/>
                  <a:gd name="connsiteY1" fmla="*/ 103251 h 629346"/>
                  <a:gd name="connsiteX2" fmla="*/ 16190 w 2890238"/>
                  <a:gd name="connsiteY2" fmla="*/ 314669 h 629346"/>
                  <a:gd name="connsiteX3" fmla="*/ 103358 w 2890238"/>
                  <a:gd name="connsiteY3" fmla="*/ 524843 h 629346"/>
                  <a:gd name="connsiteX4" fmla="*/ 315050 w 2890238"/>
                  <a:gd name="connsiteY4" fmla="*/ 613141 h 629346"/>
                  <a:gd name="connsiteX5" fmla="*/ 2874038 w 2890238"/>
                  <a:gd name="connsiteY5" fmla="*/ 613141 h 629346"/>
                  <a:gd name="connsiteX6" fmla="*/ 2874038 w 2890238"/>
                  <a:gd name="connsiteY6" fmla="*/ 16197 h 629346"/>
                  <a:gd name="connsiteX7" fmla="*/ 315050 w 2890238"/>
                  <a:gd name="connsiteY7" fmla="*/ 0 h 629346"/>
                  <a:gd name="connsiteX8" fmla="*/ 2881520 w 2890238"/>
                  <a:gd name="connsiteY8" fmla="*/ 0 h 629346"/>
                  <a:gd name="connsiteX9" fmla="*/ 2890238 w 2890238"/>
                  <a:gd name="connsiteY9" fmla="*/ 8706 h 629346"/>
                  <a:gd name="connsiteX10" fmla="*/ 2890238 w 2890238"/>
                  <a:gd name="connsiteY10" fmla="*/ 620640 h 629346"/>
                  <a:gd name="connsiteX11" fmla="*/ 2881520 w 2890238"/>
                  <a:gd name="connsiteY11" fmla="*/ 629346 h 629346"/>
                  <a:gd name="connsiteX12" fmla="*/ 315050 w 2890238"/>
                  <a:gd name="connsiteY12" fmla="*/ 629346 h 629346"/>
                  <a:gd name="connsiteX13" fmla="*/ 92148 w 2890238"/>
                  <a:gd name="connsiteY13" fmla="*/ 537307 h 629346"/>
                  <a:gd name="connsiteX14" fmla="*/ 0 w 2890238"/>
                  <a:gd name="connsiteY14" fmla="*/ 314673 h 629346"/>
                  <a:gd name="connsiteX15" fmla="*/ 92148 w 2890238"/>
                  <a:gd name="connsiteY15" fmla="*/ 92039 h 629346"/>
                  <a:gd name="connsiteX16" fmla="*/ 315050 w 2890238"/>
                  <a:gd name="connsiteY16" fmla="*/ 0 h 6293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890238" h="629346">
                    <a:moveTo>
                      <a:pt x="315050" y="16197"/>
                    </a:moveTo>
                    <a:cubicBezTo>
                      <a:pt x="235354" y="16197"/>
                      <a:pt x="160640" y="47288"/>
                      <a:pt x="103358" y="103251"/>
                    </a:cubicBezTo>
                    <a:cubicBezTo>
                      <a:pt x="47322" y="160458"/>
                      <a:pt x="16190" y="235076"/>
                      <a:pt x="16190" y="314669"/>
                    </a:cubicBezTo>
                    <a:cubicBezTo>
                      <a:pt x="16190" y="394262"/>
                      <a:pt x="47322" y="468880"/>
                      <a:pt x="103358" y="524843"/>
                    </a:cubicBezTo>
                    <a:cubicBezTo>
                      <a:pt x="160640" y="582050"/>
                      <a:pt x="235354" y="613141"/>
                      <a:pt x="315050" y="613141"/>
                    </a:cubicBezTo>
                    <a:lnTo>
                      <a:pt x="2874038" y="613141"/>
                    </a:lnTo>
                    <a:lnTo>
                      <a:pt x="2874038" y="16197"/>
                    </a:lnTo>
                    <a:close/>
                    <a:moveTo>
                      <a:pt x="315050" y="0"/>
                    </a:moveTo>
                    <a:lnTo>
                      <a:pt x="2881520" y="0"/>
                    </a:lnTo>
                    <a:cubicBezTo>
                      <a:pt x="2886502" y="0"/>
                      <a:pt x="2890238" y="3731"/>
                      <a:pt x="2890238" y="8706"/>
                    </a:cubicBezTo>
                    <a:lnTo>
                      <a:pt x="2890238" y="620640"/>
                    </a:lnTo>
                    <a:cubicBezTo>
                      <a:pt x="2890238" y="625615"/>
                      <a:pt x="2886502" y="629346"/>
                      <a:pt x="2881520" y="629346"/>
                    </a:cubicBezTo>
                    <a:lnTo>
                      <a:pt x="315050" y="629346"/>
                    </a:lnTo>
                    <a:cubicBezTo>
                      <a:pt x="230372" y="629346"/>
                      <a:pt x="151922" y="597008"/>
                      <a:pt x="92148" y="537307"/>
                    </a:cubicBezTo>
                    <a:cubicBezTo>
                      <a:pt x="32376" y="477606"/>
                      <a:pt x="0" y="399249"/>
                      <a:pt x="0" y="314673"/>
                    </a:cubicBezTo>
                    <a:cubicBezTo>
                      <a:pt x="0" y="231341"/>
                      <a:pt x="32376" y="151740"/>
                      <a:pt x="92148" y="92039"/>
                    </a:cubicBezTo>
                    <a:cubicBezTo>
                      <a:pt x="151922" y="32338"/>
                      <a:pt x="230372" y="0"/>
                      <a:pt x="315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6A62B6F8-9A05-B042-862A-790F0AB2FE7D}"/>
                  </a:ext>
                </a:extLst>
              </p:cNvPr>
              <p:cNvSpPr/>
              <p:nvPr/>
            </p:nvSpPr>
            <p:spPr>
              <a:xfrm>
                <a:off x="19419401" y="11120104"/>
                <a:ext cx="2709594" cy="2853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76" h="230">
                    <a:moveTo>
                      <a:pt x="115" y="0"/>
                    </a:moveTo>
                    <a:cubicBezTo>
                      <a:pt x="83" y="0"/>
                      <a:pt x="54" y="13"/>
                      <a:pt x="34" y="34"/>
                    </a:cubicBezTo>
                    <a:cubicBezTo>
                      <a:pt x="13" y="54"/>
                      <a:pt x="0" y="83"/>
                      <a:pt x="0" y="115"/>
                    </a:cubicBezTo>
                    <a:cubicBezTo>
                      <a:pt x="0" y="147"/>
                      <a:pt x="13" y="175"/>
                      <a:pt x="34" y="196"/>
                    </a:cubicBezTo>
                    <a:cubicBezTo>
                      <a:pt x="54" y="217"/>
                      <a:pt x="83" y="230"/>
                      <a:pt x="115" y="230"/>
                    </a:cubicBezTo>
                    <a:lnTo>
                      <a:pt x="1146" y="230"/>
                    </a:lnTo>
                    <a:lnTo>
                      <a:pt x="2176" y="230"/>
                    </a:lnTo>
                    <a:lnTo>
                      <a:pt x="2176" y="115"/>
                    </a:lnTo>
                    <a:lnTo>
                      <a:pt x="2176" y="0"/>
                    </a:lnTo>
                    <a:lnTo>
                      <a:pt x="1146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34AE5F04-F6A4-B94C-A8D9-3D7C54B22FA3}"/>
                  </a:ext>
                </a:extLst>
              </p:cNvPr>
              <p:cNvSpPr/>
              <p:nvPr/>
            </p:nvSpPr>
            <p:spPr>
              <a:xfrm>
                <a:off x="19410680" y="11111381"/>
                <a:ext cx="2727040" cy="302834"/>
              </a:xfrm>
              <a:custGeom>
                <a:avLst/>
                <a:gdLst>
                  <a:gd name="connsiteX0" fmla="*/ 151928 w 2727040"/>
                  <a:gd name="connsiteY0" fmla="*/ 17447 h 302834"/>
                  <a:gd name="connsiteX1" fmla="*/ 57292 w 2727040"/>
                  <a:gd name="connsiteY1" fmla="*/ 55901 h 302834"/>
                  <a:gd name="connsiteX2" fmla="*/ 17444 w 2727040"/>
                  <a:gd name="connsiteY2" fmla="*/ 151417 h 302834"/>
                  <a:gd name="connsiteX3" fmla="*/ 57292 w 2727040"/>
                  <a:gd name="connsiteY3" fmla="*/ 245691 h 302834"/>
                  <a:gd name="connsiteX4" fmla="*/ 151928 w 2727040"/>
                  <a:gd name="connsiteY4" fmla="*/ 285386 h 302834"/>
                  <a:gd name="connsiteX5" fmla="*/ 2710848 w 2727040"/>
                  <a:gd name="connsiteY5" fmla="*/ 285386 h 302834"/>
                  <a:gd name="connsiteX6" fmla="*/ 2710848 w 2727040"/>
                  <a:gd name="connsiteY6" fmla="*/ 17447 h 302834"/>
                  <a:gd name="connsiteX7" fmla="*/ 151918 w 2727040"/>
                  <a:gd name="connsiteY7" fmla="*/ 0 h 302834"/>
                  <a:gd name="connsiteX8" fmla="*/ 2718322 w 2727040"/>
                  <a:gd name="connsiteY8" fmla="*/ 0 h 302834"/>
                  <a:gd name="connsiteX9" fmla="*/ 2727040 w 2727040"/>
                  <a:gd name="connsiteY9" fmla="*/ 8688 h 302834"/>
                  <a:gd name="connsiteX10" fmla="*/ 2727040 w 2727040"/>
                  <a:gd name="connsiteY10" fmla="*/ 294146 h 302834"/>
                  <a:gd name="connsiteX11" fmla="*/ 2718322 w 2727040"/>
                  <a:gd name="connsiteY11" fmla="*/ 302834 h 302834"/>
                  <a:gd name="connsiteX12" fmla="*/ 151918 w 2727040"/>
                  <a:gd name="connsiteY12" fmla="*/ 302834 h 302834"/>
                  <a:gd name="connsiteX13" fmla="*/ 44830 w 2727040"/>
                  <a:gd name="connsiteY13" fmla="*/ 258154 h 302834"/>
                  <a:gd name="connsiteX14" fmla="*/ 0 w 2727040"/>
                  <a:gd name="connsiteY14" fmla="*/ 151417 h 302834"/>
                  <a:gd name="connsiteX15" fmla="*/ 44830 w 2727040"/>
                  <a:gd name="connsiteY15" fmla="*/ 44680 h 302834"/>
                  <a:gd name="connsiteX16" fmla="*/ 151918 w 2727040"/>
                  <a:gd name="connsiteY16" fmla="*/ 0 h 30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27040" h="302834">
                    <a:moveTo>
                      <a:pt x="151928" y="17447"/>
                    </a:moveTo>
                    <a:cubicBezTo>
                      <a:pt x="115818" y="17447"/>
                      <a:pt x="82196" y="31092"/>
                      <a:pt x="57292" y="55901"/>
                    </a:cubicBezTo>
                    <a:cubicBezTo>
                      <a:pt x="31142" y="81951"/>
                      <a:pt x="17444" y="115443"/>
                      <a:pt x="17444" y="151417"/>
                    </a:cubicBezTo>
                    <a:cubicBezTo>
                      <a:pt x="17444" y="187390"/>
                      <a:pt x="31142" y="220882"/>
                      <a:pt x="57292" y="245691"/>
                    </a:cubicBezTo>
                    <a:cubicBezTo>
                      <a:pt x="82196" y="271741"/>
                      <a:pt x="115818" y="285386"/>
                      <a:pt x="151928" y="285386"/>
                    </a:cubicBezTo>
                    <a:lnTo>
                      <a:pt x="2710848" y="285386"/>
                    </a:lnTo>
                    <a:lnTo>
                      <a:pt x="2710848" y="17447"/>
                    </a:lnTo>
                    <a:close/>
                    <a:moveTo>
                      <a:pt x="151918" y="0"/>
                    </a:moveTo>
                    <a:lnTo>
                      <a:pt x="2718322" y="0"/>
                    </a:lnTo>
                    <a:cubicBezTo>
                      <a:pt x="2723304" y="0"/>
                      <a:pt x="2727040" y="3723"/>
                      <a:pt x="2727040" y="8688"/>
                    </a:cubicBezTo>
                    <a:lnTo>
                      <a:pt x="2727040" y="294146"/>
                    </a:lnTo>
                    <a:cubicBezTo>
                      <a:pt x="2727040" y="299111"/>
                      <a:pt x="2723304" y="302834"/>
                      <a:pt x="2718322" y="302834"/>
                    </a:cubicBezTo>
                    <a:lnTo>
                      <a:pt x="151918" y="302834"/>
                    </a:lnTo>
                    <a:cubicBezTo>
                      <a:pt x="110826" y="302834"/>
                      <a:pt x="73470" y="286699"/>
                      <a:pt x="44830" y="258154"/>
                    </a:cubicBezTo>
                    <a:cubicBezTo>
                      <a:pt x="16188" y="229608"/>
                      <a:pt x="0" y="191133"/>
                      <a:pt x="0" y="151417"/>
                    </a:cubicBezTo>
                    <a:cubicBezTo>
                      <a:pt x="0" y="110460"/>
                      <a:pt x="16188" y="73226"/>
                      <a:pt x="44830" y="44680"/>
                    </a:cubicBezTo>
                    <a:cubicBezTo>
                      <a:pt x="73470" y="16135"/>
                      <a:pt x="110826" y="0"/>
                      <a:pt x="1519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B19B8A39-864C-7B4C-93E2-DD37E21CD2D6}"/>
                  </a:ext>
                </a:extLst>
              </p:cNvPr>
              <p:cNvSpPr/>
              <p:nvPr/>
            </p:nvSpPr>
            <p:spPr>
              <a:xfrm>
                <a:off x="16924084" y="11153752"/>
                <a:ext cx="219259" cy="2180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7" h="176">
                    <a:moveTo>
                      <a:pt x="177" y="88"/>
                    </a:moveTo>
                    <a:cubicBezTo>
                      <a:pt x="177" y="112"/>
                      <a:pt x="166" y="134"/>
                      <a:pt x="150" y="150"/>
                    </a:cubicBezTo>
                    <a:cubicBezTo>
                      <a:pt x="135" y="166"/>
                      <a:pt x="113" y="176"/>
                      <a:pt x="88" y="176"/>
                    </a:cubicBezTo>
                    <a:cubicBezTo>
                      <a:pt x="64" y="176"/>
                      <a:pt x="41" y="166"/>
                      <a:pt x="26" y="150"/>
                    </a:cubicBezTo>
                    <a:cubicBezTo>
                      <a:pt x="10" y="134"/>
                      <a:pt x="0" y="112"/>
                      <a:pt x="0" y="88"/>
                    </a:cubicBezTo>
                    <a:cubicBezTo>
                      <a:pt x="0" y="63"/>
                      <a:pt x="10" y="41"/>
                      <a:pt x="26" y="26"/>
                    </a:cubicBezTo>
                    <a:cubicBezTo>
                      <a:pt x="41" y="10"/>
                      <a:pt x="64" y="0"/>
                      <a:pt x="88" y="0"/>
                    </a:cubicBezTo>
                    <a:cubicBezTo>
                      <a:pt x="113" y="0"/>
                      <a:pt x="135" y="10"/>
                      <a:pt x="150" y="26"/>
                    </a:cubicBezTo>
                    <a:cubicBezTo>
                      <a:pt x="166" y="41"/>
                      <a:pt x="177" y="63"/>
                      <a:pt x="177" y="8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EDDD047E-C2A4-9A47-8861-27333D3014A9}"/>
                  </a:ext>
                </a:extLst>
              </p:cNvPr>
              <p:cNvSpPr/>
              <p:nvPr/>
            </p:nvSpPr>
            <p:spPr>
              <a:xfrm>
                <a:off x="16915364" y="11145029"/>
                <a:ext cx="235454" cy="235537"/>
              </a:xfrm>
              <a:custGeom>
                <a:avLst/>
                <a:gdLst>
                  <a:gd name="connsiteX0" fmla="*/ 117730 w 235454"/>
                  <a:gd name="connsiteY0" fmla="*/ 17447 h 235537"/>
                  <a:gd name="connsiteX1" fmla="*/ 45918 w 235454"/>
                  <a:gd name="connsiteY1" fmla="*/ 45933 h 235537"/>
                  <a:gd name="connsiteX2" fmla="*/ 17440 w 235454"/>
                  <a:gd name="connsiteY2" fmla="*/ 117769 h 235537"/>
                  <a:gd name="connsiteX3" fmla="*/ 45918 w 235454"/>
                  <a:gd name="connsiteY3" fmla="*/ 188365 h 235537"/>
                  <a:gd name="connsiteX4" fmla="*/ 117730 w 235454"/>
                  <a:gd name="connsiteY4" fmla="*/ 218090 h 235537"/>
                  <a:gd name="connsiteX5" fmla="*/ 189544 w 235454"/>
                  <a:gd name="connsiteY5" fmla="*/ 188365 h 235537"/>
                  <a:gd name="connsiteX6" fmla="*/ 219260 w 235454"/>
                  <a:gd name="connsiteY6" fmla="*/ 117769 h 235537"/>
                  <a:gd name="connsiteX7" fmla="*/ 189544 w 235454"/>
                  <a:gd name="connsiteY7" fmla="*/ 45933 h 235537"/>
                  <a:gd name="connsiteX8" fmla="*/ 117730 w 235454"/>
                  <a:gd name="connsiteY8" fmla="*/ 17447 h 235537"/>
                  <a:gd name="connsiteX9" fmla="*/ 117726 w 235454"/>
                  <a:gd name="connsiteY9" fmla="*/ 0 h 235537"/>
                  <a:gd name="connsiteX10" fmla="*/ 200756 w 235454"/>
                  <a:gd name="connsiteY10" fmla="*/ 34711 h 235537"/>
                  <a:gd name="connsiteX11" fmla="*/ 235454 w 235454"/>
                  <a:gd name="connsiteY11" fmla="*/ 117769 h 235537"/>
                  <a:gd name="connsiteX12" fmla="*/ 200756 w 235454"/>
                  <a:gd name="connsiteY12" fmla="*/ 200826 h 235537"/>
                  <a:gd name="connsiteX13" fmla="*/ 117726 w 235454"/>
                  <a:gd name="connsiteY13" fmla="*/ 235537 h 235537"/>
                  <a:gd name="connsiteX14" fmla="*/ 35936 w 235454"/>
                  <a:gd name="connsiteY14" fmla="*/ 200826 h 235537"/>
                  <a:gd name="connsiteX15" fmla="*/ 0 w 235454"/>
                  <a:gd name="connsiteY15" fmla="*/ 117769 h 235537"/>
                  <a:gd name="connsiteX16" fmla="*/ 35936 w 235454"/>
                  <a:gd name="connsiteY16" fmla="*/ 34711 h 235537"/>
                  <a:gd name="connsiteX17" fmla="*/ 117726 w 235454"/>
                  <a:gd name="connsiteY17" fmla="*/ 0 h 235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35454" h="235537">
                    <a:moveTo>
                      <a:pt x="117730" y="17447"/>
                    </a:moveTo>
                    <a:cubicBezTo>
                      <a:pt x="91730" y="17447"/>
                      <a:pt x="65728" y="27355"/>
                      <a:pt x="45918" y="45933"/>
                    </a:cubicBezTo>
                    <a:cubicBezTo>
                      <a:pt x="27346" y="65750"/>
                      <a:pt x="17440" y="90521"/>
                      <a:pt x="17440" y="117769"/>
                    </a:cubicBezTo>
                    <a:cubicBezTo>
                      <a:pt x="17440" y="145016"/>
                      <a:pt x="27346" y="169787"/>
                      <a:pt x="45918" y="188365"/>
                    </a:cubicBezTo>
                    <a:cubicBezTo>
                      <a:pt x="65728" y="208182"/>
                      <a:pt x="91730" y="218090"/>
                      <a:pt x="117730" y="218090"/>
                    </a:cubicBezTo>
                    <a:cubicBezTo>
                      <a:pt x="144970" y="218090"/>
                      <a:pt x="169734" y="208182"/>
                      <a:pt x="189544" y="188365"/>
                    </a:cubicBezTo>
                    <a:cubicBezTo>
                      <a:pt x="208116" y="169787"/>
                      <a:pt x="219260" y="145016"/>
                      <a:pt x="219260" y="117769"/>
                    </a:cubicBezTo>
                    <a:cubicBezTo>
                      <a:pt x="219260" y="90521"/>
                      <a:pt x="208116" y="65750"/>
                      <a:pt x="189544" y="45933"/>
                    </a:cubicBezTo>
                    <a:cubicBezTo>
                      <a:pt x="169734" y="27355"/>
                      <a:pt x="144970" y="17447"/>
                      <a:pt x="117730" y="17447"/>
                    </a:cubicBezTo>
                    <a:close/>
                    <a:moveTo>
                      <a:pt x="117726" y="0"/>
                    </a:moveTo>
                    <a:cubicBezTo>
                      <a:pt x="149946" y="0"/>
                      <a:pt x="179688" y="12397"/>
                      <a:pt x="200756" y="34711"/>
                    </a:cubicBezTo>
                    <a:cubicBezTo>
                      <a:pt x="224300" y="57025"/>
                      <a:pt x="235454" y="86777"/>
                      <a:pt x="235454" y="117769"/>
                    </a:cubicBezTo>
                    <a:cubicBezTo>
                      <a:pt x="235454" y="148760"/>
                      <a:pt x="224300" y="178512"/>
                      <a:pt x="200756" y="200826"/>
                    </a:cubicBezTo>
                    <a:cubicBezTo>
                      <a:pt x="179688" y="223140"/>
                      <a:pt x="149946" y="235537"/>
                      <a:pt x="117726" y="235537"/>
                    </a:cubicBezTo>
                    <a:cubicBezTo>
                      <a:pt x="86746" y="235537"/>
                      <a:pt x="57004" y="223140"/>
                      <a:pt x="35936" y="200826"/>
                    </a:cubicBezTo>
                    <a:cubicBezTo>
                      <a:pt x="12392" y="178512"/>
                      <a:pt x="0" y="148760"/>
                      <a:pt x="0" y="117769"/>
                    </a:cubicBezTo>
                    <a:cubicBezTo>
                      <a:pt x="0" y="86777"/>
                      <a:pt x="12392" y="57025"/>
                      <a:pt x="35936" y="34711"/>
                    </a:cubicBezTo>
                    <a:cubicBezTo>
                      <a:pt x="57004" y="12397"/>
                      <a:pt x="86746" y="0"/>
                      <a:pt x="1177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E48B4E14-7F22-8545-A04B-CA6F2BF2C5CB}"/>
                  </a:ext>
                </a:extLst>
              </p:cNvPr>
              <p:cNvSpPr/>
              <p:nvPr/>
            </p:nvSpPr>
            <p:spPr>
              <a:xfrm>
                <a:off x="17407451" y="11218553"/>
                <a:ext cx="1536058" cy="1009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4" h="82">
                    <a:moveTo>
                      <a:pt x="1194" y="0"/>
                    </a:moveTo>
                    <a:lnTo>
                      <a:pt x="617" y="0"/>
                    </a:lnTo>
                    <a:lnTo>
                      <a:pt x="41" y="0"/>
                    </a:lnTo>
                    <a:cubicBezTo>
                      <a:pt x="30" y="0"/>
                      <a:pt x="20" y="4"/>
                      <a:pt x="13" y="11"/>
                    </a:cubicBezTo>
                    <a:cubicBezTo>
                      <a:pt x="5" y="19"/>
                      <a:pt x="0" y="28"/>
                      <a:pt x="0" y="40"/>
                    </a:cubicBezTo>
                    <a:lnTo>
                      <a:pt x="0" y="41"/>
                    </a:lnTo>
                    <a:lnTo>
                      <a:pt x="0" y="42"/>
                    </a:lnTo>
                    <a:cubicBezTo>
                      <a:pt x="0" y="53"/>
                      <a:pt x="5" y="63"/>
                      <a:pt x="13" y="71"/>
                    </a:cubicBezTo>
                    <a:cubicBezTo>
                      <a:pt x="20" y="78"/>
                      <a:pt x="30" y="82"/>
                      <a:pt x="41" y="82"/>
                    </a:cubicBezTo>
                    <a:lnTo>
                      <a:pt x="617" y="82"/>
                    </a:lnTo>
                    <a:lnTo>
                      <a:pt x="1194" y="82"/>
                    </a:lnTo>
                    <a:cubicBezTo>
                      <a:pt x="1205" y="82"/>
                      <a:pt x="1215" y="78"/>
                      <a:pt x="1222" y="71"/>
                    </a:cubicBezTo>
                    <a:cubicBezTo>
                      <a:pt x="1230" y="63"/>
                      <a:pt x="1234" y="53"/>
                      <a:pt x="1234" y="42"/>
                    </a:cubicBezTo>
                    <a:lnTo>
                      <a:pt x="1234" y="41"/>
                    </a:lnTo>
                    <a:lnTo>
                      <a:pt x="1234" y="40"/>
                    </a:lnTo>
                    <a:cubicBezTo>
                      <a:pt x="1234" y="28"/>
                      <a:pt x="1230" y="19"/>
                      <a:pt x="1222" y="11"/>
                    </a:cubicBezTo>
                    <a:cubicBezTo>
                      <a:pt x="1215" y="4"/>
                      <a:pt x="1205" y="0"/>
                      <a:pt x="119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487B03D3-C1D6-1A4A-9FD3-05A414816A8C}"/>
                  </a:ext>
                </a:extLst>
              </p:cNvPr>
              <p:cNvSpPr/>
              <p:nvPr/>
            </p:nvSpPr>
            <p:spPr>
              <a:xfrm>
                <a:off x="17399976" y="11209829"/>
                <a:ext cx="1552256" cy="118392"/>
              </a:xfrm>
              <a:custGeom>
                <a:avLst/>
                <a:gdLst>
                  <a:gd name="connsiteX0" fmla="*/ 58518 w 1552256"/>
                  <a:gd name="connsiteY0" fmla="*/ 17451 h 118392"/>
                  <a:gd name="connsiteX1" fmla="*/ 29888 w 1552256"/>
                  <a:gd name="connsiteY1" fmla="*/ 28505 h 118392"/>
                  <a:gd name="connsiteX2" fmla="*/ 16196 w 1552256"/>
                  <a:gd name="connsiteY2" fmla="*/ 57981 h 118392"/>
                  <a:gd name="connsiteX3" fmla="*/ 16196 w 1552256"/>
                  <a:gd name="connsiteY3" fmla="*/ 60437 h 118392"/>
                  <a:gd name="connsiteX4" fmla="*/ 29888 w 1552256"/>
                  <a:gd name="connsiteY4" fmla="*/ 89913 h 118392"/>
                  <a:gd name="connsiteX5" fmla="*/ 58518 w 1552256"/>
                  <a:gd name="connsiteY5" fmla="*/ 102195 h 118392"/>
                  <a:gd name="connsiteX6" fmla="*/ 1493736 w 1552256"/>
                  <a:gd name="connsiteY6" fmla="*/ 102195 h 118392"/>
                  <a:gd name="connsiteX7" fmla="*/ 1522366 w 1552256"/>
                  <a:gd name="connsiteY7" fmla="*/ 89913 h 118392"/>
                  <a:gd name="connsiteX8" fmla="*/ 1534812 w 1552256"/>
                  <a:gd name="connsiteY8" fmla="*/ 60437 h 118392"/>
                  <a:gd name="connsiteX9" fmla="*/ 1534812 w 1552256"/>
                  <a:gd name="connsiteY9" fmla="*/ 57981 h 118392"/>
                  <a:gd name="connsiteX10" fmla="*/ 1522366 w 1552256"/>
                  <a:gd name="connsiteY10" fmla="*/ 28505 h 118392"/>
                  <a:gd name="connsiteX11" fmla="*/ 1493736 w 1552256"/>
                  <a:gd name="connsiteY11" fmla="*/ 17451 h 118392"/>
                  <a:gd name="connsiteX12" fmla="*/ 58506 w 1552256"/>
                  <a:gd name="connsiteY12" fmla="*/ 0 h 118392"/>
                  <a:gd name="connsiteX13" fmla="*/ 1493750 w 1552256"/>
                  <a:gd name="connsiteY13" fmla="*/ 0 h 118392"/>
                  <a:gd name="connsiteX14" fmla="*/ 1534828 w 1552256"/>
                  <a:gd name="connsiteY14" fmla="*/ 17265 h 118392"/>
                  <a:gd name="connsiteX15" fmla="*/ 1552256 w 1552256"/>
                  <a:gd name="connsiteY15" fmla="*/ 57963 h 118392"/>
                  <a:gd name="connsiteX16" fmla="*/ 1552256 w 1552256"/>
                  <a:gd name="connsiteY16" fmla="*/ 60429 h 118392"/>
                  <a:gd name="connsiteX17" fmla="*/ 1534828 w 1552256"/>
                  <a:gd name="connsiteY17" fmla="*/ 101127 h 118392"/>
                  <a:gd name="connsiteX18" fmla="*/ 1493750 w 1552256"/>
                  <a:gd name="connsiteY18" fmla="*/ 118392 h 118392"/>
                  <a:gd name="connsiteX19" fmla="*/ 58506 w 1552256"/>
                  <a:gd name="connsiteY19" fmla="*/ 118392 h 118392"/>
                  <a:gd name="connsiteX20" fmla="*/ 17428 w 1552256"/>
                  <a:gd name="connsiteY20" fmla="*/ 101127 h 118392"/>
                  <a:gd name="connsiteX21" fmla="*/ 0 w 1552256"/>
                  <a:gd name="connsiteY21" fmla="*/ 60429 h 118392"/>
                  <a:gd name="connsiteX22" fmla="*/ 0 w 1552256"/>
                  <a:gd name="connsiteY22" fmla="*/ 57963 h 118392"/>
                  <a:gd name="connsiteX23" fmla="*/ 17428 w 1552256"/>
                  <a:gd name="connsiteY23" fmla="*/ 17265 h 118392"/>
                  <a:gd name="connsiteX24" fmla="*/ 58506 w 1552256"/>
                  <a:gd name="connsiteY24" fmla="*/ 0 h 118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52256" h="118392">
                    <a:moveTo>
                      <a:pt x="58518" y="17451"/>
                    </a:moveTo>
                    <a:cubicBezTo>
                      <a:pt x="47316" y="17451"/>
                      <a:pt x="37358" y="21136"/>
                      <a:pt x="29888" y="28505"/>
                    </a:cubicBezTo>
                    <a:cubicBezTo>
                      <a:pt x="21176" y="35874"/>
                      <a:pt x="16196" y="46927"/>
                      <a:pt x="16196" y="57981"/>
                    </a:cubicBezTo>
                    <a:lnTo>
                      <a:pt x="16196" y="60437"/>
                    </a:lnTo>
                    <a:cubicBezTo>
                      <a:pt x="16196" y="71491"/>
                      <a:pt x="21176" y="81316"/>
                      <a:pt x="29888" y="89913"/>
                    </a:cubicBezTo>
                    <a:cubicBezTo>
                      <a:pt x="37358" y="97282"/>
                      <a:pt x="47316" y="102195"/>
                      <a:pt x="58518" y="102195"/>
                    </a:cubicBezTo>
                    <a:lnTo>
                      <a:pt x="1493736" y="102195"/>
                    </a:lnTo>
                    <a:cubicBezTo>
                      <a:pt x="1504938" y="102195"/>
                      <a:pt x="1514896" y="97282"/>
                      <a:pt x="1522366" y="89913"/>
                    </a:cubicBezTo>
                    <a:cubicBezTo>
                      <a:pt x="1531078" y="81316"/>
                      <a:pt x="1534812" y="71491"/>
                      <a:pt x="1534812" y="60437"/>
                    </a:cubicBezTo>
                    <a:lnTo>
                      <a:pt x="1534812" y="57981"/>
                    </a:lnTo>
                    <a:cubicBezTo>
                      <a:pt x="1534812" y="46927"/>
                      <a:pt x="1531078" y="35874"/>
                      <a:pt x="1522366" y="28505"/>
                    </a:cubicBezTo>
                    <a:cubicBezTo>
                      <a:pt x="1514896" y="21136"/>
                      <a:pt x="1504938" y="17451"/>
                      <a:pt x="1493736" y="17451"/>
                    </a:cubicBezTo>
                    <a:close/>
                    <a:moveTo>
                      <a:pt x="58506" y="0"/>
                    </a:moveTo>
                    <a:lnTo>
                      <a:pt x="1493750" y="0"/>
                    </a:lnTo>
                    <a:cubicBezTo>
                      <a:pt x="1508688" y="0"/>
                      <a:pt x="1523626" y="6166"/>
                      <a:pt x="1534828" y="17265"/>
                    </a:cubicBezTo>
                    <a:cubicBezTo>
                      <a:pt x="1546032" y="28365"/>
                      <a:pt x="1552256" y="41931"/>
                      <a:pt x="1552256" y="57963"/>
                    </a:cubicBezTo>
                    <a:lnTo>
                      <a:pt x="1552256" y="60429"/>
                    </a:lnTo>
                    <a:cubicBezTo>
                      <a:pt x="1552256" y="76461"/>
                      <a:pt x="1546032" y="90027"/>
                      <a:pt x="1534828" y="101127"/>
                    </a:cubicBezTo>
                    <a:cubicBezTo>
                      <a:pt x="1523626" y="112226"/>
                      <a:pt x="1508688" y="118392"/>
                      <a:pt x="1493750" y="118392"/>
                    </a:cubicBezTo>
                    <a:lnTo>
                      <a:pt x="58506" y="118392"/>
                    </a:lnTo>
                    <a:cubicBezTo>
                      <a:pt x="43568" y="118392"/>
                      <a:pt x="27386" y="112226"/>
                      <a:pt x="17428" y="101127"/>
                    </a:cubicBezTo>
                    <a:cubicBezTo>
                      <a:pt x="4980" y="90027"/>
                      <a:pt x="0" y="76461"/>
                      <a:pt x="0" y="60429"/>
                    </a:cubicBezTo>
                    <a:lnTo>
                      <a:pt x="0" y="57963"/>
                    </a:lnTo>
                    <a:cubicBezTo>
                      <a:pt x="0" y="41931"/>
                      <a:pt x="4980" y="28365"/>
                      <a:pt x="17428" y="17265"/>
                    </a:cubicBezTo>
                    <a:cubicBezTo>
                      <a:pt x="27386" y="6166"/>
                      <a:pt x="43568" y="0"/>
                      <a:pt x="585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8A580CB-6AEE-2749-8756-E02E5A64168E}"/>
                </a:ext>
              </a:extLst>
            </p:cNvPr>
            <p:cNvGrpSpPr/>
            <p:nvPr/>
          </p:nvGrpSpPr>
          <p:grpSpPr>
            <a:xfrm>
              <a:off x="17266676" y="10418477"/>
              <a:ext cx="4775120" cy="544602"/>
              <a:chOff x="17266676" y="10418477"/>
              <a:chExt cx="4775120" cy="544602"/>
            </a:xfrm>
          </p:grpSpPr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2E984D4E-0CF4-1945-A3C1-FE5F23E537F6}"/>
                  </a:ext>
                </a:extLst>
              </p:cNvPr>
              <p:cNvSpPr/>
              <p:nvPr/>
            </p:nvSpPr>
            <p:spPr>
              <a:xfrm>
                <a:off x="17275397" y="10427201"/>
                <a:ext cx="4757675" cy="5284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20" h="425">
                    <a:moveTo>
                      <a:pt x="3815" y="0"/>
                    </a:moveTo>
                    <a:lnTo>
                      <a:pt x="2013" y="0"/>
                    </a:lnTo>
                    <a:lnTo>
                      <a:pt x="212" y="0"/>
                    </a:lnTo>
                    <a:cubicBezTo>
                      <a:pt x="154" y="0"/>
                      <a:pt x="100" y="24"/>
                      <a:pt x="62" y="62"/>
                    </a:cubicBezTo>
                    <a:cubicBezTo>
                      <a:pt x="24" y="101"/>
                      <a:pt x="0" y="154"/>
                      <a:pt x="0" y="212"/>
                    </a:cubicBezTo>
                    <a:cubicBezTo>
                      <a:pt x="0" y="271"/>
                      <a:pt x="24" y="324"/>
                      <a:pt x="62" y="363"/>
                    </a:cubicBezTo>
                    <a:cubicBezTo>
                      <a:pt x="100" y="401"/>
                      <a:pt x="154" y="425"/>
                      <a:pt x="212" y="425"/>
                    </a:cubicBezTo>
                    <a:lnTo>
                      <a:pt x="2013" y="425"/>
                    </a:lnTo>
                    <a:lnTo>
                      <a:pt x="3815" y="425"/>
                    </a:lnTo>
                    <a:cubicBezTo>
                      <a:pt x="3817" y="425"/>
                      <a:pt x="3818" y="424"/>
                      <a:pt x="3819" y="423"/>
                    </a:cubicBezTo>
                    <a:cubicBezTo>
                      <a:pt x="3820" y="422"/>
                      <a:pt x="3820" y="421"/>
                      <a:pt x="3820" y="419"/>
                    </a:cubicBezTo>
                    <a:lnTo>
                      <a:pt x="3820" y="212"/>
                    </a:lnTo>
                    <a:lnTo>
                      <a:pt x="3820" y="6"/>
                    </a:lnTo>
                    <a:cubicBezTo>
                      <a:pt x="3820" y="4"/>
                      <a:pt x="3820" y="3"/>
                      <a:pt x="3819" y="2"/>
                    </a:cubicBezTo>
                    <a:cubicBezTo>
                      <a:pt x="3818" y="1"/>
                      <a:pt x="3817" y="0"/>
                      <a:pt x="381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DE1737C7-077D-2949-A547-46B2CFA686F8}"/>
                  </a:ext>
                </a:extLst>
              </p:cNvPr>
              <p:cNvSpPr/>
              <p:nvPr/>
            </p:nvSpPr>
            <p:spPr>
              <a:xfrm>
                <a:off x="17266676" y="10418477"/>
                <a:ext cx="4775120" cy="544602"/>
              </a:xfrm>
              <a:custGeom>
                <a:avLst/>
                <a:gdLst>
                  <a:gd name="connsiteX0" fmla="*/ 272762 w 4775120"/>
                  <a:gd name="connsiteY0" fmla="*/ 17447 h 544602"/>
                  <a:gd name="connsiteX1" fmla="*/ 92170 w 4775120"/>
                  <a:gd name="connsiteY1" fmla="*/ 92039 h 544602"/>
                  <a:gd name="connsiteX2" fmla="*/ 17442 w 4775120"/>
                  <a:gd name="connsiteY2" fmla="*/ 272302 h 544602"/>
                  <a:gd name="connsiteX3" fmla="*/ 92170 w 4775120"/>
                  <a:gd name="connsiteY3" fmla="*/ 453809 h 544602"/>
                  <a:gd name="connsiteX4" fmla="*/ 272762 w 4775120"/>
                  <a:gd name="connsiteY4" fmla="*/ 528401 h 544602"/>
                  <a:gd name="connsiteX5" fmla="*/ 4758922 w 4775120"/>
                  <a:gd name="connsiteY5" fmla="*/ 528401 h 544602"/>
                  <a:gd name="connsiteX6" fmla="*/ 4758922 w 4775120"/>
                  <a:gd name="connsiteY6" fmla="*/ 17447 h 544602"/>
                  <a:gd name="connsiteX7" fmla="*/ 272758 w 4775120"/>
                  <a:gd name="connsiteY7" fmla="*/ 0 h 544602"/>
                  <a:gd name="connsiteX8" fmla="*/ 4760176 w 4775120"/>
                  <a:gd name="connsiteY8" fmla="*/ 0 h 544602"/>
                  <a:gd name="connsiteX9" fmla="*/ 4770140 w 4775120"/>
                  <a:gd name="connsiteY9" fmla="*/ 4974 h 544602"/>
                  <a:gd name="connsiteX10" fmla="*/ 4775120 w 4775120"/>
                  <a:gd name="connsiteY10" fmla="*/ 16164 h 544602"/>
                  <a:gd name="connsiteX11" fmla="*/ 4775120 w 4775120"/>
                  <a:gd name="connsiteY11" fmla="*/ 529681 h 544602"/>
                  <a:gd name="connsiteX12" fmla="*/ 4770140 w 4775120"/>
                  <a:gd name="connsiteY12" fmla="*/ 539628 h 544602"/>
                  <a:gd name="connsiteX13" fmla="*/ 4760176 w 4775120"/>
                  <a:gd name="connsiteY13" fmla="*/ 544602 h 544602"/>
                  <a:gd name="connsiteX14" fmla="*/ 272758 w 4775120"/>
                  <a:gd name="connsiteY14" fmla="*/ 544602 h 544602"/>
                  <a:gd name="connsiteX15" fmla="*/ 79710 w 4775120"/>
                  <a:gd name="connsiteY15" fmla="*/ 465025 h 544602"/>
                  <a:gd name="connsiteX16" fmla="*/ 0 w 4775120"/>
                  <a:gd name="connsiteY16" fmla="*/ 272301 h 544602"/>
                  <a:gd name="connsiteX17" fmla="*/ 79710 w 4775120"/>
                  <a:gd name="connsiteY17" fmla="*/ 80820 h 544602"/>
                  <a:gd name="connsiteX18" fmla="*/ 272758 w 4775120"/>
                  <a:gd name="connsiteY18" fmla="*/ 0 h 544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775120" h="544602">
                    <a:moveTo>
                      <a:pt x="272762" y="17447"/>
                    </a:moveTo>
                    <a:cubicBezTo>
                      <a:pt x="204262" y="17447"/>
                      <a:pt x="140742" y="43554"/>
                      <a:pt x="92170" y="92039"/>
                    </a:cubicBezTo>
                    <a:cubicBezTo>
                      <a:pt x="43596" y="140524"/>
                      <a:pt x="17442" y="205170"/>
                      <a:pt x="17442" y="272302"/>
                    </a:cubicBezTo>
                    <a:cubicBezTo>
                      <a:pt x="17442" y="340678"/>
                      <a:pt x="43596" y="404081"/>
                      <a:pt x="92170" y="453809"/>
                    </a:cubicBezTo>
                    <a:cubicBezTo>
                      <a:pt x="140742" y="501051"/>
                      <a:pt x="204262" y="528401"/>
                      <a:pt x="272762" y="528401"/>
                    </a:cubicBezTo>
                    <a:lnTo>
                      <a:pt x="4758922" y="528401"/>
                    </a:lnTo>
                    <a:lnTo>
                      <a:pt x="4758922" y="17447"/>
                    </a:lnTo>
                    <a:close/>
                    <a:moveTo>
                      <a:pt x="272758" y="0"/>
                    </a:moveTo>
                    <a:lnTo>
                      <a:pt x="4760176" y="0"/>
                    </a:lnTo>
                    <a:cubicBezTo>
                      <a:pt x="4763912" y="0"/>
                      <a:pt x="4768894" y="2487"/>
                      <a:pt x="4770140" y="4974"/>
                    </a:cubicBezTo>
                    <a:cubicBezTo>
                      <a:pt x="4773876" y="7460"/>
                      <a:pt x="4775120" y="11190"/>
                      <a:pt x="4775120" y="16164"/>
                    </a:cubicBezTo>
                    <a:lnTo>
                      <a:pt x="4775120" y="529681"/>
                    </a:lnTo>
                    <a:cubicBezTo>
                      <a:pt x="4775120" y="534655"/>
                      <a:pt x="4773876" y="538385"/>
                      <a:pt x="4770140" y="539628"/>
                    </a:cubicBezTo>
                    <a:cubicBezTo>
                      <a:pt x="4768894" y="543359"/>
                      <a:pt x="4763912" y="544602"/>
                      <a:pt x="4760176" y="544602"/>
                    </a:cubicBezTo>
                    <a:lnTo>
                      <a:pt x="272758" y="544602"/>
                    </a:lnTo>
                    <a:cubicBezTo>
                      <a:pt x="200522" y="544602"/>
                      <a:pt x="130776" y="517248"/>
                      <a:pt x="79710" y="465025"/>
                    </a:cubicBezTo>
                    <a:cubicBezTo>
                      <a:pt x="28646" y="414047"/>
                      <a:pt x="0" y="345661"/>
                      <a:pt x="0" y="272301"/>
                    </a:cubicBezTo>
                    <a:cubicBezTo>
                      <a:pt x="0" y="200185"/>
                      <a:pt x="28646" y="131799"/>
                      <a:pt x="79710" y="80820"/>
                    </a:cubicBezTo>
                    <a:cubicBezTo>
                      <a:pt x="130776" y="29841"/>
                      <a:pt x="200522" y="0"/>
                      <a:pt x="2727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7835452F-2DDC-A44A-81EC-0BF0D6E04408}"/>
                  </a:ext>
                </a:extLst>
              </p:cNvPr>
              <p:cNvSpPr/>
              <p:nvPr/>
            </p:nvSpPr>
            <p:spPr>
              <a:xfrm>
                <a:off x="19560176" y="10427201"/>
                <a:ext cx="2472897" cy="5284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86" h="425">
                    <a:moveTo>
                      <a:pt x="1981" y="0"/>
                    </a:moveTo>
                    <a:lnTo>
                      <a:pt x="1097" y="0"/>
                    </a:lnTo>
                    <a:lnTo>
                      <a:pt x="212" y="0"/>
                    </a:lnTo>
                    <a:cubicBezTo>
                      <a:pt x="153" y="0"/>
                      <a:pt x="101" y="24"/>
                      <a:pt x="62" y="62"/>
                    </a:cubicBezTo>
                    <a:cubicBezTo>
                      <a:pt x="24" y="101"/>
                      <a:pt x="0" y="154"/>
                      <a:pt x="0" y="212"/>
                    </a:cubicBezTo>
                    <a:cubicBezTo>
                      <a:pt x="0" y="271"/>
                      <a:pt x="24" y="324"/>
                      <a:pt x="62" y="363"/>
                    </a:cubicBezTo>
                    <a:cubicBezTo>
                      <a:pt x="101" y="401"/>
                      <a:pt x="153" y="425"/>
                      <a:pt x="212" y="425"/>
                    </a:cubicBezTo>
                    <a:lnTo>
                      <a:pt x="1097" y="425"/>
                    </a:lnTo>
                    <a:lnTo>
                      <a:pt x="1981" y="425"/>
                    </a:lnTo>
                    <a:cubicBezTo>
                      <a:pt x="1983" y="425"/>
                      <a:pt x="1984" y="424"/>
                      <a:pt x="1985" y="423"/>
                    </a:cubicBezTo>
                    <a:cubicBezTo>
                      <a:pt x="1986" y="422"/>
                      <a:pt x="1986" y="421"/>
                      <a:pt x="1986" y="419"/>
                    </a:cubicBezTo>
                    <a:lnTo>
                      <a:pt x="1986" y="212"/>
                    </a:lnTo>
                    <a:lnTo>
                      <a:pt x="1986" y="6"/>
                    </a:lnTo>
                    <a:cubicBezTo>
                      <a:pt x="1986" y="4"/>
                      <a:pt x="1986" y="3"/>
                      <a:pt x="1985" y="2"/>
                    </a:cubicBezTo>
                    <a:cubicBezTo>
                      <a:pt x="1984" y="1"/>
                      <a:pt x="1983" y="0"/>
                      <a:pt x="198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2B2B179A-433A-E943-84DC-ACA096037E08}"/>
                  </a:ext>
                </a:extLst>
              </p:cNvPr>
              <p:cNvSpPr/>
              <p:nvPr/>
            </p:nvSpPr>
            <p:spPr>
              <a:xfrm>
                <a:off x="19551460" y="10418477"/>
                <a:ext cx="2490336" cy="544602"/>
              </a:xfrm>
              <a:custGeom>
                <a:avLst/>
                <a:gdLst>
                  <a:gd name="connsiteX0" fmla="*/ 272698 w 2490336"/>
                  <a:gd name="connsiteY0" fmla="*/ 17447 h 544602"/>
                  <a:gd name="connsiteX1" fmla="*/ 92150 w 2490336"/>
                  <a:gd name="connsiteY1" fmla="*/ 92039 h 544602"/>
                  <a:gd name="connsiteX2" fmla="*/ 17440 w 2490336"/>
                  <a:gd name="connsiteY2" fmla="*/ 272302 h 544602"/>
                  <a:gd name="connsiteX3" fmla="*/ 92150 w 2490336"/>
                  <a:gd name="connsiteY3" fmla="*/ 453809 h 544602"/>
                  <a:gd name="connsiteX4" fmla="*/ 272698 w 2490336"/>
                  <a:gd name="connsiteY4" fmla="*/ 528401 h 544602"/>
                  <a:gd name="connsiteX5" fmla="*/ 2474140 w 2490336"/>
                  <a:gd name="connsiteY5" fmla="*/ 528401 h 544602"/>
                  <a:gd name="connsiteX6" fmla="*/ 2474140 w 2490336"/>
                  <a:gd name="connsiteY6" fmla="*/ 17447 h 544602"/>
                  <a:gd name="connsiteX7" fmla="*/ 272692 w 2490336"/>
                  <a:gd name="connsiteY7" fmla="*/ 0 h 544602"/>
                  <a:gd name="connsiteX8" fmla="*/ 2475396 w 2490336"/>
                  <a:gd name="connsiteY8" fmla="*/ 0 h 544602"/>
                  <a:gd name="connsiteX9" fmla="*/ 2485356 w 2490336"/>
                  <a:gd name="connsiteY9" fmla="*/ 4974 h 544602"/>
                  <a:gd name="connsiteX10" fmla="*/ 2490336 w 2490336"/>
                  <a:gd name="connsiteY10" fmla="*/ 16164 h 544602"/>
                  <a:gd name="connsiteX11" fmla="*/ 2490336 w 2490336"/>
                  <a:gd name="connsiteY11" fmla="*/ 529681 h 544602"/>
                  <a:gd name="connsiteX12" fmla="*/ 2485356 w 2490336"/>
                  <a:gd name="connsiteY12" fmla="*/ 539628 h 544602"/>
                  <a:gd name="connsiteX13" fmla="*/ 2475396 w 2490336"/>
                  <a:gd name="connsiteY13" fmla="*/ 544602 h 544602"/>
                  <a:gd name="connsiteX14" fmla="*/ 272692 w 2490336"/>
                  <a:gd name="connsiteY14" fmla="*/ 544602 h 544602"/>
                  <a:gd name="connsiteX15" fmla="*/ 80934 w 2490336"/>
                  <a:gd name="connsiteY15" fmla="*/ 465025 h 544602"/>
                  <a:gd name="connsiteX16" fmla="*/ 0 w 2490336"/>
                  <a:gd name="connsiteY16" fmla="*/ 272301 h 544602"/>
                  <a:gd name="connsiteX17" fmla="*/ 80934 w 2490336"/>
                  <a:gd name="connsiteY17" fmla="*/ 80820 h 544602"/>
                  <a:gd name="connsiteX18" fmla="*/ 272692 w 2490336"/>
                  <a:gd name="connsiteY18" fmla="*/ 0 h 544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490336" h="544602">
                    <a:moveTo>
                      <a:pt x="272698" y="17447"/>
                    </a:moveTo>
                    <a:cubicBezTo>
                      <a:pt x="205460" y="17447"/>
                      <a:pt x="140710" y="43554"/>
                      <a:pt x="92150" y="92039"/>
                    </a:cubicBezTo>
                    <a:cubicBezTo>
                      <a:pt x="43588" y="140524"/>
                      <a:pt x="17440" y="205170"/>
                      <a:pt x="17440" y="272302"/>
                    </a:cubicBezTo>
                    <a:cubicBezTo>
                      <a:pt x="17440" y="340678"/>
                      <a:pt x="43588" y="404081"/>
                      <a:pt x="92150" y="453809"/>
                    </a:cubicBezTo>
                    <a:cubicBezTo>
                      <a:pt x="140710" y="501051"/>
                      <a:pt x="205460" y="528401"/>
                      <a:pt x="272698" y="528401"/>
                    </a:cubicBezTo>
                    <a:lnTo>
                      <a:pt x="2474140" y="528401"/>
                    </a:lnTo>
                    <a:lnTo>
                      <a:pt x="2474140" y="17447"/>
                    </a:lnTo>
                    <a:close/>
                    <a:moveTo>
                      <a:pt x="272692" y="0"/>
                    </a:moveTo>
                    <a:lnTo>
                      <a:pt x="2475396" y="0"/>
                    </a:lnTo>
                    <a:cubicBezTo>
                      <a:pt x="2479130" y="0"/>
                      <a:pt x="2484112" y="2487"/>
                      <a:pt x="2485356" y="4974"/>
                    </a:cubicBezTo>
                    <a:cubicBezTo>
                      <a:pt x="2489092" y="7460"/>
                      <a:pt x="2490336" y="11190"/>
                      <a:pt x="2490336" y="16164"/>
                    </a:cubicBezTo>
                    <a:lnTo>
                      <a:pt x="2490336" y="529681"/>
                    </a:lnTo>
                    <a:cubicBezTo>
                      <a:pt x="2490336" y="534655"/>
                      <a:pt x="2489092" y="538385"/>
                      <a:pt x="2485356" y="539628"/>
                    </a:cubicBezTo>
                    <a:cubicBezTo>
                      <a:pt x="2484112" y="543359"/>
                      <a:pt x="2479130" y="544602"/>
                      <a:pt x="2475396" y="544602"/>
                    </a:cubicBezTo>
                    <a:lnTo>
                      <a:pt x="272692" y="544602"/>
                    </a:lnTo>
                    <a:cubicBezTo>
                      <a:pt x="200472" y="544602"/>
                      <a:pt x="131986" y="517248"/>
                      <a:pt x="80934" y="465025"/>
                    </a:cubicBezTo>
                    <a:cubicBezTo>
                      <a:pt x="29884" y="414047"/>
                      <a:pt x="0" y="345661"/>
                      <a:pt x="0" y="272301"/>
                    </a:cubicBezTo>
                    <a:cubicBezTo>
                      <a:pt x="0" y="200185"/>
                      <a:pt x="29884" y="131799"/>
                      <a:pt x="80934" y="80820"/>
                    </a:cubicBezTo>
                    <a:cubicBezTo>
                      <a:pt x="131986" y="29841"/>
                      <a:pt x="200472" y="0"/>
                      <a:pt x="2726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1F738254-2E93-1744-821C-6D682CDCA7FE}"/>
                  </a:ext>
                </a:extLst>
              </p:cNvPr>
              <p:cNvSpPr/>
              <p:nvPr/>
            </p:nvSpPr>
            <p:spPr>
              <a:xfrm>
                <a:off x="19700954" y="10568025"/>
                <a:ext cx="2332122" cy="2455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73" h="198">
                    <a:moveTo>
                      <a:pt x="99" y="0"/>
                    </a:moveTo>
                    <a:cubicBezTo>
                      <a:pt x="72" y="0"/>
                      <a:pt x="47" y="11"/>
                      <a:pt x="29" y="30"/>
                    </a:cubicBezTo>
                    <a:cubicBezTo>
                      <a:pt x="11" y="47"/>
                      <a:pt x="0" y="72"/>
                      <a:pt x="0" y="99"/>
                    </a:cubicBezTo>
                    <a:cubicBezTo>
                      <a:pt x="0" y="127"/>
                      <a:pt x="11" y="152"/>
                      <a:pt x="29" y="169"/>
                    </a:cubicBezTo>
                    <a:cubicBezTo>
                      <a:pt x="47" y="187"/>
                      <a:pt x="72" y="198"/>
                      <a:pt x="99" y="198"/>
                    </a:cubicBezTo>
                    <a:lnTo>
                      <a:pt x="987" y="198"/>
                    </a:lnTo>
                    <a:lnTo>
                      <a:pt x="1873" y="198"/>
                    </a:lnTo>
                    <a:lnTo>
                      <a:pt x="1873" y="99"/>
                    </a:lnTo>
                    <a:lnTo>
                      <a:pt x="1873" y="0"/>
                    </a:lnTo>
                    <a:lnTo>
                      <a:pt x="987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CC0BFB9A-EC45-D34B-AA45-498A3D32E7B1}"/>
                  </a:ext>
                </a:extLst>
              </p:cNvPr>
              <p:cNvSpPr/>
              <p:nvPr/>
            </p:nvSpPr>
            <p:spPr>
              <a:xfrm>
                <a:off x="19692231" y="10559298"/>
                <a:ext cx="2349564" cy="262954"/>
              </a:xfrm>
              <a:custGeom>
                <a:avLst/>
                <a:gdLst>
                  <a:gd name="connsiteX0" fmla="*/ 131994 w 2349564"/>
                  <a:gd name="connsiteY0" fmla="*/ 17450 h 262954"/>
                  <a:gd name="connsiteX1" fmla="*/ 51060 w 2349564"/>
                  <a:gd name="connsiteY1" fmla="*/ 50916 h 262954"/>
                  <a:gd name="connsiteX2" fmla="*/ 17442 w 2349564"/>
                  <a:gd name="connsiteY2" fmla="*/ 131483 h 262954"/>
                  <a:gd name="connsiteX3" fmla="*/ 51060 w 2349564"/>
                  <a:gd name="connsiteY3" fmla="*/ 213290 h 262954"/>
                  <a:gd name="connsiteX4" fmla="*/ 131994 w 2349564"/>
                  <a:gd name="connsiteY4" fmla="*/ 246756 h 262954"/>
                  <a:gd name="connsiteX5" fmla="*/ 2333368 w 2349564"/>
                  <a:gd name="connsiteY5" fmla="*/ 246756 h 262954"/>
                  <a:gd name="connsiteX6" fmla="*/ 2333368 w 2349564"/>
                  <a:gd name="connsiteY6" fmla="*/ 17450 h 262954"/>
                  <a:gd name="connsiteX7" fmla="*/ 131984 w 2349564"/>
                  <a:gd name="connsiteY7" fmla="*/ 0 h 262954"/>
                  <a:gd name="connsiteX8" fmla="*/ 2340848 w 2349564"/>
                  <a:gd name="connsiteY8" fmla="*/ 0 h 262954"/>
                  <a:gd name="connsiteX9" fmla="*/ 2349564 w 2349564"/>
                  <a:gd name="connsiteY9" fmla="*/ 8682 h 262954"/>
                  <a:gd name="connsiteX10" fmla="*/ 2349564 w 2349564"/>
                  <a:gd name="connsiteY10" fmla="*/ 254272 h 262954"/>
                  <a:gd name="connsiteX11" fmla="*/ 2340848 w 2349564"/>
                  <a:gd name="connsiteY11" fmla="*/ 262954 h 262954"/>
                  <a:gd name="connsiteX12" fmla="*/ 131984 w 2349564"/>
                  <a:gd name="connsiteY12" fmla="*/ 262954 h 262954"/>
                  <a:gd name="connsiteX13" fmla="*/ 39846 w 2349564"/>
                  <a:gd name="connsiteY13" fmla="*/ 224503 h 262954"/>
                  <a:gd name="connsiteX14" fmla="*/ 0 w 2349564"/>
                  <a:gd name="connsiteY14" fmla="*/ 131477 h 262954"/>
                  <a:gd name="connsiteX15" fmla="*/ 39846 w 2349564"/>
                  <a:gd name="connsiteY15" fmla="*/ 39691 h 262954"/>
                  <a:gd name="connsiteX16" fmla="*/ 131984 w 2349564"/>
                  <a:gd name="connsiteY16" fmla="*/ 0 h 262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349564" h="262954">
                    <a:moveTo>
                      <a:pt x="131994" y="17450"/>
                    </a:moveTo>
                    <a:cubicBezTo>
                      <a:pt x="102110" y="17450"/>
                      <a:pt x="72228" y="29845"/>
                      <a:pt x="51060" y="50916"/>
                    </a:cubicBezTo>
                    <a:cubicBezTo>
                      <a:pt x="29894" y="73227"/>
                      <a:pt x="17442" y="101735"/>
                      <a:pt x="17442" y="131483"/>
                    </a:cubicBezTo>
                    <a:cubicBezTo>
                      <a:pt x="17442" y="162471"/>
                      <a:pt x="29894" y="190979"/>
                      <a:pt x="51060" y="213290"/>
                    </a:cubicBezTo>
                    <a:cubicBezTo>
                      <a:pt x="72228" y="234361"/>
                      <a:pt x="102110" y="246756"/>
                      <a:pt x="131994" y="246756"/>
                    </a:cubicBezTo>
                    <a:lnTo>
                      <a:pt x="2333368" y="246756"/>
                    </a:lnTo>
                    <a:lnTo>
                      <a:pt x="2333368" y="17450"/>
                    </a:lnTo>
                    <a:close/>
                    <a:moveTo>
                      <a:pt x="131984" y="0"/>
                    </a:moveTo>
                    <a:lnTo>
                      <a:pt x="2340848" y="0"/>
                    </a:lnTo>
                    <a:cubicBezTo>
                      <a:pt x="2345828" y="0"/>
                      <a:pt x="2349564" y="3721"/>
                      <a:pt x="2349564" y="8682"/>
                    </a:cubicBezTo>
                    <a:lnTo>
                      <a:pt x="2349564" y="254272"/>
                    </a:lnTo>
                    <a:cubicBezTo>
                      <a:pt x="2349564" y="260473"/>
                      <a:pt x="2345828" y="262954"/>
                      <a:pt x="2340848" y="262954"/>
                    </a:cubicBezTo>
                    <a:lnTo>
                      <a:pt x="131984" y="262954"/>
                    </a:lnTo>
                    <a:cubicBezTo>
                      <a:pt x="97122" y="262954"/>
                      <a:pt x="64748" y="249310"/>
                      <a:pt x="39846" y="224503"/>
                    </a:cubicBezTo>
                    <a:cubicBezTo>
                      <a:pt x="13698" y="199696"/>
                      <a:pt x="0" y="166207"/>
                      <a:pt x="0" y="131477"/>
                    </a:cubicBezTo>
                    <a:cubicBezTo>
                      <a:pt x="0" y="96747"/>
                      <a:pt x="13698" y="64498"/>
                      <a:pt x="39846" y="39691"/>
                    </a:cubicBezTo>
                    <a:cubicBezTo>
                      <a:pt x="64748" y="13644"/>
                      <a:pt x="97122" y="0"/>
                      <a:pt x="131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BC1B1E09-B79E-5443-A05C-92C88985F4BC}"/>
                  </a:ext>
                </a:extLst>
              </p:cNvPr>
              <p:cNvSpPr/>
              <p:nvPr/>
            </p:nvSpPr>
            <p:spPr>
              <a:xfrm>
                <a:off x="17554455" y="10596688"/>
                <a:ext cx="186869" cy="1881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1" h="152">
                    <a:moveTo>
                      <a:pt x="151" y="76"/>
                    </a:moveTo>
                    <a:cubicBezTo>
                      <a:pt x="151" y="98"/>
                      <a:pt x="143" y="117"/>
                      <a:pt x="130" y="130"/>
                    </a:cubicBezTo>
                    <a:cubicBezTo>
                      <a:pt x="115" y="144"/>
                      <a:pt x="96" y="152"/>
                      <a:pt x="75" y="152"/>
                    </a:cubicBezTo>
                    <a:cubicBezTo>
                      <a:pt x="55" y="152"/>
                      <a:pt x="36" y="144"/>
                      <a:pt x="22" y="130"/>
                    </a:cubicBezTo>
                    <a:cubicBezTo>
                      <a:pt x="8" y="117"/>
                      <a:pt x="0" y="98"/>
                      <a:pt x="0" y="76"/>
                    </a:cubicBezTo>
                    <a:cubicBezTo>
                      <a:pt x="0" y="55"/>
                      <a:pt x="8" y="36"/>
                      <a:pt x="22" y="23"/>
                    </a:cubicBezTo>
                    <a:cubicBezTo>
                      <a:pt x="36" y="9"/>
                      <a:pt x="55" y="0"/>
                      <a:pt x="75" y="0"/>
                    </a:cubicBezTo>
                    <a:cubicBezTo>
                      <a:pt x="96" y="0"/>
                      <a:pt x="115" y="9"/>
                      <a:pt x="130" y="23"/>
                    </a:cubicBezTo>
                    <a:cubicBezTo>
                      <a:pt x="143" y="36"/>
                      <a:pt x="151" y="55"/>
                      <a:pt x="151" y="7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C5684F91-0318-C14B-BB50-10939B72F0E0}"/>
                  </a:ext>
                </a:extLst>
              </p:cNvPr>
              <p:cNvSpPr/>
              <p:nvPr/>
            </p:nvSpPr>
            <p:spPr>
              <a:xfrm>
                <a:off x="17545734" y="10589207"/>
                <a:ext cx="204310" cy="204382"/>
              </a:xfrm>
              <a:custGeom>
                <a:avLst/>
                <a:gdLst>
                  <a:gd name="connsiteX0" fmla="*/ 101536 w 204310"/>
                  <a:gd name="connsiteY0" fmla="*/ 16205 h 204382"/>
                  <a:gd name="connsiteX1" fmla="*/ 42168 w 204310"/>
                  <a:gd name="connsiteY1" fmla="*/ 40949 h 204382"/>
                  <a:gd name="connsiteX2" fmla="*/ 16194 w 204310"/>
                  <a:gd name="connsiteY2" fmla="*/ 101571 h 204382"/>
                  <a:gd name="connsiteX3" fmla="*/ 42168 w 204310"/>
                  <a:gd name="connsiteY3" fmla="*/ 162194 h 204382"/>
                  <a:gd name="connsiteX4" fmla="*/ 101536 w 204310"/>
                  <a:gd name="connsiteY4" fmla="*/ 186938 h 204382"/>
                  <a:gd name="connsiteX5" fmla="*/ 163378 w 204310"/>
                  <a:gd name="connsiteY5" fmla="*/ 162194 h 204382"/>
                  <a:gd name="connsiteX6" fmla="*/ 188114 w 204310"/>
                  <a:gd name="connsiteY6" fmla="*/ 101571 h 204382"/>
                  <a:gd name="connsiteX7" fmla="*/ 163378 w 204310"/>
                  <a:gd name="connsiteY7" fmla="*/ 40949 h 204382"/>
                  <a:gd name="connsiteX8" fmla="*/ 101536 w 204310"/>
                  <a:gd name="connsiteY8" fmla="*/ 16205 h 204382"/>
                  <a:gd name="connsiteX9" fmla="*/ 101536 w 204310"/>
                  <a:gd name="connsiteY9" fmla="*/ 0 h 204382"/>
                  <a:gd name="connsiteX10" fmla="*/ 174592 w 204310"/>
                  <a:gd name="connsiteY10" fmla="*/ 29728 h 204382"/>
                  <a:gd name="connsiteX11" fmla="*/ 204310 w 204310"/>
                  <a:gd name="connsiteY11" fmla="*/ 101572 h 204382"/>
                  <a:gd name="connsiteX12" fmla="*/ 174592 w 204310"/>
                  <a:gd name="connsiteY12" fmla="*/ 174654 h 204382"/>
                  <a:gd name="connsiteX13" fmla="*/ 101536 w 204310"/>
                  <a:gd name="connsiteY13" fmla="*/ 204382 h 204382"/>
                  <a:gd name="connsiteX14" fmla="*/ 29718 w 204310"/>
                  <a:gd name="connsiteY14" fmla="*/ 174654 h 204382"/>
                  <a:gd name="connsiteX15" fmla="*/ 0 w 204310"/>
                  <a:gd name="connsiteY15" fmla="*/ 101572 h 204382"/>
                  <a:gd name="connsiteX16" fmla="*/ 29718 w 204310"/>
                  <a:gd name="connsiteY16" fmla="*/ 29728 h 204382"/>
                  <a:gd name="connsiteX17" fmla="*/ 101536 w 204310"/>
                  <a:gd name="connsiteY17" fmla="*/ 0 h 20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04310" h="204382">
                    <a:moveTo>
                      <a:pt x="101536" y="16205"/>
                    </a:moveTo>
                    <a:cubicBezTo>
                      <a:pt x="79274" y="16205"/>
                      <a:pt x="57010" y="24865"/>
                      <a:pt x="42168" y="40949"/>
                    </a:cubicBezTo>
                    <a:cubicBezTo>
                      <a:pt x="26090" y="58270"/>
                      <a:pt x="16194" y="79302"/>
                      <a:pt x="16194" y="101571"/>
                    </a:cubicBezTo>
                    <a:cubicBezTo>
                      <a:pt x="16194" y="125078"/>
                      <a:pt x="26090" y="146111"/>
                      <a:pt x="42168" y="162194"/>
                    </a:cubicBezTo>
                    <a:cubicBezTo>
                      <a:pt x="57010" y="179515"/>
                      <a:pt x="79274" y="186938"/>
                      <a:pt x="101536" y="186938"/>
                    </a:cubicBezTo>
                    <a:cubicBezTo>
                      <a:pt x="125036" y="186938"/>
                      <a:pt x="146062" y="179515"/>
                      <a:pt x="163378" y="162194"/>
                    </a:cubicBezTo>
                    <a:cubicBezTo>
                      <a:pt x="178220" y="146111"/>
                      <a:pt x="188114" y="125078"/>
                      <a:pt x="188114" y="101571"/>
                    </a:cubicBezTo>
                    <a:cubicBezTo>
                      <a:pt x="188114" y="79302"/>
                      <a:pt x="178220" y="58270"/>
                      <a:pt x="163378" y="40949"/>
                    </a:cubicBezTo>
                    <a:cubicBezTo>
                      <a:pt x="146062" y="24865"/>
                      <a:pt x="125036" y="16205"/>
                      <a:pt x="101536" y="16205"/>
                    </a:cubicBezTo>
                    <a:close/>
                    <a:moveTo>
                      <a:pt x="101536" y="0"/>
                    </a:moveTo>
                    <a:cubicBezTo>
                      <a:pt x="130016" y="0"/>
                      <a:pt x="156018" y="9909"/>
                      <a:pt x="174592" y="29728"/>
                    </a:cubicBezTo>
                    <a:cubicBezTo>
                      <a:pt x="193166" y="48308"/>
                      <a:pt x="204310" y="74321"/>
                      <a:pt x="204310" y="101572"/>
                    </a:cubicBezTo>
                    <a:cubicBezTo>
                      <a:pt x="204310" y="128823"/>
                      <a:pt x="193166" y="154835"/>
                      <a:pt x="174592" y="174654"/>
                    </a:cubicBezTo>
                    <a:cubicBezTo>
                      <a:pt x="156018" y="193234"/>
                      <a:pt x="130016" y="204382"/>
                      <a:pt x="101536" y="204382"/>
                    </a:cubicBezTo>
                    <a:cubicBezTo>
                      <a:pt x="75532" y="204382"/>
                      <a:pt x="49530" y="193234"/>
                      <a:pt x="29718" y="174654"/>
                    </a:cubicBezTo>
                    <a:cubicBezTo>
                      <a:pt x="11144" y="154835"/>
                      <a:pt x="0" y="128823"/>
                      <a:pt x="0" y="101572"/>
                    </a:cubicBezTo>
                    <a:cubicBezTo>
                      <a:pt x="0" y="74321"/>
                      <a:pt x="11144" y="48308"/>
                      <a:pt x="29718" y="29728"/>
                    </a:cubicBezTo>
                    <a:cubicBezTo>
                      <a:pt x="49530" y="9909"/>
                      <a:pt x="75532" y="0"/>
                      <a:pt x="1015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1685C787-AB33-CE45-B0BF-53D9D0FBFDC5}"/>
                  </a:ext>
                </a:extLst>
              </p:cNvPr>
              <p:cNvSpPr/>
              <p:nvPr/>
            </p:nvSpPr>
            <p:spPr>
              <a:xfrm>
                <a:off x="17943142" y="10656507"/>
                <a:ext cx="1347947" cy="897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83" h="73">
                    <a:moveTo>
                      <a:pt x="1047" y="0"/>
                    </a:moveTo>
                    <a:lnTo>
                      <a:pt x="542" y="0"/>
                    </a:lnTo>
                    <a:lnTo>
                      <a:pt x="36" y="0"/>
                    </a:lnTo>
                    <a:cubicBezTo>
                      <a:pt x="26" y="0"/>
                      <a:pt x="17" y="3"/>
                      <a:pt x="11" y="10"/>
                    </a:cubicBezTo>
                    <a:cubicBezTo>
                      <a:pt x="4" y="16"/>
                      <a:pt x="0" y="25"/>
                      <a:pt x="0" y="35"/>
                    </a:cubicBezTo>
                    <a:lnTo>
                      <a:pt x="0" y="36"/>
                    </a:lnTo>
                    <a:lnTo>
                      <a:pt x="0" y="37"/>
                    </a:lnTo>
                    <a:cubicBezTo>
                      <a:pt x="0" y="47"/>
                      <a:pt x="4" y="56"/>
                      <a:pt x="11" y="63"/>
                    </a:cubicBezTo>
                    <a:cubicBezTo>
                      <a:pt x="17" y="69"/>
                      <a:pt x="26" y="73"/>
                      <a:pt x="36" y="73"/>
                    </a:cubicBezTo>
                    <a:lnTo>
                      <a:pt x="542" y="73"/>
                    </a:lnTo>
                    <a:lnTo>
                      <a:pt x="1047" y="73"/>
                    </a:lnTo>
                    <a:cubicBezTo>
                      <a:pt x="1057" y="73"/>
                      <a:pt x="1066" y="69"/>
                      <a:pt x="1073" y="63"/>
                    </a:cubicBezTo>
                    <a:cubicBezTo>
                      <a:pt x="1079" y="56"/>
                      <a:pt x="1083" y="47"/>
                      <a:pt x="1083" y="37"/>
                    </a:cubicBezTo>
                    <a:lnTo>
                      <a:pt x="1083" y="36"/>
                    </a:lnTo>
                    <a:lnTo>
                      <a:pt x="1083" y="35"/>
                    </a:lnTo>
                    <a:cubicBezTo>
                      <a:pt x="1083" y="25"/>
                      <a:pt x="1079" y="16"/>
                      <a:pt x="1073" y="10"/>
                    </a:cubicBezTo>
                    <a:cubicBezTo>
                      <a:pt x="1066" y="3"/>
                      <a:pt x="1057" y="0"/>
                      <a:pt x="104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41ACC02C-8CCC-2243-8D00-F03C676D767E}"/>
                  </a:ext>
                </a:extLst>
              </p:cNvPr>
              <p:cNvSpPr/>
              <p:nvPr/>
            </p:nvSpPr>
            <p:spPr>
              <a:xfrm>
                <a:off x="17934420" y="10647783"/>
                <a:ext cx="1365388" cy="107176"/>
              </a:xfrm>
              <a:custGeom>
                <a:avLst/>
                <a:gdLst>
                  <a:gd name="connsiteX0" fmla="*/ 53536 w 1365388"/>
                  <a:gd name="connsiteY0" fmla="*/ 16201 h 107176"/>
                  <a:gd name="connsiteX1" fmla="*/ 27400 w 1365388"/>
                  <a:gd name="connsiteY1" fmla="*/ 27230 h 107176"/>
                  <a:gd name="connsiteX2" fmla="*/ 17442 w 1365388"/>
                  <a:gd name="connsiteY2" fmla="*/ 51740 h 107176"/>
                  <a:gd name="connsiteX3" fmla="*/ 17442 w 1365388"/>
                  <a:gd name="connsiteY3" fmla="*/ 54190 h 107176"/>
                  <a:gd name="connsiteX4" fmla="*/ 27400 w 1365388"/>
                  <a:gd name="connsiteY4" fmla="*/ 79925 h 107176"/>
                  <a:gd name="connsiteX5" fmla="*/ 53536 w 1365388"/>
                  <a:gd name="connsiteY5" fmla="*/ 89729 h 107176"/>
                  <a:gd name="connsiteX6" fmla="*/ 1311854 w 1365388"/>
                  <a:gd name="connsiteY6" fmla="*/ 89729 h 107176"/>
                  <a:gd name="connsiteX7" fmla="*/ 1337992 w 1365388"/>
                  <a:gd name="connsiteY7" fmla="*/ 79925 h 107176"/>
                  <a:gd name="connsiteX8" fmla="*/ 1349192 w 1365388"/>
                  <a:gd name="connsiteY8" fmla="*/ 54190 h 107176"/>
                  <a:gd name="connsiteX9" fmla="*/ 1349192 w 1365388"/>
                  <a:gd name="connsiteY9" fmla="*/ 51740 h 107176"/>
                  <a:gd name="connsiteX10" fmla="*/ 1337992 w 1365388"/>
                  <a:gd name="connsiteY10" fmla="*/ 27230 h 107176"/>
                  <a:gd name="connsiteX11" fmla="*/ 1311854 w 1365388"/>
                  <a:gd name="connsiteY11" fmla="*/ 16201 h 107176"/>
                  <a:gd name="connsiteX12" fmla="*/ 53522 w 1365388"/>
                  <a:gd name="connsiteY12" fmla="*/ 0 h 107176"/>
                  <a:gd name="connsiteX13" fmla="*/ 1311868 w 1365388"/>
                  <a:gd name="connsiteY13" fmla="*/ 0 h 107176"/>
                  <a:gd name="connsiteX14" fmla="*/ 1350454 w 1365388"/>
                  <a:gd name="connsiteY14" fmla="*/ 14783 h 107176"/>
                  <a:gd name="connsiteX15" fmla="*/ 1365388 w 1365388"/>
                  <a:gd name="connsiteY15" fmla="*/ 51740 h 107176"/>
                  <a:gd name="connsiteX16" fmla="*/ 1365388 w 1365388"/>
                  <a:gd name="connsiteY16" fmla="*/ 54204 h 107176"/>
                  <a:gd name="connsiteX17" fmla="*/ 1350454 w 1365388"/>
                  <a:gd name="connsiteY17" fmla="*/ 91161 h 107176"/>
                  <a:gd name="connsiteX18" fmla="*/ 1311868 w 1365388"/>
                  <a:gd name="connsiteY18" fmla="*/ 107176 h 107176"/>
                  <a:gd name="connsiteX19" fmla="*/ 53522 w 1365388"/>
                  <a:gd name="connsiteY19" fmla="*/ 107176 h 107176"/>
                  <a:gd name="connsiteX20" fmla="*/ 16182 w 1365388"/>
                  <a:gd name="connsiteY20" fmla="*/ 91161 h 107176"/>
                  <a:gd name="connsiteX21" fmla="*/ 0 w 1365388"/>
                  <a:gd name="connsiteY21" fmla="*/ 54204 h 107176"/>
                  <a:gd name="connsiteX22" fmla="*/ 0 w 1365388"/>
                  <a:gd name="connsiteY22" fmla="*/ 51740 h 107176"/>
                  <a:gd name="connsiteX23" fmla="*/ 16182 w 1365388"/>
                  <a:gd name="connsiteY23" fmla="*/ 14783 h 107176"/>
                  <a:gd name="connsiteX24" fmla="*/ 53522 w 1365388"/>
                  <a:gd name="connsiteY24" fmla="*/ 0 h 107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65388" h="107176">
                    <a:moveTo>
                      <a:pt x="53536" y="16201"/>
                    </a:moveTo>
                    <a:cubicBezTo>
                      <a:pt x="43580" y="16201"/>
                      <a:pt x="34866" y="19877"/>
                      <a:pt x="27400" y="27230"/>
                    </a:cubicBezTo>
                    <a:cubicBezTo>
                      <a:pt x="21176" y="33358"/>
                      <a:pt x="17442" y="43161"/>
                      <a:pt x="17442" y="51740"/>
                    </a:cubicBezTo>
                    <a:lnTo>
                      <a:pt x="17442" y="54190"/>
                    </a:lnTo>
                    <a:cubicBezTo>
                      <a:pt x="17442" y="63994"/>
                      <a:pt x="21176" y="72572"/>
                      <a:pt x="27400" y="79925"/>
                    </a:cubicBezTo>
                    <a:cubicBezTo>
                      <a:pt x="34866" y="86053"/>
                      <a:pt x="43580" y="89729"/>
                      <a:pt x="53536" y="89729"/>
                    </a:cubicBezTo>
                    <a:lnTo>
                      <a:pt x="1311854" y="89729"/>
                    </a:lnTo>
                    <a:cubicBezTo>
                      <a:pt x="1321812" y="89729"/>
                      <a:pt x="1331768" y="86053"/>
                      <a:pt x="1337992" y="79925"/>
                    </a:cubicBezTo>
                    <a:cubicBezTo>
                      <a:pt x="1345460" y="72572"/>
                      <a:pt x="1349192" y="63994"/>
                      <a:pt x="1349192" y="54190"/>
                    </a:cubicBezTo>
                    <a:lnTo>
                      <a:pt x="1349192" y="51740"/>
                    </a:lnTo>
                    <a:cubicBezTo>
                      <a:pt x="1349192" y="43161"/>
                      <a:pt x="1345460" y="33358"/>
                      <a:pt x="1337992" y="27230"/>
                    </a:cubicBezTo>
                    <a:cubicBezTo>
                      <a:pt x="1331768" y="19877"/>
                      <a:pt x="1321812" y="16201"/>
                      <a:pt x="1311854" y="16201"/>
                    </a:cubicBezTo>
                    <a:close/>
                    <a:moveTo>
                      <a:pt x="53522" y="0"/>
                    </a:moveTo>
                    <a:lnTo>
                      <a:pt x="1311868" y="0"/>
                    </a:lnTo>
                    <a:cubicBezTo>
                      <a:pt x="1326804" y="0"/>
                      <a:pt x="1339252" y="4928"/>
                      <a:pt x="1350454" y="14783"/>
                    </a:cubicBezTo>
                    <a:cubicBezTo>
                      <a:pt x="1360410" y="24638"/>
                      <a:pt x="1365388" y="38189"/>
                      <a:pt x="1365388" y="51740"/>
                    </a:cubicBezTo>
                    <a:lnTo>
                      <a:pt x="1365388" y="54204"/>
                    </a:lnTo>
                    <a:cubicBezTo>
                      <a:pt x="1365388" y="67755"/>
                      <a:pt x="1360410" y="81306"/>
                      <a:pt x="1350454" y="91161"/>
                    </a:cubicBezTo>
                    <a:cubicBezTo>
                      <a:pt x="1339252" y="101016"/>
                      <a:pt x="1326804" y="107176"/>
                      <a:pt x="1311868" y="107176"/>
                    </a:cubicBezTo>
                    <a:lnTo>
                      <a:pt x="53522" y="107176"/>
                    </a:lnTo>
                    <a:cubicBezTo>
                      <a:pt x="39830" y="107176"/>
                      <a:pt x="26138" y="101016"/>
                      <a:pt x="16182" y="91161"/>
                    </a:cubicBezTo>
                    <a:cubicBezTo>
                      <a:pt x="6224" y="81306"/>
                      <a:pt x="0" y="67755"/>
                      <a:pt x="0" y="54204"/>
                    </a:cubicBezTo>
                    <a:lnTo>
                      <a:pt x="0" y="51740"/>
                    </a:lnTo>
                    <a:cubicBezTo>
                      <a:pt x="0" y="38189"/>
                      <a:pt x="6224" y="24638"/>
                      <a:pt x="16182" y="14783"/>
                    </a:cubicBezTo>
                    <a:cubicBezTo>
                      <a:pt x="26138" y="4928"/>
                      <a:pt x="39830" y="0"/>
                      <a:pt x="535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0D103DA-5709-6946-B713-4D2EEF7EB5BE}"/>
                </a:ext>
              </a:extLst>
            </p:cNvPr>
            <p:cNvGrpSpPr/>
            <p:nvPr/>
          </p:nvGrpSpPr>
          <p:grpSpPr>
            <a:xfrm>
              <a:off x="16429505" y="4776797"/>
              <a:ext cx="3909295" cy="2846388"/>
              <a:chOff x="16429505" y="4776797"/>
              <a:chExt cx="3909295" cy="2846388"/>
            </a:xfrm>
          </p:grpSpPr>
          <p:sp>
            <p:nvSpPr>
              <p:cNvPr id="123" name="Freeform 122">
                <a:extLst>
                  <a:ext uri="{FF2B5EF4-FFF2-40B4-BE49-F238E27FC236}">
                    <a16:creationId xmlns:a16="http://schemas.microsoft.com/office/drawing/2014/main" id="{AE7822CF-6007-D940-96F0-70B0FFB25A74}"/>
                  </a:ext>
                </a:extLst>
              </p:cNvPr>
              <p:cNvSpPr/>
              <p:nvPr/>
            </p:nvSpPr>
            <p:spPr>
              <a:xfrm>
                <a:off x="16438225" y="4785521"/>
                <a:ext cx="3893099" cy="28289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26" h="2271">
                    <a:moveTo>
                      <a:pt x="2831" y="0"/>
                    </a:moveTo>
                    <a:lnTo>
                      <a:pt x="1563" y="0"/>
                    </a:lnTo>
                    <a:lnTo>
                      <a:pt x="295" y="0"/>
                    </a:lnTo>
                    <a:cubicBezTo>
                      <a:pt x="213" y="0"/>
                      <a:pt x="140" y="33"/>
                      <a:pt x="86" y="86"/>
                    </a:cubicBezTo>
                    <a:cubicBezTo>
                      <a:pt x="33" y="139"/>
                      <a:pt x="0" y="213"/>
                      <a:pt x="0" y="294"/>
                    </a:cubicBezTo>
                    <a:lnTo>
                      <a:pt x="0" y="1136"/>
                    </a:lnTo>
                    <a:lnTo>
                      <a:pt x="0" y="1977"/>
                    </a:lnTo>
                    <a:cubicBezTo>
                      <a:pt x="0" y="2058"/>
                      <a:pt x="33" y="2132"/>
                      <a:pt x="86" y="2185"/>
                    </a:cubicBezTo>
                    <a:cubicBezTo>
                      <a:pt x="140" y="2238"/>
                      <a:pt x="213" y="2271"/>
                      <a:pt x="295" y="2271"/>
                    </a:cubicBezTo>
                    <a:lnTo>
                      <a:pt x="1563" y="2271"/>
                    </a:lnTo>
                    <a:lnTo>
                      <a:pt x="2831" y="2271"/>
                    </a:lnTo>
                    <a:cubicBezTo>
                      <a:pt x="2913" y="2271"/>
                      <a:pt x="2986" y="2238"/>
                      <a:pt x="3039" y="2185"/>
                    </a:cubicBezTo>
                    <a:cubicBezTo>
                      <a:pt x="3093" y="2132"/>
                      <a:pt x="3126" y="2058"/>
                      <a:pt x="3126" y="1977"/>
                    </a:cubicBezTo>
                    <a:lnTo>
                      <a:pt x="3126" y="1136"/>
                    </a:lnTo>
                    <a:lnTo>
                      <a:pt x="3126" y="294"/>
                    </a:lnTo>
                    <a:cubicBezTo>
                      <a:pt x="3126" y="213"/>
                      <a:pt x="3093" y="139"/>
                      <a:pt x="3039" y="86"/>
                    </a:cubicBezTo>
                    <a:cubicBezTo>
                      <a:pt x="2986" y="33"/>
                      <a:pt x="2913" y="0"/>
                      <a:pt x="283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6E7D5258-1B65-6E45-BBAC-1E43D1D78B8E}"/>
                  </a:ext>
                </a:extLst>
              </p:cNvPr>
              <p:cNvSpPr/>
              <p:nvPr/>
            </p:nvSpPr>
            <p:spPr>
              <a:xfrm>
                <a:off x="16429505" y="4776797"/>
                <a:ext cx="3909295" cy="2846388"/>
              </a:xfrm>
              <a:custGeom>
                <a:avLst/>
                <a:gdLst>
                  <a:gd name="connsiteX0" fmla="*/ 376113 w 3909295"/>
                  <a:gd name="connsiteY0" fmla="*/ 17447 h 2846388"/>
                  <a:gd name="connsiteX1" fmla="*/ 122054 w 3909295"/>
                  <a:gd name="connsiteY1" fmla="*/ 122084 h 2846388"/>
                  <a:gd name="connsiteX2" fmla="*/ 17441 w 3909295"/>
                  <a:gd name="connsiteY2" fmla="*/ 374957 h 2846388"/>
                  <a:gd name="connsiteX3" fmla="*/ 17441 w 3909295"/>
                  <a:gd name="connsiteY3" fmla="*/ 2471432 h 2846388"/>
                  <a:gd name="connsiteX4" fmla="*/ 122054 w 3909295"/>
                  <a:gd name="connsiteY4" fmla="*/ 2724305 h 2846388"/>
                  <a:gd name="connsiteX5" fmla="*/ 376113 w 3909295"/>
                  <a:gd name="connsiteY5" fmla="*/ 2830187 h 2846388"/>
                  <a:gd name="connsiteX6" fmla="*/ 3534427 w 3909295"/>
                  <a:gd name="connsiteY6" fmla="*/ 2830187 h 2846388"/>
                  <a:gd name="connsiteX7" fmla="*/ 3788487 w 3909295"/>
                  <a:gd name="connsiteY7" fmla="*/ 2724305 h 2846388"/>
                  <a:gd name="connsiteX8" fmla="*/ 3893099 w 3909295"/>
                  <a:gd name="connsiteY8" fmla="*/ 2471432 h 2846388"/>
                  <a:gd name="connsiteX9" fmla="*/ 3893099 w 3909295"/>
                  <a:gd name="connsiteY9" fmla="*/ 374957 h 2846388"/>
                  <a:gd name="connsiteX10" fmla="*/ 3788487 w 3909295"/>
                  <a:gd name="connsiteY10" fmla="*/ 122084 h 2846388"/>
                  <a:gd name="connsiteX11" fmla="*/ 3534427 w 3909295"/>
                  <a:gd name="connsiteY11" fmla="*/ 17447 h 2846388"/>
                  <a:gd name="connsiteX12" fmla="*/ 376109 w 3909295"/>
                  <a:gd name="connsiteY12" fmla="*/ 0 h 2846388"/>
                  <a:gd name="connsiteX13" fmla="*/ 3534431 w 3909295"/>
                  <a:gd name="connsiteY13" fmla="*/ 0 h 2846388"/>
                  <a:gd name="connsiteX14" fmla="*/ 3799699 w 3909295"/>
                  <a:gd name="connsiteY14" fmla="*/ 109620 h 2846388"/>
                  <a:gd name="connsiteX15" fmla="*/ 3909295 w 3909295"/>
                  <a:gd name="connsiteY15" fmla="*/ 374951 h 2846388"/>
                  <a:gd name="connsiteX16" fmla="*/ 3909295 w 3909295"/>
                  <a:gd name="connsiteY16" fmla="*/ 2471437 h 2846388"/>
                  <a:gd name="connsiteX17" fmla="*/ 3799699 w 3909295"/>
                  <a:gd name="connsiteY17" fmla="*/ 2736768 h 2846388"/>
                  <a:gd name="connsiteX18" fmla="*/ 3534431 w 3909295"/>
                  <a:gd name="connsiteY18" fmla="*/ 2846388 h 2846388"/>
                  <a:gd name="connsiteX19" fmla="*/ 376109 w 3909295"/>
                  <a:gd name="connsiteY19" fmla="*/ 2846388 h 2846388"/>
                  <a:gd name="connsiteX20" fmla="*/ 110840 w 3909295"/>
                  <a:gd name="connsiteY20" fmla="*/ 2736768 h 2846388"/>
                  <a:gd name="connsiteX21" fmla="*/ 0 w 3909295"/>
                  <a:gd name="connsiteY21" fmla="*/ 2471437 h 2846388"/>
                  <a:gd name="connsiteX22" fmla="*/ 0 w 3909295"/>
                  <a:gd name="connsiteY22" fmla="*/ 374951 h 2846388"/>
                  <a:gd name="connsiteX23" fmla="*/ 110840 w 3909295"/>
                  <a:gd name="connsiteY23" fmla="*/ 109620 h 2846388"/>
                  <a:gd name="connsiteX24" fmla="*/ 376109 w 3909295"/>
                  <a:gd name="connsiteY24" fmla="*/ 0 h 2846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909295" h="2846388">
                    <a:moveTo>
                      <a:pt x="376113" y="17447"/>
                    </a:moveTo>
                    <a:cubicBezTo>
                      <a:pt x="280219" y="17447"/>
                      <a:pt x="189305" y="54818"/>
                      <a:pt x="122054" y="122084"/>
                    </a:cubicBezTo>
                    <a:cubicBezTo>
                      <a:pt x="53557" y="189351"/>
                      <a:pt x="17441" y="280285"/>
                      <a:pt x="17441" y="374957"/>
                    </a:cubicBezTo>
                    <a:lnTo>
                      <a:pt x="17441" y="2471432"/>
                    </a:lnTo>
                    <a:cubicBezTo>
                      <a:pt x="17441" y="2567349"/>
                      <a:pt x="53557" y="2657038"/>
                      <a:pt x="122054" y="2724305"/>
                    </a:cubicBezTo>
                    <a:cubicBezTo>
                      <a:pt x="189305" y="2792817"/>
                      <a:pt x="280219" y="2830187"/>
                      <a:pt x="376113" y="2830187"/>
                    </a:cubicBezTo>
                    <a:lnTo>
                      <a:pt x="3534427" y="2830187"/>
                    </a:lnTo>
                    <a:cubicBezTo>
                      <a:pt x="3630321" y="2830187"/>
                      <a:pt x="3719989" y="2792817"/>
                      <a:pt x="3788487" y="2724305"/>
                    </a:cubicBezTo>
                    <a:cubicBezTo>
                      <a:pt x="3855737" y="2657038"/>
                      <a:pt x="3893099" y="2567349"/>
                      <a:pt x="3893099" y="2471432"/>
                    </a:cubicBezTo>
                    <a:lnTo>
                      <a:pt x="3893099" y="374957"/>
                    </a:lnTo>
                    <a:cubicBezTo>
                      <a:pt x="3893099" y="280285"/>
                      <a:pt x="3855737" y="189351"/>
                      <a:pt x="3788487" y="122084"/>
                    </a:cubicBezTo>
                    <a:cubicBezTo>
                      <a:pt x="3719989" y="54818"/>
                      <a:pt x="3630321" y="17447"/>
                      <a:pt x="3534427" y="17447"/>
                    </a:cubicBezTo>
                    <a:close/>
                    <a:moveTo>
                      <a:pt x="376109" y="0"/>
                    </a:moveTo>
                    <a:lnTo>
                      <a:pt x="3534431" y="0"/>
                    </a:lnTo>
                    <a:cubicBezTo>
                      <a:pt x="3634061" y="0"/>
                      <a:pt x="3728711" y="38616"/>
                      <a:pt x="3799699" y="109620"/>
                    </a:cubicBezTo>
                    <a:cubicBezTo>
                      <a:pt x="3870687" y="180624"/>
                      <a:pt x="3909295" y="275296"/>
                      <a:pt x="3909295" y="374951"/>
                    </a:cubicBezTo>
                    <a:lnTo>
                      <a:pt x="3909295" y="2471437"/>
                    </a:lnTo>
                    <a:cubicBezTo>
                      <a:pt x="3909295" y="2571092"/>
                      <a:pt x="3870687" y="2665764"/>
                      <a:pt x="3799699" y="2736768"/>
                    </a:cubicBezTo>
                    <a:cubicBezTo>
                      <a:pt x="3728711" y="2807772"/>
                      <a:pt x="3634061" y="2846388"/>
                      <a:pt x="3534431" y="2846388"/>
                    </a:cubicBezTo>
                    <a:lnTo>
                      <a:pt x="376109" y="2846388"/>
                    </a:lnTo>
                    <a:cubicBezTo>
                      <a:pt x="275232" y="2846388"/>
                      <a:pt x="181828" y="2807772"/>
                      <a:pt x="110840" y="2736768"/>
                    </a:cubicBezTo>
                    <a:cubicBezTo>
                      <a:pt x="39853" y="2665764"/>
                      <a:pt x="0" y="2571092"/>
                      <a:pt x="0" y="2471437"/>
                    </a:cubicBezTo>
                    <a:lnTo>
                      <a:pt x="0" y="374951"/>
                    </a:lnTo>
                    <a:cubicBezTo>
                      <a:pt x="0" y="275296"/>
                      <a:pt x="39853" y="180624"/>
                      <a:pt x="110840" y="109620"/>
                    </a:cubicBezTo>
                    <a:cubicBezTo>
                      <a:pt x="181828" y="38616"/>
                      <a:pt x="275232" y="0"/>
                      <a:pt x="3761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48663D1C-5CAF-0647-A35E-610CA59E2C88}"/>
                  </a:ext>
                </a:extLst>
              </p:cNvPr>
              <p:cNvSpPr/>
              <p:nvPr/>
            </p:nvSpPr>
            <p:spPr>
              <a:xfrm>
                <a:off x="16826912" y="6109016"/>
                <a:ext cx="519495" cy="12586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8" h="1011">
                    <a:moveTo>
                      <a:pt x="210" y="1011"/>
                    </a:moveTo>
                    <a:cubicBezTo>
                      <a:pt x="152" y="1011"/>
                      <a:pt x="100" y="988"/>
                      <a:pt x="61" y="950"/>
                    </a:cubicBezTo>
                    <a:cubicBezTo>
                      <a:pt x="24" y="912"/>
                      <a:pt x="0" y="860"/>
                      <a:pt x="0" y="802"/>
                    </a:cubicBezTo>
                    <a:lnTo>
                      <a:pt x="0" y="505"/>
                    </a:lnTo>
                    <a:lnTo>
                      <a:pt x="0" y="209"/>
                    </a:lnTo>
                    <a:cubicBezTo>
                      <a:pt x="0" y="151"/>
                      <a:pt x="24" y="99"/>
                      <a:pt x="61" y="61"/>
                    </a:cubicBezTo>
                    <a:cubicBezTo>
                      <a:pt x="100" y="24"/>
                      <a:pt x="152" y="0"/>
                      <a:pt x="210" y="0"/>
                    </a:cubicBezTo>
                    <a:cubicBezTo>
                      <a:pt x="267" y="0"/>
                      <a:pt x="320" y="24"/>
                      <a:pt x="357" y="61"/>
                    </a:cubicBezTo>
                    <a:cubicBezTo>
                      <a:pt x="395" y="99"/>
                      <a:pt x="418" y="151"/>
                      <a:pt x="418" y="209"/>
                    </a:cubicBezTo>
                    <a:lnTo>
                      <a:pt x="418" y="505"/>
                    </a:lnTo>
                    <a:lnTo>
                      <a:pt x="418" y="802"/>
                    </a:lnTo>
                    <a:cubicBezTo>
                      <a:pt x="418" y="860"/>
                      <a:pt x="395" y="912"/>
                      <a:pt x="357" y="950"/>
                    </a:cubicBezTo>
                    <a:cubicBezTo>
                      <a:pt x="320" y="988"/>
                      <a:pt x="267" y="1011"/>
                      <a:pt x="210" y="10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9A374DC1-74CF-A647-8395-C6BF18912705}"/>
                  </a:ext>
                </a:extLst>
              </p:cNvPr>
              <p:cNvSpPr/>
              <p:nvPr/>
            </p:nvSpPr>
            <p:spPr>
              <a:xfrm>
                <a:off x="16818192" y="6101539"/>
                <a:ext cx="536936" cy="1274889"/>
              </a:xfrm>
              <a:custGeom>
                <a:avLst/>
                <a:gdLst>
                  <a:gd name="connsiteX0" fmla="*/ 269712 w 536936"/>
                  <a:gd name="connsiteY0" fmla="*/ 16201 h 1274889"/>
                  <a:gd name="connsiteX1" fmla="*/ 90764 w 536936"/>
                  <a:gd name="connsiteY1" fmla="*/ 89655 h 1274889"/>
                  <a:gd name="connsiteX2" fmla="*/ 18688 w 536936"/>
                  <a:gd name="connsiteY2" fmla="*/ 267687 h 1274889"/>
                  <a:gd name="connsiteX3" fmla="*/ 18688 w 536936"/>
                  <a:gd name="connsiteY3" fmla="*/ 1005959 h 1274889"/>
                  <a:gd name="connsiteX4" fmla="*/ 90764 w 536936"/>
                  <a:gd name="connsiteY4" fmla="*/ 1183991 h 1274889"/>
                  <a:gd name="connsiteX5" fmla="*/ 269712 w 536936"/>
                  <a:gd name="connsiteY5" fmla="*/ 1257445 h 1274889"/>
                  <a:gd name="connsiteX6" fmla="*/ 446176 w 536936"/>
                  <a:gd name="connsiteY6" fmla="*/ 1183991 h 1274889"/>
                  <a:gd name="connsiteX7" fmla="*/ 519496 w 536936"/>
                  <a:gd name="connsiteY7" fmla="*/ 1005959 h 1274889"/>
                  <a:gd name="connsiteX8" fmla="*/ 519496 w 536936"/>
                  <a:gd name="connsiteY8" fmla="*/ 267687 h 1274889"/>
                  <a:gd name="connsiteX9" fmla="*/ 446176 w 536936"/>
                  <a:gd name="connsiteY9" fmla="*/ 89655 h 1274889"/>
                  <a:gd name="connsiteX10" fmla="*/ 269712 w 536936"/>
                  <a:gd name="connsiteY10" fmla="*/ 16201 h 1274889"/>
                  <a:gd name="connsiteX11" fmla="*/ 269710 w 536936"/>
                  <a:gd name="connsiteY11" fmla="*/ 0 h 1274889"/>
                  <a:gd name="connsiteX12" fmla="*/ 458632 w 536936"/>
                  <a:gd name="connsiteY12" fmla="*/ 78436 h 1274889"/>
                  <a:gd name="connsiteX13" fmla="*/ 536936 w 536936"/>
                  <a:gd name="connsiteY13" fmla="*/ 267677 h 1274889"/>
                  <a:gd name="connsiteX14" fmla="*/ 536936 w 536936"/>
                  <a:gd name="connsiteY14" fmla="*/ 1005967 h 1274889"/>
                  <a:gd name="connsiteX15" fmla="*/ 458632 w 536936"/>
                  <a:gd name="connsiteY15" fmla="*/ 1196454 h 1274889"/>
                  <a:gd name="connsiteX16" fmla="*/ 269710 w 536936"/>
                  <a:gd name="connsiteY16" fmla="*/ 1274889 h 1274889"/>
                  <a:gd name="connsiteX17" fmla="*/ 79546 w 536936"/>
                  <a:gd name="connsiteY17" fmla="*/ 1196454 h 1274889"/>
                  <a:gd name="connsiteX18" fmla="*/ 0 w 536936"/>
                  <a:gd name="connsiteY18" fmla="*/ 1005967 h 1274889"/>
                  <a:gd name="connsiteX19" fmla="*/ 0 w 536936"/>
                  <a:gd name="connsiteY19" fmla="*/ 267677 h 1274889"/>
                  <a:gd name="connsiteX20" fmla="*/ 79546 w 536936"/>
                  <a:gd name="connsiteY20" fmla="*/ 78436 h 1274889"/>
                  <a:gd name="connsiteX21" fmla="*/ 269710 w 536936"/>
                  <a:gd name="connsiteY21" fmla="*/ 0 h 1274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36936" h="1274889">
                    <a:moveTo>
                      <a:pt x="269712" y="16201"/>
                    </a:moveTo>
                    <a:cubicBezTo>
                      <a:pt x="202606" y="16201"/>
                      <a:pt x="139228" y="42346"/>
                      <a:pt x="90764" y="89655"/>
                    </a:cubicBezTo>
                    <a:cubicBezTo>
                      <a:pt x="43540" y="136964"/>
                      <a:pt x="18688" y="200458"/>
                      <a:pt x="18688" y="267687"/>
                    </a:cubicBezTo>
                    <a:lnTo>
                      <a:pt x="18688" y="1005959"/>
                    </a:lnTo>
                    <a:cubicBezTo>
                      <a:pt x="18688" y="1074433"/>
                      <a:pt x="43540" y="1136682"/>
                      <a:pt x="90764" y="1183991"/>
                    </a:cubicBezTo>
                    <a:cubicBezTo>
                      <a:pt x="139228" y="1231301"/>
                      <a:pt x="202606" y="1257445"/>
                      <a:pt x="269712" y="1257445"/>
                    </a:cubicBezTo>
                    <a:cubicBezTo>
                      <a:pt x="335576" y="1257445"/>
                      <a:pt x="398954" y="1231301"/>
                      <a:pt x="446176" y="1183991"/>
                    </a:cubicBezTo>
                    <a:cubicBezTo>
                      <a:pt x="493398" y="1136682"/>
                      <a:pt x="519496" y="1074433"/>
                      <a:pt x="519496" y="1005959"/>
                    </a:cubicBezTo>
                    <a:lnTo>
                      <a:pt x="519496" y="267687"/>
                    </a:lnTo>
                    <a:cubicBezTo>
                      <a:pt x="519496" y="200458"/>
                      <a:pt x="493398" y="136964"/>
                      <a:pt x="446176" y="89655"/>
                    </a:cubicBezTo>
                    <a:cubicBezTo>
                      <a:pt x="398954" y="42346"/>
                      <a:pt x="335576" y="16201"/>
                      <a:pt x="269712" y="16201"/>
                    </a:cubicBezTo>
                    <a:close/>
                    <a:moveTo>
                      <a:pt x="269710" y="0"/>
                    </a:moveTo>
                    <a:cubicBezTo>
                      <a:pt x="340556" y="0"/>
                      <a:pt x="407674" y="26145"/>
                      <a:pt x="458632" y="78436"/>
                    </a:cubicBezTo>
                    <a:cubicBezTo>
                      <a:pt x="509592" y="128236"/>
                      <a:pt x="536936" y="195467"/>
                      <a:pt x="536936" y="267677"/>
                    </a:cubicBezTo>
                    <a:lnTo>
                      <a:pt x="536936" y="1005967"/>
                    </a:lnTo>
                    <a:cubicBezTo>
                      <a:pt x="536936" y="1076933"/>
                      <a:pt x="509592" y="1145408"/>
                      <a:pt x="458632" y="1196454"/>
                    </a:cubicBezTo>
                    <a:cubicBezTo>
                      <a:pt x="407674" y="1246254"/>
                      <a:pt x="340556" y="1274889"/>
                      <a:pt x="269710" y="1274889"/>
                    </a:cubicBezTo>
                    <a:cubicBezTo>
                      <a:pt x="197622" y="1274889"/>
                      <a:pt x="130506" y="1246254"/>
                      <a:pt x="79546" y="1196454"/>
                    </a:cubicBezTo>
                    <a:cubicBezTo>
                      <a:pt x="28586" y="1145408"/>
                      <a:pt x="0" y="1076933"/>
                      <a:pt x="0" y="1005967"/>
                    </a:cubicBezTo>
                    <a:lnTo>
                      <a:pt x="0" y="267677"/>
                    </a:lnTo>
                    <a:cubicBezTo>
                      <a:pt x="0" y="195467"/>
                      <a:pt x="28586" y="128236"/>
                      <a:pt x="79546" y="78436"/>
                    </a:cubicBezTo>
                    <a:cubicBezTo>
                      <a:pt x="130506" y="26145"/>
                      <a:pt x="197622" y="0"/>
                      <a:pt x="2697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BEF5568C-D58E-9F44-B1FF-10A2FE17D184}"/>
                  </a:ext>
                </a:extLst>
              </p:cNvPr>
              <p:cNvSpPr/>
              <p:nvPr/>
            </p:nvSpPr>
            <p:spPr>
              <a:xfrm>
                <a:off x="17594320" y="5414866"/>
                <a:ext cx="518249" cy="19528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7" h="1568">
                    <a:moveTo>
                      <a:pt x="209" y="1568"/>
                    </a:moveTo>
                    <a:cubicBezTo>
                      <a:pt x="151" y="1568"/>
                      <a:pt x="99" y="1545"/>
                      <a:pt x="61" y="1507"/>
                    </a:cubicBezTo>
                    <a:cubicBezTo>
                      <a:pt x="24" y="1469"/>
                      <a:pt x="0" y="1417"/>
                      <a:pt x="0" y="1359"/>
                    </a:cubicBezTo>
                    <a:lnTo>
                      <a:pt x="0" y="784"/>
                    </a:lnTo>
                    <a:lnTo>
                      <a:pt x="0" y="209"/>
                    </a:lnTo>
                    <a:cubicBezTo>
                      <a:pt x="0" y="151"/>
                      <a:pt x="24" y="99"/>
                      <a:pt x="61" y="61"/>
                    </a:cubicBezTo>
                    <a:cubicBezTo>
                      <a:pt x="99" y="24"/>
                      <a:pt x="151" y="0"/>
                      <a:pt x="209" y="0"/>
                    </a:cubicBezTo>
                    <a:cubicBezTo>
                      <a:pt x="266" y="0"/>
                      <a:pt x="319" y="24"/>
                      <a:pt x="356" y="61"/>
                    </a:cubicBezTo>
                    <a:cubicBezTo>
                      <a:pt x="394" y="99"/>
                      <a:pt x="417" y="151"/>
                      <a:pt x="417" y="209"/>
                    </a:cubicBezTo>
                    <a:lnTo>
                      <a:pt x="417" y="784"/>
                    </a:lnTo>
                    <a:lnTo>
                      <a:pt x="417" y="1359"/>
                    </a:lnTo>
                    <a:cubicBezTo>
                      <a:pt x="417" y="1417"/>
                      <a:pt x="394" y="1469"/>
                      <a:pt x="356" y="1507"/>
                    </a:cubicBezTo>
                    <a:cubicBezTo>
                      <a:pt x="319" y="1545"/>
                      <a:pt x="266" y="1568"/>
                      <a:pt x="209" y="156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08B18AB5-763F-864D-927A-4EF7897D377D}"/>
                  </a:ext>
                </a:extLst>
              </p:cNvPr>
              <p:cNvSpPr/>
              <p:nvPr/>
            </p:nvSpPr>
            <p:spPr>
              <a:xfrm>
                <a:off x="17586842" y="5406143"/>
                <a:ext cx="535690" cy="1970289"/>
              </a:xfrm>
              <a:custGeom>
                <a:avLst/>
                <a:gdLst>
                  <a:gd name="connsiteX0" fmla="*/ 267220 w 535690"/>
                  <a:gd name="connsiteY0" fmla="*/ 17447 h 1970289"/>
                  <a:gd name="connsiteX1" fmla="*/ 89514 w 535690"/>
                  <a:gd name="connsiteY1" fmla="*/ 90927 h 1970289"/>
                  <a:gd name="connsiteX2" fmla="*/ 16194 w 535690"/>
                  <a:gd name="connsiteY2" fmla="*/ 269024 h 1970289"/>
                  <a:gd name="connsiteX3" fmla="*/ 16194 w 535690"/>
                  <a:gd name="connsiteY3" fmla="*/ 1701265 h 1970289"/>
                  <a:gd name="connsiteX4" fmla="*/ 89514 w 535690"/>
                  <a:gd name="connsiteY4" fmla="*/ 1879361 h 1970289"/>
                  <a:gd name="connsiteX5" fmla="*/ 267220 w 535690"/>
                  <a:gd name="connsiteY5" fmla="*/ 1952841 h 1970289"/>
                  <a:gd name="connsiteX6" fmla="*/ 444926 w 535690"/>
                  <a:gd name="connsiteY6" fmla="*/ 1879361 h 1970289"/>
                  <a:gd name="connsiteX7" fmla="*/ 517002 w 535690"/>
                  <a:gd name="connsiteY7" fmla="*/ 1701265 h 1970289"/>
                  <a:gd name="connsiteX8" fmla="*/ 517002 w 535690"/>
                  <a:gd name="connsiteY8" fmla="*/ 269024 h 1970289"/>
                  <a:gd name="connsiteX9" fmla="*/ 444926 w 535690"/>
                  <a:gd name="connsiteY9" fmla="*/ 90927 h 1970289"/>
                  <a:gd name="connsiteX10" fmla="*/ 267220 w 535690"/>
                  <a:gd name="connsiteY10" fmla="*/ 17447 h 1970289"/>
                  <a:gd name="connsiteX11" fmla="*/ 267224 w 535690"/>
                  <a:gd name="connsiteY11" fmla="*/ 0 h 1970289"/>
                  <a:gd name="connsiteX12" fmla="*/ 456144 w 535690"/>
                  <a:gd name="connsiteY12" fmla="*/ 78463 h 1970289"/>
                  <a:gd name="connsiteX13" fmla="*/ 535690 w 535690"/>
                  <a:gd name="connsiteY13" fmla="*/ 269016 h 1970289"/>
                  <a:gd name="connsiteX14" fmla="*/ 535690 w 535690"/>
                  <a:gd name="connsiteY14" fmla="*/ 1701274 h 1970289"/>
                  <a:gd name="connsiteX15" fmla="*/ 456144 w 535690"/>
                  <a:gd name="connsiteY15" fmla="*/ 1891826 h 1970289"/>
                  <a:gd name="connsiteX16" fmla="*/ 267224 w 535690"/>
                  <a:gd name="connsiteY16" fmla="*/ 1970289 h 1970289"/>
                  <a:gd name="connsiteX17" fmla="*/ 78302 w 535690"/>
                  <a:gd name="connsiteY17" fmla="*/ 1891826 h 1970289"/>
                  <a:gd name="connsiteX18" fmla="*/ 0 w 535690"/>
                  <a:gd name="connsiteY18" fmla="*/ 1701274 h 1970289"/>
                  <a:gd name="connsiteX19" fmla="*/ 0 w 535690"/>
                  <a:gd name="connsiteY19" fmla="*/ 269016 h 1970289"/>
                  <a:gd name="connsiteX20" fmla="*/ 78302 w 535690"/>
                  <a:gd name="connsiteY20" fmla="*/ 78463 h 1970289"/>
                  <a:gd name="connsiteX21" fmla="*/ 267224 w 535690"/>
                  <a:gd name="connsiteY21" fmla="*/ 0 h 1970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35690" h="1970289">
                    <a:moveTo>
                      <a:pt x="267220" y="17447"/>
                    </a:moveTo>
                    <a:cubicBezTo>
                      <a:pt x="200114" y="17447"/>
                      <a:pt x="136736" y="43601"/>
                      <a:pt x="89514" y="90927"/>
                    </a:cubicBezTo>
                    <a:cubicBezTo>
                      <a:pt x="42292" y="139499"/>
                      <a:pt x="16194" y="201770"/>
                      <a:pt x="16194" y="269024"/>
                    </a:cubicBezTo>
                    <a:lnTo>
                      <a:pt x="16194" y="1701265"/>
                    </a:lnTo>
                    <a:cubicBezTo>
                      <a:pt x="16194" y="1769763"/>
                      <a:pt x="42292" y="1832035"/>
                      <a:pt x="89514" y="1879361"/>
                    </a:cubicBezTo>
                    <a:cubicBezTo>
                      <a:pt x="136736" y="1926687"/>
                      <a:pt x="200114" y="1952841"/>
                      <a:pt x="267220" y="1952841"/>
                    </a:cubicBezTo>
                    <a:cubicBezTo>
                      <a:pt x="334326" y="1952841"/>
                      <a:pt x="396462" y="1926687"/>
                      <a:pt x="444926" y="1879361"/>
                    </a:cubicBezTo>
                    <a:cubicBezTo>
                      <a:pt x="492150" y="1832035"/>
                      <a:pt x="517002" y="1769763"/>
                      <a:pt x="517002" y="1701265"/>
                    </a:cubicBezTo>
                    <a:lnTo>
                      <a:pt x="517002" y="269024"/>
                    </a:lnTo>
                    <a:cubicBezTo>
                      <a:pt x="517002" y="201770"/>
                      <a:pt x="492150" y="139499"/>
                      <a:pt x="444926" y="90927"/>
                    </a:cubicBezTo>
                    <a:cubicBezTo>
                      <a:pt x="396462" y="43601"/>
                      <a:pt x="334326" y="17447"/>
                      <a:pt x="267220" y="17447"/>
                    </a:cubicBezTo>
                    <a:close/>
                    <a:moveTo>
                      <a:pt x="267224" y="0"/>
                    </a:moveTo>
                    <a:cubicBezTo>
                      <a:pt x="338068" y="0"/>
                      <a:pt x="406428" y="28645"/>
                      <a:pt x="456144" y="78463"/>
                    </a:cubicBezTo>
                    <a:cubicBezTo>
                      <a:pt x="507104" y="129526"/>
                      <a:pt x="535690" y="198025"/>
                      <a:pt x="535690" y="269016"/>
                    </a:cubicBezTo>
                    <a:lnTo>
                      <a:pt x="535690" y="1701274"/>
                    </a:lnTo>
                    <a:cubicBezTo>
                      <a:pt x="535690" y="1772264"/>
                      <a:pt x="507104" y="1840763"/>
                      <a:pt x="456144" y="1891826"/>
                    </a:cubicBezTo>
                    <a:cubicBezTo>
                      <a:pt x="406428" y="1941644"/>
                      <a:pt x="338068" y="1970289"/>
                      <a:pt x="267224" y="1970289"/>
                    </a:cubicBezTo>
                    <a:cubicBezTo>
                      <a:pt x="195136" y="1970289"/>
                      <a:pt x="128018" y="1941644"/>
                      <a:pt x="78302" y="1891826"/>
                    </a:cubicBezTo>
                    <a:cubicBezTo>
                      <a:pt x="26100" y="1840763"/>
                      <a:pt x="0" y="1772264"/>
                      <a:pt x="0" y="1701274"/>
                    </a:cubicBezTo>
                    <a:lnTo>
                      <a:pt x="0" y="269016"/>
                    </a:lnTo>
                    <a:cubicBezTo>
                      <a:pt x="0" y="198025"/>
                      <a:pt x="26100" y="129526"/>
                      <a:pt x="78302" y="78463"/>
                    </a:cubicBezTo>
                    <a:cubicBezTo>
                      <a:pt x="128018" y="28645"/>
                      <a:pt x="195136" y="0"/>
                      <a:pt x="2672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3A3A3902-627C-2940-AF4E-7066D28B66ED}"/>
                  </a:ext>
                </a:extLst>
              </p:cNvPr>
              <p:cNvSpPr/>
              <p:nvPr/>
            </p:nvSpPr>
            <p:spPr>
              <a:xfrm>
                <a:off x="18360482" y="6201237"/>
                <a:ext cx="519495" cy="11664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8" h="937">
                    <a:moveTo>
                      <a:pt x="209" y="937"/>
                    </a:moveTo>
                    <a:cubicBezTo>
                      <a:pt x="151" y="937"/>
                      <a:pt x="99" y="914"/>
                      <a:pt x="62" y="876"/>
                    </a:cubicBezTo>
                    <a:cubicBezTo>
                      <a:pt x="24" y="838"/>
                      <a:pt x="0" y="786"/>
                      <a:pt x="0" y="728"/>
                    </a:cubicBezTo>
                    <a:lnTo>
                      <a:pt x="0" y="468"/>
                    </a:lnTo>
                    <a:lnTo>
                      <a:pt x="0" y="208"/>
                    </a:lnTo>
                    <a:cubicBezTo>
                      <a:pt x="0" y="151"/>
                      <a:pt x="24" y="99"/>
                      <a:pt x="62" y="61"/>
                    </a:cubicBezTo>
                    <a:cubicBezTo>
                      <a:pt x="99" y="23"/>
                      <a:pt x="151" y="0"/>
                      <a:pt x="209" y="0"/>
                    </a:cubicBezTo>
                    <a:cubicBezTo>
                      <a:pt x="267" y="0"/>
                      <a:pt x="319" y="23"/>
                      <a:pt x="357" y="61"/>
                    </a:cubicBezTo>
                    <a:cubicBezTo>
                      <a:pt x="394" y="99"/>
                      <a:pt x="418" y="151"/>
                      <a:pt x="418" y="208"/>
                    </a:cubicBezTo>
                    <a:lnTo>
                      <a:pt x="418" y="468"/>
                    </a:lnTo>
                    <a:lnTo>
                      <a:pt x="418" y="728"/>
                    </a:lnTo>
                    <a:cubicBezTo>
                      <a:pt x="418" y="786"/>
                      <a:pt x="394" y="838"/>
                      <a:pt x="357" y="876"/>
                    </a:cubicBezTo>
                    <a:cubicBezTo>
                      <a:pt x="319" y="914"/>
                      <a:pt x="267" y="937"/>
                      <a:pt x="209" y="93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39EB199A-DA11-734C-9BB5-710C2A9EC327}"/>
                  </a:ext>
                </a:extLst>
              </p:cNvPr>
              <p:cNvSpPr/>
              <p:nvPr/>
            </p:nvSpPr>
            <p:spPr>
              <a:xfrm>
                <a:off x="18353008" y="6192514"/>
                <a:ext cx="535688" cy="1183918"/>
              </a:xfrm>
              <a:custGeom>
                <a:avLst/>
                <a:gdLst>
                  <a:gd name="connsiteX0" fmla="*/ 267218 w 535688"/>
                  <a:gd name="connsiteY0" fmla="*/ 16201 h 1183918"/>
                  <a:gd name="connsiteX1" fmla="*/ 89510 w 535688"/>
                  <a:gd name="connsiteY1" fmla="*/ 90894 h 1183918"/>
                  <a:gd name="connsiteX2" fmla="*/ 16192 w 535688"/>
                  <a:gd name="connsiteY2" fmla="*/ 267667 h 1183918"/>
                  <a:gd name="connsiteX3" fmla="*/ 16192 w 535688"/>
                  <a:gd name="connsiteY3" fmla="*/ 915005 h 1183918"/>
                  <a:gd name="connsiteX4" fmla="*/ 89510 w 535688"/>
                  <a:gd name="connsiteY4" fmla="*/ 1093023 h 1183918"/>
                  <a:gd name="connsiteX5" fmla="*/ 267218 w 535688"/>
                  <a:gd name="connsiteY5" fmla="*/ 1166471 h 1183918"/>
                  <a:gd name="connsiteX6" fmla="*/ 444926 w 535688"/>
                  <a:gd name="connsiteY6" fmla="*/ 1093023 h 1183918"/>
                  <a:gd name="connsiteX7" fmla="*/ 518244 w 535688"/>
                  <a:gd name="connsiteY7" fmla="*/ 915005 h 1183918"/>
                  <a:gd name="connsiteX8" fmla="*/ 518244 w 535688"/>
                  <a:gd name="connsiteY8" fmla="*/ 267667 h 1183918"/>
                  <a:gd name="connsiteX9" fmla="*/ 444926 w 535688"/>
                  <a:gd name="connsiteY9" fmla="*/ 90894 h 1183918"/>
                  <a:gd name="connsiteX10" fmla="*/ 267218 w 535688"/>
                  <a:gd name="connsiteY10" fmla="*/ 16201 h 1183918"/>
                  <a:gd name="connsiteX11" fmla="*/ 267222 w 535688"/>
                  <a:gd name="connsiteY11" fmla="*/ 0 h 1183918"/>
                  <a:gd name="connsiteX12" fmla="*/ 457386 w 535688"/>
                  <a:gd name="connsiteY12" fmla="*/ 78430 h 1183918"/>
                  <a:gd name="connsiteX13" fmla="*/ 535688 w 535688"/>
                  <a:gd name="connsiteY13" fmla="*/ 267658 h 1183918"/>
                  <a:gd name="connsiteX14" fmla="*/ 535688 w 535688"/>
                  <a:gd name="connsiteY14" fmla="*/ 915016 h 1183918"/>
                  <a:gd name="connsiteX15" fmla="*/ 457386 w 535688"/>
                  <a:gd name="connsiteY15" fmla="*/ 1105488 h 1183918"/>
                  <a:gd name="connsiteX16" fmla="*/ 267222 w 535688"/>
                  <a:gd name="connsiteY16" fmla="*/ 1183918 h 1183918"/>
                  <a:gd name="connsiteX17" fmla="*/ 78302 w 535688"/>
                  <a:gd name="connsiteY17" fmla="*/ 1105488 h 1183918"/>
                  <a:gd name="connsiteX18" fmla="*/ 0 w 535688"/>
                  <a:gd name="connsiteY18" fmla="*/ 915016 h 1183918"/>
                  <a:gd name="connsiteX19" fmla="*/ 0 w 535688"/>
                  <a:gd name="connsiteY19" fmla="*/ 267658 h 1183918"/>
                  <a:gd name="connsiteX20" fmla="*/ 78302 w 535688"/>
                  <a:gd name="connsiteY20" fmla="*/ 78430 h 1183918"/>
                  <a:gd name="connsiteX21" fmla="*/ 267222 w 535688"/>
                  <a:gd name="connsiteY21" fmla="*/ 0 h 1183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35688" h="1183918">
                    <a:moveTo>
                      <a:pt x="267218" y="16201"/>
                    </a:moveTo>
                    <a:cubicBezTo>
                      <a:pt x="200112" y="16201"/>
                      <a:pt x="136734" y="43589"/>
                      <a:pt x="89510" y="90894"/>
                    </a:cubicBezTo>
                    <a:cubicBezTo>
                      <a:pt x="42288" y="138200"/>
                      <a:pt x="16192" y="200444"/>
                      <a:pt x="16192" y="267667"/>
                    </a:cubicBezTo>
                    <a:lnTo>
                      <a:pt x="16192" y="915005"/>
                    </a:lnTo>
                    <a:cubicBezTo>
                      <a:pt x="16192" y="983474"/>
                      <a:pt x="42288" y="1045718"/>
                      <a:pt x="89510" y="1093023"/>
                    </a:cubicBezTo>
                    <a:cubicBezTo>
                      <a:pt x="136734" y="1140329"/>
                      <a:pt x="200112" y="1166471"/>
                      <a:pt x="267218" y="1166471"/>
                    </a:cubicBezTo>
                    <a:cubicBezTo>
                      <a:pt x="335566" y="1166471"/>
                      <a:pt x="397702" y="1140329"/>
                      <a:pt x="444926" y="1093023"/>
                    </a:cubicBezTo>
                    <a:cubicBezTo>
                      <a:pt x="492148" y="1045718"/>
                      <a:pt x="518244" y="983474"/>
                      <a:pt x="518244" y="915005"/>
                    </a:cubicBezTo>
                    <a:lnTo>
                      <a:pt x="518244" y="267667"/>
                    </a:lnTo>
                    <a:cubicBezTo>
                      <a:pt x="518244" y="200444"/>
                      <a:pt x="492148" y="138200"/>
                      <a:pt x="444926" y="90894"/>
                    </a:cubicBezTo>
                    <a:cubicBezTo>
                      <a:pt x="397702" y="43589"/>
                      <a:pt x="335566" y="16201"/>
                      <a:pt x="267218" y="16201"/>
                    </a:cubicBezTo>
                    <a:close/>
                    <a:moveTo>
                      <a:pt x="267222" y="0"/>
                    </a:moveTo>
                    <a:cubicBezTo>
                      <a:pt x="338068" y="0"/>
                      <a:pt x="406428" y="27388"/>
                      <a:pt x="457386" y="78430"/>
                    </a:cubicBezTo>
                    <a:cubicBezTo>
                      <a:pt x="507102" y="129472"/>
                      <a:pt x="535688" y="196697"/>
                      <a:pt x="535688" y="267658"/>
                    </a:cubicBezTo>
                    <a:lnTo>
                      <a:pt x="535688" y="915016"/>
                    </a:lnTo>
                    <a:cubicBezTo>
                      <a:pt x="535688" y="985976"/>
                      <a:pt x="507102" y="1054447"/>
                      <a:pt x="457386" y="1105488"/>
                    </a:cubicBezTo>
                    <a:cubicBezTo>
                      <a:pt x="406428" y="1155285"/>
                      <a:pt x="338068" y="1183918"/>
                      <a:pt x="267222" y="1183918"/>
                    </a:cubicBezTo>
                    <a:cubicBezTo>
                      <a:pt x="195134" y="1183918"/>
                      <a:pt x="129260" y="1155285"/>
                      <a:pt x="78302" y="1105488"/>
                    </a:cubicBezTo>
                    <a:cubicBezTo>
                      <a:pt x="27342" y="1054447"/>
                      <a:pt x="0" y="985976"/>
                      <a:pt x="0" y="915016"/>
                    </a:cubicBezTo>
                    <a:lnTo>
                      <a:pt x="0" y="267658"/>
                    </a:lnTo>
                    <a:cubicBezTo>
                      <a:pt x="0" y="196697"/>
                      <a:pt x="27342" y="129472"/>
                      <a:pt x="78302" y="78430"/>
                    </a:cubicBezTo>
                    <a:cubicBezTo>
                      <a:pt x="129260" y="27388"/>
                      <a:pt x="195134" y="0"/>
                      <a:pt x="2672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1F58F446-66A8-0F40-85C2-1ED9144867F0}"/>
                  </a:ext>
                </a:extLst>
              </p:cNvPr>
              <p:cNvSpPr/>
              <p:nvPr/>
            </p:nvSpPr>
            <p:spPr>
              <a:xfrm>
                <a:off x="19127890" y="6647387"/>
                <a:ext cx="518249" cy="7203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7" h="579">
                    <a:moveTo>
                      <a:pt x="209" y="579"/>
                    </a:moveTo>
                    <a:cubicBezTo>
                      <a:pt x="151" y="579"/>
                      <a:pt x="99" y="556"/>
                      <a:pt x="61" y="518"/>
                    </a:cubicBezTo>
                    <a:cubicBezTo>
                      <a:pt x="23" y="480"/>
                      <a:pt x="0" y="428"/>
                      <a:pt x="0" y="370"/>
                    </a:cubicBezTo>
                    <a:lnTo>
                      <a:pt x="0" y="290"/>
                    </a:lnTo>
                    <a:lnTo>
                      <a:pt x="0" y="209"/>
                    </a:lnTo>
                    <a:cubicBezTo>
                      <a:pt x="0" y="152"/>
                      <a:pt x="23" y="99"/>
                      <a:pt x="61" y="61"/>
                    </a:cubicBezTo>
                    <a:cubicBezTo>
                      <a:pt x="99" y="24"/>
                      <a:pt x="151" y="0"/>
                      <a:pt x="209" y="0"/>
                    </a:cubicBezTo>
                    <a:cubicBezTo>
                      <a:pt x="266" y="0"/>
                      <a:pt x="318" y="24"/>
                      <a:pt x="356" y="61"/>
                    </a:cubicBezTo>
                    <a:cubicBezTo>
                      <a:pt x="394" y="99"/>
                      <a:pt x="417" y="152"/>
                      <a:pt x="417" y="209"/>
                    </a:cubicBezTo>
                    <a:lnTo>
                      <a:pt x="417" y="290"/>
                    </a:lnTo>
                    <a:lnTo>
                      <a:pt x="417" y="370"/>
                    </a:lnTo>
                    <a:cubicBezTo>
                      <a:pt x="417" y="428"/>
                      <a:pt x="394" y="480"/>
                      <a:pt x="356" y="518"/>
                    </a:cubicBezTo>
                    <a:cubicBezTo>
                      <a:pt x="318" y="556"/>
                      <a:pt x="266" y="579"/>
                      <a:pt x="209" y="57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15D6FCEF-4886-CE4F-B3E9-709E68E57D8C}"/>
                  </a:ext>
                </a:extLst>
              </p:cNvPr>
              <p:cNvSpPr/>
              <p:nvPr/>
            </p:nvSpPr>
            <p:spPr>
              <a:xfrm>
                <a:off x="19119168" y="6638664"/>
                <a:ext cx="535692" cy="737768"/>
              </a:xfrm>
              <a:custGeom>
                <a:avLst/>
                <a:gdLst>
                  <a:gd name="connsiteX0" fmla="*/ 267224 w 535692"/>
                  <a:gd name="connsiteY0" fmla="*/ 17447 h 737768"/>
                  <a:gd name="connsiteX1" fmla="*/ 90758 w 535692"/>
                  <a:gd name="connsiteY1" fmla="*/ 90845 h 737768"/>
                  <a:gd name="connsiteX2" fmla="*/ 16196 w 535692"/>
                  <a:gd name="connsiteY2" fmla="*/ 268740 h 737768"/>
                  <a:gd name="connsiteX3" fmla="*/ 16196 w 535692"/>
                  <a:gd name="connsiteY3" fmla="*/ 469028 h 737768"/>
                  <a:gd name="connsiteX4" fmla="*/ 90758 w 535692"/>
                  <a:gd name="connsiteY4" fmla="*/ 646923 h 737768"/>
                  <a:gd name="connsiteX5" fmla="*/ 267224 w 535692"/>
                  <a:gd name="connsiteY5" fmla="*/ 720320 h 737768"/>
                  <a:gd name="connsiteX6" fmla="*/ 444934 w 535692"/>
                  <a:gd name="connsiteY6" fmla="*/ 646923 h 737768"/>
                  <a:gd name="connsiteX7" fmla="*/ 519496 w 535692"/>
                  <a:gd name="connsiteY7" fmla="*/ 469028 h 737768"/>
                  <a:gd name="connsiteX8" fmla="*/ 519496 w 535692"/>
                  <a:gd name="connsiteY8" fmla="*/ 268740 h 737768"/>
                  <a:gd name="connsiteX9" fmla="*/ 444934 w 535692"/>
                  <a:gd name="connsiteY9" fmla="*/ 90845 h 737768"/>
                  <a:gd name="connsiteX10" fmla="*/ 267224 w 535692"/>
                  <a:gd name="connsiteY10" fmla="*/ 17447 h 737768"/>
                  <a:gd name="connsiteX11" fmla="*/ 267224 w 535692"/>
                  <a:gd name="connsiteY11" fmla="*/ 0 h 737768"/>
                  <a:gd name="connsiteX12" fmla="*/ 457388 w 535692"/>
                  <a:gd name="connsiteY12" fmla="*/ 79624 h 737768"/>
                  <a:gd name="connsiteX13" fmla="*/ 535692 w 535692"/>
                  <a:gd name="connsiteY13" fmla="*/ 268732 h 737768"/>
                  <a:gd name="connsiteX14" fmla="*/ 535692 w 535692"/>
                  <a:gd name="connsiteY14" fmla="*/ 469037 h 737768"/>
                  <a:gd name="connsiteX15" fmla="*/ 457388 w 535692"/>
                  <a:gd name="connsiteY15" fmla="*/ 659388 h 737768"/>
                  <a:gd name="connsiteX16" fmla="*/ 267224 w 535692"/>
                  <a:gd name="connsiteY16" fmla="*/ 737768 h 737768"/>
                  <a:gd name="connsiteX17" fmla="*/ 78304 w 535692"/>
                  <a:gd name="connsiteY17" fmla="*/ 659388 h 737768"/>
                  <a:gd name="connsiteX18" fmla="*/ 0 w 535692"/>
                  <a:gd name="connsiteY18" fmla="*/ 469037 h 737768"/>
                  <a:gd name="connsiteX19" fmla="*/ 0 w 535692"/>
                  <a:gd name="connsiteY19" fmla="*/ 268732 h 737768"/>
                  <a:gd name="connsiteX20" fmla="*/ 78304 w 535692"/>
                  <a:gd name="connsiteY20" fmla="*/ 79624 h 737768"/>
                  <a:gd name="connsiteX21" fmla="*/ 267224 w 535692"/>
                  <a:gd name="connsiteY21" fmla="*/ 0 h 737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35692" h="737768">
                    <a:moveTo>
                      <a:pt x="267224" y="17447"/>
                    </a:moveTo>
                    <a:cubicBezTo>
                      <a:pt x="200118" y="17447"/>
                      <a:pt x="137982" y="43572"/>
                      <a:pt x="90758" y="90845"/>
                    </a:cubicBezTo>
                    <a:cubicBezTo>
                      <a:pt x="43536" y="139362"/>
                      <a:pt x="16196" y="201563"/>
                      <a:pt x="16196" y="268740"/>
                    </a:cubicBezTo>
                    <a:lnTo>
                      <a:pt x="16196" y="469028"/>
                    </a:lnTo>
                    <a:cubicBezTo>
                      <a:pt x="16196" y="537449"/>
                      <a:pt x="43536" y="599650"/>
                      <a:pt x="90758" y="646923"/>
                    </a:cubicBezTo>
                    <a:cubicBezTo>
                      <a:pt x="137982" y="694196"/>
                      <a:pt x="200118" y="720320"/>
                      <a:pt x="267224" y="720320"/>
                    </a:cubicBezTo>
                    <a:cubicBezTo>
                      <a:pt x="335574" y="720320"/>
                      <a:pt x="398952" y="694196"/>
                      <a:pt x="444934" y="646923"/>
                    </a:cubicBezTo>
                    <a:cubicBezTo>
                      <a:pt x="492156" y="599650"/>
                      <a:pt x="519496" y="537449"/>
                      <a:pt x="519496" y="469028"/>
                    </a:cubicBezTo>
                    <a:lnTo>
                      <a:pt x="519496" y="268740"/>
                    </a:lnTo>
                    <a:cubicBezTo>
                      <a:pt x="519496" y="201563"/>
                      <a:pt x="492156" y="139362"/>
                      <a:pt x="444934" y="90845"/>
                    </a:cubicBezTo>
                    <a:cubicBezTo>
                      <a:pt x="398952" y="43572"/>
                      <a:pt x="335574" y="17447"/>
                      <a:pt x="267224" y="17447"/>
                    </a:cubicBezTo>
                    <a:close/>
                    <a:moveTo>
                      <a:pt x="267224" y="0"/>
                    </a:moveTo>
                    <a:cubicBezTo>
                      <a:pt x="339312" y="0"/>
                      <a:pt x="406430" y="28615"/>
                      <a:pt x="457388" y="79624"/>
                    </a:cubicBezTo>
                    <a:cubicBezTo>
                      <a:pt x="507104" y="129390"/>
                      <a:pt x="535692" y="197817"/>
                      <a:pt x="535692" y="268732"/>
                    </a:cubicBezTo>
                    <a:lnTo>
                      <a:pt x="535692" y="469037"/>
                    </a:lnTo>
                    <a:cubicBezTo>
                      <a:pt x="535692" y="539952"/>
                      <a:pt x="507104" y="608379"/>
                      <a:pt x="457388" y="659388"/>
                    </a:cubicBezTo>
                    <a:cubicBezTo>
                      <a:pt x="406430" y="709153"/>
                      <a:pt x="339312" y="737768"/>
                      <a:pt x="267224" y="737768"/>
                    </a:cubicBezTo>
                    <a:cubicBezTo>
                      <a:pt x="196380" y="737768"/>
                      <a:pt x="129262" y="709153"/>
                      <a:pt x="78304" y="659388"/>
                    </a:cubicBezTo>
                    <a:cubicBezTo>
                      <a:pt x="28588" y="608379"/>
                      <a:pt x="0" y="539952"/>
                      <a:pt x="0" y="469037"/>
                    </a:cubicBezTo>
                    <a:lnTo>
                      <a:pt x="0" y="268732"/>
                    </a:lnTo>
                    <a:cubicBezTo>
                      <a:pt x="0" y="197817"/>
                      <a:pt x="28588" y="129390"/>
                      <a:pt x="78304" y="79624"/>
                    </a:cubicBezTo>
                    <a:cubicBezTo>
                      <a:pt x="129262" y="28615"/>
                      <a:pt x="196380" y="0"/>
                      <a:pt x="2672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11F198C0-74CF-9C46-9292-928FF0A38DB5}"/>
                  </a:ext>
                </a:extLst>
              </p:cNvPr>
              <p:cNvSpPr/>
              <p:nvPr/>
            </p:nvSpPr>
            <p:spPr>
              <a:xfrm>
                <a:off x="18690617" y="5510826"/>
                <a:ext cx="1359159" cy="1221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2" h="99">
                    <a:moveTo>
                      <a:pt x="1042" y="99"/>
                    </a:moveTo>
                    <a:lnTo>
                      <a:pt x="546" y="99"/>
                    </a:lnTo>
                    <a:lnTo>
                      <a:pt x="50" y="99"/>
                    </a:lnTo>
                    <a:cubicBezTo>
                      <a:pt x="36" y="99"/>
                      <a:pt x="23" y="93"/>
                      <a:pt x="15" y="85"/>
                    </a:cubicBezTo>
                    <a:cubicBezTo>
                      <a:pt x="6" y="75"/>
                      <a:pt x="0" y="63"/>
                      <a:pt x="0" y="49"/>
                    </a:cubicBezTo>
                    <a:cubicBezTo>
                      <a:pt x="0" y="36"/>
                      <a:pt x="6" y="23"/>
                      <a:pt x="15" y="14"/>
                    </a:cubicBezTo>
                    <a:cubicBezTo>
                      <a:pt x="23" y="5"/>
                      <a:pt x="36" y="0"/>
                      <a:pt x="50" y="0"/>
                    </a:cubicBezTo>
                    <a:lnTo>
                      <a:pt x="546" y="0"/>
                    </a:lnTo>
                    <a:lnTo>
                      <a:pt x="1042" y="0"/>
                    </a:lnTo>
                    <a:cubicBezTo>
                      <a:pt x="1056" y="0"/>
                      <a:pt x="1069" y="5"/>
                      <a:pt x="1077" y="14"/>
                    </a:cubicBezTo>
                    <a:cubicBezTo>
                      <a:pt x="1086" y="23"/>
                      <a:pt x="1092" y="36"/>
                      <a:pt x="1092" y="49"/>
                    </a:cubicBezTo>
                    <a:cubicBezTo>
                      <a:pt x="1092" y="63"/>
                      <a:pt x="1086" y="75"/>
                      <a:pt x="1077" y="85"/>
                    </a:cubicBezTo>
                    <a:cubicBezTo>
                      <a:pt x="1069" y="93"/>
                      <a:pt x="1056" y="99"/>
                      <a:pt x="1042" y="9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D652F31C-EC0D-804F-AF45-B945F3B92773}"/>
                  </a:ext>
                </a:extLst>
              </p:cNvPr>
              <p:cNvSpPr/>
              <p:nvPr/>
            </p:nvSpPr>
            <p:spPr>
              <a:xfrm>
                <a:off x="18683142" y="5502102"/>
                <a:ext cx="1375354" cy="139578"/>
              </a:xfrm>
              <a:custGeom>
                <a:avLst/>
                <a:gdLst>
                  <a:gd name="connsiteX0" fmla="*/ 69714 w 1375354"/>
                  <a:gd name="connsiteY0" fmla="*/ 16201 h 139578"/>
                  <a:gd name="connsiteX1" fmla="*/ 31130 w 1375354"/>
                  <a:gd name="connsiteY1" fmla="*/ 32214 h 139578"/>
                  <a:gd name="connsiteX2" fmla="*/ 16194 w 1375354"/>
                  <a:gd name="connsiteY2" fmla="*/ 69166 h 139578"/>
                  <a:gd name="connsiteX3" fmla="*/ 31130 w 1375354"/>
                  <a:gd name="connsiteY3" fmla="*/ 107349 h 139578"/>
                  <a:gd name="connsiteX4" fmla="*/ 69714 w 1375354"/>
                  <a:gd name="connsiteY4" fmla="*/ 122130 h 139578"/>
                  <a:gd name="connsiteX5" fmla="*/ 1304394 w 1375354"/>
                  <a:gd name="connsiteY5" fmla="*/ 122130 h 139578"/>
                  <a:gd name="connsiteX6" fmla="*/ 1341732 w 1375354"/>
                  <a:gd name="connsiteY6" fmla="*/ 107349 h 139578"/>
                  <a:gd name="connsiteX7" fmla="*/ 1357914 w 1375354"/>
                  <a:gd name="connsiteY7" fmla="*/ 69166 h 139578"/>
                  <a:gd name="connsiteX8" fmla="*/ 1341732 w 1375354"/>
                  <a:gd name="connsiteY8" fmla="*/ 32214 h 139578"/>
                  <a:gd name="connsiteX9" fmla="*/ 1304394 w 1375354"/>
                  <a:gd name="connsiteY9" fmla="*/ 16201 h 139578"/>
                  <a:gd name="connsiteX10" fmla="*/ 69702 w 1375354"/>
                  <a:gd name="connsiteY10" fmla="*/ 0 h 139578"/>
                  <a:gd name="connsiteX11" fmla="*/ 1304408 w 1375354"/>
                  <a:gd name="connsiteY11" fmla="*/ 0 h 139578"/>
                  <a:gd name="connsiteX12" fmla="*/ 1354194 w 1375354"/>
                  <a:gd name="connsiteY12" fmla="*/ 19764 h 139578"/>
                  <a:gd name="connsiteX13" fmla="*/ 1375354 w 1375354"/>
                  <a:gd name="connsiteY13" fmla="*/ 69172 h 139578"/>
                  <a:gd name="connsiteX14" fmla="*/ 1354194 w 1375354"/>
                  <a:gd name="connsiteY14" fmla="*/ 119815 h 139578"/>
                  <a:gd name="connsiteX15" fmla="*/ 1304408 w 1375354"/>
                  <a:gd name="connsiteY15" fmla="*/ 139578 h 139578"/>
                  <a:gd name="connsiteX16" fmla="*/ 69702 w 1375354"/>
                  <a:gd name="connsiteY16" fmla="*/ 139578 h 139578"/>
                  <a:gd name="connsiteX17" fmla="*/ 19914 w 1375354"/>
                  <a:gd name="connsiteY17" fmla="*/ 119815 h 139578"/>
                  <a:gd name="connsiteX18" fmla="*/ 0 w 1375354"/>
                  <a:gd name="connsiteY18" fmla="*/ 69172 h 139578"/>
                  <a:gd name="connsiteX19" fmla="*/ 19914 w 1375354"/>
                  <a:gd name="connsiteY19" fmla="*/ 19764 h 139578"/>
                  <a:gd name="connsiteX20" fmla="*/ 69702 w 1375354"/>
                  <a:gd name="connsiteY20" fmla="*/ 0 h 139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375354" h="139578">
                    <a:moveTo>
                      <a:pt x="69714" y="16201"/>
                    </a:moveTo>
                    <a:cubicBezTo>
                      <a:pt x="54778" y="16201"/>
                      <a:pt x="42332" y="22360"/>
                      <a:pt x="31130" y="32214"/>
                    </a:cubicBezTo>
                    <a:cubicBezTo>
                      <a:pt x="21174" y="42068"/>
                      <a:pt x="16194" y="55617"/>
                      <a:pt x="16194" y="69166"/>
                    </a:cubicBezTo>
                    <a:cubicBezTo>
                      <a:pt x="16194" y="83947"/>
                      <a:pt x="21174" y="97496"/>
                      <a:pt x="31130" y="107349"/>
                    </a:cubicBezTo>
                    <a:cubicBezTo>
                      <a:pt x="42332" y="117203"/>
                      <a:pt x="54778" y="122130"/>
                      <a:pt x="69714" y="122130"/>
                    </a:cubicBezTo>
                    <a:lnTo>
                      <a:pt x="1304394" y="122130"/>
                    </a:lnTo>
                    <a:cubicBezTo>
                      <a:pt x="1319330" y="122130"/>
                      <a:pt x="1331776" y="117203"/>
                      <a:pt x="1341732" y="107349"/>
                    </a:cubicBezTo>
                    <a:cubicBezTo>
                      <a:pt x="1352934" y="97496"/>
                      <a:pt x="1357914" y="83947"/>
                      <a:pt x="1357914" y="69166"/>
                    </a:cubicBezTo>
                    <a:cubicBezTo>
                      <a:pt x="1357914" y="55617"/>
                      <a:pt x="1352934" y="42068"/>
                      <a:pt x="1341732" y="32214"/>
                    </a:cubicBezTo>
                    <a:cubicBezTo>
                      <a:pt x="1331776" y="22360"/>
                      <a:pt x="1319330" y="16201"/>
                      <a:pt x="1304394" y="16201"/>
                    </a:cubicBezTo>
                    <a:close/>
                    <a:moveTo>
                      <a:pt x="69702" y="0"/>
                    </a:moveTo>
                    <a:lnTo>
                      <a:pt x="1304408" y="0"/>
                    </a:lnTo>
                    <a:cubicBezTo>
                      <a:pt x="1324322" y="0"/>
                      <a:pt x="1341748" y="7411"/>
                      <a:pt x="1354194" y="19764"/>
                    </a:cubicBezTo>
                    <a:cubicBezTo>
                      <a:pt x="1367886" y="33351"/>
                      <a:pt x="1375354" y="50644"/>
                      <a:pt x="1375354" y="69172"/>
                    </a:cubicBezTo>
                    <a:cubicBezTo>
                      <a:pt x="1375354" y="87700"/>
                      <a:pt x="1367886" y="106228"/>
                      <a:pt x="1354194" y="119815"/>
                    </a:cubicBezTo>
                    <a:cubicBezTo>
                      <a:pt x="1341748" y="132167"/>
                      <a:pt x="1324322" y="139578"/>
                      <a:pt x="1304408" y="139578"/>
                    </a:cubicBezTo>
                    <a:lnTo>
                      <a:pt x="69702" y="139578"/>
                    </a:lnTo>
                    <a:cubicBezTo>
                      <a:pt x="49786" y="139578"/>
                      <a:pt x="32362" y="132167"/>
                      <a:pt x="19914" y="119815"/>
                    </a:cubicBezTo>
                    <a:cubicBezTo>
                      <a:pt x="6224" y="106228"/>
                      <a:pt x="0" y="87700"/>
                      <a:pt x="0" y="69172"/>
                    </a:cubicBezTo>
                    <a:cubicBezTo>
                      <a:pt x="0" y="50644"/>
                      <a:pt x="6224" y="33351"/>
                      <a:pt x="19914" y="19764"/>
                    </a:cubicBezTo>
                    <a:cubicBezTo>
                      <a:pt x="32362" y="7411"/>
                      <a:pt x="49786" y="0"/>
                      <a:pt x="697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E3D3D406-FB17-E346-A179-5FA48CA9B9EA}"/>
                  </a:ext>
                </a:extLst>
              </p:cNvPr>
              <p:cNvSpPr/>
              <p:nvPr/>
            </p:nvSpPr>
            <p:spPr>
              <a:xfrm>
                <a:off x="19180213" y="5781258"/>
                <a:ext cx="878283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6" h="14">
                    <a:moveTo>
                      <a:pt x="699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699" y="0"/>
                    </a:lnTo>
                    <a:cubicBezTo>
                      <a:pt x="703" y="0"/>
                      <a:pt x="706" y="3"/>
                      <a:pt x="706" y="8"/>
                    </a:cubicBezTo>
                    <a:cubicBezTo>
                      <a:pt x="706" y="11"/>
                      <a:pt x="703" y="14"/>
                      <a:pt x="699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D199E02-5D8F-5548-8D23-FB6BF39E6088}"/>
                  </a:ext>
                </a:extLst>
              </p:cNvPr>
              <p:cNvSpPr/>
              <p:nvPr/>
            </p:nvSpPr>
            <p:spPr>
              <a:xfrm>
                <a:off x="19475465" y="5938283"/>
                <a:ext cx="58303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9" h="14">
                    <a:moveTo>
                      <a:pt x="462" y="14"/>
                    </a:moveTo>
                    <a:lnTo>
                      <a:pt x="6" y="14"/>
                    </a:lnTo>
                    <a:cubicBezTo>
                      <a:pt x="2" y="14"/>
                      <a:pt x="0" y="11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462" y="0"/>
                    </a:lnTo>
                    <a:cubicBezTo>
                      <a:pt x="466" y="0"/>
                      <a:pt x="469" y="3"/>
                      <a:pt x="469" y="7"/>
                    </a:cubicBezTo>
                    <a:cubicBezTo>
                      <a:pt x="469" y="11"/>
                      <a:pt x="466" y="14"/>
                      <a:pt x="46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35CCB8F-4F0E-4540-8BB0-0EC74C747CBA}"/>
                  </a:ext>
                </a:extLst>
              </p:cNvPr>
              <p:cNvSpPr/>
              <p:nvPr/>
            </p:nvSpPr>
            <p:spPr>
              <a:xfrm>
                <a:off x="16440713" y="5054706"/>
                <a:ext cx="3888116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22" h="14">
                    <a:moveTo>
                      <a:pt x="3115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3115" y="0"/>
                    </a:lnTo>
                    <a:cubicBezTo>
                      <a:pt x="3119" y="0"/>
                      <a:pt x="3122" y="4"/>
                      <a:pt x="3122" y="7"/>
                    </a:cubicBezTo>
                    <a:cubicBezTo>
                      <a:pt x="3122" y="11"/>
                      <a:pt x="3119" y="14"/>
                      <a:pt x="3115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0A36C973-F7BB-3447-A304-20D13F73568A}"/>
                  </a:ext>
                </a:extLst>
              </p:cNvPr>
              <p:cNvSpPr/>
              <p:nvPr/>
            </p:nvSpPr>
            <p:spPr>
              <a:xfrm>
                <a:off x="19463007" y="4880234"/>
                <a:ext cx="110876" cy="110914"/>
              </a:xfrm>
              <a:custGeom>
                <a:avLst/>
                <a:gdLst>
                  <a:gd name="connsiteX0" fmla="*/ 55438 w 110876"/>
                  <a:gd name="connsiteY0" fmla="*/ 17447 h 110914"/>
                  <a:gd name="connsiteX1" fmla="*/ 17440 w 110876"/>
                  <a:gd name="connsiteY1" fmla="*/ 56693 h 110914"/>
                  <a:gd name="connsiteX2" fmla="*/ 55438 w 110876"/>
                  <a:gd name="connsiteY2" fmla="*/ 94713 h 110914"/>
                  <a:gd name="connsiteX3" fmla="*/ 93434 w 110876"/>
                  <a:gd name="connsiteY3" fmla="*/ 56693 h 110914"/>
                  <a:gd name="connsiteX4" fmla="*/ 55438 w 110876"/>
                  <a:gd name="connsiteY4" fmla="*/ 17447 h 110914"/>
                  <a:gd name="connsiteX5" fmla="*/ 55438 w 110876"/>
                  <a:gd name="connsiteY5" fmla="*/ 0 h 110914"/>
                  <a:gd name="connsiteX6" fmla="*/ 110876 w 110876"/>
                  <a:gd name="connsiteY6" fmla="*/ 56690 h 110914"/>
                  <a:gd name="connsiteX7" fmla="*/ 55438 w 110876"/>
                  <a:gd name="connsiteY7" fmla="*/ 110914 h 110914"/>
                  <a:gd name="connsiteX8" fmla="*/ 0 w 110876"/>
                  <a:gd name="connsiteY8" fmla="*/ 56690 h 110914"/>
                  <a:gd name="connsiteX9" fmla="*/ 55438 w 110876"/>
                  <a:gd name="connsiteY9" fmla="*/ 0 h 110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0876" h="110914">
                    <a:moveTo>
                      <a:pt x="55438" y="17447"/>
                    </a:moveTo>
                    <a:cubicBezTo>
                      <a:pt x="34600" y="17447"/>
                      <a:pt x="17440" y="34617"/>
                      <a:pt x="17440" y="56693"/>
                    </a:cubicBezTo>
                    <a:cubicBezTo>
                      <a:pt x="17440" y="77543"/>
                      <a:pt x="34600" y="94713"/>
                      <a:pt x="55438" y="94713"/>
                    </a:cubicBezTo>
                    <a:cubicBezTo>
                      <a:pt x="76274" y="94713"/>
                      <a:pt x="93434" y="77543"/>
                      <a:pt x="93434" y="56693"/>
                    </a:cubicBezTo>
                    <a:cubicBezTo>
                      <a:pt x="93434" y="34617"/>
                      <a:pt x="76274" y="17447"/>
                      <a:pt x="55438" y="17447"/>
                    </a:cubicBezTo>
                    <a:close/>
                    <a:moveTo>
                      <a:pt x="55438" y="0"/>
                    </a:moveTo>
                    <a:cubicBezTo>
                      <a:pt x="86236" y="0"/>
                      <a:pt x="110876" y="25880"/>
                      <a:pt x="110876" y="56690"/>
                    </a:cubicBezTo>
                    <a:cubicBezTo>
                      <a:pt x="110876" y="86267"/>
                      <a:pt x="86236" y="110914"/>
                      <a:pt x="55438" y="110914"/>
                    </a:cubicBezTo>
                    <a:cubicBezTo>
                      <a:pt x="24638" y="110914"/>
                      <a:pt x="0" y="86267"/>
                      <a:pt x="0" y="56690"/>
                    </a:cubicBezTo>
                    <a:cubicBezTo>
                      <a:pt x="0" y="25880"/>
                      <a:pt x="24638" y="0"/>
                      <a:pt x="554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0E2E88F2-1DC0-5C4D-93E4-FB58B2FCE0A0}"/>
                  </a:ext>
                </a:extLst>
              </p:cNvPr>
              <p:cNvSpPr/>
              <p:nvPr/>
            </p:nvSpPr>
            <p:spPr>
              <a:xfrm>
                <a:off x="19180211" y="4880234"/>
                <a:ext cx="110876" cy="110914"/>
              </a:xfrm>
              <a:custGeom>
                <a:avLst/>
                <a:gdLst>
                  <a:gd name="connsiteX0" fmla="*/ 54202 w 110876"/>
                  <a:gd name="connsiteY0" fmla="*/ 17447 h 110914"/>
                  <a:gd name="connsiteX1" fmla="*/ 16196 w 110876"/>
                  <a:gd name="connsiteY1" fmla="*/ 56693 h 110914"/>
                  <a:gd name="connsiteX2" fmla="*/ 54202 w 110876"/>
                  <a:gd name="connsiteY2" fmla="*/ 94713 h 110914"/>
                  <a:gd name="connsiteX3" fmla="*/ 93436 w 110876"/>
                  <a:gd name="connsiteY3" fmla="*/ 56693 h 110914"/>
                  <a:gd name="connsiteX4" fmla="*/ 54202 w 110876"/>
                  <a:gd name="connsiteY4" fmla="*/ 17447 h 110914"/>
                  <a:gd name="connsiteX5" fmla="*/ 54206 w 110876"/>
                  <a:gd name="connsiteY5" fmla="*/ 0 h 110914"/>
                  <a:gd name="connsiteX6" fmla="*/ 110876 w 110876"/>
                  <a:gd name="connsiteY6" fmla="*/ 56690 h 110914"/>
                  <a:gd name="connsiteX7" fmla="*/ 54206 w 110876"/>
                  <a:gd name="connsiteY7" fmla="*/ 110914 h 110914"/>
                  <a:gd name="connsiteX8" fmla="*/ 0 w 110876"/>
                  <a:gd name="connsiteY8" fmla="*/ 56690 h 110914"/>
                  <a:gd name="connsiteX9" fmla="*/ 54206 w 110876"/>
                  <a:gd name="connsiteY9" fmla="*/ 0 h 110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0876" h="110914">
                    <a:moveTo>
                      <a:pt x="54202" y="17447"/>
                    </a:moveTo>
                    <a:cubicBezTo>
                      <a:pt x="33360" y="17447"/>
                      <a:pt x="16196" y="34617"/>
                      <a:pt x="16196" y="56693"/>
                    </a:cubicBezTo>
                    <a:cubicBezTo>
                      <a:pt x="16196" y="77543"/>
                      <a:pt x="33360" y="94713"/>
                      <a:pt x="54202" y="94713"/>
                    </a:cubicBezTo>
                    <a:cubicBezTo>
                      <a:pt x="76270" y="94713"/>
                      <a:pt x="93436" y="77543"/>
                      <a:pt x="93436" y="56693"/>
                    </a:cubicBezTo>
                    <a:cubicBezTo>
                      <a:pt x="93436" y="34617"/>
                      <a:pt x="76270" y="17447"/>
                      <a:pt x="54202" y="17447"/>
                    </a:cubicBezTo>
                    <a:close/>
                    <a:moveTo>
                      <a:pt x="54206" y="0"/>
                    </a:moveTo>
                    <a:cubicBezTo>
                      <a:pt x="86238" y="0"/>
                      <a:pt x="110876" y="25880"/>
                      <a:pt x="110876" y="56690"/>
                    </a:cubicBezTo>
                    <a:cubicBezTo>
                      <a:pt x="110876" y="86267"/>
                      <a:pt x="86238" y="110914"/>
                      <a:pt x="54206" y="110914"/>
                    </a:cubicBezTo>
                    <a:cubicBezTo>
                      <a:pt x="24640" y="110914"/>
                      <a:pt x="0" y="86267"/>
                      <a:pt x="0" y="56690"/>
                    </a:cubicBezTo>
                    <a:cubicBezTo>
                      <a:pt x="0" y="25880"/>
                      <a:pt x="24640" y="0"/>
                      <a:pt x="542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FD5512FA-439C-A946-9863-B3614A40F537}"/>
                  </a:ext>
                </a:extLst>
              </p:cNvPr>
              <p:cNvSpPr/>
              <p:nvPr/>
            </p:nvSpPr>
            <p:spPr>
              <a:xfrm>
                <a:off x="19745801" y="4880234"/>
                <a:ext cx="209294" cy="110914"/>
              </a:xfrm>
              <a:custGeom>
                <a:avLst/>
                <a:gdLst>
                  <a:gd name="connsiteX0" fmla="*/ 16196 w 209294"/>
                  <a:gd name="connsiteY0" fmla="*/ 17447 h 110914"/>
                  <a:gd name="connsiteX1" fmla="*/ 16196 w 209294"/>
                  <a:gd name="connsiteY1" fmla="*/ 94713 h 110914"/>
                  <a:gd name="connsiteX2" fmla="*/ 193098 w 209294"/>
                  <a:gd name="connsiteY2" fmla="*/ 94713 h 110914"/>
                  <a:gd name="connsiteX3" fmla="*/ 193098 w 209294"/>
                  <a:gd name="connsiteY3" fmla="*/ 17447 h 110914"/>
                  <a:gd name="connsiteX4" fmla="*/ 7430 w 209294"/>
                  <a:gd name="connsiteY4" fmla="*/ 0 h 110914"/>
                  <a:gd name="connsiteX5" fmla="*/ 200624 w 209294"/>
                  <a:gd name="connsiteY5" fmla="*/ 0 h 110914"/>
                  <a:gd name="connsiteX6" fmla="*/ 209294 w 209294"/>
                  <a:gd name="connsiteY6" fmla="*/ 8627 h 110914"/>
                  <a:gd name="connsiteX7" fmla="*/ 209294 w 209294"/>
                  <a:gd name="connsiteY7" fmla="*/ 103520 h 110914"/>
                  <a:gd name="connsiteX8" fmla="*/ 200624 w 209294"/>
                  <a:gd name="connsiteY8" fmla="*/ 110914 h 110914"/>
                  <a:gd name="connsiteX9" fmla="*/ 7430 w 209294"/>
                  <a:gd name="connsiteY9" fmla="*/ 110914 h 110914"/>
                  <a:gd name="connsiteX10" fmla="*/ 0 w 209294"/>
                  <a:gd name="connsiteY10" fmla="*/ 103520 h 110914"/>
                  <a:gd name="connsiteX11" fmla="*/ 0 w 209294"/>
                  <a:gd name="connsiteY11" fmla="*/ 8627 h 110914"/>
                  <a:gd name="connsiteX12" fmla="*/ 7430 w 209294"/>
                  <a:gd name="connsiteY12" fmla="*/ 0 h 110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09294" h="110914">
                    <a:moveTo>
                      <a:pt x="16196" y="17447"/>
                    </a:moveTo>
                    <a:lnTo>
                      <a:pt x="16196" y="94713"/>
                    </a:lnTo>
                    <a:lnTo>
                      <a:pt x="193098" y="94713"/>
                    </a:lnTo>
                    <a:lnTo>
                      <a:pt x="193098" y="17447"/>
                    </a:lnTo>
                    <a:close/>
                    <a:moveTo>
                      <a:pt x="7430" y="0"/>
                    </a:moveTo>
                    <a:lnTo>
                      <a:pt x="200624" y="0"/>
                    </a:lnTo>
                    <a:cubicBezTo>
                      <a:pt x="205578" y="0"/>
                      <a:pt x="209294" y="4930"/>
                      <a:pt x="209294" y="8627"/>
                    </a:cubicBezTo>
                    <a:lnTo>
                      <a:pt x="209294" y="103520"/>
                    </a:lnTo>
                    <a:cubicBezTo>
                      <a:pt x="209294" y="107217"/>
                      <a:pt x="205578" y="110914"/>
                      <a:pt x="200624" y="110914"/>
                    </a:cubicBezTo>
                    <a:lnTo>
                      <a:pt x="7430" y="110914"/>
                    </a:lnTo>
                    <a:cubicBezTo>
                      <a:pt x="3716" y="110914"/>
                      <a:pt x="0" y="107217"/>
                      <a:pt x="0" y="103520"/>
                    </a:cubicBezTo>
                    <a:lnTo>
                      <a:pt x="0" y="8627"/>
                    </a:lnTo>
                    <a:cubicBezTo>
                      <a:pt x="0" y="4930"/>
                      <a:pt x="3716" y="0"/>
                      <a:pt x="74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D6963B0-B4F9-FD4C-98F8-DD4D925812DA}"/>
                </a:ext>
              </a:extLst>
            </p:cNvPr>
            <p:cNvGrpSpPr/>
            <p:nvPr/>
          </p:nvGrpSpPr>
          <p:grpSpPr>
            <a:xfrm>
              <a:off x="16429505" y="8115445"/>
              <a:ext cx="6075727" cy="329005"/>
              <a:chOff x="16429505" y="8115445"/>
              <a:chExt cx="6075727" cy="329005"/>
            </a:xfrm>
          </p:grpSpPr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EB30D7B8-AF28-0B45-9F3E-5D457AFD5A8F}"/>
                  </a:ext>
                </a:extLst>
              </p:cNvPr>
              <p:cNvSpPr/>
              <p:nvPr/>
            </p:nvSpPr>
            <p:spPr>
              <a:xfrm>
                <a:off x="16438225" y="8124169"/>
                <a:ext cx="6058282" cy="3115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64" h="251">
                    <a:moveTo>
                      <a:pt x="4739" y="0"/>
                    </a:moveTo>
                    <a:lnTo>
                      <a:pt x="2432" y="0"/>
                    </a:lnTo>
                    <a:lnTo>
                      <a:pt x="125" y="0"/>
                    </a:lnTo>
                    <a:cubicBezTo>
                      <a:pt x="91" y="0"/>
                      <a:pt x="60" y="14"/>
                      <a:pt x="36" y="37"/>
                    </a:cubicBezTo>
                    <a:cubicBezTo>
                      <a:pt x="14" y="60"/>
                      <a:pt x="0" y="91"/>
                      <a:pt x="0" y="125"/>
                    </a:cubicBezTo>
                    <a:cubicBezTo>
                      <a:pt x="0" y="160"/>
                      <a:pt x="14" y="191"/>
                      <a:pt x="36" y="214"/>
                    </a:cubicBezTo>
                    <a:cubicBezTo>
                      <a:pt x="60" y="237"/>
                      <a:pt x="91" y="251"/>
                      <a:pt x="125" y="251"/>
                    </a:cubicBezTo>
                    <a:lnTo>
                      <a:pt x="2432" y="251"/>
                    </a:lnTo>
                    <a:lnTo>
                      <a:pt x="4739" y="251"/>
                    </a:lnTo>
                    <a:cubicBezTo>
                      <a:pt x="4774" y="251"/>
                      <a:pt x="4805" y="237"/>
                      <a:pt x="4828" y="214"/>
                    </a:cubicBezTo>
                    <a:cubicBezTo>
                      <a:pt x="4850" y="191"/>
                      <a:pt x="4864" y="160"/>
                      <a:pt x="4864" y="125"/>
                    </a:cubicBezTo>
                    <a:cubicBezTo>
                      <a:pt x="4864" y="91"/>
                      <a:pt x="4850" y="60"/>
                      <a:pt x="4828" y="37"/>
                    </a:cubicBezTo>
                    <a:cubicBezTo>
                      <a:pt x="4805" y="14"/>
                      <a:pt x="4774" y="0"/>
                      <a:pt x="473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D412AAFA-6D96-444B-BDBD-A1D145EC2846}"/>
                  </a:ext>
                </a:extLst>
              </p:cNvPr>
              <p:cNvSpPr/>
              <p:nvPr/>
            </p:nvSpPr>
            <p:spPr>
              <a:xfrm>
                <a:off x="16429505" y="8115445"/>
                <a:ext cx="6075727" cy="329005"/>
              </a:xfrm>
              <a:custGeom>
                <a:avLst/>
                <a:gdLst>
                  <a:gd name="connsiteX0" fmla="*/ 164414 w 6075727"/>
                  <a:gd name="connsiteY0" fmla="*/ 17448 h 329005"/>
                  <a:gd name="connsiteX1" fmla="*/ 59789 w 6075727"/>
                  <a:gd name="connsiteY1" fmla="*/ 59641 h 329005"/>
                  <a:gd name="connsiteX2" fmla="*/ 17441 w 6075727"/>
                  <a:gd name="connsiteY2" fmla="*/ 163883 h 329005"/>
                  <a:gd name="connsiteX3" fmla="*/ 59789 w 6075727"/>
                  <a:gd name="connsiteY3" fmla="*/ 269365 h 329005"/>
                  <a:gd name="connsiteX4" fmla="*/ 164414 w 6075727"/>
                  <a:gd name="connsiteY4" fmla="*/ 311558 h 329005"/>
                  <a:gd name="connsiteX5" fmla="*/ 5911311 w 6075727"/>
                  <a:gd name="connsiteY5" fmla="*/ 311558 h 329005"/>
                  <a:gd name="connsiteX6" fmla="*/ 6015937 w 6075727"/>
                  <a:gd name="connsiteY6" fmla="*/ 269365 h 329005"/>
                  <a:gd name="connsiteX7" fmla="*/ 6058285 w 6075727"/>
                  <a:gd name="connsiteY7" fmla="*/ 163883 h 329005"/>
                  <a:gd name="connsiteX8" fmla="*/ 6015937 w 6075727"/>
                  <a:gd name="connsiteY8" fmla="*/ 59641 h 329005"/>
                  <a:gd name="connsiteX9" fmla="*/ 5911311 w 6075727"/>
                  <a:gd name="connsiteY9" fmla="*/ 17448 h 329005"/>
                  <a:gd name="connsiteX10" fmla="*/ 164411 w 6075727"/>
                  <a:gd name="connsiteY10" fmla="*/ 0 h 329005"/>
                  <a:gd name="connsiteX11" fmla="*/ 5911315 w 6075727"/>
                  <a:gd name="connsiteY11" fmla="*/ 0 h 329005"/>
                  <a:gd name="connsiteX12" fmla="*/ 6028395 w 6075727"/>
                  <a:gd name="connsiteY12" fmla="*/ 48420 h 329005"/>
                  <a:gd name="connsiteX13" fmla="*/ 6075727 w 6075727"/>
                  <a:gd name="connsiteY13" fmla="*/ 163882 h 329005"/>
                  <a:gd name="connsiteX14" fmla="*/ 6028395 w 6075727"/>
                  <a:gd name="connsiteY14" fmla="*/ 280585 h 329005"/>
                  <a:gd name="connsiteX15" fmla="*/ 5911315 w 6075727"/>
                  <a:gd name="connsiteY15" fmla="*/ 329005 h 329005"/>
                  <a:gd name="connsiteX16" fmla="*/ 164411 w 6075727"/>
                  <a:gd name="connsiteY16" fmla="*/ 329005 h 329005"/>
                  <a:gd name="connsiteX17" fmla="*/ 48576 w 6075727"/>
                  <a:gd name="connsiteY17" fmla="*/ 280585 h 329005"/>
                  <a:gd name="connsiteX18" fmla="*/ 0 w 6075727"/>
                  <a:gd name="connsiteY18" fmla="*/ 163882 h 329005"/>
                  <a:gd name="connsiteX19" fmla="*/ 48576 w 6075727"/>
                  <a:gd name="connsiteY19" fmla="*/ 48420 h 329005"/>
                  <a:gd name="connsiteX20" fmla="*/ 164411 w 6075727"/>
                  <a:gd name="connsiteY20" fmla="*/ 0 h 329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075727" h="329005">
                    <a:moveTo>
                      <a:pt x="164414" y="17448"/>
                    </a:moveTo>
                    <a:cubicBezTo>
                      <a:pt x="125803" y="17448"/>
                      <a:pt x="88436" y="33581"/>
                      <a:pt x="59789" y="59641"/>
                    </a:cubicBezTo>
                    <a:cubicBezTo>
                      <a:pt x="32387" y="88184"/>
                      <a:pt x="17441" y="125413"/>
                      <a:pt x="17441" y="163883"/>
                    </a:cubicBezTo>
                    <a:cubicBezTo>
                      <a:pt x="17441" y="203594"/>
                      <a:pt x="32387" y="240823"/>
                      <a:pt x="59789" y="269365"/>
                    </a:cubicBezTo>
                    <a:cubicBezTo>
                      <a:pt x="88436" y="296666"/>
                      <a:pt x="125803" y="311558"/>
                      <a:pt x="164414" y="311558"/>
                    </a:cubicBezTo>
                    <a:lnTo>
                      <a:pt x="5911311" y="311558"/>
                    </a:lnTo>
                    <a:cubicBezTo>
                      <a:pt x="5951169" y="311558"/>
                      <a:pt x="5988535" y="296666"/>
                      <a:pt x="6015937" y="269365"/>
                    </a:cubicBezTo>
                    <a:cubicBezTo>
                      <a:pt x="6043339" y="240823"/>
                      <a:pt x="6058285" y="203594"/>
                      <a:pt x="6058285" y="163883"/>
                    </a:cubicBezTo>
                    <a:cubicBezTo>
                      <a:pt x="6058285" y="125413"/>
                      <a:pt x="6043339" y="88184"/>
                      <a:pt x="6015937" y="59641"/>
                    </a:cubicBezTo>
                    <a:cubicBezTo>
                      <a:pt x="5988535" y="33581"/>
                      <a:pt x="5951169" y="17448"/>
                      <a:pt x="5911311" y="17448"/>
                    </a:cubicBezTo>
                    <a:close/>
                    <a:moveTo>
                      <a:pt x="164411" y="0"/>
                    </a:moveTo>
                    <a:lnTo>
                      <a:pt x="5911315" y="0"/>
                    </a:lnTo>
                    <a:cubicBezTo>
                      <a:pt x="5954909" y="0"/>
                      <a:pt x="5996011" y="17382"/>
                      <a:pt x="6028395" y="48420"/>
                    </a:cubicBezTo>
                    <a:cubicBezTo>
                      <a:pt x="6058289" y="79458"/>
                      <a:pt x="6075727" y="120428"/>
                      <a:pt x="6075727" y="163882"/>
                    </a:cubicBezTo>
                    <a:cubicBezTo>
                      <a:pt x="6075727" y="208577"/>
                      <a:pt x="6058289" y="249547"/>
                      <a:pt x="6028395" y="280585"/>
                    </a:cubicBezTo>
                    <a:cubicBezTo>
                      <a:pt x="5996011" y="311624"/>
                      <a:pt x="5954909" y="329005"/>
                      <a:pt x="5911315" y="329005"/>
                    </a:cubicBezTo>
                    <a:lnTo>
                      <a:pt x="164411" y="329005"/>
                    </a:lnTo>
                    <a:cubicBezTo>
                      <a:pt x="120817" y="329005"/>
                      <a:pt x="79714" y="311624"/>
                      <a:pt x="48576" y="280585"/>
                    </a:cubicBezTo>
                    <a:cubicBezTo>
                      <a:pt x="17438" y="249547"/>
                      <a:pt x="0" y="208577"/>
                      <a:pt x="0" y="163882"/>
                    </a:cubicBezTo>
                    <a:cubicBezTo>
                      <a:pt x="0" y="120428"/>
                      <a:pt x="17438" y="79458"/>
                      <a:pt x="48576" y="48420"/>
                    </a:cubicBezTo>
                    <a:cubicBezTo>
                      <a:pt x="79714" y="17382"/>
                      <a:pt x="120817" y="0"/>
                      <a:pt x="1644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148B89F5-04DB-7646-9D4C-BDAB85EEDD9D}"/>
                  </a:ext>
                </a:extLst>
              </p:cNvPr>
              <p:cNvSpPr/>
              <p:nvPr/>
            </p:nvSpPr>
            <p:spPr>
              <a:xfrm>
                <a:off x="21577116" y="8115445"/>
                <a:ext cx="928115" cy="3290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6" h="265">
                    <a:moveTo>
                      <a:pt x="708" y="39"/>
                    </a:moveTo>
                    <a:cubicBezTo>
                      <a:pt x="682" y="14"/>
                      <a:pt x="649" y="0"/>
                      <a:pt x="614" y="0"/>
                    </a:cubicBezTo>
                    <a:lnTo>
                      <a:pt x="7" y="0"/>
                    </a:lnTo>
                    <a:cubicBezTo>
                      <a:pt x="3" y="0"/>
                      <a:pt x="0" y="3"/>
                      <a:pt x="0" y="7"/>
                    </a:cubicBezTo>
                    <a:lnTo>
                      <a:pt x="0" y="258"/>
                    </a:lnTo>
                    <a:cubicBezTo>
                      <a:pt x="0" y="262"/>
                      <a:pt x="3" y="265"/>
                      <a:pt x="7" y="265"/>
                    </a:cubicBezTo>
                    <a:lnTo>
                      <a:pt x="614" y="265"/>
                    </a:lnTo>
                    <a:cubicBezTo>
                      <a:pt x="649" y="265"/>
                      <a:pt x="682" y="251"/>
                      <a:pt x="708" y="226"/>
                    </a:cubicBezTo>
                    <a:cubicBezTo>
                      <a:pt x="732" y="201"/>
                      <a:pt x="746" y="168"/>
                      <a:pt x="746" y="132"/>
                    </a:cubicBezTo>
                    <a:cubicBezTo>
                      <a:pt x="746" y="97"/>
                      <a:pt x="732" y="64"/>
                      <a:pt x="708" y="3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7536EC37-3743-D046-B0E4-B819D4A965B1}"/>
                  </a:ext>
                </a:extLst>
              </p:cNvPr>
              <p:cNvSpPr/>
              <p:nvPr/>
            </p:nvSpPr>
            <p:spPr>
              <a:xfrm>
                <a:off x="21866941" y="8168186"/>
                <a:ext cx="255878" cy="197799"/>
              </a:xfrm>
              <a:custGeom>
                <a:avLst/>
                <a:gdLst>
                  <a:gd name="connsiteX0" fmla="*/ 99928 w 255878"/>
                  <a:gd name="connsiteY0" fmla="*/ 34901 h 197799"/>
                  <a:gd name="connsiteX1" fmla="*/ 45190 w 255878"/>
                  <a:gd name="connsiteY1" fmla="*/ 60376 h 197799"/>
                  <a:gd name="connsiteX2" fmla="*/ 63668 w 255878"/>
                  <a:gd name="connsiteY2" fmla="*/ 136784 h 197799"/>
                  <a:gd name="connsiteX3" fmla="*/ 138808 w 255878"/>
                  <a:gd name="connsiteY3" fmla="*/ 118298 h 197799"/>
                  <a:gd name="connsiteX4" fmla="*/ 120330 w 255878"/>
                  <a:gd name="connsiteY4" fmla="*/ 41891 h 197799"/>
                  <a:gd name="connsiteX5" fmla="*/ 99928 w 255878"/>
                  <a:gd name="connsiteY5" fmla="*/ 34901 h 197799"/>
                  <a:gd name="connsiteX6" fmla="*/ 104564 w 255878"/>
                  <a:gd name="connsiteY6" fmla="*/ 976 h 197799"/>
                  <a:gd name="connsiteX7" fmla="*/ 138056 w 255878"/>
                  <a:gd name="connsiteY7" fmla="*/ 13225 h 197799"/>
                  <a:gd name="connsiteX8" fmla="*/ 176488 w 255878"/>
                  <a:gd name="connsiteY8" fmla="*/ 122208 h 197799"/>
                  <a:gd name="connsiteX9" fmla="*/ 247152 w 255878"/>
                  <a:gd name="connsiteY9" fmla="*/ 165553 h 197799"/>
                  <a:gd name="connsiteX10" fmla="*/ 253352 w 255878"/>
                  <a:gd name="connsiteY10" fmla="*/ 189083 h 197799"/>
                  <a:gd name="connsiteX11" fmla="*/ 228556 w 255878"/>
                  <a:gd name="connsiteY11" fmla="*/ 195275 h 197799"/>
                  <a:gd name="connsiteX12" fmla="*/ 157892 w 255878"/>
                  <a:gd name="connsiteY12" fmla="*/ 151930 h 197799"/>
                  <a:gd name="connsiteX13" fmla="*/ 43834 w 255878"/>
                  <a:gd name="connsiteY13" fmla="*/ 169268 h 197799"/>
                  <a:gd name="connsiteX14" fmla="*/ 14082 w 255878"/>
                  <a:gd name="connsiteY14" fmla="*/ 42948 h 197799"/>
                  <a:gd name="connsiteX15" fmla="*/ 104564 w 255878"/>
                  <a:gd name="connsiteY15" fmla="*/ 976 h 197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5878" h="197799">
                    <a:moveTo>
                      <a:pt x="99928" y="34901"/>
                    </a:moveTo>
                    <a:cubicBezTo>
                      <a:pt x="78910" y="31954"/>
                      <a:pt x="57200" y="40966"/>
                      <a:pt x="45190" y="60376"/>
                    </a:cubicBezTo>
                    <a:cubicBezTo>
                      <a:pt x="29178" y="87488"/>
                      <a:pt x="37800" y="120763"/>
                      <a:pt x="63668" y="136784"/>
                    </a:cubicBezTo>
                    <a:cubicBezTo>
                      <a:pt x="89536" y="152805"/>
                      <a:pt x="122794" y="144178"/>
                      <a:pt x="138808" y="118298"/>
                    </a:cubicBezTo>
                    <a:cubicBezTo>
                      <a:pt x="154820" y="92418"/>
                      <a:pt x="146198" y="57911"/>
                      <a:pt x="120330" y="41891"/>
                    </a:cubicBezTo>
                    <a:cubicBezTo>
                      <a:pt x="113864" y="38194"/>
                      <a:pt x="106934" y="35883"/>
                      <a:pt x="99928" y="34901"/>
                    </a:cubicBezTo>
                    <a:close/>
                    <a:moveTo>
                      <a:pt x="104564" y="976"/>
                    </a:moveTo>
                    <a:cubicBezTo>
                      <a:pt x="116128" y="2698"/>
                      <a:pt x="127518" y="6723"/>
                      <a:pt x="138056" y="13225"/>
                    </a:cubicBezTo>
                    <a:cubicBezTo>
                      <a:pt x="176488" y="35517"/>
                      <a:pt x="190124" y="82578"/>
                      <a:pt x="176488" y="122208"/>
                    </a:cubicBezTo>
                    <a:lnTo>
                      <a:pt x="247152" y="165553"/>
                    </a:lnTo>
                    <a:cubicBezTo>
                      <a:pt x="255830" y="170507"/>
                      <a:pt x="258310" y="180414"/>
                      <a:pt x="253352" y="189083"/>
                    </a:cubicBezTo>
                    <a:cubicBezTo>
                      <a:pt x="248392" y="197752"/>
                      <a:pt x="237234" y="200229"/>
                      <a:pt x="228556" y="195275"/>
                    </a:cubicBezTo>
                    <a:lnTo>
                      <a:pt x="157892" y="151930"/>
                    </a:lnTo>
                    <a:cubicBezTo>
                      <a:pt x="129378" y="182891"/>
                      <a:pt x="81028" y="191560"/>
                      <a:pt x="43834" y="169268"/>
                    </a:cubicBezTo>
                    <a:cubicBezTo>
                      <a:pt x="444" y="142023"/>
                      <a:pt x="-13194" y="86293"/>
                      <a:pt x="14082" y="42948"/>
                    </a:cubicBezTo>
                    <a:cubicBezTo>
                      <a:pt x="33608" y="11368"/>
                      <a:pt x="69870" y="-4191"/>
                      <a:pt x="104564" y="97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AC3E6DA-458B-CE43-8BFA-167E7AB2C9EF}"/>
                </a:ext>
              </a:extLst>
            </p:cNvPr>
            <p:cNvGrpSpPr/>
            <p:nvPr/>
          </p:nvGrpSpPr>
          <p:grpSpPr>
            <a:xfrm>
              <a:off x="20979135" y="4917621"/>
              <a:ext cx="1212267" cy="1856881"/>
              <a:chOff x="20979135" y="4917621"/>
              <a:chExt cx="1212267" cy="1856881"/>
            </a:xfrm>
          </p:grpSpPr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CA4DCC3F-9B74-2745-885B-95E2C3D74F79}"/>
                  </a:ext>
                </a:extLst>
              </p:cNvPr>
              <p:cNvSpPr/>
              <p:nvPr/>
            </p:nvSpPr>
            <p:spPr>
              <a:xfrm>
                <a:off x="20986611" y="5168113"/>
                <a:ext cx="1195960" cy="15976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61" h="1283">
                    <a:moveTo>
                      <a:pt x="780" y="0"/>
                    </a:moveTo>
                    <a:lnTo>
                      <a:pt x="76" y="0"/>
                    </a:lnTo>
                    <a:cubicBezTo>
                      <a:pt x="35" y="0"/>
                      <a:pt x="0" y="34"/>
                      <a:pt x="0" y="76"/>
                    </a:cubicBezTo>
                    <a:lnTo>
                      <a:pt x="0" y="1206"/>
                    </a:lnTo>
                    <a:cubicBezTo>
                      <a:pt x="0" y="1249"/>
                      <a:pt x="35" y="1283"/>
                      <a:pt x="76" y="1283"/>
                    </a:cubicBezTo>
                    <a:lnTo>
                      <a:pt x="885" y="1283"/>
                    </a:lnTo>
                    <a:cubicBezTo>
                      <a:pt x="927" y="1283"/>
                      <a:pt x="961" y="1249"/>
                      <a:pt x="961" y="1206"/>
                    </a:cubicBezTo>
                    <a:lnTo>
                      <a:pt x="961" y="19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7B7C8DE9-4CE0-E845-9CEB-5984281C2F81}"/>
                  </a:ext>
                </a:extLst>
              </p:cNvPr>
              <p:cNvSpPr/>
              <p:nvPr/>
            </p:nvSpPr>
            <p:spPr>
              <a:xfrm>
                <a:off x="20979135" y="5159389"/>
                <a:ext cx="1212156" cy="1615113"/>
              </a:xfrm>
              <a:custGeom>
                <a:avLst/>
                <a:gdLst>
                  <a:gd name="connsiteX0" fmla="*/ 102064 w 1212156"/>
                  <a:gd name="connsiteY0" fmla="*/ 17444 h 1615113"/>
                  <a:gd name="connsiteX1" fmla="*/ 16196 w 1212156"/>
                  <a:gd name="connsiteY1" fmla="*/ 103366 h 1615113"/>
                  <a:gd name="connsiteX2" fmla="*/ 16196 w 1212156"/>
                  <a:gd name="connsiteY2" fmla="*/ 1510496 h 1615113"/>
                  <a:gd name="connsiteX3" fmla="*/ 102064 w 1212156"/>
                  <a:gd name="connsiteY3" fmla="*/ 1597663 h 1615113"/>
                  <a:gd name="connsiteX4" fmla="*/ 1108846 w 1212156"/>
                  <a:gd name="connsiteY4" fmla="*/ 1597663 h 1615113"/>
                  <a:gd name="connsiteX5" fmla="*/ 1194714 w 1212156"/>
                  <a:gd name="connsiteY5" fmla="*/ 1510496 h 1615113"/>
                  <a:gd name="connsiteX6" fmla="*/ 1194714 w 1212156"/>
                  <a:gd name="connsiteY6" fmla="*/ 249060 h 1615113"/>
                  <a:gd name="connsiteX7" fmla="*/ 973198 w 1212156"/>
                  <a:gd name="connsiteY7" fmla="*/ 17444 h 1615113"/>
                  <a:gd name="connsiteX8" fmla="*/ 102050 w 1212156"/>
                  <a:gd name="connsiteY8" fmla="*/ 0 h 1615113"/>
                  <a:gd name="connsiteX9" fmla="*/ 978186 w 1212156"/>
                  <a:gd name="connsiteY9" fmla="*/ 0 h 1615113"/>
                  <a:gd name="connsiteX10" fmla="*/ 984410 w 1212156"/>
                  <a:gd name="connsiteY10" fmla="*/ 3736 h 1615113"/>
                  <a:gd name="connsiteX11" fmla="*/ 1209666 w 1212156"/>
                  <a:gd name="connsiteY11" fmla="*/ 239092 h 1615113"/>
                  <a:gd name="connsiteX12" fmla="*/ 1212156 w 1212156"/>
                  <a:gd name="connsiteY12" fmla="*/ 245318 h 1615113"/>
                  <a:gd name="connsiteX13" fmla="*/ 1212156 w 1212156"/>
                  <a:gd name="connsiteY13" fmla="*/ 1510511 h 1615113"/>
                  <a:gd name="connsiteX14" fmla="*/ 1108860 w 1212156"/>
                  <a:gd name="connsiteY14" fmla="*/ 1615113 h 1615113"/>
                  <a:gd name="connsiteX15" fmla="*/ 102050 w 1212156"/>
                  <a:gd name="connsiteY15" fmla="*/ 1615113 h 1615113"/>
                  <a:gd name="connsiteX16" fmla="*/ 0 w 1212156"/>
                  <a:gd name="connsiteY16" fmla="*/ 1510511 h 1615113"/>
                  <a:gd name="connsiteX17" fmla="*/ 0 w 1212156"/>
                  <a:gd name="connsiteY17" fmla="*/ 103358 h 1615113"/>
                  <a:gd name="connsiteX18" fmla="*/ 102050 w 1212156"/>
                  <a:gd name="connsiteY18" fmla="*/ 0 h 1615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12156" h="1615113">
                    <a:moveTo>
                      <a:pt x="102064" y="17444"/>
                    </a:moveTo>
                    <a:cubicBezTo>
                      <a:pt x="56018" y="17444"/>
                      <a:pt x="16196" y="56047"/>
                      <a:pt x="16196" y="103366"/>
                    </a:cubicBezTo>
                    <a:lnTo>
                      <a:pt x="16196" y="1510496"/>
                    </a:lnTo>
                    <a:cubicBezTo>
                      <a:pt x="16196" y="1559061"/>
                      <a:pt x="56018" y="1597663"/>
                      <a:pt x="102064" y="1597663"/>
                    </a:cubicBezTo>
                    <a:lnTo>
                      <a:pt x="1108846" y="1597663"/>
                    </a:lnTo>
                    <a:cubicBezTo>
                      <a:pt x="1156136" y="1597663"/>
                      <a:pt x="1194714" y="1559061"/>
                      <a:pt x="1194714" y="1510496"/>
                    </a:cubicBezTo>
                    <a:lnTo>
                      <a:pt x="1194714" y="249060"/>
                    </a:lnTo>
                    <a:lnTo>
                      <a:pt x="973198" y="17444"/>
                    </a:lnTo>
                    <a:close/>
                    <a:moveTo>
                      <a:pt x="102050" y="0"/>
                    </a:moveTo>
                    <a:lnTo>
                      <a:pt x="978186" y="0"/>
                    </a:lnTo>
                    <a:cubicBezTo>
                      <a:pt x="979432" y="0"/>
                      <a:pt x="981920" y="1246"/>
                      <a:pt x="984410" y="3736"/>
                    </a:cubicBezTo>
                    <a:lnTo>
                      <a:pt x="1209666" y="239092"/>
                    </a:lnTo>
                    <a:cubicBezTo>
                      <a:pt x="1210910" y="241582"/>
                      <a:pt x="1212156" y="242828"/>
                      <a:pt x="1212156" y="245318"/>
                    </a:cubicBezTo>
                    <a:lnTo>
                      <a:pt x="1212156" y="1510511"/>
                    </a:lnTo>
                    <a:cubicBezTo>
                      <a:pt x="1212156" y="1567793"/>
                      <a:pt x="1166108" y="1615113"/>
                      <a:pt x="1108860" y="1615113"/>
                    </a:cubicBezTo>
                    <a:lnTo>
                      <a:pt x="102050" y="1615113"/>
                    </a:lnTo>
                    <a:cubicBezTo>
                      <a:pt x="46046" y="1615113"/>
                      <a:pt x="0" y="1567793"/>
                      <a:pt x="0" y="1510511"/>
                    </a:cubicBezTo>
                    <a:lnTo>
                      <a:pt x="0" y="103358"/>
                    </a:lnTo>
                    <a:cubicBezTo>
                      <a:pt x="0" y="47320"/>
                      <a:pt x="46046" y="0"/>
                      <a:pt x="1020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559B1E7A-AE51-024C-98D9-00652AFCFCA3}"/>
                  </a:ext>
                </a:extLst>
              </p:cNvPr>
              <p:cNvSpPr/>
              <p:nvPr/>
            </p:nvSpPr>
            <p:spPr>
              <a:xfrm>
                <a:off x="21959574" y="5168113"/>
                <a:ext cx="222997" cy="2355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0" h="190">
                    <a:moveTo>
                      <a:pt x="180" y="190"/>
                    </a:moveTo>
                    <a:lnTo>
                      <a:pt x="35" y="190"/>
                    </a:lnTo>
                    <a:cubicBezTo>
                      <a:pt x="16" y="190"/>
                      <a:pt x="0" y="175"/>
                      <a:pt x="0" y="15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9BB2A8F9-84C1-CE4C-A526-1DE48E82AD47}"/>
                  </a:ext>
                </a:extLst>
              </p:cNvPr>
              <p:cNvSpPr/>
              <p:nvPr/>
            </p:nvSpPr>
            <p:spPr>
              <a:xfrm>
                <a:off x="21952100" y="5159887"/>
                <a:ext cx="239302" cy="252487"/>
              </a:xfrm>
              <a:custGeom>
                <a:avLst/>
                <a:gdLst>
                  <a:gd name="connsiteX0" fmla="*/ 16196 w 239302"/>
                  <a:gd name="connsiteY0" fmla="*/ 29408 h 252487"/>
                  <a:gd name="connsiteX1" fmla="*/ 16196 w 239302"/>
                  <a:gd name="connsiteY1" fmla="*/ 201591 h 252487"/>
                  <a:gd name="connsiteX2" fmla="*/ 50856 w 239302"/>
                  <a:gd name="connsiteY2" fmla="*/ 235036 h 252487"/>
                  <a:gd name="connsiteX3" fmla="*/ 211784 w 239302"/>
                  <a:gd name="connsiteY3" fmla="*/ 235036 h 252487"/>
                  <a:gd name="connsiteX4" fmla="*/ 4956 w 239302"/>
                  <a:gd name="connsiteY4" fmla="*/ 742 h 252487"/>
                  <a:gd name="connsiteX5" fmla="*/ 13632 w 239302"/>
                  <a:gd name="connsiteY5" fmla="*/ 3223 h 252487"/>
                  <a:gd name="connsiteX6" fmla="*/ 236712 w 239302"/>
                  <a:gd name="connsiteY6" fmla="*/ 237606 h 252487"/>
                  <a:gd name="connsiteX7" fmla="*/ 237952 w 239302"/>
                  <a:gd name="connsiteY7" fmla="*/ 247527 h 252487"/>
                  <a:gd name="connsiteX8" fmla="*/ 230516 w 239302"/>
                  <a:gd name="connsiteY8" fmla="*/ 252487 h 252487"/>
                  <a:gd name="connsiteX9" fmla="*/ 50812 w 239302"/>
                  <a:gd name="connsiteY9" fmla="*/ 252487 h 252487"/>
                  <a:gd name="connsiteX10" fmla="*/ 0 w 239302"/>
                  <a:gd name="connsiteY10" fmla="*/ 201642 h 252487"/>
                  <a:gd name="connsiteX11" fmla="*/ 0 w 239302"/>
                  <a:gd name="connsiteY11" fmla="*/ 8183 h 252487"/>
                  <a:gd name="connsiteX12" fmla="*/ 4956 w 239302"/>
                  <a:gd name="connsiteY12" fmla="*/ 742 h 252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9302" h="252487">
                    <a:moveTo>
                      <a:pt x="16196" y="29408"/>
                    </a:moveTo>
                    <a:lnTo>
                      <a:pt x="16196" y="201591"/>
                    </a:lnTo>
                    <a:cubicBezTo>
                      <a:pt x="16196" y="220172"/>
                      <a:pt x="31050" y="235036"/>
                      <a:pt x="50856" y="235036"/>
                    </a:cubicBezTo>
                    <a:lnTo>
                      <a:pt x="211784" y="235036"/>
                    </a:lnTo>
                    <a:close/>
                    <a:moveTo>
                      <a:pt x="4956" y="742"/>
                    </a:moveTo>
                    <a:cubicBezTo>
                      <a:pt x="7436" y="-498"/>
                      <a:pt x="12392" y="-498"/>
                      <a:pt x="13632" y="3223"/>
                    </a:cubicBezTo>
                    <a:lnTo>
                      <a:pt x="236712" y="237606"/>
                    </a:lnTo>
                    <a:cubicBezTo>
                      <a:pt x="239192" y="240086"/>
                      <a:pt x="240430" y="243806"/>
                      <a:pt x="237952" y="247527"/>
                    </a:cubicBezTo>
                    <a:cubicBezTo>
                      <a:pt x="237952" y="250007"/>
                      <a:pt x="234234" y="252487"/>
                      <a:pt x="230516" y="252487"/>
                    </a:cubicBezTo>
                    <a:lnTo>
                      <a:pt x="50812" y="252487"/>
                    </a:lnTo>
                    <a:cubicBezTo>
                      <a:pt x="22308" y="252487"/>
                      <a:pt x="0" y="228925"/>
                      <a:pt x="0" y="201642"/>
                    </a:cubicBezTo>
                    <a:lnTo>
                      <a:pt x="0" y="8183"/>
                    </a:lnTo>
                    <a:cubicBezTo>
                      <a:pt x="0" y="5703"/>
                      <a:pt x="1238" y="1982"/>
                      <a:pt x="4956" y="7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E208115A-AAC9-9D42-863B-9954E8288481}"/>
                  </a:ext>
                </a:extLst>
              </p:cNvPr>
              <p:cNvSpPr/>
              <p:nvPr/>
            </p:nvSpPr>
            <p:spPr>
              <a:xfrm>
                <a:off x="21087517" y="4917621"/>
                <a:ext cx="198081" cy="4810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0" h="387">
                    <a:moveTo>
                      <a:pt x="80" y="387"/>
                    </a:moveTo>
                    <a:cubicBezTo>
                      <a:pt x="35" y="387"/>
                      <a:pt x="0" y="351"/>
                      <a:pt x="0" y="307"/>
                    </a:cubicBezTo>
                    <a:lnTo>
                      <a:pt x="0" y="7"/>
                    </a:lnTo>
                    <a:cubicBezTo>
                      <a:pt x="0" y="4"/>
                      <a:pt x="2" y="0"/>
                      <a:pt x="6" y="0"/>
                    </a:cubicBezTo>
                    <a:cubicBezTo>
                      <a:pt x="10" y="0"/>
                      <a:pt x="13" y="4"/>
                      <a:pt x="13" y="7"/>
                    </a:cubicBezTo>
                    <a:lnTo>
                      <a:pt x="13" y="307"/>
                    </a:lnTo>
                    <a:cubicBezTo>
                      <a:pt x="13" y="343"/>
                      <a:pt x="43" y="373"/>
                      <a:pt x="80" y="373"/>
                    </a:cubicBezTo>
                    <a:cubicBezTo>
                      <a:pt x="116" y="373"/>
                      <a:pt x="146" y="343"/>
                      <a:pt x="146" y="307"/>
                    </a:cubicBezTo>
                    <a:lnTo>
                      <a:pt x="146" y="58"/>
                    </a:lnTo>
                    <a:cubicBezTo>
                      <a:pt x="146" y="33"/>
                      <a:pt x="126" y="14"/>
                      <a:pt x="102" y="14"/>
                    </a:cubicBezTo>
                    <a:cubicBezTo>
                      <a:pt x="78" y="14"/>
                      <a:pt x="58" y="33"/>
                      <a:pt x="58" y="58"/>
                    </a:cubicBezTo>
                    <a:lnTo>
                      <a:pt x="58" y="277"/>
                    </a:lnTo>
                    <a:cubicBezTo>
                      <a:pt x="58" y="287"/>
                      <a:pt x="66" y="295"/>
                      <a:pt x="77" y="295"/>
                    </a:cubicBezTo>
                    <a:cubicBezTo>
                      <a:pt x="87" y="295"/>
                      <a:pt x="95" y="287"/>
                      <a:pt x="95" y="277"/>
                    </a:cubicBezTo>
                    <a:lnTo>
                      <a:pt x="95" y="115"/>
                    </a:lnTo>
                    <a:cubicBezTo>
                      <a:pt x="95" y="112"/>
                      <a:pt x="98" y="109"/>
                      <a:pt x="102" y="109"/>
                    </a:cubicBezTo>
                    <a:cubicBezTo>
                      <a:pt x="106" y="109"/>
                      <a:pt x="109" y="112"/>
                      <a:pt x="109" y="115"/>
                    </a:cubicBezTo>
                    <a:lnTo>
                      <a:pt x="109" y="277"/>
                    </a:lnTo>
                    <a:cubicBezTo>
                      <a:pt x="109" y="295"/>
                      <a:pt x="94" y="309"/>
                      <a:pt x="77" y="309"/>
                    </a:cubicBezTo>
                    <a:cubicBezTo>
                      <a:pt x="59" y="309"/>
                      <a:pt x="45" y="295"/>
                      <a:pt x="45" y="277"/>
                    </a:cubicBezTo>
                    <a:lnTo>
                      <a:pt x="45" y="58"/>
                    </a:lnTo>
                    <a:cubicBezTo>
                      <a:pt x="45" y="26"/>
                      <a:pt x="71" y="0"/>
                      <a:pt x="102" y="0"/>
                    </a:cubicBezTo>
                    <a:cubicBezTo>
                      <a:pt x="134" y="0"/>
                      <a:pt x="160" y="26"/>
                      <a:pt x="160" y="58"/>
                    </a:cubicBezTo>
                    <a:lnTo>
                      <a:pt x="160" y="307"/>
                    </a:lnTo>
                    <a:cubicBezTo>
                      <a:pt x="160" y="351"/>
                      <a:pt x="124" y="387"/>
                      <a:pt x="80" y="38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7D4CAACD-7085-AF45-9000-28A59D8E0E55}"/>
                  </a:ext>
                </a:extLst>
              </p:cNvPr>
              <p:cNvSpPr/>
              <p:nvPr/>
            </p:nvSpPr>
            <p:spPr>
              <a:xfrm>
                <a:off x="21114927" y="5556937"/>
                <a:ext cx="955522" cy="623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68" h="51">
                    <a:moveTo>
                      <a:pt x="746" y="51"/>
                    </a:moveTo>
                    <a:lnTo>
                      <a:pt x="23" y="51"/>
                    </a:lnTo>
                    <a:cubicBezTo>
                      <a:pt x="10" y="51"/>
                      <a:pt x="0" y="41"/>
                      <a:pt x="0" y="28"/>
                    </a:cubicBezTo>
                    <a:lnTo>
                      <a:pt x="0" y="23"/>
                    </a:lnTo>
                    <a:cubicBezTo>
                      <a:pt x="0" y="10"/>
                      <a:pt x="10" y="0"/>
                      <a:pt x="23" y="0"/>
                    </a:cubicBezTo>
                    <a:lnTo>
                      <a:pt x="746" y="0"/>
                    </a:lnTo>
                    <a:cubicBezTo>
                      <a:pt x="758" y="0"/>
                      <a:pt x="768" y="10"/>
                      <a:pt x="768" y="23"/>
                    </a:cubicBezTo>
                    <a:lnTo>
                      <a:pt x="768" y="28"/>
                    </a:lnTo>
                    <a:cubicBezTo>
                      <a:pt x="768" y="41"/>
                      <a:pt x="758" y="51"/>
                      <a:pt x="746" y="5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351E3415-9254-794E-9CEE-B0E84788092A}"/>
                  </a:ext>
                </a:extLst>
              </p:cNvPr>
              <p:cNvSpPr/>
              <p:nvPr/>
            </p:nvSpPr>
            <p:spPr>
              <a:xfrm>
                <a:off x="21106204" y="5548213"/>
                <a:ext cx="972962" cy="78512"/>
              </a:xfrm>
              <a:custGeom>
                <a:avLst/>
                <a:gdLst>
                  <a:gd name="connsiteX0" fmla="*/ 39838 w 972962"/>
                  <a:gd name="connsiteY0" fmla="*/ 17447 h 78512"/>
                  <a:gd name="connsiteX1" fmla="*/ 17444 w 972962"/>
                  <a:gd name="connsiteY1" fmla="*/ 40486 h 78512"/>
                  <a:gd name="connsiteX2" fmla="*/ 39838 w 972962"/>
                  <a:gd name="connsiteY2" fmla="*/ 62311 h 78512"/>
                  <a:gd name="connsiteX3" fmla="*/ 933132 w 972962"/>
                  <a:gd name="connsiteY3" fmla="*/ 62311 h 78512"/>
                  <a:gd name="connsiteX4" fmla="*/ 956772 w 972962"/>
                  <a:gd name="connsiteY4" fmla="*/ 40486 h 78512"/>
                  <a:gd name="connsiteX5" fmla="*/ 933132 w 972962"/>
                  <a:gd name="connsiteY5" fmla="*/ 17447 h 78512"/>
                  <a:gd name="connsiteX6" fmla="*/ 39814 w 972962"/>
                  <a:gd name="connsiteY6" fmla="*/ 0 h 78512"/>
                  <a:gd name="connsiteX7" fmla="*/ 933148 w 972962"/>
                  <a:gd name="connsiteY7" fmla="*/ 0 h 78512"/>
                  <a:gd name="connsiteX8" fmla="*/ 972962 w 972962"/>
                  <a:gd name="connsiteY8" fmla="*/ 40483 h 78512"/>
                  <a:gd name="connsiteX9" fmla="*/ 933148 w 972962"/>
                  <a:gd name="connsiteY9" fmla="*/ 78512 h 78512"/>
                  <a:gd name="connsiteX10" fmla="*/ 39814 w 972962"/>
                  <a:gd name="connsiteY10" fmla="*/ 78512 h 78512"/>
                  <a:gd name="connsiteX11" fmla="*/ 0 w 972962"/>
                  <a:gd name="connsiteY11" fmla="*/ 40483 h 78512"/>
                  <a:gd name="connsiteX12" fmla="*/ 39814 w 972962"/>
                  <a:gd name="connsiteY12" fmla="*/ 0 h 78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72962" h="78512">
                    <a:moveTo>
                      <a:pt x="39838" y="17447"/>
                    </a:moveTo>
                    <a:cubicBezTo>
                      <a:pt x="27398" y="17447"/>
                      <a:pt x="17444" y="27148"/>
                      <a:pt x="17444" y="40486"/>
                    </a:cubicBezTo>
                    <a:cubicBezTo>
                      <a:pt x="17444" y="52611"/>
                      <a:pt x="27398" y="62311"/>
                      <a:pt x="39838" y="62311"/>
                    </a:cubicBezTo>
                    <a:lnTo>
                      <a:pt x="933132" y="62311"/>
                    </a:lnTo>
                    <a:cubicBezTo>
                      <a:pt x="945574" y="62311"/>
                      <a:pt x="956772" y="52611"/>
                      <a:pt x="956772" y="40486"/>
                    </a:cubicBezTo>
                    <a:cubicBezTo>
                      <a:pt x="956772" y="27148"/>
                      <a:pt x="945574" y="17447"/>
                      <a:pt x="933132" y="17447"/>
                    </a:cubicBezTo>
                    <a:close/>
                    <a:moveTo>
                      <a:pt x="39814" y="0"/>
                    </a:moveTo>
                    <a:lnTo>
                      <a:pt x="933148" y="0"/>
                    </a:lnTo>
                    <a:cubicBezTo>
                      <a:pt x="955544" y="0"/>
                      <a:pt x="972962" y="18401"/>
                      <a:pt x="972962" y="40483"/>
                    </a:cubicBezTo>
                    <a:cubicBezTo>
                      <a:pt x="972962" y="61338"/>
                      <a:pt x="955544" y="78512"/>
                      <a:pt x="933148" y="78512"/>
                    </a:cubicBezTo>
                    <a:lnTo>
                      <a:pt x="39814" y="78512"/>
                    </a:lnTo>
                    <a:cubicBezTo>
                      <a:pt x="17418" y="78512"/>
                      <a:pt x="0" y="61338"/>
                      <a:pt x="0" y="40483"/>
                    </a:cubicBezTo>
                    <a:cubicBezTo>
                      <a:pt x="0" y="18401"/>
                      <a:pt x="17418" y="0"/>
                      <a:pt x="398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7CD32BAD-DF36-F246-98C9-F2AB1436D679}"/>
                  </a:ext>
                </a:extLst>
              </p:cNvPr>
              <p:cNvSpPr/>
              <p:nvPr/>
            </p:nvSpPr>
            <p:spPr>
              <a:xfrm>
                <a:off x="21139843" y="5742625"/>
                <a:ext cx="906936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9" h="14">
                    <a:moveTo>
                      <a:pt x="722" y="14"/>
                    </a:moveTo>
                    <a:lnTo>
                      <a:pt x="7" y="14"/>
                    </a:lnTo>
                    <a:cubicBezTo>
                      <a:pt x="3" y="14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722" y="0"/>
                    </a:lnTo>
                    <a:cubicBezTo>
                      <a:pt x="726" y="0"/>
                      <a:pt x="729" y="3"/>
                      <a:pt x="729" y="7"/>
                    </a:cubicBezTo>
                    <a:cubicBezTo>
                      <a:pt x="729" y="10"/>
                      <a:pt x="726" y="14"/>
                      <a:pt x="72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55B727A9-DB38-E546-99F3-073C4BC6DF8F}"/>
                  </a:ext>
                </a:extLst>
              </p:cNvPr>
              <p:cNvSpPr/>
              <p:nvPr/>
            </p:nvSpPr>
            <p:spPr>
              <a:xfrm>
                <a:off x="21139843" y="5879710"/>
                <a:ext cx="906936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9" h="14">
                    <a:moveTo>
                      <a:pt x="722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722" y="0"/>
                    </a:lnTo>
                    <a:cubicBezTo>
                      <a:pt x="726" y="0"/>
                      <a:pt x="729" y="3"/>
                      <a:pt x="729" y="7"/>
                    </a:cubicBezTo>
                    <a:cubicBezTo>
                      <a:pt x="729" y="11"/>
                      <a:pt x="726" y="14"/>
                      <a:pt x="72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06B13437-2B03-0C4E-B9CE-271D5B5BD714}"/>
                  </a:ext>
                </a:extLst>
              </p:cNvPr>
              <p:cNvSpPr/>
              <p:nvPr/>
            </p:nvSpPr>
            <p:spPr>
              <a:xfrm>
                <a:off x="21139843" y="6019288"/>
                <a:ext cx="906936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9" h="14">
                    <a:moveTo>
                      <a:pt x="722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722" y="0"/>
                    </a:lnTo>
                    <a:cubicBezTo>
                      <a:pt x="726" y="0"/>
                      <a:pt x="729" y="3"/>
                      <a:pt x="729" y="7"/>
                    </a:cubicBezTo>
                    <a:cubicBezTo>
                      <a:pt x="729" y="11"/>
                      <a:pt x="726" y="14"/>
                      <a:pt x="72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44C1284B-509C-C042-8357-9B3D1BA4BA77}"/>
                  </a:ext>
                </a:extLst>
              </p:cNvPr>
              <p:cNvSpPr/>
              <p:nvPr/>
            </p:nvSpPr>
            <p:spPr>
              <a:xfrm>
                <a:off x="21666813" y="6167589"/>
                <a:ext cx="379966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6" h="14">
                    <a:moveTo>
                      <a:pt x="299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99" y="0"/>
                    </a:lnTo>
                    <a:cubicBezTo>
                      <a:pt x="303" y="0"/>
                      <a:pt x="306" y="3"/>
                      <a:pt x="306" y="7"/>
                    </a:cubicBezTo>
                    <a:cubicBezTo>
                      <a:pt x="306" y="11"/>
                      <a:pt x="303" y="14"/>
                      <a:pt x="299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CDC56B07-303B-C14B-87B3-AD3634D9E3E8}"/>
                  </a:ext>
                </a:extLst>
              </p:cNvPr>
              <p:cNvSpPr/>
              <p:nvPr/>
            </p:nvSpPr>
            <p:spPr>
              <a:xfrm>
                <a:off x="21139843" y="6167589"/>
                <a:ext cx="356296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7" h="14">
                    <a:moveTo>
                      <a:pt x="280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80" y="0"/>
                    </a:lnTo>
                    <a:cubicBezTo>
                      <a:pt x="284" y="0"/>
                      <a:pt x="287" y="3"/>
                      <a:pt x="287" y="7"/>
                    </a:cubicBezTo>
                    <a:cubicBezTo>
                      <a:pt x="287" y="11"/>
                      <a:pt x="284" y="14"/>
                      <a:pt x="28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A0D25685-1FA3-4746-B284-60ED30630EA4}"/>
                  </a:ext>
                </a:extLst>
              </p:cNvPr>
              <p:cNvSpPr/>
              <p:nvPr/>
            </p:nvSpPr>
            <p:spPr>
              <a:xfrm>
                <a:off x="21491156" y="6400634"/>
                <a:ext cx="555623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7" h="14">
                    <a:moveTo>
                      <a:pt x="440" y="14"/>
                    </a:moveTo>
                    <a:lnTo>
                      <a:pt x="8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4"/>
                      <a:pt x="3" y="0"/>
                      <a:pt x="8" y="0"/>
                    </a:cubicBezTo>
                    <a:lnTo>
                      <a:pt x="440" y="0"/>
                    </a:lnTo>
                    <a:cubicBezTo>
                      <a:pt x="444" y="0"/>
                      <a:pt x="447" y="4"/>
                      <a:pt x="447" y="7"/>
                    </a:cubicBezTo>
                    <a:cubicBezTo>
                      <a:pt x="447" y="11"/>
                      <a:pt x="444" y="14"/>
                      <a:pt x="44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94196344-646E-4E48-9C9A-3F165302CDD1}"/>
                  </a:ext>
                </a:extLst>
              </p:cNvPr>
              <p:cNvSpPr/>
              <p:nvPr/>
            </p:nvSpPr>
            <p:spPr>
              <a:xfrm>
                <a:off x="21491156" y="6512794"/>
                <a:ext cx="555623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7" h="13">
                    <a:moveTo>
                      <a:pt x="440" y="13"/>
                    </a:moveTo>
                    <a:lnTo>
                      <a:pt x="8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8" y="0"/>
                    </a:cubicBezTo>
                    <a:lnTo>
                      <a:pt x="440" y="0"/>
                    </a:lnTo>
                    <a:cubicBezTo>
                      <a:pt x="444" y="0"/>
                      <a:pt x="447" y="3"/>
                      <a:pt x="447" y="6"/>
                    </a:cubicBezTo>
                    <a:cubicBezTo>
                      <a:pt x="447" y="10"/>
                      <a:pt x="444" y="13"/>
                      <a:pt x="44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60F478CA-53D7-954D-87B7-00A89623D000}"/>
                  </a:ext>
                </a:extLst>
              </p:cNvPr>
              <p:cNvSpPr/>
              <p:nvPr/>
            </p:nvSpPr>
            <p:spPr>
              <a:xfrm>
                <a:off x="21148564" y="6314644"/>
                <a:ext cx="269091" cy="2691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7" h="217">
                    <a:moveTo>
                      <a:pt x="182" y="0"/>
                    </a:moveTo>
                    <a:lnTo>
                      <a:pt x="33" y="0"/>
                    </a:lnTo>
                    <a:cubicBezTo>
                      <a:pt x="15" y="0"/>
                      <a:pt x="0" y="15"/>
                      <a:pt x="0" y="33"/>
                    </a:cubicBezTo>
                    <a:lnTo>
                      <a:pt x="0" y="183"/>
                    </a:lnTo>
                    <a:cubicBezTo>
                      <a:pt x="0" y="202"/>
                      <a:pt x="15" y="217"/>
                      <a:pt x="33" y="217"/>
                    </a:cubicBezTo>
                    <a:lnTo>
                      <a:pt x="182" y="217"/>
                    </a:lnTo>
                    <a:cubicBezTo>
                      <a:pt x="201" y="217"/>
                      <a:pt x="217" y="202"/>
                      <a:pt x="217" y="183"/>
                    </a:cubicBezTo>
                    <a:lnTo>
                      <a:pt x="217" y="33"/>
                    </a:lnTo>
                    <a:cubicBezTo>
                      <a:pt x="217" y="15"/>
                      <a:pt x="201" y="0"/>
                      <a:pt x="18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63FD9915-E56A-7D41-B7B0-C836A5F47F4B}"/>
                  </a:ext>
                </a:extLst>
              </p:cNvPr>
              <p:cNvSpPr/>
              <p:nvPr/>
            </p:nvSpPr>
            <p:spPr>
              <a:xfrm>
                <a:off x="21139844" y="6304674"/>
                <a:ext cx="285284" cy="286633"/>
              </a:xfrm>
              <a:custGeom>
                <a:avLst/>
                <a:gdLst>
                  <a:gd name="connsiteX0" fmla="*/ 49662 w 285284"/>
                  <a:gd name="connsiteY0" fmla="*/ 18690 h 286633"/>
                  <a:gd name="connsiteX1" fmla="*/ 16192 w 285284"/>
                  <a:gd name="connsiteY1" fmla="*/ 50933 h 286633"/>
                  <a:gd name="connsiteX2" fmla="*/ 16192 w 285284"/>
                  <a:gd name="connsiteY2" fmla="*/ 236946 h 286633"/>
                  <a:gd name="connsiteX3" fmla="*/ 49662 w 285284"/>
                  <a:gd name="connsiteY3" fmla="*/ 270428 h 286633"/>
                  <a:gd name="connsiteX4" fmla="*/ 234376 w 285284"/>
                  <a:gd name="connsiteY4" fmla="*/ 270428 h 286633"/>
                  <a:gd name="connsiteX5" fmla="*/ 269088 w 285284"/>
                  <a:gd name="connsiteY5" fmla="*/ 236946 h 286633"/>
                  <a:gd name="connsiteX6" fmla="*/ 269088 w 285284"/>
                  <a:gd name="connsiteY6" fmla="*/ 50933 h 286633"/>
                  <a:gd name="connsiteX7" fmla="*/ 234376 w 285284"/>
                  <a:gd name="connsiteY7" fmla="*/ 18690 h 286633"/>
                  <a:gd name="connsiteX8" fmla="*/ 49614 w 285284"/>
                  <a:gd name="connsiteY8" fmla="*/ 0 h 286633"/>
                  <a:gd name="connsiteX9" fmla="*/ 234430 w 285284"/>
                  <a:gd name="connsiteY9" fmla="*/ 0 h 286633"/>
                  <a:gd name="connsiteX10" fmla="*/ 285284 w 285284"/>
                  <a:gd name="connsiteY10" fmla="*/ 50875 h 286633"/>
                  <a:gd name="connsiteX11" fmla="*/ 285284 w 285284"/>
                  <a:gd name="connsiteY11" fmla="*/ 237000 h 286633"/>
                  <a:gd name="connsiteX12" fmla="*/ 234430 w 285284"/>
                  <a:gd name="connsiteY12" fmla="*/ 286633 h 286633"/>
                  <a:gd name="connsiteX13" fmla="*/ 49614 w 285284"/>
                  <a:gd name="connsiteY13" fmla="*/ 286633 h 286633"/>
                  <a:gd name="connsiteX14" fmla="*/ 0 w 285284"/>
                  <a:gd name="connsiteY14" fmla="*/ 237000 h 286633"/>
                  <a:gd name="connsiteX15" fmla="*/ 0 w 285284"/>
                  <a:gd name="connsiteY15" fmla="*/ 50875 h 286633"/>
                  <a:gd name="connsiteX16" fmla="*/ 49614 w 285284"/>
                  <a:gd name="connsiteY16" fmla="*/ 0 h 28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85284" h="286633">
                    <a:moveTo>
                      <a:pt x="49662" y="18690"/>
                    </a:moveTo>
                    <a:cubicBezTo>
                      <a:pt x="32306" y="18690"/>
                      <a:pt x="16192" y="33571"/>
                      <a:pt x="16192" y="50933"/>
                    </a:cubicBezTo>
                    <a:lnTo>
                      <a:pt x="16192" y="236946"/>
                    </a:lnTo>
                    <a:cubicBezTo>
                      <a:pt x="16192" y="255547"/>
                      <a:pt x="32306" y="270428"/>
                      <a:pt x="49662" y="270428"/>
                    </a:cubicBezTo>
                    <a:lnTo>
                      <a:pt x="234376" y="270428"/>
                    </a:lnTo>
                    <a:cubicBezTo>
                      <a:pt x="254210" y="270428"/>
                      <a:pt x="269088" y="255547"/>
                      <a:pt x="269088" y="236946"/>
                    </a:cubicBezTo>
                    <a:lnTo>
                      <a:pt x="269088" y="50933"/>
                    </a:lnTo>
                    <a:cubicBezTo>
                      <a:pt x="269088" y="33571"/>
                      <a:pt x="254210" y="18690"/>
                      <a:pt x="234376" y="18690"/>
                    </a:cubicBezTo>
                    <a:close/>
                    <a:moveTo>
                      <a:pt x="49614" y="0"/>
                    </a:moveTo>
                    <a:lnTo>
                      <a:pt x="234430" y="0"/>
                    </a:lnTo>
                    <a:cubicBezTo>
                      <a:pt x="262958" y="0"/>
                      <a:pt x="285284" y="23576"/>
                      <a:pt x="285284" y="50875"/>
                    </a:cubicBezTo>
                    <a:lnTo>
                      <a:pt x="285284" y="237000"/>
                    </a:lnTo>
                    <a:cubicBezTo>
                      <a:pt x="285284" y="264298"/>
                      <a:pt x="262958" y="286633"/>
                      <a:pt x="234430" y="286633"/>
                    </a:cubicBezTo>
                    <a:lnTo>
                      <a:pt x="49614" y="286633"/>
                    </a:lnTo>
                    <a:cubicBezTo>
                      <a:pt x="22326" y="286633"/>
                      <a:pt x="0" y="264298"/>
                      <a:pt x="0" y="237000"/>
                    </a:cubicBezTo>
                    <a:lnTo>
                      <a:pt x="0" y="50875"/>
                    </a:lnTo>
                    <a:cubicBezTo>
                      <a:pt x="0" y="23576"/>
                      <a:pt x="22326" y="0"/>
                      <a:pt x="496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F3BA71E-E4DC-D449-9006-EFCEA96B6117}"/>
                </a:ext>
              </a:extLst>
            </p:cNvPr>
            <p:cNvGrpSpPr/>
            <p:nvPr/>
          </p:nvGrpSpPr>
          <p:grpSpPr>
            <a:xfrm>
              <a:off x="20779808" y="7026241"/>
              <a:ext cx="645320" cy="644301"/>
              <a:chOff x="20779808" y="7026241"/>
              <a:chExt cx="645320" cy="644301"/>
            </a:xfrm>
          </p:grpSpPr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151D3B7B-320C-A54A-B01F-6908BCB430A3}"/>
                  </a:ext>
                </a:extLst>
              </p:cNvPr>
              <p:cNvSpPr/>
              <p:nvPr/>
            </p:nvSpPr>
            <p:spPr>
              <a:xfrm>
                <a:off x="20788530" y="7033718"/>
                <a:ext cx="627879" cy="628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5" h="505">
                    <a:moveTo>
                      <a:pt x="505" y="253"/>
                    </a:moveTo>
                    <a:cubicBezTo>
                      <a:pt x="505" y="392"/>
                      <a:pt x="392" y="505"/>
                      <a:pt x="252" y="505"/>
                    </a:cubicBezTo>
                    <a:cubicBezTo>
                      <a:pt x="113" y="505"/>
                      <a:pt x="0" y="392"/>
                      <a:pt x="0" y="253"/>
                    </a:cubicBezTo>
                    <a:cubicBezTo>
                      <a:pt x="0" y="114"/>
                      <a:pt x="113" y="0"/>
                      <a:pt x="252" y="0"/>
                    </a:cubicBezTo>
                    <a:cubicBezTo>
                      <a:pt x="392" y="0"/>
                      <a:pt x="505" y="114"/>
                      <a:pt x="505" y="25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3E9637B6-D4F1-2C40-A947-B49E08D0E10E}"/>
                  </a:ext>
                </a:extLst>
              </p:cNvPr>
              <p:cNvSpPr/>
              <p:nvPr/>
            </p:nvSpPr>
            <p:spPr>
              <a:xfrm>
                <a:off x="20779808" y="7026241"/>
                <a:ext cx="645320" cy="644301"/>
              </a:xfrm>
              <a:custGeom>
                <a:avLst/>
                <a:gdLst>
                  <a:gd name="connsiteX0" fmla="*/ 322040 w 645320"/>
                  <a:gd name="connsiteY0" fmla="*/ 16197 h 644301"/>
                  <a:gd name="connsiteX1" fmla="*/ 17444 w 645320"/>
                  <a:gd name="connsiteY1" fmla="*/ 322147 h 644301"/>
                  <a:gd name="connsiteX2" fmla="*/ 322040 w 645320"/>
                  <a:gd name="connsiteY2" fmla="*/ 628096 h 644301"/>
                  <a:gd name="connsiteX3" fmla="*/ 627880 w 645320"/>
                  <a:gd name="connsiteY3" fmla="*/ 322147 h 644301"/>
                  <a:gd name="connsiteX4" fmla="*/ 322040 w 645320"/>
                  <a:gd name="connsiteY4" fmla="*/ 16197 h 644301"/>
                  <a:gd name="connsiteX5" fmla="*/ 322040 w 645320"/>
                  <a:gd name="connsiteY5" fmla="*/ 0 h 644301"/>
                  <a:gd name="connsiteX6" fmla="*/ 645320 w 645320"/>
                  <a:gd name="connsiteY6" fmla="*/ 322151 h 644301"/>
                  <a:gd name="connsiteX7" fmla="*/ 322040 w 645320"/>
                  <a:gd name="connsiteY7" fmla="*/ 644301 h 644301"/>
                  <a:gd name="connsiteX8" fmla="*/ 0 w 645320"/>
                  <a:gd name="connsiteY8" fmla="*/ 322151 h 644301"/>
                  <a:gd name="connsiteX9" fmla="*/ 322040 w 645320"/>
                  <a:gd name="connsiteY9" fmla="*/ 0 h 644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45320" h="644301">
                    <a:moveTo>
                      <a:pt x="322040" y="16197"/>
                    </a:moveTo>
                    <a:cubicBezTo>
                      <a:pt x="154200" y="16197"/>
                      <a:pt x="17444" y="153004"/>
                      <a:pt x="17444" y="322147"/>
                    </a:cubicBezTo>
                    <a:cubicBezTo>
                      <a:pt x="17444" y="490046"/>
                      <a:pt x="154200" y="628096"/>
                      <a:pt x="322040" y="628096"/>
                    </a:cubicBezTo>
                    <a:cubicBezTo>
                      <a:pt x="491124" y="628096"/>
                      <a:pt x="627880" y="490046"/>
                      <a:pt x="627880" y="322147"/>
                    </a:cubicBezTo>
                    <a:cubicBezTo>
                      <a:pt x="627880" y="153004"/>
                      <a:pt x="491124" y="16197"/>
                      <a:pt x="322040" y="16197"/>
                    </a:cubicBezTo>
                    <a:close/>
                    <a:moveTo>
                      <a:pt x="322040" y="0"/>
                    </a:moveTo>
                    <a:cubicBezTo>
                      <a:pt x="499844" y="0"/>
                      <a:pt x="645320" y="144284"/>
                      <a:pt x="645320" y="322151"/>
                    </a:cubicBezTo>
                    <a:cubicBezTo>
                      <a:pt x="645320" y="500018"/>
                      <a:pt x="499844" y="644301"/>
                      <a:pt x="322040" y="644301"/>
                    </a:cubicBezTo>
                    <a:cubicBezTo>
                      <a:pt x="144234" y="644301"/>
                      <a:pt x="0" y="500018"/>
                      <a:pt x="0" y="322151"/>
                    </a:cubicBezTo>
                    <a:cubicBezTo>
                      <a:pt x="0" y="144284"/>
                      <a:pt x="144234" y="0"/>
                      <a:pt x="3220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1EDAFB45-4677-0346-8C92-2AD3C563BDD6}"/>
                  </a:ext>
                </a:extLst>
              </p:cNvPr>
              <p:cNvSpPr/>
              <p:nvPr/>
            </p:nvSpPr>
            <p:spPr>
              <a:xfrm>
                <a:off x="21082537" y="7150864"/>
                <a:ext cx="39865" cy="847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" h="69">
                    <a:moveTo>
                      <a:pt x="18" y="69"/>
                    </a:moveTo>
                    <a:lnTo>
                      <a:pt x="15" y="69"/>
                    </a:lnTo>
                    <a:cubicBezTo>
                      <a:pt x="7" y="69"/>
                      <a:pt x="0" y="62"/>
                      <a:pt x="0" y="54"/>
                    </a:cubicBezTo>
                    <a:lnTo>
                      <a:pt x="0" y="15"/>
                    </a:lnTo>
                    <a:cubicBezTo>
                      <a:pt x="0" y="7"/>
                      <a:pt x="7" y="0"/>
                      <a:pt x="15" y="0"/>
                    </a:cubicBezTo>
                    <a:lnTo>
                      <a:pt x="18" y="0"/>
                    </a:lnTo>
                    <a:cubicBezTo>
                      <a:pt x="26" y="0"/>
                      <a:pt x="33" y="7"/>
                      <a:pt x="33" y="15"/>
                    </a:cubicBezTo>
                    <a:lnTo>
                      <a:pt x="33" y="54"/>
                    </a:lnTo>
                    <a:cubicBezTo>
                      <a:pt x="33" y="62"/>
                      <a:pt x="26" y="69"/>
                      <a:pt x="18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038458D7-D015-2544-974D-A1F4C31A7CF5}"/>
                  </a:ext>
                </a:extLst>
              </p:cNvPr>
              <p:cNvSpPr/>
              <p:nvPr/>
            </p:nvSpPr>
            <p:spPr>
              <a:xfrm>
                <a:off x="21073816" y="7143387"/>
                <a:ext cx="57306" cy="100945"/>
              </a:xfrm>
              <a:custGeom>
                <a:avLst/>
                <a:gdLst>
                  <a:gd name="connsiteX0" fmla="*/ 24522 w 57306"/>
                  <a:gd name="connsiteY0" fmla="*/ 16200 h 100945"/>
                  <a:gd name="connsiteX1" fmla="*/ 17440 w 57306"/>
                  <a:gd name="connsiteY1" fmla="*/ 23542 h 100945"/>
                  <a:gd name="connsiteX2" fmla="*/ 17440 w 57306"/>
                  <a:gd name="connsiteY2" fmla="*/ 77378 h 100945"/>
                  <a:gd name="connsiteX3" fmla="*/ 24522 w 57306"/>
                  <a:gd name="connsiteY3" fmla="*/ 83496 h 100945"/>
                  <a:gd name="connsiteX4" fmla="*/ 32784 w 57306"/>
                  <a:gd name="connsiteY4" fmla="*/ 83496 h 100945"/>
                  <a:gd name="connsiteX5" fmla="*/ 39864 w 57306"/>
                  <a:gd name="connsiteY5" fmla="*/ 77378 h 100945"/>
                  <a:gd name="connsiteX6" fmla="*/ 39864 w 57306"/>
                  <a:gd name="connsiteY6" fmla="*/ 23542 h 100945"/>
                  <a:gd name="connsiteX7" fmla="*/ 32784 w 57306"/>
                  <a:gd name="connsiteY7" fmla="*/ 16200 h 100945"/>
                  <a:gd name="connsiteX8" fmla="*/ 24386 w 57306"/>
                  <a:gd name="connsiteY8" fmla="*/ 0 h 100945"/>
                  <a:gd name="connsiteX9" fmla="*/ 32920 w 57306"/>
                  <a:gd name="connsiteY9" fmla="*/ 0 h 100945"/>
                  <a:gd name="connsiteX10" fmla="*/ 57306 w 57306"/>
                  <a:gd name="connsiteY10" fmla="*/ 23390 h 100945"/>
                  <a:gd name="connsiteX11" fmla="*/ 57306 w 57306"/>
                  <a:gd name="connsiteY11" fmla="*/ 77556 h 100945"/>
                  <a:gd name="connsiteX12" fmla="*/ 32920 w 57306"/>
                  <a:gd name="connsiteY12" fmla="*/ 100945 h 100945"/>
                  <a:gd name="connsiteX13" fmla="*/ 24386 w 57306"/>
                  <a:gd name="connsiteY13" fmla="*/ 100945 h 100945"/>
                  <a:gd name="connsiteX14" fmla="*/ 0 w 57306"/>
                  <a:gd name="connsiteY14" fmla="*/ 77556 h 100945"/>
                  <a:gd name="connsiteX15" fmla="*/ 0 w 57306"/>
                  <a:gd name="connsiteY15" fmla="*/ 23390 h 100945"/>
                  <a:gd name="connsiteX16" fmla="*/ 24386 w 57306"/>
                  <a:gd name="connsiteY16" fmla="*/ 0 h 100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7306" h="100945">
                    <a:moveTo>
                      <a:pt x="24522" y="16200"/>
                    </a:moveTo>
                    <a:cubicBezTo>
                      <a:pt x="19802" y="16200"/>
                      <a:pt x="17440" y="19871"/>
                      <a:pt x="17440" y="23542"/>
                    </a:cubicBezTo>
                    <a:lnTo>
                      <a:pt x="17440" y="77378"/>
                    </a:lnTo>
                    <a:cubicBezTo>
                      <a:pt x="17440" y="81049"/>
                      <a:pt x="19802" y="83496"/>
                      <a:pt x="24522" y="83496"/>
                    </a:cubicBezTo>
                    <a:lnTo>
                      <a:pt x="32784" y="83496"/>
                    </a:lnTo>
                    <a:cubicBezTo>
                      <a:pt x="36324" y="83496"/>
                      <a:pt x="39864" y="81049"/>
                      <a:pt x="39864" y="77378"/>
                    </a:cubicBezTo>
                    <a:lnTo>
                      <a:pt x="39864" y="23542"/>
                    </a:lnTo>
                    <a:cubicBezTo>
                      <a:pt x="39864" y="19871"/>
                      <a:pt x="36324" y="16200"/>
                      <a:pt x="32784" y="16200"/>
                    </a:cubicBezTo>
                    <a:close/>
                    <a:moveTo>
                      <a:pt x="24386" y="0"/>
                    </a:moveTo>
                    <a:lnTo>
                      <a:pt x="32920" y="0"/>
                    </a:lnTo>
                    <a:cubicBezTo>
                      <a:pt x="46332" y="0"/>
                      <a:pt x="57306" y="9849"/>
                      <a:pt x="57306" y="23390"/>
                    </a:cubicBezTo>
                    <a:lnTo>
                      <a:pt x="57306" y="77556"/>
                    </a:lnTo>
                    <a:cubicBezTo>
                      <a:pt x="57306" y="89866"/>
                      <a:pt x="46332" y="100945"/>
                      <a:pt x="32920" y="100945"/>
                    </a:cubicBezTo>
                    <a:lnTo>
                      <a:pt x="24386" y="100945"/>
                    </a:lnTo>
                    <a:cubicBezTo>
                      <a:pt x="10974" y="100945"/>
                      <a:pt x="0" y="89866"/>
                      <a:pt x="0" y="77556"/>
                    </a:cubicBezTo>
                    <a:lnTo>
                      <a:pt x="0" y="23390"/>
                    </a:lnTo>
                    <a:cubicBezTo>
                      <a:pt x="0" y="9849"/>
                      <a:pt x="10974" y="0"/>
                      <a:pt x="2438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185CCD38-6461-D94E-9A31-9A819F87DC49}"/>
                  </a:ext>
                </a:extLst>
              </p:cNvPr>
              <p:cNvSpPr/>
              <p:nvPr/>
            </p:nvSpPr>
            <p:spPr>
              <a:xfrm>
                <a:off x="20934288" y="7191986"/>
                <a:ext cx="337610" cy="3053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2" h="246">
                    <a:moveTo>
                      <a:pt x="271" y="235"/>
                    </a:moveTo>
                    <a:lnTo>
                      <a:pt x="245" y="215"/>
                    </a:lnTo>
                    <a:cubicBezTo>
                      <a:pt x="231" y="202"/>
                      <a:pt x="222" y="184"/>
                      <a:pt x="222" y="165"/>
                    </a:cubicBezTo>
                    <a:lnTo>
                      <a:pt x="222" y="93"/>
                    </a:lnTo>
                    <a:cubicBezTo>
                      <a:pt x="222" y="73"/>
                      <a:pt x="216" y="54"/>
                      <a:pt x="206" y="38"/>
                    </a:cubicBezTo>
                    <a:cubicBezTo>
                      <a:pt x="194" y="19"/>
                      <a:pt x="173" y="0"/>
                      <a:pt x="136" y="0"/>
                    </a:cubicBezTo>
                    <a:cubicBezTo>
                      <a:pt x="100" y="0"/>
                      <a:pt x="79" y="19"/>
                      <a:pt x="67" y="38"/>
                    </a:cubicBezTo>
                    <a:cubicBezTo>
                      <a:pt x="56" y="54"/>
                      <a:pt x="51" y="73"/>
                      <a:pt x="51" y="93"/>
                    </a:cubicBezTo>
                    <a:lnTo>
                      <a:pt x="51" y="165"/>
                    </a:lnTo>
                    <a:cubicBezTo>
                      <a:pt x="51" y="184"/>
                      <a:pt x="42" y="202"/>
                      <a:pt x="28" y="215"/>
                    </a:cubicBezTo>
                    <a:lnTo>
                      <a:pt x="3" y="235"/>
                    </a:lnTo>
                    <a:cubicBezTo>
                      <a:pt x="-2" y="239"/>
                      <a:pt x="1" y="246"/>
                      <a:pt x="6" y="246"/>
                    </a:cubicBezTo>
                    <a:lnTo>
                      <a:pt x="136" y="246"/>
                    </a:lnTo>
                    <a:lnTo>
                      <a:pt x="267" y="246"/>
                    </a:lnTo>
                    <a:cubicBezTo>
                      <a:pt x="272" y="246"/>
                      <a:pt x="275" y="239"/>
                      <a:pt x="271" y="23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13E03D1B-7F51-3340-AE5B-92BC642BD364}"/>
                  </a:ext>
                </a:extLst>
              </p:cNvPr>
              <p:cNvSpPr/>
              <p:nvPr/>
            </p:nvSpPr>
            <p:spPr>
              <a:xfrm>
                <a:off x="20924589" y="7183262"/>
                <a:ext cx="355761" cy="322773"/>
              </a:xfrm>
              <a:custGeom>
                <a:avLst/>
                <a:gdLst>
                  <a:gd name="connsiteX0" fmla="*/ 177262 w 355761"/>
                  <a:gd name="connsiteY0" fmla="*/ 17451 h 322773"/>
                  <a:gd name="connsiteX1" fmla="*/ 97840 w 355761"/>
                  <a:gd name="connsiteY1" fmla="*/ 59641 h 322773"/>
                  <a:gd name="connsiteX2" fmla="*/ 80468 w 355761"/>
                  <a:gd name="connsiteY2" fmla="*/ 124167 h 322773"/>
                  <a:gd name="connsiteX3" fmla="*/ 80468 w 355761"/>
                  <a:gd name="connsiteY3" fmla="*/ 213510 h 322773"/>
                  <a:gd name="connsiteX4" fmla="*/ 48202 w 355761"/>
                  <a:gd name="connsiteY4" fmla="*/ 280518 h 322773"/>
                  <a:gd name="connsiteX5" fmla="*/ 18420 w 355761"/>
                  <a:gd name="connsiteY5" fmla="*/ 306576 h 322773"/>
                  <a:gd name="connsiteX6" fmla="*/ 337344 w 355761"/>
                  <a:gd name="connsiteY6" fmla="*/ 306576 h 322773"/>
                  <a:gd name="connsiteX7" fmla="*/ 307560 w 355761"/>
                  <a:gd name="connsiteY7" fmla="*/ 280518 h 322773"/>
                  <a:gd name="connsiteX8" fmla="*/ 275296 w 355761"/>
                  <a:gd name="connsiteY8" fmla="*/ 213510 h 322773"/>
                  <a:gd name="connsiteX9" fmla="*/ 275296 w 355761"/>
                  <a:gd name="connsiteY9" fmla="*/ 124167 h 322773"/>
                  <a:gd name="connsiteX10" fmla="*/ 257922 w 355761"/>
                  <a:gd name="connsiteY10" fmla="*/ 59641 h 322773"/>
                  <a:gd name="connsiteX11" fmla="*/ 177262 w 355761"/>
                  <a:gd name="connsiteY11" fmla="*/ 17451 h 322773"/>
                  <a:gd name="connsiteX12" fmla="*/ 177260 w 355761"/>
                  <a:gd name="connsiteY12" fmla="*/ 0 h 322773"/>
                  <a:gd name="connsiteX13" fmla="*/ 271610 w 355761"/>
                  <a:gd name="connsiteY13" fmla="*/ 50899 h 322773"/>
                  <a:gd name="connsiteX14" fmla="*/ 292716 w 355761"/>
                  <a:gd name="connsiteY14" fmla="*/ 124144 h 322773"/>
                  <a:gd name="connsiteX15" fmla="*/ 292716 w 355761"/>
                  <a:gd name="connsiteY15" fmla="*/ 213527 h 322773"/>
                  <a:gd name="connsiteX16" fmla="*/ 318786 w 355761"/>
                  <a:gd name="connsiteY16" fmla="*/ 268150 h 322773"/>
                  <a:gd name="connsiteX17" fmla="*/ 349822 w 355761"/>
                  <a:gd name="connsiteY17" fmla="*/ 294220 h 322773"/>
                  <a:gd name="connsiteX18" fmla="*/ 354788 w 355761"/>
                  <a:gd name="connsiteY18" fmla="*/ 312842 h 322773"/>
                  <a:gd name="connsiteX19" fmla="*/ 339890 w 355761"/>
                  <a:gd name="connsiteY19" fmla="*/ 322773 h 322773"/>
                  <a:gd name="connsiteX20" fmla="*/ 15872 w 355761"/>
                  <a:gd name="connsiteY20" fmla="*/ 322773 h 322773"/>
                  <a:gd name="connsiteX21" fmla="*/ 974 w 355761"/>
                  <a:gd name="connsiteY21" fmla="*/ 312842 h 322773"/>
                  <a:gd name="connsiteX22" fmla="*/ 5940 w 355761"/>
                  <a:gd name="connsiteY22" fmla="*/ 294220 h 322773"/>
                  <a:gd name="connsiteX23" fmla="*/ 36976 w 355761"/>
                  <a:gd name="connsiteY23" fmla="*/ 268150 h 322773"/>
                  <a:gd name="connsiteX24" fmla="*/ 63046 w 355761"/>
                  <a:gd name="connsiteY24" fmla="*/ 213527 h 322773"/>
                  <a:gd name="connsiteX25" fmla="*/ 63046 w 355761"/>
                  <a:gd name="connsiteY25" fmla="*/ 124144 h 322773"/>
                  <a:gd name="connsiteX26" fmla="*/ 84152 w 355761"/>
                  <a:gd name="connsiteY26" fmla="*/ 50899 h 322773"/>
                  <a:gd name="connsiteX27" fmla="*/ 177260 w 355761"/>
                  <a:gd name="connsiteY27" fmla="*/ 0 h 322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55761" h="322773">
                    <a:moveTo>
                      <a:pt x="177262" y="17451"/>
                    </a:moveTo>
                    <a:cubicBezTo>
                      <a:pt x="143756" y="17451"/>
                      <a:pt x="117696" y="32342"/>
                      <a:pt x="97840" y="59641"/>
                    </a:cubicBezTo>
                    <a:cubicBezTo>
                      <a:pt x="85432" y="78254"/>
                      <a:pt x="80468" y="100590"/>
                      <a:pt x="80468" y="124167"/>
                    </a:cubicBezTo>
                    <a:lnTo>
                      <a:pt x="80468" y="213510"/>
                    </a:lnTo>
                    <a:cubicBezTo>
                      <a:pt x="80468" y="239569"/>
                      <a:pt x="68058" y="264386"/>
                      <a:pt x="48202" y="280518"/>
                    </a:cubicBezTo>
                    <a:lnTo>
                      <a:pt x="18420" y="306576"/>
                    </a:lnTo>
                    <a:lnTo>
                      <a:pt x="337344" y="306576"/>
                    </a:lnTo>
                    <a:lnTo>
                      <a:pt x="307560" y="280518"/>
                    </a:lnTo>
                    <a:cubicBezTo>
                      <a:pt x="287706" y="264386"/>
                      <a:pt x="275296" y="239569"/>
                      <a:pt x="275296" y="213510"/>
                    </a:cubicBezTo>
                    <a:lnTo>
                      <a:pt x="275296" y="124167"/>
                    </a:lnTo>
                    <a:cubicBezTo>
                      <a:pt x="275296" y="100590"/>
                      <a:pt x="269092" y="78254"/>
                      <a:pt x="257922" y="59641"/>
                    </a:cubicBezTo>
                    <a:cubicBezTo>
                      <a:pt x="238068" y="32342"/>
                      <a:pt x="212008" y="17451"/>
                      <a:pt x="177262" y="17451"/>
                    </a:cubicBezTo>
                    <a:close/>
                    <a:moveTo>
                      <a:pt x="177260" y="0"/>
                    </a:moveTo>
                    <a:cubicBezTo>
                      <a:pt x="216986" y="0"/>
                      <a:pt x="250506" y="17380"/>
                      <a:pt x="271610" y="50899"/>
                    </a:cubicBezTo>
                    <a:cubicBezTo>
                      <a:pt x="285266" y="72003"/>
                      <a:pt x="292716" y="96832"/>
                      <a:pt x="292716" y="124144"/>
                    </a:cubicBezTo>
                    <a:lnTo>
                      <a:pt x="292716" y="213527"/>
                    </a:lnTo>
                    <a:cubicBezTo>
                      <a:pt x="292716" y="234631"/>
                      <a:pt x="301406" y="254494"/>
                      <a:pt x="318786" y="268150"/>
                    </a:cubicBezTo>
                    <a:lnTo>
                      <a:pt x="349822" y="294220"/>
                    </a:lnTo>
                    <a:cubicBezTo>
                      <a:pt x="354788" y="299186"/>
                      <a:pt x="357270" y="305393"/>
                      <a:pt x="354788" y="312842"/>
                    </a:cubicBezTo>
                    <a:cubicBezTo>
                      <a:pt x="352304" y="317807"/>
                      <a:pt x="346098" y="322773"/>
                      <a:pt x="339890" y="322773"/>
                    </a:cubicBezTo>
                    <a:lnTo>
                      <a:pt x="15872" y="322773"/>
                    </a:lnTo>
                    <a:cubicBezTo>
                      <a:pt x="9664" y="322773"/>
                      <a:pt x="3458" y="317807"/>
                      <a:pt x="974" y="312842"/>
                    </a:cubicBezTo>
                    <a:cubicBezTo>
                      <a:pt x="-1508" y="305393"/>
                      <a:pt x="974" y="299186"/>
                      <a:pt x="5940" y="294220"/>
                    </a:cubicBezTo>
                    <a:lnTo>
                      <a:pt x="36976" y="268150"/>
                    </a:lnTo>
                    <a:cubicBezTo>
                      <a:pt x="53116" y="254494"/>
                      <a:pt x="63046" y="234631"/>
                      <a:pt x="63046" y="213527"/>
                    </a:cubicBezTo>
                    <a:lnTo>
                      <a:pt x="63046" y="124144"/>
                    </a:lnTo>
                    <a:cubicBezTo>
                      <a:pt x="63046" y="96832"/>
                      <a:pt x="70496" y="72003"/>
                      <a:pt x="84152" y="50899"/>
                    </a:cubicBezTo>
                    <a:cubicBezTo>
                      <a:pt x="105256" y="17380"/>
                      <a:pt x="138776" y="0"/>
                      <a:pt x="1772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C380B58C-C9C4-7347-A1D4-36338F6FE125}"/>
                  </a:ext>
                </a:extLst>
              </p:cNvPr>
              <p:cNvSpPr/>
              <p:nvPr/>
            </p:nvSpPr>
            <p:spPr>
              <a:xfrm>
                <a:off x="21056372" y="7498562"/>
                <a:ext cx="92189" cy="4611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" h="38">
                    <a:moveTo>
                      <a:pt x="75" y="0"/>
                    </a:moveTo>
                    <a:cubicBezTo>
                      <a:pt x="75" y="21"/>
                      <a:pt x="58" y="38"/>
                      <a:pt x="37" y="38"/>
                    </a:cubicBezTo>
                    <a:cubicBezTo>
                      <a:pt x="17" y="38"/>
                      <a:pt x="0" y="21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CD11816F-9748-EC43-8433-7761526BC988}"/>
                  </a:ext>
                </a:extLst>
              </p:cNvPr>
              <p:cNvSpPr/>
              <p:nvPr/>
            </p:nvSpPr>
            <p:spPr>
              <a:xfrm>
                <a:off x="21047656" y="7491084"/>
                <a:ext cx="109628" cy="62311"/>
              </a:xfrm>
              <a:custGeom>
                <a:avLst/>
                <a:gdLst>
                  <a:gd name="connsiteX0" fmla="*/ 17440 w 109628"/>
                  <a:gd name="connsiteY0" fmla="*/ 16201 h 62311"/>
                  <a:gd name="connsiteX1" fmla="*/ 54202 w 109628"/>
                  <a:gd name="connsiteY1" fmla="*/ 44864 h 62311"/>
                  <a:gd name="connsiteX2" fmla="*/ 92188 w 109628"/>
                  <a:gd name="connsiteY2" fmla="*/ 16201 h 62311"/>
                  <a:gd name="connsiteX3" fmla="*/ 8622 w 109628"/>
                  <a:gd name="connsiteY3" fmla="*/ 0 h 62311"/>
                  <a:gd name="connsiteX4" fmla="*/ 101006 w 109628"/>
                  <a:gd name="connsiteY4" fmla="*/ 0 h 62311"/>
                  <a:gd name="connsiteX5" fmla="*/ 109628 w 109628"/>
                  <a:gd name="connsiteY5" fmla="*/ 7331 h 62311"/>
                  <a:gd name="connsiteX6" fmla="*/ 54198 w 109628"/>
                  <a:gd name="connsiteY6" fmla="*/ 62311 h 62311"/>
                  <a:gd name="connsiteX7" fmla="*/ 0 w 109628"/>
                  <a:gd name="connsiteY7" fmla="*/ 7331 h 62311"/>
                  <a:gd name="connsiteX8" fmla="*/ 8622 w 109628"/>
                  <a:gd name="connsiteY8" fmla="*/ 0 h 6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9628" h="62311">
                    <a:moveTo>
                      <a:pt x="17440" y="16201"/>
                    </a:moveTo>
                    <a:cubicBezTo>
                      <a:pt x="21116" y="32921"/>
                      <a:pt x="37046" y="44864"/>
                      <a:pt x="54202" y="44864"/>
                    </a:cubicBezTo>
                    <a:cubicBezTo>
                      <a:pt x="72582" y="44864"/>
                      <a:pt x="87286" y="32921"/>
                      <a:pt x="92188" y="16201"/>
                    </a:cubicBezTo>
                    <a:close/>
                    <a:moveTo>
                      <a:pt x="8622" y="0"/>
                    </a:moveTo>
                    <a:lnTo>
                      <a:pt x="101006" y="0"/>
                    </a:lnTo>
                    <a:cubicBezTo>
                      <a:pt x="105934" y="0"/>
                      <a:pt x="109628" y="3666"/>
                      <a:pt x="109628" y="7331"/>
                    </a:cubicBezTo>
                    <a:cubicBezTo>
                      <a:pt x="109628" y="37876"/>
                      <a:pt x="84994" y="62311"/>
                      <a:pt x="54198" y="62311"/>
                    </a:cubicBezTo>
                    <a:cubicBezTo>
                      <a:pt x="24634" y="62311"/>
                      <a:pt x="0" y="37876"/>
                      <a:pt x="0" y="7331"/>
                    </a:cubicBezTo>
                    <a:cubicBezTo>
                      <a:pt x="0" y="3666"/>
                      <a:pt x="3694" y="0"/>
                      <a:pt x="86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6F0F9762-BE95-AC4D-AD76-0AD145A94AE1}"/>
                  </a:ext>
                </a:extLst>
              </p:cNvPr>
              <p:cNvSpPr/>
              <p:nvPr/>
            </p:nvSpPr>
            <p:spPr>
              <a:xfrm>
                <a:off x="20996577" y="7332813"/>
                <a:ext cx="211785" cy="510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" h="42">
                    <a:moveTo>
                      <a:pt x="171" y="42"/>
                    </a:moveTo>
                    <a:lnTo>
                      <a:pt x="171" y="42"/>
                    </a:lnTo>
                    <a:lnTo>
                      <a:pt x="171" y="42"/>
                    </a:lnTo>
                    <a:lnTo>
                      <a:pt x="171" y="0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2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2FB5F95E-DA06-F24A-B4DC-07AE22277BE3}"/>
                  </a:ext>
                </a:extLst>
              </p:cNvPr>
              <p:cNvSpPr/>
              <p:nvPr/>
            </p:nvSpPr>
            <p:spPr>
              <a:xfrm>
                <a:off x="20987857" y="7324090"/>
                <a:ext cx="229226" cy="685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5" h="56">
                    <a:moveTo>
                      <a:pt x="178" y="56"/>
                    </a:moveTo>
                    <a:lnTo>
                      <a:pt x="7" y="56"/>
                    </a:lnTo>
                    <a:cubicBezTo>
                      <a:pt x="3" y="56"/>
                      <a:pt x="0" y="53"/>
                      <a:pt x="0" y="49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7" y="0"/>
                    </a:cubicBezTo>
                    <a:lnTo>
                      <a:pt x="178" y="0"/>
                    </a:lnTo>
                    <a:cubicBezTo>
                      <a:pt x="182" y="0"/>
                      <a:pt x="185" y="3"/>
                      <a:pt x="185" y="7"/>
                    </a:cubicBezTo>
                    <a:lnTo>
                      <a:pt x="185" y="49"/>
                    </a:lnTo>
                    <a:cubicBezTo>
                      <a:pt x="185" y="53"/>
                      <a:pt x="182" y="56"/>
                      <a:pt x="178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C447AB3B-E83B-EE4F-9677-8E7113929E7F}"/>
                  </a:ext>
                </a:extLst>
              </p:cNvPr>
              <p:cNvSpPr/>
              <p:nvPr/>
            </p:nvSpPr>
            <p:spPr>
              <a:xfrm>
                <a:off x="21005294" y="7341537"/>
                <a:ext cx="194344" cy="348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7" h="29">
                    <a:moveTo>
                      <a:pt x="0" y="29"/>
                    </a:moveTo>
                    <a:lnTo>
                      <a:pt x="157" y="29"/>
                    </a:lnTo>
                    <a:lnTo>
                      <a:pt x="15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C7A95A5-D5A8-B94C-A00B-0F71E7C09149}"/>
                </a:ext>
              </a:extLst>
            </p:cNvPr>
            <p:cNvGrpSpPr/>
            <p:nvPr/>
          </p:nvGrpSpPr>
          <p:grpSpPr>
            <a:xfrm>
              <a:off x="21761490" y="6800673"/>
              <a:ext cx="798556" cy="876100"/>
              <a:chOff x="21761490" y="6800673"/>
              <a:chExt cx="798556" cy="876100"/>
            </a:xfrm>
          </p:grpSpPr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3086D7E4-AEEB-AA4D-B988-0B4A606BCFB4}"/>
                  </a:ext>
                </a:extLst>
              </p:cNvPr>
              <p:cNvSpPr/>
              <p:nvPr/>
            </p:nvSpPr>
            <p:spPr>
              <a:xfrm>
                <a:off x="21770214" y="7028733"/>
                <a:ext cx="639091" cy="6393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4" h="514">
                    <a:moveTo>
                      <a:pt x="514" y="257"/>
                    </a:moveTo>
                    <a:cubicBezTo>
                      <a:pt x="514" y="399"/>
                      <a:pt x="398" y="514"/>
                      <a:pt x="256" y="514"/>
                    </a:cubicBezTo>
                    <a:cubicBezTo>
                      <a:pt x="115" y="514"/>
                      <a:pt x="0" y="399"/>
                      <a:pt x="0" y="257"/>
                    </a:cubicBezTo>
                    <a:cubicBezTo>
                      <a:pt x="0" y="115"/>
                      <a:pt x="115" y="0"/>
                      <a:pt x="256" y="0"/>
                    </a:cubicBezTo>
                    <a:cubicBezTo>
                      <a:pt x="398" y="0"/>
                      <a:pt x="514" y="115"/>
                      <a:pt x="514" y="25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DA5B7BD6-4FE1-4140-B632-9CCCB86C2F40}"/>
                  </a:ext>
                </a:extLst>
              </p:cNvPr>
              <p:cNvSpPr/>
              <p:nvPr/>
            </p:nvSpPr>
            <p:spPr>
              <a:xfrm>
                <a:off x="21761490" y="7020010"/>
                <a:ext cx="656532" cy="656763"/>
              </a:xfrm>
              <a:custGeom>
                <a:avLst/>
                <a:gdLst>
                  <a:gd name="connsiteX0" fmla="*/ 327022 w 656532"/>
                  <a:gd name="connsiteY0" fmla="*/ 17447 h 656763"/>
                  <a:gd name="connsiteX1" fmla="*/ 16194 w 656532"/>
                  <a:gd name="connsiteY1" fmla="*/ 328381 h 656763"/>
                  <a:gd name="connsiteX2" fmla="*/ 327022 w 656532"/>
                  <a:gd name="connsiteY2" fmla="*/ 639315 h 656763"/>
                  <a:gd name="connsiteX3" fmla="*/ 639090 w 656532"/>
                  <a:gd name="connsiteY3" fmla="*/ 328381 h 656763"/>
                  <a:gd name="connsiteX4" fmla="*/ 327022 w 656532"/>
                  <a:gd name="connsiteY4" fmla="*/ 17447 h 656763"/>
                  <a:gd name="connsiteX5" fmla="*/ 327022 w 656532"/>
                  <a:gd name="connsiteY5" fmla="*/ 0 h 656763"/>
                  <a:gd name="connsiteX6" fmla="*/ 656532 w 656532"/>
                  <a:gd name="connsiteY6" fmla="*/ 328382 h 656763"/>
                  <a:gd name="connsiteX7" fmla="*/ 327022 w 656532"/>
                  <a:gd name="connsiteY7" fmla="*/ 656763 h 656763"/>
                  <a:gd name="connsiteX8" fmla="*/ 0 w 656532"/>
                  <a:gd name="connsiteY8" fmla="*/ 328382 h 656763"/>
                  <a:gd name="connsiteX9" fmla="*/ 327022 w 656532"/>
                  <a:gd name="connsiteY9" fmla="*/ 0 h 656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56532" h="656763">
                    <a:moveTo>
                      <a:pt x="327022" y="17447"/>
                    </a:moveTo>
                    <a:cubicBezTo>
                      <a:pt x="156688" y="17447"/>
                      <a:pt x="16194" y="156746"/>
                      <a:pt x="16194" y="328381"/>
                    </a:cubicBezTo>
                    <a:cubicBezTo>
                      <a:pt x="16194" y="500017"/>
                      <a:pt x="156688" y="639315"/>
                      <a:pt x="327022" y="639315"/>
                    </a:cubicBezTo>
                    <a:cubicBezTo>
                      <a:pt x="499840" y="639315"/>
                      <a:pt x="639090" y="500017"/>
                      <a:pt x="639090" y="328381"/>
                    </a:cubicBezTo>
                    <a:cubicBezTo>
                      <a:pt x="639090" y="156746"/>
                      <a:pt x="499840" y="17447"/>
                      <a:pt x="327022" y="17447"/>
                    </a:cubicBezTo>
                    <a:close/>
                    <a:moveTo>
                      <a:pt x="327022" y="0"/>
                    </a:moveTo>
                    <a:cubicBezTo>
                      <a:pt x="508564" y="0"/>
                      <a:pt x="656532" y="146777"/>
                      <a:pt x="656532" y="328382"/>
                    </a:cubicBezTo>
                    <a:cubicBezTo>
                      <a:pt x="656532" y="508743"/>
                      <a:pt x="508564" y="656763"/>
                      <a:pt x="327022" y="656763"/>
                    </a:cubicBezTo>
                    <a:cubicBezTo>
                      <a:pt x="146724" y="656763"/>
                      <a:pt x="0" y="508743"/>
                      <a:pt x="0" y="328382"/>
                    </a:cubicBezTo>
                    <a:cubicBezTo>
                      <a:pt x="0" y="146777"/>
                      <a:pt x="146724" y="0"/>
                      <a:pt x="3270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BBC4B561-4857-8048-95D8-6C326D04EE45}"/>
                  </a:ext>
                </a:extLst>
              </p:cNvPr>
              <p:cNvSpPr/>
              <p:nvPr/>
            </p:nvSpPr>
            <p:spPr>
              <a:xfrm>
                <a:off x="21894793" y="7231869"/>
                <a:ext cx="388687" cy="2317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3" h="187">
                    <a:moveTo>
                      <a:pt x="288" y="0"/>
                    </a:moveTo>
                    <a:lnTo>
                      <a:pt x="24" y="0"/>
                    </a:lnTo>
                    <a:cubicBezTo>
                      <a:pt x="11" y="0"/>
                      <a:pt x="0" y="11"/>
                      <a:pt x="0" y="24"/>
                    </a:cubicBezTo>
                    <a:lnTo>
                      <a:pt x="0" y="163"/>
                    </a:lnTo>
                    <a:cubicBezTo>
                      <a:pt x="0" y="176"/>
                      <a:pt x="11" y="187"/>
                      <a:pt x="24" y="187"/>
                    </a:cubicBezTo>
                    <a:lnTo>
                      <a:pt x="288" y="187"/>
                    </a:lnTo>
                    <a:cubicBezTo>
                      <a:pt x="302" y="187"/>
                      <a:pt x="313" y="176"/>
                      <a:pt x="313" y="163"/>
                    </a:cubicBezTo>
                    <a:lnTo>
                      <a:pt x="313" y="24"/>
                    </a:lnTo>
                    <a:cubicBezTo>
                      <a:pt x="313" y="11"/>
                      <a:pt x="302" y="0"/>
                      <a:pt x="288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F17BC7EF-48D0-2946-8226-CF657913AAD3}"/>
                  </a:ext>
                </a:extLst>
              </p:cNvPr>
              <p:cNvSpPr/>
              <p:nvPr/>
            </p:nvSpPr>
            <p:spPr>
              <a:xfrm>
                <a:off x="21887318" y="7224391"/>
                <a:ext cx="404882" cy="248000"/>
              </a:xfrm>
              <a:custGeom>
                <a:avLst/>
                <a:gdLst>
                  <a:gd name="connsiteX0" fmla="*/ 37300 w 404882"/>
                  <a:gd name="connsiteY0" fmla="*/ 16201 h 248000"/>
                  <a:gd name="connsiteX1" fmla="*/ 16192 w 404882"/>
                  <a:gd name="connsiteY1" fmla="*/ 37265 h 248000"/>
                  <a:gd name="connsiteX2" fmla="*/ 16192 w 404882"/>
                  <a:gd name="connsiteY2" fmla="*/ 209496 h 248000"/>
                  <a:gd name="connsiteX3" fmla="*/ 37300 w 404882"/>
                  <a:gd name="connsiteY3" fmla="*/ 231799 h 248000"/>
                  <a:gd name="connsiteX4" fmla="*/ 365088 w 404882"/>
                  <a:gd name="connsiteY4" fmla="*/ 231799 h 248000"/>
                  <a:gd name="connsiteX5" fmla="*/ 387438 w 404882"/>
                  <a:gd name="connsiteY5" fmla="*/ 209496 h 248000"/>
                  <a:gd name="connsiteX6" fmla="*/ 387438 w 404882"/>
                  <a:gd name="connsiteY6" fmla="*/ 37265 h 248000"/>
                  <a:gd name="connsiteX7" fmla="*/ 365088 w 404882"/>
                  <a:gd name="connsiteY7" fmla="*/ 16201 h 248000"/>
                  <a:gd name="connsiteX8" fmla="*/ 37260 w 404882"/>
                  <a:gd name="connsiteY8" fmla="*/ 0 h 248000"/>
                  <a:gd name="connsiteX9" fmla="*/ 365138 w 404882"/>
                  <a:gd name="connsiteY9" fmla="*/ 0 h 248000"/>
                  <a:gd name="connsiteX10" fmla="*/ 404882 w 404882"/>
                  <a:gd name="connsiteY10" fmla="*/ 37200 h 248000"/>
                  <a:gd name="connsiteX11" fmla="*/ 404882 w 404882"/>
                  <a:gd name="connsiteY11" fmla="*/ 209560 h 248000"/>
                  <a:gd name="connsiteX12" fmla="*/ 365138 w 404882"/>
                  <a:gd name="connsiteY12" fmla="*/ 248000 h 248000"/>
                  <a:gd name="connsiteX13" fmla="*/ 37260 w 404882"/>
                  <a:gd name="connsiteY13" fmla="*/ 248000 h 248000"/>
                  <a:gd name="connsiteX14" fmla="*/ 0 w 404882"/>
                  <a:gd name="connsiteY14" fmla="*/ 209560 h 248000"/>
                  <a:gd name="connsiteX15" fmla="*/ 0 w 404882"/>
                  <a:gd name="connsiteY15" fmla="*/ 37200 h 248000"/>
                  <a:gd name="connsiteX16" fmla="*/ 37260 w 404882"/>
                  <a:gd name="connsiteY16" fmla="*/ 0 h 24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04882" h="248000">
                    <a:moveTo>
                      <a:pt x="37300" y="16201"/>
                    </a:moveTo>
                    <a:cubicBezTo>
                      <a:pt x="26126" y="16201"/>
                      <a:pt x="16192" y="26114"/>
                      <a:pt x="16192" y="37265"/>
                    </a:cubicBezTo>
                    <a:lnTo>
                      <a:pt x="16192" y="209496"/>
                    </a:lnTo>
                    <a:cubicBezTo>
                      <a:pt x="16192" y="221887"/>
                      <a:pt x="26126" y="231799"/>
                      <a:pt x="37300" y="231799"/>
                    </a:cubicBezTo>
                    <a:lnTo>
                      <a:pt x="365088" y="231799"/>
                    </a:lnTo>
                    <a:cubicBezTo>
                      <a:pt x="377506" y="231799"/>
                      <a:pt x="387438" y="221887"/>
                      <a:pt x="387438" y="209496"/>
                    </a:cubicBezTo>
                    <a:lnTo>
                      <a:pt x="387438" y="37265"/>
                    </a:lnTo>
                    <a:cubicBezTo>
                      <a:pt x="387438" y="26114"/>
                      <a:pt x="377506" y="16201"/>
                      <a:pt x="365088" y="16201"/>
                    </a:cubicBezTo>
                    <a:close/>
                    <a:moveTo>
                      <a:pt x="37260" y="0"/>
                    </a:moveTo>
                    <a:lnTo>
                      <a:pt x="365138" y="0"/>
                    </a:lnTo>
                    <a:cubicBezTo>
                      <a:pt x="387494" y="0"/>
                      <a:pt x="404882" y="17360"/>
                      <a:pt x="404882" y="37200"/>
                    </a:cubicBezTo>
                    <a:lnTo>
                      <a:pt x="404882" y="209560"/>
                    </a:lnTo>
                    <a:cubicBezTo>
                      <a:pt x="404882" y="230640"/>
                      <a:pt x="387494" y="248000"/>
                      <a:pt x="365138" y="248000"/>
                    </a:cubicBezTo>
                    <a:lnTo>
                      <a:pt x="37260" y="248000"/>
                    </a:lnTo>
                    <a:cubicBezTo>
                      <a:pt x="16146" y="248000"/>
                      <a:pt x="0" y="230640"/>
                      <a:pt x="0" y="209560"/>
                    </a:cubicBezTo>
                    <a:lnTo>
                      <a:pt x="0" y="37200"/>
                    </a:lnTo>
                    <a:cubicBezTo>
                      <a:pt x="0" y="17360"/>
                      <a:pt x="16146" y="0"/>
                      <a:pt x="372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C04992A4-0F65-FB46-B478-B911C195F5C1}"/>
                  </a:ext>
                </a:extLst>
              </p:cNvPr>
              <p:cNvSpPr/>
              <p:nvPr/>
            </p:nvSpPr>
            <p:spPr>
              <a:xfrm>
                <a:off x="21898530" y="7233115"/>
                <a:ext cx="386195" cy="1458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1" h="118">
                    <a:moveTo>
                      <a:pt x="154" y="118"/>
                    </a:moveTo>
                    <a:cubicBezTo>
                      <a:pt x="148" y="118"/>
                      <a:pt x="142" y="117"/>
                      <a:pt x="138" y="113"/>
                    </a:cubicBezTo>
                    <a:lnTo>
                      <a:pt x="2" y="13"/>
                    </a:lnTo>
                    <a:cubicBezTo>
                      <a:pt x="-1" y="10"/>
                      <a:pt x="-1" y="6"/>
                      <a:pt x="1" y="3"/>
                    </a:cubicBezTo>
                    <a:cubicBezTo>
                      <a:pt x="4" y="0"/>
                      <a:pt x="8" y="-1"/>
                      <a:pt x="11" y="2"/>
                    </a:cubicBezTo>
                    <a:lnTo>
                      <a:pt x="146" y="102"/>
                    </a:lnTo>
                    <a:cubicBezTo>
                      <a:pt x="151" y="106"/>
                      <a:pt x="157" y="106"/>
                      <a:pt x="162" y="102"/>
                    </a:cubicBezTo>
                    <a:lnTo>
                      <a:pt x="300" y="4"/>
                    </a:lnTo>
                    <a:cubicBezTo>
                      <a:pt x="303" y="2"/>
                      <a:pt x="307" y="3"/>
                      <a:pt x="309" y="6"/>
                    </a:cubicBezTo>
                    <a:cubicBezTo>
                      <a:pt x="311" y="9"/>
                      <a:pt x="311" y="13"/>
                      <a:pt x="307" y="15"/>
                    </a:cubicBezTo>
                    <a:lnTo>
                      <a:pt x="170" y="113"/>
                    </a:lnTo>
                    <a:cubicBezTo>
                      <a:pt x="165" y="117"/>
                      <a:pt x="159" y="118"/>
                      <a:pt x="154" y="11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A850DF29-7B3E-2544-A82A-0C2E36003ABF}"/>
                  </a:ext>
                </a:extLst>
              </p:cNvPr>
              <p:cNvSpPr/>
              <p:nvPr/>
            </p:nvSpPr>
            <p:spPr>
              <a:xfrm>
                <a:off x="22333308" y="6809397"/>
                <a:ext cx="218014" cy="2193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6" h="177">
                    <a:moveTo>
                      <a:pt x="176" y="89"/>
                    </a:moveTo>
                    <a:cubicBezTo>
                      <a:pt x="176" y="137"/>
                      <a:pt x="136" y="177"/>
                      <a:pt x="88" y="177"/>
                    </a:cubicBezTo>
                    <a:cubicBezTo>
                      <a:pt x="39" y="177"/>
                      <a:pt x="0" y="137"/>
                      <a:pt x="0" y="89"/>
                    </a:cubicBezTo>
                    <a:cubicBezTo>
                      <a:pt x="0" y="40"/>
                      <a:pt x="39" y="0"/>
                      <a:pt x="88" y="0"/>
                    </a:cubicBezTo>
                    <a:cubicBezTo>
                      <a:pt x="136" y="0"/>
                      <a:pt x="176" y="40"/>
                      <a:pt x="176" y="8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733BD038-007E-EE42-8885-CBC1CD98083E}"/>
                  </a:ext>
                </a:extLst>
              </p:cNvPr>
              <p:cNvSpPr/>
              <p:nvPr/>
            </p:nvSpPr>
            <p:spPr>
              <a:xfrm>
                <a:off x="22324592" y="6800673"/>
                <a:ext cx="235454" cy="236784"/>
              </a:xfrm>
              <a:custGeom>
                <a:avLst/>
                <a:gdLst>
                  <a:gd name="connsiteX0" fmla="*/ 117730 w 235454"/>
                  <a:gd name="connsiteY0" fmla="*/ 18694 h 236784"/>
                  <a:gd name="connsiteX1" fmla="*/ 17440 w 235454"/>
                  <a:gd name="connsiteY1" fmla="*/ 119016 h 236784"/>
                  <a:gd name="connsiteX2" fmla="*/ 117730 w 235454"/>
                  <a:gd name="connsiteY2" fmla="*/ 219337 h 236784"/>
                  <a:gd name="connsiteX3" fmla="*/ 219258 w 235454"/>
                  <a:gd name="connsiteY3" fmla="*/ 119016 h 236784"/>
                  <a:gd name="connsiteX4" fmla="*/ 117730 w 235454"/>
                  <a:gd name="connsiteY4" fmla="*/ 18694 h 236784"/>
                  <a:gd name="connsiteX5" fmla="*/ 117726 w 235454"/>
                  <a:gd name="connsiteY5" fmla="*/ 0 h 236784"/>
                  <a:gd name="connsiteX6" fmla="*/ 235454 w 235454"/>
                  <a:gd name="connsiteY6" fmla="*/ 119012 h 236784"/>
                  <a:gd name="connsiteX7" fmla="*/ 117726 w 235454"/>
                  <a:gd name="connsiteY7" fmla="*/ 236784 h 236784"/>
                  <a:gd name="connsiteX8" fmla="*/ 0 w 235454"/>
                  <a:gd name="connsiteY8" fmla="*/ 119012 h 236784"/>
                  <a:gd name="connsiteX9" fmla="*/ 117726 w 235454"/>
                  <a:gd name="connsiteY9" fmla="*/ 0 h 236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5454" h="236784">
                    <a:moveTo>
                      <a:pt x="117730" y="18694"/>
                    </a:moveTo>
                    <a:cubicBezTo>
                      <a:pt x="62014" y="18694"/>
                      <a:pt x="17440" y="63282"/>
                      <a:pt x="17440" y="119016"/>
                    </a:cubicBezTo>
                    <a:cubicBezTo>
                      <a:pt x="17440" y="174750"/>
                      <a:pt x="62014" y="219337"/>
                      <a:pt x="117730" y="219337"/>
                    </a:cubicBezTo>
                    <a:cubicBezTo>
                      <a:pt x="173446" y="219337"/>
                      <a:pt x="219258" y="174750"/>
                      <a:pt x="219258" y="119016"/>
                    </a:cubicBezTo>
                    <a:cubicBezTo>
                      <a:pt x="219258" y="63282"/>
                      <a:pt x="173446" y="18694"/>
                      <a:pt x="117730" y="18694"/>
                    </a:cubicBezTo>
                    <a:close/>
                    <a:moveTo>
                      <a:pt x="117726" y="0"/>
                    </a:moveTo>
                    <a:cubicBezTo>
                      <a:pt x="182166" y="0"/>
                      <a:pt x="235454" y="53308"/>
                      <a:pt x="235454" y="119012"/>
                    </a:cubicBezTo>
                    <a:cubicBezTo>
                      <a:pt x="235454" y="183477"/>
                      <a:pt x="182166" y="236784"/>
                      <a:pt x="117726" y="236784"/>
                    </a:cubicBezTo>
                    <a:cubicBezTo>
                      <a:pt x="53286" y="236784"/>
                      <a:pt x="0" y="183477"/>
                      <a:pt x="0" y="119012"/>
                    </a:cubicBezTo>
                    <a:cubicBezTo>
                      <a:pt x="0" y="53308"/>
                      <a:pt x="53286" y="0"/>
                      <a:pt x="1177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7B74252C-3078-A343-B85D-C1F069136BDE}"/>
                  </a:ext>
                </a:extLst>
              </p:cNvPr>
              <p:cNvSpPr/>
              <p:nvPr/>
            </p:nvSpPr>
            <p:spPr>
              <a:xfrm>
                <a:off x="22416776" y="6871709"/>
                <a:ext cx="36128" cy="1009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" h="82">
                    <a:moveTo>
                      <a:pt x="30" y="4"/>
                    </a:moveTo>
                    <a:lnTo>
                      <a:pt x="30" y="76"/>
                    </a:lnTo>
                    <a:cubicBezTo>
                      <a:pt x="30" y="79"/>
                      <a:pt x="28" y="82"/>
                      <a:pt x="24" y="82"/>
                    </a:cubicBezTo>
                    <a:cubicBezTo>
                      <a:pt x="21" y="82"/>
                      <a:pt x="19" y="79"/>
                      <a:pt x="19" y="76"/>
                    </a:cubicBezTo>
                    <a:lnTo>
                      <a:pt x="19" y="10"/>
                    </a:lnTo>
                    <a:lnTo>
                      <a:pt x="5" y="10"/>
                    </a:lnTo>
                    <a:cubicBezTo>
                      <a:pt x="3" y="10"/>
                      <a:pt x="0" y="8"/>
                      <a:pt x="0" y="5"/>
                    </a:cubicBezTo>
                    <a:cubicBezTo>
                      <a:pt x="0" y="3"/>
                      <a:pt x="3" y="0"/>
                      <a:pt x="5" y="0"/>
                    </a:cubicBezTo>
                    <a:lnTo>
                      <a:pt x="25" y="0"/>
                    </a:lnTo>
                    <a:cubicBezTo>
                      <a:pt x="29" y="0"/>
                      <a:pt x="30" y="2"/>
                      <a:pt x="30" y="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82805A2-C9F6-D74D-834F-0A08080C8307}"/>
                </a:ext>
              </a:extLst>
            </p:cNvPr>
            <p:cNvGrpSpPr/>
            <p:nvPr/>
          </p:nvGrpSpPr>
          <p:grpSpPr>
            <a:xfrm>
              <a:off x="9361737" y="5024797"/>
              <a:ext cx="6485164" cy="6659849"/>
              <a:chOff x="9361737" y="5024797"/>
              <a:chExt cx="6485164" cy="6659849"/>
            </a:xfrm>
          </p:grpSpPr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3B42B966-A974-794E-9E9E-3C0EC771A51C}"/>
                  </a:ext>
                </a:extLst>
              </p:cNvPr>
              <p:cNvSpPr/>
              <p:nvPr/>
            </p:nvSpPr>
            <p:spPr>
              <a:xfrm>
                <a:off x="9370849" y="7302904"/>
                <a:ext cx="6468147" cy="33685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93" h="2704">
                    <a:moveTo>
                      <a:pt x="5191" y="2638"/>
                    </a:moveTo>
                    <a:lnTo>
                      <a:pt x="4451" y="37"/>
                    </a:lnTo>
                    <a:cubicBezTo>
                      <a:pt x="4445" y="15"/>
                      <a:pt x="4425" y="0"/>
                      <a:pt x="4401" y="0"/>
                    </a:cubicBezTo>
                    <a:lnTo>
                      <a:pt x="51" y="0"/>
                    </a:lnTo>
                    <a:cubicBezTo>
                      <a:pt x="17" y="0"/>
                      <a:pt x="-8" y="32"/>
                      <a:pt x="2" y="66"/>
                    </a:cubicBezTo>
                    <a:lnTo>
                      <a:pt x="741" y="2667"/>
                    </a:lnTo>
                    <a:cubicBezTo>
                      <a:pt x="748" y="2689"/>
                      <a:pt x="768" y="2704"/>
                      <a:pt x="791" y="2704"/>
                    </a:cubicBezTo>
                    <a:lnTo>
                      <a:pt x="5141" y="2704"/>
                    </a:lnTo>
                    <a:cubicBezTo>
                      <a:pt x="5176" y="2704"/>
                      <a:pt x="5200" y="2671"/>
                      <a:pt x="5191" y="263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D62E3647-A136-9044-8B2C-8DA9867BAF36}"/>
                  </a:ext>
                </a:extLst>
              </p:cNvPr>
              <p:cNvSpPr/>
              <p:nvPr/>
            </p:nvSpPr>
            <p:spPr>
              <a:xfrm>
                <a:off x="9361737" y="7294180"/>
                <a:ext cx="6485164" cy="3386005"/>
              </a:xfrm>
              <a:custGeom>
                <a:avLst/>
                <a:gdLst>
                  <a:gd name="connsiteX0" fmla="*/ 73882 w 6485164"/>
                  <a:gd name="connsiteY0" fmla="*/ 17447 h 3386005"/>
                  <a:gd name="connsiteX1" fmla="*/ 29042 w 6485164"/>
                  <a:gd name="connsiteY1" fmla="*/ 39871 h 3386005"/>
                  <a:gd name="connsiteX2" fmla="*/ 20323 w 6485164"/>
                  <a:gd name="connsiteY2" fmla="*/ 88456 h 3386005"/>
                  <a:gd name="connsiteX3" fmla="*/ 942031 w 6485164"/>
                  <a:gd name="connsiteY3" fmla="*/ 3328694 h 3386005"/>
                  <a:gd name="connsiteX4" fmla="*/ 995590 w 6485164"/>
                  <a:gd name="connsiteY4" fmla="*/ 3368558 h 3386005"/>
                  <a:gd name="connsiteX5" fmla="*/ 6413737 w 6485164"/>
                  <a:gd name="connsiteY5" fmla="*/ 3368558 h 3386005"/>
                  <a:gd name="connsiteX6" fmla="*/ 6458577 w 6485164"/>
                  <a:gd name="connsiteY6" fmla="*/ 3346134 h 3386005"/>
                  <a:gd name="connsiteX7" fmla="*/ 6466051 w 6485164"/>
                  <a:gd name="connsiteY7" fmla="*/ 3297549 h 3386005"/>
                  <a:gd name="connsiteX8" fmla="*/ 5546833 w 6485164"/>
                  <a:gd name="connsiteY8" fmla="*/ 57312 h 3386005"/>
                  <a:gd name="connsiteX9" fmla="*/ 5492029 w 6485164"/>
                  <a:gd name="connsiteY9" fmla="*/ 17447 h 3386005"/>
                  <a:gd name="connsiteX10" fmla="*/ 72633 w 6485164"/>
                  <a:gd name="connsiteY10" fmla="*/ 0 h 3386005"/>
                  <a:gd name="connsiteX11" fmla="*/ 5490786 w 6485164"/>
                  <a:gd name="connsiteY11" fmla="*/ 0 h 3386005"/>
                  <a:gd name="connsiteX12" fmla="*/ 5561783 w 6485164"/>
                  <a:gd name="connsiteY12" fmla="*/ 53568 h 3386005"/>
                  <a:gd name="connsiteX13" fmla="*/ 6482246 w 6485164"/>
                  <a:gd name="connsiteY13" fmla="*/ 3292572 h 3386005"/>
                  <a:gd name="connsiteX14" fmla="*/ 6471036 w 6485164"/>
                  <a:gd name="connsiteY14" fmla="*/ 3356106 h 3386005"/>
                  <a:gd name="connsiteX15" fmla="*/ 6412495 w 6485164"/>
                  <a:gd name="connsiteY15" fmla="*/ 3386005 h 3386005"/>
                  <a:gd name="connsiteX16" fmla="*/ 994342 w 6485164"/>
                  <a:gd name="connsiteY16" fmla="*/ 3386005 h 3386005"/>
                  <a:gd name="connsiteX17" fmla="*/ 924591 w 6485164"/>
                  <a:gd name="connsiteY17" fmla="*/ 3332437 h 3386005"/>
                  <a:gd name="connsiteX18" fmla="*/ 2882 w 6485164"/>
                  <a:gd name="connsiteY18" fmla="*/ 93433 h 3386005"/>
                  <a:gd name="connsiteX19" fmla="*/ 15338 w 6485164"/>
                  <a:gd name="connsiteY19" fmla="*/ 29899 h 3386005"/>
                  <a:gd name="connsiteX20" fmla="*/ 72633 w 6485164"/>
                  <a:gd name="connsiteY20" fmla="*/ 0 h 33860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485164" h="3386005">
                    <a:moveTo>
                      <a:pt x="73882" y="17447"/>
                    </a:moveTo>
                    <a:cubicBezTo>
                      <a:pt x="56444" y="17447"/>
                      <a:pt x="40252" y="24922"/>
                      <a:pt x="29042" y="39871"/>
                    </a:cubicBezTo>
                    <a:cubicBezTo>
                      <a:pt x="19078" y="53574"/>
                      <a:pt x="15341" y="71015"/>
                      <a:pt x="20323" y="88456"/>
                    </a:cubicBezTo>
                    <a:lnTo>
                      <a:pt x="942031" y="3328694"/>
                    </a:lnTo>
                    <a:cubicBezTo>
                      <a:pt x="948259" y="3352363"/>
                      <a:pt x="970679" y="3368558"/>
                      <a:pt x="995590" y="3368558"/>
                    </a:cubicBezTo>
                    <a:lnTo>
                      <a:pt x="6413737" y="3368558"/>
                    </a:lnTo>
                    <a:cubicBezTo>
                      <a:pt x="6431175" y="3368558"/>
                      <a:pt x="6447367" y="3361084"/>
                      <a:pt x="6458577" y="3346134"/>
                    </a:cubicBezTo>
                    <a:cubicBezTo>
                      <a:pt x="6467296" y="3332431"/>
                      <a:pt x="6472278" y="3314990"/>
                      <a:pt x="6466051" y="3297549"/>
                    </a:cubicBezTo>
                    <a:lnTo>
                      <a:pt x="5546833" y="57312"/>
                    </a:lnTo>
                    <a:cubicBezTo>
                      <a:pt x="5539361" y="33642"/>
                      <a:pt x="5516941" y="17447"/>
                      <a:pt x="5492029" y="17447"/>
                    </a:cubicBezTo>
                    <a:close/>
                    <a:moveTo>
                      <a:pt x="72633" y="0"/>
                    </a:moveTo>
                    <a:lnTo>
                      <a:pt x="5490786" y="0"/>
                    </a:lnTo>
                    <a:cubicBezTo>
                      <a:pt x="5523171" y="0"/>
                      <a:pt x="5551818" y="22424"/>
                      <a:pt x="5561783" y="53568"/>
                    </a:cubicBezTo>
                    <a:lnTo>
                      <a:pt x="6482246" y="3292572"/>
                    </a:lnTo>
                    <a:cubicBezTo>
                      <a:pt x="6488473" y="3314996"/>
                      <a:pt x="6484737" y="3338666"/>
                      <a:pt x="6471036" y="3356106"/>
                    </a:cubicBezTo>
                    <a:cubicBezTo>
                      <a:pt x="6457335" y="3374793"/>
                      <a:pt x="6436161" y="3386005"/>
                      <a:pt x="6412495" y="3386005"/>
                    </a:cubicBezTo>
                    <a:lnTo>
                      <a:pt x="994342" y="3386005"/>
                    </a:lnTo>
                    <a:cubicBezTo>
                      <a:pt x="961957" y="3386005"/>
                      <a:pt x="933310" y="3363581"/>
                      <a:pt x="924591" y="3332437"/>
                    </a:cubicBezTo>
                    <a:lnTo>
                      <a:pt x="2882" y="93433"/>
                    </a:lnTo>
                    <a:cubicBezTo>
                      <a:pt x="-3346" y="71009"/>
                      <a:pt x="391" y="47340"/>
                      <a:pt x="15338" y="29899"/>
                    </a:cubicBezTo>
                    <a:cubicBezTo>
                      <a:pt x="29039" y="11212"/>
                      <a:pt x="50213" y="0"/>
                      <a:pt x="726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67C62593-3C11-274C-A81F-146ECC182C8C}"/>
                  </a:ext>
                </a:extLst>
              </p:cNvPr>
              <p:cNvSpPr/>
              <p:nvPr/>
            </p:nvSpPr>
            <p:spPr>
              <a:xfrm>
                <a:off x="9600071" y="7471145"/>
                <a:ext cx="5917511" cy="27093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51" h="2175">
                    <a:moveTo>
                      <a:pt x="4103" y="0"/>
                    </a:moveTo>
                    <a:lnTo>
                      <a:pt x="67" y="0"/>
                    </a:lnTo>
                    <a:cubicBezTo>
                      <a:pt x="23" y="0"/>
                      <a:pt x="-10" y="43"/>
                      <a:pt x="2" y="86"/>
                    </a:cubicBezTo>
                    <a:lnTo>
                      <a:pt x="583" y="2126"/>
                    </a:lnTo>
                    <a:cubicBezTo>
                      <a:pt x="591" y="2155"/>
                      <a:pt x="618" y="2175"/>
                      <a:pt x="648" y="2175"/>
                    </a:cubicBezTo>
                    <a:lnTo>
                      <a:pt x="4684" y="2175"/>
                    </a:lnTo>
                    <a:cubicBezTo>
                      <a:pt x="4728" y="2175"/>
                      <a:pt x="4760" y="2132"/>
                      <a:pt x="4748" y="2090"/>
                    </a:cubicBezTo>
                    <a:lnTo>
                      <a:pt x="4168" y="49"/>
                    </a:lnTo>
                    <a:cubicBezTo>
                      <a:pt x="4159" y="21"/>
                      <a:pt x="4133" y="0"/>
                      <a:pt x="410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C98D461B-2F45-8C4E-93D9-2E932D9CD045}"/>
                  </a:ext>
                </a:extLst>
              </p:cNvPr>
              <p:cNvSpPr/>
              <p:nvPr/>
            </p:nvSpPr>
            <p:spPr>
              <a:xfrm>
                <a:off x="9592970" y="7463667"/>
                <a:ext cx="5932959" cy="2725504"/>
              </a:xfrm>
              <a:custGeom>
                <a:avLst/>
                <a:gdLst>
                  <a:gd name="connsiteX0" fmla="*/ 90555 w 5932959"/>
                  <a:gd name="connsiteY0" fmla="*/ 17448 h 2725504"/>
                  <a:gd name="connsiteX1" fmla="*/ 30769 w 5932959"/>
                  <a:gd name="connsiteY1" fmla="*/ 47344 h 2725504"/>
                  <a:gd name="connsiteX2" fmla="*/ 18314 w 5932959"/>
                  <a:gd name="connsiteY2" fmla="*/ 112118 h 2725504"/>
                  <a:gd name="connsiteX3" fmla="*/ 741966 w 5932959"/>
                  <a:gd name="connsiteY3" fmla="*/ 2653245 h 2725504"/>
                  <a:gd name="connsiteX4" fmla="*/ 814207 w 5932959"/>
                  <a:gd name="connsiteY4" fmla="*/ 2708054 h 2725504"/>
                  <a:gd name="connsiteX5" fmla="*/ 5841161 w 5932959"/>
                  <a:gd name="connsiteY5" fmla="*/ 2708054 h 2725504"/>
                  <a:gd name="connsiteX6" fmla="*/ 5900947 w 5932959"/>
                  <a:gd name="connsiteY6" fmla="*/ 2678159 h 2725504"/>
                  <a:gd name="connsiteX7" fmla="*/ 5913402 w 5932959"/>
                  <a:gd name="connsiteY7" fmla="*/ 2612139 h 2725504"/>
                  <a:gd name="connsiteX8" fmla="*/ 5189749 w 5932959"/>
                  <a:gd name="connsiteY8" fmla="*/ 71011 h 2725504"/>
                  <a:gd name="connsiteX9" fmla="*/ 5117509 w 5932959"/>
                  <a:gd name="connsiteY9" fmla="*/ 17448 h 2725504"/>
                  <a:gd name="connsiteX10" fmla="*/ 91796 w 5932959"/>
                  <a:gd name="connsiteY10" fmla="*/ 0 h 2725504"/>
                  <a:gd name="connsiteX11" fmla="*/ 5117511 w 5932959"/>
                  <a:gd name="connsiteY11" fmla="*/ 0 h 2725504"/>
                  <a:gd name="connsiteX12" fmla="*/ 5205943 w 5932959"/>
                  <a:gd name="connsiteY12" fmla="*/ 66020 h 2725504"/>
                  <a:gd name="connsiteX13" fmla="*/ 5929597 w 5932959"/>
                  <a:gd name="connsiteY13" fmla="*/ 2608412 h 2725504"/>
                  <a:gd name="connsiteX14" fmla="*/ 5914650 w 5932959"/>
                  <a:gd name="connsiteY14" fmla="*/ 2689380 h 2725504"/>
                  <a:gd name="connsiteX15" fmla="*/ 5841164 w 5932959"/>
                  <a:gd name="connsiteY15" fmla="*/ 2725504 h 2725504"/>
                  <a:gd name="connsiteX16" fmla="*/ 815449 w 5932959"/>
                  <a:gd name="connsiteY16" fmla="*/ 2725504 h 2725504"/>
                  <a:gd name="connsiteX17" fmla="*/ 727017 w 5932959"/>
                  <a:gd name="connsiteY17" fmla="*/ 2658238 h 2725504"/>
                  <a:gd name="connsiteX18" fmla="*/ 3364 w 5932959"/>
                  <a:gd name="connsiteY18" fmla="*/ 117092 h 2725504"/>
                  <a:gd name="connsiteX19" fmla="*/ 18310 w 5932959"/>
                  <a:gd name="connsiteY19" fmla="*/ 36124 h 2725504"/>
                  <a:gd name="connsiteX20" fmla="*/ 91796 w 5932959"/>
                  <a:gd name="connsiteY20" fmla="*/ 0 h 2725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932959" h="2725504">
                    <a:moveTo>
                      <a:pt x="90555" y="17448"/>
                    </a:moveTo>
                    <a:cubicBezTo>
                      <a:pt x="66890" y="17448"/>
                      <a:pt x="44470" y="27413"/>
                      <a:pt x="30769" y="47344"/>
                    </a:cubicBezTo>
                    <a:cubicBezTo>
                      <a:pt x="15823" y="66029"/>
                      <a:pt x="12086" y="89696"/>
                      <a:pt x="18314" y="112118"/>
                    </a:cubicBezTo>
                    <a:lnTo>
                      <a:pt x="741966" y="2653245"/>
                    </a:lnTo>
                    <a:cubicBezTo>
                      <a:pt x="750685" y="2685632"/>
                      <a:pt x="780578" y="2708054"/>
                      <a:pt x="814207" y="2708054"/>
                    </a:cubicBezTo>
                    <a:lnTo>
                      <a:pt x="5841161" y="2708054"/>
                    </a:lnTo>
                    <a:cubicBezTo>
                      <a:pt x="5864827" y="2708054"/>
                      <a:pt x="5886001" y="2698089"/>
                      <a:pt x="5900947" y="2678159"/>
                    </a:cubicBezTo>
                    <a:cubicBezTo>
                      <a:pt x="5914647" y="2659473"/>
                      <a:pt x="5919629" y="2635806"/>
                      <a:pt x="5913402" y="2612139"/>
                    </a:cubicBezTo>
                    <a:lnTo>
                      <a:pt x="5189749" y="71011"/>
                    </a:lnTo>
                    <a:cubicBezTo>
                      <a:pt x="5181031" y="38624"/>
                      <a:pt x="5151139" y="17448"/>
                      <a:pt x="5117509" y="17448"/>
                    </a:cubicBezTo>
                    <a:close/>
                    <a:moveTo>
                      <a:pt x="91796" y="0"/>
                    </a:moveTo>
                    <a:lnTo>
                      <a:pt x="5117511" y="0"/>
                    </a:lnTo>
                    <a:cubicBezTo>
                      <a:pt x="5158613" y="0"/>
                      <a:pt x="5194733" y="27405"/>
                      <a:pt x="5205943" y="66020"/>
                    </a:cubicBezTo>
                    <a:lnTo>
                      <a:pt x="5929597" y="2608412"/>
                    </a:lnTo>
                    <a:cubicBezTo>
                      <a:pt x="5937069" y="2635817"/>
                      <a:pt x="5932087" y="2665712"/>
                      <a:pt x="5914650" y="2689380"/>
                    </a:cubicBezTo>
                    <a:cubicBezTo>
                      <a:pt x="5897213" y="2711802"/>
                      <a:pt x="5869811" y="2725504"/>
                      <a:pt x="5841164" y="2725504"/>
                    </a:cubicBezTo>
                    <a:lnTo>
                      <a:pt x="815449" y="2725504"/>
                    </a:lnTo>
                    <a:cubicBezTo>
                      <a:pt x="774347" y="2725504"/>
                      <a:pt x="738226" y="2698099"/>
                      <a:pt x="727017" y="2658238"/>
                    </a:cubicBezTo>
                    <a:lnTo>
                      <a:pt x="3364" y="117092"/>
                    </a:lnTo>
                    <a:cubicBezTo>
                      <a:pt x="-4110" y="88442"/>
                      <a:pt x="873" y="59792"/>
                      <a:pt x="18310" y="36124"/>
                    </a:cubicBezTo>
                    <a:cubicBezTo>
                      <a:pt x="35747" y="13703"/>
                      <a:pt x="63149" y="0"/>
                      <a:pt x="917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54435547-2B8D-A143-9BD0-4790BD2FF53B}"/>
                  </a:ext>
                </a:extLst>
              </p:cNvPr>
              <p:cNvSpPr/>
              <p:nvPr/>
            </p:nvSpPr>
            <p:spPr>
              <a:xfrm>
                <a:off x="13602803" y="8691203"/>
                <a:ext cx="1810132" cy="9409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54" h="756">
                    <a:moveTo>
                      <a:pt x="949" y="200"/>
                    </a:moveTo>
                    <a:cubicBezTo>
                      <a:pt x="949" y="200"/>
                      <a:pt x="617" y="265"/>
                      <a:pt x="370" y="228"/>
                    </a:cubicBezTo>
                    <a:cubicBezTo>
                      <a:pt x="122" y="192"/>
                      <a:pt x="0" y="167"/>
                      <a:pt x="0" y="167"/>
                    </a:cubicBezTo>
                    <a:lnTo>
                      <a:pt x="108" y="756"/>
                    </a:lnTo>
                    <a:cubicBezTo>
                      <a:pt x="108" y="756"/>
                      <a:pt x="954" y="604"/>
                      <a:pt x="983" y="599"/>
                    </a:cubicBezTo>
                    <a:cubicBezTo>
                      <a:pt x="1012" y="594"/>
                      <a:pt x="1056" y="639"/>
                      <a:pt x="1203" y="599"/>
                    </a:cubicBezTo>
                    <a:cubicBezTo>
                      <a:pt x="1350" y="558"/>
                      <a:pt x="1489" y="473"/>
                      <a:pt x="1437" y="392"/>
                    </a:cubicBezTo>
                    <a:cubicBezTo>
                      <a:pt x="1437" y="392"/>
                      <a:pt x="1476" y="333"/>
                      <a:pt x="1437" y="284"/>
                    </a:cubicBezTo>
                    <a:cubicBezTo>
                      <a:pt x="1437" y="284"/>
                      <a:pt x="1476" y="211"/>
                      <a:pt x="1427" y="169"/>
                    </a:cubicBezTo>
                    <a:cubicBezTo>
                      <a:pt x="1427" y="169"/>
                      <a:pt x="1449" y="95"/>
                      <a:pt x="1384" y="88"/>
                    </a:cubicBezTo>
                    <a:cubicBezTo>
                      <a:pt x="1384" y="88"/>
                      <a:pt x="1401" y="71"/>
                      <a:pt x="1412" y="54"/>
                    </a:cubicBezTo>
                    <a:cubicBezTo>
                      <a:pt x="1426" y="34"/>
                      <a:pt x="1420" y="5"/>
                      <a:pt x="1399" y="3"/>
                    </a:cubicBezTo>
                    <a:cubicBezTo>
                      <a:pt x="1267" y="-12"/>
                      <a:pt x="1079" y="31"/>
                      <a:pt x="1034" y="60"/>
                    </a:cubicBezTo>
                    <a:cubicBezTo>
                      <a:pt x="990" y="89"/>
                      <a:pt x="949" y="200"/>
                      <a:pt x="949" y="20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7CEDADCE-6934-FD42-A152-2191DB7DE94B}"/>
                  </a:ext>
                </a:extLst>
              </p:cNvPr>
              <p:cNvSpPr/>
              <p:nvPr/>
            </p:nvSpPr>
            <p:spPr>
              <a:xfrm>
                <a:off x="13593595" y="8682048"/>
                <a:ext cx="1828205" cy="958782"/>
              </a:xfrm>
              <a:custGeom>
                <a:avLst/>
                <a:gdLst>
                  <a:gd name="connsiteX0" fmla="*/ 1617621 w 1828205"/>
                  <a:gd name="connsiteY0" fmla="*/ 19178 h 958782"/>
                  <a:gd name="connsiteX1" fmla="*/ 1301448 w 1828205"/>
                  <a:gd name="connsiteY1" fmla="*/ 90059 h 958782"/>
                  <a:gd name="connsiteX2" fmla="*/ 1199365 w 1828205"/>
                  <a:gd name="connsiteY2" fmla="*/ 260562 h 958782"/>
                  <a:gd name="connsiteX3" fmla="*/ 1193140 w 1828205"/>
                  <a:gd name="connsiteY3" fmla="*/ 265540 h 958782"/>
                  <a:gd name="connsiteX4" fmla="*/ 467348 w 1828205"/>
                  <a:gd name="connsiteY4" fmla="*/ 301632 h 958782"/>
                  <a:gd name="connsiteX5" fmla="*/ 19175 w 1828205"/>
                  <a:gd name="connsiteY5" fmla="*/ 228204 h 958782"/>
                  <a:gd name="connsiteX6" fmla="*/ 149892 w 1828205"/>
                  <a:gd name="connsiteY6" fmla="*/ 941331 h 958782"/>
                  <a:gd name="connsiteX7" fmla="*/ 1231733 w 1828205"/>
                  <a:gd name="connsiteY7" fmla="*/ 745937 h 958782"/>
                  <a:gd name="connsiteX8" fmla="*/ 1272815 w 1828205"/>
                  <a:gd name="connsiteY8" fmla="*/ 752159 h 958782"/>
                  <a:gd name="connsiteX9" fmla="*/ 1504371 w 1828205"/>
                  <a:gd name="connsiteY9" fmla="*/ 745937 h 958782"/>
                  <a:gd name="connsiteX10" fmla="*/ 1798174 w 1828205"/>
                  <a:gd name="connsiteY10" fmla="*/ 567966 h 958782"/>
                  <a:gd name="connsiteX11" fmla="*/ 1790704 w 1828205"/>
                  <a:gd name="connsiteY11" fmla="*/ 500760 h 958782"/>
                  <a:gd name="connsiteX12" fmla="*/ 1790704 w 1828205"/>
                  <a:gd name="connsiteY12" fmla="*/ 492048 h 958782"/>
                  <a:gd name="connsiteX13" fmla="*/ 1791949 w 1828205"/>
                  <a:gd name="connsiteY13" fmla="*/ 368838 h 958782"/>
                  <a:gd name="connsiteX14" fmla="*/ 1790704 w 1828205"/>
                  <a:gd name="connsiteY14" fmla="*/ 358882 h 958782"/>
                  <a:gd name="connsiteX15" fmla="*/ 1780745 w 1828205"/>
                  <a:gd name="connsiteY15" fmla="*/ 226959 h 958782"/>
                  <a:gd name="connsiteX16" fmla="*/ 1778255 w 1828205"/>
                  <a:gd name="connsiteY16" fmla="*/ 217003 h 958782"/>
                  <a:gd name="connsiteX17" fmla="*/ 1772030 w 1828205"/>
                  <a:gd name="connsiteY17" fmla="*/ 148553 h 958782"/>
                  <a:gd name="connsiteX18" fmla="*/ 1729703 w 1828205"/>
                  <a:gd name="connsiteY18" fmla="*/ 127395 h 958782"/>
                  <a:gd name="connsiteX19" fmla="*/ 1723478 w 1828205"/>
                  <a:gd name="connsiteY19" fmla="*/ 121173 h 958782"/>
                  <a:gd name="connsiteX20" fmla="*/ 1725968 w 1828205"/>
                  <a:gd name="connsiteY20" fmla="*/ 112461 h 958782"/>
                  <a:gd name="connsiteX21" fmla="*/ 1760826 w 1828205"/>
                  <a:gd name="connsiteY21" fmla="*/ 71391 h 958782"/>
                  <a:gd name="connsiteX22" fmla="*/ 1764561 w 1828205"/>
                  <a:gd name="connsiteY22" fmla="*/ 32810 h 958782"/>
                  <a:gd name="connsiteX23" fmla="*/ 1750867 w 1828205"/>
                  <a:gd name="connsiteY23" fmla="*/ 21609 h 958782"/>
                  <a:gd name="connsiteX24" fmla="*/ 1617621 w 1828205"/>
                  <a:gd name="connsiteY24" fmla="*/ 19178 h 958782"/>
                  <a:gd name="connsiteX25" fmla="*/ 1615043 w 1828205"/>
                  <a:gd name="connsiteY25" fmla="*/ 1968 h 958782"/>
                  <a:gd name="connsiteX26" fmla="*/ 1752123 w 1828205"/>
                  <a:gd name="connsiteY26" fmla="*/ 4166 h 958782"/>
                  <a:gd name="connsiteX27" fmla="*/ 1780756 w 1828205"/>
                  <a:gd name="connsiteY27" fmla="*/ 25324 h 958782"/>
                  <a:gd name="connsiteX28" fmla="*/ 1775776 w 1828205"/>
                  <a:gd name="connsiteY28" fmla="*/ 82576 h 958782"/>
                  <a:gd name="connsiteX29" fmla="*/ 1748388 w 1828205"/>
                  <a:gd name="connsiteY29" fmla="*/ 113692 h 958782"/>
                  <a:gd name="connsiteX30" fmla="*/ 1785736 w 1828205"/>
                  <a:gd name="connsiteY30" fmla="*/ 139828 h 958782"/>
                  <a:gd name="connsiteX31" fmla="*/ 1795695 w 1828205"/>
                  <a:gd name="connsiteY31" fmla="*/ 216994 h 958782"/>
                  <a:gd name="connsiteX32" fmla="*/ 1823084 w 1828205"/>
                  <a:gd name="connsiteY32" fmla="*/ 311585 h 958782"/>
                  <a:gd name="connsiteX33" fmla="*/ 1808145 w 1828205"/>
                  <a:gd name="connsiteY33" fmla="*/ 362614 h 958782"/>
                  <a:gd name="connsiteX34" fmla="*/ 1824329 w 1828205"/>
                  <a:gd name="connsiteY34" fmla="*/ 454715 h 958782"/>
                  <a:gd name="connsiteX35" fmla="*/ 1808145 w 1828205"/>
                  <a:gd name="connsiteY35" fmla="*/ 497032 h 958782"/>
                  <a:gd name="connsiteX36" fmla="*/ 1814370 w 1828205"/>
                  <a:gd name="connsiteY36" fmla="*/ 574197 h 958782"/>
                  <a:gd name="connsiteX37" fmla="*/ 1509359 w 1828205"/>
                  <a:gd name="connsiteY37" fmla="*/ 762134 h 958782"/>
                  <a:gd name="connsiteX38" fmla="*/ 1269085 w 1828205"/>
                  <a:gd name="connsiteY38" fmla="*/ 768357 h 958782"/>
                  <a:gd name="connsiteX39" fmla="*/ 1234226 w 1828205"/>
                  <a:gd name="connsiteY39" fmla="*/ 763378 h 958782"/>
                  <a:gd name="connsiteX40" fmla="*/ 144901 w 1828205"/>
                  <a:gd name="connsiteY40" fmla="*/ 958782 h 958782"/>
                  <a:gd name="connsiteX41" fmla="*/ 143656 w 1828205"/>
                  <a:gd name="connsiteY41" fmla="*/ 958782 h 958782"/>
                  <a:gd name="connsiteX42" fmla="*/ 134942 w 1828205"/>
                  <a:gd name="connsiteY42" fmla="*/ 951314 h 958782"/>
                  <a:gd name="connsiteX43" fmla="*/ 488 w 1828205"/>
                  <a:gd name="connsiteY43" fmla="*/ 219483 h 958782"/>
                  <a:gd name="connsiteX44" fmla="*/ 2978 w 1828205"/>
                  <a:gd name="connsiteY44" fmla="*/ 212016 h 958782"/>
                  <a:gd name="connsiteX45" fmla="*/ 10448 w 1828205"/>
                  <a:gd name="connsiteY45" fmla="*/ 209527 h 958782"/>
                  <a:gd name="connsiteX46" fmla="*/ 471076 w 1828205"/>
                  <a:gd name="connsiteY46" fmla="*/ 285448 h 958782"/>
                  <a:gd name="connsiteX47" fmla="*/ 1184429 w 1828205"/>
                  <a:gd name="connsiteY47" fmla="*/ 250599 h 958782"/>
                  <a:gd name="connsiteX48" fmla="*/ 1292739 w 1828205"/>
                  <a:gd name="connsiteY48" fmla="*/ 76353 h 958782"/>
                  <a:gd name="connsiteX49" fmla="*/ 1615043 w 1828205"/>
                  <a:gd name="connsiteY49" fmla="*/ 1968 h 9587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828205" h="958782">
                    <a:moveTo>
                      <a:pt x="1617621" y="19178"/>
                    </a:moveTo>
                    <a:cubicBezTo>
                      <a:pt x="1480018" y="27754"/>
                      <a:pt x="1340663" y="64857"/>
                      <a:pt x="1301448" y="90059"/>
                    </a:cubicBezTo>
                    <a:cubicBezTo>
                      <a:pt x="1249161" y="124906"/>
                      <a:pt x="1200609" y="259318"/>
                      <a:pt x="1199365" y="260562"/>
                    </a:cubicBezTo>
                    <a:cubicBezTo>
                      <a:pt x="1198120" y="263051"/>
                      <a:pt x="1195630" y="265540"/>
                      <a:pt x="1193140" y="265540"/>
                    </a:cubicBezTo>
                    <a:cubicBezTo>
                      <a:pt x="1189405" y="266785"/>
                      <a:pt x="774845" y="346436"/>
                      <a:pt x="467348" y="301632"/>
                    </a:cubicBezTo>
                    <a:cubicBezTo>
                      <a:pt x="210894" y="264296"/>
                      <a:pt x="61502" y="235671"/>
                      <a:pt x="19175" y="228204"/>
                    </a:cubicBezTo>
                    <a:lnTo>
                      <a:pt x="149892" y="941331"/>
                    </a:lnTo>
                    <a:cubicBezTo>
                      <a:pt x="249486" y="922663"/>
                      <a:pt x="1196875" y="752159"/>
                      <a:pt x="1231733" y="745937"/>
                    </a:cubicBezTo>
                    <a:cubicBezTo>
                      <a:pt x="1242937" y="743448"/>
                      <a:pt x="1256631" y="748426"/>
                      <a:pt x="1272815" y="752159"/>
                    </a:cubicBezTo>
                    <a:cubicBezTo>
                      <a:pt x="1312653" y="763360"/>
                      <a:pt x="1376144" y="782029"/>
                      <a:pt x="1504371" y="745937"/>
                    </a:cubicBezTo>
                    <a:cubicBezTo>
                      <a:pt x="1658742" y="703622"/>
                      <a:pt x="1773275" y="632683"/>
                      <a:pt x="1798174" y="567966"/>
                    </a:cubicBezTo>
                    <a:cubicBezTo>
                      <a:pt x="1806888" y="544320"/>
                      <a:pt x="1804398" y="523162"/>
                      <a:pt x="1790704" y="500760"/>
                    </a:cubicBezTo>
                    <a:cubicBezTo>
                      <a:pt x="1789459" y="499516"/>
                      <a:pt x="1789459" y="495782"/>
                      <a:pt x="1790704" y="492048"/>
                    </a:cubicBezTo>
                    <a:cubicBezTo>
                      <a:pt x="1791949" y="489559"/>
                      <a:pt x="1835521" y="423598"/>
                      <a:pt x="1791949" y="368838"/>
                    </a:cubicBezTo>
                    <a:cubicBezTo>
                      <a:pt x="1789459" y="366349"/>
                      <a:pt x="1789459" y="362615"/>
                      <a:pt x="1790704" y="358882"/>
                    </a:cubicBezTo>
                    <a:cubicBezTo>
                      <a:pt x="1790704" y="357637"/>
                      <a:pt x="1835521" y="273008"/>
                      <a:pt x="1780745" y="226959"/>
                    </a:cubicBezTo>
                    <a:cubicBezTo>
                      <a:pt x="1778255" y="224470"/>
                      <a:pt x="1777010" y="220737"/>
                      <a:pt x="1778255" y="217003"/>
                    </a:cubicBezTo>
                    <a:cubicBezTo>
                      <a:pt x="1778255" y="217003"/>
                      <a:pt x="1790704" y="175933"/>
                      <a:pt x="1772030" y="148553"/>
                    </a:cubicBezTo>
                    <a:cubicBezTo>
                      <a:pt x="1763316" y="136107"/>
                      <a:pt x="1749622" y="128640"/>
                      <a:pt x="1729703" y="127395"/>
                    </a:cubicBezTo>
                    <a:cubicBezTo>
                      <a:pt x="1727213" y="126151"/>
                      <a:pt x="1723478" y="123662"/>
                      <a:pt x="1723478" y="121173"/>
                    </a:cubicBezTo>
                    <a:cubicBezTo>
                      <a:pt x="1722233" y="117439"/>
                      <a:pt x="1723478" y="114950"/>
                      <a:pt x="1725968" y="112461"/>
                    </a:cubicBezTo>
                    <a:cubicBezTo>
                      <a:pt x="1725968" y="112461"/>
                      <a:pt x="1747132" y="92548"/>
                      <a:pt x="1760826" y="71391"/>
                    </a:cubicBezTo>
                    <a:cubicBezTo>
                      <a:pt x="1769541" y="60190"/>
                      <a:pt x="1770785" y="44011"/>
                      <a:pt x="1764561" y="32810"/>
                    </a:cubicBezTo>
                    <a:cubicBezTo>
                      <a:pt x="1763316" y="27831"/>
                      <a:pt x="1759581" y="22853"/>
                      <a:pt x="1750867" y="21609"/>
                    </a:cubicBezTo>
                    <a:cubicBezTo>
                      <a:pt x="1709162" y="16631"/>
                      <a:pt x="1663489" y="16320"/>
                      <a:pt x="1617621" y="19178"/>
                    </a:cubicBezTo>
                    <a:close/>
                    <a:moveTo>
                      <a:pt x="1615043" y="1968"/>
                    </a:moveTo>
                    <a:cubicBezTo>
                      <a:pt x="1661942" y="-1046"/>
                      <a:pt x="1708861" y="-812"/>
                      <a:pt x="1752123" y="4166"/>
                    </a:cubicBezTo>
                    <a:cubicBezTo>
                      <a:pt x="1764572" y="5410"/>
                      <a:pt x="1775776" y="12878"/>
                      <a:pt x="1780756" y="25324"/>
                    </a:cubicBezTo>
                    <a:cubicBezTo>
                      <a:pt x="1789471" y="42749"/>
                      <a:pt x="1785736" y="63907"/>
                      <a:pt x="1775776" y="82576"/>
                    </a:cubicBezTo>
                    <a:cubicBezTo>
                      <a:pt x="1767062" y="93778"/>
                      <a:pt x="1757102" y="104979"/>
                      <a:pt x="1748388" y="113692"/>
                    </a:cubicBezTo>
                    <a:cubicBezTo>
                      <a:pt x="1764572" y="117425"/>
                      <a:pt x="1778266" y="127382"/>
                      <a:pt x="1785736" y="139828"/>
                    </a:cubicBezTo>
                    <a:cubicBezTo>
                      <a:pt x="1804410" y="165965"/>
                      <a:pt x="1798185" y="204548"/>
                      <a:pt x="1795695" y="216994"/>
                    </a:cubicBezTo>
                    <a:cubicBezTo>
                      <a:pt x="1819349" y="240642"/>
                      <a:pt x="1829309" y="273002"/>
                      <a:pt x="1823084" y="311585"/>
                    </a:cubicBezTo>
                    <a:cubicBezTo>
                      <a:pt x="1819349" y="335232"/>
                      <a:pt x="1811880" y="353901"/>
                      <a:pt x="1808145" y="362614"/>
                    </a:cubicBezTo>
                    <a:cubicBezTo>
                      <a:pt x="1826819" y="387506"/>
                      <a:pt x="1833044" y="419866"/>
                      <a:pt x="1824329" y="454715"/>
                    </a:cubicBezTo>
                    <a:cubicBezTo>
                      <a:pt x="1819349" y="473384"/>
                      <a:pt x="1811880" y="489564"/>
                      <a:pt x="1808145" y="497032"/>
                    </a:cubicBezTo>
                    <a:cubicBezTo>
                      <a:pt x="1821839" y="521924"/>
                      <a:pt x="1824329" y="548061"/>
                      <a:pt x="1814370" y="574197"/>
                    </a:cubicBezTo>
                    <a:cubicBezTo>
                      <a:pt x="1794451" y="627716"/>
                      <a:pt x="1702325" y="708615"/>
                      <a:pt x="1509359" y="762134"/>
                    </a:cubicBezTo>
                    <a:cubicBezTo>
                      <a:pt x="1376150" y="799472"/>
                      <a:pt x="1308923" y="779558"/>
                      <a:pt x="1269085" y="768357"/>
                    </a:cubicBezTo>
                    <a:cubicBezTo>
                      <a:pt x="1254145" y="764623"/>
                      <a:pt x="1242941" y="762134"/>
                      <a:pt x="1234226" y="763378"/>
                    </a:cubicBezTo>
                    <a:cubicBezTo>
                      <a:pt x="1198123" y="769601"/>
                      <a:pt x="156106" y="956293"/>
                      <a:pt x="144901" y="958782"/>
                    </a:cubicBezTo>
                    <a:cubicBezTo>
                      <a:pt x="143656" y="958782"/>
                      <a:pt x="143656" y="958782"/>
                      <a:pt x="143656" y="958782"/>
                    </a:cubicBezTo>
                    <a:cubicBezTo>
                      <a:pt x="139922" y="958782"/>
                      <a:pt x="136187" y="956293"/>
                      <a:pt x="134942" y="951314"/>
                    </a:cubicBezTo>
                    <a:lnTo>
                      <a:pt x="488" y="219483"/>
                    </a:lnTo>
                    <a:cubicBezTo>
                      <a:pt x="-757" y="215750"/>
                      <a:pt x="488" y="213260"/>
                      <a:pt x="2978" y="212016"/>
                    </a:cubicBezTo>
                    <a:cubicBezTo>
                      <a:pt x="4223" y="209527"/>
                      <a:pt x="6713" y="208282"/>
                      <a:pt x="10448" y="209527"/>
                    </a:cubicBezTo>
                    <a:cubicBezTo>
                      <a:pt x="11692" y="209527"/>
                      <a:pt x="166065" y="239397"/>
                      <a:pt x="471076" y="285448"/>
                    </a:cubicBezTo>
                    <a:cubicBezTo>
                      <a:pt x="757413" y="327765"/>
                      <a:pt x="1138366" y="258066"/>
                      <a:pt x="1184429" y="250599"/>
                    </a:cubicBezTo>
                    <a:cubicBezTo>
                      <a:pt x="1194388" y="225706"/>
                      <a:pt x="1240451" y="109958"/>
                      <a:pt x="1292739" y="76353"/>
                    </a:cubicBezTo>
                    <a:cubicBezTo>
                      <a:pt x="1333822" y="49283"/>
                      <a:pt x="1474344" y="11011"/>
                      <a:pt x="1615043" y="196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46BA3C8B-AAA6-944F-B7EF-9BC0DD81999A}"/>
                  </a:ext>
                </a:extLst>
              </p:cNvPr>
              <p:cNvSpPr/>
              <p:nvPr/>
            </p:nvSpPr>
            <p:spPr>
              <a:xfrm>
                <a:off x="15045430" y="8800872"/>
                <a:ext cx="280303" cy="685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6" h="56">
                    <a:moveTo>
                      <a:pt x="0" y="56"/>
                    </a:moveTo>
                    <a:cubicBezTo>
                      <a:pt x="0" y="56"/>
                      <a:pt x="74" y="42"/>
                      <a:pt x="137" y="32"/>
                    </a:cubicBezTo>
                    <a:cubicBezTo>
                      <a:pt x="191" y="24"/>
                      <a:pt x="226" y="0"/>
                      <a:pt x="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AA223051-C534-6241-9D19-B98B81E4244F}"/>
                  </a:ext>
                </a:extLst>
              </p:cNvPr>
              <p:cNvSpPr/>
              <p:nvPr/>
            </p:nvSpPr>
            <p:spPr>
              <a:xfrm>
                <a:off x="15036710" y="8793394"/>
                <a:ext cx="296498" cy="847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9" h="69">
                    <a:moveTo>
                      <a:pt x="7" y="69"/>
                    </a:moveTo>
                    <a:cubicBezTo>
                      <a:pt x="4" y="69"/>
                      <a:pt x="1" y="67"/>
                      <a:pt x="0" y="64"/>
                    </a:cubicBezTo>
                    <a:cubicBezTo>
                      <a:pt x="0" y="60"/>
                      <a:pt x="2" y="56"/>
                      <a:pt x="6" y="56"/>
                    </a:cubicBezTo>
                    <a:cubicBezTo>
                      <a:pt x="6" y="56"/>
                      <a:pt x="80" y="42"/>
                      <a:pt x="143" y="32"/>
                    </a:cubicBezTo>
                    <a:cubicBezTo>
                      <a:pt x="195" y="25"/>
                      <a:pt x="228" y="2"/>
                      <a:pt x="228" y="2"/>
                    </a:cubicBezTo>
                    <a:cubicBezTo>
                      <a:pt x="231" y="-1"/>
                      <a:pt x="236" y="0"/>
                      <a:pt x="238" y="3"/>
                    </a:cubicBezTo>
                    <a:cubicBezTo>
                      <a:pt x="240" y="6"/>
                      <a:pt x="239" y="10"/>
                      <a:pt x="236" y="13"/>
                    </a:cubicBezTo>
                    <a:cubicBezTo>
                      <a:pt x="235" y="14"/>
                      <a:pt x="200" y="37"/>
                      <a:pt x="145" y="46"/>
                    </a:cubicBezTo>
                    <a:cubicBezTo>
                      <a:pt x="83" y="55"/>
                      <a:pt x="9" y="69"/>
                      <a:pt x="8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39DDD0D5-DEF6-2F46-A856-4DB8B0DDD338}"/>
                  </a:ext>
                </a:extLst>
              </p:cNvPr>
              <p:cNvSpPr/>
              <p:nvPr/>
            </p:nvSpPr>
            <p:spPr>
              <a:xfrm>
                <a:off x="15062871" y="8838258"/>
                <a:ext cx="166936" cy="3003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5" h="242">
                    <a:moveTo>
                      <a:pt x="2" y="206"/>
                    </a:moveTo>
                    <a:cubicBezTo>
                      <a:pt x="-4" y="220"/>
                      <a:pt x="4" y="235"/>
                      <a:pt x="18" y="240"/>
                    </a:cubicBezTo>
                    <a:cubicBezTo>
                      <a:pt x="31" y="246"/>
                      <a:pt x="46" y="238"/>
                      <a:pt x="52" y="225"/>
                    </a:cubicBezTo>
                    <a:lnTo>
                      <a:pt x="135" y="0"/>
                    </a:lnTo>
                    <a:lnTo>
                      <a:pt x="75" y="1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152F5FCF-EA70-D648-BE59-7F8FF8BDE0E7}"/>
                  </a:ext>
                </a:extLst>
              </p:cNvPr>
              <p:cNvSpPr/>
              <p:nvPr/>
            </p:nvSpPr>
            <p:spPr>
              <a:xfrm>
                <a:off x="15216104" y="7423788"/>
                <a:ext cx="525724" cy="127115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3" h="1021">
                    <a:moveTo>
                      <a:pt x="405" y="2"/>
                    </a:moveTo>
                    <a:cubicBezTo>
                      <a:pt x="392" y="-3"/>
                      <a:pt x="377" y="4"/>
                      <a:pt x="371" y="17"/>
                    </a:cubicBezTo>
                    <a:lnTo>
                      <a:pt x="0" y="1017"/>
                    </a:lnTo>
                    <a:cubicBezTo>
                      <a:pt x="15" y="1017"/>
                      <a:pt x="36" y="1018"/>
                      <a:pt x="55" y="1021"/>
                    </a:cubicBezTo>
                    <a:lnTo>
                      <a:pt x="421" y="36"/>
                    </a:lnTo>
                    <a:cubicBezTo>
                      <a:pt x="426" y="22"/>
                      <a:pt x="419" y="7"/>
                      <a:pt x="405" y="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3238A5CD-3848-DC45-A4AC-7362013B0423}"/>
                  </a:ext>
                </a:extLst>
              </p:cNvPr>
              <p:cNvSpPr/>
              <p:nvPr/>
            </p:nvSpPr>
            <p:spPr>
              <a:xfrm>
                <a:off x="15123912" y="8854459"/>
                <a:ext cx="134546" cy="4299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" h="346">
                    <a:moveTo>
                      <a:pt x="59" y="346"/>
                    </a:moveTo>
                    <a:cubicBezTo>
                      <a:pt x="-12" y="329"/>
                      <a:pt x="19" y="262"/>
                      <a:pt x="19" y="262"/>
                    </a:cubicBezTo>
                    <a:cubicBezTo>
                      <a:pt x="-26" y="212"/>
                      <a:pt x="23" y="176"/>
                      <a:pt x="23" y="176"/>
                    </a:cubicBezTo>
                    <a:cubicBezTo>
                      <a:pt x="-17" y="124"/>
                      <a:pt x="34" y="88"/>
                      <a:pt x="34" y="88"/>
                    </a:cubicBezTo>
                    <a:cubicBezTo>
                      <a:pt x="5" y="60"/>
                      <a:pt x="27" y="17"/>
                      <a:pt x="49" y="12"/>
                    </a:cubicBezTo>
                    <a:cubicBezTo>
                      <a:pt x="64" y="8"/>
                      <a:pt x="109" y="0"/>
                      <a:pt x="10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821FEB26-89FB-AF42-A77F-80B80FE625D4}"/>
                  </a:ext>
                </a:extLst>
              </p:cNvPr>
              <p:cNvSpPr/>
              <p:nvPr/>
            </p:nvSpPr>
            <p:spPr>
              <a:xfrm>
                <a:off x="15115191" y="8845736"/>
                <a:ext cx="153232" cy="4473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4" h="360">
                    <a:moveTo>
                      <a:pt x="66" y="360"/>
                    </a:moveTo>
                    <a:cubicBezTo>
                      <a:pt x="65" y="360"/>
                      <a:pt x="65" y="360"/>
                      <a:pt x="64" y="359"/>
                    </a:cubicBezTo>
                    <a:cubicBezTo>
                      <a:pt x="42" y="354"/>
                      <a:pt x="26" y="343"/>
                      <a:pt x="18" y="327"/>
                    </a:cubicBezTo>
                    <a:cubicBezTo>
                      <a:pt x="7" y="305"/>
                      <a:pt x="14" y="280"/>
                      <a:pt x="18" y="270"/>
                    </a:cubicBezTo>
                    <a:cubicBezTo>
                      <a:pt x="4" y="254"/>
                      <a:pt x="-2" y="238"/>
                      <a:pt x="0" y="222"/>
                    </a:cubicBezTo>
                    <a:cubicBezTo>
                      <a:pt x="2" y="203"/>
                      <a:pt x="14" y="189"/>
                      <a:pt x="21" y="182"/>
                    </a:cubicBezTo>
                    <a:cubicBezTo>
                      <a:pt x="11" y="166"/>
                      <a:pt x="6" y="150"/>
                      <a:pt x="9" y="134"/>
                    </a:cubicBezTo>
                    <a:cubicBezTo>
                      <a:pt x="12" y="116"/>
                      <a:pt x="24" y="102"/>
                      <a:pt x="31" y="95"/>
                    </a:cubicBezTo>
                    <a:cubicBezTo>
                      <a:pt x="21" y="81"/>
                      <a:pt x="18" y="65"/>
                      <a:pt x="23" y="48"/>
                    </a:cubicBezTo>
                    <a:cubicBezTo>
                      <a:pt x="28" y="30"/>
                      <a:pt x="41" y="15"/>
                      <a:pt x="55" y="12"/>
                    </a:cubicBezTo>
                    <a:cubicBezTo>
                      <a:pt x="69" y="9"/>
                      <a:pt x="113" y="1"/>
                      <a:pt x="115" y="0"/>
                    </a:cubicBezTo>
                    <a:cubicBezTo>
                      <a:pt x="119" y="-1"/>
                      <a:pt x="122" y="2"/>
                      <a:pt x="123" y="6"/>
                    </a:cubicBezTo>
                    <a:cubicBezTo>
                      <a:pt x="124" y="9"/>
                      <a:pt x="121" y="13"/>
                      <a:pt x="118" y="13"/>
                    </a:cubicBezTo>
                    <a:cubicBezTo>
                      <a:pt x="117" y="13"/>
                      <a:pt x="72" y="22"/>
                      <a:pt x="58" y="26"/>
                    </a:cubicBezTo>
                    <a:cubicBezTo>
                      <a:pt x="49" y="28"/>
                      <a:pt x="39" y="39"/>
                      <a:pt x="35" y="52"/>
                    </a:cubicBezTo>
                    <a:cubicBezTo>
                      <a:pt x="33" y="60"/>
                      <a:pt x="31" y="76"/>
                      <a:pt x="46" y="91"/>
                    </a:cubicBezTo>
                    <a:cubicBezTo>
                      <a:pt x="47" y="92"/>
                      <a:pt x="48" y="93"/>
                      <a:pt x="48" y="96"/>
                    </a:cubicBezTo>
                    <a:cubicBezTo>
                      <a:pt x="48" y="98"/>
                      <a:pt x="47" y="100"/>
                      <a:pt x="45" y="101"/>
                    </a:cubicBezTo>
                    <a:cubicBezTo>
                      <a:pt x="45" y="101"/>
                      <a:pt x="26" y="115"/>
                      <a:pt x="22" y="137"/>
                    </a:cubicBezTo>
                    <a:cubicBezTo>
                      <a:pt x="20" y="150"/>
                      <a:pt x="25" y="165"/>
                      <a:pt x="35" y="179"/>
                    </a:cubicBezTo>
                    <a:cubicBezTo>
                      <a:pt x="37" y="180"/>
                      <a:pt x="38" y="182"/>
                      <a:pt x="37" y="184"/>
                    </a:cubicBezTo>
                    <a:cubicBezTo>
                      <a:pt x="37" y="186"/>
                      <a:pt x="35" y="188"/>
                      <a:pt x="34" y="189"/>
                    </a:cubicBezTo>
                    <a:cubicBezTo>
                      <a:pt x="34" y="189"/>
                      <a:pt x="16" y="203"/>
                      <a:pt x="14" y="223"/>
                    </a:cubicBezTo>
                    <a:cubicBezTo>
                      <a:pt x="12" y="237"/>
                      <a:pt x="18" y="250"/>
                      <a:pt x="31" y="264"/>
                    </a:cubicBezTo>
                    <a:cubicBezTo>
                      <a:pt x="33" y="265"/>
                      <a:pt x="33" y="269"/>
                      <a:pt x="32" y="271"/>
                    </a:cubicBezTo>
                    <a:cubicBezTo>
                      <a:pt x="32" y="271"/>
                      <a:pt x="20" y="299"/>
                      <a:pt x="30" y="321"/>
                    </a:cubicBezTo>
                    <a:cubicBezTo>
                      <a:pt x="36" y="333"/>
                      <a:pt x="49" y="342"/>
                      <a:pt x="67" y="346"/>
                    </a:cubicBezTo>
                    <a:cubicBezTo>
                      <a:pt x="71" y="347"/>
                      <a:pt x="73" y="350"/>
                      <a:pt x="72" y="354"/>
                    </a:cubicBezTo>
                    <a:cubicBezTo>
                      <a:pt x="72" y="357"/>
                      <a:pt x="69" y="360"/>
                      <a:pt x="66" y="3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82A2D52D-F187-0942-9DD7-BB17277BD9B3}"/>
                  </a:ext>
                </a:extLst>
              </p:cNvPr>
              <p:cNvSpPr/>
              <p:nvPr/>
            </p:nvSpPr>
            <p:spPr>
              <a:xfrm>
                <a:off x="10945526" y="7357738"/>
                <a:ext cx="2955015" cy="2822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73" h="2266">
                    <a:moveTo>
                      <a:pt x="1005" y="36"/>
                    </a:moveTo>
                    <a:cubicBezTo>
                      <a:pt x="1005" y="36"/>
                      <a:pt x="671" y="109"/>
                      <a:pt x="554" y="143"/>
                    </a:cubicBezTo>
                    <a:cubicBezTo>
                      <a:pt x="436" y="177"/>
                      <a:pt x="246" y="314"/>
                      <a:pt x="136" y="717"/>
                    </a:cubicBezTo>
                    <a:cubicBezTo>
                      <a:pt x="27" y="1120"/>
                      <a:pt x="0" y="1266"/>
                      <a:pt x="0" y="1266"/>
                    </a:cubicBezTo>
                    <a:cubicBezTo>
                      <a:pt x="0" y="1266"/>
                      <a:pt x="398" y="1252"/>
                      <a:pt x="681" y="1315"/>
                    </a:cubicBezTo>
                    <a:lnTo>
                      <a:pt x="589" y="2266"/>
                    </a:lnTo>
                    <a:lnTo>
                      <a:pt x="2324" y="2266"/>
                    </a:lnTo>
                    <a:lnTo>
                      <a:pt x="2119" y="1179"/>
                    </a:lnTo>
                    <a:lnTo>
                      <a:pt x="2373" y="1151"/>
                    </a:lnTo>
                    <a:cubicBezTo>
                      <a:pt x="2373" y="1151"/>
                      <a:pt x="2292" y="527"/>
                      <a:pt x="2159" y="283"/>
                    </a:cubicBezTo>
                    <a:cubicBezTo>
                      <a:pt x="2025" y="39"/>
                      <a:pt x="1540" y="0"/>
                      <a:pt x="15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DF342AFC-824E-1544-BD42-578C86267692}"/>
                  </a:ext>
                </a:extLst>
              </p:cNvPr>
              <p:cNvSpPr/>
              <p:nvPr/>
            </p:nvSpPr>
            <p:spPr>
              <a:xfrm>
                <a:off x="10936809" y="7349014"/>
                <a:ext cx="2972456" cy="2840157"/>
              </a:xfrm>
              <a:custGeom>
                <a:avLst/>
                <a:gdLst>
                  <a:gd name="connsiteX0" fmla="*/ 1926428 w 2972456"/>
                  <a:gd name="connsiteY0" fmla="*/ 17448 h 2840157"/>
                  <a:gd name="connsiteX1" fmla="*/ 1261458 w 2972456"/>
                  <a:gd name="connsiteY1" fmla="*/ 61047 h 2840157"/>
                  <a:gd name="connsiteX2" fmla="*/ 701090 w 2972456"/>
                  <a:gd name="connsiteY2" fmla="*/ 194334 h 2840157"/>
                  <a:gd name="connsiteX3" fmla="*/ 186797 w 2972456"/>
                  <a:gd name="connsiteY3" fmla="*/ 904369 h 2840157"/>
                  <a:gd name="connsiteX4" fmla="*/ 18687 w 2972456"/>
                  <a:gd name="connsiteY4" fmla="*/ 1577034 h 2840157"/>
                  <a:gd name="connsiteX5" fmla="*/ 857993 w 2972456"/>
                  <a:gd name="connsiteY5" fmla="*/ 1639318 h 2840157"/>
                  <a:gd name="connsiteX6" fmla="*/ 865465 w 2972456"/>
                  <a:gd name="connsiteY6" fmla="*/ 1648038 h 2840157"/>
                  <a:gd name="connsiteX7" fmla="*/ 752146 w 2972456"/>
                  <a:gd name="connsiteY7" fmla="*/ 2822710 h 2840157"/>
                  <a:gd name="connsiteX8" fmla="*/ 2892751 w 2972456"/>
                  <a:gd name="connsiteY8" fmla="*/ 2822710 h 2840157"/>
                  <a:gd name="connsiteX9" fmla="*/ 2639963 w 2972456"/>
                  <a:gd name="connsiteY9" fmla="*/ 1478626 h 2840157"/>
                  <a:gd name="connsiteX10" fmla="*/ 2641208 w 2972456"/>
                  <a:gd name="connsiteY10" fmla="*/ 1472397 h 2840157"/>
                  <a:gd name="connsiteX11" fmla="*/ 2646189 w 2972456"/>
                  <a:gd name="connsiteY11" fmla="*/ 1468660 h 2840157"/>
                  <a:gd name="connsiteX12" fmla="*/ 2953769 w 2972456"/>
                  <a:gd name="connsiteY12" fmla="*/ 1435027 h 2840157"/>
                  <a:gd name="connsiteX13" fmla="*/ 2884034 w 2972456"/>
                  <a:gd name="connsiteY13" fmla="*/ 1017726 h 2840157"/>
                  <a:gd name="connsiteX14" fmla="*/ 2689773 w 2972456"/>
                  <a:gd name="connsiteY14" fmla="*/ 364992 h 2840157"/>
                  <a:gd name="connsiteX15" fmla="*/ 1926428 w 2972456"/>
                  <a:gd name="connsiteY15" fmla="*/ 17448 h 2840157"/>
                  <a:gd name="connsiteX16" fmla="*/ 1925185 w 2972456"/>
                  <a:gd name="connsiteY16" fmla="*/ 0 h 2840157"/>
                  <a:gd name="connsiteX17" fmla="*/ 1926430 w 2972456"/>
                  <a:gd name="connsiteY17" fmla="*/ 0 h 2840157"/>
                  <a:gd name="connsiteX18" fmla="*/ 2251445 w 2972456"/>
                  <a:gd name="connsiteY18" fmla="*/ 63530 h 2840157"/>
                  <a:gd name="connsiteX19" fmla="*/ 2703478 w 2972456"/>
                  <a:gd name="connsiteY19" fmla="*/ 357511 h 2840157"/>
                  <a:gd name="connsiteX20" fmla="*/ 2901476 w 2972456"/>
                  <a:gd name="connsiteY20" fmla="*/ 1015232 h 2840157"/>
                  <a:gd name="connsiteX21" fmla="*/ 2972456 w 2972456"/>
                  <a:gd name="connsiteY21" fmla="*/ 1441255 h 2840157"/>
                  <a:gd name="connsiteX22" fmla="*/ 2971211 w 2972456"/>
                  <a:gd name="connsiteY22" fmla="*/ 1447484 h 2840157"/>
                  <a:gd name="connsiteX23" fmla="*/ 2964985 w 2972456"/>
                  <a:gd name="connsiteY23" fmla="*/ 1451221 h 2840157"/>
                  <a:gd name="connsiteX24" fmla="*/ 2657403 w 2972456"/>
                  <a:gd name="connsiteY24" fmla="*/ 1483608 h 2840157"/>
                  <a:gd name="connsiteX25" fmla="*/ 2911438 w 2972456"/>
                  <a:gd name="connsiteY25" fmla="*/ 2830192 h 2840157"/>
                  <a:gd name="connsiteX26" fmla="*/ 2910193 w 2972456"/>
                  <a:gd name="connsiteY26" fmla="*/ 2836420 h 2840157"/>
                  <a:gd name="connsiteX27" fmla="*/ 2902721 w 2972456"/>
                  <a:gd name="connsiteY27" fmla="*/ 2840157 h 2840157"/>
                  <a:gd name="connsiteX28" fmla="*/ 742180 w 2972456"/>
                  <a:gd name="connsiteY28" fmla="*/ 2840157 h 2840157"/>
                  <a:gd name="connsiteX29" fmla="*/ 735954 w 2972456"/>
                  <a:gd name="connsiteY29" fmla="*/ 2836420 h 2840157"/>
                  <a:gd name="connsiteX30" fmla="*/ 733463 w 2972456"/>
                  <a:gd name="connsiteY30" fmla="*/ 2830192 h 2840157"/>
                  <a:gd name="connsiteX31" fmla="*/ 848028 w 2972456"/>
                  <a:gd name="connsiteY31" fmla="*/ 1654267 h 2840157"/>
                  <a:gd name="connsiteX32" fmla="*/ 8717 w 2972456"/>
                  <a:gd name="connsiteY32" fmla="*/ 1595720 h 2840157"/>
                  <a:gd name="connsiteX33" fmla="*/ 1245 w 2972456"/>
                  <a:gd name="connsiteY33" fmla="*/ 1591983 h 2840157"/>
                  <a:gd name="connsiteX34" fmla="*/ 0 w 2972456"/>
                  <a:gd name="connsiteY34" fmla="*/ 1584509 h 2840157"/>
                  <a:gd name="connsiteX35" fmla="*/ 170602 w 2972456"/>
                  <a:gd name="connsiteY35" fmla="*/ 899383 h 2840157"/>
                  <a:gd name="connsiteX36" fmla="*/ 696105 w 2972456"/>
                  <a:gd name="connsiteY36" fmla="*/ 179379 h 2840157"/>
                  <a:gd name="connsiteX37" fmla="*/ 1258967 w 2972456"/>
                  <a:gd name="connsiteY37" fmla="*/ 44845 h 2840157"/>
                  <a:gd name="connsiteX38" fmla="*/ 1260212 w 2972456"/>
                  <a:gd name="connsiteY38" fmla="*/ 44845 h 2840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972456" h="2840157">
                    <a:moveTo>
                      <a:pt x="1926428" y="17448"/>
                    </a:moveTo>
                    <a:lnTo>
                      <a:pt x="1261458" y="61047"/>
                    </a:lnTo>
                    <a:cubicBezTo>
                      <a:pt x="1244025" y="64784"/>
                      <a:pt x="841805" y="153227"/>
                      <a:pt x="701090" y="194334"/>
                    </a:cubicBezTo>
                    <a:cubicBezTo>
                      <a:pt x="596488" y="225476"/>
                      <a:pt x="336229" y="356272"/>
                      <a:pt x="186797" y="904369"/>
                    </a:cubicBezTo>
                    <a:cubicBezTo>
                      <a:pt x="69743" y="1335373"/>
                      <a:pt x="27404" y="1532190"/>
                      <a:pt x="18687" y="1577034"/>
                    </a:cubicBezTo>
                    <a:cubicBezTo>
                      <a:pt x="93403" y="1575788"/>
                      <a:pt x="536716" y="1567069"/>
                      <a:pt x="857993" y="1639318"/>
                    </a:cubicBezTo>
                    <a:cubicBezTo>
                      <a:pt x="862975" y="1640564"/>
                      <a:pt x="865465" y="1644301"/>
                      <a:pt x="865465" y="1648038"/>
                    </a:cubicBezTo>
                    <a:lnTo>
                      <a:pt x="752146" y="2822710"/>
                    </a:lnTo>
                    <a:lnTo>
                      <a:pt x="2892751" y="2822710"/>
                    </a:lnTo>
                    <a:lnTo>
                      <a:pt x="2639963" y="1478626"/>
                    </a:lnTo>
                    <a:cubicBezTo>
                      <a:pt x="2638718" y="1476134"/>
                      <a:pt x="2639963" y="1473643"/>
                      <a:pt x="2641208" y="1472397"/>
                    </a:cubicBezTo>
                    <a:cubicBezTo>
                      <a:pt x="2642453" y="1469906"/>
                      <a:pt x="2643699" y="1468660"/>
                      <a:pt x="2646189" y="1468660"/>
                    </a:cubicBezTo>
                    <a:lnTo>
                      <a:pt x="2953769" y="1435027"/>
                    </a:lnTo>
                    <a:cubicBezTo>
                      <a:pt x="2948788" y="1395166"/>
                      <a:pt x="2925128" y="1219525"/>
                      <a:pt x="2884034" y="1017726"/>
                    </a:cubicBezTo>
                    <a:cubicBezTo>
                      <a:pt x="2824262" y="715027"/>
                      <a:pt x="2755773" y="488314"/>
                      <a:pt x="2689773" y="364992"/>
                    </a:cubicBezTo>
                    <a:cubicBezTo>
                      <a:pt x="2529135" y="72258"/>
                      <a:pt x="1947597" y="18694"/>
                      <a:pt x="1926428" y="17448"/>
                    </a:cubicBezTo>
                    <a:close/>
                    <a:moveTo>
                      <a:pt x="1925185" y="0"/>
                    </a:moveTo>
                    <a:cubicBezTo>
                      <a:pt x="1926430" y="0"/>
                      <a:pt x="1926430" y="0"/>
                      <a:pt x="1926430" y="0"/>
                    </a:cubicBezTo>
                    <a:cubicBezTo>
                      <a:pt x="1928921" y="0"/>
                      <a:pt x="2080844" y="12457"/>
                      <a:pt x="2251445" y="63530"/>
                    </a:cubicBezTo>
                    <a:cubicBezTo>
                      <a:pt x="2539103" y="146991"/>
                      <a:pt x="2656158" y="269068"/>
                      <a:pt x="2703478" y="357511"/>
                    </a:cubicBezTo>
                    <a:cubicBezTo>
                      <a:pt x="2790647" y="515713"/>
                      <a:pt x="2859137" y="802220"/>
                      <a:pt x="2901476" y="1015232"/>
                    </a:cubicBezTo>
                    <a:cubicBezTo>
                      <a:pt x="2946305" y="1244437"/>
                      <a:pt x="2972456" y="1440009"/>
                      <a:pt x="2972456" y="1441255"/>
                    </a:cubicBezTo>
                    <a:cubicBezTo>
                      <a:pt x="2972456" y="1443746"/>
                      <a:pt x="2971211" y="1446238"/>
                      <a:pt x="2971211" y="1447484"/>
                    </a:cubicBezTo>
                    <a:cubicBezTo>
                      <a:pt x="2969965" y="1449975"/>
                      <a:pt x="2967475" y="1449975"/>
                      <a:pt x="2964985" y="1451221"/>
                    </a:cubicBezTo>
                    <a:lnTo>
                      <a:pt x="2657403" y="1483608"/>
                    </a:lnTo>
                    <a:lnTo>
                      <a:pt x="2911438" y="2830192"/>
                    </a:lnTo>
                    <a:cubicBezTo>
                      <a:pt x="2912683" y="2832683"/>
                      <a:pt x="2911438" y="2833928"/>
                      <a:pt x="2910193" y="2836420"/>
                    </a:cubicBezTo>
                    <a:cubicBezTo>
                      <a:pt x="2907702" y="2838911"/>
                      <a:pt x="2905211" y="2840157"/>
                      <a:pt x="2902721" y="2840157"/>
                    </a:cubicBezTo>
                    <a:lnTo>
                      <a:pt x="742180" y="2840157"/>
                    </a:lnTo>
                    <a:cubicBezTo>
                      <a:pt x="739689" y="2840157"/>
                      <a:pt x="737199" y="2838911"/>
                      <a:pt x="735954" y="2836420"/>
                    </a:cubicBezTo>
                    <a:cubicBezTo>
                      <a:pt x="734708" y="2835174"/>
                      <a:pt x="733463" y="2832683"/>
                      <a:pt x="733463" y="2830192"/>
                    </a:cubicBezTo>
                    <a:lnTo>
                      <a:pt x="848028" y="1654267"/>
                    </a:lnTo>
                    <a:cubicBezTo>
                      <a:pt x="500598" y="1577034"/>
                      <a:pt x="13698" y="1594474"/>
                      <a:pt x="8717" y="1595720"/>
                    </a:cubicBezTo>
                    <a:cubicBezTo>
                      <a:pt x="6226" y="1595720"/>
                      <a:pt x="3736" y="1593228"/>
                      <a:pt x="1245" y="1591983"/>
                    </a:cubicBezTo>
                    <a:cubicBezTo>
                      <a:pt x="0" y="1589491"/>
                      <a:pt x="0" y="1587000"/>
                      <a:pt x="0" y="1584509"/>
                    </a:cubicBezTo>
                    <a:cubicBezTo>
                      <a:pt x="0" y="1583263"/>
                      <a:pt x="34868" y="1396410"/>
                      <a:pt x="170602" y="899383"/>
                    </a:cubicBezTo>
                    <a:cubicBezTo>
                      <a:pt x="322525" y="343809"/>
                      <a:pt x="589012" y="210521"/>
                      <a:pt x="696105" y="179379"/>
                    </a:cubicBezTo>
                    <a:cubicBezTo>
                      <a:pt x="840556" y="137025"/>
                      <a:pt x="1253985" y="44845"/>
                      <a:pt x="1258967" y="44845"/>
                    </a:cubicBezTo>
                    <a:lnTo>
                      <a:pt x="1260212" y="44845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C9847429-B842-9148-A998-7B1E40131080}"/>
                  </a:ext>
                </a:extLst>
              </p:cNvPr>
              <p:cNvSpPr/>
              <p:nvPr/>
            </p:nvSpPr>
            <p:spPr>
              <a:xfrm>
                <a:off x="11391523" y="5024797"/>
                <a:ext cx="2116600" cy="206001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00" h="1654">
                    <a:moveTo>
                      <a:pt x="1619" y="747"/>
                    </a:moveTo>
                    <a:cubicBezTo>
                      <a:pt x="1667" y="670"/>
                      <a:pt x="1683" y="596"/>
                      <a:pt x="1664" y="527"/>
                    </a:cubicBezTo>
                    <a:cubicBezTo>
                      <a:pt x="1636" y="422"/>
                      <a:pt x="1541" y="364"/>
                      <a:pt x="1519" y="352"/>
                    </a:cubicBezTo>
                    <a:cubicBezTo>
                      <a:pt x="1522" y="327"/>
                      <a:pt x="1528" y="212"/>
                      <a:pt x="1434" y="145"/>
                    </a:cubicBezTo>
                    <a:cubicBezTo>
                      <a:pt x="1340" y="78"/>
                      <a:pt x="1234" y="100"/>
                      <a:pt x="1209" y="107"/>
                    </a:cubicBezTo>
                    <a:cubicBezTo>
                      <a:pt x="1196" y="84"/>
                      <a:pt x="1130" y="-10"/>
                      <a:pt x="989" y="1"/>
                    </a:cubicBezTo>
                    <a:cubicBezTo>
                      <a:pt x="847" y="11"/>
                      <a:pt x="765" y="124"/>
                      <a:pt x="750" y="147"/>
                    </a:cubicBezTo>
                    <a:cubicBezTo>
                      <a:pt x="724" y="142"/>
                      <a:pt x="604" y="119"/>
                      <a:pt x="502" y="196"/>
                    </a:cubicBezTo>
                    <a:cubicBezTo>
                      <a:pt x="413" y="263"/>
                      <a:pt x="392" y="366"/>
                      <a:pt x="388" y="395"/>
                    </a:cubicBezTo>
                    <a:cubicBezTo>
                      <a:pt x="374" y="393"/>
                      <a:pt x="343" y="391"/>
                      <a:pt x="303" y="400"/>
                    </a:cubicBezTo>
                    <a:cubicBezTo>
                      <a:pt x="254" y="410"/>
                      <a:pt x="184" y="440"/>
                      <a:pt x="123" y="517"/>
                    </a:cubicBezTo>
                    <a:cubicBezTo>
                      <a:pt x="15" y="654"/>
                      <a:pt x="95" y="834"/>
                      <a:pt x="112" y="868"/>
                    </a:cubicBezTo>
                    <a:cubicBezTo>
                      <a:pt x="85" y="886"/>
                      <a:pt x="-32" y="979"/>
                      <a:pt x="9" y="1133"/>
                    </a:cubicBezTo>
                    <a:cubicBezTo>
                      <a:pt x="34" y="1222"/>
                      <a:pt x="108" y="1289"/>
                      <a:pt x="165" y="1330"/>
                    </a:cubicBezTo>
                    <a:cubicBezTo>
                      <a:pt x="217" y="1367"/>
                      <a:pt x="266" y="1389"/>
                      <a:pt x="281" y="1396"/>
                    </a:cubicBezTo>
                    <a:cubicBezTo>
                      <a:pt x="279" y="1425"/>
                      <a:pt x="275" y="1569"/>
                      <a:pt x="396" y="1629"/>
                    </a:cubicBezTo>
                    <a:cubicBezTo>
                      <a:pt x="432" y="1648"/>
                      <a:pt x="468" y="1654"/>
                      <a:pt x="501" y="1654"/>
                    </a:cubicBezTo>
                    <a:cubicBezTo>
                      <a:pt x="587" y="1654"/>
                      <a:pt x="654" y="1610"/>
                      <a:pt x="661" y="1605"/>
                    </a:cubicBezTo>
                    <a:lnTo>
                      <a:pt x="1414" y="1241"/>
                    </a:lnTo>
                    <a:cubicBezTo>
                      <a:pt x="1422" y="1240"/>
                      <a:pt x="1483" y="1228"/>
                      <a:pt x="1547" y="1197"/>
                    </a:cubicBezTo>
                    <a:cubicBezTo>
                      <a:pt x="1637" y="1152"/>
                      <a:pt x="1689" y="1090"/>
                      <a:pt x="1697" y="1015"/>
                    </a:cubicBezTo>
                    <a:cubicBezTo>
                      <a:pt x="1716" y="842"/>
                      <a:pt x="1640" y="764"/>
                      <a:pt x="1619" y="74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34481F9B-736D-C449-AE91-BE4979DA2589}"/>
                  </a:ext>
                </a:extLst>
              </p:cNvPr>
              <p:cNvSpPr/>
              <p:nvPr/>
            </p:nvSpPr>
            <p:spPr>
              <a:xfrm>
                <a:off x="11948392" y="5675328"/>
                <a:ext cx="1223367" cy="21871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3" h="1756">
                    <a:moveTo>
                      <a:pt x="977" y="646"/>
                    </a:moveTo>
                    <a:cubicBezTo>
                      <a:pt x="986" y="760"/>
                      <a:pt x="1021" y="1045"/>
                      <a:pt x="735" y="1081"/>
                    </a:cubicBezTo>
                    <a:lnTo>
                      <a:pt x="735" y="1351"/>
                    </a:lnTo>
                    <a:lnTo>
                      <a:pt x="601" y="1756"/>
                    </a:lnTo>
                    <a:lnTo>
                      <a:pt x="200" y="1387"/>
                    </a:lnTo>
                    <a:lnTo>
                      <a:pt x="184" y="941"/>
                    </a:lnTo>
                    <a:cubicBezTo>
                      <a:pt x="184" y="941"/>
                      <a:pt x="22" y="976"/>
                      <a:pt x="2" y="797"/>
                    </a:cubicBezTo>
                    <a:cubicBezTo>
                      <a:pt x="-18" y="619"/>
                      <a:pt x="139" y="547"/>
                      <a:pt x="201" y="667"/>
                    </a:cubicBezTo>
                    <a:lnTo>
                      <a:pt x="162" y="97"/>
                    </a:lnTo>
                    <a:lnTo>
                      <a:pt x="927" y="0"/>
                    </a:lnTo>
                    <a:cubicBezTo>
                      <a:pt x="927" y="0"/>
                      <a:pt x="968" y="519"/>
                      <a:pt x="977" y="64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C0F5CFA9-7696-B948-9DB9-6284AD2E0ABB}"/>
                  </a:ext>
                </a:extLst>
              </p:cNvPr>
              <p:cNvSpPr/>
              <p:nvPr/>
            </p:nvSpPr>
            <p:spPr>
              <a:xfrm>
                <a:off x="11940023" y="5666605"/>
                <a:ext cx="1240704" cy="2204580"/>
              </a:xfrm>
              <a:custGeom>
                <a:avLst/>
                <a:gdLst>
                  <a:gd name="connsiteX0" fmla="*/ 1154567 w 1240704"/>
                  <a:gd name="connsiteY0" fmla="*/ 18693 h 2204580"/>
                  <a:gd name="connsiteX1" fmla="*/ 218699 w 1240704"/>
                  <a:gd name="connsiteY1" fmla="*/ 138262 h 2204580"/>
                  <a:gd name="connsiteX2" fmla="*/ 265990 w 1240704"/>
                  <a:gd name="connsiteY2" fmla="*/ 839485 h 2204580"/>
                  <a:gd name="connsiteX3" fmla="*/ 261012 w 1240704"/>
                  <a:gd name="connsiteY3" fmla="*/ 846958 h 2204580"/>
                  <a:gd name="connsiteX4" fmla="*/ 251056 w 1240704"/>
                  <a:gd name="connsiteY4" fmla="*/ 844467 h 2204580"/>
                  <a:gd name="connsiteX5" fmla="*/ 124116 w 1240704"/>
                  <a:gd name="connsiteY5" fmla="*/ 778455 h 2204580"/>
                  <a:gd name="connsiteX6" fmla="*/ 19578 w 1240704"/>
                  <a:gd name="connsiteY6" fmla="*/ 1001402 h 2204580"/>
                  <a:gd name="connsiteX7" fmla="*/ 90515 w 1240704"/>
                  <a:gd name="connsiteY7" fmla="*/ 1144636 h 2204580"/>
                  <a:gd name="connsiteX8" fmla="*/ 236122 w 1240704"/>
                  <a:gd name="connsiteY8" fmla="*/ 1172037 h 2204580"/>
                  <a:gd name="connsiteX9" fmla="*/ 243589 w 1240704"/>
                  <a:gd name="connsiteY9" fmla="*/ 1173282 h 2204580"/>
                  <a:gd name="connsiteX10" fmla="*/ 246078 w 1240704"/>
                  <a:gd name="connsiteY10" fmla="*/ 1179510 h 2204580"/>
                  <a:gd name="connsiteX11" fmla="*/ 265990 w 1240704"/>
                  <a:gd name="connsiteY11" fmla="*/ 1732517 h 2204580"/>
                  <a:gd name="connsiteX12" fmla="*/ 752592 w 1240704"/>
                  <a:gd name="connsiteY12" fmla="*/ 2180901 h 2204580"/>
                  <a:gd name="connsiteX13" fmla="*/ 914378 w 1240704"/>
                  <a:gd name="connsiteY13" fmla="*/ 1690170 h 2204580"/>
                  <a:gd name="connsiteX14" fmla="*/ 914378 w 1240704"/>
                  <a:gd name="connsiteY14" fmla="*/ 1355127 h 2204580"/>
                  <a:gd name="connsiteX15" fmla="*/ 921845 w 1240704"/>
                  <a:gd name="connsiteY15" fmla="*/ 1347654 h 2204580"/>
                  <a:gd name="connsiteX16" fmla="*/ 1218037 w 1240704"/>
                  <a:gd name="connsiteY16" fmla="*/ 834503 h 2204580"/>
                  <a:gd name="connsiteX17" fmla="*/ 1216793 w 1240704"/>
                  <a:gd name="connsiteY17" fmla="*/ 814575 h 2204580"/>
                  <a:gd name="connsiteX18" fmla="*/ 1154567 w 1240704"/>
                  <a:gd name="connsiteY18" fmla="*/ 18693 h 2204580"/>
                  <a:gd name="connsiteX19" fmla="*/ 1160806 w 1240704"/>
                  <a:gd name="connsiteY19" fmla="*/ 0 h 2204580"/>
                  <a:gd name="connsiteX20" fmla="*/ 1167029 w 1240704"/>
                  <a:gd name="connsiteY20" fmla="*/ 2491 h 2204580"/>
                  <a:gd name="connsiteX21" fmla="*/ 1170763 w 1240704"/>
                  <a:gd name="connsiteY21" fmla="*/ 7473 h 2204580"/>
                  <a:gd name="connsiteX22" fmla="*/ 1232990 w 1240704"/>
                  <a:gd name="connsiteY22" fmla="*/ 812083 h 2204580"/>
                  <a:gd name="connsiteX23" fmla="*/ 1235479 w 1240704"/>
                  <a:gd name="connsiteY23" fmla="*/ 832011 h 2204580"/>
                  <a:gd name="connsiteX24" fmla="*/ 1215566 w 1240704"/>
                  <a:gd name="connsiteY24" fmla="*/ 1138410 h 2204580"/>
                  <a:gd name="connsiteX25" fmla="*/ 930566 w 1240704"/>
                  <a:gd name="connsiteY25" fmla="*/ 1363851 h 2204580"/>
                  <a:gd name="connsiteX26" fmla="*/ 930566 w 1240704"/>
                  <a:gd name="connsiteY26" fmla="*/ 1691424 h 2204580"/>
                  <a:gd name="connsiteX27" fmla="*/ 930566 w 1240704"/>
                  <a:gd name="connsiteY27" fmla="*/ 1693915 h 2204580"/>
                  <a:gd name="connsiteX28" fmla="*/ 765042 w 1240704"/>
                  <a:gd name="connsiteY28" fmla="*/ 2198352 h 2204580"/>
                  <a:gd name="connsiteX29" fmla="*/ 758819 w 1240704"/>
                  <a:gd name="connsiteY29" fmla="*/ 2204580 h 2204580"/>
                  <a:gd name="connsiteX30" fmla="*/ 756330 w 1240704"/>
                  <a:gd name="connsiteY30" fmla="*/ 2204580 h 2204580"/>
                  <a:gd name="connsiteX31" fmla="*/ 750107 w 1240704"/>
                  <a:gd name="connsiteY31" fmla="*/ 2202089 h 2204580"/>
                  <a:gd name="connsiteX32" fmla="*/ 251046 w 1240704"/>
                  <a:gd name="connsiteY32" fmla="*/ 1741245 h 2204580"/>
                  <a:gd name="connsiteX33" fmla="*/ 249801 w 1240704"/>
                  <a:gd name="connsiteY33" fmla="*/ 1736263 h 2204580"/>
                  <a:gd name="connsiteX34" fmla="*/ 229888 w 1240704"/>
                  <a:gd name="connsiteY34" fmla="*/ 1190722 h 2204580"/>
                  <a:gd name="connsiteX35" fmla="*/ 80543 w 1240704"/>
                  <a:gd name="connsiteY35" fmla="*/ 1158339 h 2204580"/>
                  <a:gd name="connsiteX36" fmla="*/ 2137 w 1240704"/>
                  <a:gd name="connsiteY36" fmla="*/ 1002648 h 2204580"/>
                  <a:gd name="connsiteX37" fmla="*/ 119124 w 1240704"/>
                  <a:gd name="connsiteY37" fmla="*/ 762262 h 2204580"/>
                  <a:gd name="connsiteX38" fmla="*/ 247312 w 1240704"/>
                  <a:gd name="connsiteY38" fmla="*/ 807101 h 2204580"/>
                  <a:gd name="connsiteX39" fmla="*/ 201264 w 1240704"/>
                  <a:gd name="connsiteY39" fmla="*/ 130780 h 2204580"/>
                  <a:gd name="connsiteX40" fmla="*/ 208731 w 1240704"/>
                  <a:gd name="connsiteY40" fmla="*/ 122062 h 22045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40704" h="2204580">
                    <a:moveTo>
                      <a:pt x="1154567" y="18693"/>
                    </a:moveTo>
                    <a:lnTo>
                      <a:pt x="218699" y="138262"/>
                    </a:lnTo>
                    <a:lnTo>
                      <a:pt x="265990" y="839485"/>
                    </a:lnTo>
                    <a:cubicBezTo>
                      <a:pt x="265990" y="843222"/>
                      <a:pt x="264746" y="846958"/>
                      <a:pt x="261012" y="846958"/>
                    </a:cubicBezTo>
                    <a:cubicBezTo>
                      <a:pt x="257279" y="849449"/>
                      <a:pt x="252301" y="846958"/>
                      <a:pt x="251056" y="844467"/>
                    </a:cubicBezTo>
                    <a:cubicBezTo>
                      <a:pt x="222432" y="788419"/>
                      <a:pt x="173897" y="763509"/>
                      <a:pt x="124116" y="778455"/>
                    </a:cubicBezTo>
                    <a:cubicBezTo>
                      <a:pt x="64380" y="795892"/>
                      <a:pt x="5888" y="873114"/>
                      <a:pt x="19578" y="1001402"/>
                    </a:cubicBezTo>
                    <a:cubicBezTo>
                      <a:pt x="27045" y="1067414"/>
                      <a:pt x="50691" y="1115989"/>
                      <a:pt x="90515" y="1144636"/>
                    </a:cubicBezTo>
                    <a:cubicBezTo>
                      <a:pt x="153985" y="1189474"/>
                      <a:pt x="236122" y="1172037"/>
                      <a:pt x="236122" y="1172037"/>
                    </a:cubicBezTo>
                    <a:cubicBezTo>
                      <a:pt x="238611" y="1172037"/>
                      <a:pt x="241100" y="1172037"/>
                      <a:pt x="243589" y="1173282"/>
                    </a:cubicBezTo>
                    <a:cubicBezTo>
                      <a:pt x="244834" y="1175773"/>
                      <a:pt x="246078" y="1177019"/>
                      <a:pt x="246078" y="1179510"/>
                    </a:cubicBezTo>
                    <a:lnTo>
                      <a:pt x="265990" y="1732517"/>
                    </a:lnTo>
                    <a:lnTo>
                      <a:pt x="752592" y="2180901"/>
                    </a:lnTo>
                    <a:lnTo>
                      <a:pt x="914378" y="1690170"/>
                    </a:lnTo>
                    <a:lnTo>
                      <a:pt x="914378" y="1355127"/>
                    </a:lnTo>
                    <a:cubicBezTo>
                      <a:pt x="914378" y="1351391"/>
                      <a:pt x="916867" y="1347654"/>
                      <a:pt x="921845" y="1347654"/>
                    </a:cubicBezTo>
                    <a:cubicBezTo>
                      <a:pt x="1254128" y="1305307"/>
                      <a:pt x="1229237" y="987701"/>
                      <a:pt x="1218037" y="834503"/>
                    </a:cubicBezTo>
                    <a:cubicBezTo>
                      <a:pt x="1216793" y="827030"/>
                      <a:pt x="1216793" y="820803"/>
                      <a:pt x="1216793" y="814575"/>
                    </a:cubicBezTo>
                    <a:cubicBezTo>
                      <a:pt x="1205592" y="667605"/>
                      <a:pt x="1159545" y="95915"/>
                      <a:pt x="1154567" y="18693"/>
                    </a:cubicBezTo>
                    <a:close/>
                    <a:moveTo>
                      <a:pt x="1160806" y="0"/>
                    </a:moveTo>
                    <a:cubicBezTo>
                      <a:pt x="1163295" y="0"/>
                      <a:pt x="1165785" y="1246"/>
                      <a:pt x="1167029" y="2491"/>
                    </a:cubicBezTo>
                    <a:cubicBezTo>
                      <a:pt x="1168273" y="2491"/>
                      <a:pt x="1170763" y="4982"/>
                      <a:pt x="1170763" y="7473"/>
                    </a:cubicBezTo>
                    <a:cubicBezTo>
                      <a:pt x="1170763" y="14947"/>
                      <a:pt x="1221789" y="656392"/>
                      <a:pt x="1232990" y="812083"/>
                    </a:cubicBezTo>
                    <a:cubicBezTo>
                      <a:pt x="1232990" y="818310"/>
                      <a:pt x="1234234" y="825784"/>
                      <a:pt x="1235479" y="832011"/>
                    </a:cubicBezTo>
                    <a:cubicBezTo>
                      <a:pt x="1240457" y="911725"/>
                      <a:pt x="1250413" y="1031295"/>
                      <a:pt x="1215566" y="1138410"/>
                    </a:cubicBezTo>
                    <a:cubicBezTo>
                      <a:pt x="1172007" y="1267945"/>
                      <a:pt x="1077422" y="1342677"/>
                      <a:pt x="930566" y="1363851"/>
                    </a:cubicBezTo>
                    <a:lnTo>
                      <a:pt x="930566" y="1691424"/>
                    </a:lnTo>
                    <a:cubicBezTo>
                      <a:pt x="930566" y="1692669"/>
                      <a:pt x="930566" y="1692669"/>
                      <a:pt x="930566" y="1693915"/>
                    </a:cubicBezTo>
                    <a:lnTo>
                      <a:pt x="765042" y="2198352"/>
                    </a:lnTo>
                    <a:cubicBezTo>
                      <a:pt x="763797" y="2200844"/>
                      <a:pt x="761308" y="2203335"/>
                      <a:pt x="758819" y="2204580"/>
                    </a:cubicBezTo>
                    <a:cubicBezTo>
                      <a:pt x="758819" y="2204580"/>
                      <a:pt x="757574" y="2204580"/>
                      <a:pt x="756330" y="2204580"/>
                    </a:cubicBezTo>
                    <a:cubicBezTo>
                      <a:pt x="755085" y="2204580"/>
                      <a:pt x="752596" y="2203335"/>
                      <a:pt x="750107" y="2202089"/>
                    </a:cubicBezTo>
                    <a:lnTo>
                      <a:pt x="251046" y="1741245"/>
                    </a:lnTo>
                    <a:cubicBezTo>
                      <a:pt x="249801" y="1739999"/>
                      <a:pt x="249801" y="1738754"/>
                      <a:pt x="249801" y="1736263"/>
                    </a:cubicBezTo>
                    <a:lnTo>
                      <a:pt x="229888" y="1190722"/>
                    </a:lnTo>
                    <a:cubicBezTo>
                      <a:pt x="204998" y="1193214"/>
                      <a:pt x="136548" y="1198196"/>
                      <a:pt x="80543" y="1158339"/>
                    </a:cubicBezTo>
                    <a:cubicBezTo>
                      <a:pt x="36984" y="1125955"/>
                      <a:pt x="9604" y="1073643"/>
                      <a:pt x="2137" y="1002648"/>
                    </a:cubicBezTo>
                    <a:cubicBezTo>
                      <a:pt x="-12797" y="865640"/>
                      <a:pt x="53163" y="782190"/>
                      <a:pt x="119124" y="762262"/>
                    </a:cubicBezTo>
                    <a:cubicBezTo>
                      <a:pt x="167661" y="747315"/>
                      <a:pt x="213709" y="764753"/>
                      <a:pt x="247312" y="807101"/>
                    </a:cubicBezTo>
                    <a:lnTo>
                      <a:pt x="201264" y="130780"/>
                    </a:lnTo>
                    <a:cubicBezTo>
                      <a:pt x="201264" y="125798"/>
                      <a:pt x="203753" y="122062"/>
                      <a:pt x="208731" y="1220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144AA58D-C907-0B4A-8FC3-4D22DEE2DE22}"/>
                  </a:ext>
                </a:extLst>
              </p:cNvPr>
              <p:cNvSpPr/>
              <p:nvPr/>
            </p:nvSpPr>
            <p:spPr>
              <a:xfrm>
                <a:off x="12141486" y="5474685"/>
                <a:ext cx="1004108" cy="10393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7" h="835">
                    <a:moveTo>
                      <a:pt x="779" y="159"/>
                    </a:moveTo>
                    <a:cubicBezTo>
                      <a:pt x="738" y="24"/>
                      <a:pt x="516" y="-19"/>
                      <a:pt x="327" y="8"/>
                    </a:cubicBezTo>
                    <a:cubicBezTo>
                      <a:pt x="238" y="21"/>
                      <a:pt x="157" y="50"/>
                      <a:pt x="100" y="89"/>
                    </a:cubicBezTo>
                    <a:cubicBezTo>
                      <a:pt x="35" y="134"/>
                      <a:pt x="0" y="193"/>
                      <a:pt x="0" y="258"/>
                    </a:cubicBezTo>
                    <a:cubicBezTo>
                      <a:pt x="0" y="400"/>
                      <a:pt x="39" y="825"/>
                      <a:pt x="39" y="829"/>
                    </a:cubicBezTo>
                    <a:cubicBezTo>
                      <a:pt x="39" y="830"/>
                      <a:pt x="40" y="832"/>
                      <a:pt x="41" y="833"/>
                    </a:cubicBezTo>
                    <a:cubicBezTo>
                      <a:pt x="43" y="834"/>
                      <a:pt x="44" y="835"/>
                      <a:pt x="46" y="835"/>
                    </a:cubicBezTo>
                    <a:cubicBezTo>
                      <a:pt x="51" y="834"/>
                      <a:pt x="170" y="822"/>
                      <a:pt x="223" y="743"/>
                    </a:cubicBezTo>
                    <a:cubicBezTo>
                      <a:pt x="249" y="703"/>
                      <a:pt x="254" y="654"/>
                      <a:pt x="237" y="596"/>
                    </a:cubicBezTo>
                    <a:cubicBezTo>
                      <a:pt x="261" y="593"/>
                      <a:pt x="332" y="579"/>
                      <a:pt x="369" y="522"/>
                    </a:cubicBezTo>
                    <a:cubicBezTo>
                      <a:pt x="399" y="476"/>
                      <a:pt x="401" y="416"/>
                      <a:pt x="375" y="342"/>
                    </a:cubicBezTo>
                    <a:cubicBezTo>
                      <a:pt x="389" y="344"/>
                      <a:pt x="415" y="346"/>
                      <a:pt x="444" y="339"/>
                    </a:cubicBezTo>
                    <a:cubicBezTo>
                      <a:pt x="480" y="331"/>
                      <a:pt x="526" y="308"/>
                      <a:pt x="548" y="244"/>
                    </a:cubicBezTo>
                    <a:cubicBezTo>
                      <a:pt x="554" y="256"/>
                      <a:pt x="564" y="274"/>
                      <a:pt x="580" y="290"/>
                    </a:cubicBezTo>
                    <a:cubicBezTo>
                      <a:pt x="613" y="328"/>
                      <a:pt x="655" y="342"/>
                      <a:pt x="700" y="333"/>
                    </a:cubicBezTo>
                    <a:cubicBezTo>
                      <a:pt x="700" y="348"/>
                      <a:pt x="702" y="378"/>
                      <a:pt x="710" y="412"/>
                    </a:cubicBezTo>
                    <a:cubicBezTo>
                      <a:pt x="725" y="472"/>
                      <a:pt x="755" y="511"/>
                      <a:pt x="798" y="521"/>
                    </a:cubicBezTo>
                    <a:cubicBezTo>
                      <a:pt x="800" y="522"/>
                      <a:pt x="802" y="521"/>
                      <a:pt x="804" y="520"/>
                    </a:cubicBezTo>
                    <a:cubicBezTo>
                      <a:pt x="805" y="518"/>
                      <a:pt x="807" y="517"/>
                      <a:pt x="807" y="514"/>
                    </a:cubicBezTo>
                    <a:cubicBezTo>
                      <a:pt x="807" y="503"/>
                      <a:pt x="801" y="236"/>
                      <a:pt x="779" y="15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F26B9A3F-43B5-F243-9944-1F548BDCE68A}"/>
                  </a:ext>
                </a:extLst>
              </p:cNvPr>
              <p:cNvSpPr/>
              <p:nvPr/>
            </p:nvSpPr>
            <p:spPr>
              <a:xfrm>
                <a:off x="12627345" y="7013779"/>
                <a:ext cx="241684" cy="1196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5" h="97">
                    <a:moveTo>
                      <a:pt x="193" y="1"/>
                    </a:moveTo>
                    <a:cubicBezTo>
                      <a:pt x="191" y="0"/>
                      <a:pt x="189" y="-1"/>
                      <a:pt x="187" y="0"/>
                    </a:cubicBezTo>
                    <a:cubicBezTo>
                      <a:pt x="186" y="0"/>
                      <a:pt x="94" y="22"/>
                      <a:pt x="8" y="5"/>
                    </a:cubicBezTo>
                    <a:cubicBezTo>
                      <a:pt x="6" y="5"/>
                      <a:pt x="4" y="6"/>
                      <a:pt x="2" y="8"/>
                    </a:cubicBezTo>
                    <a:cubicBezTo>
                      <a:pt x="1" y="9"/>
                      <a:pt x="0" y="11"/>
                      <a:pt x="0" y="14"/>
                    </a:cubicBezTo>
                    <a:cubicBezTo>
                      <a:pt x="1" y="16"/>
                      <a:pt x="11" y="60"/>
                      <a:pt x="67" y="84"/>
                    </a:cubicBezTo>
                    <a:cubicBezTo>
                      <a:pt x="91" y="95"/>
                      <a:pt x="118" y="97"/>
                      <a:pt x="142" y="97"/>
                    </a:cubicBezTo>
                    <a:cubicBezTo>
                      <a:pt x="168" y="97"/>
                      <a:pt x="188" y="93"/>
                      <a:pt x="190" y="93"/>
                    </a:cubicBezTo>
                    <a:cubicBezTo>
                      <a:pt x="193" y="93"/>
                      <a:pt x="195" y="90"/>
                      <a:pt x="195" y="87"/>
                    </a:cubicBezTo>
                    <a:lnTo>
                      <a:pt x="195" y="6"/>
                    </a:lnTo>
                    <a:cubicBezTo>
                      <a:pt x="195" y="4"/>
                      <a:pt x="195" y="2"/>
                      <a:pt x="19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3E3D0421-E96B-D747-AD12-CEDA5859805A}"/>
                  </a:ext>
                </a:extLst>
              </p:cNvPr>
              <p:cNvSpPr/>
              <p:nvPr/>
            </p:nvSpPr>
            <p:spPr>
              <a:xfrm>
                <a:off x="13077076" y="8073074"/>
                <a:ext cx="1276933" cy="14705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26" h="1181">
                    <a:moveTo>
                      <a:pt x="1019" y="133"/>
                    </a:moveTo>
                    <a:cubicBezTo>
                      <a:pt x="1015" y="126"/>
                      <a:pt x="1009" y="119"/>
                      <a:pt x="1002" y="114"/>
                    </a:cubicBezTo>
                    <a:cubicBezTo>
                      <a:pt x="994" y="109"/>
                      <a:pt x="987" y="105"/>
                      <a:pt x="978" y="104"/>
                    </a:cubicBezTo>
                    <a:lnTo>
                      <a:pt x="703" y="53"/>
                    </a:lnTo>
                    <a:lnTo>
                      <a:pt x="429" y="1"/>
                    </a:lnTo>
                    <a:cubicBezTo>
                      <a:pt x="415" y="-1"/>
                      <a:pt x="401" y="1"/>
                      <a:pt x="388" y="8"/>
                    </a:cubicBezTo>
                    <a:cubicBezTo>
                      <a:pt x="377" y="15"/>
                      <a:pt x="367" y="25"/>
                      <a:pt x="362" y="39"/>
                    </a:cubicBezTo>
                    <a:lnTo>
                      <a:pt x="183" y="519"/>
                    </a:lnTo>
                    <a:lnTo>
                      <a:pt x="4" y="998"/>
                    </a:lnTo>
                    <a:cubicBezTo>
                      <a:pt x="1" y="1007"/>
                      <a:pt x="-1" y="1016"/>
                      <a:pt x="1" y="1024"/>
                    </a:cubicBezTo>
                    <a:cubicBezTo>
                      <a:pt x="1" y="1033"/>
                      <a:pt x="4" y="1041"/>
                      <a:pt x="8" y="1048"/>
                    </a:cubicBezTo>
                    <a:cubicBezTo>
                      <a:pt x="12" y="1057"/>
                      <a:pt x="18" y="1063"/>
                      <a:pt x="25" y="1068"/>
                    </a:cubicBezTo>
                    <a:cubicBezTo>
                      <a:pt x="32" y="1073"/>
                      <a:pt x="40" y="1076"/>
                      <a:pt x="49" y="1078"/>
                    </a:cubicBezTo>
                    <a:lnTo>
                      <a:pt x="323" y="1129"/>
                    </a:lnTo>
                    <a:lnTo>
                      <a:pt x="597" y="1181"/>
                    </a:lnTo>
                    <a:cubicBezTo>
                      <a:pt x="599" y="1181"/>
                      <a:pt x="602" y="1181"/>
                      <a:pt x="604" y="1181"/>
                    </a:cubicBezTo>
                    <a:cubicBezTo>
                      <a:pt x="605" y="1181"/>
                      <a:pt x="607" y="1181"/>
                      <a:pt x="609" y="1181"/>
                    </a:cubicBezTo>
                    <a:cubicBezTo>
                      <a:pt x="621" y="1181"/>
                      <a:pt x="633" y="1178"/>
                      <a:pt x="643" y="1171"/>
                    </a:cubicBezTo>
                    <a:cubicBezTo>
                      <a:pt x="653" y="1164"/>
                      <a:pt x="660" y="1154"/>
                      <a:pt x="665" y="1143"/>
                    </a:cubicBezTo>
                    <a:lnTo>
                      <a:pt x="843" y="663"/>
                    </a:lnTo>
                    <a:lnTo>
                      <a:pt x="1022" y="183"/>
                    </a:lnTo>
                    <a:cubicBezTo>
                      <a:pt x="1026" y="175"/>
                      <a:pt x="1027" y="167"/>
                      <a:pt x="1026" y="158"/>
                    </a:cubicBezTo>
                    <a:cubicBezTo>
                      <a:pt x="1026" y="149"/>
                      <a:pt x="1023" y="141"/>
                      <a:pt x="1019" y="13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3C58B9AA-631C-E047-B496-A6C38239C4E4}"/>
                  </a:ext>
                </a:extLst>
              </p:cNvPr>
              <p:cNvSpPr/>
              <p:nvPr/>
            </p:nvSpPr>
            <p:spPr>
              <a:xfrm>
                <a:off x="13255224" y="8081797"/>
                <a:ext cx="1117475" cy="14045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98" h="1128">
                    <a:moveTo>
                      <a:pt x="252" y="5"/>
                    </a:moveTo>
                    <a:cubicBezTo>
                      <a:pt x="252" y="5"/>
                      <a:pt x="353" y="79"/>
                      <a:pt x="252" y="328"/>
                    </a:cubicBezTo>
                    <a:cubicBezTo>
                      <a:pt x="150" y="577"/>
                      <a:pt x="0" y="1007"/>
                      <a:pt x="0" y="1007"/>
                    </a:cubicBezTo>
                    <a:lnTo>
                      <a:pt x="563" y="1128"/>
                    </a:lnTo>
                    <a:cubicBezTo>
                      <a:pt x="563" y="1128"/>
                      <a:pt x="1074" y="133"/>
                      <a:pt x="833" y="103"/>
                    </a:cubicBezTo>
                    <a:lnTo>
                      <a:pt x="283" y="1"/>
                    </a:lnTo>
                    <a:cubicBezTo>
                      <a:pt x="283" y="1"/>
                      <a:pt x="263" y="-2"/>
                      <a:pt x="252" y="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8404AEF4-0D1D-8A45-ADF0-AB6CA982A8B0}"/>
                  </a:ext>
                </a:extLst>
              </p:cNvPr>
              <p:cNvSpPr/>
              <p:nvPr/>
            </p:nvSpPr>
            <p:spPr>
              <a:xfrm>
                <a:off x="13245988" y="8073216"/>
                <a:ext cx="1134086" cy="1421806"/>
              </a:xfrm>
              <a:custGeom>
                <a:avLst/>
                <a:gdLst>
                  <a:gd name="connsiteX0" fmla="*/ 350829 w 1134086"/>
                  <a:gd name="connsiteY0" fmla="*/ 17617 h 1421806"/>
                  <a:gd name="connsiteX1" fmla="*/ 337763 w 1134086"/>
                  <a:gd name="connsiteY1" fmla="*/ 18550 h 1421806"/>
                  <a:gd name="connsiteX2" fmla="*/ 330297 w 1134086"/>
                  <a:gd name="connsiteY2" fmla="*/ 420720 h 1421806"/>
                  <a:gd name="connsiteX3" fmla="*/ 19202 w 1134086"/>
                  <a:gd name="connsiteY3" fmla="*/ 1256189 h 1421806"/>
                  <a:gd name="connsiteX4" fmla="*/ 706100 w 1134086"/>
                  <a:gd name="connsiteY4" fmla="*/ 1403112 h 1421806"/>
                  <a:gd name="connsiteX5" fmla="*/ 1100569 w 1134086"/>
                  <a:gd name="connsiteY5" fmla="*/ 184150 h 1421806"/>
                  <a:gd name="connsiteX6" fmla="*/ 1043327 w 1134086"/>
                  <a:gd name="connsiteY6" fmla="*/ 145552 h 1421806"/>
                  <a:gd name="connsiteX7" fmla="*/ 360162 w 1134086"/>
                  <a:gd name="connsiteY7" fmla="*/ 18550 h 1421806"/>
                  <a:gd name="connsiteX8" fmla="*/ 350829 w 1134086"/>
                  <a:gd name="connsiteY8" fmla="*/ 17617 h 1421806"/>
                  <a:gd name="connsiteX9" fmla="*/ 345532 w 1134086"/>
                  <a:gd name="connsiteY9" fmla="*/ 14 h 1421806"/>
                  <a:gd name="connsiteX10" fmla="*/ 363887 w 1134086"/>
                  <a:gd name="connsiteY10" fmla="*/ 1103 h 1421806"/>
                  <a:gd name="connsiteX11" fmla="*/ 1047075 w 1134086"/>
                  <a:gd name="connsiteY11" fmla="*/ 129353 h 1421806"/>
                  <a:gd name="connsiteX12" fmla="*/ 1115519 w 1134086"/>
                  <a:gd name="connsiteY12" fmla="*/ 176668 h 1421806"/>
                  <a:gd name="connsiteX13" fmla="*/ 718548 w 1134086"/>
                  <a:gd name="connsiteY13" fmla="*/ 1416826 h 1421806"/>
                  <a:gd name="connsiteX14" fmla="*/ 709836 w 1134086"/>
                  <a:gd name="connsiteY14" fmla="*/ 1421806 h 1421806"/>
                  <a:gd name="connsiteX15" fmla="*/ 708592 w 1134086"/>
                  <a:gd name="connsiteY15" fmla="*/ 1421806 h 1421806"/>
                  <a:gd name="connsiteX16" fmla="*/ 7982 w 1134086"/>
                  <a:gd name="connsiteY16" fmla="*/ 1271144 h 1421806"/>
                  <a:gd name="connsiteX17" fmla="*/ 1759 w 1134086"/>
                  <a:gd name="connsiteY17" fmla="*/ 1267409 h 1421806"/>
                  <a:gd name="connsiteX18" fmla="*/ 515 w 1134086"/>
                  <a:gd name="connsiteY18" fmla="*/ 1259938 h 1421806"/>
                  <a:gd name="connsiteX19" fmla="*/ 314110 w 1134086"/>
                  <a:gd name="connsiteY19" fmla="*/ 414489 h 1421806"/>
                  <a:gd name="connsiteX20" fmla="*/ 316599 w 1134086"/>
                  <a:gd name="connsiteY20" fmla="*/ 21026 h 1421806"/>
                  <a:gd name="connsiteX21" fmla="*/ 314110 w 1134086"/>
                  <a:gd name="connsiteY21" fmla="*/ 14800 h 1421806"/>
                  <a:gd name="connsiteX22" fmla="*/ 317843 w 1134086"/>
                  <a:gd name="connsiteY22" fmla="*/ 7329 h 1421806"/>
                  <a:gd name="connsiteX23" fmla="*/ 345532 w 1134086"/>
                  <a:gd name="connsiteY23" fmla="*/ 14 h 14218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134086" h="1421806">
                    <a:moveTo>
                      <a:pt x="350829" y="17617"/>
                    </a:moveTo>
                    <a:cubicBezTo>
                      <a:pt x="346785" y="17617"/>
                      <a:pt x="342119" y="17928"/>
                      <a:pt x="337763" y="18550"/>
                    </a:cubicBezTo>
                    <a:cubicBezTo>
                      <a:pt x="366384" y="49678"/>
                      <a:pt x="436069" y="159248"/>
                      <a:pt x="330297" y="420720"/>
                    </a:cubicBezTo>
                    <a:cubicBezTo>
                      <a:pt x="214570" y="705851"/>
                      <a:pt x="45334" y="1185218"/>
                      <a:pt x="19202" y="1256189"/>
                    </a:cubicBezTo>
                    <a:lnTo>
                      <a:pt x="706100" y="1403112"/>
                    </a:lnTo>
                    <a:cubicBezTo>
                      <a:pt x="747165" y="1320935"/>
                      <a:pt x="1211318" y="394573"/>
                      <a:pt x="1100569" y="184150"/>
                    </a:cubicBezTo>
                    <a:cubicBezTo>
                      <a:pt x="1088125" y="161738"/>
                      <a:pt x="1069459" y="149287"/>
                      <a:pt x="1043327" y="145552"/>
                    </a:cubicBezTo>
                    <a:lnTo>
                      <a:pt x="360162" y="18550"/>
                    </a:lnTo>
                    <a:cubicBezTo>
                      <a:pt x="358296" y="17928"/>
                      <a:pt x="354874" y="17617"/>
                      <a:pt x="350829" y="17617"/>
                    </a:cubicBezTo>
                    <a:close/>
                    <a:moveTo>
                      <a:pt x="345532" y="14"/>
                    </a:moveTo>
                    <a:cubicBezTo>
                      <a:pt x="354554" y="-142"/>
                      <a:pt x="362020" y="1103"/>
                      <a:pt x="363887" y="1103"/>
                    </a:cubicBezTo>
                    <a:lnTo>
                      <a:pt x="1047075" y="129353"/>
                    </a:lnTo>
                    <a:cubicBezTo>
                      <a:pt x="1076942" y="133088"/>
                      <a:pt x="1100586" y="149275"/>
                      <a:pt x="1115519" y="176668"/>
                    </a:cubicBezTo>
                    <a:cubicBezTo>
                      <a:pt x="1234983" y="403283"/>
                      <a:pt x="739703" y="1375736"/>
                      <a:pt x="718548" y="1416826"/>
                    </a:cubicBezTo>
                    <a:cubicBezTo>
                      <a:pt x="716059" y="1419316"/>
                      <a:pt x="713570" y="1421806"/>
                      <a:pt x="709836" y="1421806"/>
                    </a:cubicBezTo>
                    <a:lnTo>
                      <a:pt x="708592" y="1421806"/>
                    </a:lnTo>
                    <a:lnTo>
                      <a:pt x="7982" y="1271144"/>
                    </a:lnTo>
                    <a:cubicBezTo>
                      <a:pt x="4248" y="1271144"/>
                      <a:pt x="3004" y="1269899"/>
                      <a:pt x="1759" y="1267409"/>
                    </a:cubicBezTo>
                    <a:cubicBezTo>
                      <a:pt x="515" y="1264919"/>
                      <a:pt x="-729" y="1262428"/>
                      <a:pt x="515" y="1259938"/>
                    </a:cubicBezTo>
                    <a:cubicBezTo>
                      <a:pt x="3004" y="1254958"/>
                      <a:pt x="189667" y="722038"/>
                      <a:pt x="314110" y="414489"/>
                    </a:cubicBezTo>
                    <a:cubicBezTo>
                      <a:pt x="436063" y="115656"/>
                      <a:pt x="317843" y="23516"/>
                      <a:pt x="316599" y="21026"/>
                    </a:cubicBezTo>
                    <a:cubicBezTo>
                      <a:pt x="315354" y="19780"/>
                      <a:pt x="314110" y="17290"/>
                      <a:pt x="314110" y="14800"/>
                    </a:cubicBezTo>
                    <a:cubicBezTo>
                      <a:pt x="314110" y="12310"/>
                      <a:pt x="315354" y="8574"/>
                      <a:pt x="317843" y="7329"/>
                    </a:cubicBezTo>
                    <a:cubicBezTo>
                      <a:pt x="325932" y="1726"/>
                      <a:pt x="336510" y="170"/>
                      <a:pt x="34553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811EDAEE-BD56-964E-BC34-2931FC519753}"/>
                  </a:ext>
                </a:extLst>
              </p:cNvPr>
              <p:cNvSpPr/>
              <p:nvPr/>
            </p:nvSpPr>
            <p:spPr>
              <a:xfrm>
                <a:off x="13628965" y="8019486"/>
                <a:ext cx="134546" cy="16201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" h="131">
                    <a:moveTo>
                      <a:pt x="54" y="131"/>
                    </a:moveTo>
                    <a:cubicBezTo>
                      <a:pt x="50" y="131"/>
                      <a:pt x="47" y="128"/>
                      <a:pt x="47" y="124"/>
                    </a:cubicBezTo>
                    <a:cubicBezTo>
                      <a:pt x="47" y="121"/>
                      <a:pt x="50" y="117"/>
                      <a:pt x="54" y="117"/>
                    </a:cubicBezTo>
                    <a:cubicBezTo>
                      <a:pt x="76" y="117"/>
                      <a:pt x="95" y="94"/>
                      <a:pt x="95" y="65"/>
                    </a:cubicBezTo>
                    <a:cubicBezTo>
                      <a:pt x="95" y="37"/>
                      <a:pt x="76" y="14"/>
                      <a:pt x="54" y="14"/>
                    </a:cubicBezTo>
                    <a:cubicBezTo>
                      <a:pt x="34" y="14"/>
                      <a:pt x="18" y="30"/>
                      <a:pt x="14" y="53"/>
                    </a:cubicBezTo>
                    <a:cubicBezTo>
                      <a:pt x="12" y="56"/>
                      <a:pt x="9" y="59"/>
                      <a:pt x="5" y="58"/>
                    </a:cubicBezTo>
                    <a:cubicBezTo>
                      <a:pt x="1" y="58"/>
                      <a:pt x="-1" y="54"/>
                      <a:pt x="0" y="50"/>
                    </a:cubicBezTo>
                    <a:cubicBezTo>
                      <a:pt x="6" y="21"/>
                      <a:pt x="28" y="0"/>
                      <a:pt x="54" y="0"/>
                    </a:cubicBezTo>
                    <a:cubicBezTo>
                      <a:pt x="84" y="0"/>
                      <a:pt x="109" y="30"/>
                      <a:pt x="109" y="65"/>
                    </a:cubicBezTo>
                    <a:cubicBezTo>
                      <a:pt x="109" y="101"/>
                      <a:pt x="84" y="131"/>
                      <a:pt x="54" y="1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49FC9E39-6DF7-0040-B8E3-A8D5CCB410EE}"/>
                  </a:ext>
                </a:extLst>
              </p:cNvPr>
              <p:cNvSpPr/>
              <p:nvPr/>
            </p:nvSpPr>
            <p:spPr>
              <a:xfrm>
                <a:off x="13819571" y="8054380"/>
                <a:ext cx="134546" cy="1607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" h="130">
                    <a:moveTo>
                      <a:pt x="54" y="130"/>
                    </a:moveTo>
                    <a:cubicBezTo>
                      <a:pt x="50" y="130"/>
                      <a:pt x="47" y="128"/>
                      <a:pt x="47" y="124"/>
                    </a:cubicBezTo>
                    <a:cubicBezTo>
                      <a:pt x="47" y="120"/>
                      <a:pt x="50" y="117"/>
                      <a:pt x="54" y="117"/>
                    </a:cubicBezTo>
                    <a:cubicBezTo>
                      <a:pt x="77" y="117"/>
                      <a:pt x="95" y="94"/>
                      <a:pt x="95" y="65"/>
                    </a:cubicBezTo>
                    <a:cubicBezTo>
                      <a:pt x="95" y="37"/>
                      <a:pt x="77" y="14"/>
                      <a:pt x="54" y="14"/>
                    </a:cubicBezTo>
                    <a:cubicBezTo>
                      <a:pt x="35" y="14"/>
                      <a:pt x="18" y="30"/>
                      <a:pt x="13" y="52"/>
                    </a:cubicBezTo>
                    <a:cubicBezTo>
                      <a:pt x="13" y="56"/>
                      <a:pt x="9" y="58"/>
                      <a:pt x="5" y="58"/>
                    </a:cubicBezTo>
                    <a:cubicBezTo>
                      <a:pt x="2" y="57"/>
                      <a:pt x="-1" y="53"/>
                      <a:pt x="0" y="50"/>
                    </a:cubicBezTo>
                    <a:cubicBezTo>
                      <a:pt x="6" y="20"/>
                      <a:pt x="28" y="0"/>
                      <a:pt x="54" y="0"/>
                    </a:cubicBezTo>
                    <a:cubicBezTo>
                      <a:pt x="84" y="0"/>
                      <a:pt x="109" y="29"/>
                      <a:pt x="109" y="65"/>
                    </a:cubicBezTo>
                    <a:cubicBezTo>
                      <a:pt x="109" y="101"/>
                      <a:pt x="84" y="130"/>
                      <a:pt x="54" y="1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F85A183F-3EC6-594E-B9A4-66E25A31F47C}"/>
                  </a:ext>
                </a:extLst>
              </p:cNvPr>
              <p:cNvSpPr/>
              <p:nvPr/>
            </p:nvSpPr>
            <p:spPr>
              <a:xfrm>
                <a:off x="13995228" y="8078059"/>
                <a:ext cx="134546" cy="16201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" h="131">
                    <a:moveTo>
                      <a:pt x="54" y="131"/>
                    </a:moveTo>
                    <a:cubicBezTo>
                      <a:pt x="50" y="131"/>
                      <a:pt x="47" y="128"/>
                      <a:pt x="47" y="124"/>
                    </a:cubicBezTo>
                    <a:cubicBezTo>
                      <a:pt x="47" y="121"/>
                      <a:pt x="50" y="117"/>
                      <a:pt x="54" y="117"/>
                    </a:cubicBezTo>
                    <a:cubicBezTo>
                      <a:pt x="77" y="117"/>
                      <a:pt x="95" y="94"/>
                      <a:pt x="95" y="65"/>
                    </a:cubicBezTo>
                    <a:cubicBezTo>
                      <a:pt x="95" y="37"/>
                      <a:pt x="77" y="14"/>
                      <a:pt x="54" y="14"/>
                    </a:cubicBezTo>
                    <a:cubicBezTo>
                      <a:pt x="35" y="14"/>
                      <a:pt x="18" y="30"/>
                      <a:pt x="14" y="53"/>
                    </a:cubicBezTo>
                    <a:cubicBezTo>
                      <a:pt x="12" y="57"/>
                      <a:pt x="9" y="59"/>
                      <a:pt x="6" y="58"/>
                    </a:cubicBezTo>
                    <a:cubicBezTo>
                      <a:pt x="2" y="58"/>
                      <a:pt x="-1" y="54"/>
                      <a:pt x="0" y="50"/>
                    </a:cubicBezTo>
                    <a:cubicBezTo>
                      <a:pt x="6" y="21"/>
                      <a:pt x="28" y="0"/>
                      <a:pt x="54" y="0"/>
                    </a:cubicBezTo>
                    <a:cubicBezTo>
                      <a:pt x="84" y="0"/>
                      <a:pt x="109" y="30"/>
                      <a:pt x="109" y="65"/>
                    </a:cubicBezTo>
                    <a:cubicBezTo>
                      <a:pt x="109" y="102"/>
                      <a:pt x="84" y="131"/>
                      <a:pt x="54" y="1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DDE75A97-C9AD-6846-A773-D4F15C901B02}"/>
                  </a:ext>
                </a:extLst>
              </p:cNvPr>
              <p:cNvSpPr/>
              <p:nvPr/>
            </p:nvSpPr>
            <p:spPr>
              <a:xfrm>
                <a:off x="14162164" y="8119184"/>
                <a:ext cx="134546" cy="1607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" h="130">
                    <a:moveTo>
                      <a:pt x="54" y="130"/>
                    </a:moveTo>
                    <a:cubicBezTo>
                      <a:pt x="50" y="130"/>
                      <a:pt x="47" y="128"/>
                      <a:pt x="47" y="124"/>
                    </a:cubicBezTo>
                    <a:cubicBezTo>
                      <a:pt x="47" y="119"/>
                      <a:pt x="50" y="117"/>
                      <a:pt x="54" y="117"/>
                    </a:cubicBezTo>
                    <a:cubicBezTo>
                      <a:pt x="76" y="117"/>
                      <a:pt x="95" y="94"/>
                      <a:pt x="95" y="65"/>
                    </a:cubicBezTo>
                    <a:cubicBezTo>
                      <a:pt x="95" y="36"/>
                      <a:pt x="76" y="13"/>
                      <a:pt x="54" y="13"/>
                    </a:cubicBezTo>
                    <a:cubicBezTo>
                      <a:pt x="34" y="13"/>
                      <a:pt x="18" y="29"/>
                      <a:pt x="13" y="52"/>
                    </a:cubicBezTo>
                    <a:cubicBezTo>
                      <a:pt x="12" y="56"/>
                      <a:pt x="9" y="58"/>
                      <a:pt x="5" y="58"/>
                    </a:cubicBezTo>
                    <a:cubicBezTo>
                      <a:pt x="1" y="56"/>
                      <a:pt x="-1" y="53"/>
                      <a:pt x="0" y="50"/>
                    </a:cubicBezTo>
                    <a:cubicBezTo>
                      <a:pt x="6" y="20"/>
                      <a:pt x="28" y="0"/>
                      <a:pt x="54" y="0"/>
                    </a:cubicBezTo>
                    <a:cubicBezTo>
                      <a:pt x="84" y="0"/>
                      <a:pt x="109" y="29"/>
                      <a:pt x="109" y="65"/>
                    </a:cubicBezTo>
                    <a:cubicBezTo>
                      <a:pt x="109" y="101"/>
                      <a:pt x="84" y="130"/>
                      <a:pt x="54" y="1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EA065BCF-E33F-F24C-B11B-D2113480CEAF}"/>
                  </a:ext>
                </a:extLst>
              </p:cNvPr>
              <p:cNvSpPr/>
              <p:nvPr/>
            </p:nvSpPr>
            <p:spPr>
              <a:xfrm>
                <a:off x="10941789" y="8856952"/>
                <a:ext cx="2760671" cy="9247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17" h="743">
                    <a:moveTo>
                      <a:pt x="42" y="63"/>
                    </a:moveTo>
                    <a:cubicBezTo>
                      <a:pt x="42" y="63"/>
                      <a:pt x="-113" y="560"/>
                      <a:pt x="174" y="701"/>
                    </a:cubicBezTo>
                    <a:cubicBezTo>
                      <a:pt x="410" y="817"/>
                      <a:pt x="1332" y="663"/>
                      <a:pt x="1647" y="605"/>
                    </a:cubicBezTo>
                    <a:cubicBezTo>
                      <a:pt x="1682" y="598"/>
                      <a:pt x="1718" y="590"/>
                      <a:pt x="1753" y="580"/>
                    </a:cubicBezTo>
                    <a:cubicBezTo>
                      <a:pt x="1794" y="568"/>
                      <a:pt x="1834" y="553"/>
                      <a:pt x="1874" y="537"/>
                    </a:cubicBezTo>
                    <a:cubicBezTo>
                      <a:pt x="2025" y="472"/>
                      <a:pt x="2250" y="360"/>
                      <a:pt x="2137" y="303"/>
                    </a:cubicBezTo>
                    <a:cubicBezTo>
                      <a:pt x="2137" y="303"/>
                      <a:pt x="2228" y="223"/>
                      <a:pt x="2216" y="189"/>
                    </a:cubicBezTo>
                    <a:cubicBezTo>
                      <a:pt x="2203" y="149"/>
                      <a:pt x="2129" y="173"/>
                      <a:pt x="2129" y="173"/>
                    </a:cubicBezTo>
                    <a:cubicBezTo>
                      <a:pt x="2129" y="173"/>
                      <a:pt x="2198" y="134"/>
                      <a:pt x="2185" y="94"/>
                    </a:cubicBezTo>
                    <a:cubicBezTo>
                      <a:pt x="2174" y="53"/>
                      <a:pt x="2082" y="92"/>
                      <a:pt x="2082" y="92"/>
                    </a:cubicBezTo>
                    <a:cubicBezTo>
                      <a:pt x="2082" y="92"/>
                      <a:pt x="2132" y="24"/>
                      <a:pt x="2058" y="17"/>
                    </a:cubicBezTo>
                    <a:cubicBezTo>
                      <a:pt x="2007" y="14"/>
                      <a:pt x="1831" y="83"/>
                      <a:pt x="1831" y="83"/>
                    </a:cubicBezTo>
                    <a:lnTo>
                      <a:pt x="1863" y="0"/>
                    </a:lnTo>
                    <a:cubicBezTo>
                      <a:pt x="1863" y="0"/>
                      <a:pt x="1750" y="52"/>
                      <a:pt x="1721" y="70"/>
                    </a:cubicBezTo>
                    <a:cubicBezTo>
                      <a:pt x="1594" y="147"/>
                      <a:pt x="1600" y="240"/>
                      <a:pt x="1600" y="240"/>
                    </a:cubicBezTo>
                    <a:cubicBezTo>
                      <a:pt x="1600" y="240"/>
                      <a:pt x="1305" y="256"/>
                      <a:pt x="1064" y="249"/>
                    </a:cubicBezTo>
                    <a:cubicBezTo>
                      <a:pt x="823" y="242"/>
                      <a:pt x="674" y="221"/>
                      <a:pt x="674" y="221"/>
                    </a:cubicBezTo>
                    <a:lnTo>
                      <a:pt x="684" y="112"/>
                    </a:lnTo>
                    <a:cubicBezTo>
                      <a:pt x="684" y="112"/>
                      <a:pt x="439" y="52"/>
                      <a:pt x="42" y="6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9B77667A-42EB-0042-BAA3-67D42C894E4C}"/>
                  </a:ext>
                </a:extLst>
              </p:cNvPr>
              <p:cNvSpPr/>
              <p:nvPr/>
            </p:nvSpPr>
            <p:spPr>
              <a:xfrm>
                <a:off x="10931600" y="8849901"/>
                <a:ext cx="2778732" cy="941722"/>
              </a:xfrm>
              <a:custGeom>
                <a:avLst/>
                <a:gdLst>
                  <a:gd name="connsiteX0" fmla="*/ 2313860 w 2778732"/>
                  <a:gd name="connsiteY0" fmla="*/ 23252 h 941722"/>
                  <a:gd name="connsiteX1" fmla="*/ 2156962 w 2778732"/>
                  <a:gd name="connsiteY1" fmla="*/ 101656 h 941722"/>
                  <a:gd name="connsiteX2" fmla="*/ 2011271 w 2778732"/>
                  <a:gd name="connsiteY2" fmla="*/ 304511 h 941722"/>
                  <a:gd name="connsiteX3" fmla="*/ 2008780 w 2778732"/>
                  <a:gd name="connsiteY3" fmla="*/ 310733 h 941722"/>
                  <a:gd name="connsiteX4" fmla="*/ 2002554 w 2778732"/>
                  <a:gd name="connsiteY4" fmla="*/ 314467 h 941722"/>
                  <a:gd name="connsiteX5" fmla="*/ 1335113 w 2778732"/>
                  <a:gd name="connsiteY5" fmla="*/ 325667 h 941722"/>
                  <a:gd name="connsiteX6" fmla="*/ 846984 w 2778732"/>
                  <a:gd name="connsiteY6" fmla="*/ 290821 h 941722"/>
                  <a:gd name="connsiteX7" fmla="*/ 840758 w 2778732"/>
                  <a:gd name="connsiteY7" fmla="*/ 280865 h 941722"/>
                  <a:gd name="connsiteX8" fmla="*/ 853210 w 2778732"/>
                  <a:gd name="connsiteY8" fmla="*/ 153925 h 941722"/>
                  <a:gd name="connsiteX9" fmla="*/ 68718 w 2778732"/>
                  <a:gd name="connsiteY9" fmla="*/ 92944 h 941722"/>
                  <a:gd name="connsiteX10" fmla="*/ 229352 w 2778732"/>
                  <a:gd name="connsiteY10" fmla="*/ 872007 h 941722"/>
                  <a:gd name="connsiteX11" fmla="*/ 600430 w 2778732"/>
                  <a:gd name="connsiteY11" fmla="*/ 924276 h 941722"/>
                  <a:gd name="connsiteX12" fmla="*/ 2058589 w 2778732"/>
                  <a:gd name="connsiteY12" fmla="*/ 751289 h 941722"/>
                  <a:gd name="connsiteX13" fmla="*/ 2190583 w 2778732"/>
                  <a:gd name="connsiteY13" fmla="*/ 720177 h 941722"/>
                  <a:gd name="connsiteX14" fmla="*/ 2341256 w 2778732"/>
                  <a:gd name="connsiteY14" fmla="*/ 666663 h 941722"/>
                  <a:gd name="connsiteX15" fmla="*/ 2701126 w 2778732"/>
                  <a:gd name="connsiteY15" fmla="*/ 431451 h 941722"/>
                  <a:gd name="connsiteX16" fmla="*/ 2666260 w 2778732"/>
                  <a:gd name="connsiteY16" fmla="*/ 392871 h 941722"/>
                  <a:gd name="connsiteX17" fmla="*/ 2662524 w 2778732"/>
                  <a:gd name="connsiteY17" fmla="*/ 386648 h 941722"/>
                  <a:gd name="connsiteX18" fmla="*/ 2665014 w 2778732"/>
                  <a:gd name="connsiteY18" fmla="*/ 379181 h 941722"/>
                  <a:gd name="connsiteX19" fmla="*/ 2762142 w 2778732"/>
                  <a:gd name="connsiteY19" fmla="*/ 246019 h 941722"/>
                  <a:gd name="connsiteX20" fmla="*/ 2662524 w 2778732"/>
                  <a:gd name="connsiteY20" fmla="*/ 231085 h 941722"/>
                  <a:gd name="connsiteX21" fmla="*/ 2652562 w 2778732"/>
                  <a:gd name="connsiteY21" fmla="*/ 226107 h 941722"/>
                  <a:gd name="connsiteX22" fmla="*/ 2656298 w 2778732"/>
                  <a:gd name="connsiteY22" fmla="*/ 214906 h 941722"/>
                  <a:gd name="connsiteX23" fmla="*/ 2723540 w 2778732"/>
                  <a:gd name="connsiteY23" fmla="*/ 126546 h 941722"/>
                  <a:gd name="connsiteX24" fmla="*/ 2712333 w 2778732"/>
                  <a:gd name="connsiteY24" fmla="*/ 114101 h 941722"/>
                  <a:gd name="connsiteX25" fmla="*/ 2605244 w 2778732"/>
                  <a:gd name="connsiteY25" fmla="*/ 129035 h 941722"/>
                  <a:gd name="connsiteX26" fmla="*/ 2595282 w 2778732"/>
                  <a:gd name="connsiteY26" fmla="*/ 126546 h 941722"/>
                  <a:gd name="connsiteX27" fmla="*/ 2595282 w 2778732"/>
                  <a:gd name="connsiteY27" fmla="*/ 116590 h 941722"/>
                  <a:gd name="connsiteX28" fmla="*/ 2611470 w 2778732"/>
                  <a:gd name="connsiteY28" fmla="*/ 55609 h 941722"/>
                  <a:gd name="connsiteX29" fmla="*/ 2571622 w 2778732"/>
                  <a:gd name="connsiteY29" fmla="*/ 38186 h 941722"/>
                  <a:gd name="connsiteX30" fmla="*/ 2293937 w 2778732"/>
                  <a:gd name="connsiteY30" fmla="*/ 117835 h 941722"/>
                  <a:gd name="connsiteX31" fmla="*/ 2285220 w 2778732"/>
                  <a:gd name="connsiteY31" fmla="*/ 116590 h 941722"/>
                  <a:gd name="connsiteX32" fmla="*/ 2282730 w 2778732"/>
                  <a:gd name="connsiteY32" fmla="*/ 107879 h 941722"/>
                  <a:gd name="connsiteX33" fmla="*/ 2323832 w 2778732"/>
                  <a:gd name="connsiteY33" fmla="*/ 818 h 941722"/>
                  <a:gd name="connsiteX34" fmla="*/ 2335039 w 2778732"/>
                  <a:gd name="connsiteY34" fmla="*/ 2062 h 941722"/>
                  <a:gd name="connsiteX35" fmla="*/ 2336284 w 2778732"/>
                  <a:gd name="connsiteY35" fmla="*/ 12019 h 941722"/>
                  <a:gd name="connsiteX36" fmla="*/ 2303908 w 2778732"/>
                  <a:gd name="connsiteY36" fmla="*/ 97895 h 941722"/>
                  <a:gd name="connsiteX37" fmla="*/ 2571633 w 2778732"/>
                  <a:gd name="connsiteY37" fmla="*/ 21975 h 941722"/>
                  <a:gd name="connsiteX38" fmla="*/ 2626424 w 2778732"/>
                  <a:gd name="connsiteY38" fmla="*/ 50601 h 941722"/>
                  <a:gd name="connsiteX39" fmla="*/ 2620197 w 2778732"/>
                  <a:gd name="connsiteY39" fmla="*/ 106607 h 941722"/>
                  <a:gd name="connsiteX40" fmla="*/ 2718571 w 2778732"/>
                  <a:gd name="connsiteY40" fmla="*/ 99140 h 941722"/>
                  <a:gd name="connsiteX41" fmla="*/ 2738494 w 2778732"/>
                  <a:gd name="connsiteY41" fmla="*/ 122787 h 941722"/>
                  <a:gd name="connsiteX42" fmla="*/ 2697402 w 2778732"/>
                  <a:gd name="connsiteY42" fmla="*/ 207418 h 941722"/>
                  <a:gd name="connsiteX43" fmla="*/ 2777097 w 2778732"/>
                  <a:gd name="connsiteY43" fmla="*/ 241022 h 941722"/>
                  <a:gd name="connsiteX44" fmla="*/ 2683704 w 2778732"/>
                  <a:gd name="connsiteY44" fmla="*/ 384149 h 941722"/>
                  <a:gd name="connsiteX45" fmla="*/ 2716080 w 2778732"/>
                  <a:gd name="connsiteY45" fmla="*/ 433932 h 941722"/>
                  <a:gd name="connsiteX46" fmla="*/ 2346246 w 2778732"/>
                  <a:gd name="connsiteY46" fmla="*/ 684093 h 941722"/>
                  <a:gd name="connsiteX47" fmla="*/ 2193082 w 2778732"/>
                  <a:gd name="connsiteY47" fmla="*/ 737610 h 941722"/>
                  <a:gd name="connsiteX48" fmla="*/ 2061088 w 2778732"/>
                  <a:gd name="connsiteY48" fmla="*/ 769970 h 941722"/>
                  <a:gd name="connsiteX49" fmla="*/ 1105993 w 2778732"/>
                  <a:gd name="connsiteY49" fmla="*/ 910607 h 941722"/>
                  <a:gd name="connsiteX50" fmla="*/ 601674 w 2778732"/>
                  <a:gd name="connsiteY50" fmla="*/ 941722 h 941722"/>
                  <a:gd name="connsiteX51" fmla="*/ 220632 w 2778732"/>
                  <a:gd name="connsiteY51" fmla="*/ 888205 h 941722"/>
                  <a:gd name="connsiteX52" fmla="*/ 226 w 2778732"/>
                  <a:gd name="connsiteY52" fmla="*/ 417753 h 941722"/>
                  <a:gd name="connsiteX53" fmla="*/ 52526 w 2778732"/>
                  <a:gd name="connsiteY53" fmla="*/ 84205 h 941722"/>
                  <a:gd name="connsiteX54" fmla="*/ 59997 w 2778732"/>
                  <a:gd name="connsiteY54" fmla="*/ 77982 h 941722"/>
                  <a:gd name="connsiteX55" fmla="*/ 863173 w 2778732"/>
                  <a:gd name="connsiteY55" fmla="*/ 140211 h 941722"/>
                  <a:gd name="connsiteX56" fmla="*/ 869399 w 2778732"/>
                  <a:gd name="connsiteY56" fmla="*/ 148923 h 941722"/>
                  <a:gd name="connsiteX57" fmla="*/ 856947 w 2778732"/>
                  <a:gd name="connsiteY57" fmla="*/ 275870 h 941722"/>
                  <a:gd name="connsiteX58" fmla="*/ 1335116 w 2778732"/>
                  <a:gd name="connsiteY58" fmla="*/ 309474 h 941722"/>
                  <a:gd name="connsiteX59" fmla="*/ 1992600 w 2778732"/>
                  <a:gd name="connsiteY59" fmla="*/ 298273 h 941722"/>
                  <a:gd name="connsiteX60" fmla="*/ 2148254 w 2778732"/>
                  <a:gd name="connsiteY60" fmla="*/ 87938 h 941722"/>
                  <a:gd name="connsiteX61" fmla="*/ 2323832 w 2778732"/>
                  <a:gd name="connsiteY61" fmla="*/ 818 h 9417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778732" h="941722">
                    <a:moveTo>
                      <a:pt x="2313860" y="23252"/>
                    </a:moveTo>
                    <a:cubicBezTo>
                      <a:pt x="2275258" y="41920"/>
                      <a:pt x="2185602" y="84233"/>
                      <a:pt x="2156962" y="101656"/>
                    </a:cubicBezTo>
                    <a:cubicBezTo>
                      <a:pt x="2006290" y="193750"/>
                      <a:pt x="2010026" y="304511"/>
                      <a:pt x="2011271" y="304511"/>
                    </a:cubicBezTo>
                    <a:cubicBezTo>
                      <a:pt x="2011271" y="307000"/>
                      <a:pt x="2010026" y="309489"/>
                      <a:pt x="2008780" y="310733"/>
                    </a:cubicBezTo>
                    <a:cubicBezTo>
                      <a:pt x="2007535" y="311978"/>
                      <a:pt x="2005044" y="314467"/>
                      <a:pt x="2002554" y="314467"/>
                    </a:cubicBezTo>
                    <a:cubicBezTo>
                      <a:pt x="1998818" y="314467"/>
                      <a:pt x="1631477" y="333135"/>
                      <a:pt x="1335113" y="325667"/>
                    </a:cubicBezTo>
                    <a:cubicBezTo>
                      <a:pt x="1037504" y="318200"/>
                      <a:pt x="849475" y="290821"/>
                      <a:pt x="846984" y="290821"/>
                    </a:cubicBezTo>
                    <a:cubicBezTo>
                      <a:pt x="843249" y="289577"/>
                      <a:pt x="839513" y="285843"/>
                      <a:pt x="840758" y="280865"/>
                    </a:cubicBezTo>
                    <a:lnTo>
                      <a:pt x="853210" y="153925"/>
                    </a:lnTo>
                    <a:cubicBezTo>
                      <a:pt x="804647" y="142725"/>
                      <a:pt x="512019" y="81744"/>
                      <a:pt x="68718" y="92944"/>
                    </a:cubicBezTo>
                    <a:cubicBezTo>
                      <a:pt x="50040" y="155170"/>
                      <a:pt x="-98142" y="710221"/>
                      <a:pt x="229352" y="872007"/>
                    </a:cubicBezTo>
                    <a:cubicBezTo>
                      <a:pt x="305311" y="909342"/>
                      <a:pt x="438550" y="924276"/>
                      <a:pt x="600430" y="924276"/>
                    </a:cubicBezTo>
                    <a:cubicBezTo>
                      <a:pt x="1073616" y="924276"/>
                      <a:pt x="1794601" y="799825"/>
                      <a:pt x="2058589" y="751289"/>
                    </a:cubicBezTo>
                    <a:cubicBezTo>
                      <a:pt x="2103417" y="743822"/>
                      <a:pt x="2147000" y="732622"/>
                      <a:pt x="2190583" y="720177"/>
                    </a:cubicBezTo>
                    <a:cubicBezTo>
                      <a:pt x="2241638" y="705243"/>
                      <a:pt x="2291446" y="687819"/>
                      <a:pt x="2341256" y="666663"/>
                    </a:cubicBezTo>
                    <a:cubicBezTo>
                      <a:pt x="2567887" y="569591"/>
                      <a:pt x="2698636" y="484965"/>
                      <a:pt x="2701126" y="431451"/>
                    </a:cubicBezTo>
                    <a:cubicBezTo>
                      <a:pt x="2701126" y="416517"/>
                      <a:pt x="2689919" y="404072"/>
                      <a:pt x="2666260" y="392871"/>
                    </a:cubicBezTo>
                    <a:cubicBezTo>
                      <a:pt x="2663769" y="390382"/>
                      <a:pt x="2662524" y="389137"/>
                      <a:pt x="2662524" y="386648"/>
                    </a:cubicBezTo>
                    <a:cubicBezTo>
                      <a:pt x="2661279" y="382915"/>
                      <a:pt x="2662524" y="380426"/>
                      <a:pt x="2665014" y="379181"/>
                    </a:cubicBezTo>
                    <a:cubicBezTo>
                      <a:pt x="2707352" y="340602"/>
                      <a:pt x="2770858" y="270909"/>
                      <a:pt x="2762142" y="246019"/>
                    </a:cubicBezTo>
                    <a:cubicBezTo>
                      <a:pt x="2748444" y="204950"/>
                      <a:pt x="2663769" y="229840"/>
                      <a:pt x="2662524" y="231085"/>
                    </a:cubicBezTo>
                    <a:cubicBezTo>
                      <a:pt x="2658788" y="232329"/>
                      <a:pt x="2655052" y="229840"/>
                      <a:pt x="2652562" y="226107"/>
                    </a:cubicBezTo>
                    <a:cubicBezTo>
                      <a:pt x="2651317" y="222373"/>
                      <a:pt x="2652562" y="217395"/>
                      <a:pt x="2656298" y="214906"/>
                    </a:cubicBezTo>
                    <a:cubicBezTo>
                      <a:pt x="2678712" y="202461"/>
                      <a:pt x="2734747" y="162637"/>
                      <a:pt x="2723540" y="126546"/>
                    </a:cubicBezTo>
                    <a:cubicBezTo>
                      <a:pt x="2722295" y="120324"/>
                      <a:pt x="2718559" y="116590"/>
                      <a:pt x="2712333" y="114101"/>
                    </a:cubicBezTo>
                    <a:cubicBezTo>
                      <a:pt x="2686183" y="101656"/>
                      <a:pt x="2625167" y="120324"/>
                      <a:pt x="2605244" y="129035"/>
                    </a:cubicBezTo>
                    <a:cubicBezTo>
                      <a:pt x="2601508" y="130280"/>
                      <a:pt x="2597772" y="130280"/>
                      <a:pt x="2595282" y="126546"/>
                    </a:cubicBezTo>
                    <a:cubicBezTo>
                      <a:pt x="2592791" y="124057"/>
                      <a:pt x="2592791" y="119079"/>
                      <a:pt x="2595282" y="116590"/>
                    </a:cubicBezTo>
                    <a:cubicBezTo>
                      <a:pt x="2602753" y="106634"/>
                      <a:pt x="2621432" y="75521"/>
                      <a:pt x="2611470" y="55609"/>
                    </a:cubicBezTo>
                    <a:cubicBezTo>
                      <a:pt x="2607734" y="45653"/>
                      <a:pt x="2594036" y="39431"/>
                      <a:pt x="2571622" y="38186"/>
                    </a:cubicBezTo>
                    <a:cubicBezTo>
                      <a:pt x="2511852" y="33208"/>
                      <a:pt x="2296428" y="117835"/>
                      <a:pt x="2293937" y="117835"/>
                    </a:cubicBezTo>
                    <a:cubicBezTo>
                      <a:pt x="2290201" y="120324"/>
                      <a:pt x="2287711" y="119079"/>
                      <a:pt x="2285220" y="116590"/>
                    </a:cubicBezTo>
                    <a:cubicBezTo>
                      <a:pt x="2282730" y="114101"/>
                      <a:pt x="2281485" y="110368"/>
                      <a:pt x="2282730" y="107879"/>
                    </a:cubicBezTo>
                    <a:close/>
                    <a:moveTo>
                      <a:pt x="2323832" y="818"/>
                    </a:moveTo>
                    <a:cubicBezTo>
                      <a:pt x="2327568" y="-427"/>
                      <a:pt x="2331303" y="-427"/>
                      <a:pt x="2335039" y="2062"/>
                    </a:cubicBezTo>
                    <a:cubicBezTo>
                      <a:pt x="2336284" y="4551"/>
                      <a:pt x="2337529" y="8285"/>
                      <a:pt x="2336284" y="12019"/>
                    </a:cubicBezTo>
                    <a:lnTo>
                      <a:pt x="2303908" y="97895"/>
                    </a:lnTo>
                    <a:cubicBezTo>
                      <a:pt x="2357453" y="76737"/>
                      <a:pt x="2518088" y="18242"/>
                      <a:pt x="2571633" y="21975"/>
                    </a:cubicBezTo>
                    <a:cubicBezTo>
                      <a:pt x="2600274" y="24465"/>
                      <a:pt x="2618952" y="33177"/>
                      <a:pt x="2626424" y="50601"/>
                    </a:cubicBezTo>
                    <a:cubicBezTo>
                      <a:pt x="2635140" y="68025"/>
                      <a:pt x="2627669" y="90428"/>
                      <a:pt x="2620197" y="106607"/>
                    </a:cubicBezTo>
                    <a:cubicBezTo>
                      <a:pt x="2646347" y="97895"/>
                      <a:pt x="2692421" y="86694"/>
                      <a:pt x="2718571" y="99140"/>
                    </a:cubicBezTo>
                    <a:cubicBezTo>
                      <a:pt x="2728533" y="104118"/>
                      <a:pt x="2736004" y="111585"/>
                      <a:pt x="2738494" y="122787"/>
                    </a:cubicBezTo>
                    <a:cubicBezTo>
                      <a:pt x="2748456" y="156390"/>
                      <a:pt x="2722306" y="187505"/>
                      <a:pt x="2697402" y="207418"/>
                    </a:cubicBezTo>
                    <a:cubicBezTo>
                      <a:pt x="2727288" y="204929"/>
                      <a:pt x="2765890" y="207418"/>
                      <a:pt x="2777097" y="241022"/>
                    </a:cubicBezTo>
                    <a:cubicBezTo>
                      <a:pt x="2790794" y="280849"/>
                      <a:pt x="2714835" y="356768"/>
                      <a:pt x="2683704" y="384149"/>
                    </a:cubicBezTo>
                    <a:cubicBezTo>
                      <a:pt x="2706118" y="397839"/>
                      <a:pt x="2716080" y="415264"/>
                      <a:pt x="2716080" y="433932"/>
                    </a:cubicBezTo>
                    <a:cubicBezTo>
                      <a:pt x="2714835" y="496161"/>
                      <a:pt x="2589066" y="579549"/>
                      <a:pt x="2346246" y="684093"/>
                    </a:cubicBezTo>
                    <a:cubicBezTo>
                      <a:pt x="2296436" y="705251"/>
                      <a:pt x="2245382" y="722675"/>
                      <a:pt x="2193082" y="737610"/>
                    </a:cubicBezTo>
                    <a:cubicBezTo>
                      <a:pt x="2150744" y="750056"/>
                      <a:pt x="2104671" y="761257"/>
                      <a:pt x="2061088" y="769970"/>
                    </a:cubicBezTo>
                    <a:cubicBezTo>
                      <a:pt x="1864341" y="804818"/>
                      <a:pt x="1479563" y="872025"/>
                      <a:pt x="1105993" y="910607"/>
                    </a:cubicBezTo>
                    <a:cubicBezTo>
                      <a:pt x="906756" y="930521"/>
                      <a:pt x="738650" y="941722"/>
                      <a:pt x="601674" y="941722"/>
                    </a:cubicBezTo>
                    <a:cubicBezTo>
                      <a:pt x="421115" y="941722"/>
                      <a:pt x="294101" y="924298"/>
                      <a:pt x="220632" y="888205"/>
                    </a:cubicBezTo>
                    <a:cubicBezTo>
                      <a:pt x="72450" y="814775"/>
                      <a:pt x="-4755" y="651734"/>
                      <a:pt x="226" y="417753"/>
                    </a:cubicBezTo>
                    <a:cubicBezTo>
                      <a:pt x="3962" y="241022"/>
                      <a:pt x="52526" y="85449"/>
                      <a:pt x="52526" y="84205"/>
                    </a:cubicBezTo>
                    <a:cubicBezTo>
                      <a:pt x="53771" y="80471"/>
                      <a:pt x="57507" y="77982"/>
                      <a:pt x="59997" y="77982"/>
                    </a:cubicBezTo>
                    <a:cubicBezTo>
                      <a:pt x="551864" y="64291"/>
                      <a:pt x="859437" y="138966"/>
                      <a:pt x="863173" y="140211"/>
                    </a:cubicBezTo>
                    <a:cubicBezTo>
                      <a:pt x="866909" y="141455"/>
                      <a:pt x="869399" y="145189"/>
                      <a:pt x="869399" y="148923"/>
                    </a:cubicBezTo>
                    <a:lnTo>
                      <a:pt x="856947" y="275870"/>
                    </a:lnTo>
                    <a:cubicBezTo>
                      <a:pt x="895549" y="280849"/>
                      <a:pt x="1072372" y="303251"/>
                      <a:pt x="1335116" y="309474"/>
                    </a:cubicBezTo>
                    <a:cubicBezTo>
                      <a:pt x="1606577" y="318186"/>
                      <a:pt x="1937809" y="302007"/>
                      <a:pt x="1992600" y="298273"/>
                    </a:cubicBezTo>
                    <a:cubicBezTo>
                      <a:pt x="1993845" y="269647"/>
                      <a:pt x="2008788" y="172570"/>
                      <a:pt x="2148254" y="87938"/>
                    </a:cubicBezTo>
                    <a:cubicBezTo>
                      <a:pt x="2184366" y="65536"/>
                      <a:pt x="2318851" y="3307"/>
                      <a:pt x="2323832" y="81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8138BA52-DC9D-1940-A92F-1A24CE2B6D4B}"/>
                  </a:ext>
                </a:extLst>
              </p:cNvPr>
              <p:cNvSpPr/>
              <p:nvPr/>
            </p:nvSpPr>
            <p:spPr>
              <a:xfrm>
                <a:off x="11909772" y="7393879"/>
                <a:ext cx="794815" cy="6941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9" h="558">
                    <a:moveTo>
                      <a:pt x="636" y="371"/>
                    </a:moveTo>
                    <a:lnTo>
                      <a:pt x="235" y="2"/>
                    </a:lnTo>
                    <a:cubicBezTo>
                      <a:pt x="233" y="0"/>
                      <a:pt x="231" y="-1"/>
                      <a:pt x="229" y="0"/>
                    </a:cubicBezTo>
                    <a:lnTo>
                      <a:pt x="5" y="51"/>
                    </a:lnTo>
                    <a:cubicBezTo>
                      <a:pt x="3" y="51"/>
                      <a:pt x="1" y="53"/>
                      <a:pt x="0" y="55"/>
                    </a:cubicBezTo>
                    <a:cubicBezTo>
                      <a:pt x="-1" y="57"/>
                      <a:pt x="0" y="60"/>
                      <a:pt x="1" y="62"/>
                    </a:cubicBezTo>
                    <a:lnTo>
                      <a:pt x="466" y="556"/>
                    </a:lnTo>
                    <a:cubicBezTo>
                      <a:pt x="467" y="557"/>
                      <a:pt x="469" y="558"/>
                      <a:pt x="471" y="558"/>
                    </a:cubicBezTo>
                    <a:cubicBezTo>
                      <a:pt x="473" y="558"/>
                      <a:pt x="475" y="557"/>
                      <a:pt x="476" y="556"/>
                    </a:cubicBezTo>
                    <a:lnTo>
                      <a:pt x="636" y="381"/>
                    </a:lnTo>
                    <a:cubicBezTo>
                      <a:pt x="639" y="378"/>
                      <a:pt x="639" y="373"/>
                      <a:pt x="636" y="37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08C3214C-D0BA-8440-85D8-E7503723A549}"/>
                  </a:ext>
                </a:extLst>
              </p:cNvPr>
              <p:cNvSpPr/>
              <p:nvPr/>
            </p:nvSpPr>
            <p:spPr>
              <a:xfrm>
                <a:off x="12688392" y="7349014"/>
                <a:ext cx="438519" cy="65676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3" h="528">
                    <a:moveTo>
                      <a:pt x="352" y="39"/>
                    </a:moveTo>
                    <a:cubicBezTo>
                      <a:pt x="351" y="38"/>
                      <a:pt x="350" y="36"/>
                      <a:pt x="348" y="36"/>
                    </a:cubicBezTo>
                    <a:lnTo>
                      <a:pt x="141" y="0"/>
                    </a:lnTo>
                    <a:cubicBezTo>
                      <a:pt x="137" y="0"/>
                      <a:pt x="134" y="2"/>
                      <a:pt x="133" y="5"/>
                    </a:cubicBezTo>
                    <a:lnTo>
                      <a:pt x="0" y="410"/>
                    </a:lnTo>
                    <a:cubicBezTo>
                      <a:pt x="-1" y="413"/>
                      <a:pt x="0" y="416"/>
                      <a:pt x="3" y="418"/>
                    </a:cubicBezTo>
                    <a:lnTo>
                      <a:pt x="194" y="527"/>
                    </a:lnTo>
                    <a:cubicBezTo>
                      <a:pt x="194" y="528"/>
                      <a:pt x="195" y="528"/>
                      <a:pt x="197" y="528"/>
                    </a:cubicBezTo>
                    <a:cubicBezTo>
                      <a:pt x="198" y="528"/>
                      <a:pt x="198" y="528"/>
                      <a:pt x="199" y="528"/>
                    </a:cubicBezTo>
                    <a:cubicBezTo>
                      <a:pt x="201" y="527"/>
                      <a:pt x="203" y="525"/>
                      <a:pt x="203" y="523"/>
                    </a:cubicBezTo>
                    <a:lnTo>
                      <a:pt x="352" y="45"/>
                    </a:lnTo>
                    <a:cubicBezTo>
                      <a:pt x="353" y="43"/>
                      <a:pt x="353" y="41"/>
                      <a:pt x="352" y="3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EFD0E80E-1E50-FD42-B450-CB74E4D15BCF}"/>
                  </a:ext>
                </a:extLst>
              </p:cNvPr>
              <p:cNvSpPr/>
              <p:nvPr/>
            </p:nvSpPr>
            <p:spPr>
              <a:xfrm>
                <a:off x="12695867" y="7862461"/>
                <a:ext cx="118350" cy="563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6" h="453">
                    <a:moveTo>
                      <a:pt x="0" y="0"/>
                    </a:moveTo>
                    <a:lnTo>
                      <a:pt x="96" y="453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9840F795-31D3-9642-B95A-D5F93C2A1C37}"/>
                  </a:ext>
                </a:extLst>
              </p:cNvPr>
              <p:cNvSpPr/>
              <p:nvPr/>
            </p:nvSpPr>
            <p:spPr>
              <a:xfrm>
                <a:off x="12688392" y="7853737"/>
                <a:ext cx="134546" cy="5807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" h="467">
                    <a:moveTo>
                      <a:pt x="102" y="467"/>
                    </a:moveTo>
                    <a:cubicBezTo>
                      <a:pt x="99" y="467"/>
                      <a:pt x="96" y="464"/>
                      <a:pt x="95" y="462"/>
                    </a:cubicBezTo>
                    <a:lnTo>
                      <a:pt x="0" y="9"/>
                    </a:lnTo>
                    <a:cubicBezTo>
                      <a:pt x="-1" y="5"/>
                      <a:pt x="1" y="2"/>
                      <a:pt x="5" y="0"/>
                    </a:cubicBezTo>
                    <a:cubicBezTo>
                      <a:pt x="8" y="0"/>
                      <a:pt x="12" y="2"/>
                      <a:pt x="13" y="6"/>
                    </a:cubicBezTo>
                    <a:lnTo>
                      <a:pt x="109" y="458"/>
                    </a:lnTo>
                    <a:cubicBezTo>
                      <a:pt x="109" y="462"/>
                      <a:pt x="107" y="466"/>
                      <a:pt x="103" y="466"/>
                    </a:cubicBezTo>
                    <a:cubicBezTo>
                      <a:pt x="103" y="466"/>
                      <a:pt x="103" y="467"/>
                      <a:pt x="102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71E73F0E-5DF3-4341-A7EB-62F275CC0DB8}"/>
                  </a:ext>
                </a:extLst>
              </p:cNvPr>
              <p:cNvSpPr/>
              <p:nvPr/>
            </p:nvSpPr>
            <p:spPr>
              <a:xfrm>
                <a:off x="11785193" y="8722359"/>
                <a:ext cx="61044" cy="2816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" h="227">
                    <a:moveTo>
                      <a:pt x="7" y="227"/>
                    </a:moveTo>
                    <a:cubicBezTo>
                      <a:pt x="6" y="227"/>
                      <a:pt x="6" y="227"/>
                      <a:pt x="6" y="227"/>
                    </a:cubicBezTo>
                    <a:cubicBezTo>
                      <a:pt x="2" y="226"/>
                      <a:pt x="0" y="223"/>
                      <a:pt x="0" y="219"/>
                    </a:cubicBezTo>
                    <a:lnTo>
                      <a:pt x="38" y="6"/>
                    </a:lnTo>
                    <a:cubicBezTo>
                      <a:pt x="38" y="2"/>
                      <a:pt x="41" y="-1"/>
                      <a:pt x="45" y="0"/>
                    </a:cubicBezTo>
                    <a:cubicBezTo>
                      <a:pt x="49" y="1"/>
                      <a:pt x="51" y="4"/>
                      <a:pt x="50" y="8"/>
                    </a:cubicBezTo>
                    <a:lnTo>
                      <a:pt x="14" y="221"/>
                    </a:lnTo>
                    <a:cubicBezTo>
                      <a:pt x="13" y="225"/>
                      <a:pt x="10" y="227"/>
                      <a:pt x="7" y="2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D18B71F9-F2DF-694A-898F-A2460F44157E}"/>
                  </a:ext>
                </a:extLst>
              </p:cNvPr>
              <p:cNvSpPr/>
              <p:nvPr/>
            </p:nvSpPr>
            <p:spPr>
              <a:xfrm>
                <a:off x="12841625" y="8165295"/>
                <a:ext cx="85960" cy="859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" h="70">
                    <a:moveTo>
                      <a:pt x="35" y="0"/>
                    </a:moveTo>
                    <a:cubicBezTo>
                      <a:pt x="16" y="0"/>
                      <a:pt x="0" y="15"/>
                      <a:pt x="0" y="35"/>
                    </a:cubicBezTo>
                    <a:cubicBezTo>
                      <a:pt x="0" y="54"/>
                      <a:pt x="16" y="70"/>
                      <a:pt x="35" y="70"/>
                    </a:cubicBezTo>
                    <a:cubicBezTo>
                      <a:pt x="54" y="70"/>
                      <a:pt x="70" y="54"/>
                      <a:pt x="70" y="35"/>
                    </a:cubicBezTo>
                    <a:cubicBezTo>
                      <a:pt x="70" y="15"/>
                      <a:pt x="54" y="0"/>
                      <a:pt x="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655950A2-F68E-F343-A676-97B4434A70CF}"/>
                  </a:ext>
                </a:extLst>
              </p:cNvPr>
              <p:cNvSpPr/>
              <p:nvPr/>
            </p:nvSpPr>
            <p:spPr>
              <a:xfrm>
                <a:off x="12842870" y="10292608"/>
                <a:ext cx="282795" cy="2841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8" h="229">
                    <a:moveTo>
                      <a:pt x="228" y="115"/>
                    </a:moveTo>
                    <a:cubicBezTo>
                      <a:pt x="228" y="178"/>
                      <a:pt x="177" y="229"/>
                      <a:pt x="113" y="229"/>
                    </a:cubicBezTo>
                    <a:cubicBezTo>
                      <a:pt x="51" y="229"/>
                      <a:pt x="0" y="178"/>
                      <a:pt x="0" y="115"/>
                    </a:cubicBezTo>
                    <a:cubicBezTo>
                      <a:pt x="0" y="52"/>
                      <a:pt x="51" y="0"/>
                      <a:pt x="113" y="0"/>
                    </a:cubicBezTo>
                    <a:cubicBezTo>
                      <a:pt x="177" y="0"/>
                      <a:pt x="228" y="52"/>
                      <a:pt x="228" y="11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0484E441-149F-2B4A-A6AC-961BC3560240}"/>
                  </a:ext>
                </a:extLst>
              </p:cNvPr>
              <p:cNvSpPr/>
              <p:nvPr/>
            </p:nvSpPr>
            <p:spPr>
              <a:xfrm>
                <a:off x="12834150" y="10285131"/>
                <a:ext cx="300236" cy="299095"/>
              </a:xfrm>
              <a:custGeom>
                <a:avLst/>
                <a:gdLst>
                  <a:gd name="connsiteX0" fmla="*/ 150118 w 300236"/>
                  <a:gd name="connsiteY0" fmla="*/ 16201 h 299095"/>
                  <a:gd name="connsiteX1" fmla="*/ 17441 w 300236"/>
                  <a:gd name="connsiteY1" fmla="*/ 150168 h 299095"/>
                  <a:gd name="connsiteX2" fmla="*/ 150118 w 300236"/>
                  <a:gd name="connsiteY2" fmla="*/ 282894 h 299095"/>
                  <a:gd name="connsiteX3" fmla="*/ 282795 w 300236"/>
                  <a:gd name="connsiteY3" fmla="*/ 150168 h 299095"/>
                  <a:gd name="connsiteX4" fmla="*/ 150118 w 300236"/>
                  <a:gd name="connsiteY4" fmla="*/ 16201 h 299095"/>
                  <a:gd name="connsiteX5" fmla="*/ 150118 w 300236"/>
                  <a:gd name="connsiteY5" fmla="*/ 0 h 299095"/>
                  <a:gd name="connsiteX6" fmla="*/ 300236 w 300236"/>
                  <a:gd name="connsiteY6" fmla="*/ 150168 h 299095"/>
                  <a:gd name="connsiteX7" fmla="*/ 150118 w 300236"/>
                  <a:gd name="connsiteY7" fmla="*/ 299095 h 299095"/>
                  <a:gd name="connsiteX8" fmla="*/ 0 w 300236"/>
                  <a:gd name="connsiteY8" fmla="*/ 150168 h 299095"/>
                  <a:gd name="connsiteX9" fmla="*/ 150118 w 300236"/>
                  <a:gd name="connsiteY9" fmla="*/ 0 h 299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0236" h="299095">
                    <a:moveTo>
                      <a:pt x="150118" y="16201"/>
                    </a:moveTo>
                    <a:cubicBezTo>
                      <a:pt x="76960" y="16201"/>
                      <a:pt x="17441" y="76982"/>
                      <a:pt x="17441" y="150168"/>
                    </a:cubicBezTo>
                    <a:cubicBezTo>
                      <a:pt x="17441" y="222113"/>
                      <a:pt x="76960" y="282894"/>
                      <a:pt x="150118" y="282894"/>
                    </a:cubicBezTo>
                    <a:cubicBezTo>
                      <a:pt x="223276" y="282894"/>
                      <a:pt x="282795" y="222113"/>
                      <a:pt x="282795" y="150168"/>
                    </a:cubicBezTo>
                    <a:cubicBezTo>
                      <a:pt x="282795" y="76982"/>
                      <a:pt x="223276" y="16201"/>
                      <a:pt x="150118" y="16201"/>
                    </a:cubicBezTo>
                    <a:close/>
                    <a:moveTo>
                      <a:pt x="150118" y="0"/>
                    </a:moveTo>
                    <a:cubicBezTo>
                      <a:pt x="232001" y="0"/>
                      <a:pt x="300236" y="67017"/>
                      <a:pt x="300236" y="150168"/>
                    </a:cubicBezTo>
                    <a:cubicBezTo>
                      <a:pt x="300236" y="232078"/>
                      <a:pt x="232001" y="299095"/>
                      <a:pt x="150118" y="299095"/>
                    </a:cubicBezTo>
                    <a:cubicBezTo>
                      <a:pt x="68235" y="299095"/>
                      <a:pt x="0" y="232078"/>
                      <a:pt x="0" y="150168"/>
                    </a:cubicBezTo>
                    <a:cubicBezTo>
                      <a:pt x="0" y="67017"/>
                      <a:pt x="68235" y="0"/>
                      <a:pt x="1501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2A5C54FA-1A67-4A4F-A09C-4C6645072F3A}"/>
                  </a:ext>
                </a:extLst>
              </p:cNvPr>
              <p:cNvSpPr/>
              <p:nvPr/>
            </p:nvSpPr>
            <p:spPr>
              <a:xfrm>
                <a:off x="11830042" y="10672708"/>
                <a:ext cx="2309698" cy="10044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55" h="807">
                    <a:moveTo>
                      <a:pt x="1797" y="690"/>
                    </a:moveTo>
                    <a:lnTo>
                      <a:pt x="1109" y="690"/>
                    </a:lnTo>
                    <a:lnTo>
                      <a:pt x="1391" y="0"/>
                    </a:lnTo>
                    <a:lnTo>
                      <a:pt x="298" y="0"/>
                    </a:lnTo>
                    <a:lnTo>
                      <a:pt x="5" y="719"/>
                    </a:lnTo>
                    <a:cubicBezTo>
                      <a:pt x="-12" y="761"/>
                      <a:pt x="19" y="807"/>
                      <a:pt x="64" y="807"/>
                    </a:cubicBezTo>
                    <a:lnTo>
                      <a:pt x="240" y="807"/>
                    </a:lnTo>
                    <a:lnTo>
                      <a:pt x="1062" y="807"/>
                    </a:lnTo>
                    <a:lnTo>
                      <a:pt x="1797" y="807"/>
                    </a:lnTo>
                    <a:cubicBezTo>
                      <a:pt x="1829" y="807"/>
                      <a:pt x="1855" y="780"/>
                      <a:pt x="1855" y="748"/>
                    </a:cubicBezTo>
                    <a:cubicBezTo>
                      <a:pt x="1855" y="716"/>
                      <a:pt x="1829" y="690"/>
                      <a:pt x="1797" y="69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CF1E2E37-5837-B343-89F3-FABBD2026E0E}"/>
                  </a:ext>
                </a:extLst>
              </p:cNvPr>
              <p:cNvSpPr/>
              <p:nvPr/>
            </p:nvSpPr>
            <p:spPr>
              <a:xfrm>
                <a:off x="11820753" y="10663984"/>
                <a:ext cx="2326460" cy="1020662"/>
              </a:xfrm>
              <a:custGeom>
                <a:avLst/>
                <a:gdLst>
                  <a:gd name="connsiteX0" fmla="*/ 386562 w 2326460"/>
                  <a:gd name="connsiteY0" fmla="*/ 17448 h 1020662"/>
                  <a:gd name="connsiteX1" fmla="*/ 24234 w 2326460"/>
                  <a:gd name="connsiteY1" fmla="*/ 907377 h 1020662"/>
                  <a:gd name="connsiteX2" fmla="*/ 30459 w 2326460"/>
                  <a:gd name="connsiteY2" fmla="*/ 973343 h 1020662"/>
                  <a:gd name="connsiteX3" fmla="*/ 88980 w 2326460"/>
                  <a:gd name="connsiteY3" fmla="*/ 1003215 h 1020662"/>
                  <a:gd name="connsiteX4" fmla="*/ 2246765 w 2326460"/>
                  <a:gd name="connsiteY4" fmla="*/ 1003215 h 1020662"/>
                  <a:gd name="connsiteX5" fmla="*/ 2311511 w 2326460"/>
                  <a:gd name="connsiteY5" fmla="*/ 939738 h 1020662"/>
                  <a:gd name="connsiteX6" fmla="*/ 2246765 w 2326460"/>
                  <a:gd name="connsiteY6" fmla="*/ 876260 h 1020662"/>
                  <a:gd name="connsiteX7" fmla="*/ 1390125 w 2326460"/>
                  <a:gd name="connsiteY7" fmla="*/ 876260 h 1020662"/>
                  <a:gd name="connsiteX8" fmla="*/ 1382655 w 2326460"/>
                  <a:gd name="connsiteY8" fmla="*/ 872526 h 1020662"/>
                  <a:gd name="connsiteX9" fmla="*/ 1382655 w 2326460"/>
                  <a:gd name="connsiteY9" fmla="*/ 865058 h 1020662"/>
                  <a:gd name="connsiteX10" fmla="*/ 1727552 w 2326460"/>
                  <a:gd name="connsiteY10" fmla="*/ 17448 h 1020662"/>
                  <a:gd name="connsiteX11" fmla="*/ 379085 w 2326460"/>
                  <a:gd name="connsiteY11" fmla="*/ 0 h 1020662"/>
                  <a:gd name="connsiteX12" fmla="*/ 1740006 w 2326460"/>
                  <a:gd name="connsiteY12" fmla="*/ 0 h 1020662"/>
                  <a:gd name="connsiteX13" fmla="*/ 1746232 w 2326460"/>
                  <a:gd name="connsiteY13" fmla="*/ 3734 h 1020662"/>
                  <a:gd name="connsiteX14" fmla="*/ 1747477 w 2326460"/>
                  <a:gd name="connsiteY14" fmla="*/ 11202 h 1020662"/>
                  <a:gd name="connsiteX15" fmla="*/ 1401332 w 2326460"/>
                  <a:gd name="connsiteY15" fmla="*/ 860094 h 1020662"/>
                  <a:gd name="connsiteX16" fmla="*/ 2245527 w 2326460"/>
                  <a:gd name="connsiteY16" fmla="*/ 860094 h 1020662"/>
                  <a:gd name="connsiteX17" fmla="*/ 2326460 w 2326460"/>
                  <a:gd name="connsiteY17" fmla="*/ 939756 h 1020662"/>
                  <a:gd name="connsiteX18" fmla="*/ 2245527 w 2326460"/>
                  <a:gd name="connsiteY18" fmla="*/ 1020662 h 1020662"/>
                  <a:gd name="connsiteX19" fmla="*/ 87726 w 2326460"/>
                  <a:gd name="connsiteY19" fmla="*/ 1020662 h 1020662"/>
                  <a:gd name="connsiteX20" fmla="*/ 15508 w 2326460"/>
                  <a:gd name="connsiteY20" fmla="*/ 982076 h 1020662"/>
                  <a:gd name="connsiteX21" fmla="*/ 6793 w 2326460"/>
                  <a:gd name="connsiteY21" fmla="*/ 901170 h 1020662"/>
                  <a:gd name="connsiteX22" fmla="*/ 371614 w 2326460"/>
                  <a:gd name="connsiteY22" fmla="*/ 6224 h 1020662"/>
                  <a:gd name="connsiteX23" fmla="*/ 379085 w 2326460"/>
                  <a:gd name="connsiteY23" fmla="*/ 0 h 1020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326460" h="1020662">
                    <a:moveTo>
                      <a:pt x="386562" y="17448"/>
                    </a:moveTo>
                    <a:lnTo>
                      <a:pt x="24234" y="907377"/>
                    </a:lnTo>
                    <a:cubicBezTo>
                      <a:pt x="14273" y="928536"/>
                      <a:pt x="16763" y="953429"/>
                      <a:pt x="30459" y="973343"/>
                    </a:cubicBezTo>
                    <a:cubicBezTo>
                      <a:pt x="42910" y="993258"/>
                      <a:pt x="64077" y="1003215"/>
                      <a:pt x="88980" y="1003215"/>
                    </a:cubicBezTo>
                    <a:lnTo>
                      <a:pt x="2246765" y="1003215"/>
                    </a:lnTo>
                    <a:cubicBezTo>
                      <a:pt x="2281628" y="1003215"/>
                      <a:pt x="2311511" y="974588"/>
                      <a:pt x="2311511" y="939738"/>
                    </a:cubicBezTo>
                    <a:cubicBezTo>
                      <a:pt x="2311511" y="904887"/>
                      <a:pt x="2281628" y="876260"/>
                      <a:pt x="2246765" y="876260"/>
                    </a:cubicBezTo>
                    <a:lnTo>
                      <a:pt x="1390125" y="876260"/>
                    </a:lnTo>
                    <a:cubicBezTo>
                      <a:pt x="1387635" y="876260"/>
                      <a:pt x="1383900" y="875016"/>
                      <a:pt x="1382655" y="872526"/>
                    </a:cubicBezTo>
                    <a:cubicBezTo>
                      <a:pt x="1381410" y="870037"/>
                      <a:pt x="1381410" y="867548"/>
                      <a:pt x="1382655" y="865058"/>
                    </a:cubicBezTo>
                    <a:lnTo>
                      <a:pt x="1727552" y="17448"/>
                    </a:lnTo>
                    <a:close/>
                    <a:moveTo>
                      <a:pt x="379085" y="0"/>
                    </a:moveTo>
                    <a:lnTo>
                      <a:pt x="1740006" y="0"/>
                    </a:lnTo>
                    <a:cubicBezTo>
                      <a:pt x="1742496" y="0"/>
                      <a:pt x="1744987" y="1245"/>
                      <a:pt x="1746232" y="3734"/>
                    </a:cubicBezTo>
                    <a:cubicBezTo>
                      <a:pt x="1747477" y="6224"/>
                      <a:pt x="1747477" y="8713"/>
                      <a:pt x="1747477" y="11202"/>
                    </a:cubicBezTo>
                    <a:lnTo>
                      <a:pt x="1401332" y="860094"/>
                    </a:lnTo>
                    <a:lnTo>
                      <a:pt x="2245527" y="860094"/>
                    </a:lnTo>
                    <a:cubicBezTo>
                      <a:pt x="2290352" y="860094"/>
                      <a:pt x="2326460" y="894946"/>
                      <a:pt x="2326460" y="939756"/>
                    </a:cubicBezTo>
                    <a:cubicBezTo>
                      <a:pt x="2326460" y="984565"/>
                      <a:pt x="2290352" y="1020662"/>
                      <a:pt x="2245527" y="1020662"/>
                    </a:cubicBezTo>
                    <a:lnTo>
                      <a:pt x="87726" y="1020662"/>
                    </a:lnTo>
                    <a:cubicBezTo>
                      <a:pt x="57843" y="1020662"/>
                      <a:pt x="31695" y="1006970"/>
                      <a:pt x="15508" y="982076"/>
                    </a:cubicBezTo>
                    <a:cubicBezTo>
                      <a:pt x="-1923" y="958426"/>
                      <a:pt x="-4413" y="927309"/>
                      <a:pt x="6793" y="901170"/>
                    </a:cubicBezTo>
                    <a:lnTo>
                      <a:pt x="371614" y="6224"/>
                    </a:lnTo>
                    <a:cubicBezTo>
                      <a:pt x="374104" y="2489"/>
                      <a:pt x="376595" y="0"/>
                      <a:pt x="3790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148C8F36-A8CB-9348-914A-D48A935A67F6}"/>
                  </a:ext>
                </a:extLst>
              </p:cNvPr>
              <p:cNvSpPr/>
              <p:nvPr/>
            </p:nvSpPr>
            <p:spPr>
              <a:xfrm>
                <a:off x="12096638" y="11525129"/>
                <a:ext cx="1122458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2" h="13">
                    <a:moveTo>
                      <a:pt x="895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895" y="0"/>
                    </a:lnTo>
                    <a:cubicBezTo>
                      <a:pt x="899" y="0"/>
                      <a:pt x="902" y="3"/>
                      <a:pt x="902" y="6"/>
                    </a:cubicBezTo>
                    <a:cubicBezTo>
                      <a:pt x="902" y="10"/>
                      <a:pt x="899" y="13"/>
                      <a:pt x="895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76CBDC3C-0066-8D4B-B264-899293078A77}"/>
                  </a:ext>
                </a:extLst>
              </p:cNvPr>
              <p:cNvSpPr/>
              <p:nvPr/>
            </p:nvSpPr>
            <p:spPr>
              <a:xfrm>
                <a:off x="12152702" y="10663984"/>
                <a:ext cx="1416465" cy="1221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38" h="99">
                    <a:moveTo>
                      <a:pt x="1137" y="3"/>
                    </a:moveTo>
                    <a:cubicBezTo>
                      <a:pt x="1136" y="1"/>
                      <a:pt x="1134" y="0"/>
                      <a:pt x="1132" y="0"/>
                    </a:cubicBezTo>
                    <a:lnTo>
                      <a:pt x="39" y="0"/>
                    </a:lnTo>
                    <a:cubicBezTo>
                      <a:pt x="37" y="0"/>
                      <a:pt x="35" y="2"/>
                      <a:pt x="33" y="5"/>
                    </a:cubicBezTo>
                    <a:lnTo>
                      <a:pt x="0" y="85"/>
                    </a:lnTo>
                    <a:cubicBezTo>
                      <a:pt x="0" y="88"/>
                      <a:pt x="0" y="90"/>
                      <a:pt x="1" y="92"/>
                    </a:cubicBezTo>
                    <a:cubicBezTo>
                      <a:pt x="2" y="94"/>
                      <a:pt x="4" y="95"/>
                      <a:pt x="6" y="95"/>
                    </a:cubicBezTo>
                    <a:lnTo>
                      <a:pt x="1097" y="99"/>
                    </a:lnTo>
                    <a:cubicBezTo>
                      <a:pt x="1100" y="99"/>
                      <a:pt x="1102" y="97"/>
                      <a:pt x="1103" y="95"/>
                    </a:cubicBezTo>
                    <a:lnTo>
                      <a:pt x="1138" y="9"/>
                    </a:lnTo>
                    <a:cubicBezTo>
                      <a:pt x="1138" y="7"/>
                      <a:pt x="1138" y="5"/>
                      <a:pt x="1137" y="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A4AAF6A-F520-CB4E-B3F3-EDF65A7DD48D}"/>
                </a:ext>
              </a:extLst>
            </p:cNvPr>
            <p:cNvGrpSpPr/>
            <p:nvPr/>
          </p:nvGrpSpPr>
          <p:grpSpPr>
            <a:xfrm>
              <a:off x="9902802" y="4579893"/>
              <a:ext cx="1259495" cy="1460577"/>
              <a:chOff x="9902802" y="4579893"/>
              <a:chExt cx="1259495" cy="1460577"/>
            </a:xfrm>
          </p:grpSpPr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256FDCFC-32CA-D245-9663-322A66C5E8F2}"/>
                  </a:ext>
                </a:extLst>
              </p:cNvPr>
              <p:cNvSpPr/>
              <p:nvPr/>
            </p:nvSpPr>
            <p:spPr>
              <a:xfrm>
                <a:off x="10184351" y="4898927"/>
                <a:ext cx="695152" cy="8947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9" h="719">
                    <a:moveTo>
                      <a:pt x="522" y="394"/>
                    </a:moveTo>
                    <a:cubicBezTo>
                      <a:pt x="546" y="355"/>
                      <a:pt x="559" y="310"/>
                      <a:pt x="559" y="262"/>
                    </a:cubicBezTo>
                    <a:cubicBezTo>
                      <a:pt x="559" y="117"/>
                      <a:pt x="435" y="0"/>
                      <a:pt x="280" y="0"/>
                    </a:cubicBezTo>
                    <a:cubicBezTo>
                      <a:pt x="125" y="0"/>
                      <a:pt x="0" y="117"/>
                      <a:pt x="0" y="262"/>
                    </a:cubicBezTo>
                    <a:cubicBezTo>
                      <a:pt x="0" y="310"/>
                      <a:pt x="14" y="355"/>
                      <a:pt x="38" y="394"/>
                    </a:cubicBezTo>
                    <a:cubicBezTo>
                      <a:pt x="42" y="400"/>
                      <a:pt x="141" y="569"/>
                      <a:pt x="148" y="719"/>
                    </a:cubicBezTo>
                    <a:lnTo>
                      <a:pt x="280" y="719"/>
                    </a:lnTo>
                    <a:lnTo>
                      <a:pt x="412" y="719"/>
                    </a:lnTo>
                    <a:cubicBezTo>
                      <a:pt x="419" y="569"/>
                      <a:pt x="519" y="400"/>
                      <a:pt x="522" y="39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1B064E0E-BA44-4542-9CF6-324B400CBCE8}"/>
                  </a:ext>
                </a:extLst>
              </p:cNvPr>
              <p:cNvSpPr/>
              <p:nvPr/>
            </p:nvSpPr>
            <p:spPr>
              <a:xfrm>
                <a:off x="10175630" y="4888958"/>
                <a:ext cx="712593" cy="913486"/>
              </a:xfrm>
              <a:custGeom>
                <a:avLst/>
                <a:gdLst>
                  <a:gd name="connsiteX0" fmla="*/ 356919 w 712593"/>
                  <a:gd name="connsiteY0" fmla="*/ 17447 h 913486"/>
                  <a:gd name="connsiteX1" fmla="*/ 17441 w 712593"/>
                  <a:gd name="connsiteY1" fmla="*/ 336031 h 913486"/>
                  <a:gd name="connsiteX2" fmla="*/ 62207 w 712593"/>
                  <a:gd name="connsiteY2" fmla="*/ 495322 h 913486"/>
                  <a:gd name="connsiteX3" fmla="*/ 63451 w 712593"/>
                  <a:gd name="connsiteY3" fmla="*/ 496567 h 913486"/>
                  <a:gd name="connsiteX4" fmla="*/ 200237 w 712593"/>
                  <a:gd name="connsiteY4" fmla="*/ 897285 h 913486"/>
                  <a:gd name="connsiteX5" fmla="*/ 513601 w 712593"/>
                  <a:gd name="connsiteY5" fmla="*/ 897285 h 913486"/>
                  <a:gd name="connsiteX6" fmla="*/ 650387 w 712593"/>
                  <a:gd name="connsiteY6" fmla="*/ 496567 h 913486"/>
                  <a:gd name="connsiteX7" fmla="*/ 650387 w 712593"/>
                  <a:gd name="connsiteY7" fmla="*/ 495322 h 913486"/>
                  <a:gd name="connsiteX8" fmla="*/ 696397 w 712593"/>
                  <a:gd name="connsiteY8" fmla="*/ 336031 h 913486"/>
                  <a:gd name="connsiteX9" fmla="*/ 356919 w 712593"/>
                  <a:gd name="connsiteY9" fmla="*/ 17447 h 913486"/>
                  <a:gd name="connsiteX10" fmla="*/ 356918 w 712593"/>
                  <a:gd name="connsiteY10" fmla="*/ 0 h 913486"/>
                  <a:gd name="connsiteX11" fmla="*/ 712593 w 712593"/>
                  <a:gd name="connsiteY11" fmla="*/ 336024 h 913486"/>
                  <a:gd name="connsiteX12" fmla="*/ 665336 w 712593"/>
                  <a:gd name="connsiteY12" fmla="*/ 504035 h 913486"/>
                  <a:gd name="connsiteX13" fmla="*/ 665336 w 712593"/>
                  <a:gd name="connsiteY13" fmla="*/ 505280 h 913486"/>
                  <a:gd name="connsiteX14" fmla="*/ 529781 w 712593"/>
                  <a:gd name="connsiteY14" fmla="*/ 906019 h 913486"/>
                  <a:gd name="connsiteX15" fmla="*/ 521076 w 712593"/>
                  <a:gd name="connsiteY15" fmla="*/ 913486 h 913486"/>
                  <a:gd name="connsiteX16" fmla="*/ 192761 w 712593"/>
                  <a:gd name="connsiteY16" fmla="*/ 913486 h 913486"/>
                  <a:gd name="connsiteX17" fmla="*/ 184055 w 712593"/>
                  <a:gd name="connsiteY17" fmla="*/ 906019 h 913486"/>
                  <a:gd name="connsiteX18" fmla="*/ 48501 w 712593"/>
                  <a:gd name="connsiteY18" fmla="*/ 505280 h 913486"/>
                  <a:gd name="connsiteX19" fmla="*/ 0 w 712593"/>
                  <a:gd name="connsiteY19" fmla="*/ 336024 h 913486"/>
                  <a:gd name="connsiteX20" fmla="*/ 356918 w 712593"/>
                  <a:gd name="connsiteY20" fmla="*/ 0 h 9134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12593" h="913486">
                    <a:moveTo>
                      <a:pt x="356919" y="17447"/>
                    </a:moveTo>
                    <a:cubicBezTo>
                      <a:pt x="169149" y="17447"/>
                      <a:pt x="17441" y="160561"/>
                      <a:pt x="17441" y="336031"/>
                    </a:cubicBezTo>
                    <a:cubicBezTo>
                      <a:pt x="17441" y="392032"/>
                      <a:pt x="32363" y="446788"/>
                      <a:pt x="62207" y="495322"/>
                    </a:cubicBezTo>
                    <a:cubicBezTo>
                      <a:pt x="63451" y="495322"/>
                      <a:pt x="63451" y="495322"/>
                      <a:pt x="63451" y="496567"/>
                    </a:cubicBezTo>
                    <a:cubicBezTo>
                      <a:pt x="63451" y="497811"/>
                      <a:pt x="187802" y="705637"/>
                      <a:pt x="200237" y="897285"/>
                    </a:cubicBezTo>
                    <a:lnTo>
                      <a:pt x="513601" y="897285"/>
                    </a:lnTo>
                    <a:cubicBezTo>
                      <a:pt x="526036" y="705637"/>
                      <a:pt x="649144" y="497811"/>
                      <a:pt x="650387" y="496567"/>
                    </a:cubicBezTo>
                    <a:cubicBezTo>
                      <a:pt x="650387" y="495322"/>
                      <a:pt x="650387" y="495322"/>
                      <a:pt x="650387" y="495322"/>
                    </a:cubicBezTo>
                    <a:cubicBezTo>
                      <a:pt x="681475" y="446788"/>
                      <a:pt x="696397" y="392032"/>
                      <a:pt x="696397" y="336031"/>
                    </a:cubicBezTo>
                    <a:cubicBezTo>
                      <a:pt x="696397" y="160561"/>
                      <a:pt x="543445" y="17447"/>
                      <a:pt x="356919" y="17447"/>
                    </a:cubicBezTo>
                    <a:close/>
                    <a:moveTo>
                      <a:pt x="356918" y="0"/>
                    </a:moveTo>
                    <a:cubicBezTo>
                      <a:pt x="553410" y="0"/>
                      <a:pt x="712593" y="150589"/>
                      <a:pt x="712593" y="336024"/>
                    </a:cubicBezTo>
                    <a:cubicBezTo>
                      <a:pt x="712593" y="395761"/>
                      <a:pt x="696426" y="453010"/>
                      <a:pt x="665336" y="504035"/>
                    </a:cubicBezTo>
                    <a:lnTo>
                      <a:pt x="665336" y="505280"/>
                    </a:lnTo>
                    <a:cubicBezTo>
                      <a:pt x="662848" y="506524"/>
                      <a:pt x="538486" y="719339"/>
                      <a:pt x="529781" y="906019"/>
                    </a:cubicBezTo>
                    <a:cubicBezTo>
                      <a:pt x="529781" y="910997"/>
                      <a:pt x="526050" y="913486"/>
                      <a:pt x="521076" y="913486"/>
                    </a:cubicBezTo>
                    <a:lnTo>
                      <a:pt x="192761" y="913486"/>
                    </a:lnTo>
                    <a:cubicBezTo>
                      <a:pt x="187786" y="913486"/>
                      <a:pt x="184055" y="910997"/>
                      <a:pt x="184055" y="906019"/>
                    </a:cubicBezTo>
                    <a:cubicBezTo>
                      <a:pt x="175350" y="719339"/>
                      <a:pt x="49745" y="506524"/>
                      <a:pt x="48501" y="505280"/>
                    </a:cubicBezTo>
                    <a:cubicBezTo>
                      <a:pt x="17411" y="454254"/>
                      <a:pt x="0" y="395761"/>
                      <a:pt x="0" y="336024"/>
                    </a:cubicBezTo>
                    <a:cubicBezTo>
                      <a:pt x="0" y="150589"/>
                      <a:pt x="160427" y="0"/>
                      <a:pt x="3569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5155CE4A-BE8A-C84B-A203-7D0C32D435CE}"/>
                  </a:ext>
                </a:extLst>
              </p:cNvPr>
              <p:cNvSpPr/>
              <p:nvPr/>
            </p:nvSpPr>
            <p:spPr>
              <a:xfrm>
                <a:off x="10345058" y="5794966"/>
                <a:ext cx="374983" cy="785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2" h="64">
                    <a:moveTo>
                      <a:pt x="270" y="0"/>
                    </a:moveTo>
                    <a:lnTo>
                      <a:pt x="151" y="0"/>
                    </a:lnTo>
                    <a:lnTo>
                      <a:pt x="32" y="0"/>
                    </a:lnTo>
                    <a:cubicBezTo>
                      <a:pt x="23" y="0"/>
                      <a:pt x="15" y="4"/>
                      <a:pt x="9" y="9"/>
                    </a:cubicBezTo>
                    <a:cubicBezTo>
                      <a:pt x="3" y="16"/>
                      <a:pt x="0" y="24"/>
                      <a:pt x="0" y="32"/>
                    </a:cubicBezTo>
                    <a:cubicBezTo>
                      <a:pt x="0" y="41"/>
                      <a:pt x="3" y="49"/>
                      <a:pt x="9" y="55"/>
                    </a:cubicBezTo>
                    <a:cubicBezTo>
                      <a:pt x="15" y="60"/>
                      <a:pt x="23" y="64"/>
                      <a:pt x="32" y="64"/>
                    </a:cubicBezTo>
                    <a:lnTo>
                      <a:pt x="151" y="64"/>
                    </a:lnTo>
                    <a:lnTo>
                      <a:pt x="270" y="64"/>
                    </a:lnTo>
                    <a:cubicBezTo>
                      <a:pt x="279" y="64"/>
                      <a:pt x="287" y="60"/>
                      <a:pt x="293" y="55"/>
                    </a:cubicBezTo>
                    <a:cubicBezTo>
                      <a:pt x="298" y="49"/>
                      <a:pt x="302" y="41"/>
                      <a:pt x="302" y="32"/>
                    </a:cubicBezTo>
                    <a:cubicBezTo>
                      <a:pt x="302" y="24"/>
                      <a:pt x="298" y="16"/>
                      <a:pt x="293" y="9"/>
                    </a:cubicBezTo>
                    <a:cubicBezTo>
                      <a:pt x="287" y="4"/>
                      <a:pt x="279" y="0"/>
                      <a:pt x="27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47A60F0C-CDE1-374A-9AFD-33433D61B9A5}"/>
                  </a:ext>
                </a:extLst>
              </p:cNvPr>
              <p:cNvSpPr/>
              <p:nvPr/>
            </p:nvSpPr>
            <p:spPr>
              <a:xfrm>
                <a:off x="10336334" y="5787489"/>
                <a:ext cx="392424" cy="94713"/>
              </a:xfrm>
              <a:custGeom>
                <a:avLst/>
                <a:gdLst>
                  <a:gd name="connsiteX0" fmla="*/ 48481 w 392424"/>
                  <a:gd name="connsiteY0" fmla="*/ 16201 h 94713"/>
                  <a:gd name="connsiteX1" fmla="*/ 26134 w 392424"/>
                  <a:gd name="connsiteY1" fmla="*/ 24750 h 94713"/>
                  <a:gd name="connsiteX2" fmla="*/ 17444 w 392424"/>
                  <a:gd name="connsiteY2" fmla="*/ 46734 h 94713"/>
                  <a:gd name="connsiteX3" fmla="*/ 26134 w 392424"/>
                  <a:gd name="connsiteY3" fmla="*/ 68717 h 94713"/>
                  <a:gd name="connsiteX4" fmla="*/ 48481 w 392424"/>
                  <a:gd name="connsiteY4" fmla="*/ 77266 h 94713"/>
                  <a:gd name="connsiteX5" fmla="*/ 343949 w 392424"/>
                  <a:gd name="connsiteY5" fmla="*/ 77266 h 94713"/>
                  <a:gd name="connsiteX6" fmla="*/ 366296 w 392424"/>
                  <a:gd name="connsiteY6" fmla="*/ 68717 h 94713"/>
                  <a:gd name="connsiteX7" fmla="*/ 374986 w 392424"/>
                  <a:gd name="connsiteY7" fmla="*/ 46734 h 94713"/>
                  <a:gd name="connsiteX8" fmla="*/ 366296 w 392424"/>
                  <a:gd name="connsiteY8" fmla="*/ 24750 h 94713"/>
                  <a:gd name="connsiteX9" fmla="*/ 343949 w 392424"/>
                  <a:gd name="connsiteY9" fmla="*/ 16201 h 94713"/>
                  <a:gd name="connsiteX10" fmla="*/ 48432 w 392424"/>
                  <a:gd name="connsiteY10" fmla="*/ 0 h 94713"/>
                  <a:gd name="connsiteX11" fmla="*/ 343992 w 392424"/>
                  <a:gd name="connsiteY11" fmla="*/ 0 h 94713"/>
                  <a:gd name="connsiteX12" fmla="*/ 378764 w 392424"/>
                  <a:gd name="connsiteY12" fmla="*/ 13531 h 94713"/>
                  <a:gd name="connsiteX13" fmla="*/ 392424 w 392424"/>
                  <a:gd name="connsiteY13" fmla="*/ 46742 h 94713"/>
                  <a:gd name="connsiteX14" fmla="*/ 378764 w 392424"/>
                  <a:gd name="connsiteY14" fmla="*/ 81183 h 94713"/>
                  <a:gd name="connsiteX15" fmla="*/ 343992 w 392424"/>
                  <a:gd name="connsiteY15" fmla="*/ 94713 h 94713"/>
                  <a:gd name="connsiteX16" fmla="*/ 48432 w 392424"/>
                  <a:gd name="connsiteY16" fmla="*/ 94713 h 94713"/>
                  <a:gd name="connsiteX17" fmla="*/ 13660 w 392424"/>
                  <a:gd name="connsiteY17" fmla="*/ 81183 h 94713"/>
                  <a:gd name="connsiteX18" fmla="*/ 0 w 392424"/>
                  <a:gd name="connsiteY18" fmla="*/ 46742 h 94713"/>
                  <a:gd name="connsiteX19" fmla="*/ 13660 w 392424"/>
                  <a:gd name="connsiteY19" fmla="*/ 13531 h 94713"/>
                  <a:gd name="connsiteX20" fmla="*/ 48432 w 392424"/>
                  <a:gd name="connsiteY20" fmla="*/ 0 h 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2424" h="94713">
                    <a:moveTo>
                      <a:pt x="48481" y="16201"/>
                    </a:moveTo>
                    <a:cubicBezTo>
                      <a:pt x="39790" y="16201"/>
                      <a:pt x="31100" y="19865"/>
                      <a:pt x="26134" y="24750"/>
                    </a:cubicBezTo>
                    <a:cubicBezTo>
                      <a:pt x="19927" y="30857"/>
                      <a:pt x="17444" y="38185"/>
                      <a:pt x="17444" y="46734"/>
                    </a:cubicBezTo>
                    <a:cubicBezTo>
                      <a:pt x="17444" y="55283"/>
                      <a:pt x="19927" y="62611"/>
                      <a:pt x="26134" y="68717"/>
                    </a:cubicBezTo>
                    <a:cubicBezTo>
                      <a:pt x="31100" y="74824"/>
                      <a:pt x="39790" y="77266"/>
                      <a:pt x="48481" y="77266"/>
                    </a:cubicBezTo>
                    <a:lnTo>
                      <a:pt x="343949" y="77266"/>
                    </a:lnTo>
                    <a:cubicBezTo>
                      <a:pt x="352640" y="77266"/>
                      <a:pt x="360088" y="74824"/>
                      <a:pt x="366296" y="68717"/>
                    </a:cubicBezTo>
                    <a:cubicBezTo>
                      <a:pt x="372503" y="62611"/>
                      <a:pt x="374986" y="55283"/>
                      <a:pt x="374986" y="46734"/>
                    </a:cubicBezTo>
                    <a:cubicBezTo>
                      <a:pt x="374986" y="38185"/>
                      <a:pt x="372503" y="30857"/>
                      <a:pt x="366296" y="24750"/>
                    </a:cubicBezTo>
                    <a:cubicBezTo>
                      <a:pt x="360088" y="19865"/>
                      <a:pt x="352640" y="16201"/>
                      <a:pt x="343949" y="16201"/>
                    </a:cubicBezTo>
                    <a:close/>
                    <a:moveTo>
                      <a:pt x="48432" y="0"/>
                    </a:moveTo>
                    <a:lnTo>
                      <a:pt x="343992" y="0"/>
                    </a:lnTo>
                    <a:cubicBezTo>
                      <a:pt x="357652" y="0"/>
                      <a:pt x="368829" y="4920"/>
                      <a:pt x="378764" y="13531"/>
                    </a:cubicBezTo>
                    <a:cubicBezTo>
                      <a:pt x="387457" y="23371"/>
                      <a:pt x="392424" y="34441"/>
                      <a:pt x="392424" y="46742"/>
                    </a:cubicBezTo>
                    <a:cubicBezTo>
                      <a:pt x="392424" y="59042"/>
                      <a:pt x="387457" y="71343"/>
                      <a:pt x="378764" y="81183"/>
                    </a:cubicBezTo>
                    <a:cubicBezTo>
                      <a:pt x="368829" y="89793"/>
                      <a:pt x="357652" y="94713"/>
                      <a:pt x="343992" y="94713"/>
                    </a:cubicBezTo>
                    <a:lnTo>
                      <a:pt x="48432" y="94713"/>
                    </a:lnTo>
                    <a:cubicBezTo>
                      <a:pt x="34772" y="94713"/>
                      <a:pt x="23595" y="89793"/>
                      <a:pt x="13660" y="81183"/>
                    </a:cubicBezTo>
                    <a:cubicBezTo>
                      <a:pt x="4967" y="71343"/>
                      <a:pt x="0" y="59042"/>
                      <a:pt x="0" y="46742"/>
                    </a:cubicBezTo>
                    <a:cubicBezTo>
                      <a:pt x="0" y="34441"/>
                      <a:pt x="4967" y="23371"/>
                      <a:pt x="13660" y="13531"/>
                    </a:cubicBezTo>
                    <a:cubicBezTo>
                      <a:pt x="23595" y="4920"/>
                      <a:pt x="34772" y="0"/>
                      <a:pt x="484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B505625B-48EB-ED40-9113-65D3BB0D036A}"/>
                  </a:ext>
                </a:extLst>
              </p:cNvPr>
              <p:cNvSpPr/>
              <p:nvPr/>
            </p:nvSpPr>
            <p:spPr>
              <a:xfrm>
                <a:off x="10376203" y="5874725"/>
                <a:ext cx="312694" cy="785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2" h="64">
                    <a:moveTo>
                      <a:pt x="220" y="0"/>
                    </a:moveTo>
                    <a:lnTo>
                      <a:pt x="126" y="0"/>
                    </a:lnTo>
                    <a:lnTo>
                      <a:pt x="32" y="0"/>
                    </a:lnTo>
                    <a:cubicBezTo>
                      <a:pt x="22" y="0"/>
                      <a:pt x="15" y="4"/>
                      <a:pt x="9" y="9"/>
                    </a:cubicBezTo>
                    <a:cubicBezTo>
                      <a:pt x="3" y="15"/>
                      <a:pt x="0" y="23"/>
                      <a:pt x="0" y="32"/>
                    </a:cubicBezTo>
                    <a:cubicBezTo>
                      <a:pt x="0" y="40"/>
                      <a:pt x="3" y="48"/>
                      <a:pt x="9" y="54"/>
                    </a:cubicBezTo>
                    <a:cubicBezTo>
                      <a:pt x="15" y="60"/>
                      <a:pt x="22" y="64"/>
                      <a:pt x="32" y="64"/>
                    </a:cubicBezTo>
                    <a:lnTo>
                      <a:pt x="126" y="64"/>
                    </a:lnTo>
                    <a:lnTo>
                      <a:pt x="220" y="64"/>
                    </a:lnTo>
                    <a:cubicBezTo>
                      <a:pt x="229" y="64"/>
                      <a:pt x="237" y="60"/>
                      <a:pt x="243" y="54"/>
                    </a:cubicBezTo>
                    <a:cubicBezTo>
                      <a:pt x="248" y="48"/>
                      <a:pt x="252" y="40"/>
                      <a:pt x="252" y="32"/>
                    </a:cubicBezTo>
                    <a:cubicBezTo>
                      <a:pt x="252" y="23"/>
                      <a:pt x="248" y="15"/>
                      <a:pt x="243" y="9"/>
                    </a:cubicBezTo>
                    <a:cubicBezTo>
                      <a:pt x="237" y="4"/>
                      <a:pt x="229" y="0"/>
                      <a:pt x="22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74376B54-E6F2-3A49-BD86-03557159AAD3}"/>
                  </a:ext>
                </a:extLst>
              </p:cNvPr>
              <p:cNvSpPr/>
              <p:nvPr/>
            </p:nvSpPr>
            <p:spPr>
              <a:xfrm>
                <a:off x="10367482" y="5866001"/>
                <a:ext cx="330135" cy="94713"/>
              </a:xfrm>
              <a:custGeom>
                <a:avLst/>
                <a:gdLst>
                  <a:gd name="connsiteX0" fmla="*/ 48455 w 330135"/>
                  <a:gd name="connsiteY0" fmla="*/ 17448 h 94713"/>
                  <a:gd name="connsiteX1" fmla="*/ 26125 w 330135"/>
                  <a:gd name="connsiteY1" fmla="*/ 25997 h 94713"/>
                  <a:gd name="connsiteX2" fmla="*/ 17441 w 330135"/>
                  <a:gd name="connsiteY2" fmla="*/ 47981 h 94713"/>
                  <a:gd name="connsiteX3" fmla="*/ 26125 w 330135"/>
                  <a:gd name="connsiteY3" fmla="*/ 68743 h 94713"/>
                  <a:gd name="connsiteX4" fmla="*/ 48455 w 330135"/>
                  <a:gd name="connsiteY4" fmla="*/ 78513 h 94713"/>
                  <a:gd name="connsiteX5" fmla="*/ 281680 w 330135"/>
                  <a:gd name="connsiteY5" fmla="*/ 78513 h 94713"/>
                  <a:gd name="connsiteX6" fmla="*/ 304010 w 330135"/>
                  <a:gd name="connsiteY6" fmla="*/ 68743 h 94713"/>
                  <a:gd name="connsiteX7" fmla="*/ 312694 w 330135"/>
                  <a:gd name="connsiteY7" fmla="*/ 47981 h 94713"/>
                  <a:gd name="connsiteX8" fmla="*/ 304010 w 330135"/>
                  <a:gd name="connsiteY8" fmla="*/ 25997 h 94713"/>
                  <a:gd name="connsiteX9" fmla="*/ 281680 w 330135"/>
                  <a:gd name="connsiteY9" fmla="*/ 17448 h 94713"/>
                  <a:gd name="connsiteX10" fmla="*/ 48403 w 330135"/>
                  <a:gd name="connsiteY10" fmla="*/ 0 h 94713"/>
                  <a:gd name="connsiteX11" fmla="*/ 281732 w 330135"/>
                  <a:gd name="connsiteY11" fmla="*/ 0 h 94713"/>
                  <a:gd name="connsiteX12" fmla="*/ 316483 w 330135"/>
                  <a:gd name="connsiteY12" fmla="*/ 13531 h 94713"/>
                  <a:gd name="connsiteX13" fmla="*/ 330135 w 330135"/>
                  <a:gd name="connsiteY13" fmla="*/ 47972 h 94713"/>
                  <a:gd name="connsiteX14" fmla="*/ 316483 w 330135"/>
                  <a:gd name="connsiteY14" fmla="*/ 81183 h 94713"/>
                  <a:gd name="connsiteX15" fmla="*/ 281732 w 330135"/>
                  <a:gd name="connsiteY15" fmla="*/ 94713 h 94713"/>
                  <a:gd name="connsiteX16" fmla="*/ 48403 w 330135"/>
                  <a:gd name="connsiteY16" fmla="*/ 94713 h 94713"/>
                  <a:gd name="connsiteX17" fmla="*/ 13652 w 330135"/>
                  <a:gd name="connsiteY17" fmla="*/ 81183 h 94713"/>
                  <a:gd name="connsiteX18" fmla="*/ 0 w 330135"/>
                  <a:gd name="connsiteY18" fmla="*/ 47972 h 94713"/>
                  <a:gd name="connsiteX19" fmla="*/ 13652 w 330135"/>
                  <a:gd name="connsiteY19" fmla="*/ 13531 h 94713"/>
                  <a:gd name="connsiteX20" fmla="*/ 48403 w 330135"/>
                  <a:gd name="connsiteY20" fmla="*/ 0 h 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30135" h="94713">
                    <a:moveTo>
                      <a:pt x="48455" y="17448"/>
                    </a:moveTo>
                    <a:cubicBezTo>
                      <a:pt x="39771" y="17448"/>
                      <a:pt x="31087" y="19891"/>
                      <a:pt x="26125" y="25997"/>
                    </a:cubicBezTo>
                    <a:cubicBezTo>
                      <a:pt x="19922" y="32104"/>
                      <a:pt x="17441" y="39432"/>
                      <a:pt x="17441" y="47981"/>
                    </a:cubicBezTo>
                    <a:cubicBezTo>
                      <a:pt x="17441" y="56530"/>
                      <a:pt x="19922" y="63858"/>
                      <a:pt x="26125" y="68743"/>
                    </a:cubicBezTo>
                    <a:cubicBezTo>
                      <a:pt x="31087" y="74849"/>
                      <a:pt x="39771" y="78513"/>
                      <a:pt x="48455" y="78513"/>
                    </a:cubicBezTo>
                    <a:lnTo>
                      <a:pt x="281680" y="78513"/>
                    </a:lnTo>
                    <a:cubicBezTo>
                      <a:pt x="290364" y="78513"/>
                      <a:pt x="297807" y="74849"/>
                      <a:pt x="304010" y="68743"/>
                    </a:cubicBezTo>
                    <a:cubicBezTo>
                      <a:pt x="310213" y="63858"/>
                      <a:pt x="312694" y="56530"/>
                      <a:pt x="312694" y="47981"/>
                    </a:cubicBezTo>
                    <a:cubicBezTo>
                      <a:pt x="312694" y="39432"/>
                      <a:pt x="310213" y="32104"/>
                      <a:pt x="304010" y="25997"/>
                    </a:cubicBezTo>
                    <a:cubicBezTo>
                      <a:pt x="297807" y="19891"/>
                      <a:pt x="290364" y="17448"/>
                      <a:pt x="281680" y="17448"/>
                    </a:cubicBezTo>
                    <a:close/>
                    <a:moveTo>
                      <a:pt x="48403" y="0"/>
                    </a:moveTo>
                    <a:lnTo>
                      <a:pt x="281732" y="0"/>
                    </a:lnTo>
                    <a:cubicBezTo>
                      <a:pt x="295384" y="0"/>
                      <a:pt x="306554" y="4920"/>
                      <a:pt x="316483" y="13531"/>
                    </a:cubicBezTo>
                    <a:cubicBezTo>
                      <a:pt x="325171" y="23371"/>
                      <a:pt x="330135" y="34441"/>
                      <a:pt x="330135" y="47972"/>
                    </a:cubicBezTo>
                    <a:cubicBezTo>
                      <a:pt x="330135" y="60272"/>
                      <a:pt x="325171" y="72573"/>
                      <a:pt x="316483" y="81183"/>
                    </a:cubicBezTo>
                    <a:cubicBezTo>
                      <a:pt x="306554" y="91023"/>
                      <a:pt x="295384" y="94713"/>
                      <a:pt x="281732" y="94713"/>
                    </a:cubicBezTo>
                    <a:lnTo>
                      <a:pt x="48403" y="94713"/>
                    </a:lnTo>
                    <a:cubicBezTo>
                      <a:pt x="34751" y="94713"/>
                      <a:pt x="22340" y="91023"/>
                      <a:pt x="13652" y="81183"/>
                    </a:cubicBezTo>
                    <a:cubicBezTo>
                      <a:pt x="4964" y="72573"/>
                      <a:pt x="0" y="60272"/>
                      <a:pt x="0" y="47972"/>
                    </a:cubicBezTo>
                    <a:cubicBezTo>
                      <a:pt x="0" y="34441"/>
                      <a:pt x="4964" y="23371"/>
                      <a:pt x="13652" y="13531"/>
                    </a:cubicBezTo>
                    <a:cubicBezTo>
                      <a:pt x="22340" y="4920"/>
                      <a:pt x="34751" y="0"/>
                      <a:pt x="484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4DC377F6-F2BA-0E48-BF86-3F272AE1C23E}"/>
                  </a:ext>
                </a:extLst>
              </p:cNvPr>
              <p:cNvSpPr/>
              <p:nvPr/>
            </p:nvSpPr>
            <p:spPr>
              <a:xfrm>
                <a:off x="10423543" y="5954484"/>
                <a:ext cx="218014" cy="772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6" h="63">
                    <a:moveTo>
                      <a:pt x="144" y="0"/>
                    </a:moveTo>
                    <a:lnTo>
                      <a:pt x="88" y="0"/>
                    </a:lnTo>
                    <a:lnTo>
                      <a:pt x="32" y="0"/>
                    </a:lnTo>
                    <a:cubicBezTo>
                      <a:pt x="23" y="0"/>
                      <a:pt x="15" y="3"/>
                      <a:pt x="9" y="9"/>
                    </a:cubicBezTo>
                    <a:cubicBezTo>
                      <a:pt x="4" y="15"/>
                      <a:pt x="0" y="23"/>
                      <a:pt x="0" y="31"/>
                    </a:cubicBezTo>
                    <a:cubicBezTo>
                      <a:pt x="0" y="40"/>
                      <a:pt x="4" y="48"/>
                      <a:pt x="9" y="54"/>
                    </a:cubicBezTo>
                    <a:cubicBezTo>
                      <a:pt x="15" y="59"/>
                      <a:pt x="23" y="63"/>
                      <a:pt x="32" y="63"/>
                    </a:cubicBezTo>
                    <a:lnTo>
                      <a:pt x="88" y="63"/>
                    </a:lnTo>
                    <a:lnTo>
                      <a:pt x="144" y="63"/>
                    </a:lnTo>
                    <a:cubicBezTo>
                      <a:pt x="153" y="63"/>
                      <a:pt x="161" y="59"/>
                      <a:pt x="166" y="54"/>
                    </a:cubicBezTo>
                    <a:cubicBezTo>
                      <a:pt x="172" y="48"/>
                      <a:pt x="176" y="40"/>
                      <a:pt x="176" y="31"/>
                    </a:cubicBezTo>
                    <a:cubicBezTo>
                      <a:pt x="176" y="23"/>
                      <a:pt x="172" y="15"/>
                      <a:pt x="166" y="9"/>
                    </a:cubicBezTo>
                    <a:cubicBezTo>
                      <a:pt x="161" y="3"/>
                      <a:pt x="153" y="0"/>
                      <a:pt x="14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5493E0FC-A6C3-D542-A952-A405E072980A}"/>
                  </a:ext>
                </a:extLst>
              </p:cNvPr>
              <p:cNvSpPr/>
              <p:nvPr/>
            </p:nvSpPr>
            <p:spPr>
              <a:xfrm>
                <a:off x="10414822" y="5945757"/>
                <a:ext cx="235455" cy="94713"/>
              </a:xfrm>
              <a:custGeom>
                <a:avLst/>
                <a:gdLst>
                  <a:gd name="connsiteX0" fmla="*/ 48393 w 235455"/>
                  <a:gd name="connsiteY0" fmla="*/ 16204 h 94713"/>
                  <a:gd name="connsiteX1" fmla="*/ 26108 w 235455"/>
                  <a:gd name="connsiteY1" fmla="*/ 25975 h 94713"/>
                  <a:gd name="connsiteX2" fmla="*/ 17441 w 235455"/>
                  <a:gd name="connsiteY2" fmla="*/ 46737 h 94713"/>
                  <a:gd name="connsiteX3" fmla="*/ 26108 w 235455"/>
                  <a:gd name="connsiteY3" fmla="*/ 68720 h 94713"/>
                  <a:gd name="connsiteX4" fmla="*/ 48393 w 235455"/>
                  <a:gd name="connsiteY4" fmla="*/ 77269 h 94713"/>
                  <a:gd name="connsiteX5" fmla="*/ 187061 w 235455"/>
                  <a:gd name="connsiteY5" fmla="*/ 77269 h 94713"/>
                  <a:gd name="connsiteX6" fmla="*/ 209346 w 235455"/>
                  <a:gd name="connsiteY6" fmla="*/ 68720 h 94713"/>
                  <a:gd name="connsiteX7" fmla="*/ 218013 w 235455"/>
                  <a:gd name="connsiteY7" fmla="*/ 46737 h 94713"/>
                  <a:gd name="connsiteX8" fmla="*/ 209346 w 235455"/>
                  <a:gd name="connsiteY8" fmla="*/ 25975 h 94713"/>
                  <a:gd name="connsiteX9" fmla="*/ 187061 w 235455"/>
                  <a:gd name="connsiteY9" fmla="*/ 16204 h 94713"/>
                  <a:gd name="connsiteX10" fmla="*/ 48330 w 235455"/>
                  <a:gd name="connsiteY10" fmla="*/ 0 h 94713"/>
                  <a:gd name="connsiteX11" fmla="*/ 187125 w 235455"/>
                  <a:gd name="connsiteY11" fmla="*/ 0 h 94713"/>
                  <a:gd name="connsiteX12" fmla="*/ 220584 w 235455"/>
                  <a:gd name="connsiteY12" fmla="*/ 13531 h 94713"/>
                  <a:gd name="connsiteX13" fmla="*/ 235455 w 235455"/>
                  <a:gd name="connsiteY13" fmla="*/ 46742 h 94713"/>
                  <a:gd name="connsiteX14" fmla="*/ 220584 w 235455"/>
                  <a:gd name="connsiteY14" fmla="*/ 81183 h 94713"/>
                  <a:gd name="connsiteX15" fmla="*/ 187125 w 235455"/>
                  <a:gd name="connsiteY15" fmla="*/ 94713 h 94713"/>
                  <a:gd name="connsiteX16" fmla="*/ 48330 w 235455"/>
                  <a:gd name="connsiteY16" fmla="*/ 94713 h 94713"/>
                  <a:gd name="connsiteX17" fmla="*/ 13632 w 235455"/>
                  <a:gd name="connsiteY17" fmla="*/ 81183 h 94713"/>
                  <a:gd name="connsiteX18" fmla="*/ 0 w 235455"/>
                  <a:gd name="connsiteY18" fmla="*/ 46742 h 94713"/>
                  <a:gd name="connsiteX19" fmla="*/ 13632 w 235455"/>
                  <a:gd name="connsiteY19" fmla="*/ 13531 h 94713"/>
                  <a:gd name="connsiteX20" fmla="*/ 48330 w 235455"/>
                  <a:gd name="connsiteY20" fmla="*/ 0 h 94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235455" h="94713">
                    <a:moveTo>
                      <a:pt x="48393" y="16204"/>
                    </a:moveTo>
                    <a:cubicBezTo>
                      <a:pt x="39727" y="16204"/>
                      <a:pt x="32298" y="19868"/>
                      <a:pt x="26108" y="25975"/>
                    </a:cubicBezTo>
                    <a:cubicBezTo>
                      <a:pt x="19917" y="30860"/>
                      <a:pt x="17441" y="38188"/>
                      <a:pt x="17441" y="46737"/>
                    </a:cubicBezTo>
                    <a:cubicBezTo>
                      <a:pt x="17441" y="55286"/>
                      <a:pt x="19917" y="62614"/>
                      <a:pt x="26108" y="68720"/>
                    </a:cubicBezTo>
                    <a:cubicBezTo>
                      <a:pt x="32298" y="74827"/>
                      <a:pt x="39727" y="77269"/>
                      <a:pt x="48393" y="77269"/>
                    </a:cubicBezTo>
                    <a:lnTo>
                      <a:pt x="187061" y="77269"/>
                    </a:lnTo>
                    <a:cubicBezTo>
                      <a:pt x="195727" y="77269"/>
                      <a:pt x="203156" y="74827"/>
                      <a:pt x="209346" y="68720"/>
                    </a:cubicBezTo>
                    <a:cubicBezTo>
                      <a:pt x="214299" y="62614"/>
                      <a:pt x="218013" y="55286"/>
                      <a:pt x="218013" y="46737"/>
                    </a:cubicBezTo>
                    <a:cubicBezTo>
                      <a:pt x="218013" y="38188"/>
                      <a:pt x="214299" y="30860"/>
                      <a:pt x="209346" y="25975"/>
                    </a:cubicBezTo>
                    <a:cubicBezTo>
                      <a:pt x="203156" y="19868"/>
                      <a:pt x="195727" y="16204"/>
                      <a:pt x="187061" y="16204"/>
                    </a:cubicBezTo>
                    <a:close/>
                    <a:moveTo>
                      <a:pt x="48330" y="0"/>
                    </a:moveTo>
                    <a:lnTo>
                      <a:pt x="187125" y="0"/>
                    </a:lnTo>
                    <a:cubicBezTo>
                      <a:pt x="199517" y="0"/>
                      <a:pt x="211910" y="3690"/>
                      <a:pt x="220584" y="13531"/>
                    </a:cubicBezTo>
                    <a:cubicBezTo>
                      <a:pt x="229259" y="22141"/>
                      <a:pt x="235455" y="34441"/>
                      <a:pt x="235455" y="46742"/>
                    </a:cubicBezTo>
                    <a:cubicBezTo>
                      <a:pt x="235455" y="60272"/>
                      <a:pt x="229259" y="71343"/>
                      <a:pt x="220584" y="81183"/>
                    </a:cubicBezTo>
                    <a:cubicBezTo>
                      <a:pt x="211910" y="89793"/>
                      <a:pt x="199517" y="94713"/>
                      <a:pt x="187125" y="94713"/>
                    </a:cubicBezTo>
                    <a:lnTo>
                      <a:pt x="48330" y="94713"/>
                    </a:lnTo>
                    <a:cubicBezTo>
                      <a:pt x="34699" y="94713"/>
                      <a:pt x="23546" y="89793"/>
                      <a:pt x="13632" y="81183"/>
                    </a:cubicBezTo>
                    <a:cubicBezTo>
                      <a:pt x="4957" y="71343"/>
                      <a:pt x="0" y="60272"/>
                      <a:pt x="0" y="46742"/>
                    </a:cubicBezTo>
                    <a:cubicBezTo>
                      <a:pt x="0" y="34441"/>
                      <a:pt x="4957" y="22141"/>
                      <a:pt x="13632" y="13531"/>
                    </a:cubicBezTo>
                    <a:cubicBezTo>
                      <a:pt x="23546" y="3690"/>
                      <a:pt x="34699" y="0"/>
                      <a:pt x="483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DDF3DA51-E754-BF48-9C44-9C760B134CC4}"/>
                  </a:ext>
                </a:extLst>
              </p:cNvPr>
              <p:cNvSpPr/>
              <p:nvPr/>
            </p:nvSpPr>
            <p:spPr>
              <a:xfrm>
                <a:off x="9902802" y="5252857"/>
                <a:ext cx="165690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4" h="14">
                    <a:moveTo>
                      <a:pt x="127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27" y="0"/>
                    </a:lnTo>
                    <a:cubicBezTo>
                      <a:pt x="131" y="0"/>
                      <a:pt x="134" y="3"/>
                      <a:pt x="134" y="6"/>
                    </a:cubicBezTo>
                    <a:cubicBezTo>
                      <a:pt x="134" y="11"/>
                      <a:pt x="131" y="14"/>
                      <a:pt x="12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551438DD-A45F-8748-9DB7-83710444DCC6}"/>
                  </a:ext>
                </a:extLst>
              </p:cNvPr>
              <p:cNvSpPr/>
              <p:nvPr/>
            </p:nvSpPr>
            <p:spPr>
              <a:xfrm>
                <a:off x="10996607" y="5252857"/>
                <a:ext cx="165690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4" h="14">
                    <a:moveTo>
                      <a:pt x="127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27" y="0"/>
                    </a:lnTo>
                    <a:cubicBezTo>
                      <a:pt x="131" y="0"/>
                      <a:pt x="134" y="3"/>
                      <a:pt x="134" y="6"/>
                    </a:cubicBezTo>
                    <a:cubicBezTo>
                      <a:pt x="134" y="11"/>
                      <a:pt x="131" y="14"/>
                      <a:pt x="12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847FD844-753A-E246-8ABC-82420CFAFD48}"/>
                  </a:ext>
                </a:extLst>
              </p:cNvPr>
              <p:cNvSpPr/>
              <p:nvPr/>
            </p:nvSpPr>
            <p:spPr>
              <a:xfrm>
                <a:off x="10524452" y="4579893"/>
                <a:ext cx="16195" cy="1483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" h="120">
                    <a:moveTo>
                      <a:pt x="7" y="120"/>
                    </a:moveTo>
                    <a:cubicBezTo>
                      <a:pt x="3" y="120"/>
                      <a:pt x="0" y="117"/>
                      <a:pt x="0" y="113"/>
                    </a:cubicBezTo>
                    <a:lnTo>
                      <a:pt x="0" y="7"/>
                    </a:lnTo>
                    <a:cubicBezTo>
                      <a:pt x="0" y="4"/>
                      <a:pt x="3" y="0"/>
                      <a:pt x="7" y="0"/>
                    </a:cubicBezTo>
                    <a:cubicBezTo>
                      <a:pt x="11" y="0"/>
                      <a:pt x="14" y="4"/>
                      <a:pt x="14" y="7"/>
                    </a:cubicBezTo>
                    <a:lnTo>
                      <a:pt x="14" y="113"/>
                    </a:lnTo>
                    <a:cubicBezTo>
                      <a:pt x="14" y="117"/>
                      <a:pt x="11" y="120"/>
                      <a:pt x="7" y="1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ED70989C-DD1F-2B44-8AAC-D4861BB80C5A}"/>
                  </a:ext>
                </a:extLst>
              </p:cNvPr>
              <p:cNvSpPr/>
              <p:nvPr/>
            </p:nvSpPr>
            <p:spPr>
              <a:xfrm>
                <a:off x="10095900" y="4779289"/>
                <a:ext cx="112121" cy="1084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" h="88">
                    <a:moveTo>
                      <a:pt x="83" y="88"/>
                    </a:moveTo>
                    <a:cubicBezTo>
                      <a:pt x="81" y="88"/>
                      <a:pt x="80" y="87"/>
                      <a:pt x="78" y="86"/>
                    </a:cubicBezTo>
                    <a:lnTo>
                      <a:pt x="1" y="11"/>
                    </a:lnTo>
                    <a:cubicBezTo>
                      <a:pt x="0" y="8"/>
                      <a:pt x="0" y="4"/>
                      <a:pt x="1" y="1"/>
                    </a:cubicBezTo>
                    <a:cubicBezTo>
                      <a:pt x="4" y="0"/>
                      <a:pt x="8" y="0"/>
                      <a:pt x="11" y="1"/>
                    </a:cubicBezTo>
                    <a:lnTo>
                      <a:pt x="88" y="76"/>
                    </a:lnTo>
                    <a:cubicBezTo>
                      <a:pt x="91" y="79"/>
                      <a:pt x="91" y="83"/>
                      <a:pt x="88" y="85"/>
                    </a:cubicBezTo>
                    <a:cubicBezTo>
                      <a:pt x="87" y="87"/>
                      <a:pt x="85" y="88"/>
                      <a:pt x="83" y="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7FFDE5AD-23C0-2146-A1B2-AB54F2FAF813}"/>
                  </a:ext>
                </a:extLst>
              </p:cNvPr>
              <p:cNvSpPr/>
              <p:nvPr/>
            </p:nvSpPr>
            <p:spPr>
              <a:xfrm>
                <a:off x="10855833" y="4779289"/>
                <a:ext cx="112121" cy="1084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" h="88">
                    <a:moveTo>
                      <a:pt x="7" y="88"/>
                    </a:moveTo>
                    <a:cubicBezTo>
                      <a:pt x="5" y="88"/>
                      <a:pt x="3" y="87"/>
                      <a:pt x="2" y="85"/>
                    </a:cubicBezTo>
                    <a:cubicBezTo>
                      <a:pt x="-1" y="83"/>
                      <a:pt x="-1" y="79"/>
                      <a:pt x="2" y="76"/>
                    </a:cubicBezTo>
                    <a:lnTo>
                      <a:pt x="79" y="1"/>
                    </a:lnTo>
                    <a:cubicBezTo>
                      <a:pt x="82" y="0"/>
                      <a:pt x="86" y="0"/>
                      <a:pt x="89" y="1"/>
                    </a:cubicBezTo>
                    <a:cubicBezTo>
                      <a:pt x="91" y="4"/>
                      <a:pt x="91" y="8"/>
                      <a:pt x="89" y="11"/>
                    </a:cubicBezTo>
                    <a:lnTo>
                      <a:pt x="11" y="86"/>
                    </a:lnTo>
                    <a:cubicBezTo>
                      <a:pt x="10" y="87"/>
                      <a:pt x="8" y="88"/>
                      <a:pt x="7" y="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F88BAE06-F6DE-154D-889B-B388EFCD8D25}"/>
                  </a:ext>
                </a:extLst>
              </p:cNvPr>
              <p:cNvSpPr/>
              <p:nvPr/>
            </p:nvSpPr>
            <p:spPr>
              <a:xfrm>
                <a:off x="10427230" y="5251196"/>
                <a:ext cx="222265" cy="550051"/>
              </a:xfrm>
              <a:custGeom>
                <a:avLst/>
                <a:gdLst>
                  <a:gd name="connsiteX0" fmla="*/ 114006 w 222265"/>
                  <a:gd name="connsiteY0" fmla="*/ 17862 h 550051"/>
                  <a:gd name="connsiteX1" fmla="*/ 84511 w 222265"/>
                  <a:gd name="connsiteY1" fmla="*/ 37719 h 550051"/>
                  <a:gd name="connsiteX2" fmla="*/ 111548 w 222265"/>
                  <a:gd name="connsiteY2" fmla="*/ 316957 h 550051"/>
                  <a:gd name="connsiteX3" fmla="*/ 150875 w 222265"/>
                  <a:gd name="connsiteY3" fmla="*/ 55094 h 550051"/>
                  <a:gd name="connsiteX4" fmla="*/ 117693 w 222265"/>
                  <a:gd name="connsiteY4" fmla="*/ 17862 h 550051"/>
                  <a:gd name="connsiteX5" fmla="*/ 114006 w 222265"/>
                  <a:gd name="connsiteY5" fmla="*/ 17862 h 550051"/>
                  <a:gd name="connsiteX6" fmla="*/ 121456 w 222265"/>
                  <a:gd name="connsiteY6" fmla="*/ 414 h 550051"/>
                  <a:gd name="connsiteX7" fmla="*/ 167292 w 222265"/>
                  <a:gd name="connsiteY7" fmla="*/ 48907 h 550051"/>
                  <a:gd name="connsiteX8" fmla="*/ 121456 w 222265"/>
                  <a:gd name="connsiteY8" fmla="*/ 339865 h 550051"/>
                  <a:gd name="connsiteX9" fmla="*/ 221801 w 222265"/>
                  <a:gd name="connsiteY9" fmla="*/ 537567 h 550051"/>
                  <a:gd name="connsiteX10" fmla="*/ 218084 w 222265"/>
                  <a:gd name="connsiteY10" fmla="*/ 548758 h 550051"/>
                  <a:gd name="connsiteX11" fmla="*/ 214368 w 222265"/>
                  <a:gd name="connsiteY11" fmla="*/ 550001 h 550051"/>
                  <a:gd name="connsiteX12" fmla="*/ 206935 w 222265"/>
                  <a:gd name="connsiteY12" fmla="*/ 546271 h 550051"/>
                  <a:gd name="connsiteX13" fmla="*/ 112784 w 222265"/>
                  <a:gd name="connsiteY13" fmla="*/ 359760 h 550051"/>
                  <a:gd name="connsiteX14" fmla="*/ 16155 w 222265"/>
                  <a:gd name="connsiteY14" fmla="*/ 546271 h 550051"/>
                  <a:gd name="connsiteX15" fmla="*/ 3766 w 222265"/>
                  <a:gd name="connsiteY15" fmla="*/ 548758 h 550051"/>
                  <a:gd name="connsiteX16" fmla="*/ 1289 w 222265"/>
                  <a:gd name="connsiteY16" fmla="*/ 537567 h 550051"/>
                  <a:gd name="connsiteX17" fmla="*/ 104112 w 222265"/>
                  <a:gd name="connsiteY17" fmla="*/ 337378 h 550051"/>
                  <a:gd name="connsiteX18" fmla="*/ 70663 w 222265"/>
                  <a:gd name="connsiteY18" fmla="*/ 26526 h 550051"/>
                  <a:gd name="connsiteX19" fmla="*/ 121456 w 222265"/>
                  <a:gd name="connsiteY19" fmla="*/ 414 h 5500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22265" h="550051">
                    <a:moveTo>
                      <a:pt x="114006" y="17862"/>
                    </a:moveTo>
                    <a:cubicBezTo>
                      <a:pt x="102946" y="17862"/>
                      <a:pt x="93114" y="25309"/>
                      <a:pt x="84511" y="37719"/>
                    </a:cubicBezTo>
                    <a:cubicBezTo>
                      <a:pt x="73451" y="52612"/>
                      <a:pt x="37811" y="125834"/>
                      <a:pt x="111548" y="316957"/>
                    </a:cubicBezTo>
                    <a:cubicBezTo>
                      <a:pt x="149646" y="216432"/>
                      <a:pt x="168081" y="118388"/>
                      <a:pt x="150875" y="55094"/>
                    </a:cubicBezTo>
                    <a:cubicBezTo>
                      <a:pt x="144730" y="33996"/>
                      <a:pt x="132441" y="21585"/>
                      <a:pt x="117693" y="17862"/>
                    </a:cubicBezTo>
                    <a:cubicBezTo>
                      <a:pt x="116464" y="17862"/>
                      <a:pt x="115235" y="17862"/>
                      <a:pt x="114006" y="17862"/>
                    </a:cubicBezTo>
                    <a:close/>
                    <a:moveTo>
                      <a:pt x="121456" y="414"/>
                    </a:moveTo>
                    <a:cubicBezTo>
                      <a:pt x="142516" y="4144"/>
                      <a:pt x="158621" y="22796"/>
                      <a:pt x="167292" y="48907"/>
                    </a:cubicBezTo>
                    <a:cubicBezTo>
                      <a:pt x="187114" y="118538"/>
                      <a:pt x="164815" y="229202"/>
                      <a:pt x="121456" y="339865"/>
                    </a:cubicBezTo>
                    <a:cubicBezTo>
                      <a:pt x="144993" y="395818"/>
                      <a:pt x="175964" y="461719"/>
                      <a:pt x="221801" y="537567"/>
                    </a:cubicBezTo>
                    <a:cubicBezTo>
                      <a:pt x="223040" y="541297"/>
                      <a:pt x="221801" y="547514"/>
                      <a:pt x="218084" y="548758"/>
                    </a:cubicBezTo>
                    <a:cubicBezTo>
                      <a:pt x="216846" y="550001"/>
                      <a:pt x="215607" y="550001"/>
                      <a:pt x="214368" y="550001"/>
                    </a:cubicBezTo>
                    <a:cubicBezTo>
                      <a:pt x="210652" y="550001"/>
                      <a:pt x="208174" y="548758"/>
                      <a:pt x="206935" y="546271"/>
                    </a:cubicBezTo>
                    <a:cubicBezTo>
                      <a:pt x="172248" y="486587"/>
                      <a:pt x="138799" y="423173"/>
                      <a:pt x="112784" y="359760"/>
                    </a:cubicBezTo>
                    <a:cubicBezTo>
                      <a:pt x="85529" y="425660"/>
                      <a:pt x="52081" y="490318"/>
                      <a:pt x="16155" y="546271"/>
                    </a:cubicBezTo>
                    <a:cubicBezTo>
                      <a:pt x="12438" y="550001"/>
                      <a:pt x="8722" y="551245"/>
                      <a:pt x="3766" y="548758"/>
                    </a:cubicBezTo>
                    <a:cubicBezTo>
                      <a:pt x="50" y="546271"/>
                      <a:pt x="-1189" y="541297"/>
                      <a:pt x="1289" y="537567"/>
                    </a:cubicBezTo>
                    <a:cubicBezTo>
                      <a:pt x="39693" y="477883"/>
                      <a:pt x="75619" y="408253"/>
                      <a:pt x="104112" y="337378"/>
                    </a:cubicBezTo>
                    <a:cubicBezTo>
                      <a:pt x="52081" y="209307"/>
                      <a:pt x="27304" y="88696"/>
                      <a:pt x="70663" y="26526"/>
                    </a:cubicBezTo>
                    <a:cubicBezTo>
                      <a:pt x="83052" y="6631"/>
                      <a:pt x="101634" y="-2073"/>
                      <a:pt x="121456" y="4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273" name="Freeform 272">
            <a:extLst>
              <a:ext uri="{FF2B5EF4-FFF2-40B4-BE49-F238E27FC236}">
                <a16:creationId xmlns:a16="http://schemas.microsoft.com/office/drawing/2014/main" id="{3CFA4DC6-40D1-6E47-93E6-DEB1AFBB498A}"/>
              </a:ext>
            </a:extLst>
          </p:cNvPr>
          <p:cNvSpPr/>
          <p:nvPr/>
        </p:nvSpPr>
        <p:spPr>
          <a:xfrm>
            <a:off x="2292257" y="3293784"/>
            <a:ext cx="5447847" cy="253981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74" h="2039">
                <a:moveTo>
                  <a:pt x="4374" y="0"/>
                </a:moveTo>
                <a:lnTo>
                  <a:pt x="4374" y="1220"/>
                </a:lnTo>
                <a:cubicBezTo>
                  <a:pt x="4374" y="1672"/>
                  <a:pt x="4006" y="2039"/>
                  <a:pt x="3553" y="2039"/>
                </a:cubicBezTo>
                <a:lnTo>
                  <a:pt x="0" y="2039"/>
                </a:lnTo>
                <a:lnTo>
                  <a:pt x="0" y="820"/>
                </a:lnTo>
                <a:cubicBezTo>
                  <a:pt x="0" y="776"/>
                  <a:pt x="4" y="732"/>
                  <a:pt x="11" y="689"/>
                </a:cubicBezTo>
                <a:cubicBezTo>
                  <a:pt x="74" y="299"/>
                  <a:pt x="412" y="0"/>
                  <a:pt x="820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75" name="Freeform 274">
            <a:extLst>
              <a:ext uri="{FF2B5EF4-FFF2-40B4-BE49-F238E27FC236}">
                <a16:creationId xmlns:a16="http://schemas.microsoft.com/office/drawing/2014/main" id="{07CA83FD-B436-E94F-A965-04B3B7EC5F47}"/>
              </a:ext>
            </a:extLst>
          </p:cNvPr>
          <p:cNvSpPr/>
          <p:nvPr/>
        </p:nvSpPr>
        <p:spPr>
          <a:xfrm>
            <a:off x="2305960" y="3293784"/>
            <a:ext cx="5434140" cy="85740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63" h="689">
                <a:moveTo>
                  <a:pt x="4363" y="0"/>
                </a:moveTo>
                <a:lnTo>
                  <a:pt x="4363" y="689"/>
                </a:lnTo>
                <a:lnTo>
                  <a:pt x="0" y="689"/>
                </a:lnTo>
                <a:cubicBezTo>
                  <a:pt x="63" y="299"/>
                  <a:pt x="401" y="0"/>
                  <a:pt x="809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48" name="Freeform 347">
            <a:extLst>
              <a:ext uri="{FF2B5EF4-FFF2-40B4-BE49-F238E27FC236}">
                <a16:creationId xmlns:a16="http://schemas.microsoft.com/office/drawing/2014/main" id="{25541CD7-6330-F446-ADD7-C0232084D8C3}"/>
              </a:ext>
            </a:extLst>
          </p:cNvPr>
          <p:cNvSpPr/>
          <p:nvPr/>
        </p:nvSpPr>
        <p:spPr>
          <a:xfrm>
            <a:off x="2187614" y="4034044"/>
            <a:ext cx="234209" cy="23429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9" h="189">
                <a:moveTo>
                  <a:pt x="189" y="95"/>
                </a:moveTo>
                <a:cubicBezTo>
                  <a:pt x="189" y="147"/>
                  <a:pt x="147" y="189"/>
                  <a:pt x="95" y="189"/>
                </a:cubicBezTo>
                <a:cubicBezTo>
                  <a:pt x="43" y="189"/>
                  <a:pt x="0" y="147"/>
                  <a:pt x="0" y="95"/>
                </a:cubicBezTo>
                <a:cubicBezTo>
                  <a:pt x="0" y="42"/>
                  <a:pt x="43" y="0"/>
                  <a:pt x="95" y="0"/>
                </a:cubicBezTo>
                <a:cubicBezTo>
                  <a:pt x="147" y="0"/>
                  <a:pt x="189" y="42"/>
                  <a:pt x="189" y="95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49" name="Freeform 348">
            <a:extLst>
              <a:ext uri="{FF2B5EF4-FFF2-40B4-BE49-F238E27FC236}">
                <a16:creationId xmlns:a16="http://schemas.microsoft.com/office/drawing/2014/main" id="{BBD961C9-F4FA-0E4F-BCBC-1457DF0275E9}"/>
              </a:ext>
            </a:extLst>
          </p:cNvPr>
          <p:cNvSpPr/>
          <p:nvPr/>
        </p:nvSpPr>
        <p:spPr>
          <a:xfrm>
            <a:off x="2292257" y="6861739"/>
            <a:ext cx="5447847" cy="254105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74" h="2040">
                <a:moveTo>
                  <a:pt x="4374" y="0"/>
                </a:moveTo>
                <a:lnTo>
                  <a:pt x="4374" y="1219"/>
                </a:lnTo>
                <a:cubicBezTo>
                  <a:pt x="4374" y="1672"/>
                  <a:pt x="4006" y="2040"/>
                  <a:pt x="3553" y="2040"/>
                </a:cubicBezTo>
                <a:lnTo>
                  <a:pt x="0" y="2040"/>
                </a:lnTo>
                <a:lnTo>
                  <a:pt x="0" y="820"/>
                </a:lnTo>
                <a:cubicBezTo>
                  <a:pt x="0" y="776"/>
                  <a:pt x="4" y="731"/>
                  <a:pt x="11" y="689"/>
                </a:cubicBezTo>
                <a:cubicBezTo>
                  <a:pt x="74" y="299"/>
                  <a:pt x="412" y="0"/>
                  <a:pt x="820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51" name="Freeform 350">
            <a:extLst>
              <a:ext uri="{FF2B5EF4-FFF2-40B4-BE49-F238E27FC236}">
                <a16:creationId xmlns:a16="http://schemas.microsoft.com/office/drawing/2014/main" id="{62CA8C05-396A-CD40-8A09-C702D36DB7B6}"/>
              </a:ext>
            </a:extLst>
          </p:cNvPr>
          <p:cNvSpPr/>
          <p:nvPr/>
        </p:nvSpPr>
        <p:spPr>
          <a:xfrm>
            <a:off x="2305960" y="6861739"/>
            <a:ext cx="5434140" cy="85740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63" h="689">
                <a:moveTo>
                  <a:pt x="4363" y="0"/>
                </a:moveTo>
                <a:lnTo>
                  <a:pt x="4363" y="689"/>
                </a:lnTo>
                <a:lnTo>
                  <a:pt x="0" y="689"/>
                </a:lnTo>
                <a:cubicBezTo>
                  <a:pt x="63" y="299"/>
                  <a:pt x="401" y="0"/>
                  <a:pt x="809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53" name="Freeform 352">
            <a:extLst>
              <a:ext uri="{FF2B5EF4-FFF2-40B4-BE49-F238E27FC236}">
                <a16:creationId xmlns:a16="http://schemas.microsoft.com/office/drawing/2014/main" id="{AF1D7D60-0D26-F24D-843A-9F0931C296F0}"/>
              </a:ext>
            </a:extLst>
          </p:cNvPr>
          <p:cNvSpPr/>
          <p:nvPr/>
        </p:nvSpPr>
        <p:spPr>
          <a:xfrm>
            <a:off x="5908794" y="6861739"/>
            <a:ext cx="1831314" cy="85740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71" h="689">
                <a:moveTo>
                  <a:pt x="1471" y="0"/>
                </a:moveTo>
                <a:lnTo>
                  <a:pt x="1471" y="689"/>
                </a:lnTo>
                <a:lnTo>
                  <a:pt x="171" y="689"/>
                </a:lnTo>
                <a:cubicBezTo>
                  <a:pt x="62" y="483"/>
                  <a:pt x="0" y="249"/>
                  <a:pt x="0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26" name="Freeform 425">
            <a:extLst>
              <a:ext uri="{FF2B5EF4-FFF2-40B4-BE49-F238E27FC236}">
                <a16:creationId xmlns:a16="http://schemas.microsoft.com/office/drawing/2014/main" id="{7916E8FB-5383-7A4C-BBD8-98573C53AED1}"/>
              </a:ext>
            </a:extLst>
          </p:cNvPr>
          <p:cNvSpPr/>
          <p:nvPr/>
        </p:nvSpPr>
        <p:spPr>
          <a:xfrm>
            <a:off x="2187614" y="7601999"/>
            <a:ext cx="234209" cy="23429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9" h="189">
                <a:moveTo>
                  <a:pt x="189" y="95"/>
                </a:moveTo>
                <a:cubicBezTo>
                  <a:pt x="189" y="147"/>
                  <a:pt x="147" y="189"/>
                  <a:pt x="95" y="189"/>
                </a:cubicBezTo>
                <a:cubicBezTo>
                  <a:pt x="43" y="189"/>
                  <a:pt x="0" y="147"/>
                  <a:pt x="0" y="95"/>
                </a:cubicBezTo>
                <a:cubicBezTo>
                  <a:pt x="0" y="43"/>
                  <a:pt x="43" y="0"/>
                  <a:pt x="95" y="0"/>
                </a:cubicBezTo>
                <a:cubicBezTo>
                  <a:pt x="147" y="0"/>
                  <a:pt x="189" y="43"/>
                  <a:pt x="189" y="95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27" name="Freeform 426">
            <a:extLst>
              <a:ext uri="{FF2B5EF4-FFF2-40B4-BE49-F238E27FC236}">
                <a16:creationId xmlns:a16="http://schemas.microsoft.com/office/drawing/2014/main" id="{AB11ACDC-0C43-334C-B4DE-93A3562386AE}"/>
              </a:ext>
            </a:extLst>
          </p:cNvPr>
          <p:cNvSpPr/>
          <p:nvPr/>
        </p:nvSpPr>
        <p:spPr>
          <a:xfrm>
            <a:off x="2292257" y="10432186"/>
            <a:ext cx="5447847" cy="253981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74" h="2039">
                <a:moveTo>
                  <a:pt x="4374" y="0"/>
                </a:moveTo>
                <a:lnTo>
                  <a:pt x="4374" y="1219"/>
                </a:lnTo>
                <a:cubicBezTo>
                  <a:pt x="4374" y="1672"/>
                  <a:pt x="4006" y="2039"/>
                  <a:pt x="3553" y="2039"/>
                </a:cubicBezTo>
                <a:lnTo>
                  <a:pt x="0" y="2039"/>
                </a:lnTo>
                <a:lnTo>
                  <a:pt x="0" y="819"/>
                </a:lnTo>
                <a:cubicBezTo>
                  <a:pt x="0" y="774"/>
                  <a:pt x="4" y="731"/>
                  <a:pt x="11" y="688"/>
                </a:cubicBezTo>
                <a:cubicBezTo>
                  <a:pt x="74" y="297"/>
                  <a:pt x="412" y="0"/>
                  <a:pt x="820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29" name="Freeform 428">
            <a:extLst>
              <a:ext uri="{FF2B5EF4-FFF2-40B4-BE49-F238E27FC236}">
                <a16:creationId xmlns:a16="http://schemas.microsoft.com/office/drawing/2014/main" id="{176427F5-A518-F64C-9BBC-3A1EB7B73D35}"/>
              </a:ext>
            </a:extLst>
          </p:cNvPr>
          <p:cNvSpPr/>
          <p:nvPr/>
        </p:nvSpPr>
        <p:spPr>
          <a:xfrm>
            <a:off x="2305960" y="10432186"/>
            <a:ext cx="5434140" cy="856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63" h="688">
                <a:moveTo>
                  <a:pt x="4363" y="0"/>
                </a:moveTo>
                <a:lnTo>
                  <a:pt x="4363" y="688"/>
                </a:lnTo>
                <a:lnTo>
                  <a:pt x="0" y="688"/>
                </a:lnTo>
                <a:cubicBezTo>
                  <a:pt x="63" y="297"/>
                  <a:pt x="401" y="0"/>
                  <a:pt x="809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31" name="Freeform 430">
            <a:extLst>
              <a:ext uri="{FF2B5EF4-FFF2-40B4-BE49-F238E27FC236}">
                <a16:creationId xmlns:a16="http://schemas.microsoft.com/office/drawing/2014/main" id="{37E42E4D-C37E-0C4C-A751-CC843A6D6AAE}"/>
              </a:ext>
            </a:extLst>
          </p:cNvPr>
          <p:cNvSpPr/>
          <p:nvPr/>
        </p:nvSpPr>
        <p:spPr>
          <a:xfrm>
            <a:off x="5908794" y="10432186"/>
            <a:ext cx="1831314" cy="85616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71" h="688">
                <a:moveTo>
                  <a:pt x="1471" y="0"/>
                </a:moveTo>
                <a:lnTo>
                  <a:pt x="1471" y="688"/>
                </a:lnTo>
                <a:lnTo>
                  <a:pt x="171" y="688"/>
                </a:lnTo>
                <a:cubicBezTo>
                  <a:pt x="62" y="482"/>
                  <a:pt x="0" y="248"/>
                  <a:pt x="0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03" name="Freeform 502">
            <a:extLst>
              <a:ext uri="{FF2B5EF4-FFF2-40B4-BE49-F238E27FC236}">
                <a16:creationId xmlns:a16="http://schemas.microsoft.com/office/drawing/2014/main" id="{DE10A5E9-0894-A143-9136-24DCE53E77EB}"/>
              </a:ext>
            </a:extLst>
          </p:cNvPr>
          <p:cNvSpPr/>
          <p:nvPr/>
        </p:nvSpPr>
        <p:spPr>
          <a:xfrm>
            <a:off x="2187614" y="11172442"/>
            <a:ext cx="234209" cy="23304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89" h="188">
                <a:moveTo>
                  <a:pt x="189" y="94"/>
                </a:moveTo>
                <a:cubicBezTo>
                  <a:pt x="189" y="146"/>
                  <a:pt x="147" y="188"/>
                  <a:pt x="95" y="188"/>
                </a:cubicBezTo>
                <a:cubicBezTo>
                  <a:pt x="43" y="188"/>
                  <a:pt x="0" y="146"/>
                  <a:pt x="0" y="94"/>
                </a:cubicBezTo>
                <a:cubicBezTo>
                  <a:pt x="0" y="42"/>
                  <a:pt x="43" y="0"/>
                  <a:pt x="95" y="0"/>
                </a:cubicBezTo>
                <a:cubicBezTo>
                  <a:pt x="147" y="0"/>
                  <a:pt x="189" y="42"/>
                  <a:pt x="189" y="94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04" name="Freeform 503">
            <a:extLst>
              <a:ext uri="{FF2B5EF4-FFF2-40B4-BE49-F238E27FC236}">
                <a16:creationId xmlns:a16="http://schemas.microsoft.com/office/drawing/2014/main" id="{55496E77-544C-2145-BB5F-12DED936DB5D}"/>
              </a:ext>
            </a:extLst>
          </p:cNvPr>
          <p:cNvSpPr/>
          <p:nvPr/>
        </p:nvSpPr>
        <p:spPr>
          <a:xfrm>
            <a:off x="1503674" y="4152436"/>
            <a:ext cx="801044" cy="356795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44" h="2864" fill="none">
                <a:moveTo>
                  <a:pt x="644" y="0"/>
                </a:moveTo>
                <a:lnTo>
                  <a:pt x="0" y="0"/>
                </a:lnTo>
                <a:lnTo>
                  <a:pt x="0" y="2864"/>
                </a:lnTo>
                <a:lnTo>
                  <a:pt x="644" y="2864"/>
                </a:lnTo>
              </a:path>
            </a:pathLst>
          </a:custGeom>
          <a:solidFill>
            <a:schemeClr val="tx2"/>
          </a:solidFill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05" name="Freeform 504">
            <a:extLst>
              <a:ext uri="{FF2B5EF4-FFF2-40B4-BE49-F238E27FC236}">
                <a16:creationId xmlns:a16="http://schemas.microsoft.com/office/drawing/2014/main" id="{D772D82A-61E1-AD44-80C5-9020FD20F69D}"/>
              </a:ext>
            </a:extLst>
          </p:cNvPr>
          <p:cNvSpPr/>
          <p:nvPr/>
        </p:nvSpPr>
        <p:spPr>
          <a:xfrm>
            <a:off x="1503674" y="7720391"/>
            <a:ext cx="801044" cy="356795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44" h="2864" fill="none">
                <a:moveTo>
                  <a:pt x="0" y="0"/>
                </a:moveTo>
                <a:lnTo>
                  <a:pt x="0" y="2864"/>
                </a:lnTo>
                <a:lnTo>
                  <a:pt x="644" y="2864"/>
                </a:lnTo>
              </a:path>
            </a:pathLst>
          </a:custGeom>
          <a:solidFill>
            <a:schemeClr val="tx2"/>
          </a:solidFill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55" name="Freeform 354">
            <a:extLst>
              <a:ext uri="{FF2B5EF4-FFF2-40B4-BE49-F238E27FC236}">
                <a16:creationId xmlns:a16="http://schemas.microsoft.com/office/drawing/2014/main" id="{8233238E-8B32-0849-894F-22ADA7590CD5}"/>
              </a:ext>
            </a:extLst>
          </p:cNvPr>
          <p:cNvSpPr/>
          <p:nvPr/>
        </p:nvSpPr>
        <p:spPr>
          <a:xfrm>
            <a:off x="6511757" y="7003808"/>
            <a:ext cx="626633" cy="574512"/>
          </a:xfrm>
          <a:custGeom>
            <a:avLst/>
            <a:gdLst>
              <a:gd name="connsiteX0" fmla="*/ 312694 w 626633"/>
              <a:gd name="connsiteY0" fmla="*/ 400039 h 574512"/>
              <a:gd name="connsiteX1" fmla="*/ 312694 w 626633"/>
              <a:gd name="connsiteY1" fmla="*/ 471302 h 574512"/>
              <a:gd name="connsiteX2" fmla="*/ 328331 w 626633"/>
              <a:gd name="connsiteY2" fmla="*/ 487275 h 574512"/>
              <a:gd name="connsiteX3" fmla="*/ 331939 w 626633"/>
              <a:gd name="connsiteY3" fmla="*/ 487275 h 574512"/>
              <a:gd name="connsiteX4" fmla="*/ 347576 w 626633"/>
              <a:gd name="connsiteY4" fmla="*/ 471302 h 574512"/>
              <a:gd name="connsiteX5" fmla="*/ 347576 w 626633"/>
              <a:gd name="connsiteY5" fmla="*/ 400039 h 574512"/>
              <a:gd name="connsiteX6" fmla="*/ 270044 w 626633"/>
              <a:gd name="connsiteY6" fmla="*/ 400039 h 574512"/>
              <a:gd name="connsiteX7" fmla="*/ 218001 w 626633"/>
              <a:gd name="connsiteY7" fmla="*/ 536045 h 574512"/>
              <a:gd name="connsiteX8" fmla="*/ 218001 w 626633"/>
              <a:gd name="connsiteY8" fmla="*/ 554591 h 574512"/>
              <a:gd name="connsiteX9" fmla="*/ 222957 w 626633"/>
              <a:gd name="connsiteY9" fmla="*/ 557064 h 574512"/>
              <a:gd name="connsiteX10" fmla="*/ 443522 w 626633"/>
              <a:gd name="connsiteY10" fmla="*/ 557064 h 574512"/>
              <a:gd name="connsiteX11" fmla="*/ 446000 w 626633"/>
              <a:gd name="connsiteY11" fmla="*/ 557064 h 574512"/>
              <a:gd name="connsiteX12" fmla="*/ 442283 w 626633"/>
              <a:gd name="connsiteY12" fmla="*/ 534809 h 574512"/>
              <a:gd name="connsiteX13" fmla="*/ 389000 w 626633"/>
              <a:gd name="connsiteY13" fmla="*/ 400039 h 574512"/>
              <a:gd name="connsiteX14" fmla="*/ 362979 w 626633"/>
              <a:gd name="connsiteY14" fmla="*/ 400039 h 574512"/>
              <a:gd name="connsiteX15" fmla="*/ 362979 w 626633"/>
              <a:gd name="connsiteY15" fmla="*/ 471751 h 574512"/>
              <a:gd name="connsiteX16" fmla="*/ 330761 w 626633"/>
              <a:gd name="connsiteY16" fmla="*/ 503898 h 574512"/>
              <a:gd name="connsiteX17" fmla="*/ 327044 w 626633"/>
              <a:gd name="connsiteY17" fmla="*/ 503898 h 574512"/>
              <a:gd name="connsiteX18" fmla="*/ 294826 w 626633"/>
              <a:gd name="connsiteY18" fmla="*/ 471751 h 574512"/>
              <a:gd name="connsiteX19" fmla="*/ 294826 w 626633"/>
              <a:gd name="connsiteY19" fmla="*/ 400039 h 574512"/>
              <a:gd name="connsiteX20" fmla="*/ 235397 w 626633"/>
              <a:gd name="connsiteY20" fmla="*/ 348944 h 574512"/>
              <a:gd name="connsiteX21" fmla="*/ 407431 w 626633"/>
              <a:gd name="connsiteY21" fmla="*/ 348944 h 574512"/>
              <a:gd name="connsiteX22" fmla="*/ 416094 w 626633"/>
              <a:gd name="connsiteY22" fmla="*/ 356997 h 574512"/>
              <a:gd name="connsiteX23" fmla="*/ 407431 w 626633"/>
              <a:gd name="connsiteY23" fmla="*/ 363899 h 574512"/>
              <a:gd name="connsiteX24" fmla="*/ 235397 w 626633"/>
              <a:gd name="connsiteY24" fmla="*/ 363899 h 574512"/>
              <a:gd name="connsiteX25" fmla="*/ 226734 w 626633"/>
              <a:gd name="connsiteY25" fmla="*/ 356997 h 574512"/>
              <a:gd name="connsiteX26" fmla="*/ 235397 w 626633"/>
              <a:gd name="connsiteY26" fmla="*/ 348944 h 574512"/>
              <a:gd name="connsiteX27" fmla="*/ 16195 w 626633"/>
              <a:gd name="connsiteY27" fmla="*/ 320281 h 574512"/>
              <a:gd name="connsiteX28" fmla="*/ 16195 w 626633"/>
              <a:gd name="connsiteY28" fmla="*/ 363044 h 574512"/>
              <a:gd name="connsiteX29" fmla="*/ 36086 w 626633"/>
              <a:gd name="connsiteY29" fmla="*/ 382592 h 574512"/>
              <a:gd name="connsiteX30" fmla="*/ 266074 w 626633"/>
              <a:gd name="connsiteY30" fmla="*/ 382592 h 574512"/>
              <a:gd name="connsiteX31" fmla="*/ 303370 w 626633"/>
              <a:gd name="connsiteY31" fmla="*/ 382592 h 574512"/>
              <a:gd name="connsiteX32" fmla="*/ 355583 w 626633"/>
              <a:gd name="connsiteY32" fmla="*/ 382592 h 574512"/>
              <a:gd name="connsiteX33" fmla="*/ 395365 w 626633"/>
              <a:gd name="connsiteY33" fmla="*/ 382592 h 574512"/>
              <a:gd name="connsiteX34" fmla="*/ 589301 w 626633"/>
              <a:gd name="connsiteY34" fmla="*/ 382592 h 574512"/>
              <a:gd name="connsiteX35" fmla="*/ 609192 w 626633"/>
              <a:gd name="connsiteY35" fmla="*/ 363044 h 574512"/>
              <a:gd name="connsiteX36" fmla="*/ 609192 w 626633"/>
              <a:gd name="connsiteY36" fmla="*/ 320281 h 574512"/>
              <a:gd name="connsiteX37" fmla="*/ 291168 w 626633"/>
              <a:gd name="connsiteY37" fmla="*/ 61065 h 574512"/>
              <a:gd name="connsiteX38" fmla="*/ 283760 w 626633"/>
              <a:gd name="connsiteY38" fmla="*/ 67253 h 574512"/>
              <a:gd name="connsiteX39" fmla="*/ 283760 w 626633"/>
              <a:gd name="connsiteY39" fmla="*/ 135323 h 574512"/>
              <a:gd name="connsiteX40" fmla="*/ 283760 w 626633"/>
              <a:gd name="connsiteY40" fmla="*/ 195967 h 574512"/>
              <a:gd name="connsiteX41" fmla="*/ 276353 w 626633"/>
              <a:gd name="connsiteY41" fmla="*/ 203393 h 574512"/>
              <a:gd name="connsiteX42" fmla="*/ 267711 w 626633"/>
              <a:gd name="connsiteY42" fmla="*/ 195967 h 574512"/>
              <a:gd name="connsiteX43" fmla="*/ 267711 w 626633"/>
              <a:gd name="connsiteY43" fmla="*/ 135323 h 574512"/>
              <a:gd name="connsiteX44" fmla="*/ 260304 w 626633"/>
              <a:gd name="connsiteY44" fmla="*/ 129135 h 574512"/>
              <a:gd name="connsiteX45" fmla="*/ 252896 w 626633"/>
              <a:gd name="connsiteY45" fmla="*/ 135323 h 574512"/>
              <a:gd name="connsiteX46" fmla="*/ 252896 w 626633"/>
              <a:gd name="connsiteY46" fmla="*/ 217007 h 574512"/>
              <a:gd name="connsiteX47" fmla="*/ 276353 w 626633"/>
              <a:gd name="connsiteY47" fmla="*/ 240522 h 574512"/>
              <a:gd name="connsiteX48" fmla="*/ 361538 w 626633"/>
              <a:gd name="connsiteY48" fmla="*/ 240522 h 574512"/>
              <a:gd name="connsiteX49" fmla="*/ 389933 w 626633"/>
              <a:gd name="connsiteY49" fmla="*/ 213294 h 574512"/>
              <a:gd name="connsiteX50" fmla="*/ 389933 w 626633"/>
              <a:gd name="connsiteY50" fmla="*/ 101907 h 574512"/>
              <a:gd name="connsiteX51" fmla="*/ 382526 w 626633"/>
              <a:gd name="connsiteY51" fmla="*/ 94481 h 574512"/>
              <a:gd name="connsiteX52" fmla="*/ 375118 w 626633"/>
              <a:gd name="connsiteY52" fmla="*/ 101907 h 574512"/>
              <a:gd name="connsiteX53" fmla="*/ 375118 w 626633"/>
              <a:gd name="connsiteY53" fmla="*/ 165027 h 574512"/>
              <a:gd name="connsiteX54" fmla="*/ 366476 w 626633"/>
              <a:gd name="connsiteY54" fmla="*/ 172452 h 574512"/>
              <a:gd name="connsiteX55" fmla="*/ 359069 w 626633"/>
              <a:gd name="connsiteY55" fmla="*/ 165027 h 574512"/>
              <a:gd name="connsiteX56" fmla="*/ 359069 w 626633"/>
              <a:gd name="connsiteY56" fmla="*/ 101907 h 574512"/>
              <a:gd name="connsiteX57" fmla="*/ 351662 w 626633"/>
              <a:gd name="connsiteY57" fmla="*/ 94481 h 574512"/>
              <a:gd name="connsiteX58" fmla="*/ 344254 w 626633"/>
              <a:gd name="connsiteY58" fmla="*/ 101907 h 574512"/>
              <a:gd name="connsiteX59" fmla="*/ 344254 w 626633"/>
              <a:gd name="connsiteY59" fmla="*/ 165027 h 574512"/>
              <a:gd name="connsiteX60" fmla="*/ 336847 w 626633"/>
              <a:gd name="connsiteY60" fmla="*/ 173690 h 574512"/>
              <a:gd name="connsiteX61" fmla="*/ 328205 w 626633"/>
              <a:gd name="connsiteY61" fmla="*/ 165027 h 574512"/>
              <a:gd name="connsiteX62" fmla="*/ 328205 w 626633"/>
              <a:gd name="connsiteY62" fmla="*/ 101907 h 574512"/>
              <a:gd name="connsiteX63" fmla="*/ 320797 w 626633"/>
              <a:gd name="connsiteY63" fmla="*/ 94481 h 574512"/>
              <a:gd name="connsiteX64" fmla="*/ 314625 w 626633"/>
              <a:gd name="connsiteY64" fmla="*/ 101907 h 574512"/>
              <a:gd name="connsiteX65" fmla="*/ 313390 w 626633"/>
              <a:gd name="connsiteY65" fmla="*/ 165027 h 574512"/>
              <a:gd name="connsiteX66" fmla="*/ 305983 w 626633"/>
              <a:gd name="connsiteY66" fmla="*/ 173690 h 574512"/>
              <a:gd name="connsiteX67" fmla="*/ 297341 w 626633"/>
              <a:gd name="connsiteY67" fmla="*/ 165027 h 574512"/>
              <a:gd name="connsiteX68" fmla="*/ 297341 w 626633"/>
              <a:gd name="connsiteY68" fmla="*/ 101907 h 574512"/>
              <a:gd name="connsiteX69" fmla="*/ 297341 w 626633"/>
              <a:gd name="connsiteY69" fmla="*/ 67253 h 574512"/>
              <a:gd name="connsiteX70" fmla="*/ 291168 w 626633"/>
              <a:gd name="connsiteY70" fmla="*/ 61065 h 574512"/>
              <a:gd name="connsiteX71" fmla="*/ 291115 w 626633"/>
              <a:gd name="connsiteY71" fmla="*/ 43618 h 574512"/>
              <a:gd name="connsiteX72" fmla="*/ 314612 w 626633"/>
              <a:gd name="connsiteY72" fmla="*/ 67160 h 574512"/>
              <a:gd name="connsiteX73" fmla="*/ 314612 w 626633"/>
              <a:gd name="connsiteY73" fmla="*/ 79550 h 574512"/>
              <a:gd name="connsiteX74" fmla="*/ 320796 w 626633"/>
              <a:gd name="connsiteY74" fmla="*/ 79550 h 574512"/>
              <a:gd name="connsiteX75" fmla="*/ 336873 w 626633"/>
              <a:gd name="connsiteY75" fmla="*/ 84506 h 574512"/>
              <a:gd name="connsiteX76" fmla="*/ 351713 w 626633"/>
              <a:gd name="connsiteY76" fmla="*/ 79550 h 574512"/>
              <a:gd name="connsiteX77" fmla="*/ 366554 w 626633"/>
              <a:gd name="connsiteY77" fmla="*/ 84506 h 574512"/>
              <a:gd name="connsiteX78" fmla="*/ 382631 w 626633"/>
              <a:gd name="connsiteY78" fmla="*/ 79550 h 574512"/>
              <a:gd name="connsiteX79" fmla="*/ 406128 w 626633"/>
              <a:gd name="connsiteY79" fmla="*/ 101852 h 574512"/>
              <a:gd name="connsiteX80" fmla="*/ 406128 w 626633"/>
              <a:gd name="connsiteY80" fmla="*/ 213364 h 574512"/>
              <a:gd name="connsiteX81" fmla="*/ 361607 w 626633"/>
              <a:gd name="connsiteY81" fmla="*/ 257969 h 574512"/>
              <a:gd name="connsiteX82" fmla="*/ 276275 w 626633"/>
              <a:gd name="connsiteY82" fmla="*/ 257969 h 574512"/>
              <a:gd name="connsiteX83" fmla="*/ 273801 w 626633"/>
              <a:gd name="connsiteY83" fmla="*/ 256730 h 574512"/>
              <a:gd name="connsiteX84" fmla="*/ 236700 w 626633"/>
              <a:gd name="connsiteY84" fmla="*/ 217081 h 574512"/>
              <a:gd name="connsiteX85" fmla="*/ 236700 w 626633"/>
              <a:gd name="connsiteY85" fmla="*/ 135306 h 574512"/>
              <a:gd name="connsiteX86" fmla="*/ 260198 w 626633"/>
              <a:gd name="connsiteY86" fmla="*/ 111765 h 574512"/>
              <a:gd name="connsiteX87" fmla="*/ 267618 w 626633"/>
              <a:gd name="connsiteY87" fmla="*/ 114243 h 574512"/>
              <a:gd name="connsiteX88" fmla="*/ 267618 w 626633"/>
              <a:gd name="connsiteY88" fmla="*/ 67160 h 574512"/>
              <a:gd name="connsiteX89" fmla="*/ 291115 w 626633"/>
              <a:gd name="connsiteY89" fmla="*/ 43618 h 574512"/>
              <a:gd name="connsiteX90" fmla="*/ 36086 w 626633"/>
              <a:gd name="connsiteY90" fmla="*/ 16201 h 574512"/>
              <a:gd name="connsiteX91" fmla="*/ 16195 w 626633"/>
              <a:gd name="connsiteY91" fmla="*/ 36055 h 574512"/>
              <a:gd name="connsiteX92" fmla="*/ 16195 w 626633"/>
              <a:gd name="connsiteY92" fmla="*/ 302834 h 574512"/>
              <a:gd name="connsiteX93" fmla="*/ 609192 w 626633"/>
              <a:gd name="connsiteY93" fmla="*/ 302834 h 574512"/>
              <a:gd name="connsiteX94" fmla="*/ 609192 w 626633"/>
              <a:gd name="connsiteY94" fmla="*/ 36055 h 574512"/>
              <a:gd name="connsiteX95" fmla="*/ 589301 w 626633"/>
              <a:gd name="connsiteY95" fmla="*/ 16201 h 574512"/>
              <a:gd name="connsiteX96" fmla="*/ 36057 w 626633"/>
              <a:gd name="connsiteY96" fmla="*/ 0 h 574512"/>
              <a:gd name="connsiteX97" fmla="*/ 589334 w 626633"/>
              <a:gd name="connsiteY97" fmla="*/ 0 h 574512"/>
              <a:gd name="connsiteX98" fmla="*/ 626633 w 626633"/>
              <a:gd name="connsiteY98" fmla="*/ 36063 h 574512"/>
              <a:gd name="connsiteX99" fmla="*/ 626633 w 626633"/>
              <a:gd name="connsiteY99" fmla="*/ 363112 h 574512"/>
              <a:gd name="connsiteX100" fmla="*/ 589334 w 626633"/>
              <a:gd name="connsiteY100" fmla="*/ 399174 h 574512"/>
              <a:gd name="connsiteX101" fmla="*/ 407809 w 626633"/>
              <a:gd name="connsiteY101" fmla="*/ 399174 h 574512"/>
              <a:gd name="connsiteX102" fmla="*/ 458785 w 626633"/>
              <a:gd name="connsiteY102" fmla="*/ 529745 h 574512"/>
              <a:gd name="connsiteX103" fmla="*/ 460028 w 626633"/>
              <a:gd name="connsiteY103" fmla="*/ 565807 h 574512"/>
              <a:gd name="connsiteX104" fmla="*/ 445109 w 626633"/>
              <a:gd name="connsiteY104" fmla="*/ 574512 h 574512"/>
              <a:gd name="connsiteX105" fmla="*/ 223798 w 626633"/>
              <a:gd name="connsiteY105" fmla="*/ 574512 h 574512"/>
              <a:gd name="connsiteX106" fmla="*/ 205148 w 626633"/>
              <a:gd name="connsiteY106" fmla="*/ 563320 h 574512"/>
              <a:gd name="connsiteX107" fmla="*/ 202661 w 626633"/>
              <a:gd name="connsiteY107" fmla="*/ 529745 h 574512"/>
              <a:gd name="connsiteX108" fmla="*/ 253637 w 626633"/>
              <a:gd name="connsiteY108" fmla="*/ 399174 h 574512"/>
              <a:gd name="connsiteX109" fmla="*/ 36057 w 626633"/>
              <a:gd name="connsiteY109" fmla="*/ 399174 h 574512"/>
              <a:gd name="connsiteX110" fmla="*/ 0 w 626633"/>
              <a:gd name="connsiteY110" fmla="*/ 363112 h 574512"/>
              <a:gd name="connsiteX111" fmla="*/ 0 w 626633"/>
              <a:gd name="connsiteY111" fmla="*/ 36063 h 574512"/>
              <a:gd name="connsiteX112" fmla="*/ 36057 w 626633"/>
              <a:gd name="connsiteY112" fmla="*/ 0 h 574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26633" h="574512">
                <a:moveTo>
                  <a:pt x="312694" y="400039"/>
                </a:moveTo>
                <a:lnTo>
                  <a:pt x="312694" y="471302"/>
                </a:lnTo>
                <a:cubicBezTo>
                  <a:pt x="312694" y="479903"/>
                  <a:pt x="319911" y="487275"/>
                  <a:pt x="328331" y="487275"/>
                </a:cubicBezTo>
                <a:lnTo>
                  <a:pt x="331939" y="487275"/>
                </a:lnTo>
                <a:cubicBezTo>
                  <a:pt x="340359" y="487275"/>
                  <a:pt x="347576" y="479903"/>
                  <a:pt x="347576" y="471302"/>
                </a:cubicBezTo>
                <a:lnTo>
                  <a:pt x="347576" y="400039"/>
                </a:lnTo>
                <a:close/>
                <a:moveTo>
                  <a:pt x="270044" y="400039"/>
                </a:moveTo>
                <a:lnTo>
                  <a:pt x="218001" y="536045"/>
                </a:lnTo>
                <a:cubicBezTo>
                  <a:pt x="214283" y="542227"/>
                  <a:pt x="214283" y="550882"/>
                  <a:pt x="218001" y="554591"/>
                </a:cubicBezTo>
                <a:cubicBezTo>
                  <a:pt x="219240" y="557064"/>
                  <a:pt x="220479" y="557064"/>
                  <a:pt x="222957" y="557064"/>
                </a:cubicBezTo>
                <a:lnTo>
                  <a:pt x="443522" y="557064"/>
                </a:lnTo>
                <a:cubicBezTo>
                  <a:pt x="444761" y="557064"/>
                  <a:pt x="444761" y="557064"/>
                  <a:pt x="446000" y="557064"/>
                </a:cubicBezTo>
                <a:cubicBezTo>
                  <a:pt x="446000" y="557064"/>
                  <a:pt x="448478" y="553355"/>
                  <a:pt x="442283" y="534809"/>
                </a:cubicBezTo>
                <a:lnTo>
                  <a:pt x="389000" y="400039"/>
                </a:lnTo>
                <a:lnTo>
                  <a:pt x="362979" y="400039"/>
                </a:lnTo>
                <a:lnTo>
                  <a:pt x="362979" y="471751"/>
                </a:lnTo>
                <a:cubicBezTo>
                  <a:pt x="362979" y="489061"/>
                  <a:pt x="348109" y="503898"/>
                  <a:pt x="330761" y="503898"/>
                </a:cubicBezTo>
                <a:lnTo>
                  <a:pt x="327044" y="503898"/>
                </a:lnTo>
                <a:cubicBezTo>
                  <a:pt x="309696" y="503898"/>
                  <a:pt x="294826" y="489061"/>
                  <a:pt x="294826" y="471751"/>
                </a:cubicBezTo>
                <a:lnTo>
                  <a:pt x="294826" y="400039"/>
                </a:lnTo>
                <a:close/>
                <a:moveTo>
                  <a:pt x="235397" y="348944"/>
                </a:moveTo>
                <a:lnTo>
                  <a:pt x="407431" y="348944"/>
                </a:lnTo>
                <a:cubicBezTo>
                  <a:pt x="412381" y="348944"/>
                  <a:pt x="416094" y="352395"/>
                  <a:pt x="416094" y="356997"/>
                </a:cubicBezTo>
                <a:cubicBezTo>
                  <a:pt x="416094" y="360448"/>
                  <a:pt x="412381" y="363899"/>
                  <a:pt x="407431" y="363899"/>
                </a:cubicBezTo>
                <a:lnTo>
                  <a:pt x="235397" y="363899"/>
                </a:lnTo>
                <a:cubicBezTo>
                  <a:pt x="230447" y="363899"/>
                  <a:pt x="226734" y="360448"/>
                  <a:pt x="226734" y="356997"/>
                </a:cubicBezTo>
                <a:cubicBezTo>
                  <a:pt x="226734" y="352395"/>
                  <a:pt x="230447" y="348944"/>
                  <a:pt x="235397" y="348944"/>
                </a:cubicBezTo>
                <a:close/>
                <a:moveTo>
                  <a:pt x="16195" y="320281"/>
                </a:moveTo>
                <a:lnTo>
                  <a:pt x="16195" y="363044"/>
                </a:lnTo>
                <a:cubicBezTo>
                  <a:pt x="16195" y="374040"/>
                  <a:pt x="24898" y="382592"/>
                  <a:pt x="36086" y="382592"/>
                </a:cubicBezTo>
                <a:lnTo>
                  <a:pt x="266074" y="382592"/>
                </a:lnTo>
                <a:lnTo>
                  <a:pt x="303370" y="382592"/>
                </a:lnTo>
                <a:lnTo>
                  <a:pt x="355583" y="382592"/>
                </a:lnTo>
                <a:lnTo>
                  <a:pt x="395365" y="382592"/>
                </a:lnTo>
                <a:lnTo>
                  <a:pt x="589301" y="382592"/>
                </a:lnTo>
                <a:cubicBezTo>
                  <a:pt x="600490" y="382592"/>
                  <a:pt x="609192" y="374040"/>
                  <a:pt x="609192" y="363044"/>
                </a:cubicBezTo>
                <a:lnTo>
                  <a:pt x="609192" y="320281"/>
                </a:lnTo>
                <a:close/>
                <a:moveTo>
                  <a:pt x="291168" y="61065"/>
                </a:moveTo>
                <a:cubicBezTo>
                  <a:pt x="287464" y="61065"/>
                  <a:pt x="283760" y="63541"/>
                  <a:pt x="283760" y="67253"/>
                </a:cubicBezTo>
                <a:lnTo>
                  <a:pt x="283760" y="135323"/>
                </a:lnTo>
                <a:lnTo>
                  <a:pt x="283760" y="195967"/>
                </a:lnTo>
                <a:cubicBezTo>
                  <a:pt x="283760" y="199680"/>
                  <a:pt x="280057" y="203393"/>
                  <a:pt x="276353" y="203393"/>
                </a:cubicBezTo>
                <a:cubicBezTo>
                  <a:pt x="271415" y="203393"/>
                  <a:pt x="267711" y="199680"/>
                  <a:pt x="267711" y="195967"/>
                </a:cubicBezTo>
                <a:lnTo>
                  <a:pt x="267711" y="135323"/>
                </a:lnTo>
                <a:cubicBezTo>
                  <a:pt x="267711" y="131610"/>
                  <a:pt x="264007" y="129135"/>
                  <a:pt x="260304" y="129135"/>
                </a:cubicBezTo>
                <a:cubicBezTo>
                  <a:pt x="256600" y="129135"/>
                  <a:pt x="252896" y="131610"/>
                  <a:pt x="252896" y="135323"/>
                </a:cubicBezTo>
                <a:lnTo>
                  <a:pt x="252896" y="217007"/>
                </a:lnTo>
                <a:cubicBezTo>
                  <a:pt x="252896" y="230621"/>
                  <a:pt x="262773" y="240522"/>
                  <a:pt x="276353" y="240522"/>
                </a:cubicBezTo>
                <a:lnTo>
                  <a:pt x="361538" y="240522"/>
                </a:lnTo>
                <a:cubicBezTo>
                  <a:pt x="377588" y="240522"/>
                  <a:pt x="389933" y="229384"/>
                  <a:pt x="389933" y="213294"/>
                </a:cubicBezTo>
                <a:lnTo>
                  <a:pt x="389933" y="101907"/>
                </a:lnTo>
                <a:cubicBezTo>
                  <a:pt x="389933" y="98194"/>
                  <a:pt x="386230" y="94481"/>
                  <a:pt x="382526" y="94481"/>
                </a:cubicBezTo>
                <a:cubicBezTo>
                  <a:pt x="378822" y="94481"/>
                  <a:pt x="375118" y="98194"/>
                  <a:pt x="375118" y="101907"/>
                </a:cubicBezTo>
                <a:lnTo>
                  <a:pt x="375118" y="165027"/>
                </a:lnTo>
                <a:cubicBezTo>
                  <a:pt x="375118" y="169977"/>
                  <a:pt x="371415" y="172452"/>
                  <a:pt x="366476" y="172452"/>
                </a:cubicBezTo>
                <a:cubicBezTo>
                  <a:pt x="362773" y="172452"/>
                  <a:pt x="359069" y="169977"/>
                  <a:pt x="359069" y="165027"/>
                </a:cubicBezTo>
                <a:lnTo>
                  <a:pt x="359069" y="101907"/>
                </a:lnTo>
                <a:cubicBezTo>
                  <a:pt x="359069" y="98194"/>
                  <a:pt x="355365" y="94481"/>
                  <a:pt x="351662" y="94481"/>
                </a:cubicBezTo>
                <a:cubicBezTo>
                  <a:pt x="347958" y="94481"/>
                  <a:pt x="344254" y="98194"/>
                  <a:pt x="344254" y="101907"/>
                </a:cubicBezTo>
                <a:lnTo>
                  <a:pt x="344254" y="165027"/>
                </a:lnTo>
                <a:cubicBezTo>
                  <a:pt x="344254" y="169977"/>
                  <a:pt x="341785" y="173690"/>
                  <a:pt x="336847" y="173690"/>
                </a:cubicBezTo>
                <a:cubicBezTo>
                  <a:pt x="331909" y="173690"/>
                  <a:pt x="328205" y="169977"/>
                  <a:pt x="328205" y="165027"/>
                </a:cubicBezTo>
                <a:lnTo>
                  <a:pt x="328205" y="101907"/>
                </a:lnTo>
                <a:cubicBezTo>
                  <a:pt x="328205" y="98194"/>
                  <a:pt x="325736" y="94481"/>
                  <a:pt x="320797" y="94481"/>
                </a:cubicBezTo>
                <a:cubicBezTo>
                  <a:pt x="317094" y="94481"/>
                  <a:pt x="314625" y="98194"/>
                  <a:pt x="314625" y="101907"/>
                </a:cubicBezTo>
                <a:lnTo>
                  <a:pt x="313390" y="165027"/>
                </a:lnTo>
                <a:cubicBezTo>
                  <a:pt x="313390" y="169977"/>
                  <a:pt x="310921" y="173690"/>
                  <a:pt x="305983" y="173690"/>
                </a:cubicBezTo>
                <a:cubicBezTo>
                  <a:pt x="301044" y="173690"/>
                  <a:pt x="297341" y="169977"/>
                  <a:pt x="297341" y="165027"/>
                </a:cubicBezTo>
                <a:lnTo>
                  <a:pt x="297341" y="101907"/>
                </a:lnTo>
                <a:lnTo>
                  <a:pt x="297341" y="67253"/>
                </a:lnTo>
                <a:cubicBezTo>
                  <a:pt x="297341" y="63541"/>
                  <a:pt x="294872" y="61065"/>
                  <a:pt x="291168" y="61065"/>
                </a:cubicBezTo>
                <a:close/>
                <a:moveTo>
                  <a:pt x="291115" y="43618"/>
                </a:moveTo>
                <a:cubicBezTo>
                  <a:pt x="303482" y="43618"/>
                  <a:pt x="314612" y="54769"/>
                  <a:pt x="314612" y="67160"/>
                </a:cubicBezTo>
                <a:lnTo>
                  <a:pt x="314612" y="79550"/>
                </a:lnTo>
                <a:cubicBezTo>
                  <a:pt x="315849" y="79550"/>
                  <a:pt x="318322" y="79550"/>
                  <a:pt x="320796" y="79550"/>
                </a:cubicBezTo>
                <a:cubicBezTo>
                  <a:pt x="326979" y="79550"/>
                  <a:pt x="331926" y="80789"/>
                  <a:pt x="336873" y="84506"/>
                </a:cubicBezTo>
                <a:cubicBezTo>
                  <a:pt x="340583" y="80789"/>
                  <a:pt x="345530" y="79550"/>
                  <a:pt x="351713" y="79550"/>
                </a:cubicBezTo>
                <a:cubicBezTo>
                  <a:pt x="357897" y="79550"/>
                  <a:pt x="362844" y="80789"/>
                  <a:pt x="366554" y="84506"/>
                </a:cubicBezTo>
                <a:cubicBezTo>
                  <a:pt x="371501" y="80789"/>
                  <a:pt x="376447" y="79550"/>
                  <a:pt x="382631" y="79550"/>
                </a:cubicBezTo>
                <a:cubicBezTo>
                  <a:pt x="394998" y="79550"/>
                  <a:pt x="406128" y="89462"/>
                  <a:pt x="406128" y="101852"/>
                </a:cubicBezTo>
                <a:lnTo>
                  <a:pt x="406128" y="213364"/>
                </a:lnTo>
                <a:cubicBezTo>
                  <a:pt x="406128" y="238145"/>
                  <a:pt x="386341" y="257969"/>
                  <a:pt x="361607" y="257969"/>
                </a:cubicBezTo>
                <a:lnTo>
                  <a:pt x="276275" y="257969"/>
                </a:lnTo>
                <a:cubicBezTo>
                  <a:pt x="275038" y="257969"/>
                  <a:pt x="273801" y="257969"/>
                  <a:pt x="273801" y="256730"/>
                </a:cubicBezTo>
                <a:cubicBezTo>
                  <a:pt x="252777" y="255491"/>
                  <a:pt x="236700" y="238145"/>
                  <a:pt x="236700" y="217081"/>
                </a:cubicBezTo>
                <a:lnTo>
                  <a:pt x="236700" y="135306"/>
                </a:lnTo>
                <a:cubicBezTo>
                  <a:pt x="236700" y="122916"/>
                  <a:pt x="246594" y="111765"/>
                  <a:pt x="260198" y="111765"/>
                </a:cubicBezTo>
                <a:cubicBezTo>
                  <a:pt x="262671" y="111765"/>
                  <a:pt x="265144" y="113004"/>
                  <a:pt x="267618" y="114243"/>
                </a:cubicBezTo>
                <a:lnTo>
                  <a:pt x="267618" y="67160"/>
                </a:lnTo>
                <a:cubicBezTo>
                  <a:pt x="267618" y="54769"/>
                  <a:pt x="277511" y="43618"/>
                  <a:pt x="291115" y="43618"/>
                </a:cubicBezTo>
                <a:close/>
                <a:moveTo>
                  <a:pt x="36086" y="16201"/>
                </a:moveTo>
                <a:cubicBezTo>
                  <a:pt x="24898" y="16201"/>
                  <a:pt x="16195" y="24887"/>
                  <a:pt x="16195" y="36055"/>
                </a:cubicBezTo>
                <a:lnTo>
                  <a:pt x="16195" y="302834"/>
                </a:lnTo>
                <a:lnTo>
                  <a:pt x="609192" y="302834"/>
                </a:lnTo>
                <a:lnTo>
                  <a:pt x="609192" y="36055"/>
                </a:lnTo>
                <a:cubicBezTo>
                  <a:pt x="609192" y="24887"/>
                  <a:pt x="600490" y="16201"/>
                  <a:pt x="589301" y="16201"/>
                </a:cubicBezTo>
                <a:close/>
                <a:moveTo>
                  <a:pt x="36057" y="0"/>
                </a:moveTo>
                <a:lnTo>
                  <a:pt x="589334" y="0"/>
                </a:lnTo>
                <a:cubicBezTo>
                  <a:pt x="609227" y="0"/>
                  <a:pt x="626633" y="16166"/>
                  <a:pt x="626633" y="36063"/>
                </a:cubicBezTo>
                <a:lnTo>
                  <a:pt x="626633" y="363112"/>
                </a:lnTo>
                <a:cubicBezTo>
                  <a:pt x="626633" y="383008"/>
                  <a:pt x="609227" y="399174"/>
                  <a:pt x="589334" y="399174"/>
                </a:cubicBezTo>
                <a:lnTo>
                  <a:pt x="407809" y="399174"/>
                </a:lnTo>
                <a:lnTo>
                  <a:pt x="458785" y="529745"/>
                </a:lnTo>
                <a:cubicBezTo>
                  <a:pt x="465002" y="547155"/>
                  <a:pt x="465002" y="558346"/>
                  <a:pt x="460028" y="565807"/>
                </a:cubicBezTo>
                <a:cubicBezTo>
                  <a:pt x="457542" y="569538"/>
                  <a:pt x="453812" y="574512"/>
                  <a:pt x="445109" y="574512"/>
                </a:cubicBezTo>
                <a:lnTo>
                  <a:pt x="223798" y="574512"/>
                </a:lnTo>
                <a:cubicBezTo>
                  <a:pt x="215095" y="574512"/>
                  <a:pt x="208878" y="570782"/>
                  <a:pt x="205148" y="563320"/>
                </a:cubicBezTo>
                <a:cubicBezTo>
                  <a:pt x="198931" y="554616"/>
                  <a:pt x="197688" y="540937"/>
                  <a:pt x="202661" y="529745"/>
                </a:cubicBezTo>
                <a:lnTo>
                  <a:pt x="253637" y="399174"/>
                </a:lnTo>
                <a:lnTo>
                  <a:pt x="36057" y="399174"/>
                </a:lnTo>
                <a:cubicBezTo>
                  <a:pt x="14920" y="399174"/>
                  <a:pt x="0" y="383008"/>
                  <a:pt x="0" y="363112"/>
                </a:cubicBezTo>
                <a:lnTo>
                  <a:pt x="0" y="36063"/>
                </a:lnTo>
                <a:cubicBezTo>
                  <a:pt x="0" y="16166"/>
                  <a:pt x="14920" y="0"/>
                  <a:pt x="36057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65" name="Freeform 364">
            <a:extLst>
              <a:ext uri="{FF2B5EF4-FFF2-40B4-BE49-F238E27FC236}">
                <a16:creationId xmlns:a16="http://schemas.microsoft.com/office/drawing/2014/main" id="{0C4469A4-692C-DE49-ADA5-BEC461E21C4A}"/>
              </a:ext>
            </a:extLst>
          </p:cNvPr>
          <p:cNvSpPr/>
          <p:nvPr/>
        </p:nvSpPr>
        <p:spPr>
          <a:xfrm>
            <a:off x="6546639" y="10541848"/>
            <a:ext cx="555623" cy="636092"/>
          </a:xfrm>
          <a:custGeom>
            <a:avLst/>
            <a:gdLst>
              <a:gd name="connsiteX0" fmla="*/ 347576 w 555623"/>
              <a:gd name="connsiteY0" fmla="*/ 549592 h 636092"/>
              <a:gd name="connsiteX1" fmla="*/ 347576 w 555623"/>
              <a:gd name="connsiteY1" fmla="*/ 610657 h 636092"/>
              <a:gd name="connsiteX2" fmla="*/ 359589 w 555623"/>
              <a:gd name="connsiteY2" fmla="*/ 600887 h 636092"/>
              <a:gd name="connsiteX3" fmla="*/ 369199 w 555623"/>
              <a:gd name="connsiteY3" fmla="*/ 600887 h 636092"/>
              <a:gd name="connsiteX4" fmla="*/ 381212 w 555623"/>
              <a:gd name="connsiteY4" fmla="*/ 610657 h 636092"/>
              <a:gd name="connsiteX5" fmla="*/ 381212 w 555623"/>
              <a:gd name="connsiteY5" fmla="*/ 549592 h 636092"/>
              <a:gd name="connsiteX6" fmla="*/ 363193 w 555623"/>
              <a:gd name="connsiteY6" fmla="*/ 552035 h 636092"/>
              <a:gd name="connsiteX7" fmla="*/ 347576 w 555623"/>
              <a:gd name="connsiteY7" fmla="*/ 549592 h 636092"/>
              <a:gd name="connsiteX8" fmla="*/ 173594 w 555623"/>
              <a:gd name="connsiteY8" fmla="*/ 498497 h 636092"/>
              <a:gd name="connsiteX9" fmla="*/ 162732 w 555623"/>
              <a:gd name="connsiteY9" fmla="*/ 502144 h 636092"/>
              <a:gd name="connsiteX10" fmla="*/ 159111 w 555623"/>
              <a:gd name="connsiteY10" fmla="*/ 514303 h 636092"/>
              <a:gd name="connsiteX11" fmla="*/ 159111 w 555623"/>
              <a:gd name="connsiteY11" fmla="*/ 515519 h 636092"/>
              <a:gd name="connsiteX12" fmla="*/ 148249 w 555623"/>
              <a:gd name="connsiteY12" fmla="*/ 548346 h 636092"/>
              <a:gd name="connsiteX13" fmla="*/ 186869 w 555623"/>
              <a:gd name="connsiteY13" fmla="*/ 498497 h 636092"/>
              <a:gd name="connsiteX14" fmla="*/ 363159 w 555623"/>
              <a:gd name="connsiteY14" fmla="*/ 468587 h 636092"/>
              <a:gd name="connsiteX15" fmla="*/ 327643 w 555623"/>
              <a:gd name="connsiteY15" fmla="*/ 501612 h 636092"/>
              <a:gd name="connsiteX16" fmla="*/ 363159 w 555623"/>
              <a:gd name="connsiteY16" fmla="*/ 534637 h 636092"/>
              <a:gd name="connsiteX17" fmla="*/ 399899 w 555623"/>
              <a:gd name="connsiteY17" fmla="*/ 501612 h 636092"/>
              <a:gd name="connsiteX18" fmla="*/ 363159 w 555623"/>
              <a:gd name="connsiteY18" fmla="*/ 468587 h 636092"/>
              <a:gd name="connsiteX19" fmla="*/ 384950 w 555623"/>
              <a:gd name="connsiteY19" fmla="*/ 431197 h 636092"/>
              <a:gd name="connsiteX20" fmla="*/ 393601 w 555623"/>
              <a:gd name="connsiteY20" fmla="*/ 460807 h 636092"/>
              <a:gd name="connsiteX21" fmla="*/ 417082 w 555623"/>
              <a:gd name="connsiteY21" fmla="*/ 501522 h 636092"/>
              <a:gd name="connsiteX22" fmla="*/ 399780 w 555623"/>
              <a:gd name="connsiteY22" fmla="*/ 538535 h 636092"/>
              <a:gd name="connsiteX23" fmla="*/ 399780 w 555623"/>
              <a:gd name="connsiteY23" fmla="*/ 554574 h 636092"/>
              <a:gd name="connsiteX24" fmla="*/ 478873 w 555623"/>
              <a:gd name="connsiteY24" fmla="*/ 554574 h 636092"/>
              <a:gd name="connsiteX25" fmla="*/ 539428 w 555623"/>
              <a:gd name="connsiteY25" fmla="*/ 492885 h 636092"/>
              <a:gd name="connsiteX26" fmla="*/ 478873 w 555623"/>
              <a:gd name="connsiteY26" fmla="*/ 431197 h 636092"/>
              <a:gd name="connsiteX27" fmla="*/ 476401 w 555623"/>
              <a:gd name="connsiteY27" fmla="*/ 431197 h 636092"/>
              <a:gd name="connsiteX28" fmla="*/ 327643 w 555623"/>
              <a:gd name="connsiteY28" fmla="*/ 431197 h 636092"/>
              <a:gd name="connsiteX29" fmla="*/ 333712 w 555623"/>
              <a:gd name="connsiteY29" fmla="*/ 459860 h 636092"/>
              <a:gd name="connsiteX30" fmla="*/ 362845 w 555623"/>
              <a:gd name="connsiteY30" fmla="*/ 451500 h 636092"/>
              <a:gd name="connsiteX31" fmla="*/ 374983 w 555623"/>
              <a:gd name="connsiteY31" fmla="*/ 452694 h 636092"/>
              <a:gd name="connsiteX32" fmla="*/ 365272 w 555623"/>
              <a:gd name="connsiteY32" fmla="*/ 431197 h 636092"/>
              <a:gd name="connsiteX33" fmla="*/ 185507 w 555623"/>
              <a:gd name="connsiteY33" fmla="*/ 431197 h 636092"/>
              <a:gd name="connsiteX34" fmla="*/ 205285 w 555623"/>
              <a:gd name="connsiteY34" fmla="*/ 487950 h 636092"/>
              <a:gd name="connsiteX35" fmla="*/ 170673 w 555623"/>
              <a:gd name="connsiteY35" fmla="*/ 554574 h 636092"/>
              <a:gd name="connsiteX36" fmla="*/ 330134 w 555623"/>
              <a:gd name="connsiteY36" fmla="*/ 554574 h 636092"/>
              <a:gd name="connsiteX37" fmla="*/ 330134 w 555623"/>
              <a:gd name="connsiteY37" fmla="*/ 541003 h 636092"/>
              <a:gd name="connsiteX38" fmla="*/ 309120 w 555623"/>
              <a:gd name="connsiteY38" fmla="*/ 501522 h 636092"/>
              <a:gd name="connsiteX39" fmla="*/ 316537 w 555623"/>
              <a:gd name="connsiteY39" fmla="*/ 476846 h 636092"/>
              <a:gd name="connsiteX40" fmla="*/ 306648 w 555623"/>
              <a:gd name="connsiteY40" fmla="*/ 431197 h 636092"/>
              <a:gd name="connsiteX41" fmla="*/ 142612 w 555623"/>
              <a:gd name="connsiteY41" fmla="*/ 431197 h 636092"/>
              <a:gd name="connsiteX42" fmla="*/ 105717 w 555623"/>
              <a:gd name="connsiteY42" fmla="*/ 444750 h 636092"/>
              <a:gd name="connsiteX43" fmla="*/ 92189 w 555623"/>
              <a:gd name="connsiteY43" fmla="*/ 484176 h 636092"/>
              <a:gd name="connsiteX44" fmla="*/ 111866 w 555623"/>
              <a:gd name="connsiteY44" fmla="*/ 534691 h 636092"/>
              <a:gd name="connsiteX45" fmla="*/ 132773 w 555623"/>
              <a:gd name="connsiteY45" fmla="*/ 538387 h 636092"/>
              <a:gd name="connsiteX46" fmla="*/ 142612 w 555623"/>
              <a:gd name="connsiteY46" fmla="*/ 514978 h 636092"/>
              <a:gd name="connsiteX47" fmla="*/ 149991 w 555623"/>
              <a:gd name="connsiteY47" fmla="*/ 490336 h 636092"/>
              <a:gd name="connsiteX48" fmla="*/ 174587 w 555623"/>
              <a:gd name="connsiteY48" fmla="*/ 480480 h 636092"/>
              <a:gd name="connsiteX49" fmla="*/ 188115 w 555623"/>
              <a:gd name="connsiteY49" fmla="*/ 481712 h 636092"/>
              <a:gd name="connsiteX50" fmla="*/ 142612 w 555623"/>
              <a:gd name="connsiteY50" fmla="*/ 431197 h 636092"/>
              <a:gd name="connsiteX51" fmla="*/ 123295 w 555623"/>
              <a:gd name="connsiteY51" fmla="*/ 363904 h 636092"/>
              <a:gd name="connsiteX52" fmla="*/ 345130 w 555623"/>
              <a:gd name="connsiteY52" fmla="*/ 363904 h 636092"/>
              <a:gd name="connsiteX53" fmla="*/ 353805 w 555623"/>
              <a:gd name="connsiteY53" fmla="*/ 370806 h 636092"/>
              <a:gd name="connsiteX54" fmla="*/ 345130 w 555623"/>
              <a:gd name="connsiteY54" fmla="*/ 378859 h 636092"/>
              <a:gd name="connsiteX55" fmla="*/ 123295 w 555623"/>
              <a:gd name="connsiteY55" fmla="*/ 378859 h 636092"/>
              <a:gd name="connsiteX56" fmla="*/ 115859 w 555623"/>
              <a:gd name="connsiteY56" fmla="*/ 370806 h 636092"/>
              <a:gd name="connsiteX57" fmla="*/ 123295 w 555623"/>
              <a:gd name="connsiteY57" fmla="*/ 363904 h 636092"/>
              <a:gd name="connsiteX58" fmla="*/ 69531 w 555623"/>
              <a:gd name="connsiteY58" fmla="*/ 343961 h 636092"/>
              <a:gd name="connsiteX59" fmla="*/ 66027 w 555623"/>
              <a:gd name="connsiteY59" fmla="*/ 346298 h 636092"/>
              <a:gd name="connsiteX60" fmla="*/ 66027 w 555623"/>
              <a:gd name="connsiteY60" fmla="*/ 359149 h 636092"/>
              <a:gd name="connsiteX61" fmla="*/ 69531 w 555623"/>
              <a:gd name="connsiteY61" fmla="*/ 362654 h 636092"/>
              <a:gd name="connsiteX62" fmla="*/ 83546 w 555623"/>
              <a:gd name="connsiteY62" fmla="*/ 362654 h 636092"/>
              <a:gd name="connsiteX63" fmla="*/ 84714 w 555623"/>
              <a:gd name="connsiteY63" fmla="*/ 359149 h 636092"/>
              <a:gd name="connsiteX64" fmla="*/ 84714 w 555623"/>
              <a:gd name="connsiteY64" fmla="*/ 346298 h 636092"/>
              <a:gd name="connsiteX65" fmla="*/ 83546 w 555623"/>
              <a:gd name="connsiteY65" fmla="*/ 343961 h 636092"/>
              <a:gd name="connsiteX66" fmla="*/ 124546 w 555623"/>
              <a:gd name="connsiteY66" fmla="*/ 327763 h 636092"/>
              <a:gd name="connsiteX67" fmla="*/ 387479 w 555623"/>
              <a:gd name="connsiteY67" fmla="*/ 327763 h 636092"/>
              <a:gd name="connsiteX68" fmla="*/ 396161 w 555623"/>
              <a:gd name="connsiteY68" fmla="*/ 335816 h 636092"/>
              <a:gd name="connsiteX69" fmla="*/ 387479 w 555623"/>
              <a:gd name="connsiteY69" fmla="*/ 342718 h 636092"/>
              <a:gd name="connsiteX70" fmla="*/ 124546 w 555623"/>
              <a:gd name="connsiteY70" fmla="*/ 342718 h 636092"/>
              <a:gd name="connsiteX71" fmla="*/ 117104 w 555623"/>
              <a:gd name="connsiteY71" fmla="*/ 335816 h 636092"/>
              <a:gd name="connsiteX72" fmla="*/ 124546 w 555623"/>
              <a:gd name="connsiteY72" fmla="*/ 327763 h 636092"/>
              <a:gd name="connsiteX73" fmla="*/ 69319 w 555623"/>
              <a:gd name="connsiteY73" fmla="*/ 327763 h 636092"/>
              <a:gd name="connsiteX74" fmla="*/ 83912 w 555623"/>
              <a:gd name="connsiteY74" fmla="*/ 327763 h 636092"/>
              <a:gd name="connsiteX75" fmla="*/ 102154 w 555623"/>
              <a:gd name="connsiteY75" fmla="*/ 346011 h 636092"/>
              <a:gd name="connsiteX76" fmla="*/ 102154 w 555623"/>
              <a:gd name="connsiteY76" fmla="*/ 359393 h 636092"/>
              <a:gd name="connsiteX77" fmla="*/ 83912 w 555623"/>
              <a:gd name="connsiteY77" fmla="*/ 378858 h 636092"/>
              <a:gd name="connsiteX78" fmla="*/ 69319 w 555623"/>
              <a:gd name="connsiteY78" fmla="*/ 378858 h 636092"/>
              <a:gd name="connsiteX79" fmla="*/ 51077 w 555623"/>
              <a:gd name="connsiteY79" fmla="*/ 359393 h 636092"/>
              <a:gd name="connsiteX80" fmla="*/ 51077 w 555623"/>
              <a:gd name="connsiteY80" fmla="*/ 346011 h 636092"/>
              <a:gd name="connsiteX81" fmla="*/ 69319 w 555623"/>
              <a:gd name="connsiteY81" fmla="*/ 327763 h 636092"/>
              <a:gd name="connsiteX82" fmla="*/ 124535 w 555623"/>
              <a:gd name="connsiteY82" fmla="*/ 276668 h 636092"/>
              <a:gd name="connsiteX83" fmla="*/ 346376 w 555623"/>
              <a:gd name="connsiteY83" fmla="*/ 276668 h 636092"/>
              <a:gd name="connsiteX84" fmla="*/ 355051 w 555623"/>
              <a:gd name="connsiteY84" fmla="*/ 283570 h 636092"/>
              <a:gd name="connsiteX85" fmla="*/ 346376 w 555623"/>
              <a:gd name="connsiteY85" fmla="*/ 291623 h 636092"/>
              <a:gd name="connsiteX86" fmla="*/ 124535 w 555623"/>
              <a:gd name="connsiteY86" fmla="*/ 291623 h 636092"/>
              <a:gd name="connsiteX87" fmla="*/ 115859 w 555623"/>
              <a:gd name="connsiteY87" fmla="*/ 283570 h 636092"/>
              <a:gd name="connsiteX88" fmla="*/ 124535 w 555623"/>
              <a:gd name="connsiteY88" fmla="*/ 276668 h 636092"/>
              <a:gd name="connsiteX89" fmla="*/ 70777 w 555623"/>
              <a:gd name="connsiteY89" fmla="*/ 256728 h 636092"/>
              <a:gd name="connsiteX90" fmla="*/ 67273 w 555623"/>
              <a:gd name="connsiteY90" fmla="*/ 259065 h 636092"/>
              <a:gd name="connsiteX91" fmla="*/ 67273 w 555623"/>
              <a:gd name="connsiteY91" fmla="*/ 271916 h 636092"/>
              <a:gd name="connsiteX92" fmla="*/ 70777 w 555623"/>
              <a:gd name="connsiteY92" fmla="*/ 275421 h 636092"/>
              <a:gd name="connsiteX93" fmla="*/ 83624 w 555623"/>
              <a:gd name="connsiteY93" fmla="*/ 275421 h 636092"/>
              <a:gd name="connsiteX94" fmla="*/ 85960 w 555623"/>
              <a:gd name="connsiteY94" fmla="*/ 271916 h 636092"/>
              <a:gd name="connsiteX95" fmla="*/ 85960 w 555623"/>
              <a:gd name="connsiteY95" fmla="*/ 259065 h 636092"/>
              <a:gd name="connsiteX96" fmla="*/ 83624 w 555623"/>
              <a:gd name="connsiteY96" fmla="*/ 256728 h 636092"/>
              <a:gd name="connsiteX97" fmla="*/ 125786 w 555623"/>
              <a:gd name="connsiteY97" fmla="*/ 239281 h 636092"/>
              <a:gd name="connsiteX98" fmla="*/ 388720 w 555623"/>
              <a:gd name="connsiteY98" fmla="*/ 239281 h 636092"/>
              <a:gd name="connsiteX99" fmla="*/ 396161 w 555623"/>
              <a:gd name="connsiteY99" fmla="*/ 247381 h 636092"/>
              <a:gd name="connsiteX100" fmla="*/ 388720 w 555623"/>
              <a:gd name="connsiteY100" fmla="*/ 255482 h 636092"/>
              <a:gd name="connsiteX101" fmla="*/ 125786 w 555623"/>
              <a:gd name="connsiteY101" fmla="*/ 255482 h 636092"/>
              <a:gd name="connsiteX102" fmla="*/ 117104 w 555623"/>
              <a:gd name="connsiteY102" fmla="*/ 247381 h 636092"/>
              <a:gd name="connsiteX103" fmla="*/ 125786 w 555623"/>
              <a:gd name="connsiteY103" fmla="*/ 239281 h 636092"/>
              <a:gd name="connsiteX104" fmla="*/ 70535 w 555623"/>
              <a:gd name="connsiteY104" fmla="*/ 239281 h 636092"/>
              <a:gd name="connsiteX105" fmla="*/ 83912 w 555623"/>
              <a:gd name="connsiteY105" fmla="*/ 239281 h 636092"/>
              <a:gd name="connsiteX106" fmla="*/ 102154 w 555623"/>
              <a:gd name="connsiteY106" fmla="*/ 258757 h 636092"/>
              <a:gd name="connsiteX107" fmla="*/ 102154 w 555623"/>
              <a:gd name="connsiteY107" fmla="*/ 272147 h 636092"/>
              <a:gd name="connsiteX108" fmla="*/ 83912 w 555623"/>
              <a:gd name="connsiteY108" fmla="*/ 291623 h 636092"/>
              <a:gd name="connsiteX109" fmla="*/ 70535 w 555623"/>
              <a:gd name="connsiteY109" fmla="*/ 291623 h 636092"/>
              <a:gd name="connsiteX110" fmla="*/ 51077 w 555623"/>
              <a:gd name="connsiteY110" fmla="*/ 272147 h 636092"/>
              <a:gd name="connsiteX111" fmla="*/ 51077 w 555623"/>
              <a:gd name="connsiteY111" fmla="*/ 258757 h 636092"/>
              <a:gd name="connsiteX112" fmla="*/ 70535 w 555623"/>
              <a:gd name="connsiteY112" fmla="*/ 239281 h 636092"/>
              <a:gd name="connsiteX113" fmla="*/ 124535 w 555623"/>
              <a:gd name="connsiteY113" fmla="*/ 188186 h 636092"/>
              <a:gd name="connsiteX114" fmla="*/ 346376 w 555623"/>
              <a:gd name="connsiteY114" fmla="*/ 188186 h 636092"/>
              <a:gd name="connsiteX115" fmla="*/ 355051 w 555623"/>
              <a:gd name="connsiteY115" fmla="*/ 195088 h 636092"/>
              <a:gd name="connsiteX116" fmla="*/ 346376 w 555623"/>
              <a:gd name="connsiteY116" fmla="*/ 203141 h 636092"/>
              <a:gd name="connsiteX117" fmla="*/ 124535 w 555623"/>
              <a:gd name="connsiteY117" fmla="*/ 203141 h 636092"/>
              <a:gd name="connsiteX118" fmla="*/ 115859 w 555623"/>
              <a:gd name="connsiteY118" fmla="*/ 195088 h 636092"/>
              <a:gd name="connsiteX119" fmla="*/ 124535 w 555623"/>
              <a:gd name="connsiteY119" fmla="*/ 188186 h 636092"/>
              <a:gd name="connsiteX120" fmla="*/ 69531 w 555623"/>
              <a:gd name="connsiteY120" fmla="*/ 168246 h 636092"/>
              <a:gd name="connsiteX121" fmla="*/ 66027 w 555623"/>
              <a:gd name="connsiteY121" fmla="*/ 170583 h 636092"/>
              <a:gd name="connsiteX122" fmla="*/ 66027 w 555623"/>
              <a:gd name="connsiteY122" fmla="*/ 183434 h 636092"/>
              <a:gd name="connsiteX123" fmla="*/ 69531 w 555623"/>
              <a:gd name="connsiteY123" fmla="*/ 186939 h 636092"/>
              <a:gd name="connsiteX124" fmla="*/ 83546 w 555623"/>
              <a:gd name="connsiteY124" fmla="*/ 186939 h 636092"/>
              <a:gd name="connsiteX125" fmla="*/ 84714 w 555623"/>
              <a:gd name="connsiteY125" fmla="*/ 183434 h 636092"/>
              <a:gd name="connsiteX126" fmla="*/ 84714 w 555623"/>
              <a:gd name="connsiteY126" fmla="*/ 170583 h 636092"/>
              <a:gd name="connsiteX127" fmla="*/ 83546 w 555623"/>
              <a:gd name="connsiteY127" fmla="*/ 168246 h 636092"/>
              <a:gd name="connsiteX128" fmla="*/ 124541 w 555623"/>
              <a:gd name="connsiteY128" fmla="*/ 152041 h 636092"/>
              <a:gd name="connsiteX129" fmla="*/ 386234 w 555623"/>
              <a:gd name="connsiteY129" fmla="*/ 152041 h 636092"/>
              <a:gd name="connsiteX130" fmla="*/ 394916 w 555623"/>
              <a:gd name="connsiteY130" fmla="*/ 158943 h 636092"/>
              <a:gd name="connsiteX131" fmla="*/ 386234 w 555623"/>
              <a:gd name="connsiteY131" fmla="*/ 166996 h 636092"/>
              <a:gd name="connsiteX132" fmla="*/ 124541 w 555623"/>
              <a:gd name="connsiteY132" fmla="*/ 166996 h 636092"/>
              <a:gd name="connsiteX133" fmla="*/ 115859 w 555623"/>
              <a:gd name="connsiteY133" fmla="*/ 158943 h 636092"/>
              <a:gd name="connsiteX134" fmla="*/ 124541 w 555623"/>
              <a:gd name="connsiteY134" fmla="*/ 152041 h 636092"/>
              <a:gd name="connsiteX135" fmla="*/ 69319 w 555623"/>
              <a:gd name="connsiteY135" fmla="*/ 152041 h 636092"/>
              <a:gd name="connsiteX136" fmla="*/ 83912 w 555623"/>
              <a:gd name="connsiteY136" fmla="*/ 152041 h 636092"/>
              <a:gd name="connsiteX137" fmla="*/ 102154 w 555623"/>
              <a:gd name="connsiteY137" fmla="*/ 170289 h 636092"/>
              <a:gd name="connsiteX138" fmla="*/ 102154 w 555623"/>
              <a:gd name="connsiteY138" fmla="*/ 183671 h 636092"/>
              <a:gd name="connsiteX139" fmla="*/ 83912 w 555623"/>
              <a:gd name="connsiteY139" fmla="*/ 203136 h 636092"/>
              <a:gd name="connsiteX140" fmla="*/ 69319 w 555623"/>
              <a:gd name="connsiteY140" fmla="*/ 203136 h 636092"/>
              <a:gd name="connsiteX141" fmla="*/ 51077 w 555623"/>
              <a:gd name="connsiteY141" fmla="*/ 183671 h 636092"/>
              <a:gd name="connsiteX142" fmla="*/ 51077 w 555623"/>
              <a:gd name="connsiteY142" fmla="*/ 170289 h 636092"/>
              <a:gd name="connsiteX143" fmla="*/ 69319 w 555623"/>
              <a:gd name="connsiteY143" fmla="*/ 152041 h 636092"/>
              <a:gd name="connsiteX144" fmla="*/ 16195 w 555623"/>
              <a:gd name="connsiteY144" fmla="*/ 117149 h 636092"/>
              <a:gd name="connsiteX145" fmla="*/ 16195 w 555623"/>
              <a:gd name="connsiteY145" fmla="*/ 432523 h 636092"/>
              <a:gd name="connsiteX146" fmla="*/ 37320 w 555623"/>
              <a:gd name="connsiteY146" fmla="*/ 453631 h 636092"/>
              <a:gd name="connsiteX147" fmla="*/ 80812 w 555623"/>
              <a:gd name="connsiteY147" fmla="*/ 453631 h 636092"/>
              <a:gd name="connsiteX148" fmla="*/ 94481 w 555623"/>
              <a:gd name="connsiteY148" fmla="*/ 431282 h 636092"/>
              <a:gd name="connsiteX149" fmla="*/ 142943 w 555623"/>
              <a:gd name="connsiteY149" fmla="*/ 413899 h 636092"/>
              <a:gd name="connsiteX150" fmla="*/ 144186 w 555623"/>
              <a:gd name="connsiteY150" fmla="*/ 413899 h 636092"/>
              <a:gd name="connsiteX151" fmla="*/ 146671 w 555623"/>
              <a:gd name="connsiteY151" fmla="*/ 413899 h 636092"/>
              <a:gd name="connsiteX152" fmla="*/ 478453 w 555623"/>
              <a:gd name="connsiteY152" fmla="*/ 413899 h 636092"/>
              <a:gd name="connsiteX153" fmla="*/ 505791 w 555623"/>
              <a:gd name="connsiteY153" fmla="*/ 418865 h 636092"/>
              <a:gd name="connsiteX154" fmla="*/ 505791 w 555623"/>
              <a:gd name="connsiteY154" fmla="*/ 117149 h 636092"/>
              <a:gd name="connsiteX155" fmla="*/ 94053 w 555623"/>
              <a:gd name="connsiteY155" fmla="*/ 51100 h 636092"/>
              <a:gd name="connsiteX156" fmla="*/ 102151 w 555623"/>
              <a:gd name="connsiteY156" fmla="*/ 58002 h 636092"/>
              <a:gd name="connsiteX157" fmla="*/ 94053 w 555623"/>
              <a:gd name="connsiteY157" fmla="*/ 66055 h 636092"/>
              <a:gd name="connsiteX158" fmla="*/ 85956 w 555623"/>
              <a:gd name="connsiteY158" fmla="*/ 58002 h 636092"/>
              <a:gd name="connsiteX159" fmla="*/ 94053 w 555623"/>
              <a:gd name="connsiteY159" fmla="*/ 51100 h 636092"/>
              <a:gd name="connsiteX160" fmla="*/ 59223 w 555623"/>
              <a:gd name="connsiteY160" fmla="*/ 51100 h 636092"/>
              <a:gd name="connsiteX161" fmla="*/ 67273 w 555623"/>
              <a:gd name="connsiteY161" fmla="*/ 58002 h 636092"/>
              <a:gd name="connsiteX162" fmla="*/ 59223 w 555623"/>
              <a:gd name="connsiteY162" fmla="*/ 66055 h 636092"/>
              <a:gd name="connsiteX163" fmla="*/ 52323 w 555623"/>
              <a:gd name="connsiteY163" fmla="*/ 58002 h 636092"/>
              <a:gd name="connsiteX164" fmla="*/ 59223 w 555623"/>
              <a:gd name="connsiteY164" fmla="*/ 51100 h 636092"/>
              <a:gd name="connsiteX165" fmla="*/ 128936 w 555623"/>
              <a:gd name="connsiteY165" fmla="*/ 49851 h 636092"/>
              <a:gd name="connsiteX166" fmla="*/ 135788 w 555623"/>
              <a:gd name="connsiteY166" fmla="*/ 57904 h 636092"/>
              <a:gd name="connsiteX167" fmla="*/ 128936 w 555623"/>
              <a:gd name="connsiteY167" fmla="*/ 64806 h 636092"/>
              <a:gd name="connsiteX168" fmla="*/ 122084 w 555623"/>
              <a:gd name="connsiteY168" fmla="*/ 57904 h 636092"/>
              <a:gd name="connsiteX169" fmla="*/ 128936 w 555623"/>
              <a:gd name="connsiteY169" fmla="*/ 49851 h 636092"/>
              <a:gd name="connsiteX170" fmla="*/ 37320 w 555623"/>
              <a:gd name="connsiteY170" fmla="*/ 16205 h 636092"/>
              <a:gd name="connsiteX171" fmla="*/ 16195 w 555623"/>
              <a:gd name="connsiteY171" fmla="*/ 37079 h 636092"/>
              <a:gd name="connsiteX172" fmla="*/ 16195 w 555623"/>
              <a:gd name="connsiteY172" fmla="*/ 99702 h 636092"/>
              <a:gd name="connsiteX173" fmla="*/ 505791 w 555623"/>
              <a:gd name="connsiteY173" fmla="*/ 99702 h 636092"/>
              <a:gd name="connsiteX174" fmla="*/ 505791 w 555623"/>
              <a:gd name="connsiteY174" fmla="*/ 43219 h 636092"/>
              <a:gd name="connsiteX175" fmla="*/ 478453 w 555623"/>
              <a:gd name="connsiteY175" fmla="*/ 16205 h 636092"/>
              <a:gd name="connsiteX176" fmla="*/ 37290 w 555623"/>
              <a:gd name="connsiteY176" fmla="*/ 0 h 636092"/>
              <a:gd name="connsiteX177" fmla="*/ 478557 w 555623"/>
              <a:gd name="connsiteY177" fmla="*/ 0 h 636092"/>
              <a:gd name="connsiteX178" fmla="*/ 522062 w 555623"/>
              <a:gd name="connsiteY178" fmla="*/ 43533 h 636092"/>
              <a:gd name="connsiteX179" fmla="*/ 522062 w 555623"/>
              <a:gd name="connsiteY179" fmla="*/ 427864 h 636092"/>
              <a:gd name="connsiteX180" fmla="*/ 555623 w 555623"/>
              <a:gd name="connsiteY180" fmla="*/ 492541 h 636092"/>
              <a:gd name="connsiteX181" fmla="*/ 478557 w 555623"/>
              <a:gd name="connsiteY181" fmla="*/ 570900 h 636092"/>
              <a:gd name="connsiteX182" fmla="*/ 399005 w 555623"/>
              <a:gd name="connsiteY182" fmla="*/ 570900 h 636092"/>
              <a:gd name="connsiteX183" fmla="*/ 399005 w 555623"/>
              <a:gd name="connsiteY183" fmla="*/ 626870 h 636092"/>
              <a:gd name="connsiteX184" fmla="*/ 394033 w 555623"/>
              <a:gd name="connsiteY184" fmla="*/ 635577 h 636092"/>
              <a:gd name="connsiteX185" fmla="*/ 385332 w 555623"/>
              <a:gd name="connsiteY185" fmla="*/ 634333 h 636092"/>
              <a:gd name="connsiteX186" fmla="*/ 364201 w 555623"/>
              <a:gd name="connsiteY186" fmla="*/ 618164 h 636092"/>
              <a:gd name="connsiteX187" fmla="*/ 343069 w 555623"/>
              <a:gd name="connsiteY187" fmla="*/ 634333 h 636092"/>
              <a:gd name="connsiteX188" fmla="*/ 338097 w 555623"/>
              <a:gd name="connsiteY188" fmla="*/ 635577 h 636092"/>
              <a:gd name="connsiteX189" fmla="*/ 334368 w 555623"/>
              <a:gd name="connsiteY189" fmla="*/ 635577 h 636092"/>
              <a:gd name="connsiteX190" fmla="*/ 330639 w 555623"/>
              <a:gd name="connsiteY190" fmla="*/ 626870 h 636092"/>
              <a:gd name="connsiteX191" fmla="*/ 330639 w 555623"/>
              <a:gd name="connsiteY191" fmla="*/ 570900 h 636092"/>
              <a:gd name="connsiteX192" fmla="*/ 84525 w 555623"/>
              <a:gd name="connsiteY192" fmla="*/ 570900 h 636092"/>
              <a:gd name="connsiteX193" fmla="*/ 73338 w 555623"/>
              <a:gd name="connsiteY193" fmla="*/ 560950 h 636092"/>
              <a:gd name="connsiteX194" fmla="*/ 82039 w 555623"/>
              <a:gd name="connsiteY194" fmla="*/ 549755 h 636092"/>
              <a:gd name="connsiteX195" fmla="*/ 104413 w 555623"/>
              <a:gd name="connsiteY195" fmla="*/ 549755 h 636092"/>
              <a:gd name="connsiteX196" fmla="*/ 101927 w 555623"/>
              <a:gd name="connsiteY196" fmla="*/ 548512 h 636092"/>
              <a:gd name="connsiteX197" fmla="*/ 75824 w 555623"/>
              <a:gd name="connsiteY197" fmla="*/ 483835 h 636092"/>
              <a:gd name="connsiteX198" fmla="*/ 75824 w 555623"/>
              <a:gd name="connsiteY198" fmla="*/ 470153 h 636092"/>
              <a:gd name="connsiteX199" fmla="*/ 37290 w 555623"/>
              <a:gd name="connsiteY199" fmla="*/ 470153 h 636092"/>
              <a:gd name="connsiteX200" fmla="*/ 0 w 555623"/>
              <a:gd name="connsiteY200" fmla="*/ 432839 h 636092"/>
              <a:gd name="connsiteX201" fmla="*/ 0 w 555623"/>
              <a:gd name="connsiteY201" fmla="*/ 37314 h 636092"/>
              <a:gd name="connsiteX202" fmla="*/ 37290 w 555623"/>
              <a:gd name="connsiteY202" fmla="*/ 0 h 6360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</a:cxnLst>
            <a:rect l="l" t="t" r="r" b="b"/>
            <a:pathLst>
              <a:path w="555623" h="636092">
                <a:moveTo>
                  <a:pt x="347576" y="549592"/>
                </a:moveTo>
                <a:lnTo>
                  <a:pt x="347576" y="610657"/>
                </a:lnTo>
                <a:lnTo>
                  <a:pt x="359589" y="600887"/>
                </a:lnTo>
                <a:cubicBezTo>
                  <a:pt x="361992" y="599665"/>
                  <a:pt x="365596" y="599665"/>
                  <a:pt x="369199" y="600887"/>
                </a:cubicBezTo>
                <a:lnTo>
                  <a:pt x="381212" y="610657"/>
                </a:lnTo>
                <a:lnTo>
                  <a:pt x="381212" y="549592"/>
                </a:lnTo>
                <a:cubicBezTo>
                  <a:pt x="375206" y="550813"/>
                  <a:pt x="370401" y="552035"/>
                  <a:pt x="363193" y="552035"/>
                </a:cubicBezTo>
                <a:cubicBezTo>
                  <a:pt x="358388" y="552035"/>
                  <a:pt x="352381" y="552035"/>
                  <a:pt x="347576" y="549592"/>
                </a:cubicBezTo>
                <a:close/>
                <a:moveTo>
                  <a:pt x="173594" y="498497"/>
                </a:moveTo>
                <a:cubicBezTo>
                  <a:pt x="169973" y="497281"/>
                  <a:pt x="165145" y="498497"/>
                  <a:pt x="162732" y="502144"/>
                </a:cubicBezTo>
                <a:cubicBezTo>
                  <a:pt x="160318" y="505792"/>
                  <a:pt x="157904" y="509439"/>
                  <a:pt x="159111" y="514303"/>
                </a:cubicBezTo>
                <a:lnTo>
                  <a:pt x="159111" y="515519"/>
                </a:lnTo>
                <a:cubicBezTo>
                  <a:pt x="157904" y="531324"/>
                  <a:pt x="154284" y="541051"/>
                  <a:pt x="148249" y="548346"/>
                </a:cubicBezTo>
                <a:cubicBezTo>
                  <a:pt x="167559" y="538619"/>
                  <a:pt x="183249" y="520382"/>
                  <a:pt x="186869" y="498497"/>
                </a:cubicBezTo>
                <a:close/>
                <a:moveTo>
                  <a:pt x="363159" y="468587"/>
                </a:moveTo>
                <a:cubicBezTo>
                  <a:pt x="342339" y="468587"/>
                  <a:pt x="327643" y="483265"/>
                  <a:pt x="327643" y="501612"/>
                </a:cubicBezTo>
                <a:cubicBezTo>
                  <a:pt x="327643" y="519959"/>
                  <a:pt x="342339" y="534637"/>
                  <a:pt x="363159" y="534637"/>
                </a:cubicBezTo>
                <a:cubicBezTo>
                  <a:pt x="383978" y="534637"/>
                  <a:pt x="399899" y="519959"/>
                  <a:pt x="399899" y="501612"/>
                </a:cubicBezTo>
                <a:cubicBezTo>
                  <a:pt x="399899" y="483265"/>
                  <a:pt x="383978" y="468587"/>
                  <a:pt x="363159" y="468587"/>
                </a:cubicBezTo>
                <a:close/>
                <a:moveTo>
                  <a:pt x="384950" y="431197"/>
                </a:moveTo>
                <a:cubicBezTo>
                  <a:pt x="387422" y="438600"/>
                  <a:pt x="392365" y="448470"/>
                  <a:pt x="393601" y="460807"/>
                </a:cubicBezTo>
                <a:cubicBezTo>
                  <a:pt x="407195" y="469444"/>
                  <a:pt x="417082" y="484249"/>
                  <a:pt x="417082" y="501522"/>
                </a:cubicBezTo>
                <a:cubicBezTo>
                  <a:pt x="417082" y="516327"/>
                  <a:pt x="409667" y="528665"/>
                  <a:pt x="399780" y="538535"/>
                </a:cubicBezTo>
                <a:lnTo>
                  <a:pt x="399780" y="554574"/>
                </a:lnTo>
                <a:lnTo>
                  <a:pt x="478873" y="554574"/>
                </a:lnTo>
                <a:cubicBezTo>
                  <a:pt x="512240" y="554574"/>
                  <a:pt x="539428" y="527431"/>
                  <a:pt x="539428" y="492885"/>
                </a:cubicBezTo>
                <a:cubicBezTo>
                  <a:pt x="539428" y="458340"/>
                  <a:pt x="512240" y="431197"/>
                  <a:pt x="478873" y="431197"/>
                </a:cubicBezTo>
                <a:lnTo>
                  <a:pt x="476401" y="431197"/>
                </a:lnTo>
                <a:close/>
                <a:moveTo>
                  <a:pt x="327643" y="431197"/>
                </a:moveTo>
                <a:cubicBezTo>
                  <a:pt x="331285" y="440751"/>
                  <a:pt x="332499" y="451500"/>
                  <a:pt x="333712" y="459860"/>
                </a:cubicBezTo>
                <a:cubicBezTo>
                  <a:pt x="342209" y="453889"/>
                  <a:pt x="351920" y="451500"/>
                  <a:pt x="362845" y="451500"/>
                </a:cubicBezTo>
                <a:cubicBezTo>
                  <a:pt x="367700" y="451500"/>
                  <a:pt x="371342" y="451500"/>
                  <a:pt x="374983" y="452694"/>
                </a:cubicBezTo>
                <a:cubicBezTo>
                  <a:pt x="371342" y="443140"/>
                  <a:pt x="367700" y="435974"/>
                  <a:pt x="365272" y="431197"/>
                </a:cubicBezTo>
                <a:close/>
                <a:moveTo>
                  <a:pt x="185507" y="431197"/>
                </a:moveTo>
                <a:cubicBezTo>
                  <a:pt x="199104" y="443535"/>
                  <a:pt x="205285" y="463275"/>
                  <a:pt x="205285" y="487950"/>
                </a:cubicBezTo>
                <a:cubicBezTo>
                  <a:pt x="205285" y="515093"/>
                  <a:pt x="191687" y="538535"/>
                  <a:pt x="170673" y="554574"/>
                </a:cubicBezTo>
                <a:lnTo>
                  <a:pt x="330134" y="554574"/>
                </a:lnTo>
                <a:lnTo>
                  <a:pt x="330134" y="541003"/>
                </a:lnTo>
                <a:cubicBezTo>
                  <a:pt x="317773" y="531132"/>
                  <a:pt x="309120" y="516327"/>
                  <a:pt x="309120" y="501522"/>
                </a:cubicBezTo>
                <a:cubicBezTo>
                  <a:pt x="309120" y="492885"/>
                  <a:pt x="312828" y="483015"/>
                  <a:pt x="316537" y="476846"/>
                </a:cubicBezTo>
                <a:cubicBezTo>
                  <a:pt x="317773" y="470678"/>
                  <a:pt x="317773" y="449704"/>
                  <a:pt x="306648" y="431197"/>
                </a:cubicBezTo>
                <a:close/>
                <a:moveTo>
                  <a:pt x="142612" y="431197"/>
                </a:moveTo>
                <a:cubicBezTo>
                  <a:pt x="126624" y="431197"/>
                  <a:pt x="115556" y="436125"/>
                  <a:pt x="105717" y="444750"/>
                </a:cubicBezTo>
                <a:cubicBezTo>
                  <a:pt x="97109" y="453374"/>
                  <a:pt x="92189" y="466927"/>
                  <a:pt x="92189" y="484176"/>
                </a:cubicBezTo>
                <a:cubicBezTo>
                  <a:pt x="92189" y="502657"/>
                  <a:pt x="98338" y="522370"/>
                  <a:pt x="111866" y="534691"/>
                </a:cubicBezTo>
                <a:cubicBezTo>
                  <a:pt x="115556" y="537155"/>
                  <a:pt x="126624" y="542083"/>
                  <a:pt x="132773" y="538387"/>
                </a:cubicBezTo>
                <a:cubicBezTo>
                  <a:pt x="140152" y="534691"/>
                  <a:pt x="142612" y="524834"/>
                  <a:pt x="142612" y="514978"/>
                </a:cubicBezTo>
                <a:cubicBezTo>
                  <a:pt x="141382" y="506353"/>
                  <a:pt x="143842" y="497729"/>
                  <a:pt x="149991" y="490336"/>
                </a:cubicBezTo>
                <a:cubicBezTo>
                  <a:pt x="156140" y="484176"/>
                  <a:pt x="164749" y="480480"/>
                  <a:pt x="174587" y="480480"/>
                </a:cubicBezTo>
                <a:lnTo>
                  <a:pt x="188115" y="481712"/>
                </a:lnTo>
                <a:cubicBezTo>
                  <a:pt x="185656" y="449678"/>
                  <a:pt x="172128" y="433661"/>
                  <a:pt x="142612" y="431197"/>
                </a:cubicBezTo>
                <a:close/>
                <a:moveTo>
                  <a:pt x="123295" y="363904"/>
                </a:moveTo>
                <a:lnTo>
                  <a:pt x="345130" y="363904"/>
                </a:lnTo>
                <a:cubicBezTo>
                  <a:pt x="350087" y="363904"/>
                  <a:pt x="353805" y="366205"/>
                  <a:pt x="353805" y="370806"/>
                </a:cubicBezTo>
                <a:cubicBezTo>
                  <a:pt x="353805" y="375408"/>
                  <a:pt x="350087" y="378859"/>
                  <a:pt x="345130" y="378859"/>
                </a:cubicBezTo>
                <a:lnTo>
                  <a:pt x="123295" y="378859"/>
                </a:lnTo>
                <a:cubicBezTo>
                  <a:pt x="119577" y="378859"/>
                  <a:pt x="115859" y="375408"/>
                  <a:pt x="115859" y="370806"/>
                </a:cubicBezTo>
                <a:cubicBezTo>
                  <a:pt x="115859" y="366205"/>
                  <a:pt x="119577" y="363904"/>
                  <a:pt x="123295" y="363904"/>
                </a:cubicBezTo>
                <a:close/>
                <a:moveTo>
                  <a:pt x="69531" y="343961"/>
                </a:moveTo>
                <a:cubicBezTo>
                  <a:pt x="68363" y="343961"/>
                  <a:pt x="66027" y="345129"/>
                  <a:pt x="66027" y="346298"/>
                </a:cubicBezTo>
                <a:lnTo>
                  <a:pt x="66027" y="359149"/>
                </a:lnTo>
                <a:cubicBezTo>
                  <a:pt x="66027" y="361486"/>
                  <a:pt x="68363" y="362654"/>
                  <a:pt x="69531" y="362654"/>
                </a:cubicBezTo>
                <a:lnTo>
                  <a:pt x="83546" y="362654"/>
                </a:lnTo>
                <a:cubicBezTo>
                  <a:pt x="84714" y="362654"/>
                  <a:pt x="84714" y="361486"/>
                  <a:pt x="84714" y="359149"/>
                </a:cubicBezTo>
                <a:lnTo>
                  <a:pt x="84714" y="346298"/>
                </a:lnTo>
                <a:cubicBezTo>
                  <a:pt x="84714" y="345129"/>
                  <a:pt x="84714" y="343961"/>
                  <a:pt x="83546" y="343961"/>
                </a:cubicBezTo>
                <a:close/>
                <a:moveTo>
                  <a:pt x="124546" y="327763"/>
                </a:moveTo>
                <a:lnTo>
                  <a:pt x="387479" y="327763"/>
                </a:lnTo>
                <a:cubicBezTo>
                  <a:pt x="392440" y="327763"/>
                  <a:pt x="396161" y="331214"/>
                  <a:pt x="396161" y="335816"/>
                </a:cubicBezTo>
                <a:cubicBezTo>
                  <a:pt x="396161" y="339267"/>
                  <a:pt x="392440" y="342718"/>
                  <a:pt x="387479" y="342718"/>
                </a:cubicBezTo>
                <a:lnTo>
                  <a:pt x="124546" y="342718"/>
                </a:lnTo>
                <a:cubicBezTo>
                  <a:pt x="120825" y="342718"/>
                  <a:pt x="117104" y="339267"/>
                  <a:pt x="117104" y="335816"/>
                </a:cubicBezTo>
                <a:cubicBezTo>
                  <a:pt x="117104" y="331214"/>
                  <a:pt x="120825" y="327763"/>
                  <a:pt x="124546" y="327763"/>
                </a:cubicBezTo>
                <a:close/>
                <a:moveTo>
                  <a:pt x="69319" y="327763"/>
                </a:moveTo>
                <a:lnTo>
                  <a:pt x="83912" y="327763"/>
                </a:lnTo>
                <a:cubicBezTo>
                  <a:pt x="92425" y="327763"/>
                  <a:pt x="102154" y="336279"/>
                  <a:pt x="102154" y="346011"/>
                </a:cubicBezTo>
                <a:lnTo>
                  <a:pt x="102154" y="359393"/>
                </a:lnTo>
                <a:cubicBezTo>
                  <a:pt x="102154" y="370342"/>
                  <a:pt x="92425" y="378858"/>
                  <a:pt x="83912" y="378858"/>
                </a:cubicBezTo>
                <a:lnTo>
                  <a:pt x="69319" y="378858"/>
                </a:lnTo>
                <a:cubicBezTo>
                  <a:pt x="58374" y="378858"/>
                  <a:pt x="51077" y="370342"/>
                  <a:pt x="51077" y="359393"/>
                </a:cubicBezTo>
                <a:lnTo>
                  <a:pt x="51077" y="346011"/>
                </a:lnTo>
                <a:cubicBezTo>
                  <a:pt x="51077" y="336279"/>
                  <a:pt x="58374" y="327763"/>
                  <a:pt x="69319" y="327763"/>
                </a:cubicBezTo>
                <a:close/>
                <a:moveTo>
                  <a:pt x="124535" y="276668"/>
                </a:moveTo>
                <a:lnTo>
                  <a:pt x="346376" y="276668"/>
                </a:lnTo>
                <a:cubicBezTo>
                  <a:pt x="351333" y="276668"/>
                  <a:pt x="355051" y="278969"/>
                  <a:pt x="355051" y="283570"/>
                </a:cubicBezTo>
                <a:cubicBezTo>
                  <a:pt x="355051" y="287021"/>
                  <a:pt x="351333" y="291623"/>
                  <a:pt x="346376" y="291623"/>
                </a:cubicBezTo>
                <a:lnTo>
                  <a:pt x="124535" y="291623"/>
                </a:lnTo>
                <a:cubicBezTo>
                  <a:pt x="119577" y="291623"/>
                  <a:pt x="115859" y="287021"/>
                  <a:pt x="115859" y="283570"/>
                </a:cubicBezTo>
                <a:cubicBezTo>
                  <a:pt x="115859" y="278969"/>
                  <a:pt x="119577" y="276668"/>
                  <a:pt x="124535" y="276668"/>
                </a:cubicBezTo>
                <a:close/>
                <a:moveTo>
                  <a:pt x="70777" y="256728"/>
                </a:moveTo>
                <a:cubicBezTo>
                  <a:pt x="68441" y="256728"/>
                  <a:pt x="67273" y="257896"/>
                  <a:pt x="67273" y="259065"/>
                </a:cubicBezTo>
                <a:lnTo>
                  <a:pt x="67273" y="271916"/>
                </a:lnTo>
                <a:cubicBezTo>
                  <a:pt x="67273" y="273084"/>
                  <a:pt x="68441" y="275421"/>
                  <a:pt x="70777" y="275421"/>
                </a:cubicBezTo>
                <a:lnTo>
                  <a:pt x="83624" y="275421"/>
                </a:lnTo>
                <a:cubicBezTo>
                  <a:pt x="84792" y="275421"/>
                  <a:pt x="85960" y="273084"/>
                  <a:pt x="85960" y="271916"/>
                </a:cubicBezTo>
                <a:lnTo>
                  <a:pt x="85960" y="259065"/>
                </a:lnTo>
                <a:cubicBezTo>
                  <a:pt x="85960" y="257896"/>
                  <a:pt x="84792" y="256728"/>
                  <a:pt x="83624" y="256728"/>
                </a:cubicBezTo>
                <a:close/>
                <a:moveTo>
                  <a:pt x="125786" y="239281"/>
                </a:moveTo>
                <a:lnTo>
                  <a:pt x="388720" y="239281"/>
                </a:lnTo>
                <a:cubicBezTo>
                  <a:pt x="392440" y="239281"/>
                  <a:pt x="396161" y="242753"/>
                  <a:pt x="396161" y="247381"/>
                </a:cubicBezTo>
                <a:cubicBezTo>
                  <a:pt x="396161" y="252010"/>
                  <a:pt x="392440" y="255482"/>
                  <a:pt x="388720" y="255482"/>
                </a:cubicBezTo>
                <a:lnTo>
                  <a:pt x="125786" y="255482"/>
                </a:lnTo>
                <a:cubicBezTo>
                  <a:pt x="122065" y="255482"/>
                  <a:pt x="117104" y="252010"/>
                  <a:pt x="117104" y="247381"/>
                </a:cubicBezTo>
                <a:cubicBezTo>
                  <a:pt x="117104" y="242753"/>
                  <a:pt x="122065" y="239281"/>
                  <a:pt x="125786" y="239281"/>
                </a:cubicBezTo>
                <a:close/>
                <a:moveTo>
                  <a:pt x="70535" y="239281"/>
                </a:moveTo>
                <a:lnTo>
                  <a:pt x="83912" y="239281"/>
                </a:lnTo>
                <a:cubicBezTo>
                  <a:pt x="93641" y="239281"/>
                  <a:pt x="102154" y="249019"/>
                  <a:pt x="102154" y="258757"/>
                </a:cubicBezTo>
                <a:lnTo>
                  <a:pt x="102154" y="272147"/>
                </a:lnTo>
                <a:cubicBezTo>
                  <a:pt x="102154" y="283102"/>
                  <a:pt x="93641" y="291623"/>
                  <a:pt x="83912" y="291623"/>
                </a:cubicBezTo>
                <a:lnTo>
                  <a:pt x="70535" y="291623"/>
                </a:lnTo>
                <a:cubicBezTo>
                  <a:pt x="59590" y="291623"/>
                  <a:pt x="51077" y="283102"/>
                  <a:pt x="51077" y="272147"/>
                </a:cubicBezTo>
                <a:lnTo>
                  <a:pt x="51077" y="258757"/>
                </a:lnTo>
                <a:cubicBezTo>
                  <a:pt x="51077" y="249019"/>
                  <a:pt x="59590" y="239281"/>
                  <a:pt x="70535" y="239281"/>
                </a:cubicBezTo>
                <a:close/>
                <a:moveTo>
                  <a:pt x="124535" y="188186"/>
                </a:moveTo>
                <a:lnTo>
                  <a:pt x="346376" y="188186"/>
                </a:lnTo>
                <a:cubicBezTo>
                  <a:pt x="351333" y="188186"/>
                  <a:pt x="355051" y="191637"/>
                  <a:pt x="355051" y="195088"/>
                </a:cubicBezTo>
                <a:cubicBezTo>
                  <a:pt x="355051" y="199690"/>
                  <a:pt x="351333" y="203141"/>
                  <a:pt x="346376" y="203141"/>
                </a:cubicBezTo>
                <a:lnTo>
                  <a:pt x="124535" y="203141"/>
                </a:lnTo>
                <a:cubicBezTo>
                  <a:pt x="119577" y="203141"/>
                  <a:pt x="115859" y="199690"/>
                  <a:pt x="115859" y="195088"/>
                </a:cubicBezTo>
                <a:cubicBezTo>
                  <a:pt x="115859" y="191637"/>
                  <a:pt x="119577" y="188186"/>
                  <a:pt x="124535" y="188186"/>
                </a:cubicBezTo>
                <a:close/>
                <a:moveTo>
                  <a:pt x="69531" y="168246"/>
                </a:moveTo>
                <a:cubicBezTo>
                  <a:pt x="68363" y="168246"/>
                  <a:pt x="66027" y="169414"/>
                  <a:pt x="66027" y="170583"/>
                </a:cubicBezTo>
                <a:lnTo>
                  <a:pt x="66027" y="183434"/>
                </a:lnTo>
                <a:cubicBezTo>
                  <a:pt x="66027" y="185771"/>
                  <a:pt x="68363" y="186939"/>
                  <a:pt x="69531" y="186939"/>
                </a:cubicBezTo>
                <a:lnTo>
                  <a:pt x="83546" y="186939"/>
                </a:lnTo>
                <a:cubicBezTo>
                  <a:pt x="84714" y="186939"/>
                  <a:pt x="84714" y="185771"/>
                  <a:pt x="84714" y="183434"/>
                </a:cubicBezTo>
                <a:lnTo>
                  <a:pt x="84714" y="170583"/>
                </a:lnTo>
                <a:cubicBezTo>
                  <a:pt x="84714" y="169414"/>
                  <a:pt x="84714" y="168246"/>
                  <a:pt x="83546" y="168246"/>
                </a:cubicBezTo>
                <a:close/>
                <a:moveTo>
                  <a:pt x="124541" y="152041"/>
                </a:moveTo>
                <a:lnTo>
                  <a:pt x="386234" y="152041"/>
                </a:lnTo>
                <a:cubicBezTo>
                  <a:pt x="391195" y="152041"/>
                  <a:pt x="394916" y="155492"/>
                  <a:pt x="394916" y="158943"/>
                </a:cubicBezTo>
                <a:cubicBezTo>
                  <a:pt x="394916" y="163545"/>
                  <a:pt x="391195" y="166996"/>
                  <a:pt x="386234" y="166996"/>
                </a:cubicBezTo>
                <a:lnTo>
                  <a:pt x="124541" y="166996"/>
                </a:lnTo>
                <a:cubicBezTo>
                  <a:pt x="119580" y="166996"/>
                  <a:pt x="115859" y="163545"/>
                  <a:pt x="115859" y="158943"/>
                </a:cubicBezTo>
                <a:cubicBezTo>
                  <a:pt x="115859" y="155492"/>
                  <a:pt x="119580" y="152041"/>
                  <a:pt x="124541" y="152041"/>
                </a:cubicBezTo>
                <a:close/>
                <a:moveTo>
                  <a:pt x="69319" y="152041"/>
                </a:moveTo>
                <a:lnTo>
                  <a:pt x="83912" y="152041"/>
                </a:lnTo>
                <a:cubicBezTo>
                  <a:pt x="92425" y="152041"/>
                  <a:pt x="102154" y="160557"/>
                  <a:pt x="102154" y="170289"/>
                </a:cubicBezTo>
                <a:lnTo>
                  <a:pt x="102154" y="183671"/>
                </a:lnTo>
                <a:cubicBezTo>
                  <a:pt x="102154" y="194620"/>
                  <a:pt x="92425" y="203136"/>
                  <a:pt x="83912" y="203136"/>
                </a:cubicBezTo>
                <a:lnTo>
                  <a:pt x="69319" y="203136"/>
                </a:lnTo>
                <a:cubicBezTo>
                  <a:pt x="58374" y="203136"/>
                  <a:pt x="51077" y="194620"/>
                  <a:pt x="51077" y="183671"/>
                </a:cubicBezTo>
                <a:lnTo>
                  <a:pt x="51077" y="170289"/>
                </a:lnTo>
                <a:cubicBezTo>
                  <a:pt x="51077" y="160557"/>
                  <a:pt x="58374" y="152041"/>
                  <a:pt x="69319" y="152041"/>
                </a:cubicBezTo>
                <a:close/>
                <a:moveTo>
                  <a:pt x="16195" y="117149"/>
                </a:moveTo>
                <a:lnTo>
                  <a:pt x="16195" y="432523"/>
                </a:lnTo>
                <a:cubicBezTo>
                  <a:pt x="16195" y="443698"/>
                  <a:pt x="26136" y="453631"/>
                  <a:pt x="37320" y="453631"/>
                </a:cubicBezTo>
                <a:lnTo>
                  <a:pt x="80812" y="453631"/>
                </a:lnTo>
                <a:cubicBezTo>
                  <a:pt x="84540" y="444940"/>
                  <a:pt x="88268" y="437490"/>
                  <a:pt x="94481" y="431282"/>
                </a:cubicBezTo>
                <a:cubicBezTo>
                  <a:pt x="106907" y="420107"/>
                  <a:pt x="123061" y="413899"/>
                  <a:pt x="142943" y="413899"/>
                </a:cubicBezTo>
                <a:lnTo>
                  <a:pt x="144186" y="413899"/>
                </a:lnTo>
                <a:cubicBezTo>
                  <a:pt x="144186" y="413899"/>
                  <a:pt x="145429" y="413899"/>
                  <a:pt x="146671" y="413899"/>
                </a:cubicBezTo>
                <a:lnTo>
                  <a:pt x="478453" y="413899"/>
                </a:lnTo>
                <a:cubicBezTo>
                  <a:pt x="487152" y="413899"/>
                  <a:pt x="497093" y="415140"/>
                  <a:pt x="505791" y="418865"/>
                </a:cubicBezTo>
                <a:lnTo>
                  <a:pt x="505791" y="117149"/>
                </a:lnTo>
                <a:close/>
                <a:moveTo>
                  <a:pt x="94053" y="51100"/>
                </a:moveTo>
                <a:cubicBezTo>
                  <a:pt x="98680" y="51100"/>
                  <a:pt x="102151" y="54551"/>
                  <a:pt x="102151" y="58002"/>
                </a:cubicBezTo>
                <a:cubicBezTo>
                  <a:pt x="102151" y="62604"/>
                  <a:pt x="98680" y="66055"/>
                  <a:pt x="94053" y="66055"/>
                </a:cubicBezTo>
                <a:cubicBezTo>
                  <a:pt x="89426" y="66055"/>
                  <a:pt x="85956" y="62604"/>
                  <a:pt x="85956" y="58002"/>
                </a:cubicBezTo>
                <a:cubicBezTo>
                  <a:pt x="85956" y="54551"/>
                  <a:pt x="89426" y="51100"/>
                  <a:pt x="94053" y="51100"/>
                </a:cubicBezTo>
                <a:close/>
                <a:moveTo>
                  <a:pt x="59223" y="51100"/>
                </a:moveTo>
                <a:cubicBezTo>
                  <a:pt x="63823" y="51100"/>
                  <a:pt x="67273" y="54551"/>
                  <a:pt x="67273" y="58002"/>
                </a:cubicBezTo>
                <a:cubicBezTo>
                  <a:pt x="67273" y="62604"/>
                  <a:pt x="63823" y="66055"/>
                  <a:pt x="59223" y="66055"/>
                </a:cubicBezTo>
                <a:cubicBezTo>
                  <a:pt x="54623" y="66055"/>
                  <a:pt x="52323" y="62604"/>
                  <a:pt x="52323" y="58002"/>
                </a:cubicBezTo>
                <a:cubicBezTo>
                  <a:pt x="52323" y="54551"/>
                  <a:pt x="54623" y="51100"/>
                  <a:pt x="59223" y="51100"/>
                </a:cubicBezTo>
                <a:close/>
                <a:moveTo>
                  <a:pt x="128936" y="49851"/>
                </a:moveTo>
                <a:cubicBezTo>
                  <a:pt x="133504" y="49851"/>
                  <a:pt x="135788" y="53302"/>
                  <a:pt x="135788" y="57904"/>
                </a:cubicBezTo>
                <a:cubicBezTo>
                  <a:pt x="135788" y="62505"/>
                  <a:pt x="133504" y="64806"/>
                  <a:pt x="128936" y="64806"/>
                </a:cubicBezTo>
                <a:cubicBezTo>
                  <a:pt x="124368" y="64806"/>
                  <a:pt x="122084" y="62505"/>
                  <a:pt x="122084" y="57904"/>
                </a:cubicBezTo>
                <a:cubicBezTo>
                  <a:pt x="122084" y="53302"/>
                  <a:pt x="124368" y="49851"/>
                  <a:pt x="128936" y="49851"/>
                </a:cubicBezTo>
                <a:close/>
                <a:moveTo>
                  <a:pt x="37320" y="16205"/>
                </a:moveTo>
                <a:cubicBezTo>
                  <a:pt x="26136" y="16205"/>
                  <a:pt x="16195" y="26028"/>
                  <a:pt x="16195" y="37079"/>
                </a:cubicBezTo>
                <a:lnTo>
                  <a:pt x="16195" y="99702"/>
                </a:lnTo>
                <a:lnTo>
                  <a:pt x="505791" y="99702"/>
                </a:lnTo>
                <a:lnTo>
                  <a:pt x="505791" y="43219"/>
                </a:lnTo>
                <a:cubicBezTo>
                  <a:pt x="505791" y="28484"/>
                  <a:pt x="493365" y="16205"/>
                  <a:pt x="478453" y="16205"/>
                </a:cubicBezTo>
                <a:close/>
                <a:moveTo>
                  <a:pt x="37290" y="0"/>
                </a:moveTo>
                <a:lnTo>
                  <a:pt x="478557" y="0"/>
                </a:lnTo>
                <a:cubicBezTo>
                  <a:pt x="502174" y="0"/>
                  <a:pt x="522062" y="19901"/>
                  <a:pt x="522062" y="43533"/>
                </a:cubicBezTo>
                <a:lnTo>
                  <a:pt x="522062" y="427864"/>
                </a:lnTo>
                <a:cubicBezTo>
                  <a:pt x="541950" y="442789"/>
                  <a:pt x="555623" y="466421"/>
                  <a:pt x="555623" y="492541"/>
                </a:cubicBezTo>
                <a:cubicBezTo>
                  <a:pt x="555623" y="534830"/>
                  <a:pt x="520819" y="570900"/>
                  <a:pt x="478557" y="570900"/>
                </a:cubicBezTo>
                <a:lnTo>
                  <a:pt x="399005" y="570900"/>
                </a:lnTo>
                <a:lnTo>
                  <a:pt x="399005" y="626870"/>
                </a:lnTo>
                <a:cubicBezTo>
                  <a:pt x="399005" y="630602"/>
                  <a:pt x="396519" y="633089"/>
                  <a:pt x="394033" y="635577"/>
                </a:cubicBezTo>
                <a:cubicBezTo>
                  <a:pt x="391547" y="636821"/>
                  <a:pt x="387818" y="635577"/>
                  <a:pt x="385332" y="634333"/>
                </a:cubicBezTo>
                <a:lnTo>
                  <a:pt x="364201" y="618164"/>
                </a:lnTo>
                <a:lnTo>
                  <a:pt x="343069" y="634333"/>
                </a:lnTo>
                <a:cubicBezTo>
                  <a:pt x="341826" y="635577"/>
                  <a:pt x="340583" y="635577"/>
                  <a:pt x="338097" y="635577"/>
                </a:cubicBezTo>
                <a:cubicBezTo>
                  <a:pt x="336854" y="635577"/>
                  <a:pt x="336854" y="635577"/>
                  <a:pt x="334368" y="635577"/>
                </a:cubicBezTo>
                <a:cubicBezTo>
                  <a:pt x="331882" y="633089"/>
                  <a:pt x="330639" y="630602"/>
                  <a:pt x="330639" y="626870"/>
                </a:cubicBezTo>
                <a:lnTo>
                  <a:pt x="330639" y="570900"/>
                </a:lnTo>
                <a:lnTo>
                  <a:pt x="84525" y="570900"/>
                </a:lnTo>
                <a:cubicBezTo>
                  <a:pt x="78310" y="570900"/>
                  <a:pt x="73338" y="565925"/>
                  <a:pt x="73338" y="560950"/>
                </a:cubicBezTo>
                <a:cubicBezTo>
                  <a:pt x="72095" y="555974"/>
                  <a:pt x="75824" y="550999"/>
                  <a:pt x="82039" y="549755"/>
                </a:cubicBezTo>
                <a:cubicBezTo>
                  <a:pt x="89497" y="548512"/>
                  <a:pt x="98198" y="548512"/>
                  <a:pt x="104413" y="549755"/>
                </a:cubicBezTo>
                <a:cubicBezTo>
                  <a:pt x="103170" y="548512"/>
                  <a:pt x="103170" y="548512"/>
                  <a:pt x="101927" y="548512"/>
                </a:cubicBezTo>
                <a:cubicBezTo>
                  <a:pt x="85768" y="534830"/>
                  <a:pt x="75824" y="512442"/>
                  <a:pt x="75824" y="483835"/>
                </a:cubicBezTo>
                <a:cubicBezTo>
                  <a:pt x="75824" y="478859"/>
                  <a:pt x="75824" y="473884"/>
                  <a:pt x="75824" y="470153"/>
                </a:cubicBezTo>
                <a:lnTo>
                  <a:pt x="37290" y="470153"/>
                </a:lnTo>
                <a:cubicBezTo>
                  <a:pt x="17402" y="470153"/>
                  <a:pt x="0" y="452740"/>
                  <a:pt x="0" y="432839"/>
                </a:cubicBezTo>
                <a:lnTo>
                  <a:pt x="0" y="37314"/>
                </a:lnTo>
                <a:cubicBezTo>
                  <a:pt x="0" y="17413"/>
                  <a:pt x="17402" y="0"/>
                  <a:pt x="37290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39" name="Freeform 538">
            <a:extLst>
              <a:ext uri="{FF2B5EF4-FFF2-40B4-BE49-F238E27FC236}">
                <a16:creationId xmlns:a16="http://schemas.microsoft.com/office/drawing/2014/main" id="{7D8B3CA0-88A4-3941-A463-4D2DCBEF0642}"/>
              </a:ext>
            </a:extLst>
          </p:cNvPr>
          <p:cNvSpPr/>
          <p:nvPr/>
        </p:nvSpPr>
        <p:spPr>
          <a:xfrm>
            <a:off x="5908794" y="3293784"/>
            <a:ext cx="1831314" cy="857406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71" h="689">
                <a:moveTo>
                  <a:pt x="1471" y="0"/>
                </a:moveTo>
                <a:lnTo>
                  <a:pt x="1471" y="689"/>
                </a:lnTo>
                <a:lnTo>
                  <a:pt x="171" y="689"/>
                </a:lnTo>
                <a:cubicBezTo>
                  <a:pt x="62" y="483"/>
                  <a:pt x="0" y="249"/>
                  <a:pt x="0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FBCCFF1E-D98E-4541-B1D3-19FC026183EC}"/>
              </a:ext>
            </a:extLst>
          </p:cNvPr>
          <p:cNvSpPr/>
          <p:nvPr/>
        </p:nvSpPr>
        <p:spPr>
          <a:xfrm>
            <a:off x="6511757" y="3469502"/>
            <a:ext cx="626633" cy="505969"/>
          </a:xfrm>
          <a:custGeom>
            <a:avLst/>
            <a:gdLst>
              <a:gd name="connsiteX0" fmla="*/ 270337 w 626633"/>
              <a:gd name="connsiteY0" fmla="*/ 365142 h 505969"/>
              <a:gd name="connsiteX1" fmla="*/ 270337 w 626633"/>
              <a:gd name="connsiteY1" fmla="*/ 381918 h 505969"/>
              <a:gd name="connsiteX2" fmla="*/ 283551 w 626633"/>
              <a:gd name="connsiteY2" fmla="*/ 396298 h 505969"/>
              <a:gd name="connsiteX3" fmla="*/ 296766 w 626633"/>
              <a:gd name="connsiteY3" fmla="*/ 396298 h 505969"/>
              <a:gd name="connsiteX4" fmla="*/ 303973 w 626633"/>
              <a:gd name="connsiteY4" fmla="*/ 365142 h 505969"/>
              <a:gd name="connsiteX5" fmla="*/ 223644 w 626633"/>
              <a:gd name="connsiteY5" fmla="*/ 365142 h 505969"/>
              <a:gd name="connsiteX6" fmla="*/ 223644 w 626633"/>
              <a:gd name="connsiteY6" fmla="*/ 382312 h 505969"/>
              <a:gd name="connsiteX7" fmla="*/ 192775 w 626633"/>
              <a:gd name="connsiteY7" fmla="*/ 414200 h 505969"/>
              <a:gd name="connsiteX8" fmla="*/ 170549 w 626633"/>
              <a:gd name="connsiteY8" fmla="*/ 414200 h 505969"/>
              <a:gd name="connsiteX9" fmla="*/ 156966 w 626633"/>
              <a:gd name="connsiteY9" fmla="*/ 427691 h 505969"/>
              <a:gd name="connsiteX10" fmla="*/ 170549 w 626633"/>
              <a:gd name="connsiteY10" fmla="*/ 442408 h 505969"/>
              <a:gd name="connsiteX11" fmla="*/ 296495 w 626633"/>
              <a:gd name="connsiteY11" fmla="*/ 442408 h 505969"/>
              <a:gd name="connsiteX12" fmla="*/ 296495 w 626633"/>
              <a:gd name="connsiteY12" fmla="*/ 414200 h 505969"/>
              <a:gd name="connsiteX13" fmla="*/ 282913 w 626633"/>
              <a:gd name="connsiteY13" fmla="*/ 414200 h 505969"/>
              <a:gd name="connsiteX14" fmla="*/ 253278 w 626633"/>
              <a:gd name="connsiteY14" fmla="*/ 382312 h 505969"/>
              <a:gd name="connsiteX15" fmla="*/ 253278 w 626633"/>
              <a:gd name="connsiteY15" fmla="*/ 365142 h 505969"/>
              <a:gd name="connsiteX16" fmla="*/ 421077 w 626633"/>
              <a:gd name="connsiteY16" fmla="*/ 333990 h 505969"/>
              <a:gd name="connsiteX17" fmla="*/ 461565 w 626633"/>
              <a:gd name="connsiteY17" fmla="*/ 454886 h 505969"/>
              <a:gd name="connsiteX18" fmla="*/ 502053 w 626633"/>
              <a:gd name="connsiteY18" fmla="*/ 333990 h 505969"/>
              <a:gd name="connsiteX19" fmla="*/ 382170 w 626633"/>
              <a:gd name="connsiteY19" fmla="*/ 333990 h 505969"/>
              <a:gd name="connsiteX20" fmla="*/ 313939 w 626633"/>
              <a:gd name="connsiteY20" fmla="*/ 400753 h 505969"/>
              <a:gd name="connsiteX21" fmla="*/ 313939 w 626633"/>
              <a:gd name="connsiteY21" fmla="*/ 469988 h 505969"/>
              <a:gd name="connsiteX22" fmla="*/ 335029 w 626633"/>
              <a:gd name="connsiteY22" fmla="*/ 489769 h 505969"/>
              <a:gd name="connsiteX23" fmla="*/ 588103 w 626633"/>
              <a:gd name="connsiteY23" fmla="*/ 489769 h 505969"/>
              <a:gd name="connsiteX24" fmla="*/ 609192 w 626633"/>
              <a:gd name="connsiteY24" fmla="*/ 469988 h 505969"/>
              <a:gd name="connsiteX25" fmla="*/ 609192 w 626633"/>
              <a:gd name="connsiteY25" fmla="*/ 400753 h 505969"/>
              <a:gd name="connsiteX26" fmla="*/ 542202 w 626633"/>
              <a:gd name="connsiteY26" fmla="*/ 333990 h 505969"/>
              <a:gd name="connsiteX27" fmla="*/ 519872 w 626633"/>
              <a:gd name="connsiteY27" fmla="*/ 333990 h 505969"/>
              <a:gd name="connsiteX28" fmla="*/ 477693 w 626633"/>
              <a:gd name="connsiteY28" fmla="*/ 460097 h 505969"/>
              <a:gd name="connsiteX29" fmla="*/ 461566 w 626633"/>
              <a:gd name="connsiteY29" fmla="*/ 472460 h 505969"/>
              <a:gd name="connsiteX30" fmla="*/ 445438 w 626633"/>
              <a:gd name="connsiteY30" fmla="*/ 460097 h 505969"/>
              <a:gd name="connsiteX31" fmla="*/ 403259 w 626633"/>
              <a:gd name="connsiteY31" fmla="*/ 333990 h 505969"/>
              <a:gd name="connsiteX32" fmla="*/ 201561 w 626633"/>
              <a:gd name="connsiteY32" fmla="*/ 235538 h 505969"/>
              <a:gd name="connsiteX33" fmla="*/ 175656 w 626633"/>
              <a:gd name="connsiteY33" fmla="*/ 262417 h 505969"/>
              <a:gd name="connsiteX34" fmla="*/ 175656 w 626633"/>
              <a:gd name="connsiteY34" fmla="*/ 291740 h 505969"/>
              <a:gd name="connsiteX35" fmla="*/ 181824 w 626633"/>
              <a:gd name="connsiteY35" fmla="*/ 297849 h 505969"/>
              <a:gd name="connsiteX36" fmla="*/ 294080 w 626633"/>
              <a:gd name="connsiteY36" fmla="*/ 297849 h 505969"/>
              <a:gd name="connsiteX37" fmla="*/ 301481 w 626633"/>
              <a:gd name="connsiteY37" fmla="*/ 291740 h 505969"/>
              <a:gd name="connsiteX38" fmla="*/ 301481 w 626633"/>
              <a:gd name="connsiteY38" fmla="*/ 262417 h 505969"/>
              <a:gd name="connsiteX39" fmla="*/ 275576 w 626633"/>
              <a:gd name="connsiteY39" fmla="*/ 235538 h 505969"/>
              <a:gd name="connsiteX40" fmla="*/ 201487 w 626633"/>
              <a:gd name="connsiteY40" fmla="*/ 220580 h 505969"/>
              <a:gd name="connsiteX41" fmla="*/ 275651 w 626633"/>
              <a:gd name="connsiteY41" fmla="*/ 220580 h 505969"/>
              <a:gd name="connsiteX42" fmla="*/ 317677 w 626633"/>
              <a:gd name="connsiteY42" fmla="*/ 262401 h 505969"/>
              <a:gd name="connsiteX43" fmla="*/ 317677 w 626633"/>
              <a:gd name="connsiteY43" fmla="*/ 291922 h 505969"/>
              <a:gd name="connsiteX44" fmla="*/ 294192 w 626633"/>
              <a:gd name="connsiteY44" fmla="*/ 315293 h 505969"/>
              <a:gd name="connsiteX45" fmla="*/ 181710 w 626633"/>
              <a:gd name="connsiteY45" fmla="*/ 315293 h 505969"/>
              <a:gd name="connsiteX46" fmla="*/ 159461 w 626633"/>
              <a:gd name="connsiteY46" fmla="*/ 291922 h 505969"/>
              <a:gd name="connsiteX47" fmla="*/ 159461 w 626633"/>
              <a:gd name="connsiteY47" fmla="*/ 262401 h 505969"/>
              <a:gd name="connsiteX48" fmla="*/ 201487 w 626633"/>
              <a:gd name="connsiteY48" fmla="*/ 220580 h 505969"/>
              <a:gd name="connsiteX49" fmla="*/ 469008 w 626633"/>
              <a:gd name="connsiteY49" fmla="*/ 160764 h 505969"/>
              <a:gd name="connsiteX50" fmla="*/ 384922 w 626633"/>
              <a:gd name="connsiteY50" fmla="*/ 203918 h 505969"/>
              <a:gd name="connsiteX51" fmla="*/ 381212 w 626633"/>
              <a:gd name="connsiteY51" fmla="*/ 203918 h 505969"/>
              <a:gd name="connsiteX52" fmla="*/ 464062 w 626633"/>
              <a:gd name="connsiteY52" fmla="*/ 276663 h 505969"/>
              <a:gd name="connsiteX53" fmla="*/ 548148 w 626633"/>
              <a:gd name="connsiteY53" fmla="*/ 200219 h 505969"/>
              <a:gd name="connsiteX54" fmla="*/ 470245 w 626633"/>
              <a:gd name="connsiteY54" fmla="*/ 161997 h 505969"/>
              <a:gd name="connsiteX55" fmla="*/ 510241 w 626633"/>
              <a:gd name="connsiteY55" fmla="*/ 122131 h 505969"/>
              <a:gd name="connsiteX56" fmla="*/ 482118 w 626633"/>
              <a:gd name="connsiteY56" fmla="*/ 150209 h 505969"/>
              <a:gd name="connsiteX57" fmla="*/ 483341 w 626633"/>
              <a:gd name="connsiteY57" fmla="*/ 150209 h 505969"/>
              <a:gd name="connsiteX58" fmla="*/ 548145 w 626633"/>
              <a:gd name="connsiteY58" fmla="*/ 181950 h 505969"/>
              <a:gd name="connsiteX59" fmla="*/ 510241 w 626633"/>
              <a:gd name="connsiteY59" fmla="*/ 122131 h 505969"/>
              <a:gd name="connsiteX60" fmla="*/ 238570 w 626633"/>
              <a:gd name="connsiteY60" fmla="*/ 120881 h 505969"/>
              <a:gd name="connsiteX61" fmla="*/ 204310 w 626633"/>
              <a:gd name="connsiteY61" fmla="*/ 155141 h 505969"/>
              <a:gd name="connsiteX62" fmla="*/ 238570 w 626633"/>
              <a:gd name="connsiteY62" fmla="*/ 188177 h 505969"/>
              <a:gd name="connsiteX63" fmla="*/ 272829 w 626633"/>
              <a:gd name="connsiteY63" fmla="*/ 155141 h 505969"/>
              <a:gd name="connsiteX64" fmla="*/ 238570 w 626633"/>
              <a:gd name="connsiteY64" fmla="*/ 120881 h 505969"/>
              <a:gd name="connsiteX65" fmla="*/ 463769 w 626633"/>
              <a:gd name="connsiteY65" fmla="*/ 108419 h 505969"/>
              <a:gd name="connsiteX66" fmla="*/ 379966 w 626633"/>
              <a:gd name="connsiteY66" fmla="*/ 186931 h 505969"/>
              <a:gd name="connsiteX67" fmla="*/ 494579 w 626633"/>
              <a:gd name="connsiteY67" fmla="*/ 114553 h 505969"/>
              <a:gd name="connsiteX68" fmla="*/ 463769 w 626633"/>
              <a:gd name="connsiteY68" fmla="*/ 108419 h 505969"/>
              <a:gd name="connsiteX69" fmla="*/ 238561 w 626633"/>
              <a:gd name="connsiteY69" fmla="*/ 104684 h 505969"/>
              <a:gd name="connsiteX70" fmla="*/ 287777 w 626633"/>
              <a:gd name="connsiteY70" fmla="*/ 155149 h 505969"/>
              <a:gd name="connsiteX71" fmla="*/ 238561 w 626633"/>
              <a:gd name="connsiteY71" fmla="*/ 204382 h 505969"/>
              <a:gd name="connsiteX72" fmla="*/ 188114 w 626633"/>
              <a:gd name="connsiteY72" fmla="*/ 155149 h 505969"/>
              <a:gd name="connsiteX73" fmla="*/ 238561 w 626633"/>
              <a:gd name="connsiteY73" fmla="*/ 104684 h 505969"/>
              <a:gd name="connsiteX74" fmla="*/ 113990 w 626633"/>
              <a:gd name="connsiteY74" fmla="*/ 26171 h 505969"/>
              <a:gd name="connsiteX75" fmla="*/ 122087 w 626633"/>
              <a:gd name="connsiteY75" fmla="*/ 35476 h 505969"/>
              <a:gd name="connsiteX76" fmla="*/ 113990 w 626633"/>
              <a:gd name="connsiteY76" fmla="*/ 43618 h 505969"/>
              <a:gd name="connsiteX77" fmla="*/ 105892 w 626633"/>
              <a:gd name="connsiteY77" fmla="*/ 35476 h 505969"/>
              <a:gd name="connsiteX78" fmla="*/ 113990 w 626633"/>
              <a:gd name="connsiteY78" fmla="*/ 26171 h 505969"/>
              <a:gd name="connsiteX79" fmla="*/ 77862 w 626633"/>
              <a:gd name="connsiteY79" fmla="*/ 26171 h 505969"/>
              <a:gd name="connsiteX80" fmla="*/ 85959 w 626633"/>
              <a:gd name="connsiteY80" fmla="*/ 35476 h 505969"/>
              <a:gd name="connsiteX81" fmla="*/ 77862 w 626633"/>
              <a:gd name="connsiteY81" fmla="*/ 43618 h 505969"/>
              <a:gd name="connsiteX82" fmla="*/ 69764 w 626633"/>
              <a:gd name="connsiteY82" fmla="*/ 35476 h 505969"/>
              <a:gd name="connsiteX83" fmla="*/ 77862 w 626633"/>
              <a:gd name="connsiteY83" fmla="*/ 26171 h 505969"/>
              <a:gd name="connsiteX84" fmla="*/ 42980 w 626633"/>
              <a:gd name="connsiteY84" fmla="*/ 26171 h 505969"/>
              <a:gd name="connsiteX85" fmla="*/ 51077 w 626633"/>
              <a:gd name="connsiteY85" fmla="*/ 35476 h 505969"/>
              <a:gd name="connsiteX86" fmla="*/ 42980 w 626633"/>
              <a:gd name="connsiteY86" fmla="*/ 43618 h 505969"/>
              <a:gd name="connsiteX87" fmla="*/ 34882 w 626633"/>
              <a:gd name="connsiteY87" fmla="*/ 35476 h 505969"/>
              <a:gd name="connsiteX88" fmla="*/ 42980 w 626633"/>
              <a:gd name="connsiteY88" fmla="*/ 26171 h 505969"/>
              <a:gd name="connsiteX89" fmla="*/ 28618 w 626633"/>
              <a:gd name="connsiteY89" fmla="*/ 16198 h 505969"/>
              <a:gd name="connsiteX90" fmla="*/ 16195 w 626633"/>
              <a:gd name="connsiteY90" fmla="*/ 29464 h 505969"/>
              <a:gd name="connsiteX91" fmla="*/ 16195 w 626633"/>
              <a:gd name="connsiteY91" fmla="*/ 53585 h 505969"/>
              <a:gd name="connsiteX92" fmla="*/ 460943 w 626633"/>
              <a:gd name="connsiteY92" fmla="*/ 53585 h 505969"/>
              <a:gd name="connsiteX93" fmla="*/ 460943 w 626633"/>
              <a:gd name="connsiteY93" fmla="*/ 29464 h 505969"/>
              <a:gd name="connsiteX94" fmla="*/ 447278 w 626633"/>
              <a:gd name="connsiteY94" fmla="*/ 16198 h 505969"/>
              <a:gd name="connsiteX95" fmla="*/ 28597 w 626633"/>
              <a:gd name="connsiteY95" fmla="*/ 0 h 505969"/>
              <a:gd name="connsiteX96" fmla="*/ 447595 w 626633"/>
              <a:gd name="connsiteY96" fmla="*/ 0 h 505969"/>
              <a:gd name="connsiteX97" fmla="*/ 477435 w 626633"/>
              <a:gd name="connsiteY97" fmla="*/ 29836 h 505969"/>
              <a:gd name="connsiteX98" fmla="*/ 477435 w 626633"/>
              <a:gd name="connsiteY98" fmla="*/ 91994 h 505969"/>
              <a:gd name="connsiteX99" fmla="*/ 512248 w 626633"/>
              <a:gd name="connsiteY99" fmla="*/ 104426 h 505969"/>
              <a:gd name="connsiteX100" fmla="*/ 513491 w 626633"/>
              <a:gd name="connsiteY100" fmla="*/ 104426 h 505969"/>
              <a:gd name="connsiteX101" fmla="*/ 564467 w 626633"/>
              <a:gd name="connsiteY101" fmla="*/ 192691 h 505969"/>
              <a:gd name="connsiteX102" fmla="*/ 463758 w 626633"/>
              <a:gd name="connsiteY102" fmla="*/ 292144 h 505969"/>
              <a:gd name="connsiteX103" fmla="*/ 363050 w 626633"/>
              <a:gd name="connsiteY103" fmla="*/ 192691 h 505969"/>
              <a:gd name="connsiteX104" fmla="*/ 461272 w 626633"/>
              <a:gd name="connsiteY104" fmla="*/ 91994 h 505969"/>
              <a:gd name="connsiteX105" fmla="*/ 461272 w 626633"/>
              <a:gd name="connsiteY105" fmla="*/ 70861 h 505969"/>
              <a:gd name="connsiteX106" fmla="*/ 16163 w 626633"/>
              <a:gd name="connsiteY106" fmla="*/ 70861 h 505969"/>
              <a:gd name="connsiteX107" fmla="*/ 16163 w 626633"/>
              <a:gd name="connsiteY107" fmla="*/ 334412 h 505969"/>
              <a:gd name="connsiteX108" fmla="*/ 28597 w 626633"/>
              <a:gd name="connsiteY108" fmla="*/ 348087 h 505969"/>
              <a:gd name="connsiteX109" fmla="*/ 315803 w 626633"/>
              <a:gd name="connsiteY109" fmla="*/ 348087 h 505969"/>
              <a:gd name="connsiteX110" fmla="*/ 381699 w 626633"/>
              <a:gd name="connsiteY110" fmla="*/ 315765 h 505969"/>
              <a:gd name="connsiteX111" fmla="*/ 542087 w 626633"/>
              <a:gd name="connsiteY111" fmla="*/ 315765 h 505969"/>
              <a:gd name="connsiteX112" fmla="*/ 626633 w 626633"/>
              <a:gd name="connsiteY112" fmla="*/ 400300 h 505969"/>
              <a:gd name="connsiteX113" fmla="*/ 626633 w 626633"/>
              <a:gd name="connsiteY113" fmla="*/ 469917 h 505969"/>
              <a:gd name="connsiteX114" fmla="*/ 588090 w 626633"/>
              <a:gd name="connsiteY114" fmla="*/ 505969 h 505969"/>
              <a:gd name="connsiteX115" fmla="*/ 334453 w 626633"/>
              <a:gd name="connsiteY115" fmla="*/ 505969 h 505969"/>
              <a:gd name="connsiteX116" fmla="*/ 297154 w 626633"/>
              <a:gd name="connsiteY116" fmla="*/ 469917 h 505969"/>
              <a:gd name="connsiteX117" fmla="*/ 297154 w 626633"/>
              <a:gd name="connsiteY117" fmla="*/ 458729 h 505969"/>
              <a:gd name="connsiteX118" fmla="*/ 170335 w 626633"/>
              <a:gd name="connsiteY118" fmla="*/ 458729 h 505969"/>
              <a:gd name="connsiteX119" fmla="*/ 139252 w 626633"/>
              <a:gd name="connsiteY119" fmla="*/ 427650 h 505969"/>
              <a:gd name="connsiteX120" fmla="*/ 170335 w 626633"/>
              <a:gd name="connsiteY120" fmla="*/ 396570 h 505969"/>
              <a:gd name="connsiteX121" fmla="*/ 192715 w 626633"/>
              <a:gd name="connsiteY121" fmla="*/ 396570 h 505969"/>
              <a:gd name="connsiteX122" fmla="*/ 207635 w 626633"/>
              <a:gd name="connsiteY122" fmla="*/ 381652 h 505969"/>
              <a:gd name="connsiteX123" fmla="*/ 207635 w 626633"/>
              <a:gd name="connsiteY123" fmla="*/ 364248 h 505969"/>
              <a:gd name="connsiteX124" fmla="*/ 28597 w 626633"/>
              <a:gd name="connsiteY124" fmla="*/ 364248 h 505969"/>
              <a:gd name="connsiteX125" fmla="*/ 0 w 626633"/>
              <a:gd name="connsiteY125" fmla="*/ 334412 h 505969"/>
              <a:gd name="connsiteX126" fmla="*/ 0 w 626633"/>
              <a:gd name="connsiteY126" fmla="*/ 29836 h 505969"/>
              <a:gd name="connsiteX127" fmla="*/ 28597 w 626633"/>
              <a:gd name="connsiteY127" fmla="*/ 0 h 505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</a:cxnLst>
            <a:rect l="l" t="t" r="r" b="b"/>
            <a:pathLst>
              <a:path w="626633" h="505969">
                <a:moveTo>
                  <a:pt x="270337" y="365142"/>
                </a:moveTo>
                <a:lnTo>
                  <a:pt x="270337" y="381918"/>
                </a:lnTo>
                <a:cubicBezTo>
                  <a:pt x="270337" y="390307"/>
                  <a:pt x="276344" y="396298"/>
                  <a:pt x="283551" y="396298"/>
                </a:cubicBezTo>
                <a:lnTo>
                  <a:pt x="296766" y="396298"/>
                </a:lnTo>
                <a:cubicBezTo>
                  <a:pt x="297967" y="385513"/>
                  <a:pt x="300369" y="374729"/>
                  <a:pt x="303973" y="365142"/>
                </a:cubicBezTo>
                <a:close/>
                <a:moveTo>
                  <a:pt x="223644" y="365142"/>
                </a:moveTo>
                <a:lnTo>
                  <a:pt x="223644" y="382312"/>
                </a:lnTo>
                <a:cubicBezTo>
                  <a:pt x="223644" y="399483"/>
                  <a:pt x="210061" y="414200"/>
                  <a:pt x="192775" y="414200"/>
                </a:cubicBezTo>
                <a:lnTo>
                  <a:pt x="170549" y="414200"/>
                </a:lnTo>
                <a:cubicBezTo>
                  <a:pt x="163140" y="414200"/>
                  <a:pt x="156966" y="420332"/>
                  <a:pt x="156966" y="427691"/>
                </a:cubicBezTo>
                <a:cubicBezTo>
                  <a:pt x="156966" y="435049"/>
                  <a:pt x="163140" y="442408"/>
                  <a:pt x="170549" y="442408"/>
                </a:cubicBezTo>
                <a:lnTo>
                  <a:pt x="296495" y="442408"/>
                </a:lnTo>
                <a:lnTo>
                  <a:pt x="296495" y="414200"/>
                </a:lnTo>
                <a:lnTo>
                  <a:pt x="282913" y="414200"/>
                </a:lnTo>
                <a:cubicBezTo>
                  <a:pt x="266861" y="414200"/>
                  <a:pt x="253278" y="399483"/>
                  <a:pt x="253278" y="382312"/>
                </a:cubicBezTo>
                <a:lnTo>
                  <a:pt x="253278" y="365142"/>
                </a:lnTo>
                <a:close/>
                <a:moveTo>
                  <a:pt x="421077" y="333990"/>
                </a:moveTo>
                <a:lnTo>
                  <a:pt x="461565" y="454886"/>
                </a:lnTo>
                <a:lnTo>
                  <a:pt x="502053" y="333990"/>
                </a:lnTo>
                <a:close/>
                <a:moveTo>
                  <a:pt x="382170" y="333990"/>
                </a:moveTo>
                <a:cubicBezTo>
                  <a:pt x="343713" y="333990"/>
                  <a:pt x="313939" y="363662"/>
                  <a:pt x="313939" y="400753"/>
                </a:cubicBezTo>
                <a:lnTo>
                  <a:pt x="313939" y="469988"/>
                </a:lnTo>
                <a:cubicBezTo>
                  <a:pt x="313939" y="479878"/>
                  <a:pt x="322623" y="489769"/>
                  <a:pt x="335029" y="489769"/>
                </a:cubicBezTo>
                <a:lnTo>
                  <a:pt x="588103" y="489769"/>
                </a:lnTo>
                <a:cubicBezTo>
                  <a:pt x="600508" y="489769"/>
                  <a:pt x="609192" y="479878"/>
                  <a:pt x="609192" y="469988"/>
                </a:cubicBezTo>
                <a:lnTo>
                  <a:pt x="609192" y="400753"/>
                </a:lnTo>
                <a:cubicBezTo>
                  <a:pt x="609192" y="363662"/>
                  <a:pt x="578178" y="333990"/>
                  <a:pt x="542202" y="333990"/>
                </a:cubicBezTo>
                <a:lnTo>
                  <a:pt x="519872" y="333990"/>
                </a:lnTo>
                <a:lnTo>
                  <a:pt x="477693" y="460097"/>
                </a:lnTo>
                <a:cubicBezTo>
                  <a:pt x="475212" y="467515"/>
                  <a:pt x="470250" y="472460"/>
                  <a:pt x="461566" y="472460"/>
                </a:cubicBezTo>
                <a:cubicBezTo>
                  <a:pt x="454122" y="472460"/>
                  <a:pt x="447920" y="467515"/>
                  <a:pt x="445438" y="460097"/>
                </a:cubicBezTo>
                <a:lnTo>
                  <a:pt x="403259" y="333990"/>
                </a:lnTo>
                <a:close/>
                <a:moveTo>
                  <a:pt x="201561" y="235538"/>
                </a:moveTo>
                <a:cubicBezTo>
                  <a:pt x="186758" y="235538"/>
                  <a:pt x="175656" y="247756"/>
                  <a:pt x="175656" y="262417"/>
                </a:cubicBezTo>
                <a:lnTo>
                  <a:pt x="175656" y="291740"/>
                </a:lnTo>
                <a:cubicBezTo>
                  <a:pt x="175656" y="295406"/>
                  <a:pt x="178123" y="297849"/>
                  <a:pt x="181824" y="297849"/>
                </a:cubicBezTo>
                <a:lnTo>
                  <a:pt x="294080" y="297849"/>
                </a:lnTo>
                <a:cubicBezTo>
                  <a:pt x="297781" y="297849"/>
                  <a:pt x="301481" y="295406"/>
                  <a:pt x="301481" y="291740"/>
                </a:cubicBezTo>
                <a:lnTo>
                  <a:pt x="301481" y="262417"/>
                </a:lnTo>
                <a:cubicBezTo>
                  <a:pt x="301481" y="247756"/>
                  <a:pt x="289145" y="235538"/>
                  <a:pt x="275576" y="235538"/>
                </a:cubicBezTo>
                <a:close/>
                <a:moveTo>
                  <a:pt x="201487" y="220580"/>
                </a:moveTo>
                <a:lnTo>
                  <a:pt x="275651" y="220580"/>
                </a:lnTo>
                <a:cubicBezTo>
                  <a:pt x="297900" y="220580"/>
                  <a:pt x="317677" y="239031"/>
                  <a:pt x="317677" y="262401"/>
                </a:cubicBezTo>
                <a:lnTo>
                  <a:pt x="317677" y="291922"/>
                </a:lnTo>
                <a:cubicBezTo>
                  <a:pt x="317677" y="304223"/>
                  <a:pt x="307789" y="315293"/>
                  <a:pt x="294192" y="315293"/>
                </a:cubicBezTo>
                <a:lnTo>
                  <a:pt x="181710" y="315293"/>
                </a:lnTo>
                <a:cubicBezTo>
                  <a:pt x="169350" y="315293"/>
                  <a:pt x="159461" y="304223"/>
                  <a:pt x="159461" y="291922"/>
                </a:cubicBezTo>
                <a:lnTo>
                  <a:pt x="159461" y="262401"/>
                </a:lnTo>
                <a:cubicBezTo>
                  <a:pt x="159461" y="239031"/>
                  <a:pt x="178002" y="220580"/>
                  <a:pt x="201487" y="220580"/>
                </a:cubicBezTo>
                <a:close/>
                <a:moveTo>
                  <a:pt x="469008" y="160764"/>
                </a:moveTo>
                <a:cubicBezTo>
                  <a:pt x="444277" y="179259"/>
                  <a:pt x="414599" y="194054"/>
                  <a:pt x="384922" y="203918"/>
                </a:cubicBezTo>
                <a:lnTo>
                  <a:pt x="381212" y="203918"/>
                </a:lnTo>
                <a:cubicBezTo>
                  <a:pt x="387395" y="244606"/>
                  <a:pt x="422019" y="276663"/>
                  <a:pt x="464062" y="276663"/>
                </a:cubicBezTo>
                <a:cubicBezTo>
                  <a:pt x="507342" y="276663"/>
                  <a:pt x="543202" y="242140"/>
                  <a:pt x="548148" y="200219"/>
                </a:cubicBezTo>
                <a:cubicBezTo>
                  <a:pt x="518471" y="196520"/>
                  <a:pt x="491266" y="182958"/>
                  <a:pt x="470245" y="161997"/>
                </a:cubicBezTo>
                <a:close/>
                <a:moveTo>
                  <a:pt x="510241" y="122131"/>
                </a:moveTo>
                <a:cubicBezTo>
                  <a:pt x="501682" y="131897"/>
                  <a:pt x="493123" y="141664"/>
                  <a:pt x="482118" y="150209"/>
                </a:cubicBezTo>
                <a:lnTo>
                  <a:pt x="483341" y="150209"/>
                </a:lnTo>
                <a:cubicBezTo>
                  <a:pt x="500459" y="168521"/>
                  <a:pt x="522468" y="179509"/>
                  <a:pt x="548145" y="181950"/>
                </a:cubicBezTo>
                <a:cubicBezTo>
                  <a:pt x="544477" y="157534"/>
                  <a:pt x="531027" y="135560"/>
                  <a:pt x="510241" y="122131"/>
                </a:cubicBezTo>
                <a:close/>
                <a:moveTo>
                  <a:pt x="238570" y="120881"/>
                </a:moveTo>
                <a:cubicBezTo>
                  <a:pt x="220216" y="120881"/>
                  <a:pt x="204310" y="135564"/>
                  <a:pt x="204310" y="155141"/>
                </a:cubicBezTo>
                <a:cubicBezTo>
                  <a:pt x="204310" y="173494"/>
                  <a:pt x="220216" y="188177"/>
                  <a:pt x="238570" y="188177"/>
                </a:cubicBezTo>
                <a:cubicBezTo>
                  <a:pt x="256923" y="188177"/>
                  <a:pt x="272829" y="173494"/>
                  <a:pt x="272829" y="155141"/>
                </a:cubicBezTo>
                <a:cubicBezTo>
                  <a:pt x="272829" y="135564"/>
                  <a:pt x="256923" y="120881"/>
                  <a:pt x="238570" y="120881"/>
                </a:cubicBezTo>
                <a:close/>
                <a:moveTo>
                  <a:pt x="463769" y="108419"/>
                </a:moveTo>
                <a:cubicBezTo>
                  <a:pt x="419403" y="108419"/>
                  <a:pt x="382431" y="142768"/>
                  <a:pt x="379966" y="186931"/>
                </a:cubicBezTo>
                <a:cubicBezTo>
                  <a:pt x="424333" y="173437"/>
                  <a:pt x="463769" y="148902"/>
                  <a:pt x="494579" y="114553"/>
                </a:cubicBezTo>
                <a:cubicBezTo>
                  <a:pt x="484720" y="109646"/>
                  <a:pt x="474861" y="108419"/>
                  <a:pt x="463769" y="108419"/>
                </a:cubicBezTo>
                <a:close/>
                <a:moveTo>
                  <a:pt x="238561" y="104684"/>
                </a:moveTo>
                <a:cubicBezTo>
                  <a:pt x="265630" y="104684"/>
                  <a:pt x="287777" y="126839"/>
                  <a:pt x="287777" y="155149"/>
                </a:cubicBezTo>
                <a:cubicBezTo>
                  <a:pt x="287777" y="182227"/>
                  <a:pt x="265630" y="204382"/>
                  <a:pt x="238561" y="204382"/>
                </a:cubicBezTo>
                <a:cubicBezTo>
                  <a:pt x="210262" y="204382"/>
                  <a:pt x="188114" y="182227"/>
                  <a:pt x="188114" y="155149"/>
                </a:cubicBezTo>
                <a:cubicBezTo>
                  <a:pt x="188114" y="126839"/>
                  <a:pt x="210262" y="104684"/>
                  <a:pt x="238561" y="104684"/>
                </a:cubicBezTo>
                <a:close/>
                <a:moveTo>
                  <a:pt x="113990" y="26171"/>
                </a:moveTo>
                <a:cubicBezTo>
                  <a:pt x="118617" y="26171"/>
                  <a:pt x="122087" y="29661"/>
                  <a:pt x="122087" y="35476"/>
                </a:cubicBezTo>
                <a:cubicBezTo>
                  <a:pt x="122087" y="40129"/>
                  <a:pt x="118617" y="43618"/>
                  <a:pt x="113990" y="43618"/>
                </a:cubicBezTo>
                <a:cubicBezTo>
                  <a:pt x="109363" y="43618"/>
                  <a:pt x="105892" y="40129"/>
                  <a:pt x="105892" y="35476"/>
                </a:cubicBezTo>
                <a:cubicBezTo>
                  <a:pt x="105892" y="29661"/>
                  <a:pt x="109363" y="26171"/>
                  <a:pt x="113990" y="26171"/>
                </a:cubicBezTo>
                <a:close/>
                <a:moveTo>
                  <a:pt x="77862" y="26171"/>
                </a:moveTo>
                <a:cubicBezTo>
                  <a:pt x="82489" y="26171"/>
                  <a:pt x="85959" y="29661"/>
                  <a:pt x="85959" y="35476"/>
                </a:cubicBezTo>
                <a:cubicBezTo>
                  <a:pt x="85959" y="40129"/>
                  <a:pt x="82489" y="43618"/>
                  <a:pt x="77862" y="43618"/>
                </a:cubicBezTo>
                <a:cubicBezTo>
                  <a:pt x="73235" y="43618"/>
                  <a:pt x="69764" y="40129"/>
                  <a:pt x="69764" y="35476"/>
                </a:cubicBezTo>
                <a:cubicBezTo>
                  <a:pt x="69764" y="29661"/>
                  <a:pt x="73235" y="26171"/>
                  <a:pt x="77862" y="26171"/>
                </a:cubicBezTo>
                <a:close/>
                <a:moveTo>
                  <a:pt x="42980" y="26171"/>
                </a:moveTo>
                <a:cubicBezTo>
                  <a:pt x="47607" y="26171"/>
                  <a:pt x="51077" y="29661"/>
                  <a:pt x="51077" y="35476"/>
                </a:cubicBezTo>
                <a:cubicBezTo>
                  <a:pt x="51077" y="40129"/>
                  <a:pt x="47607" y="43618"/>
                  <a:pt x="42980" y="43618"/>
                </a:cubicBezTo>
                <a:cubicBezTo>
                  <a:pt x="38353" y="43618"/>
                  <a:pt x="34882" y="40129"/>
                  <a:pt x="34882" y="35476"/>
                </a:cubicBezTo>
                <a:cubicBezTo>
                  <a:pt x="34882" y="29661"/>
                  <a:pt x="38353" y="26171"/>
                  <a:pt x="42980" y="26171"/>
                </a:cubicBezTo>
                <a:close/>
                <a:moveTo>
                  <a:pt x="28618" y="16198"/>
                </a:moveTo>
                <a:cubicBezTo>
                  <a:pt x="21165" y="16198"/>
                  <a:pt x="16195" y="22228"/>
                  <a:pt x="16195" y="29464"/>
                </a:cubicBezTo>
                <a:lnTo>
                  <a:pt x="16195" y="53585"/>
                </a:lnTo>
                <a:lnTo>
                  <a:pt x="460943" y="53585"/>
                </a:lnTo>
                <a:lnTo>
                  <a:pt x="460943" y="29464"/>
                </a:lnTo>
                <a:cubicBezTo>
                  <a:pt x="460943" y="22228"/>
                  <a:pt x="455974" y="16198"/>
                  <a:pt x="447278" y="16198"/>
                </a:cubicBezTo>
                <a:close/>
                <a:moveTo>
                  <a:pt x="28597" y="0"/>
                </a:moveTo>
                <a:lnTo>
                  <a:pt x="447595" y="0"/>
                </a:lnTo>
                <a:cubicBezTo>
                  <a:pt x="465002" y="0"/>
                  <a:pt x="477435" y="13675"/>
                  <a:pt x="477435" y="29836"/>
                </a:cubicBezTo>
                <a:lnTo>
                  <a:pt x="477435" y="91994"/>
                </a:lnTo>
                <a:cubicBezTo>
                  <a:pt x="489868" y="94481"/>
                  <a:pt x="502301" y="98210"/>
                  <a:pt x="512248" y="104426"/>
                </a:cubicBezTo>
                <a:cubicBezTo>
                  <a:pt x="512248" y="104426"/>
                  <a:pt x="512248" y="104426"/>
                  <a:pt x="513491" y="104426"/>
                </a:cubicBezTo>
                <a:cubicBezTo>
                  <a:pt x="543331" y="121831"/>
                  <a:pt x="564467" y="155396"/>
                  <a:pt x="564467" y="192691"/>
                </a:cubicBezTo>
                <a:cubicBezTo>
                  <a:pt x="563224" y="247390"/>
                  <a:pt x="518464" y="292144"/>
                  <a:pt x="463758" y="292144"/>
                </a:cubicBezTo>
                <a:cubicBezTo>
                  <a:pt x="407809" y="292144"/>
                  <a:pt x="363050" y="247390"/>
                  <a:pt x="363050" y="192691"/>
                </a:cubicBezTo>
                <a:cubicBezTo>
                  <a:pt x="363050" y="136749"/>
                  <a:pt x="406566" y="91994"/>
                  <a:pt x="461272" y="91994"/>
                </a:cubicBezTo>
                <a:lnTo>
                  <a:pt x="461272" y="70861"/>
                </a:lnTo>
                <a:lnTo>
                  <a:pt x="16163" y="70861"/>
                </a:lnTo>
                <a:lnTo>
                  <a:pt x="16163" y="334412"/>
                </a:lnTo>
                <a:cubicBezTo>
                  <a:pt x="16163" y="341871"/>
                  <a:pt x="21137" y="348087"/>
                  <a:pt x="28597" y="348087"/>
                </a:cubicBezTo>
                <a:lnTo>
                  <a:pt x="315803" y="348087"/>
                </a:lnTo>
                <a:cubicBezTo>
                  <a:pt x="330723" y="329439"/>
                  <a:pt x="354346" y="315765"/>
                  <a:pt x="381699" y="315765"/>
                </a:cubicBezTo>
                <a:lnTo>
                  <a:pt x="542087" y="315765"/>
                </a:lnTo>
                <a:cubicBezTo>
                  <a:pt x="588090" y="315765"/>
                  <a:pt x="626633" y="354303"/>
                  <a:pt x="626633" y="400300"/>
                </a:cubicBezTo>
                <a:lnTo>
                  <a:pt x="626633" y="469917"/>
                </a:lnTo>
                <a:cubicBezTo>
                  <a:pt x="626633" y="489808"/>
                  <a:pt x="609227" y="505969"/>
                  <a:pt x="588090" y="505969"/>
                </a:cubicBezTo>
                <a:lnTo>
                  <a:pt x="334453" y="505969"/>
                </a:lnTo>
                <a:cubicBezTo>
                  <a:pt x="313317" y="505969"/>
                  <a:pt x="297154" y="489808"/>
                  <a:pt x="297154" y="469917"/>
                </a:cubicBezTo>
                <a:lnTo>
                  <a:pt x="297154" y="458729"/>
                </a:lnTo>
                <a:lnTo>
                  <a:pt x="170335" y="458729"/>
                </a:lnTo>
                <a:cubicBezTo>
                  <a:pt x="154172" y="458729"/>
                  <a:pt x="139252" y="443811"/>
                  <a:pt x="139252" y="427650"/>
                </a:cubicBezTo>
                <a:cubicBezTo>
                  <a:pt x="139252" y="410245"/>
                  <a:pt x="154172" y="396570"/>
                  <a:pt x="170335" y="396570"/>
                </a:cubicBezTo>
                <a:lnTo>
                  <a:pt x="192715" y="396570"/>
                </a:lnTo>
                <a:cubicBezTo>
                  <a:pt x="200175" y="396570"/>
                  <a:pt x="207635" y="390355"/>
                  <a:pt x="207635" y="381652"/>
                </a:cubicBezTo>
                <a:lnTo>
                  <a:pt x="207635" y="364248"/>
                </a:lnTo>
                <a:lnTo>
                  <a:pt x="28597" y="364248"/>
                </a:lnTo>
                <a:cubicBezTo>
                  <a:pt x="12433" y="364248"/>
                  <a:pt x="0" y="350573"/>
                  <a:pt x="0" y="334412"/>
                </a:cubicBezTo>
                <a:lnTo>
                  <a:pt x="0" y="29836"/>
                </a:lnTo>
                <a:cubicBezTo>
                  <a:pt x="0" y="13675"/>
                  <a:pt x="12433" y="0"/>
                  <a:pt x="28597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73" name="TextBox 372">
            <a:extLst>
              <a:ext uri="{FF2B5EF4-FFF2-40B4-BE49-F238E27FC236}">
                <a16:creationId xmlns:a16="http://schemas.microsoft.com/office/drawing/2014/main" id="{23A43BE6-518A-BC43-BBFF-17A95BC21F4D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220FAE9B-9F54-B04E-9E26-2C3F4340CDDC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B23305A3-4FA0-2145-9722-0551C84C0B93}"/>
              </a:ext>
            </a:extLst>
          </p:cNvPr>
          <p:cNvSpPr txBox="1"/>
          <p:nvPr/>
        </p:nvSpPr>
        <p:spPr>
          <a:xfrm>
            <a:off x="2998743" y="3478021"/>
            <a:ext cx="26449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07EBFD6E-52A1-A048-9DBC-A9799F4A5BDA}"/>
              </a:ext>
            </a:extLst>
          </p:cNvPr>
          <p:cNvSpPr txBox="1"/>
          <p:nvPr/>
        </p:nvSpPr>
        <p:spPr>
          <a:xfrm>
            <a:off x="2998743" y="4218356"/>
            <a:ext cx="4227968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F31CBDD1-E97B-554F-A8D1-9BAB0CB43B6E}"/>
              </a:ext>
            </a:extLst>
          </p:cNvPr>
          <p:cNvSpPr txBox="1"/>
          <p:nvPr/>
        </p:nvSpPr>
        <p:spPr>
          <a:xfrm>
            <a:off x="2998742" y="7046735"/>
            <a:ext cx="26449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B83B5329-01F3-4F45-8447-6443BE8C90E7}"/>
              </a:ext>
            </a:extLst>
          </p:cNvPr>
          <p:cNvSpPr txBox="1"/>
          <p:nvPr/>
        </p:nvSpPr>
        <p:spPr>
          <a:xfrm>
            <a:off x="2998742" y="7797932"/>
            <a:ext cx="4227969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CC28EFAE-ADD7-DC44-AD48-925AD89C83C4}"/>
              </a:ext>
            </a:extLst>
          </p:cNvPr>
          <p:cNvSpPr txBox="1"/>
          <p:nvPr/>
        </p:nvSpPr>
        <p:spPr>
          <a:xfrm>
            <a:off x="2998742" y="10616479"/>
            <a:ext cx="264497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380" name="TextBox 379">
            <a:extLst>
              <a:ext uri="{FF2B5EF4-FFF2-40B4-BE49-F238E27FC236}">
                <a16:creationId xmlns:a16="http://schemas.microsoft.com/office/drawing/2014/main" id="{A32AAE5B-09AA-2244-9251-1EDD50C9CD8F}"/>
              </a:ext>
            </a:extLst>
          </p:cNvPr>
          <p:cNvSpPr txBox="1"/>
          <p:nvPr/>
        </p:nvSpPr>
        <p:spPr>
          <a:xfrm>
            <a:off x="2998742" y="11357844"/>
            <a:ext cx="4227969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83478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69E5A4-ADE2-C64C-B3AB-8D9AAA15646E}"/>
              </a:ext>
            </a:extLst>
          </p:cNvPr>
          <p:cNvGrpSpPr/>
          <p:nvPr/>
        </p:nvGrpSpPr>
        <p:grpSpPr>
          <a:xfrm>
            <a:off x="6336411" y="3285061"/>
            <a:ext cx="11706394" cy="5401158"/>
            <a:chOff x="6336411" y="3285061"/>
            <a:chExt cx="11706394" cy="540115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E011B48-B563-2D44-B3ED-7CBB8245EEC7}"/>
                </a:ext>
              </a:extLst>
            </p:cNvPr>
            <p:cNvGrpSpPr/>
            <p:nvPr/>
          </p:nvGrpSpPr>
          <p:grpSpPr>
            <a:xfrm>
              <a:off x="9776977" y="4490164"/>
              <a:ext cx="935590" cy="889808"/>
              <a:chOff x="9776977" y="4490164"/>
              <a:chExt cx="935590" cy="889808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8488E31D-149A-2C43-A46E-D989595C6A65}"/>
                  </a:ext>
                </a:extLst>
              </p:cNvPr>
              <p:cNvSpPr/>
              <p:nvPr/>
            </p:nvSpPr>
            <p:spPr>
              <a:xfrm>
                <a:off x="9783206" y="4723209"/>
                <a:ext cx="232963" cy="6505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8" h="523">
                    <a:moveTo>
                      <a:pt x="94" y="0"/>
                    </a:moveTo>
                    <a:cubicBezTo>
                      <a:pt x="68" y="0"/>
                      <a:pt x="45" y="10"/>
                      <a:pt x="28" y="27"/>
                    </a:cubicBezTo>
                    <a:cubicBezTo>
                      <a:pt x="10" y="45"/>
                      <a:pt x="0" y="68"/>
                      <a:pt x="0" y="93"/>
                    </a:cubicBezTo>
                    <a:lnTo>
                      <a:pt x="0" y="261"/>
                    </a:lnTo>
                    <a:lnTo>
                      <a:pt x="0" y="429"/>
                    </a:lnTo>
                    <a:cubicBezTo>
                      <a:pt x="0" y="454"/>
                      <a:pt x="10" y="478"/>
                      <a:pt x="28" y="495"/>
                    </a:cubicBezTo>
                    <a:cubicBezTo>
                      <a:pt x="45" y="512"/>
                      <a:pt x="68" y="523"/>
                      <a:pt x="94" y="523"/>
                    </a:cubicBezTo>
                    <a:cubicBezTo>
                      <a:pt x="120" y="523"/>
                      <a:pt x="144" y="512"/>
                      <a:pt x="161" y="495"/>
                    </a:cubicBezTo>
                    <a:cubicBezTo>
                      <a:pt x="177" y="478"/>
                      <a:pt x="188" y="454"/>
                      <a:pt x="188" y="429"/>
                    </a:cubicBezTo>
                    <a:lnTo>
                      <a:pt x="188" y="261"/>
                    </a:lnTo>
                    <a:lnTo>
                      <a:pt x="188" y="93"/>
                    </a:lnTo>
                    <a:cubicBezTo>
                      <a:pt x="188" y="68"/>
                      <a:pt x="177" y="45"/>
                      <a:pt x="161" y="27"/>
                    </a:cubicBezTo>
                    <a:cubicBezTo>
                      <a:pt x="144" y="10"/>
                      <a:pt x="120" y="0"/>
                      <a:pt x="9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BC75A14D-FC8B-BB49-9AB4-422162B37059}"/>
                  </a:ext>
                </a:extLst>
              </p:cNvPr>
              <p:cNvSpPr/>
              <p:nvPr/>
            </p:nvSpPr>
            <p:spPr>
              <a:xfrm>
                <a:off x="9776977" y="4715732"/>
                <a:ext cx="246667" cy="664240"/>
              </a:xfrm>
              <a:custGeom>
                <a:avLst/>
                <a:gdLst>
                  <a:gd name="connsiteX0" fmla="*/ 122711 w 246667"/>
                  <a:gd name="connsiteY0" fmla="*/ 13708 h 664240"/>
                  <a:gd name="connsiteX1" fmla="*/ 45911 w 246667"/>
                  <a:gd name="connsiteY1" fmla="*/ 46047 h 664240"/>
                  <a:gd name="connsiteX2" fmla="*/ 13704 w 246667"/>
                  <a:gd name="connsiteY2" fmla="*/ 123162 h 664240"/>
                  <a:gd name="connsiteX3" fmla="*/ 13704 w 246667"/>
                  <a:gd name="connsiteY3" fmla="*/ 541077 h 664240"/>
                  <a:gd name="connsiteX4" fmla="*/ 45911 w 246667"/>
                  <a:gd name="connsiteY4" fmla="*/ 618193 h 664240"/>
                  <a:gd name="connsiteX5" fmla="*/ 122711 w 246667"/>
                  <a:gd name="connsiteY5" fmla="*/ 650531 h 664240"/>
                  <a:gd name="connsiteX6" fmla="*/ 200750 w 246667"/>
                  <a:gd name="connsiteY6" fmla="*/ 618193 h 664240"/>
                  <a:gd name="connsiteX7" fmla="*/ 231718 w 246667"/>
                  <a:gd name="connsiteY7" fmla="*/ 541077 h 664240"/>
                  <a:gd name="connsiteX8" fmla="*/ 231718 w 246667"/>
                  <a:gd name="connsiteY8" fmla="*/ 123162 h 664240"/>
                  <a:gd name="connsiteX9" fmla="*/ 200750 w 246667"/>
                  <a:gd name="connsiteY9" fmla="*/ 46047 h 664240"/>
                  <a:gd name="connsiteX10" fmla="*/ 122711 w 246667"/>
                  <a:gd name="connsiteY10" fmla="*/ 13708 h 664240"/>
                  <a:gd name="connsiteX11" fmla="*/ 122714 w 246667"/>
                  <a:gd name="connsiteY11" fmla="*/ 0 h 664240"/>
                  <a:gd name="connsiteX12" fmla="*/ 210721 w 246667"/>
                  <a:gd name="connsiteY12" fmla="*/ 36073 h 664240"/>
                  <a:gd name="connsiteX13" fmla="*/ 246667 w 246667"/>
                  <a:gd name="connsiteY13" fmla="*/ 123146 h 664240"/>
                  <a:gd name="connsiteX14" fmla="*/ 246667 w 246667"/>
                  <a:gd name="connsiteY14" fmla="*/ 541095 h 664240"/>
                  <a:gd name="connsiteX15" fmla="*/ 210721 w 246667"/>
                  <a:gd name="connsiteY15" fmla="*/ 628167 h 664240"/>
                  <a:gd name="connsiteX16" fmla="*/ 122714 w 246667"/>
                  <a:gd name="connsiteY16" fmla="*/ 664240 h 664240"/>
                  <a:gd name="connsiteX17" fmla="*/ 35946 w 246667"/>
                  <a:gd name="connsiteY17" fmla="*/ 628167 h 664240"/>
                  <a:gd name="connsiteX18" fmla="*/ 0 w 246667"/>
                  <a:gd name="connsiteY18" fmla="*/ 541095 h 664240"/>
                  <a:gd name="connsiteX19" fmla="*/ 0 w 246667"/>
                  <a:gd name="connsiteY19" fmla="*/ 123146 h 664240"/>
                  <a:gd name="connsiteX20" fmla="*/ 35946 w 246667"/>
                  <a:gd name="connsiteY20" fmla="*/ 36073 h 664240"/>
                  <a:gd name="connsiteX21" fmla="*/ 122714 w 246667"/>
                  <a:gd name="connsiteY21" fmla="*/ 0 h 664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46667" h="664240">
                    <a:moveTo>
                      <a:pt x="122711" y="13708"/>
                    </a:moveTo>
                    <a:cubicBezTo>
                      <a:pt x="94221" y="13708"/>
                      <a:pt x="66969" y="26146"/>
                      <a:pt x="45911" y="46047"/>
                    </a:cubicBezTo>
                    <a:cubicBezTo>
                      <a:pt x="24852" y="67191"/>
                      <a:pt x="13704" y="94555"/>
                      <a:pt x="13704" y="123162"/>
                    </a:cubicBezTo>
                    <a:lnTo>
                      <a:pt x="13704" y="541077"/>
                    </a:lnTo>
                    <a:cubicBezTo>
                      <a:pt x="13704" y="569685"/>
                      <a:pt x="24852" y="598292"/>
                      <a:pt x="45911" y="618193"/>
                    </a:cubicBezTo>
                    <a:cubicBezTo>
                      <a:pt x="66969" y="638093"/>
                      <a:pt x="94221" y="650531"/>
                      <a:pt x="122711" y="650531"/>
                    </a:cubicBezTo>
                    <a:cubicBezTo>
                      <a:pt x="152440" y="650531"/>
                      <a:pt x="179692" y="638093"/>
                      <a:pt x="200750" y="618193"/>
                    </a:cubicBezTo>
                    <a:cubicBezTo>
                      <a:pt x="220570" y="598292"/>
                      <a:pt x="231718" y="569685"/>
                      <a:pt x="231718" y="541077"/>
                    </a:cubicBezTo>
                    <a:lnTo>
                      <a:pt x="231718" y="123162"/>
                    </a:lnTo>
                    <a:cubicBezTo>
                      <a:pt x="231718" y="94555"/>
                      <a:pt x="220570" y="67191"/>
                      <a:pt x="200750" y="46047"/>
                    </a:cubicBezTo>
                    <a:cubicBezTo>
                      <a:pt x="179692" y="26146"/>
                      <a:pt x="152440" y="13708"/>
                      <a:pt x="122711" y="13708"/>
                    </a:cubicBezTo>
                    <a:close/>
                    <a:moveTo>
                      <a:pt x="122714" y="0"/>
                    </a:moveTo>
                    <a:cubicBezTo>
                      <a:pt x="156181" y="0"/>
                      <a:pt x="187169" y="12439"/>
                      <a:pt x="210721" y="36073"/>
                    </a:cubicBezTo>
                    <a:cubicBezTo>
                      <a:pt x="234272" y="59707"/>
                      <a:pt x="246667" y="90805"/>
                      <a:pt x="246667" y="123146"/>
                    </a:cubicBezTo>
                    <a:lnTo>
                      <a:pt x="246667" y="541095"/>
                    </a:lnTo>
                    <a:cubicBezTo>
                      <a:pt x="246667" y="573436"/>
                      <a:pt x="234272" y="604533"/>
                      <a:pt x="210721" y="628167"/>
                    </a:cubicBezTo>
                    <a:cubicBezTo>
                      <a:pt x="187169" y="651801"/>
                      <a:pt x="156181" y="664240"/>
                      <a:pt x="122714" y="664240"/>
                    </a:cubicBezTo>
                    <a:cubicBezTo>
                      <a:pt x="89246" y="664240"/>
                      <a:pt x="58258" y="651801"/>
                      <a:pt x="35946" y="628167"/>
                    </a:cubicBezTo>
                    <a:cubicBezTo>
                      <a:pt x="12395" y="604533"/>
                      <a:pt x="0" y="573436"/>
                      <a:pt x="0" y="541095"/>
                    </a:cubicBezTo>
                    <a:lnTo>
                      <a:pt x="0" y="123146"/>
                    </a:lnTo>
                    <a:cubicBezTo>
                      <a:pt x="0" y="90805"/>
                      <a:pt x="12395" y="59707"/>
                      <a:pt x="35946" y="36073"/>
                    </a:cubicBezTo>
                    <a:cubicBezTo>
                      <a:pt x="58258" y="12439"/>
                      <a:pt x="89246" y="0"/>
                      <a:pt x="122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C2904FCD-6138-8C48-A98D-D6977D9E1CC2}"/>
                  </a:ext>
                </a:extLst>
              </p:cNvPr>
              <p:cNvSpPr/>
              <p:nvPr/>
            </p:nvSpPr>
            <p:spPr>
              <a:xfrm>
                <a:off x="10128287" y="4874003"/>
                <a:ext cx="232963" cy="4997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8" h="402">
                    <a:moveTo>
                      <a:pt x="94" y="0"/>
                    </a:moveTo>
                    <a:cubicBezTo>
                      <a:pt x="68" y="0"/>
                      <a:pt x="44" y="11"/>
                      <a:pt x="27" y="28"/>
                    </a:cubicBezTo>
                    <a:cubicBezTo>
                      <a:pt x="11" y="45"/>
                      <a:pt x="0" y="68"/>
                      <a:pt x="0" y="94"/>
                    </a:cubicBezTo>
                    <a:lnTo>
                      <a:pt x="0" y="201"/>
                    </a:lnTo>
                    <a:lnTo>
                      <a:pt x="0" y="308"/>
                    </a:lnTo>
                    <a:cubicBezTo>
                      <a:pt x="0" y="333"/>
                      <a:pt x="11" y="357"/>
                      <a:pt x="27" y="374"/>
                    </a:cubicBezTo>
                    <a:cubicBezTo>
                      <a:pt x="44" y="391"/>
                      <a:pt x="68" y="402"/>
                      <a:pt x="94" y="402"/>
                    </a:cubicBezTo>
                    <a:cubicBezTo>
                      <a:pt x="119" y="402"/>
                      <a:pt x="143" y="391"/>
                      <a:pt x="160" y="374"/>
                    </a:cubicBezTo>
                    <a:cubicBezTo>
                      <a:pt x="177" y="357"/>
                      <a:pt x="188" y="333"/>
                      <a:pt x="188" y="308"/>
                    </a:cubicBezTo>
                    <a:lnTo>
                      <a:pt x="188" y="201"/>
                    </a:lnTo>
                    <a:lnTo>
                      <a:pt x="188" y="94"/>
                    </a:lnTo>
                    <a:cubicBezTo>
                      <a:pt x="188" y="68"/>
                      <a:pt x="177" y="45"/>
                      <a:pt x="160" y="28"/>
                    </a:cubicBezTo>
                    <a:cubicBezTo>
                      <a:pt x="143" y="11"/>
                      <a:pt x="119" y="0"/>
                      <a:pt x="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3BB2F782-A788-854D-A84A-C57D1E94CE92}"/>
                  </a:ext>
                </a:extLst>
              </p:cNvPr>
              <p:cNvSpPr/>
              <p:nvPr/>
            </p:nvSpPr>
            <p:spPr>
              <a:xfrm>
                <a:off x="10120815" y="4866526"/>
                <a:ext cx="246667" cy="513446"/>
              </a:xfrm>
              <a:custGeom>
                <a:avLst/>
                <a:gdLst>
                  <a:gd name="connsiteX0" fmla="*/ 123953 w 246667"/>
                  <a:gd name="connsiteY0" fmla="*/ 14954 h 513446"/>
                  <a:gd name="connsiteX1" fmla="*/ 45914 w 246667"/>
                  <a:gd name="connsiteY1" fmla="*/ 47273 h 513446"/>
                  <a:gd name="connsiteX2" fmla="*/ 14946 w 246667"/>
                  <a:gd name="connsiteY2" fmla="*/ 124341 h 513446"/>
                  <a:gd name="connsiteX3" fmla="*/ 14946 w 246667"/>
                  <a:gd name="connsiteY3" fmla="*/ 390350 h 513446"/>
                  <a:gd name="connsiteX4" fmla="*/ 45914 w 246667"/>
                  <a:gd name="connsiteY4" fmla="*/ 467418 h 513446"/>
                  <a:gd name="connsiteX5" fmla="*/ 123953 w 246667"/>
                  <a:gd name="connsiteY5" fmla="*/ 499737 h 513446"/>
                  <a:gd name="connsiteX6" fmla="*/ 200753 w 246667"/>
                  <a:gd name="connsiteY6" fmla="*/ 467418 h 513446"/>
                  <a:gd name="connsiteX7" fmla="*/ 232960 w 246667"/>
                  <a:gd name="connsiteY7" fmla="*/ 390350 h 513446"/>
                  <a:gd name="connsiteX8" fmla="*/ 232960 w 246667"/>
                  <a:gd name="connsiteY8" fmla="*/ 124341 h 513446"/>
                  <a:gd name="connsiteX9" fmla="*/ 200753 w 246667"/>
                  <a:gd name="connsiteY9" fmla="*/ 47273 h 513446"/>
                  <a:gd name="connsiteX10" fmla="*/ 123953 w 246667"/>
                  <a:gd name="connsiteY10" fmla="*/ 14954 h 513446"/>
                  <a:gd name="connsiteX11" fmla="*/ 123953 w 246667"/>
                  <a:gd name="connsiteY11" fmla="*/ 0 h 513446"/>
                  <a:gd name="connsiteX12" fmla="*/ 210721 w 246667"/>
                  <a:gd name="connsiteY12" fmla="*/ 37297 h 513446"/>
                  <a:gd name="connsiteX13" fmla="*/ 246667 w 246667"/>
                  <a:gd name="connsiteY13" fmla="*/ 124321 h 513446"/>
                  <a:gd name="connsiteX14" fmla="*/ 246667 w 246667"/>
                  <a:gd name="connsiteY14" fmla="*/ 390368 h 513446"/>
                  <a:gd name="connsiteX15" fmla="*/ 210721 w 246667"/>
                  <a:gd name="connsiteY15" fmla="*/ 477393 h 513446"/>
                  <a:gd name="connsiteX16" fmla="*/ 123953 w 246667"/>
                  <a:gd name="connsiteY16" fmla="*/ 513446 h 513446"/>
                  <a:gd name="connsiteX17" fmla="*/ 37186 w 246667"/>
                  <a:gd name="connsiteY17" fmla="*/ 477393 h 513446"/>
                  <a:gd name="connsiteX18" fmla="*/ 0 w 246667"/>
                  <a:gd name="connsiteY18" fmla="*/ 390368 h 513446"/>
                  <a:gd name="connsiteX19" fmla="*/ 0 w 246667"/>
                  <a:gd name="connsiteY19" fmla="*/ 124321 h 513446"/>
                  <a:gd name="connsiteX20" fmla="*/ 37186 w 246667"/>
                  <a:gd name="connsiteY20" fmla="*/ 37297 h 513446"/>
                  <a:gd name="connsiteX21" fmla="*/ 123953 w 246667"/>
                  <a:gd name="connsiteY21" fmla="*/ 0 h 513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46667" h="513446">
                    <a:moveTo>
                      <a:pt x="123953" y="14954"/>
                    </a:moveTo>
                    <a:cubicBezTo>
                      <a:pt x="94224" y="14954"/>
                      <a:pt x="66972" y="26142"/>
                      <a:pt x="45914" y="47273"/>
                    </a:cubicBezTo>
                    <a:cubicBezTo>
                      <a:pt x="26094" y="67162"/>
                      <a:pt x="14946" y="95751"/>
                      <a:pt x="14946" y="124341"/>
                    </a:cubicBezTo>
                    <a:lnTo>
                      <a:pt x="14946" y="390350"/>
                    </a:lnTo>
                    <a:cubicBezTo>
                      <a:pt x="14946" y="418940"/>
                      <a:pt x="26094" y="447530"/>
                      <a:pt x="45914" y="467418"/>
                    </a:cubicBezTo>
                    <a:cubicBezTo>
                      <a:pt x="66972" y="487307"/>
                      <a:pt x="94224" y="499737"/>
                      <a:pt x="123953" y="499737"/>
                    </a:cubicBezTo>
                    <a:cubicBezTo>
                      <a:pt x="153682" y="499737"/>
                      <a:pt x="180934" y="487307"/>
                      <a:pt x="200753" y="467418"/>
                    </a:cubicBezTo>
                    <a:cubicBezTo>
                      <a:pt x="221812" y="447530"/>
                      <a:pt x="232960" y="418940"/>
                      <a:pt x="232960" y="390350"/>
                    </a:cubicBezTo>
                    <a:lnTo>
                      <a:pt x="232960" y="124341"/>
                    </a:lnTo>
                    <a:cubicBezTo>
                      <a:pt x="232960" y="95751"/>
                      <a:pt x="221812" y="67162"/>
                      <a:pt x="200753" y="47273"/>
                    </a:cubicBezTo>
                    <a:cubicBezTo>
                      <a:pt x="180934" y="26142"/>
                      <a:pt x="153682" y="14954"/>
                      <a:pt x="123953" y="14954"/>
                    </a:cubicBezTo>
                    <a:close/>
                    <a:moveTo>
                      <a:pt x="123953" y="0"/>
                    </a:moveTo>
                    <a:cubicBezTo>
                      <a:pt x="157421" y="0"/>
                      <a:pt x="187169" y="13676"/>
                      <a:pt x="210721" y="37297"/>
                    </a:cubicBezTo>
                    <a:cubicBezTo>
                      <a:pt x="234272" y="60918"/>
                      <a:pt x="246667" y="91998"/>
                      <a:pt x="246667" y="124321"/>
                    </a:cubicBezTo>
                    <a:lnTo>
                      <a:pt x="246667" y="390368"/>
                    </a:lnTo>
                    <a:cubicBezTo>
                      <a:pt x="246667" y="422692"/>
                      <a:pt x="234272" y="453772"/>
                      <a:pt x="210721" y="477393"/>
                    </a:cubicBezTo>
                    <a:cubicBezTo>
                      <a:pt x="187169" y="501014"/>
                      <a:pt x="157421" y="513446"/>
                      <a:pt x="123953" y="513446"/>
                    </a:cubicBezTo>
                    <a:cubicBezTo>
                      <a:pt x="90486" y="513446"/>
                      <a:pt x="59498" y="501014"/>
                      <a:pt x="37186" y="477393"/>
                    </a:cubicBezTo>
                    <a:cubicBezTo>
                      <a:pt x="12395" y="453772"/>
                      <a:pt x="0" y="422692"/>
                      <a:pt x="0" y="390368"/>
                    </a:cubicBezTo>
                    <a:lnTo>
                      <a:pt x="0" y="124321"/>
                    </a:lnTo>
                    <a:cubicBezTo>
                      <a:pt x="0" y="91998"/>
                      <a:pt x="12395" y="60918"/>
                      <a:pt x="37186" y="37297"/>
                    </a:cubicBezTo>
                    <a:cubicBezTo>
                      <a:pt x="59498" y="13676"/>
                      <a:pt x="90486" y="0"/>
                      <a:pt x="1239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EF4F62E9-ECE5-B343-9AE3-89A286369B4F}"/>
                  </a:ext>
                </a:extLst>
              </p:cNvPr>
              <p:cNvSpPr/>
              <p:nvPr/>
            </p:nvSpPr>
            <p:spPr>
              <a:xfrm>
                <a:off x="10473374" y="5048475"/>
                <a:ext cx="231717" cy="3252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7" h="262">
                    <a:moveTo>
                      <a:pt x="93" y="0"/>
                    </a:moveTo>
                    <a:cubicBezTo>
                      <a:pt x="68" y="0"/>
                      <a:pt x="44" y="10"/>
                      <a:pt x="27" y="27"/>
                    </a:cubicBezTo>
                    <a:cubicBezTo>
                      <a:pt x="10" y="44"/>
                      <a:pt x="0" y="68"/>
                      <a:pt x="0" y="94"/>
                    </a:cubicBezTo>
                    <a:lnTo>
                      <a:pt x="0" y="131"/>
                    </a:lnTo>
                    <a:lnTo>
                      <a:pt x="0" y="168"/>
                    </a:lnTo>
                    <a:cubicBezTo>
                      <a:pt x="0" y="193"/>
                      <a:pt x="10" y="217"/>
                      <a:pt x="27" y="234"/>
                    </a:cubicBezTo>
                    <a:cubicBezTo>
                      <a:pt x="44" y="251"/>
                      <a:pt x="68" y="262"/>
                      <a:pt x="93" y="262"/>
                    </a:cubicBezTo>
                    <a:cubicBezTo>
                      <a:pt x="120" y="262"/>
                      <a:pt x="143" y="251"/>
                      <a:pt x="160" y="234"/>
                    </a:cubicBezTo>
                    <a:cubicBezTo>
                      <a:pt x="177" y="217"/>
                      <a:pt x="187" y="193"/>
                      <a:pt x="187" y="168"/>
                    </a:cubicBezTo>
                    <a:lnTo>
                      <a:pt x="187" y="131"/>
                    </a:lnTo>
                    <a:lnTo>
                      <a:pt x="187" y="94"/>
                    </a:lnTo>
                    <a:cubicBezTo>
                      <a:pt x="187" y="68"/>
                      <a:pt x="177" y="44"/>
                      <a:pt x="160" y="27"/>
                    </a:cubicBezTo>
                    <a:cubicBezTo>
                      <a:pt x="143" y="10"/>
                      <a:pt x="120" y="0"/>
                      <a:pt x="9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A10B3C6F-5FE6-454A-AE5B-E7D1632C00E1}"/>
                  </a:ext>
                </a:extLst>
              </p:cNvPr>
              <p:cNvSpPr/>
              <p:nvPr/>
            </p:nvSpPr>
            <p:spPr>
              <a:xfrm>
                <a:off x="10465900" y="5042244"/>
                <a:ext cx="246667" cy="337728"/>
              </a:xfrm>
              <a:custGeom>
                <a:avLst/>
                <a:gdLst>
                  <a:gd name="connsiteX0" fmla="*/ 122710 w 246667"/>
                  <a:gd name="connsiteY0" fmla="*/ 12462 h 337728"/>
                  <a:gd name="connsiteX1" fmla="*/ 45910 w 246667"/>
                  <a:gd name="connsiteY1" fmla="*/ 45976 h 337728"/>
                  <a:gd name="connsiteX2" fmla="*/ 13703 w 246667"/>
                  <a:gd name="connsiteY2" fmla="*/ 122935 h 337728"/>
                  <a:gd name="connsiteX3" fmla="*/ 13703 w 246667"/>
                  <a:gd name="connsiteY3" fmla="*/ 214788 h 337728"/>
                  <a:gd name="connsiteX4" fmla="*/ 45910 w 246667"/>
                  <a:gd name="connsiteY4" fmla="*/ 291746 h 337728"/>
                  <a:gd name="connsiteX5" fmla="*/ 122710 w 246667"/>
                  <a:gd name="connsiteY5" fmla="*/ 324019 h 337728"/>
                  <a:gd name="connsiteX6" fmla="*/ 200749 w 246667"/>
                  <a:gd name="connsiteY6" fmla="*/ 291746 h 337728"/>
                  <a:gd name="connsiteX7" fmla="*/ 231717 w 246667"/>
                  <a:gd name="connsiteY7" fmla="*/ 214788 h 337728"/>
                  <a:gd name="connsiteX8" fmla="*/ 231717 w 246667"/>
                  <a:gd name="connsiteY8" fmla="*/ 122935 h 337728"/>
                  <a:gd name="connsiteX9" fmla="*/ 200749 w 246667"/>
                  <a:gd name="connsiteY9" fmla="*/ 45976 h 337728"/>
                  <a:gd name="connsiteX10" fmla="*/ 122710 w 246667"/>
                  <a:gd name="connsiteY10" fmla="*/ 12462 h 337728"/>
                  <a:gd name="connsiteX11" fmla="*/ 122714 w 246667"/>
                  <a:gd name="connsiteY11" fmla="*/ 0 h 337728"/>
                  <a:gd name="connsiteX12" fmla="*/ 209481 w 246667"/>
                  <a:gd name="connsiteY12" fmla="*/ 36008 h 337728"/>
                  <a:gd name="connsiteX13" fmla="*/ 246667 w 246667"/>
                  <a:gd name="connsiteY13" fmla="*/ 122923 h 337728"/>
                  <a:gd name="connsiteX14" fmla="*/ 246667 w 246667"/>
                  <a:gd name="connsiteY14" fmla="*/ 214805 h 337728"/>
                  <a:gd name="connsiteX15" fmla="*/ 209481 w 246667"/>
                  <a:gd name="connsiteY15" fmla="*/ 301720 h 337728"/>
                  <a:gd name="connsiteX16" fmla="*/ 122714 w 246667"/>
                  <a:gd name="connsiteY16" fmla="*/ 337728 h 337728"/>
                  <a:gd name="connsiteX17" fmla="*/ 35946 w 246667"/>
                  <a:gd name="connsiteY17" fmla="*/ 301720 h 337728"/>
                  <a:gd name="connsiteX18" fmla="*/ 0 w 246667"/>
                  <a:gd name="connsiteY18" fmla="*/ 214805 h 337728"/>
                  <a:gd name="connsiteX19" fmla="*/ 0 w 246667"/>
                  <a:gd name="connsiteY19" fmla="*/ 122923 h 337728"/>
                  <a:gd name="connsiteX20" fmla="*/ 35946 w 246667"/>
                  <a:gd name="connsiteY20" fmla="*/ 36008 h 337728"/>
                  <a:gd name="connsiteX21" fmla="*/ 122714 w 246667"/>
                  <a:gd name="connsiteY21" fmla="*/ 0 h 337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46667" h="337728">
                    <a:moveTo>
                      <a:pt x="122710" y="12462"/>
                    </a:moveTo>
                    <a:cubicBezTo>
                      <a:pt x="94220" y="12462"/>
                      <a:pt x="65729" y="24875"/>
                      <a:pt x="45910" y="45976"/>
                    </a:cubicBezTo>
                    <a:cubicBezTo>
                      <a:pt x="24851" y="65837"/>
                      <a:pt x="13703" y="93144"/>
                      <a:pt x="13703" y="122935"/>
                    </a:cubicBezTo>
                    <a:lnTo>
                      <a:pt x="13703" y="214788"/>
                    </a:lnTo>
                    <a:cubicBezTo>
                      <a:pt x="13703" y="243337"/>
                      <a:pt x="24851" y="271886"/>
                      <a:pt x="45910" y="291746"/>
                    </a:cubicBezTo>
                    <a:cubicBezTo>
                      <a:pt x="65729" y="311607"/>
                      <a:pt x="94220" y="324019"/>
                      <a:pt x="122710" y="324019"/>
                    </a:cubicBezTo>
                    <a:cubicBezTo>
                      <a:pt x="152439" y="324019"/>
                      <a:pt x="179691" y="311607"/>
                      <a:pt x="200749" y="291746"/>
                    </a:cubicBezTo>
                    <a:cubicBezTo>
                      <a:pt x="220569" y="271886"/>
                      <a:pt x="231717" y="243337"/>
                      <a:pt x="231717" y="214788"/>
                    </a:cubicBezTo>
                    <a:lnTo>
                      <a:pt x="231717" y="122935"/>
                    </a:lnTo>
                    <a:cubicBezTo>
                      <a:pt x="231717" y="93144"/>
                      <a:pt x="220569" y="65837"/>
                      <a:pt x="200749" y="45976"/>
                    </a:cubicBezTo>
                    <a:cubicBezTo>
                      <a:pt x="179691" y="24875"/>
                      <a:pt x="152439" y="12462"/>
                      <a:pt x="122710" y="12462"/>
                    </a:cubicBezTo>
                    <a:close/>
                    <a:moveTo>
                      <a:pt x="122714" y="0"/>
                    </a:moveTo>
                    <a:cubicBezTo>
                      <a:pt x="156181" y="0"/>
                      <a:pt x="187169" y="12417"/>
                      <a:pt x="209481" y="36008"/>
                    </a:cubicBezTo>
                    <a:cubicBezTo>
                      <a:pt x="234272" y="58358"/>
                      <a:pt x="246667" y="89399"/>
                      <a:pt x="246667" y="122923"/>
                    </a:cubicBezTo>
                    <a:lnTo>
                      <a:pt x="246667" y="214805"/>
                    </a:lnTo>
                    <a:cubicBezTo>
                      <a:pt x="246667" y="247088"/>
                      <a:pt x="234272" y="278129"/>
                      <a:pt x="209481" y="301720"/>
                    </a:cubicBezTo>
                    <a:cubicBezTo>
                      <a:pt x="187169" y="325312"/>
                      <a:pt x="156181" y="337728"/>
                      <a:pt x="122714" y="337728"/>
                    </a:cubicBezTo>
                    <a:cubicBezTo>
                      <a:pt x="90486" y="337728"/>
                      <a:pt x="59498" y="325312"/>
                      <a:pt x="35946" y="301720"/>
                    </a:cubicBezTo>
                    <a:cubicBezTo>
                      <a:pt x="12395" y="278129"/>
                      <a:pt x="0" y="247088"/>
                      <a:pt x="0" y="214805"/>
                    </a:cubicBezTo>
                    <a:lnTo>
                      <a:pt x="0" y="122923"/>
                    </a:lnTo>
                    <a:cubicBezTo>
                      <a:pt x="0" y="89399"/>
                      <a:pt x="12395" y="58358"/>
                      <a:pt x="35946" y="36008"/>
                    </a:cubicBezTo>
                    <a:cubicBezTo>
                      <a:pt x="59498" y="12417"/>
                      <a:pt x="90486" y="0"/>
                      <a:pt x="1227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744C7A7C-85EC-4E4D-B204-EA7245B6EE8F}"/>
                  </a:ext>
                </a:extLst>
              </p:cNvPr>
              <p:cNvSpPr/>
              <p:nvPr/>
            </p:nvSpPr>
            <p:spPr>
              <a:xfrm>
                <a:off x="10149465" y="4490164"/>
                <a:ext cx="150741" cy="1433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2" h="116">
                    <a:moveTo>
                      <a:pt x="41" y="116"/>
                    </a:moveTo>
                    <a:cubicBezTo>
                      <a:pt x="38" y="116"/>
                      <a:pt x="37" y="115"/>
                      <a:pt x="35" y="112"/>
                    </a:cubicBezTo>
                    <a:lnTo>
                      <a:pt x="0" y="8"/>
                    </a:lnTo>
                    <a:cubicBezTo>
                      <a:pt x="-1" y="7"/>
                      <a:pt x="0" y="5"/>
                      <a:pt x="1" y="3"/>
                    </a:cubicBezTo>
                    <a:cubicBezTo>
                      <a:pt x="2" y="2"/>
                      <a:pt x="4" y="0"/>
                      <a:pt x="6" y="0"/>
                    </a:cubicBezTo>
                    <a:lnTo>
                      <a:pt x="116" y="3"/>
                    </a:lnTo>
                    <a:cubicBezTo>
                      <a:pt x="119" y="3"/>
                      <a:pt x="122" y="7"/>
                      <a:pt x="121" y="9"/>
                    </a:cubicBezTo>
                    <a:cubicBezTo>
                      <a:pt x="121" y="13"/>
                      <a:pt x="119" y="15"/>
                      <a:pt x="116" y="15"/>
                    </a:cubicBezTo>
                    <a:lnTo>
                      <a:pt x="13" y="12"/>
                    </a:lnTo>
                    <a:lnTo>
                      <a:pt x="46" y="109"/>
                    </a:lnTo>
                    <a:cubicBezTo>
                      <a:pt x="48" y="112"/>
                      <a:pt x="46" y="115"/>
                      <a:pt x="43" y="116"/>
                    </a:cubicBezTo>
                    <a:cubicBezTo>
                      <a:pt x="42" y="116"/>
                      <a:pt x="42" y="116"/>
                      <a:pt x="41" y="1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EEE86EBC-04A7-804D-A1A8-ED44379D4925}"/>
                  </a:ext>
                </a:extLst>
              </p:cNvPr>
              <p:cNvSpPr/>
              <p:nvPr/>
            </p:nvSpPr>
            <p:spPr>
              <a:xfrm>
                <a:off x="10208021" y="4533782"/>
                <a:ext cx="374983" cy="2804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2" h="226">
                    <a:moveTo>
                      <a:pt x="296" y="226"/>
                    </a:moveTo>
                    <a:cubicBezTo>
                      <a:pt x="295" y="226"/>
                      <a:pt x="294" y="225"/>
                      <a:pt x="293" y="225"/>
                    </a:cubicBezTo>
                    <a:lnTo>
                      <a:pt x="2" y="11"/>
                    </a:lnTo>
                    <a:cubicBezTo>
                      <a:pt x="-1" y="9"/>
                      <a:pt x="-1" y="5"/>
                      <a:pt x="1" y="3"/>
                    </a:cubicBezTo>
                    <a:cubicBezTo>
                      <a:pt x="2" y="0"/>
                      <a:pt x="6" y="0"/>
                      <a:pt x="9" y="1"/>
                    </a:cubicBezTo>
                    <a:lnTo>
                      <a:pt x="300" y="215"/>
                    </a:lnTo>
                    <a:cubicBezTo>
                      <a:pt x="302" y="217"/>
                      <a:pt x="303" y="221"/>
                      <a:pt x="301" y="223"/>
                    </a:cubicBezTo>
                    <a:cubicBezTo>
                      <a:pt x="300" y="225"/>
                      <a:pt x="298" y="226"/>
                      <a:pt x="296" y="22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A696B37-E65D-344B-95F0-F1D48905B1B4}"/>
                </a:ext>
              </a:extLst>
            </p:cNvPr>
            <p:cNvGrpSpPr/>
            <p:nvPr/>
          </p:nvGrpSpPr>
          <p:grpSpPr>
            <a:xfrm>
              <a:off x="9722162" y="6754563"/>
              <a:ext cx="2045590" cy="583235"/>
              <a:chOff x="9722162" y="6754563"/>
              <a:chExt cx="2045590" cy="583235"/>
            </a:xfrm>
          </p:grpSpPr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E1108026-6BB0-B441-BD61-6E5203F31827}"/>
                  </a:ext>
                </a:extLst>
              </p:cNvPr>
              <p:cNvSpPr/>
              <p:nvPr/>
            </p:nvSpPr>
            <p:spPr>
              <a:xfrm>
                <a:off x="9729637" y="6762040"/>
                <a:ext cx="2030641" cy="5682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31" h="457">
                    <a:moveTo>
                      <a:pt x="1512" y="0"/>
                    </a:moveTo>
                    <a:lnTo>
                      <a:pt x="816" y="0"/>
                    </a:lnTo>
                    <a:lnTo>
                      <a:pt x="118" y="0"/>
                    </a:lnTo>
                    <a:cubicBezTo>
                      <a:pt x="85" y="0"/>
                      <a:pt x="56" y="13"/>
                      <a:pt x="35" y="35"/>
                    </a:cubicBezTo>
                    <a:cubicBezTo>
                      <a:pt x="13" y="57"/>
                      <a:pt x="0" y="86"/>
                      <a:pt x="0" y="119"/>
                    </a:cubicBezTo>
                    <a:lnTo>
                      <a:pt x="0" y="229"/>
                    </a:lnTo>
                    <a:lnTo>
                      <a:pt x="0" y="338"/>
                    </a:lnTo>
                    <a:cubicBezTo>
                      <a:pt x="0" y="371"/>
                      <a:pt x="13" y="400"/>
                      <a:pt x="35" y="422"/>
                    </a:cubicBezTo>
                    <a:cubicBezTo>
                      <a:pt x="56" y="444"/>
                      <a:pt x="85" y="457"/>
                      <a:pt x="118" y="457"/>
                    </a:cubicBezTo>
                    <a:lnTo>
                      <a:pt x="816" y="457"/>
                    </a:lnTo>
                    <a:lnTo>
                      <a:pt x="1512" y="457"/>
                    </a:lnTo>
                    <a:cubicBezTo>
                      <a:pt x="1545" y="457"/>
                      <a:pt x="1574" y="444"/>
                      <a:pt x="1597" y="422"/>
                    </a:cubicBezTo>
                    <a:cubicBezTo>
                      <a:pt x="1618" y="400"/>
                      <a:pt x="1631" y="371"/>
                      <a:pt x="1631" y="338"/>
                    </a:cubicBezTo>
                    <a:lnTo>
                      <a:pt x="1631" y="229"/>
                    </a:lnTo>
                    <a:lnTo>
                      <a:pt x="1631" y="119"/>
                    </a:lnTo>
                    <a:cubicBezTo>
                      <a:pt x="1631" y="86"/>
                      <a:pt x="1618" y="57"/>
                      <a:pt x="1597" y="35"/>
                    </a:cubicBezTo>
                    <a:cubicBezTo>
                      <a:pt x="1574" y="13"/>
                      <a:pt x="1545" y="0"/>
                      <a:pt x="151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6F36455A-5EC2-8649-BA74-ECAD849A67BF}"/>
                  </a:ext>
                </a:extLst>
              </p:cNvPr>
              <p:cNvSpPr/>
              <p:nvPr/>
            </p:nvSpPr>
            <p:spPr>
              <a:xfrm>
                <a:off x="9722162" y="6754563"/>
                <a:ext cx="2045590" cy="583235"/>
              </a:xfrm>
              <a:custGeom>
                <a:avLst/>
                <a:gdLst>
                  <a:gd name="connsiteX0" fmla="*/ 154392 w 2045590"/>
                  <a:gd name="connsiteY0" fmla="*/ 14955 h 583235"/>
                  <a:gd name="connsiteX1" fmla="*/ 54790 w 2045590"/>
                  <a:gd name="connsiteY1" fmla="*/ 55988 h 583235"/>
                  <a:gd name="connsiteX2" fmla="*/ 13704 w 2045590"/>
                  <a:gd name="connsiteY2" fmla="*/ 155463 h 583235"/>
                  <a:gd name="connsiteX3" fmla="*/ 13704 w 2045590"/>
                  <a:gd name="connsiteY3" fmla="*/ 427774 h 583235"/>
                  <a:gd name="connsiteX4" fmla="*/ 54790 w 2045590"/>
                  <a:gd name="connsiteY4" fmla="*/ 527248 h 583235"/>
                  <a:gd name="connsiteX5" fmla="*/ 154392 w 2045590"/>
                  <a:gd name="connsiteY5" fmla="*/ 568281 h 583235"/>
                  <a:gd name="connsiteX6" fmla="*/ 1889953 w 2045590"/>
                  <a:gd name="connsiteY6" fmla="*/ 568281 h 583235"/>
                  <a:gd name="connsiteX7" fmla="*/ 1989555 w 2045590"/>
                  <a:gd name="connsiteY7" fmla="*/ 527248 h 583235"/>
                  <a:gd name="connsiteX8" fmla="*/ 2030641 w 2045590"/>
                  <a:gd name="connsiteY8" fmla="*/ 427774 h 583235"/>
                  <a:gd name="connsiteX9" fmla="*/ 2030641 w 2045590"/>
                  <a:gd name="connsiteY9" fmla="*/ 155463 h 583235"/>
                  <a:gd name="connsiteX10" fmla="*/ 1989555 w 2045590"/>
                  <a:gd name="connsiteY10" fmla="*/ 55988 h 583235"/>
                  <a:gd name="connsiteX11" fmla="*/ 1889953 w 2045590"/>
                  <a:gd name="connsiteY11" fmla="*/ 14955 h 583235"/>
                  <a:gd name="connsiteX12" fmla="*/ 154384 w 2045590"/>
                  <a:gd name="connsiteY12" fmla="*/ 0 h 583235"/>
                  <a:gd name="connsiteX13" fmla="*/ 1889961 w 2045590"/>
                  <a:gd name="connsiteY13" fmla="*/ 0 h 583235"/>
                  <a:gd name="connsiteX14" fmla="*/ 1999524 w 2045590"/>
                  <a:gd name="connsiteY14" fmla="*/ 46012 h 583235"/>
                  <a:gd name="connsiteX15" fmla="*/ 2045590 w 2045590"/>
                  <a:gd name="connsiteY15" fmla="*/ 155447 h 583235"/>
                  <a:gd name="connsiteX16" fmla="*/ 2045590 w 2045590"/>
                  <a:gd name="connsiteY16" fmla="*/ 427789 h 583235"/>
                  <a:gd name="connsiteX17" fmla="*/ 1999524 w 2045590"/>
                  <a:gd name="connsiteY17" fmla="*/ 537223 h 583235"/>
                  <a:gd name="connsiteX18" fmla="*/ 1889961 w 2045590"/>
                  <a:gd name="connsiteY18" fmla="*/ 583235 h 583235"/>
                  <a:gd name="connsiteX19" fmla="*/ 154384 w 2045590"/>
                  <a:gd name="connsiteY19" fmla="*/ 583235 h 583235"/>
                  <a:gd name="connsiteX20" fmla="*/ 44821 w 2045590"/>
                  <a:gd name="connsiteY20" fmla="*/ 537223 h 583235"/>
                  <a:gd name="connsiteX21" fmla="*/ 0 w 2045590"/>
                  <a:gd name="connsiteY21" fmla="*/ 427789 h 583235"/>
                  <a:gd name="connsiteX22" fmla="*/ 0 w 2045590"/>
                  <a:gd name="connsiteY22" fmla="*/ 155447 h 583235"/>
                  <a:gd name="connsiteX23" fmla="*/ 44821 w 2045590"/>
                  <a:gd name="connsiteY23" fmla="*/ 46012 h 583235"/>
                  <a:gd name="connsiteX24" fmla="*/ 154384 w 2045590"/>
                  <a:gd name="connsiteY24" fmla="*/ 0 h 583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045590" h="583235">
                    <a:moveTo>
                      <a:pt x="154392" y="14955"/>
                    </a:moveTo>
                    <a:cubicBezTo>
                      <a:pt x="117041" y="14955"/>
                      <a:pt x="82180" y="29876"/>
                      <a:pt x="54790" y="55988"/>
                    </a:cubicBezTo>
                    <a:cubicBezTo>
                      <a:pt x="28644" y="82100"/>
                      <a:pt x="13704" y="116916"/>
                      <a:pt x="13704" y="155463"/>
                    </a:cubicBezTo>
                    <a:lnTo>
                      <a:pt x="13704" y="427774"/>
                    </a:lnTo>
                    <a:cubicBezTo>
                      <a:pt x="13704" y="466320"/>
                      <a:pt x="28644" y="501136"/>
                      <a:pt x="54790" y="527248"/>
                    </a:cubicBezTo>
                    <a:cubicBezTo>
                      <a:pt x="82180" y="553360"/>
                      <a:pt x="117041" y="568281"/>
                      <a:pt x="154392" y="568281"/>
                    </a:cubicBezTo>
                    <a:lnTo>
                      <a:pt x="1889953" y="568281"/>
                    </a:lnTo>
                    <a:cubicBezTo>
                      <a:pt x="1928549" y="568281"/>
                      <a:pt x="1963410" y="553360"/>
                      <a:pt x="1989555" y="527248"/>
                    </a:cubicBezTo>
                    <a:cubicBezTo>
                      <a:pt x="2016946" y="501136"/>
                      <a:pt x="2030641" y="466320"/>
                      <a:pt x="2030641" y="427774"/>
                    </a:cubicBezTo>
                    <a:lnTo>
                      <a:pt x="2030641" y="155463"/>
                    </a:lnTo>
                    <a:cubicBezTo>
                      <a:pt x="2030641" y="116916"/>
                      <a:pt x="2016946" y="82100"/>
                      <a:pt x="1989555" y="55988"/>
                    </a:cubicBezTo>
                    <a:cubicBezTo>
                      <a:pt x="1963410" y="29876"/>
                      <a:pt x="1928549" y="14955"/>
                      <a:pt x="1889953" y="14955"/>
                    </a:cubicBezTo>
                    <a:close/>
                    <a:moveTo>
                      <a:pt x="154384" y="0"/>
                    </a:moveTo>
                    <a:lnTo>
                      <a:pt x="1889961" y="0"/>
                    </a:lnTo>
                    <a:cubicBezTo>
                      <a:pt x="1932292" y="0"/>
                      <a:pt x="1970888" y="16167"/>
                      <a:pt x="1999524" y="46012"/>
                    </a:cubicBezTo>
                    <a:cubicBezTo>
                      <a:pt x="2029405" y="74615"/>
                      <a:pt x="2045590" y="114409"/>
                      <a:pt x="2045590" y="155447"/>
                    </a:cubicBezTo>
                    <a:lnTo>
                      <a:pt x="2045590" y="427789"/>
                    </a:lnTo>
                    <a:cubicBezTo>
                      <a:pt x="2045590" y="470070"/>
                      <a:pt x="2029405" y="508621"/>
                      <a:pt x="1999524" y="537223"/>
                    </a:cubicBezTo>
                    <a:cubicBezTo>
                      <a:pt x="1970888" y="567069"/>
                      <a:pt x="1932292" y="583235"/>
                      <a:pt x="1889961" y="583235"/>
                    </a:cubicBezTo>
                    <a:lnTo>
                      <a:pt x="154384" y="583235"/>
                    </a:lnTo>
                    <a:cubicBezTo>
                      <a:pt x="113298" y="583235"/>
                      <a:pt x="74702" y="567069"/>
                      <a:pt x="44821" y="537223"/>
                    </a:cubicBezTo>
                    <a:cubicBezTo>
                      <a:pt x="16185" y="508621"/>
                      <a:pt x="0" y="470070"/>
                      <a:pt x="0" y="427789"/>
                    </a:cubicBezTo>
                    <a:lnTo>
                      <a:pt x="0" y="155447"/>
                    </a:lnTo>
                    <a:cubicBezTo>
                      <a:pt x="0" y="114409"/>
                      <a:pt x="16185" y="74615"/>
                      <a:pt x="44821" y="46012"/>
                    </a:cubicBezTo>
                    <a:cubicBezTo>
                      <a:pt x="74702" y="16167"/>
                      <a:pt x="113298" y="0"/>
                      <a:pt x="1543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3AE05069-34BD-E149-91E7-7C0344FB1D84}"/>
                  </a:ext>
                </a:extLst>
              </p:cNvPr>
              <p:cNvSpPr/>
              <p:nvPr/>
            </p:nvSpPr>
            <p:spPr>
              <a:xfrm>
                <a:off x="9722162" y="6754563"/>
                <a:ext cx="2045590" cy="265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43" h="214">
                    <a:moveTo>
                      <a:pt x="1606" y="37"/>
                    </a:moveTo>
                    <a:cubicBezTo>
                      <a:pt x="1583" y="13"/>
                      <a:pt x="1552" y="0"/>
                      <a:pt x="1518" y="0"/>
                    </a:cubicBezTo>
                    <a:lnTo>
                      <a:pt x="124" y="0"/>
                    </a:lnTo>
                    <a:cubicBezTo>
                      <a:pt x="91" y="0"/>
                      <a:pt x="60" y="13"/>
                      <a:pt x="36" y="37"/>
                    </a:cubicBezTo>
                    <a:cubicBezTo>
                      <a:pt x="13" y="60"/>
                      <a:pt x="0" y="92"/>
                      <a:pt x="0" y="125"/>
                    </a:cubicBezTo>
                    <a:lnTo>
                      <a:pt x="0" y="208"/>
                    </a:lnTo>
                    <a:cubicBezTo>
                      <a:pt x="0" y="211"/>
                      <a:pt x="3" y="214"/>
                      <a:pt x="6" y="214"/>
                    </a:cubicBezTo>
                    <a:lnTo>
                      <a:pt x="1637" y="214"/>
                    </a:lnTo>
                    <a:cubicBezTo>
                      <a:pt x="1641" y="214"/>
                      <a:pt x="1643" y="211"/>
                      <a:pt x="1643" y="208"/>
                    </a:cubicBezTo>
                    <a:lnTo>
                      <a:pt x="1643" y="125"/>
                    </a:lnTo>
                    <a:cubicBezTo>
                      <a:pt x="1643" y="92"/>
                      <a:pt x="1630" y="60"/>
                      <a:pt x="1606" y="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7EEFA30D-6C95-514E-B71E-DCCE91CCDF3E}"/>
                  </a:ext>
                </a:extLst>
              </p:cNvPr>
              <p:cNvSpPr/>
              <p:nvPr/>
            </p:nvSpPr>
            <p:spPr>
              <a:xfrm>
                <a:off x="9922735" y="6894141"/>
                <a:ext cx="225488" cy="2268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2" h="183">
                    <a:moveTo>
                      <a:pt x="133" y="183"/>
                    </a:moveTo>
                    <a:lnTo>
                      <a:pt x="91" y="183"/>
                    </a:lnTo>
                    <a:lnTo>
                      <a:pt x="49" y="183"/>
                    </a:lnTo>
                    <a:cubicBezTo>
                      <a:pt x="35" y="183"/>
                      <a:pt x="23" y="177"/>
                      <a:pt x="14" y="169"/>
                    </a:cubicBezTo>
                    <a:cubicBezTo>
                      <a:pt x="6" y="159"/>
                      <a:pt x="0" y="147"/>
                      <a:pt x="0" y="134"/>
                    </a:cubicBezTo>
                    <a:lnTo>
                      <a:pt x="0" y="91"/>
                    </a:lnTo>
                    <a:lnTo>
                      <a:pt x="0" y="49"/>
                    </a:lnTo>
                    <a:cubicBezTo>
                      <a:pt x="0" y="36"/>
                      <a:pt x="6" y="24"/>
                      <a:pt x="14" y="15"/>
                    </a:cubicBezTo>
                    <a:cubicBezTo>
                      <a:pt x="23" y="6"/>
                      <a:pt x="35" y="0"/>
                      <a:pt x="49" y="0"/>
                    </a:cubicBezTo>
                    <a:lnTo>
                      <a:pt x="91" y="0"/>
                    </a:lnTo>
                    <a:lnTo>
                      <a:pt x="133" y="0"/>
                    </a:lnTo>
                    <a:cubicBezTo>
                      <a:pt x="147" y="0"/>
                      <a:pt x="159" y="6"/>
                      <a:pt x="168" y="15"/>
                    </a:cubicBezTo>
                    <a:cubicBezTo>
                      <a:pt x="177" y="24"/>
                      <a:pt x="182" y="36"/>
                      <a:pt x="182" y="49"/>
                    </a:cubicBezTo>
                    <a:lnTo>
                      <a:pt x="182" y="91"/>
                    </a:lnTo>
                    <a:lnTo>
                      <a:pt x="182" y="134"/>
                    </a:lnTo>
                    <a:cubicBezTo>
                      <a:pt x="182" y="147"/>
                      <a:pt x="177" y="159"/>
                      <a:pt x="168" y="169"/>
                    </a:cubicBezTo>
                    <a:cubicBezTo>
                      <a:pt x="159" y="177"/>
                      <a:pt x="147" y="183"/>
                      <a:pt x="133" y="18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8F042DFF-5C6B-F840-8CC7-2960EF34C758}"/>
                  </a:ext>
                </a:extLst>
              </p:cNvPr>
              <p:cNvSpPr/>
              <p:nvPr/>
            </p:nvSpPr>
            <p:spPr>
              <a:xfrm>
                <a:off x="9916506" y="6887910"/>
                <a:ext cx="239192" cy="239276"/>
              </a:xfrm>
              <a:custGeom>
                <a:avLst/>
                <a:gdLst>
                  <a:gd name="connsiteX0" fmla="*/ 66957 w 239192"/>
                  <a:gd name="connsiteY0" fmla="*/ 14954 h 239276"/>
                  <a:gd name="connsiteX1" fmla="*/ 28565 w 239192"/>
                  <a:gd name="connsiteY1" fmla="*/ 29821 h 239276"/>
                  <a:gd name="connsiteX2" fmla="*/ 13703 w 239192"/>
                  <a:gd name="connsiteY2" fmla="*/ 66988 h 239276"/>
                  <a:gd name="connsiteX3" fmla="*/ 13703 w 239192"/>
                  <a:gd name="connsiteY3" fmla="*/ 172295 h 239276"/>
                  <a:gd name="connsiteX4" fmla="*/ 28565 w 239192"/>
                  <a:gd name="connsiteY4" fmla="*/ 209462 h 239276"/>
                  <a:gd name="connsiteX5" fmla="*/ 66957 w 239192"/>
                  <a:gd name="connsiteY5" fmla="*/ 225567 h 239276"/>
                  <a:gd name="connsiteX6" fmla="*/ 170988 w 239192"/>
                  <a:gd name="connsiteY6" fmla="*/ 225567 h 239276"/>
                  <a:gd name="connsiteX7" fmla="*/ 209380 w 239192"/>
                  <a:gd name="connsiteY7" fmla="*/ 209462 h 239276"/>
                  <a:gd name="connsiteX8" fmla="*/ 224242 w 239192"/>
                  <a:gd name="connsiteY8" fmla="*/ 172295 h 239276"/>
                  <a:gd name="connsiteX9" fmla="*/ 224242 w 239192"/>
                  <a:gd name="connsiteY9" fmla="*/ 66988 h 239276"/>
                  <a:gd name="connsiteX10" fmla="*/ 209380 w 239192"/>
                  <a:gd name="connsiteY10" fmla="*/ 29821 h 239276"/>
                  <a:gd name="connsiteX11" fmla="*/ 170988 w 239192"/>
                  <a:gd name="connsiteY11" fmla="*/ 14954 h 239276"/>
                  <a:gd name="connsiteX12" fmla="*/ 66924 w 239192"/>
                  <a:gd name="connsiteY12" fmla="*/ 0 h 239276"/>
                  <a:gd name="connsiteX13" fmla="*/ 171028 w 239192"/>
                  <a:gd name="connsiteY13" fmla="*/ 0 h 239276"/>
                  <a:gd name="connsiteX14" fmla="*/ 219363 w 239192"/>
                  <a:gd name="connsiteY14" fmla="*/ 19837 h 239276"/>
                  <a:gd name="connsiteX15" fmla="*/ 239192 w 239192"/>
                  <a:gd name="connsiteY15" fmla="*/ 66948 h 239276"/>
                  <a:gd name="connsiteX16" fmla="*/ 239192 w 239192"/>
                  <a:gd name="connsiteY16" fmla="*/ 172329 h 239276"/>
                  <a:gd name="connsiteX17" fmla="*/ 219363 w 239192"/>
                  <a:gd name="connsiteY17" fmla="*/ 219440 h 239276"/>
                  <a:gd name="connsiteX18" fmla="*/ 171028 w 239192"/>
                  <a:gd name="connsiteY18" fmla="*/ 239276 h 239276"/>
                  <a:gd name="connsiteX19" fmla="*/ 66924 w 239192"/>
                  <a:gd name="connsiteY19" fmla="*/ 239276 h 239276"/>
                  <a:gd name="connsiteX20" fmla="*/ 19829 w 239192"/>
                  <a:gd name="connsiteY20" fmla="*/ 219440 h 239276"/>
                  <a:gd name="connsiteX21" fmla="*/ 0 w 239192"/>
                  <a:gd name="connsiteY21" fmla="*/ 172329 h 239276"/>
                  <a:gd name="connsiteX22" fmla="*/ 0 w 239192"/>
                  <a:gd name="connsiteY22" fmla="*/ 66948 h 239276"/>
                  <a:gd name="connsiteX23" fmla="*/ 19829 w 239192"/>
                  <a:gd name="connsiteY23" fmla="*/ 19837 h 239276"/>
                  <a:gd name="connsiteX24" fmla="*/ 66924 w 239192"/>
                  <a:gd name="connsiteY24" fmla="*/ 0 h 239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39192" h="239276">
                    <a:moveTo>
                      <a:pt x="66957" y="14954"/>
                    </a:moveTo>
                    <a:cubicBezTo>
                      <a:pt x="52095" y="14954"/>
                      <a:pt x="38472" y="19910"/>
                      <a:pt x="28565" y="29821"/>
                    </a:cubicBezTo>
                    <a:cubicBezTo>
                      <a:pt x="19895" y="39732"/>
                      <a:pt x="13703" y="53360"/>
                      <a:pt x="13703" y="66988"/>
                    </a:cubicBezTo>
                    <a:lnTo>
                      <a:pt x="13703" y="172295"/>
                    </a:lnTo>
                    <a:cubicBezTo>
                      <a:pt x="13703" y="185922"/>
                      <a:pt x="19895" y="199550"/>
                      <a:pt x="28565" y="209462"/>
                    </a:cubicBezTo>
                    <a:cubicBezTo>
                      <a:pt x="38472" y="219373"/>
                      <a:pt x="52095" y="225567"/>
                      <a:pt x="66957" y="225567"/>
                    </a:cubicBezTo>
                    <a:lnTo>
                      <a:pt x="170988" y="225567"/>
                    </a:lnTo>
                    <a:cubicBezTo>
                      <a:pt x="185850" y="225567"/>
                      <a:pt x="198234" y="219373"/>
                      <a:pt x="209380" y="209462"/>
                    </a:cubicBezTo>
                    <a:cubicBezTo>
                      <a:pt x="219288" y="199550"/>
                      <a:pt x="224242" y="185922"/>
                      <a:pt x="224242" y="172295"/>
                    </a:cubicBezTo>
                    <a:lnTo>
                      <a:pt x="224242" y="66988"/>
                    </a:lnTo>
                    <a:cubicBezTo>
                      <a:pt x="224242" y="53360"/>
                      <a:pt x="219288" y="39732"/>
                      <a:pt x="209380" y="29821"/>
                    </a:cubicBezTo>
                    <a:cubicBezTo>
                      <a:pt x="198234" y="19910"/>
                      <a:pt x="185850" y="14954"/>
                      <a:pt x="170988" y="14954"/>
                    </a:cubicBezTo>
                    <a:close/>
                    <a:moveTo>
                      <a:pt x="66924" y="0"/>
                    </a:moveTo>
                    <a:lnTo>
                      <a:pt x="171028" y="0"/>
                    </a:lnTo>
                    <a:cubicBezTo>
                      <a:pt x="189619" y="0"/>
                      <a:pt x="206969" y="6199"/>
                      <a:pt x="219363" y="19837"/>
                    </a:cubicBezTo>
                    <a:cubicBezTo>
                      <a:pt x="231756" y="32234"/>
                      <a:pt x="239192" y="49591"/>
                      <a:pt x="239192" y="66948"/>
                    </a:cubicBezTo>
                    <a:lnTo>
                      <a:pt x="239192" y="172329"/>
                    </a:lnTo>
                    <a:cubicBezTo>
                      <a:pt x="239192" y="189685"/>
                      <a:pt x="231756" y="207042"/>
                      <a:pt x="219363" y="219440"/>
                    </a:cubicBezTo>
                    <a:cubicBezTo>
                      <a:pt x="206969" y="233077"/>
                      <a:pt x="189619" y="239276"/>
                      <a:pt x="171028" y="239276"/>
                    </a:cubicBezTo>
                    <a:lnTo>
                      <a:pt x="66924" y="239276"/>
                    </a:lnTo>
                    <a:cubicBezTo>
                      <a:pt x="48334" y="239276"/>
                      <a:pt x="32223" y="233077"/>
                      <a:pt x="19829" y="219440"/>
                    </a:cubicBezTo>
                    <a:cubicBezTo>
                      <a:pt x="6197" y="207042"/>
                      <a:pt x="0" y="189685"/>
                      <a:pt x="0" y="172329"/>
                    </a:cubicBezTo>
                    <a:lnTo>
                      <a:pt x="0" y="66948"/>
                    </a:lnTo>
                    <a:cubicBezTo>
                      <a:pt x="0" y="49591"/>
                      <a:pt x="6197" y="32234"/>
                      <a:pt x="19829" y="19837"/>
                    </a:cubicBezTo>
                    <a:cubicBezTo>
                      <a:pt x="32223" y="6199"/>
                      <a:pt x="48334" y="0"/>
                      <a:pt x="669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94F8CF46-4AA2-8543-8E9F-66AD5DE67564}"/>
                  </a:ext>
                </a:extLst>
              </p:cNvPr>
              <p:cNvSpPr/>
              <p:nvPr/>
            </p:nvSpPr>
            <p:spPr>
              <a:xfrm>
                <a:off x="10260341" y="7106000"/>
                <a:ext cx="605455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7" h="12">
                    <a:moveTo>
                      <a:pt x="482" y="12"/>
                    </a:moveTo>
                    <a:lnTo>
                      <a:pt x="7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482" y="0"/>
                    </a:lnTo>
                    <a:cubicBezTo>
                      <a:pt x="485" y="0"/>
                      <a:pt x="487" y="3"/>
                      <a:pt x="487" y="6"/>
                    </a:cubicBezTo>
                    <a:cubicBezTo>
                      <a:pt x="487" y="9"/>
                      <a:pt x="485" y="12"/>
                      <a:pt x="48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77EA0329-9ADC-2B4D-AE15-80B82BF938EF}"/>
                  </a:ext>
                </a:extLst>
              </p:cNvPr>
              <p:cNvSpPr/>
              <p:nvPr/>
            </p:nvSpPr>
            <p:spPr>
              <a:xfrm>
                <a:off x="11083812" y="7106000"/>
                <a:ext cx="518249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7" h="12">
                    <a:moveTo>
                      <a:pt x="412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412" y="0"/>
                    </a:lnTo>
                    <a:cubicBezTo>
                      <a:pt x="415" y="0"/>
                      <a:pt x="417" y="3"/>
                      <a:pt x="417" y="6"/>
                    </a:cubicBezTo>
                    <a:cubicBezTo>
                      <a:pt x="417" y="9"/>
                      <a:pt x="415" y="12"/>
                      <a:pt x="41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A7A43C37-6D39-5A4E-8918-3F189E1F8D20}"/>
                  </a:ext>
                </a:extLst>
              </p:cNvPr>
              <p:cNvSpPr/>
              <p:nvPr/>
            </p:nvSpPr>
            <p:spPr>
              <a:xfrm>
                <a:off x="9896573" y="7204448"/>
                <a:ext cx="1705489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70" h="12">
                    <a:moveTo>
                      <a:pt x="1365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365" y="0"/>
                    </a:lnTo>
                    <a:cubicBezTo>
                      <a:pt x="1368" y="0"/>
                      <a:pt x="1370" y="3"/>
                      <a:pt x="1370" y="6"/>
                    </a:cubicBezTo>
                    <a:cubicBezTo>
                      <a:pt x="1370" y="9"/>
                      <a:pt x="1368" y="12"/>
                      <a:pt x="1365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96205BE-F9FD-044D-982E-11F5F2BE7137}"/>
                </a:ext>
              </a:extLst>
            </p:cNvPr>
            <p:cNvGrpSpPr/>
            <p:nvPr/>
          </p:nvGrpSpPr>
          <p:grpSpPr>
            <a:xfrm>
              <a:off x="8232195" y="3285061"/>
              <a:ext cx="7945660" cy="428703"/>
              <a:chOff x="8232195" y="3285061"/>
              <a:chExt cx="7945660" cy="428703"/>
            </a:xfrm>
          </p:grpSpPr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8C7F97E3-984C-C84C-9450-C50F188D1AC8}"/>
                  </a:ext>
                </a:extLst>
              </p:cNvPr>
              <p:cNvSpPr/>
              <p:nvPr/>
            </p:nvSpPr>
            <p:spPr>
              <a:xfrm>
                <a:off x="8239666" y="3292538"/>
                <a:ext cx="7930710" cy="4137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67" h="333">
                    <a:moveTo>
                      <a:pt x="6201" y="0"/>
                    </a:moveTo>
                    <a:lnTo>
                      <a:pt x="3183" y="0"/>
                    </a:lnTo>
                    <a:lnTo>
                      <a:pt x="167" y="0"/>
                    </a:lnTo>
                    <a:cubicBezTo>
                      <a:pt x="121" y="0"/>
                      <a:pt x="78" y="19"/>
                      <a:pt x="48" y="49"/>
                    </a:cubicBezTo>
                    <a:cubicBezTo>
                      <a:pt x="19" y="79"/>
                      <a:pt x="0" y="120"/>
                      <a:pt x="0" y="167"/>
                    </a:cubicBezTo>
                    <a:cubicBezTo>
                      <a:pt x="0" y="213"/>
                      <a:pt x="19" y="254"/>
                      <a:pt x="48" y="284"/>
                    </a:cubicBezTo>
                    <a:cubicBezTo>
                      <a:pt x="78" y="315"/>
                      <a:pt x="121" y="333"/>
                      <a:pt x="167" y="333"/>
                    </a:cubicBezTo>
                    <a:lnTo>
                      <a:pt x="3183" y="333"/>
                    </a:lnTo>
                    <a:lnTo>
                      <a:pt x="6201" y="333"/>
                    </a:lnTo>
                    <a:cubicBezTo>
                      <a:pt x="6247" y="333"/>
                      <a:pt x="6288" y="315"/>
                      <a:pt x="6318" y="284"/>
                    </a:cubicBezTo>
                    <a:cubicBezTo>
                      <a:pt x="6349" y="254"/>
                      <a:pt x="6367" y="213"/>
                      <a:pt x="6367" y="167"/>
                    </a:cubicBezTo>
                    <a:cubicBezTo>
                      <a:pt x="6367" y="120"/>
                      <a:pt x="6349" y="79"/>
                      <a:pt x="6318" y="49"/>
                    </a:cubicBezTo>
                    <a:cubicBezTo>
                      <a:pt x="6288" y="19"/>
                      <a:pt x="6247" y="0"/>
                      <a:pt x="620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A5A2642F-43B4-C047-8367-35711B737F8E}"/>
                  </a:ext>
                </a:extLst>
              </p:cNvPr>
              <p:cNvSpPr/>
              <p:nvPr/>
            </p:nvSpPr>
            <p:spPr>
              <a:xfrm>
                <a:off x="8232195" y="3285061"/>
                <a:ext cx="7945660" cy="428703"/>
              </a:xfrm>
              <a:custGeom>
                <a:avLst/>
                <a:gdLst>
                  <a:gd name="connsiteX0" fmla="*/ 215491 w 7945660"/>
                  <a:gd name="connsiteY0" fmla="*/ 14954 h 428703"/>
                  <a:gd name="connsiteX1" fmla="*/ 73493 w 7945660"/>
                  <a:gd name="connsiteY1" fmla="*/ 73345 h 428703"/>
                  <a:gd name="connsiteX2" fmla="*/ 14950 w 7945660"/>
                  <a:gd name="connsiteY2" fmla="*/ 214974 h 428703"/>
                  <a:gd name="connsiteX3" fmla="*/ 73493 w 7945660"/>
                  <a:gd name="connsiteY3" fmla="*/ 356603 h 428703"/>
                  <a:gd name="connsiteX4" fmla="*/ 215491 w 7945660"/>
                  <a:gd name="connsiteY4" fmla="*/ 414994 h 428703"/>
                  <a:gd name="connsiteX5" fmla="*/ 7731415 w 7945660"/>
                  <a:gd name="connsiteY5" fmla="*/ 414994 h 428703"/>
                  <a:gd name="connsiteX6" fmla="*/ 7873413 w 7945660"/>
                  <a:gd name="connsiteY6" fmla="*/ 356603 h 428703"/>
                  <a:gd name="connsiteX7" fmla="*/ 7931956 w 7945660"/>
                  <a:gd name="connsiteY7" fmla="*/ 214974 h 428703"/>
                  <a:gd name="connsiteX8" fmla="*/ 7873413 w 7945660"/>
                  <a:gd name="connsiteY8" fmla="*/ 73345 h 428703"/>
                  <a:gd name="connsiteX9" fmla="*/ 7731415 w 7945660"/>
                  <a:gd name="connsiteY9" fmla="*/ 14954 h 428703"/>
                  <a:gd name="connsiteX10" fmla="*/ 215488 w 7945660"/>
                  <a:gd name="connsiteY10" fmla="*/ 0 h 428703"/>
                  <a:gd name="connsiteX11" fmla="*/ 7731417 w 7945660"/>
                  <a:gd name="connsiteY11" fmla="*/ 0 h 428703"/>
                  <a:gd name="connsiteX12" fmla="*/ 7883380 w 7945660"/>
                  <a:gd name="connsiteY12" fmla="*/ 63374 h 428703"/>
                  <a:gd name="connsiteX13" fmla="*/ 7945660 w 7945660"/>
                  <a:gd name="connsiteY13" fmla="*/ 214973 h 428703"/>
                  <a:gd name="connsiteX14" fmla="*/ 7883380 w 7945660"/>
                  <a:gd name="connsiteY14" fmla="*/ 366572 h 428703"/>
                  <a:gd name="connsiteX15" fmla="*/ 7731417 w 7945660"/>
                  <a:gd name="connsiteY15" fmla="*/ 428703 h 428703"/>
                  <a:gd name="connsiteX16" fmla="*/ 215488 w 7945660"/>
                  <a:gd name="connsiteY16" fmla="*/ 428703 h 428703"/>
                  <a:gd name="connsiteX17" fmla="*/ 63526 w 7945660"/>
                  <a:gd name="connsiteY17" fmla="*/ 366572 h 428703"/>
                  <a:gd name="connsiteX18" fmla="*/ 0 w 7945660"/>
                  <a:gd name="connsiteY18" fmla="*/ 214973 h 428703"/>
                  <a:gd name="connsiteX19" fmla="*/ 63526 w 7945660"/>
                  <a:gd name="connsiteY19" fmla="*/ 63374 h 428703"/>
                  <a:gd name="connsiteX20" fmla="*/ 215488 w 7945660"/>
                  <a:gd name="connsiteY20" fmla="*/ 0 h 428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945660" h="428703">
                    <a:moveTo>
                      <a:pt x="215491" y="14954"/>
                    </a:moveTo>
                    <a:cubicBezTo>
                      <a:pt x="160685" y="14954"/>
                      <a:pt x="110861" y="34832"/>
                      <a:pt x="73493" y="73345"/>
                    </a:cubicBezTo>
                    <a:cubicBezTo>
                      <a:pt x="34880" y="110616"/>
                      <a:pt x="14950" y="161553"/>
                      <a:pt x="14950" y="214974"/>
                    </a:cubicBezTo>
                    <a:cubicBezTo>
                      <a:pt x="14950" y="268396"/>
                      <a:pt x="34880" y="318090"/>
                      <a:pt x="73493" y="356603"/>
                    </a:cubicBezTo>
                    <a:cubicBezTo>
                      <a:pt x="110861" y="393874"/>
                      <a:pt x="160685" y="414994"/>
                      <a:pt x="215491" y="414994"/>
                    </a:cubicBezTo>
                    <a:lnTo>
                      <a:pt x="7731415" y="414994"/>
                    </a:lnTo>
                    <a:cubicBezTo>
                      <a:pt x="7784975" y="414994"/>
                      <a:pt x="7834799" y="393874"/>
                      <a:pt x="7873413" y="356603"/>
                    </a:cubicBezTo>
                    <a:cubicBezTo>
                      <a:pt x="7910781" y="318090"/>
                      <a:pt x="7931956" y="268396"/>
                      <a:pt x="7931956" y="214974"/>
                    </a:cubicBezTo>
                    <a:cubicBezTo>
                      <a:pt x="7931956" y="161553"/>
                      <a:pt x="7910781" y="110616"/>
                      <a:pt x="7873413" y="73345"/>
                    </a:cubicBezTo>
                    <a:cubicBezTo>
                      <a:pt x="7834799" y="34832"/>
                      <a:pt x="7784975" y="14954"/>
                      <a:pt x="7731415" y="14954"/>
                    </a:cubicBezTo>
                    <a:close/>
                    <a:moveTo>
                      <a:pt x="215488" y="0"/>
                    </a:moveTo>
                    <a:lnTo>
                      <a:pt x="7731417" y="0"/>
                    </a:lnTo>
                    <a:cubicBezTo>
                      <a:pt x="7788715" y="0"/>
                      <a:pt x="7842275" y="22367"/>
                      <a:pt x="7883380" y="63374"/>
                    </a:cubicBezTo>
                    <a:cubicBezTo>
                      <a:pt x="7923239" y="104380"/>
                      <a:pt x="7945660" y="156570"/>
                      <a:pt x="7945660" y="214973"/>
                    </a:cubicBezTo>
                    <a:cubicBezTo>
                      <a:pt x="7945660" y="272133"/>
                      <a:pt x="7923239" y="325566"/>
                      <a:pt x="7883380" y="366572"/>
                    </a:cubicBezTo>
                    <a:cubicBezTo>
                      <a:pt x="7842275" y="406336"/>
                      <a:pt x="7788715" y="428703"/>
                      <a:pt x="7731417" y="428703"/>
                    </a:cubicBezTo>
                    <a:lnTo>
                      <a:pt x="215488" y="428703"/>
                    </a:lnTo>
                    <a:cubicBezTo>
                      <a:pt x="158191" y="428703"/>
                      <a:pt x="103385" y="406336"/>
                      <a:pt x="63526" y="366572"/>
                    </a:cubicBezTo>
                    <a:cubicBezTo>
                      <a:pt x="22421" y="325566"/>
                      <a:pt x="0" y="272133"/>
                      <a:pt x="0" y="214973"/>
                    </a:cubicBezTo>
                    <a:cubicBezTo>
                      <a:pt x="0" y="156570"/>
                      <a:pt x="22421" y="104380"/>
                      <a:pt x="63526" y="63374"/>
                    </a:cubicBezTo>
                    <a:cubicBezTo>
                      <a:pt x="103385" y="22367"/>
                      <a:pt x="158191" y="0"/>
                      <a:pt x="2154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78654E9A-7C44-6F43-906E-CE8F42D522E5}"/>
                  </a:ext>
                </a:extLst>
              </p:cNvPr>
              <p:cNvSpPr/>
              <p:nvPr/>
            </p:nvSpPr>
            <p:spPr>
              <a:xfrm>
                <a:off x="14732736" y="3292538"/>
                <a:ext cx="1436398" cy="4137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54" h="333">
                    <a:moveTo>
                      <a:pt x="988" y="0"/>
                    </a:moveTo>
                    <a:lnTo>
                      <a:pt x="494" y="0"/>
                    </a:lnTo>
                    <a:lnTo>
                      <a:pt x="0" y="0"/>
                    </a:lnTo>
                    <a:lnTo>
                      <a:pt x="0" y="167"/>
                    </a:lnTo>
                    <a:lnTo>
                      <a:pt x="0" y="333"/>
                    </a:lnTo>
                    <a:lnTo>
                      <a:pt x="494" y="333"/>
                    </a:lnTo>
                    <a:lnTo>
                      <a:pt x="988" y="333"/>
                    </a:lnTo>
                    <a:cubicBezTo>
                      <a:pt x="1034" y="333"/>
                      <a:pt x="1075" y="315"/>
                      <a:pt x="1105" y="284"/>
                    </a:cubicBezTo>
                    <a:cubicBezTo>
                      <a:pt x="1136" y="254"/>
                      <a:pt x="1154" y="213"/>
                      <a:pt x="1154" y="167"/>
                    </a:cubicBezTo>
                    <a:cubicBezTo>
                      <a:pt x="1154" y="120"/>
                      <a:pt x="1136" y="79"/>
                      <a:pt x="1105" y="49"/>
                    </a:cubicBezTo>
                    <a:cubicBezTo>
                      <a:pt x="1075" y="19"/>
                      <a:pt x="1034" y="0"/>
                      <a:pt x="9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118CB183-24BD-B44B-88C3-15ED16CE4B1B}"/>
                  </a:ext>
                </a:extLst>
              </p:cNvPr>
              <p:cNvSpPr/>
              <p:nvPr/>
            </p:nvSpPr>
            <p:spPr>
              <a:xfrm>
                <a:off x="14725262" y="3285061"/>
                <a:ext cx="1451347" cy="428703"/>
              </a:xfrm>
              <a:custGeom>
                <a:avLst/>
                <a:gdLst>
                  <a:gd name="connsiteX0" fmla="*/ 14949 w 1451347"/>
                  <a:gd name="connsiteY0" fmla="*/ 14954 h 428703"/>
                  <a:gd name="connsiteX1" fmla="*/ 14949 w 1451347"/>
                  <a:gd name="connsiteY1" fmla="*/ 414994 h 428703"/>
                  <a:gd name="connsiteX2" fmla="*/ 1237246 w 1451347"/>
                  <a:gd name="connsiteY2" fmla="*/ 414994 h 428703"/>
                  <a:gd name="connsiteX3" fmla="*/ 1379142 w 1451347"/>
                  <a:gd name="connsiteY3" fmla="*/ 356603 h 428703"/>
                  <a:gd name="connsiteX4" fmla="*/ 1437643 w 1451347"/>
                  <a:gd name="connsiteY4" fmla="*/ 214974 h 428703"/>
                  <a:gd name="connsiteX5" fmla="*/ 1379142 w 1451347"/>
                  <a:gd name="connsiteY5" fmla="*/ 73345 h 428703"/>
                  <a:gd name="connsiteX6" fmla="*/ 1237246 w 1451347"/>
                  <a:gd name="connsiteY6" fmla="*/ 14954 h 428703"/>
                  <a:gd name="connsiteX7" fmla="*/ 7468 w 1451347"/>
                  <a:gd name="connsiteY7" fmla="*/ 0 h 428703"/>
                  <a:gd name="connsiteX8" fmla="*/ 1237255 w 1451347"/>
                  <a:gd name="connsiteY8" fmla="*/ 0 h 428703"/>
                  <a:gd name="connsiteX9" fmla="*/ 1389111 w 1451347"/>
                  <a:gd name="connsiteY9" fmla="*/ 63374 h 428703"/>
                  <a:gd name="connsiteX10" fmla="*/ 1451347 w 1451347"/>
                  <a:gd name="connsiteY10" fmla="*/ 214973 h 428703"/>
                  <a:gd name="connsiteX11" fmla="*/ 1389111 w 1451347"/>
                  <a:gd name="connsiteY11" fmla="*/ 366572 h 428703"/>
                  <a:gd name="connsiteX12" fmla="*/ 1237255 w 1451347"/>
                  <a:gd name="connsiteY12" fmla="*/ 428703 h 428703"/>
                  <a:gd name="connsiteX13" fmla="*/ 7468 w 1451347"/>
                  <a:gd name="connsiteY13" fmla="*/ 428703 h 428703"/>
                  <a:gd name="connsiteX14" fmla="*/ 0 w 1451347"/>
                  <a:gd name="connsiteY14" fmla="*/ 421247 h 428703"/>
                  <a:gd name="connsiteX15" fmla="*/ 0 w 1451347"/>
                  <a:gd name="connsiteY15" fmla="*/ 7456 h 428703"/>
                  <a:gd name="connsiteX16" fmla="*/ 7468 w 1451347"/>
                  <a:gd name="connsiteY16" fmla="*/ 0 h 428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51347" h="428703">
                    <a:moveTo>
                      <a:pt x="14949" y="14954"/>
                    </a:moveTo>
                    <a:lnTo>
                      <a:pt x="14949" y="414994"/>
                    </a:lnTo>
                    <a:lnTo>
                      <a:pt x="1237246" y="414994"/>
                    </a:lnTo>
                    <a:cubicBezTo>
                      <a:pt x="1290768" y="414994"/>
                      <a:pt x="1340556" y="393874"/>
                      <a:pt x="1379142" y="356603"/>
                    </a:cubicBezTo>
                    <a:cubicBezTo>
                      <a:pt x="1416483" y="318090"/>
                      <a:pt x="1437643" y="268396"/>
                      <a:pt x="1437643" y="214974"/>
                    </a:cubicBezTo>
                    <a:cubicBezTo>
                      <a:pt x="1437643" y="161553"/>
                      <a:pt x="1416483" y="110616"/>
                      <a:pt x="1379142" y="73345"/>
                    </a:cubicBezTo>
                    <a:cubicBezTo>
                      <a:pt x="1340556" y="34832"/>
                      <a:pt x="1290768" y="14954"/>
                      <a:pt x="1237246" y="14954"/>
                    </a:cubicBezTo>
                    <a:close/>
                    <a:moveTo>
                      <a:pt x="7468" y="0"/>
                    </a:moveTo>
                    <a:lnTo>
                      <a:pt x="1237255" y="0"/>
                    </a:lnTo>
                    <a:cubicBezTo>
                      <a:pt x="1294512" y="0"/>
                      <a:pt x="1348035" y="22367"/>
                      <a:pt x="1389111" y="63374"/>
                    </a:cubicBezTo>
                    <a:cubicBezTo>
                      <a:pt x="1428942" y="104380"/>
                      <a:pt x="1451347" y="156570"/>
                      <a:pt x="1451347" y="214973"/>
                    </a:cubicBezTo>
                    <a:cubicBezTo>
                      <a:pt x="1451347" y="272133"/>
                      <a:pt x="1428942" y="325566"/>
                      <a:pt x="1389111" y="366572"/>
                    </a:cubicBezTo>
                    <a:cubicBezTo>
                      <a:pt x="1348035" y="406336"/>
                      <a:pt x="1294512" y="428703"/>
                      <a:pt x="1237255" y="428703"/>
                    </a:cubicBezTo>
                    <a:lnTo>
                      <a:pt x="7468" y="428703"/>
                    </a:lnTo>
                    <a:cubicBezTo>
                      <a:pt x="2489" y="428703"/>
                      <a:pt x="0" y="424975"/>
                      <a:pt x="0" y="421247"/>
                    </a:cubicBezTo>
                    <a:lnTo>
                      <a:pt x="0" y="7456"/>
                    </a:lnTo>
                    <a:cubicBezTo>
                      <a:pt x="0" y="3728"/>
                      <a:pt x="2489" y="0"/>
                      <a:pt x="74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71C97BD3-5AF0-ED43-9B91-7C8F4C80C0DE}"/>
                  </a:ext>
                </a:extLst>
              </p:cNvPr>
              <p:cNvSpPr/>
              <p:nvPr/>
            </p:nvSpPr>
            <p:spPr>
              <a:xfrm>
                <a:off x="15261994" y="3349248"/>
                <a:ext cx="341651" cy="268555"/>
              </a:xfrm>
              <a:custGeom>
                <a:avLst/>
                <a:gdLst>
                  <a:gd name="connsiteX0" fmla="*/ 124151 w 341651"/>
                  <a:gd name="connsiteY0" fmla="*/ 36754 h 268555"/>
                  <a:gd name="connsiteX1" fmla="*/ 104361 w 341651"/>
                  <a:gd name="connsiteY1" fmla="*/ 39229 h 268555"/>
                  <a:gd name="connsiteX2" fmla="*/ 49938 w 341651"/>
                  <a:gd name="connsiteY2" fmla="*/ 77586 h 268555"/>
                  <a:gd name="connsiteX3" fmla="*/ 38806 w 341651"/>
                  <a:gd name="connsiteY3" fmla="*/ 141927 h 268555"/>
                  <a:gd name="connsiteX4" fmla="*/ 77149 w 341651"/>
                  <a:gd name="connsiteY4" fmla="*/ 196370 h 268555"/>
                  <a:gd name="connsiteX5" fmla="*/ 195891 w 341651"/>
                  <a:gd name="connsiteY5" fmla="*/ 170386 h 268555"/>
                  <a:gd name="connsiteX6" fmla="*/ 208260 w 341651"/>
                  <a:gd name="connsiteY6" fmla="*/ 104807 h 268555"/>
                  <a:gd name="connsiteX7" fmla="*/ 169916 w 341651"/>
                  <a:gd name="connsiteY7" fmla="*/ 50365 h 268555"/>
                  <a:gd name="connsiteX8" fmla="*/ 124151 w 341651"/>
                  <a:gd name="connsiteY8" fmla="*/ 36754 h 268555"/>
                  <a:gd name="connsiteX9" fmla="*/ 143570 w 341651"/>
                  <a:gd name="connsiteY9" fmla="*/ 1857 h 268555"/>
                  <a:gd name="connsiteX10" fmla="*/ 187635 w 341651"/>
                  <a:gd name="connsiteY10" fmla="*/ 19223 h 268555"/>
                  <a:gd name="connsiteX11" fmla="*/ 242250 w 341651"/>
                  <a:gd name="connsiteY11" fmla="*/ 96131 h 268555"/>
                  <a:gd name="connsiteX12" fmla="*/ 233561 w 341651"/>
                  <a:gd name="connsiteY12" fmla="*/ 171799 h 268555"/>
                  <a:gd name="connsiteX13" fmla="*/ 334103 w 341651"/>
                  <a:gd name="connsiteY13" fmla="*/ 236303 h 268555"/>
                  <a:gd name="connsiteX14" fmla="*/ 339068 w 341651"/>
                  <a:gd name="connsiteY14" fmla="*/ 261112 h 268555"/>
                  <a:gd name="connsiteX15" fmla="*/ 324173 w 341651"/>
                  <a:gd name="connsiteY15" fmla="*/ 268555 h 268555"/>
                  <a:gd name="connsiteX16" fmla="*/ 314243 w 341651"/>
                  <a:gd name="connsiteY16" fmla="*/ 266074 h 268555"/>
                  <a:gd name="connsiteX17" fmla="*/ 214942 w 341651"/>
                  <a:gd name="connsiteY17" fmla="*/ 202811 h 268555"/>
                  <a:gd name="connsiteX18" fmla="*/ 121848 w 341651"/>
                  <a:gd name="connsiteY18" fmla="*/ 243746 h 268555"/>
                  <a:gd name="connsiteX19" fmla="*/ 56061 w 341651"/>
                  <a:gd name="connsiteY19" fmla="*/ 225139 h 268555"/>
                  <a:gd name="connsiteX20" fmla="*/ 18823 w 341651"/>
                  <a:gd name="connsiteY20" fmla="*/ 56437 h 268555"/>
                  <a:gd name="connsiteX21" fmla="*/ 95781 w 341651"/>
                  <a:gd name="connsiteY21" fmla="*/ 3097 h 268555"/>
                  <a:gd name="connsiteX22" fmla="*/ 143570 w 341651"/>
                  <a:gd name="connsiteY22" fmla="*/ 1857 h 268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41651" h="268555">
                    <a:moveTo>
                      <a:pt x="124151" y="36754"/>
                    </a:moveTo>
                    <a:cubicBezTo>
                      <a:pt x="117967" y="36754"/>
                      <a:pt x="110546" y="37991"/>
                      <a:pt x="104361" y="39229"/>
                    </a:cubicBezTo>
                    <a:cubicBezTo>
                      <a:pt x="82097" y="44178"/>
                      <a:pt x="63544" y="57789"/>
                      <a:pt x="49938" y="77586"/>
                    </a:cubicBezTo>
                    <a:cubicBezTo>
                      <a:pt x="38806" y="97383"/>
                      <a:pt x="33858" y="119655"/>
                      <a:pt x="38806" y="141927"/>
                    </a:cubicBezTo>
                    <a:cubicBezTo>
                      <a:pt x="44990" y="164199"/>
                      <a:pt x="57359" y="183996"/>
                      <a:pt x="77149" y="196370"/>
                    </a:cubicBezTo>
                    <a:cubicBezTo>
                      <a:pt x="116730" y="222353"/>
                      <a:pt x="171153" y="209980"/>
                      <a:pt x="195891" y="170386"/>
                    </a:cubicBezTo>
                    <a:cubicBezTo>
                      <a:pt x="208260" y="150588"/>
                      <a:pt x="213208" y="127079"/>
                      <a:pt x="208260" y="104807"/>
                    </a:cubicBezTo>
                    <a:cubicBezTo>
                      <a:pt x="202076" y="82535"/>
                      <a:pt x="189707" y="63975"/>
                      <a:pt x="169916" y="50365"/>
                    </a:cubicBezTo>
                    <a:cubicBezTo>
                      <a:pt x="155074" y="41703"/>
                      <a:pt x="138994" y="36754"/>
                      <a:pt x="124151" y="36754"/>
                    </a:cubicBezTo>
                    <a:close/>
                    <a:moveTo>
                      <a:pt x="143570" y="1857"/>
                    </a:moveTo>
                    <a:cubicBezTo>
                      <a:pt x="159086" y="4648"/>
                      <a:pt x="173981" y="10540"/>
                      <a:pt x="187635" y="19223"/>
                    </a:cubicBezTo>
                    <a:cubicBezTo>
                      <a:pt x="214942" y="36589"/>
                      <a:pt x="234802" y="63880"/>
                      <a:pt x="242250" y="96131"/>
                    </a:cubicBezTo>
                    <a:cubicBezTo>
                      <a:pt x="247215" y="122181"/>
                      <a:pt x="244733" y="148231"/>
                      <a:pt x="233561" y="171799"/>
                    </a:cubicBezTo>
                    <a:lnTo>
                      <a:pt x="334103" y="236303"/>
                    </a:lnTo>
                    <a:cubicBezTo>
                      <a:pt x="341551" y="241265"/>
                      <a:pt x="344034" y="252429"/>
                      <a:pt x="339068" y="261112"/>
                    </a:cubicBezTo>
                    <a:cubicBezTo>
                      <a:pt x="336586" y="266074"/>
                      <a:pt x="330380" y="268555"/>
                      <a:pt x="324173" y="268555"/>
                    </a:cubicBezTo>
                    <a:cubicBezTo>
                      <a:pt x="320450" y="268555"/>
                      <a:pt x="317967" y="268555"/>
                      <a:pt x="314243" y="266074"/>
                    </a:cubicBezTo>
                    <a:lnTo>
                      <a:pt x="214942" y="202811"/>
                    </a:lnTo>
                    <a:cubicBezTo>
                      <a:pt x="191358" y="230101"/>
                      <a:pt x="156603" y="243746"/>
                      <a:pt x="121848" y="243746"/>
                    </a:cubicBezTo>
                    <a:cubicBezTo>
                      <a:pt x="99505" y="243746"/>
                      <a:pt x="77162" y="238784"/>
                      <a:pt x="56061" y="225139"/>
                    </a:cubicBezTo>
                    <a:cubicBezTo>
                      <a:pt x="204" y="189166"/>
                      <a:pt x="-17174" y="113498"/>
                      <a:pt x="18823" y="56437"/>
                    </a:cubicBezTo>
                    <a:cubicBezTo>
                      <a:pt x="37442" y="29147"/>
                      <a:pt x="64750" y="10540"/>
                      <a:pt x="95781" y="3097"/>
                    </a:cubicBezTo>
                    <a:cubicBezTo>
                      <a:pt x="111918" y="-624"/>
                      <a:pt x="128054" y="-935"/>
                      <a:pt x="143570" y="185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8EE8FDD-6B58-FE43-A48A-EBCCE319132D}"/>
                </a:ext>
              </a:extLst>
            </p:cNvPr>
            <p:cNvGrpSpPr/>
            <p:nvPr/>
          </p:nvGrpSpPr>
          <p:grpSpPr>
            <a:xfrm>
              <a:off x="12198793" y="4549980"/>
              <a:ext cx="2495321" cy="1126595"/>
              <a:chOff x="12198793" y="4549980"/>
              <a:chExt cx="2495321" cy="1126595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EBBBBCD0-B6F1-8C49-A28B-F986D167C237}"/>
                  </a:ext>
                </a:extLst>
              </p:cNvPr>
              <p:cNvSpPr/>
              <p:nvPr/>
            </p:nvSpPr>
            <p:spPr>
              <a:xfrm>
                <a:off x="12203776" y="4557461"/>
                <a:ext cx="2481617" cy="10580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93" h="850">
                    <a:moveTo>
                      <a:pt x="1923" y="0"/>
                    </a:moveTo>
                    <a:lnTo>
                      <a:pt x="71" y="0"/>
                    </a:lnTo>
                    <a:cubicBezTo>
                      <a:pt x="32" y="0"/>
                      <a:pt x="0" y="31"/>
                      <a:pt x="0" y="70"/>
                    </a:cubicBezTo>
                    <a:lnTo>
                      <a:pt x="0" y="781"/>
                    </a:lnTo>
                    <a:cubicBezTo>
                      <a:pt x="0" y="819"/>
                      <a:pt x="32" y="850"/>
                      <a:pt x="71" y="850"/>
                    </a:cubicBezTo>
                    <a:lnTo>
                      <a:pt x="1923" y="850"/>
                    </a:lnTo>
                    <a:cubicBezTo>
                      <a:pt x="1962" y="850"/>
                      <a:pt x="1993" y="819"/>
                      <a:pt x="1993" y="781"/>
                    </a:cubicBezTo>
                    <a:lnTo>
                      <a:pt x="1993" y="70"/>
                    </a:lnTo>
                    <a:cubicBezTo>
                      <a:pt x="1993" y="31"/>
                      <a:pt x="1962" y="0"/>
                      <a:pt x="192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FA5885A0-58A1-3448-8B24-1D2D715C74C6}"/>
                  </a:ext>
                </a:extLst>
              </p:cNvPr>
              <p:cNvSpPr/>
              <p:nvPr/>
            </p:nvSpPr>
            <p:spPr>
              <a:xfrm>
                <a:off x="12198793" y="4549980"/>
                <a:ext cx="2495321" cy="1073003"/>
              </a:xfrm>
              <a:custGeom>
                <a:avLst/>
                <a:gdLst>
                  <a:gd name="connsiteX0" fmla="*/ 93397 w 2495321"/>
                  <a:gd name="connsiteY0" fmla="*/ 14958 h 1073003"/>
                  <a:gd name="connsiteX1" fmla="*/ 12461 w 2495321"/>
                  <a:gd name="connsiteY1" fmla="*/ 94622 h 1073003"/>
                  <a:gd name="connsiteX2" fmla="*/ 12461 w 2495321"/>
                  <a:gd name="connsiteY2" fmla="*/ 979635 h 1073003"/>
                  <a:gd name="connsiteX3" fmla="*/ 93397 w 2495321"/>
                  <a:gd name="connsiteY3" fmla="*/ 1059298 h 1073003"/>
                  <a:gd name="connsiteX4" fmla="*/ 2399439 w 2495321"/>
                  <a:gd name="connsiteY4" fmla="*/ 1059298 h 1073003"/>
                  <a:gd name="connsiteX5" fmla="*/ 2479129 w 2495321"/>
                  <a:gd name="connsiteY5" fmla="*/ 979635 h 1073003"/>
                  <a:gd name="connsiteX6" fmla="*/ 2479129 w 2495321"/>
                  <a:gd name="connsiteY6" fmla="*/ 94622 h 1073003"/>
                  <a:gd name="connsiteX7" fmla="*/ 2399439 w 2495321"/>
                  <a:gd name="connsiteY7" fmla="*/ 14958 h 1073003"/>
                  <a:gd name="connsiteX8" fmla="*/ 94633 w 2495321"/>
                  <a:gd name="connsiteY8" fmla="*/ 0 h 1073003"/>
                  <a:gd name="connsiteX9" fmla="*/ 2400688 w 2495321"/>
                  <a:gd name="connsiteY9" fmla="*/ 0 h 1073003"/>
                  <a:gd name="connsiteX10" fmla="*/ 2495321 w 2495321"/>
                  <a:gd name="connsiteY10" fmla="*/ 94604 h 1073003"/>
                  <a:gd name="connsiteX11" fmla="*/ 2495321 w 2495321"/>
                  <a:gd name="connsiteY11" fmla="*/ 979644 h 1073003"/>
                  <a:gd name="connsiteX12" fmla="*/ 2400688 w 2495321"/>
                  <a:gd name="connsiteY12" fmla="*/ 1073003 h 1073003"/>
                  <a:gd name="connsiteX13" fmla="*/ 94633 w 2495321"/>
                  <a:gd name="connsiteY13" fmla="*/ 1073003 h 1073003"/>
                  <a:gd name="connsiteX14" fmla="*/ 0 w 2495321"/>
                  <a:gd name="connsiteY14" fmla="*/ 979644 h 1073003"/>
                  <a:gd name="connsiteX15" fmla="*/ 0 w 2495321"/>
                  <a:gd name="connsiteY15" fmla="*/ 94604 h 1073003"/>
                  <a:gd name="connsiteX16" fmla="*/ 94633 w 2495321"/>
                  <a:gd name="connsiteY16" fmla="*/ 0 h 10730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495321" h="1073003">
                    <a:moveTo>
                      <a:pt x="93397" y="14958"/>
                    </a:moveTo>
                    <a:cubicBezTo>
                      <a:pt x="48571" y="14958"/>
                      <a:pt x="12461" y="49811"/>
                      <a:pt x="12461" y="94622"/>
                    </a:cubicBezTo>
                    <a:lnTo>
                      <a:pt x="12461" y="979635"/>
                    </a:lnTo>
                    <a:cubicBezTo>
                      <a:pt x="12461" y="1023201"/>
                      <a:pt x="48571" y="1059298"/>
                      <a:pt x="93397" y="1059298"/>
                    </a:cubicBezTo>
                    <a:lnTo>
                      <a:pt x="2399439" y="1059298"/>
                    </a:lnTo>
                    <a:cubicBezTo>
                      <a:pt x="2443019" y="1059298"/>
                      <a:pt x="2479129" y="1023201"/>
                      <a:pt x="2479129" y="979635"/>
                    </a:cubicBezTo>
                    <a:lnTo>
                      <a:pt x="2479129" y="94622"/>
                    </a:lnTo>
                    <a:cubicBezTo>
                      <a:pt x="2479129" y="49811"/>
                      <a:pt x="2443019" y="14958"/>
                      <a:pt x="2399439" y="14958"/>
                    </a:cubicBezTo>
                    <a:close/>
                    <a:moveTo>
                      <a:pt x="94633" y="0"/>
                    </a:moveTo>
                    <a:lnTo>
                      <a:pt x="2400688" y="0"/>
                    </a:lnTo>
                    <a:cubicBezTo>
                      <a:pt x="2452985" y="0"/>
                      <a:pt x="2495321" y="42323"/>
                      <a:pt x="2495321" y="94604"/>
                    </a:cubicBezTo>
                    <a:lnTo>
                      <a:pt x="2495321" y="979644"/>
                    </a:lnTo>
                    <a:cubicBezTo>
                      <a:pt x="2495321" y="1030681"/>
                      <a:pt x="2452985" y="1073003"/>
                      <a:pt x="2400688" y="1073003"/>
                    </a:cubicBezTo>
                    <a:lnTo>
                      <a:pt x="94633" y="1073003"/>
                    </a:lnTo>
                    <a:cubicBezTo>
                      <a:pt x="41091" y="1073003"/>
                      <a:pt x="0" y="1030681"/>
                      <a:pt x="0" y="979644"/>
                    </a:cubicBezTo>
                    <a:lnTo>
                      <a:pt x="0" y="94604"/>
                    </a:lnTo>
                    <a:cubicBezTo>
                      <a:pt x="0" y="42323"/>
                      <a:pt x="41091" y="0"/>
                      <a:pt x="946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A6C51B4E-77A4-7747-88C0-3EFE15E43F48}"/>
                  </a:ext>
                </a:extLst>
              </p:cNvPr>
              <p:cNvSpPr/>
              <p:nvPr/>
            </p:nvSpPr>
            <p:spPr>
              <a:xfrm>
                <a:off x="12319638" y="4704516"/>
                <a:ext cx="2212526" cy="203135"/>
              </a:xfrm>
              <a:custGeom>
                <a:avLst/>
                <a:gdLst>
                  <a:gd name="connsiteX0" fmla="*/ 102105 w 2212526"/>
                  <a:gd name="connsiteY0" fmla="*/ 13708 h 203135"/>
                  <a:gd name="connsiteX1" fmla="*/ 13704 w 2212526"/>
                  <a:gd name="connsiteY1" fmla="*/ 101563 h 203135"/>
                  <a:gd name="connsiteX2" fmla="*/ 102105 w 2212526"/>
                  <a:gd name="connsiteY2" fmla="*/ 188180 h 203135"/>
                  <a:gd name="connsiteX3" fmla="*/ 2110421 w 2212526"/>
                  <a:gd name="connsiteY3" fmla="*/ 188180 h 203135"/>
                  <a:gd name="connsiteX4" fmla="*/ 2197577 w 2212526"/>
                  <a:gd name="connsiteY4" fmla="*/ 101563 h 203135"/>
                  <a:gd name="connsiteX5" fmla="*/ 2110421 w 2212526"/>
                  <a:gd name="connsiteY5" fmla="*/ 13708 h 203135"/>
                  <a:gd name="connsiteX6" fmla="*/ 102097 w 2212526"/>
                  <a:gd name="connsiteY6" fmla="*/ 0 h 203135"/>
                  <a:gd name="connsiteX7" fmla="*/ 2110428 w 2212526"/>
                  <a:gd name="connsiteY7" fmla="*/ 0 h 203135"/>
                  <a:gd name="connsiteX8" fmla="*/ 2212526 w 2212526"/>
                  <a:gd name="connsiteY8" fmla="*/ 101568 h 203135"/>
                  <a:gd name="connsiteX9" fmla="*/ 2110428 w 2212526"/>
                  <a:gd name="connsiteY9" fmla="*/ 203135 h 203135"/>
                  <a:gd name="connsiteX10" fmla="*/ 102097 w 2212526"/>
                  <a:gd name="connsiteY10" fmla="*/ 203135 h 203135"/>
                  <a:gd name="connsiteX11" fmla="*/ 0 w 2212526"/>
                  <a:gd name="connsiteY11" fmla="*/ 101568 h 203135"/>
                  <a:gd name="connsiteX12" fmla="*/ 102097 w 2212526"/>
                  <a:gd name="connsiteY12" fmla="*/ 0 h 203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12526" h="203135">
                    <a:moveTo>
                      <a:pt x="102105" y="13708"/>
                    </a:moveTo>
                    <a:cubicBezTo>
                      <a:pt x="53547" y="13708"/>
                      <a:pt x="13704" y="53305"/>
                      <a:pt x="13704" y="101563"/>
                    </a:cubicBezTo>
                    <a:cubicBezTo>
                      <a:pt x="13704" y="149821"/>
                      <a:pt x="53547" y="188180"/>
                      <a:pt x="102105" y="188180"/>
                    </a:cubicBezTo>
                    <a:lnTo>
                      <a:pt x="2110421" y="188180"/>
                    </a:lnTo>
                    <a:cubicBezTo>
                      <a:pt x="2157734" y="188180"/>
                      <a:pt x="2197577" y="149821"/>
                      <a:pt x="2197577" y="101563"/>
                    </a:cubicBezTo>
                    <a:cubicBezTo>
                      <a:pt x="2197577" y="53305"/>
                      <a:pt x="2157734" y="13708"/>
                      <a:pt x="2110421" y="13708"/>
                    </a:cubicBezTo>
                    <a:close/>
                    <a:moveTo>
                      <a:pt x="102097" y="0"/>
                    </a:moveTo>
                    <a:lnTo>
                      <a:pt x="2110428" y="0"/>
                    </a:lnTo>
                    <a:cubicBezTo>
                      <a:pt x="2166458" y="0"/>
                      <a:pt x="2212526" y="44591"/>
                      <a:pt x="2212526" y="101568"/>
                    </a:cubicBezTo>
                    <a:cubicBezTo>
                      <a:pt x="2212526" y="157306"/>
                      <a:pt x="2166458" y="203135"/>
                      <a:pt x="2110428" y="203135"/>
                    </a:cubicBezTo>
                    <a:lnTo>
                      <a:pt x="102097" y="203135"/>
                    </a:lnTo>
                    <a:cubicBezTo>
                      <a:pt x="44823" y="203135"/>
                      <a:pt x="0" y="157306"/>
                      <a:pt x="0" y="101568"/>
                    </a:cubicBezTo>
                    <a:cubicBezTo>
                      <a:pt x="0" y="44591"/>
                      <a:pt x="44823" y="0"/>
                      <a:pt x="1020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8081A7EA-55A6-294C-BD5D-D3F41888EEFD}"/>
                  </a:ext>
                </a:extLst>
              </p:cNvPr>
              <p:cNvSpPr/>
              <p:nvPr/>
            </p:nvSpPr>
            <p:spPr>
              <a:xfrm>
                <a:off x="12339570" y="5014827"/>
                <a:ext cx="341347" cy="341467"/>
              </a:xfrm>
              <a:custGeom>
                <a:avLst/>
                <a:gdLst>
                  <a:gd name="connsiteX0" fmla="*/ 170051 w 341347"/>
                  <a:gd name="connsiteY0" fmla="*/ 13708 h 341467"/>
                  <a:gd name="connsiteX1" fmla="*/ 13704 w 341347"/>
                  <a:gd name="connsiteY1" fmla="*/ 170110 h 341467"/>
                  <a:gd name="connsiteX2" fmla="*/ 170051 w 341347"/>
                  <a:gd name="connsiteY2" fmla="*/ 326512 h 341467"/>
                  <a:gd name="connsiteX3" fmla="*/ 326398 w 341347"/>
                  <a:gd name="connsiteY3" fmla="*/ 170110 h 341467"/>
                  <a:gd name="connsiteX4" fmla="*/ 170051 w 341347"/>
                  <a:gd name="connsiteY4" fmla="*/ 13708 h 341467"/>
                  <a:gd name="connsiteX5" fmla="*/ 170053 w 341347"/>
                  <a:gd name="connsiteY5" fmla="*/ 0 h 341467"/>
                  <a:gd name="connsiteX6" fmla="*/ 341347 w 341347"/>
                  <a:gd name="connsiteY6" fmla="*/ 170113 h 341467"/>
                  <a:gd name="connsiteX7" fmla="*/ 170053 w 341347"/>
                  <a:gd name="connsiteY7" fmla="*/ 341467 h 341467"/>
                  <a:gd name="connsiteX8" fmla="*/ 0 w 341347"/>
                  <a:gd name="connsiteY8" fmla="*/ 170113 h 341467"/>
                  <a:gd name="connsiteX9" fmla="*/ 170053 w 341347"/>
                  <a:gd name="connsiteY9" fmla="*/ 0 h 3414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1347" h="341467">
                    <a:moveTo>
                      <a:pt x="170051" y="13708"/>
                    </a:moveTo>
                    <a:cubicBezTo>
                      <a:pt x="84432" y="13708"/>
                      <a:pt x="13704" y="83220"/>
                      <a:pt x="13704" y="170110"/>
                    </a:cubicBezTo>
                    <a:cubicBezTo>
                      <a:pt x="13704" y="255759"/>
                      <a:pt x="84432" y="326512"/>
                      <a:pt x="170051" y="326512"/>
                    </a:cubicBezTo>
                    <a:cubicBezTo>
                      <a:pt x="255670" y="326512"/>
                      <a:pt x="326398" y="255759"/>
                      <a:pt x="326398" y="170110"/>
                    </a:cubicBezTo>
                    <a:cubicBezTo>
                      <a:pt x="326398" y="83220"/>
                      <a:pt x="255670" y="13708"/>
                      <a:pt x="170051" y="13708"/>
                    </a:cubicBezTo>
                    <a:close/>
                    <a:moveTo>
                      <a:pt x="170053" y="0"/>
                    </a:moveTo>
                    <a:cubicBezTo>
                      <a:pt x="264389" y="0"/>
                      <a:pt x="341347" y="75744"/>
                      <a:pt x="341347" y="170113"/>
                    </a:cubicBezTo>
                    <a:cubicBezTo>
                      <a:pt x="341347" y="264482"/>
                      <a:pt x="264389" y="341467"/>
                      <a:pt x="170053" y="341467"/>
                    </a:cubicBezTo>
                    <a:cubicBezTo>
                      <a:pt x="75717" y="341467"/>
                      <a:pt x="0" y="264482"/>
                      <a:pt x="0" y="170113"/>
                    </a:cubicBezTo>
                    <a:cubicBezTo>
                      <a:pt x="0" y="75744"/>
                      <a:pt x="75717" y="0"/>
                      <a:pt x="1700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44A120E5-8419-4F44-8E49-83C3CBE001D8}"/>
                  </a:ext>
                </a:extLst>
              </p:cNvPr>
              <p:cNvSpPr/>
              <p:nvPr/>
            </p:nvSpPr>
            <p:spPr>
              <a:xfrm>
                <a:off x="12816709" y="5044736"/>
                <a:ext cx="1715455" cy="99698"/>
              </a:xfrm>
              <a:custGeom>
                <a:avLst/>
                <a:gdLst>
                  <a:gd name="connsiteX0" fmla="*/ 51050 w 1715455"/>
                  <a:gd name="connsiteY0" fmla="*/ 14955 h 99698"/>
                  <a:gd name="connsiteX1" fmla="*/ 14949 w 1715455"/>
                  <a:gd name="connsiteY1" fmla="*/ 50473 h 99698"/>
                  <a:gd name="connsiteX2" fmla="*/ 51050 w 1715455"/>
                  <a:gd name="connsiteY2" fmla="*/ 85990 h 99698"/>
                  <a:gd name="connsiteX3" fmla="*/ 1665649 w 1715455"/>
                  <a:gd name="connsiteY3" fmla="*/ 85990 h 99698"/>
                  <a:gd name="connsiteX4" fmla="*/ 1700505 w 1715455"/>
                  <a:gd name="connsiteY4" fmla="*/ 50473 h 99698"/>
                  <a:gd name="connsiteX5" fmla="*/ 1665649 w 1715455"/>
                  <a:gd name="connsiteY5" fmla="*/ 14955 h 99698"/>
                  <a:gd name="connsiteX6" fmla="*/ 51040 w 1715455"/>
                  <a:gd name="connsiteY6" fmla="*/ 0 h 99698"/>
                  <a:gd name="connsiteX7" fmla="*/ 1665659 w 1715455"/>
                  <a:gd name="connsiteY7" fmla="*/ 0 h 99698"/>
                  <a:gd name="connsiteX8" fmla="*/ 1715455 w 1715455"/>
                  <a:gd name="connsiteY8" fmla="*/ 50465 h 99698"/>
                  <a:gd name="connsiteX9" fmla="*/ 1665659 w 1715455"/>
                  <a:gd name="connsiteY9" fmla="*/ 99698 h 99698"/>
                  <a:gd name="connsiteX10" fmla="*/ 51040 w 1715455"/>
                  <a:gd name="connsiteY10" fmla="*/ 99698 h 99698"/>
                  <a:gd name="connsiteX11" fmla="*/ 0 w 1715455"/>
                  <a:gd name="connsiteY11" fmla="*/ 50465 h 99698"/>
                  <a:gd name="connsiteX12" fmla="*/ 51040 w 1715455"/>
                  <a:gd name="connsiteY12" fmla="*/ 0 h 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15455" h="99698">
                    <a:moveTo>
                      <a:pt x="51050" y="14955"/>
                    </a:moveTo>
                    <a:cubicBezTo>
                      <a:pt x="31132" y="14955"/>
                      <a:pt x="14949" y="30877"/>
                      <a:pt x="14949" y="50473"/>
                    </a:cubicBezTo>
                    <a:cubicBezTo>
                      <a:pt x="14949" y="68844"/>
                      <a:pt x="31132" y="85990"/>
                      <a:pt x="51050" y="85990"/>
                    </a:cubicBezTo>
                    <a:lnTo>
                      <a:pt x="1665649" y="85990"/>
                    </a:lnTo>
                    <a:cubicBezTo>
                      <a:pt x="1684322" y="85990"/>
                      <a:pt x="1700505" y="68844"/>
                      <a:pt x="1700505" y="50473"/>
                    </a:cubicBezTo>
                    <a:cubicBezTo>
                      <a:pt x="1700505" y="30877"/>
                      <a:pt x="1684322" y="14955"/>
                      <a:pt x="1665649" y="14955"/>
                    </a:cubicBezTo>
                    <a:close/>
                    <a:moveTo>
                      <a:pt x="51040" y="0"/>
                    </a:moveTo>
                    <a:lnTo>
                      <a:pt x="1665659" y="0"/>
                    </a:lnTo>
                    <a:cubicBezTo>
                      <a:pt x="1693047" y="0"/>
                      <a:pt x="1715455" y="22155"/>
                      <a:pt x="1715455" y="50465"/>
                    </a:cubicBezTo>
                    <a:cubicBezTo>
                      <a:pt x="1715455" y="77543"/>
                      <a:pt x="1693047" y="99698"/>
                      <a:pt x="1665659" y="99698"/>
                    </a:cubicBezTo>
                    <a:lnTo>
                      <a:pt x="51040" y="99698"/>
                    </a:lnTo>
                    <a:cubicBezTo>
                      <a:pt x="22408" y="99698"/>
                      <a:pt x="0" y="77543"/>
                      <a:pt x="0" y="50465"/>
                    </a:cubicBezTo>
                    <a:cubicBezTo>
                      <a:pt x="0" y="22155"/>
                      <a:pt x="22408" y="0"/>
                      <a:pt x="510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2C972482-ECAB-6B4B-9BB7-FA275C36DBF2}"/>
                  </a:ext>
                </a:extLst>
              </p:cNvPr>
              <p:cNvSpPr/>
              <p:nvPr/>
            </p:nvSpPr>
            <p:spPr>
              <a:xfrm>
                <a:off x="12198793" y="5487148"/>
                <a:ext cx="2495321" cy="135839"/>
              </a:xfrm>
              <a:custGeom>
                <a:avLst/>
                <a:gdLst>
                  <a:gd name="connsiteX0" fmla="*/ 12461 w 2495321"/>
                  <a:gd name="connsiteY0" fmla="*/ 13708 h 135839"/>
                  <a:gd name="connsiteX1" fmla="*/ 12461 w 2495321"/>
                  <a:gd name="connsiteY1" fmla="*/ 45742 h 135839"/>
                  <a:gd name="connsiteX2" fmla="*/ 89661 w 2495321"/>
                  <a:gd name="connsiteY2" fmla="*/ 122130 h 135839"/>
                  <a:gd name="connsiteX3" fmla="*/ 2403174 w 2495321"/>
                  <a:gd name="connsiteY3" fmla="*/ 122130 h 135839"/>
                  <a:gd name="connsiteX4" fmla="*/ 2479129 w 2495321"/>
                  <a:gd name="connsiteY4" fmla="*/ 45742 h 135839"/>
                  <a:gd name="connsiteX5" fmla="*/ 2479129 w 2495321"/>
                  <a:gd name="connsiteY5" fmla="*/ 13708 h 135839"/>
                  <a:gd name="connsiteX6" fmla="*/ 6226 w 2495321"/>
                  <a:gd name="connsiteY6" fmla="*/ 0 h 135839"/>
                  <a:gd name="connsiteX7" fmla="*/ 2487850 w 2495321"/>
                  <a:gd name="connsiteY7" fmla="*/ 0 h 135839"/>
                  <a:gd name="connsiteX8" fmla="*/ 2495321 w 2495321"/>
                  <a:gd name="connsiteY8" fmla="*/ 7410 h 135839"/>
                  <a:gd name="connsiteX9" fmla="*/ 2495321 w 2495321"/>
                  <a:gd name="connsiteY9" fmla="*/ 45692 h 135839"/>
                  <a:gd name="connsiteX10" fmla="*/ 2404423 w 2495321"/>
                  <a:gd name="connsiteY10" fmla="*/ 135839 h 135839"/>
                  <a:gd name="connsiteX11" fmla="*/ 90897 w 2495321"/>
                  <a:gd name="connsiteY11" fmla="*/ 135839 h 135839"/>
                  <a:gd name="connsiteX12" fmla="*/ 0 w 2495321"/>
                  <a:gd name="connsiteY12" fmla="*/ 45692 h 135839"/>
                  <a:gd name="connsiteX13" fmla="*/ 0 w 2495321"/>
                  <a:gd name="connsiteY13" fmla="*/ 7410 h 135839"/>
                  <a:gd name="connsiteX14" fmla="*/ 6226 w 2495321"/>
                  <a:gd name="connsiteY14" fmla="*/ 0 h 135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95321" h="135839">
                    <a:moveTo>
                      <a:pt x="12461" y="13708"/>
                    </a:moveTo>
                    <a:lnTo>
                      <a:pt x="12461" y="45742"/>
                    </a:lnTo>
                    <a:cubicBezTo>
                      <a:pt x="12461" y="87632"/>
                      <a:pt x="47326" y="122130"/>
                      <a:pt x="89661" y="122130"/>
                    </a:cubicBezTo>
                    <a:lnTo>
                      <a:pt x="2403174" y="122130"/>
                    </a:lnTo>
                    <a:cubicBezTo>
                      <a:pt x="2445509" y="122130"/>
                      <a:pt x="2479129" y="87632"/>
                      <a:pt x="2479129" y="45742"/>
                    </a:cubicBezTo>
                    <a:lnTo>
                      <a:pt x="2479129" y="13708"/>
                    </a:lnTo>
                    <a:close/>
                    <a:moveTo>
                      <a:pt x="6226" y="0"/>
                    </a:moveTo>
                    <a:lnTo>
                      <a:pt x="2487850" y="0"/>
                    </a:lnTo>
                    <a:cubicBezTo>
                      <a:pt x="2492831" y="0"/>
                      <a:pt x="2495321" y="3705"/>
                      <a:pt x="2495321" y="7410"/>
                    </a:cubicBezTo>
                    <a:lnTo>
                      <a:pt x="2495321" y="45692"/>
                    </a:lnTo>
                    <a:cubicBezTo>
                      <a:pt x="2495321" y="95088"/>
                      <a:pt x="2454231" y="135839"/>
                      <a:pt x="2404423" y="135839"/>
                    </a:cubicBezTo>
                    <a:lnTo>
                      <a:pt x="90897" y="135839"/>
                    </a:lnTo>
                    <a:cubicBezTo>
                      <a:pt x="41091" y="135839"/>
                      <a:pt x="0" y="95088"/>
                      <a:pt x="0" y="45692"/>
                    </a:cubicBezTo>
                    <a:lnTo>
                      <a:pt x="0" y="7410"/>
                    </a:lnTo>
                    <a:cubicBezTo>
                      <a:pt x="0" y="3705"/>
                      <a:pt x="2490" y="0"/>
                      <a:pt x="62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BE6673EB-2910-A545-B4CD-02758424D155}"/>
                  </a:ext>
                </a:extLst>
              </p:cNvPr>
              <p:cNvSpPr/>
              <p:nvPr/>
            </p:nvSpPr>
            <p:spPr>
              <a:xfrm>
                <a:off x="12203776" y="5494625"/>
                <a:ext cx="1362896" cy="120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5" h="98">
                    <a:moveTo>
                      <a:pt x="1095" y="0"/>
                    </a:moveTo>
                    <a:lnTo>
                      <a:pt x="0" y="0"/>
                    </a:lnTo>
                    <a:lnTo>
                      <a:pt x="0" y="31"/>
                    </a:lnTo>
                    <a:cubicBezTo>
                      <a:pt x="0" y="68"/>
                      <a:pt x="31" y="98"/>
                      <a:pt x="68" y="98"/>
                    </a:cubicBezTo>
                    <a:lnTo>
                      <a:pt x="1095" y="98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B95569BB-87FE-EF4E-B353-DEF226806C0E}"/>
                  </a:ext>
                </a:extLst>
              </p:cNvPr>
              <p:cNvSpPr/>
              <p:nvPr/>
            </p:nvSpPr>
            <p:spPr>
              <a:xfrm>
                <a:off x="12198793" y="5487148"/>
                <a:ext cx="1376600" cy="135839"/>
              </a:xfrm>
              <a:custGeom>
                <a:avLst/>
                <a:gdLst>
                  <a:gd name="connsiteX0" fmla="*/ 12461 w 1376600"/>
                  <a:gd name="connsiteY0" fmla="*/ 13708 h 135839"/>
                  <a:gd name="connsiteX1" fmla="*/ 12461 w 1376600"/>
                  <a:gd name="connsiteY1" fmla="*/ 45742 h 135839"/>
                  <a:gd name="connsiteX2" fmla="*/ 89629 w 1376600"/>
                  <a:gd name="connsiteY2" fmla="*/ 122130 h 135839"/>
                  <a:gd name="connsiteX3" fmla="*/ 1360408 w 1376600"/>
                  <a:gd name="connsiteY3" fmla="*/ 122130 h 135839"/>
                  <a:gd name="connsiteX4" fmla="*/ 1360408 w 1376600"/>
                  <a:gd name="connsiteY4" fmla="*/ 13708 h 135839"/>
                  <a:gd name="connsiteX5" fmla="*/ 6223 w 1376600"/>
                  <a:gd name="connsiteY5" fmla="*/ 0 h 135839"/>
                  <a:gd name="connsiteX6" fmla="*/ 1369132 w 1376600"/>
                  <a:gd name="connsiteY6" fmla="*/ 0 h 135839"/>
                  <a:gd name="connsiteX7" fmla="*/ 1376600 w 1376600"/>
                  <a:gd name="connsiteY7" fmla="*/ 7410 h 135839"/>
                  <a:gd name="connsiteX8" fmla="*/ 1376600 w 1376600"/>
                  <a:gd name="connsiteY8" fmla="*/ 128430 h 135839"/>
                  <a:gd name="connsiteX9" fmla="*/ 1369132 w 1376600"/>
                  <a:gd name="connsiteY9" fmla="*/ 135839 h 135839"/>
                  <a:gd name="connsiteX10" fmla="*/ 90861 w 1376600"/>
                  <a:gd name="connsiteY10" fmla="*/ 135839 h 135839"/>
                  <a:gd name="connsiteX11" fmla="*/ 0 w 1376600"/>
                  <a:gd name="connsiteY11" fmla="*/ 45692 h 135839"/>
                  <a:gd name="connsiteX12" fmla="*/ 0 w 1376600"/>
                  <a:gd name="connsiteY12" fmla="*/ 7410 h 135839"/>
                  <a:gd name="connsiteX13" fmla="*/ 6223 w 1376600"/>
                  <a:gd name="connsiteY13" fmla="*/ 0 h 135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76600" h="135839">
                    <a:moveTo>
                      <a:pt x="12461" y="13708"/>
                    </a:moveTo>
                    <a:lnTo>
                      <a:pt x="12461" y="45742"/>
                    </a:lnTo>
                    <a:cubicBezTo>
                      <a:pt x="12461" y="87632"/>
                      <a:pt x="47311" y="122130"/>
                      <a:pt x="89629" y="122130"/>
                    </a:cubicBezTo>
                    <a:lnTo>
                      <a:pt x="1360408" y="122130"/>
                    </a:lnTo>
                    <a:lnTo>
                      <a:pt x="1360408" y="13708"/>
                    </a:lnTo>
                    <a:close/>
                    <a:moveTo>
                      <a:pt x="6223" y="0"/>
                    </a:moveTo>
                    <a:lnTo>
                      <a:pt x="1369132" y="0"/>
                    </a:lnTo>
                    <a:cubicBezTo>
                      <a:pt x="1372866" y="0"/>
                      <a:pt x="1376600" y="3705"/>
                      <a:pt x="1376600" y="7410"/>
                    </a:cubicBezTo>
                    <a:lnTo>
                      <a:pt x="1376600" y="128430"/>
                    </a:lnTo>
                    <a:cubicBezTo>
                      <a:pt x="1376600" y="132135"/>
                      <a:pt x="1372866" y="135839"/>
                      <a:pt x="1369132" y="135839"/>
                    </a:cubicBezTo>
                    <a:lnTo>
                      <a:pt x="90861" y="135839"/>
                    </a:lnTo>
                    <a:cubicBezTo>
                      <a:pt x="41074" y="135839"/>
                      <a:pt x="0" y="95088"/>
                      <a:pt x="0" y="45692"/>
                    </a:cubicBezTo>
                    <a:lnTo>
                      <a:pt x="0" y="7410"/>
                    </a:lnTo>
                    <a:cubicBezTo>
                      <a:pt x="0" y="3705"/>
                      <a:pt x="2489" y="0"/>
                      <a:pt x="62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2551187D-8805-9D44-B6D3-33F3855EC537}"/>
                  </a:ext>
                </a:extLst>
              </p:cNvPr>
              <p:cNvSpPr/>
              <p:nvPr/>
            </p:nvSpPr>
            <p:spPr>
              <a:xfrm>
                <a:off x="13428392" y="5439791"/>
                <a:ext cx="229226" cy="2305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5" h="186">
                    <a:moveTo>
                      <a:pt x="185" y="93"/>
                    </a:moveTo>
                    <a:cubicBezTo>
                      <a:pt x="185" y="144"/>
                      <a:pt x="144" y="186"/>
                      <a:pt x="93" y="186"/>
                    </a:cubicBezTo>
                    <a:cubicBezTo>
                      <a:pt x="42" y="186"/>
                      <a:pt x="0" y="144"/>
                      <a:pt x="0" y="93"/>
                    </a:cubicBezTo>
                    <a:cubicBezTo>
                      <a:pt x="0" y="42"/>
                      <a:pt x="42" y="0"/>
                      <a:pt x="93" y="0"/>
                    </a:cubicBezTo>
                    <a:cubicBezTo>
                      <a:pt x="144" y="0"/>
                      <a:pt x="185" y="42"/>
                      <a:pt x="185" y="9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F7C31F8C-983A-5F41-974F-F6F1374EBA4E}"/>
                  </a:ext>
                </a:extLst>
              </p:cNvPr>
              <p:cNvSpPr/>
              <p:nvPr/>
            </p:nvSpPr>
            <p:spPr>
              <a:xfrm>
                <a:off x="13422163" y="5433560"/>
                <a:ext cx="242929" cy="243015"/>
              </a:xfrm>
              <a:custGeom>
                <a:avLst/>
                <a:gdLst>
                  <a:gd name="connsiteX0" fmla="*/ 121465 w 242929"/>
                  <a:gd name="connsiteY0" fmla="*/ 13708 h 243015"/>
                  <a:gd name="connsiteX1" fmla="*/ 13704 w 242929"/>
                  <a:gd name="connsiteY1" fmla="*/ 121507 h 243015"/>
                  <a:gd name="connsiteX2" fmla="*/ 121465 w 242929"/>
                  <a:gd name="connsiteY2" fmla="*/ 229306 h 243015"/>
                  <a:gd name="connsiteX3" fmla="*/ 229226 w 242929"/>
                  <a:gd name="connsiteY3" fmla="*/ 121507 h 243015"/>
                  <a:gd name="connsiteX4" fmla="*/ 121465 w 242929"/>
                  <a:gd name="connsiteY4" fmla="*/ 13708 h 243015"/>
                  <a:gd name="connsiteX5" fmla="*/ 121465 w 242929"/>
                  <a:gd name="connsiteY5" fmla="*/ 0 h 243015"/>
                  <a:gd name="connsiteX6" fmla="*/ 242929 w 242929"/>
                  <a:gd name="connsiteY6" fmla="*/ 121508 h 243015"/>
                  <a:gd name="connsiteX7" fmla="*/ 121465 w 242929"/>
                  <a:gd name="connsiteY7" fmla="*/ 243015 h 243015"/>
                  <a:gd name="connsiteX8" fmla="*/ 0 w 242929"/>
                  <a:gd name="connsiteY8" fmla="*/ 121508 h 243015"/>
                  <a:gd name="connsiteX9" fmla="*/ 121465 w 242929"/>
                  <a:gd name="connsiteY9" fmla="*/ 0 h 243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42929" h="243015">
                    <a:moveTo>
                      <a:pt x="121465" y="13708"/>
                    </a:moveTo>
                    <a:cubicBezTo>
                      <a:pt x="62011" y="13708"/>
                      <a:pt x="13704" y="62032"/>
                      <a:pt x="13704" y="121507"/>
                    </a:cubicBezTo>
                    <a:cubicBezTo>
                      <a:pt x="13704" y="180983"/>
                      <a:pt x="62011" y="229306"/>
                      <a:pt x="121465" y="229306"/>
                    </a:cubicBezTo>
                    <a:cubicBezTo>
                      <a:pt x="180919" y="229306"/>
                      <a:pt x="229226" y="180983"/>
                      <a:pt x="229226" y="121507"/>
                    </a:cubicBezTo>
                    <a:cubicBezTo>
                      <a:pt x="229226" y="62032"/>
                      <a:pt x="180919" y="13708"/>
                      <a:pt x="121465" y="13708"/>
                    </a:cubicBezTo>
                    <a:close/>
                    <a:moveTo>
                      <a:pt x="121465" y="0"/>
                    </a:moveTo>
                    <a:cubicBezTo>
                      <a:pt x="188394" y="0"/>
                      <a:pt x="242929" y="54555"/>
                      <a:pt x="242929" y="121508"/>
                    </a:cubicBezTo>
                    <a:cubicBezTo>
                      <a:pt x="242929" y="188461"/>
                      <a:pt x="188394" y="243015"/>
                      <a:pt x="121465" y="243015"/>
                    </a:cubicBezTo>
                    <a:cubicBezTo>
                      <a:pt x="54535" y="243015"/>
                      <a:pt x="0" y="188461"/>
                      <a:pt x="0" y="121508"/>
                    </a:cubicBezTo>
                    <a:cubicBezTo>
                      <a:pt x="0" y="54555"/>
                      <a:pt x="54535" y="0"/>
                      <a:pt x="1214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BAE032A-82B7-AA4F-8E72-709431CACD04}"/>
                  </a:ext>
                </a:extLst>
              </p:cNvPr>
              <p:cNvSpPr/>
              <p:nvPr/>
            </p:nvSpPr>
            <p:spPr>
              <a:xfrm>
                <a:off x="13486945" y="5498364"/>
                <a:ext cx="112121" cy="1121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" h="91">
                    <a:moveTo>
                      <a:pt x="91" y="46"/>
                    </a:moveTo>
                    <a:cubicBezTo>
                      <a:pt x="91" y="71"/>
                      <a:pt x="71" y="91"/>
                      <a:pt x="46" y="91"/>
                    </a:cubicBezTo>
                    <a:cubicBezTo>
                      <a:pt x="20" y="91"/>
                      <a:pt x="0" y="71"/>
                      <a:pt x="0" y="46"/>
                    </a:cubicBezTo>
                    <a:cubicBezTo>
                      <a:pt x="0" y="21"/>
                      <a:pt x="20" y="0"/>
                      <a:pt x="46" y="0"/>
                    </a:cubicBezTo>
                    <a:cubicBezTo>
                      <a:pt x="71" y="0"/>
                      <a:pt x="91" y="21"/>
                      <a:pt x="91" y="4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05128B51-3A79-B244-B4A2-98A0C15435C4}"/>
                  </a:ext>
                </a:extLst>
              </p:cNvPr>
              <p:cNvSpPr/>
              <p:nvPr/>
            </p:nvSpPr>
            <p:spPr>
              <a:xfrm>
                <a:off x="13480716" y="5492133"/>
                <a:ext cx="125825" cy="125869"/>
              </a:xfrm>
              <a:custGeom>
                <a:avLst/>
                <a:gdLst>
                  <a:gd name="connsiteX0" fmla="*/ 62912 w 125825"/>
                  <a:gd name="connsiteY0" fmla="*/ 14954 h 125869"/>
                  <a:gd name="connsiteX1" fmla="*/ 13703 w 125825"/>
                  <a:gd name="connsiteY1" fmla="*/ 62942 h 125869"/>
                  <a:gd name="connsiteX2" fmla="*/ 62912 w 125825"/>
                  <a:gd name="connsiteY2" fmla="*/ 112160 h 125869"/>
                  <a:gd name="connsiteX3" fmla="*/ 112121 w 125825"/>
                  <a:gd name="connsiteY3" fmla="*/ 62942 h 125869"/>
                  <a:gd name="connsiteX4" fmla="*/ 62912 w 125825"/>
                  <a:gd name="connsiteY4" fmla="*/ 14954 h 125869"/>
                  <a:gd name="connsiteX5" fmla="*/ 62912 w 125825"/>
                  <a:gd name="connsiteY5" fmla="*/ 0 h 125869"/>
                  <a:gd name="connsiteX6" fmla="*/ 125825 w 125825"/>
                  <a:gd name="connsiteY6" fmla="*/ 62935 h 125869"/>
                  <a:gd name="connsiteX7" fmla="*/ 62912 w 125825"/>
                  <a:gd name="connsiteY7" fmla="*/ 125869 h 125869"/>
                  <a:gd name="connsiteX8" fmla="*/ 0 w 125825"/>
                  <a:gd name="connsiteY8" fmla="*/ 62935 h 125869"/>
                  <a:gd name="connsiteX9" fmla="*/ 62912 w 125825"/>
                  <a:gd name="connsiteY9" fmla="*/ 0 h 125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5825" h="125869">
                    <a:moveTo>
                      <a:pt x="62912" y="14954"/>
                    </a:moveTo>
                    <a:cubicBezTo>
                      <a:pt x="35847" y="14954"/>
                      <a:pt x="13703" y="35872"/>
                      <a:pt x="13703" y="62942"/>
                    </a:cubicBezTo>
                    <a:cubicBezTo>
                      <a:pt x="13703" y="90012"/>
                      <a:pt x="35847" y="112160"/>
                      <a:pt x="62912" y="112160"/>
                    </a:cubicBezTo>
                    <a:cubicBezTo>
                      <a:pt x="88747" y="112160"/>
                      <a:pt x="112121" y="90012"/>
                      <a:pt x="112121" y="62942"/>
                    </a:cubicBezTo>
                    <a:cubicBezTo>
                      <a:pt x="112121" y="35872"/>
                      <a:pt x="88747" y="14954"/>
                      <a:pt x="62912" y="14954"/>
                    </a:cubicBezTo>
                    <a:close/>
                    <a:moveTo>
                      <a:pt x="62912" y="0"/>
                    </a:moveTo>
                    <a:cubicBezTo>
                      <a:pt x="97453" y="0"/>
                      <a:pt x="125825" y="27148"/>
                      <a:pt x="125825" y="62935"/>
                    </a:cubicBezTo>
                    <a:cubicBezTo>
                      <a:pt x="125825" y="97487"/>
                      <a:pt x="97453" y="125869"/>
                      <a:pt x="62912" y="125869"/>
                    </a:cubicBezTo>
                    <a:cubicBezTo>
                      <a:pt x="27139" y="125869"/>
                      <a:pt x="0" y="97487"/>
                      <a:pt x="0" y="62935"/>
                    </a:cubicBezTo>
                    <a:cubicBezTo>
                      <a:pt x="0" y="27148"/>
                      <a:pt x="27139" y="0"/>
                      <a:pt x="629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31FF435D-195C-E54D-923E-860CC4E093A8}"/>
                  </a:ext>
                </a:extLst>
              </p:cNvPr>
              <p:cNvSpPr/>
              <p:nvPr/>
            </p:nvSpPr>
            <p:spPr>
              <a:xfrm>
                <a:off x="12824183" y="5274043"/>
                <a:ext cx="1701751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67">
                    <a:moveTo>
                      <a:pt x="0" y="0"/>
                    </a:moveTo>
                    <a:lnTo>
                      <a:pt x="136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C2B0615E-756D-FD4D-8312-281051D35F31}"/>
                  </a:ext>
                </a:extLst>
              </p:cNvPr>
              <p:cNvSpPr/>
              <p:nvPr/>
            </p:nvSpPr>
            <p:spPr>
              <a:xfrm>
                <a:off x="12816709" y="5266565"/>
                <a:ext cx="1715455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78" h="11">
                    <a:moveTo>
                      <a:pt x="1373" y="11"/>
                    </a:moveTo>
                    <a:lnTo>
                      <a:pt x="6" y="11"/>
                    </a:lnTo>
                    <a:cubicBezTo>
                      <a:pt x="2" y="11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1373" y="0"/>
                    </a:lnTo>
                    <a:cubicBezTo>
                      <a:pt x="1375" y="0"/>
                      <a:pt x="1378" y="2"/>
                      <a:pt x="1378" y="6"/>
                    </a:cubicBezTo>
                    <a:cubicBezTo>
                      <a:pt x="1378" y="9"/>
                      <a:pt x="1375" y="11"/>
                      <a:pt x="1373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3C4B0DBF-7B8E-BE49-A629-A52C91E44CE5}"/>
                  </a:ext>
                </a:extLst>
              </p:cNvPr>
              <p:cNvSpPr/>
              <p:nvPr/>
            </p:nvSpPr>
            <p:spPr>
              <a:xfrm>
                <a:off x="12345799" y="5021058"/>
                <a:ext cx="327643" cy="3277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4" h="264">
                    <a:moveTo>
                      <a:pt x="264" y="132"/>
                    </a:moveTo>
                    <a:cubicBezTo>
                      <a:pt x="264" y="205"/>
                      <a:pt x="205" y="264"/>
                      <a:pt x="132" y="264"/>
                    </a:cubicBezTo>
                    <a:cubicBezTo>
                      <a:pt x="59" y="264"/>
                      <a:pt x="0" y="205"/>
                      <a:pt x="0" y="132"/>
                    </a:cubicBezTo>
                    <a:cubicBezTo>
                      <a:pt x="0" y="59"/>
                      <a:pt x="59" y="0"/>
                      <a:pt x="132" y="0"/>
                    </a:cubicBezTo>
                    <a:cubicBezTo>
                      <a:pt x="205" y="0"/>
                      <a:pt x="264" y="59"/>
                      <a:pt x="264" y="132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F0B33FB-0DBF-6D44-AEE2-E90367D05DA8}"/>
                </a:ext>
              </a:extLst>
            </p:cNvPr>
            <p:cNvGrpSpPr/>
            <p:nvPr/>
          </p:nvGrpSpPr>
          <p:grpSpPr>
            <a:xfrm>
              <a:off x="6336411" y="4065200"/>
              <a:ext cx="2990835" cy="3686346"/>
              <a:chOff x="6336411" y="4065200"/>
              <a:chExt cx="2990835" cy="3686346"/>
            </a:xfrm>
          </p:grpSpPr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4AF08935-BA88-1B43-A7E5-A92FE061E6B1}"/>
                  </a:ext>
                </a:extLst>
              </p:cNvPr>
              <p:cNvSpPr/>
              <p:nvPr/>
            </p:nvSpPr>
            <p:spPr>
              <a:xfrm>
                <a:off x="6912902" y="4513843"/>
                <a:ext cx="2408112" cy="32302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34" h="2593">
                    <a:moveTo>
                      <a:pt x="1711" y="0"/>
                    </a:moveTo>
                    <a:lnTo>
                      <a:pt x="967" y="0"/>
                    </a:lnTo>
                    <a:lnTo>
                      <a:pt x="222" y="0"/>
                    </a:lnTo>
                    <a:cubicBezTo>
                      <a:pt x="161" y="0"/>
                      <a:pt x="105" y="25"/>
                      <a:pt x="65" y="65"/>
                    </a:cubicBezTo>
                    <a:cubicBezTo>
                      <a:pt x="25" y="105"/>
                      <a:pt x="0" y="161"/>
                      <a:pt x="0" y="222"/>
                    </a:cubicBezTo>
                    <a:lnTo>
                      <a:pt x="0" y="1297"/>
                    </a:lnTo>
                    <a:lnTo>
                      <a:pt x="0" y="2371"/>
                    </a:lnTo>
                    <a:cubicBezTo>
                      <a:pt x="0" y="2433"/>
                      <a:pt x="25" y="2488"/>
                      <a:pt x="65" y="2528"/>
                    </a:cubicBezTo>
                    <a:cubicBezTo>
                      <a:pt x="105" y="2569"/>
                      <a:pt x="161" y="2593"/>
                      <a:pt x="222" y="2593"/>
                    </a:cubicBezTo>
                    <a:lnTo>
                      <a:pt x="967" y="2593"/>
                    </a:lnTo>
                    <a:lnTo>
                      <a:pt x="1711" y="2593"/>
                    </a:lnTo>
                    <a:cubicBezTo>
                      <a:pt x="1773" y="2593"/>
                      <a:pt x="1828" y="2569"/>
                      <a:pt x="1868" y="2528"/>
                    </a:cubicBezTo>
                    <a:cubicBezTo>
                      <a:pt x="1908" y="2488"/>
                      <a:pt x="1934" y="2433"/>
                      <a:pt x="1934" y="2371"/>
                    </a:cubicBezTo>
                    <a:lnTo>
                      <a:pt x="1934" y="1297"/>
                    </a:lnTo>
                    <a:lnTo>
                      <a:pt x="1934" y="222"/>
                    </a:lnTo>
                    <a:cubicBezTo>
                      <a:pt x="1934" y="161"/>
                      <a:pt x="1908" y="105"/>
                      <a:pt x="1868" y="65"/>
                    </a:cubicBezTo>
                    <a:cubicBezTo>
                      <a:pt x="1828" y="25"/>
                      <a:pt x="1773" y="0"/>
                      <a:pt x="171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7981D6FD-B569-CE47-8AD4-84A07D5BF840}"/>
                  </a:ext>
                </a:extLst>
              </p:cNvPr>
              <p:cNvSpPr/>
              <p:nvPr/>
            </p:nvSpPr>
            <p:spPr>
              <a:xfrm>
                <a:off x="6905427" y="4506365"/>
                <a:ext cx="2421819" cy="3245181"/>
              </a:xfrm>
              <a:custGeom>
                <a:avLst/>
                <a:gdLst>
                  <a:gd name="connsiteX0" fmla="*/ 283900 w 2421819"/>
                  <a:gd name="connsiteY0" fmla="*/ 14955 h 3245181"/>
                  <a:gd name="connsiteX1" fmla="*/ 93393 w 2421819"/>
                  <a:gd name="connsiteY1" fmla="*/ 93437 h 3245181"/>
                  <a:gd name="connsiteX2" fmla="*/ 14949 w 2421819"/>
                  <a:gd name="connsiteY2" fmla="*/ 284037 h 3245181"/>
                  <a:gd name="connsiteX3" fmla="*/ 14949 w 2421819"/>
                  <a:gd name="connsiteY3" fmla="*/ 2961146 h 3245181"/>
                  <a:gd name="connsiteX4" fmla="*/ 93393 w 2421819"/>
                  <a:gd name="connsiteY4" fmla="*/ 3151745 h 3245181"/>
                  <a:gd name="connsiteX5" fmla="*/ 283900 w 2421819"/>
                  <a:gd name="connsiteY5" fmla="*/ 3231473 h 3245181"/>
                  <a:gd name="connsiteX6" fmla="*/ 2137915 w 2421819"/>
                  <a:gd name="connsiteY6" fmla="*/ 3231473 h 3245181"/>
                  <a:gd name="connsiteX7" fmla="*/ 2329667 w 2421819"/>
                  <a:gd name="connsiteY7" fmla="*/ 3151745 h 3245181"/>
                  <a:gd name="connsiteX8" fmla="*/ 2408111 w 2421819"/>
                  <a:gd name="connsiteY8" fmla="*/ 2961146 h 3245181"/>
                  <a:gd name="connsiteX9" fmla="*/ 2408111 w 2421819"/>
                  <a:gd name="connsiteY9" fmla="*/ 284037 h 3245181"/>
                  <a:gd name="connsiteX10" fmla="*/ 2329667 w 2421819"/>
                  <a:gd name="connsiteY10" fmla="*/ 93437 h 3245181"/>
                  <a:gd name="connsiteX11" fmla="*/ 2137915 w 2421819"/>
                  <a:gd name="connsiteY11" fmla="*/ 14955 h 3245181"/>
                  <a:gd name="connsiteX12" fmla="*/ 283895 w 2421819"/>
                  <a:gd name="connsiteY12" fmla="*/ 0 h 3245181"/>
                  <a:gd name="connsiteX13" fmla="*/ 2137925 w 2421819"/>
                  <a:gd name="connsiteY13" fmla="*/ 0 h 3245181"/>
                  <a:gd name="connsiteX14" fmla="*/ 2338394 w 2421819"/>
                  <a:gd name="connsiteY14" fmla="*/ 83466 h 3245181"/>
                  <a:gd name="connsiteX15" fmla="*/ 2421819 w 2421819"/>
                  <a:gd name="connsiteY15" fmla="*/ 284031 h 3245181"/>
                  <a:gd name="connsiteX16" fmla="*/ 2421819 w 2421819"/>
                  <a:gd name="connsiteY16" fmla="*/ 2961150 h 3245181"/>
                  <a:gd name="connsiteX17" fmla="*/ 2338394 w 2421819"/>
                  <a:gd name="connsiteY17" fmla="*/ 3162962 h 3245181"/>
                  <a:gd name="connsiteX18" fmla="*/ 2137925 w 2421819"/>
                  <a:gd name="connsiteY18" fmla="*/ 3245181 h 3245181"/>
                  <a:gd name="connsiteX19" fmla="*/ 283895 w 2421819"/>
                  <a:gd name="connsiteY19" fmla="*/ 3245181 h 3245181"/>
                  <a:gd name="connsiteX20" fmla="*/ 83425 w 2421819"/>
                  <a:gd name="connsiteY20" fmla="*/ 3162962 h 3245181"/>
                  <a:gd name="connsiteX21" fmla="*/ 0 w 2421819"/>
                  <a:gd name="connsiteY21" fmla="*/ 2961150 h 3245181"/>
                  <a:gd name="connsiteX22" fmla="*/ 0 w 2421819"/>
                  <a:gd name="connsiteY22" fmla="*/ 284031 h 3245181"/>
                  <a:gd name="connsiteX23" fmla="*/ 83425 w 2421819"/>
                  <a:gd name="connsiteY23" fmla="*/ 83466 h 3245181"/>
                  <a:gd name="connsiteX24" fmla="*/ 283895 w 2421819"/>
                  <a:gd name="connsiteY24" fmla="*/ 0 h 3245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421819" h="3245181">
                    <a:moveTo>
                      <a:pt x="283900" y="14955"/>
                    </a:moveTo>
                    <a:cubicBezTo>
                      <a:pt x="211682" y="14955"/>
                      <a:pt x="144444" y="42362"/>
                      <a:pt x="93393" y="93437"/>
                    </a:cubicBezTo>
                    <a:cubicBezTo>
                      <a:pt x="42342" y="144513"/>
                      <a:pt x="14949" y="211783"/>
                      <a:pt x="14949" y="284037"/>
                    </a:cubicBezTo>
                    <a:lnTo>
                      <a:pt x="14949" y="2961146"/>
                    </a:lnTo>
                    <a:cubicBezTo>
                      <a:pt x="14949" y="3034645"/>
                      <a:pt x="42342" y="3101915"/>
                      <a:pt x="93393" y="3151745"/>
                    </a:cubicBezTo>
                    <a:cubicBezTo>
                      <a:pt x="144444" y="3202821"/>
                      <a:pt x="211682" y="3231473"/>
                      <a:pt x="283900" y="3231473"/>
                    </a:cubicBezTo>
                    <a:lnTo>
                      <a:pt x="2137915" y="3231473"/>
                    </a:lnTo>
                    <a:cubicBezTo>
                      <a:pt x="2210133" y="3231473"/>
                      <a:pt x="2278616" y="3202821"/>
                      <a:pt x="2329667" y="3151745"/>
                    </a:cubicBezTo>
                    <a:cubicBezTo>
                      <a:pt x="2379473" y="3101915"/>
                      <a:pt x="2408111" y="3034645"/>
                      <a:pt x="2408111" y="2961146"/>
                    </a:cubicBezTo>
                    <a:lnTo>
                      <a:pt x="2408111" y="284037"/>
                    </a:lnTo>
                    <a:cubicBezTo>
                      <a:pt x="2408111" y="211783"/>
                      <a:pt x="2379473" y="144513"/>
                      <a:pt x="2329667" y="93437"/>
                    </a:cubicBezTo>
                    <a:cubicBezTo>
                      <a:pt x="2278616" y="42362"/>
                      <a:pt x="2210133" y="14955"/>
                      <a:pt x="2137915" y="14955"/>
                    </a:cubicBezTo>
                    <a:close/>
                    <a:moveTo>
                      <a:pt x="283895" y="0"/>
                    </a:moveTo>
                    <a:lnTo>
                      <a:pt x="2137925" y="0"/>
                    </a:lnTo>
                    <a:cubicBezTo>
                      <a:pt x="2213879" y="0"/>
                      <a:pt x="2286097" y="29898"/>
                      <a:pt x="2338394" y="83466"/>
                    </a:cubicBezTo>
                    <a:cubicBezTo>
                      <a:pt x="2391935" y="137033"/>
                      <a:pt x="2421819" y="208041"/>
                      <a:pt x="2421819" y="284031"/>
                    </a:cubicBezTo>
                    <a:lnTo>
                      <a:pt x="2421819" y="2961150"/>
                    </a:lnTo>
                    <a:cubicBezTo>
                      <a:pt x="2421819" y="3037141"/>
                      <a:pt x="2391935" y="3108149"/>
                      <a:pt x="2338394" y="3162962"/>
                    </a:cubicBezTo>
                    <a:cubicBezTo>
                      <a:pt x="2286097" y="3215283"/>
                      <a:pt x="2213879" y="3245181"/>
                      <a:pt x="2137925" y="3245181"/>
                    </a:cubicBezTo>
                    <a:lnTo>
                      <a:pt x="283895" y="3245181"/>
                    </a:lnTo>
                    <a:cubicBezTo>
                      <a:pt x="207940" y="3245181"/>
                      <a:pt x="136967" y="3215283"/>
                      <a:pt x="83425" y="3162962"/>
                    </a:cubicBezTo>
                    <a:cubicBezTo>
                      <a:pt x="29884" y="3108149"/>
                      <a:pt x="0" y="3037141"/>
                      <a:pt x="0" y="2961150"/>
                    </a:cubicBezTo>
                    <a:lnTo>
                      <a:pt x="0" y="284031"/>
                    </a:lnTo>
                    <a:cubicBezTo>
                      <a:pt x="0" y="208041"/>
                      <a:pt x="29884" y="137033"/>
                      <a:pt x="83425" y="83466"/>
                    </a:cubicBezTo>
                    <a:cubicBezTo>
                      <a:pt x="136967" y="29898"/>
                      <a:pt x="207940" y="0"/>
                      <a:pt x="2838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579FD5C1-0CD0-D140-A605-7C4C83F68CA5}"/>
                  </a:ext>
                </a:extLst>
              </p:cNvPr>
              <p:cNvSpPr/>
              <p:nvPr/>
            </p:nvSpPr>
            <p:spPr>
              <a:xfrm>
                <a:off x="7139636" y="5200515"/>
                <a:ext cx="1954647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70" h="83">
                    <a:moveTo>
                      <a:pt x="1528" y="83"/>
                    </a:moveTo>
                    <a:lnTo>
                      <a:pt x="785" y="83"/>
                    </a:lnTo>
                    <a:lnTo>
                      <a:pt x="42" y="83"/>
                    </a:lnTo>
                    <a:cubicBezTo>
                      <a:pt x="30" y="83"/>
                      <a:pt x="19" y="79"/>
                      <a:pt x="12" y="71"/>
                    </a:cubicBezTo>
                    <a:cubicBezTo>
                      <a:pt x="4" y="63"/>
                      <a:pt x="0" y="53"/>
                      <a:pt x="0" y="41"/>
                    </a:cubicBezTo>
                    <a:cubicBezTo>
                      <a:pt x="0" y="30"/>
                      <a:pt x="4" y="19"/>
                      <a:pt x="12" y="12"/>
                    </a:cubicBezTo>
                    <a:cubicBezTo>
                      <a:pt x="19" y="4"/>
                      <a:pt x="30" y="0"/>
                      <a:pt x="42" y="0"/>
                    </a:cubicBezTo>
                    <a:lnTo>
                      <a:pt x="785" y="0"/>
                    </a:lnTo>
                    <a:lnTo>
                      <a:pt x="1528" y="0"/>
                    </a:lnTo>
                    <a:cubicBezTo>
                      <a:pt x="1539" y="0"/>
                      <a:pt x="1550" y="4"/>
                      <a:pt x="1558" y="12"/>
                    </a:cubicBezTo>
                    <a:cubicBezTo>
                      <a:pt x="1565" y="19"/>
                      <a:pt x="1570" y="30"/>
                      <a:pt x="1570" y="41"/>
                    </a:cubicBezTo>
                    <a:cubicBezTo>
                      <a:pt x="1570" y="53"/>
                      <a:pt x="1565" y="63"/>
                      <a:pt x="1558" y="71"/>
                    </a:cubicBezTo>
                    <a:cubicBezTo>
                      <a:pt x="1550" y="79"/>
                      <a:pt x="1539" y="83"/>
                      <a:pt x="1528" y="8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0F234DE2-745D-834A-B46F-768C8AD64A7C}"/>
                  </a:ext>
                </a:extLst>
              </p:cNvPr>
              <p:cNvSpPr/>
              <p:nvPr/>
            </p:nvSpPr>
            <p:spPr>
              <a:xfrm>
                <a:off x="7132161" y="5193034"/>
                <a:ext cx="1968351" cy="117146"/>
              </a:xfrm>
              <a:custGeom>
                <a:avLst/>
                <a:gdLst>
                  <a:gd name="connsiteX0" fmla="*/ 59770 w 1968351"/>
                  <a:gd name="connsiteY0" fmla="*/ 13712 h 117146"/>
                  <a:gd name="connsiteX1" fmla="*/ 27400 w 1968351"/>
                  <a:gd name="connsiteY1" fmla="*/ 27233 h 117146"/>
                  <a:gd name="connsiteX2" fmla="*/ 14950 w 1968351"/>
                  <a:gd name="connsiteY2" fmla="*/ 57962 h 117146"/>
                  <a:gd name="connsiteX3" fmla="*/ 27400 w 1968351"/>
                  <a:gd name="connsiteY3" fmla="*/ 89920 h 117146"/>
                  <a:gd name="connsiteX4" fmla="*/ 59770 w 1968351"/>
                  <a:gd name="connsiteY4" fmla="*/ 103441 h 117146"/>
                  <a:gd name="connsiteX5" fmla="*/ 1909828 w 1968351"/>
                  <a:gd name="connsiteY5" fmla="*/ 103441 h 117146"/>
                  <a:gd name="connsiteX6" fmla="*/ 1940953 w 1968351"/>
                  <a:gd name="connsiteY6" fmla="*/ 89920 h 117146"/>
                  <a:gd name="connsiteX7" fmla="*/ 1954648 w 1968351"/>
                  <a:gd name="connsiteY7" fmla="*/ 57962 h 117146"/>
                  <a:gd name="connsiteX8" fmla="*/ 1940953 w 1968351"/>
                  <a:gd name="connsiteY8" fmla="*/ 27233 h 117146"/>
                  <a:gd name="connsiteX9" fmla="*/ 1909828 w 1968351"/>
                  <a:gd name="connsiteY9" fmla="*/ 13712 h 117146"/>
                  <a:gd name="connsiteX10" fmla="*/ 59760 w 1968351"/>
                  <a:gd name="connsiteY10" fmla="*/ 0 h 117146"/>
                  <a:gd name="connsiteX11" fmla="*/ 1909836 w 1968351"/>
                  <a:gd name="connsiteY11" fmla="*/ 0 h 117146"/>
                  <a:gd name="connsiteX12" fmla="*/ 1950921 w 1968351"/>
                  <a:gd name="connsiteY12" fmla="*/ 17264 h 117146"/>
                  <a:gd name="connsiteX13" fmla="*/ 1968351 w 1968351"/>
                  <a:gd name="connsiteY13" fmla="*/ 57957 h 117146"/>
                  <a:gd name="connsiteX14" fmla="*/ 1950921 w 1968351"/>
                  <a:gd name="connsiteY14" fmla="*/ 99883 h 117146"/>
                  <a:gd name="connsiteX15" fmla="*/ 1909836 w 1968351"/>
                  <a:gd name="connsiteY15" fmla="*/ 117146 h 117146"/>
                  <a:gd name="connsiteX16" fmla="*/ 59760 w 1968351"/>
                  <a:gd name="connsiteY16" fmla="*/ 117146 h 117146"/>
                  <a:gd name="connsiteX17" fmla="*/ 17430 w 1968351"/>
                  <a:gd name="connsiteY17" fmla="*/ 99883 h 117146"/>
                  <a:gd name="connsiteX18" fmla="*/ 0 w 1968351"/>
                  <a:gd name="connsiteY18" fmla="*/ 57957 h 117146"/>
                  <a:gd name="connsiteX19" fmla="*/ 17430 w 1968351"/>
                  <a:gd name="connsiteY19" fmla="*/ 17264 h 117146"/>
                  <a:gd name="connsiteX20" fmla="*/ 59760 w 1968351"/>
                  <a:gd name="connsiteY20" fmla="*/ 0 h 117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68351" h="117146">
                    <a:moveTo>
                      <a:pt x="59770" y="13712"/>
                    </a:moveTo>
                    <a:cubicBezTo>
                      <a:pt x="47320" y="13712"/>
                      <a:pt x="36115" y="18629"/>
                      <a:pt x="27400" y="27233"/>
                    </a:cubicBezTo>
                    <a:cubicBezTo>
                      <a:pt x="18685" y="35837"/>
                      <a:pt x="14950" y="46900"/>
                      <a:pt x="14950" y="57962"/>
                    </a:cubicBezTo>
                    <a:cubicBezTo>
                      <a:pt x="14950" y="70254"/>
                      <a:pt x="18685" y="81316"/>
                      <a:pt x="27400" y="89920"/>
                    </a:cubicBezTo>
                    <a:cubicBezTo>
                      <a:pt x="36115" y="98525"/>
                      <a:pt x="47320" y="103441"/>
                      <a:pt x="59770" y="103441"/>
                    </a:cubicBezTo>
                    <a:lnTo>
                      <a:pt x="1909828" y="103441"/>
                    </a:lnTo>
                    <a:cubicBezTo>
                      <a:pt x="1922278" y="103441"/>
                      <a:pt x="1933483" y="98525"/>
                      <a:pt x="1940953" y="89920"/>
                    </a:cubicBezTo>
                    <a:cubicBezTo>
                      <a:pt x="1949668" y="81316"/>
                      <a:pt x="1954648" y="70254"/>
                      <a:pt x="1954648" y="57962"/>
                    </a:cubicBezTo>
                    <a:cubicBezTo>
                      <a:pt x="1954648" y="46900"/>
                      <a:pt x="1949668" y="35837"/>
                      <a:pt x="1940953" y="27233"/>
                    </a:cubicBezTo>
                    <a:cubicBezTo>
                      <a:pt x="1933483" y="18629"/>
                      <a:pt x="1922278" y="13712"/>
                      <a:pt x="1909828" y="13712"/>
                    </a:cubicBezTo>
                    <a:close/>
                    <a:moveTo>
                      <a:pt x="59760" y="0"/>
                    </a:moveTo>
                    <a:lnTo>
                      <a:pt x="1909836" y="0"/>
                    </a:lnTo>
                    <a:cubicBezTo>
                      <a:pt x="1924776" y="0"/>
                      <a:pt x="1940961" y="6166"/>
                      <a:pt x="1950921" y="17264"/>
                    </a:cubicBezTo>
                    <a:cubicBezTo>
                      <a:pt x="1962126" y="28362"/>
                      <a:pt x="1968351" y="43159"/>
                      <a:pt x="1968351" y="57957"/>
                    </a:cubicBezTo>
                    <a:cubicBezTo>
                      <a:pt x="1968351" y="73987"/>
                      <a:pt x="1962126" y="88785"/>
                      <a:pt x="1950921" y="99883"/>
                    </a:cubicBezTo>
                    <a:cubicBezTo>
                      <a:pt x="1940961" y="110981"/>
                      <a:pt x="1924776" y="117146"/>
                      <a:pt x="1909836" y="117146"/>
                    </a:cubicBezTo>
                    <a:lnTo>
                      <a:pt x="59760" y="117146"/>
                    </a:lnTo>
                    <a:cubicBezTo>
                      <a:pt x="43575" y="117146"/>
                      <a:pt x="28635" y="110981"/>
                      <a:pt x="17430" y="99883"/>
                    </a:cubicBezTo>
                    <a:cubicBezTo>
                      <a:pt x="6225" y="88785"/>
                      <a:pt x="0" y="73987"/>
                      <a:pt x="0" y="57957"/>
                    </a:cubicBezTo>
                    <a:cubicBezTo>
                      <a:pt x="0" y="43159"/>
                      <a:pt x="6225" y="28362"/>
                      <a:pt x="17430" y="17264"/>
                    </a:cubicBezTo>
                    <a:cubicBezTo>
                      <a:pt x="28635" y="6166"/>
                      <a:pt x="43575" y="0"/>
                      <a:pt x="597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7CDB0778-AF5D-2B41-8B98-C94031BC495E}"/>
                  </a:ext>
                </a:extLst>
              </p:cNvPr>
              <p:cNvSpPr/>
              <p:nvPr/>
            </p:nvSpPr>
            <p:spPr>
              <a:xfrm>
                <a:off x="7555730" y="4906405"/>
                <a:ext cx="579293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6" h="83">
                    <a:moveTo>
                      <a:pt x="425" y="0"/>
                    </a:moveTo>
                    <a:lnTo>
                      <a:pt x="234" y="0"/>
                    </a:lnTo>
                    <a:lnTo>
                      <a:pt x="44" y="0"/>
                    </a:lnTo>
                    <a:cubicBezTo>
                      <a:pt x="32" y="0"/>
                      <a:pt x="22" y="4"/>
                      <a:pt x="13" y="11"/>
                    </a:cubicBezTo>
                    <a:cubicBezTo>
                      <a:pt x="5" y="19"/>
                      <a:pt x="1" y="29"/>
                      <a:pt x="0" y="41"/>
                    </a:cubicBezTo>
                    <a:cubicBezTo>
                      <a:pt x="0" y="52"/>
                      <a:pt x="4" y="63"/>
                      <a:pt x="12" y="71"/>
                    </a:cubicBezTo>
                    <a:cubicBezTo>
                      <a:pt x="19" y="79"/>
                      <a:pt x="30" y="83"/>
                      <a:pt x="42" y="83"/>
                    </a:cubicBezTo>
                    <a:lnTo>
                      <a:pt x="234" y="83"/>
                    </a:lnTo>
                    <a:lnTo>
                      <a:pt x="425" y="83"/>
                    </a:lnTo>
                    <a:cubicBezTo>
                      <a:pt x="437" y="83"/>
                      <a:pt x="447" y="79"/>
                      <a:pt x="454" y="71"/>
                    </a:cubicBezTo>
                    <a:cubicBezTo>
                      <a:pt x="462" y="64"/>
                      <a:pt x="466" y="53"/>
                      <a:pt x="466" y="42"/>
                    </a:cubicBezTo>
                    <a:cubicBezTo>
                      <a:pt x="466" y="30"/>
                      <a:pt x="462" y="20"/>
                      <a:pt x="454" y="12"/>
                    </a:cubicBezTo>
                    <a:cubicBezTo>
                      <a:pt x="447" y="4"/>
                      <a:pt x="437" y="0"/>
                      <a:pt x="42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82E831D0-BD20-284D-8466-8D38D13C75A9}"/>
                  </a:ext>
                </a:extLst>
              </p:cNvPr>
              <p:cNvSpPr/>
              <p:nvPr/>
            </p:nvSpPr>
            <p:spPr>
              <a:xfrm>
                <a:off x="7548256" y="4898927"/>
                <a:ext cx="595488" cy="117146"/>
              </a:xfrm>
              <a:custGeom>
                <a:avLst/>
                <a:gdLst>
                  <a:gd name="connsiteX0" fmla="*/ 62185 w 595488"/>
                  <a:gd name="connsiteY0" fmla="*/ 14955 h 117146"/>
                  <a:gd name="connsiteX1" fmla="*/ 29866 w 595488"/>
                  <a:gd name="connsiteY1" fmla="*/ 26015 h 117146"/>
                  <a:gd name="connsiteX2" fmla="*/ 14949 w 595488"/>
                  <a:gd name="connsiteY2" fmla="*/ 57967 h 117146"/>
                  <a:gd name="connsiteX3" fmla="*/ 28623 w 595488"/>
                  <a:gd name="connsiteY3" fmla="*/ 89919 h 117146"/>
                  <a:gd name="connsiteX4" fmla="*/ 59699 w 595488"/>
                  <a:gd name="connsiteY4" fmla="*/ 103437 h 117146"/>
                  <a:gd name="connsiteX5" fmla="*/ 535788 w 595488"/>
                  <a:gd name="connsiteY5" fmla="*/ 103437 h 117146"/>
                  <a:gd name="connsiteX6" fmla="*/ 568108 w 595488"/>
                  <a:gd name="connsiteY6" fmla="*/ 89919 h 117146"/>
                  <a:gd name="connsiteX7" fmla="*/ 580538 w 595488"/>
                  <a:gd name="connsiteY7" fmla="*/ 59196 h 117146"/>
                  <a:gd name="connsiteX8" fmla="*/ 568108 w 595488"/>
                  <a:gd name="connsiteY8" fmla="*/ 27244 h 117146"/>
                  <a:gd name="connsiteX9" fmla="*/ 535788 w 595488"/>
                  <a:gd name="connsiteY9" fmla="*/ 14955 h 117146"/>
                  <a:gd name="connsiteX10" fmla="*/ 62160 w 595488"/>
                  <a:gd name="connsiteY10" fmla="*/ 0 h 117146"/>
                  <a:gd name="connsiteX11" fmla="*/ 535815 w 595488"/>
                  <a:gd name="connsiteY11" fmla="*/ 0 h 117146"/>
                  <a:gd name="connsiteX12" fmla="*/ 578084 w 595488"/>
                  <a:gd name="connsiteY12" fmla="*/ 17264 h 117146"/>
                  <a:gd name="connsiteX13" fmla="*/ 595488 w 595488"/>
                  <a:gd name="connsiteY13" fmla="*/ 59190 h 117146"/>
                  <a:gd name="connsiteX14" fmla="*/ 578084 w 595488"/>
                  <a:gd name="connsiteY14" fmla="*/ 101116 h 117146"/>
                  <a:gd name="connsiteX15" fmla="*/ 535815 w 595488"/>
                  <a:gd name="connsiteY15" fmla="*/ 117146 h 117146"/>
                  <a:gd name="connsiteX16" fmla="*/ 59673 w 595488"/>
                  <a:gd name="connsiteY16" fmla="*/ 117146 h 117146"/>
                  <a:gd name="connsiteX17" fmla="*/ 17405 w 595488"/>
                  <a:gd name="connsiteY17" fmla="*/ 99883 h 117146"/>
                  <a:gd name="connsiteX18" fmla="*/ 0 w 595488"/>
                  <a:gd name="connsiteY18" fmla="*/ 56724 h 117146"/>
                  <a:gd name="connsiteX19" fmla="*/ 19891 w 595488"/>
                  <a:gd name="connsiteY19" fmla="*/ 17264 h 117146"/>
                  <a:gd name="connsiteX20" fmla="*/ 62160 w 595488"/>
                  <a:gd name="connsiteY20" fmla="*/ 0 h 117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95488" h="117146">
                    <a:moveTo>
                      <a:pt x="62185" y="14955"/>
                    </a:moveTo>
                    <a:cubicBezTo>
                      <a:pt x="49755" y="14955"/>
                      <a:pt x="38567" y="18642"/>
                      <a:pt x="29866" y="26015"/>
                    </a:cubicBezTo>
                    <a:cubicBezTo>
                      <a:pt x="19921" y="34618"/>
                      <a:pt x="14949" y="45678"/>
                      <a:pt x="14949" y="57967"/>
                    </a:cubicBezTo>
                    <a:cubicBezTo>
                      <a:pt x="13706" y="69028"/>
                      <a:pt x="18678" y="81317"/>
                      <a:pt x="28623" y="89919"/>
                    </a:cubicBezTo>
                    <a:cubicBezTo>
                      <a:pt x="36081" y="98522"/>
                      <a:pt x="47269" y="103437"/>
                      <a:pt x="59699" y="103437"/>
                    </a:cubicBezTo>
                    <a:lnTo>
                      <a:pt x="535788" y="103437"/>
                    </a:lnTo>
                    <a:cubicBezTo>
                      <a:pt x="548219" y="103437"/>
                      <a:pt x="558163" y="98522"/>
                      <a:pt x="568108" y="89919"/>
                    </a:cubicBezTo>
                    <a:cubicBezTo>
                      <a:pt x="575566" y="82546"/>
                      <a:pt x="580538" y="71485"/>
                      <a:pt x="580538" y="59196"/>
                    </a:cubicBezTo>
                    <a:cubicBezTo>
                      <a:pt x="580538" y="46907"/>
                      <a:pt x="575566" y="35847"/>
                      <a:pt x="568108" y="27244"/>
                    </a:cubicBezTo>
                    <a:cubicBezTo>
                      <a:pt x="558163" y="18642"/>
                      <a:pt x="548219" y="14955"/>
                      <a:pt x="535788" y="14955"/>
                    </a:cubicBezTo>
                    <a:close/>
                    <a:moveTo>
                      <a:pt x="62160" y="0"/>
                    </a:moveTo>
                    <a:lnTo>
                      <a:pt x="535815" y="0"/>
                    </a:lnTo>
                    <a:cubicBezTo>
                      <a:pt x="551977" y="0"/>
                      <a:pt x="565652" y="6166"/>
                      <a:pt x="578084" y="17264"/>
                    </a:cubicBezTo>
                    <a:cubicBezTo>
                      <a:pt x="589272" y="28362"/>
                      <a:pt x="595488" y="43159"/>
                      <a:pt x="595488" y="59190"/>
                    </a:cubicBezTo>
                    <a:cubicBezTo>
                      <a:pt x="595488" y="75220"/>
                      <a:pt x="589272" y="88785"/>
                      <a:pt x="578084" y="101116"/>
                    </a:cubicBezTo>
                    <a:cubicBezTo>
                      <a:pt x="565652" y="112214"/>
                      <a:pt x="551977" y="117146"/>
                      <a:pt x="535815" y="117146"/>
                    </a:cubicBezTo>
                    <a:lnTo>
                      <a:pt x="59673" y="117146"/>
                    </a:lnTo>
                    <a:cubicBezTo>
                      <a:pt x="43512" y="117146"/>
                      <a:pt x="28594" y="110981"/>
                      <a:pt x="17405" y="99883"/>
                    </a:cubicBezTo>
                    <a:cubicBezTo>
                      <a:pt x="6216" y="88785"/>
                      <a:pt x="0" y="72754"/>
                      <a:pt x="0" y="56724"/>
                    </a:cubicBezTo>
                    <a:cubicBezTo>
                      <a:pt x="1243" y="41926"/>
                      <a:pt x="8703" y="27129"/>
                      <a:pt x="19891" y="17264"/>
                    </a:cubicBezTo>
                    <a:cubicBezTo>
                      <a:pt x="31080" y="6166"/>
                      <a:pt x="45998" y="0"/>
                      <a:pt x="62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4A034CC2-4AD7-1B4C-A84D-291DB69FCB3E}"/>
                  </a:ext>
                </a:extLst>
              </p:cNvPr>
              <p:cNvSpPr/>
              <p:nvPr/>
            </p:nvSpPr>
            <p:spPr>
              <a:xfrm>
                <a:off x="8255862" y="4906405"/>
                <a:ext cx="838418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4" h="83">
                    <a:moveTo>
                      <a:pt x="630" y="0"/>
                    </a:moveTo>
                    <a:lnTo>
                      <a:pt x="336" y="0"/>
                    </a:lnTo>
                    <a:lnTo>
                      <a:pt x="42" y="0"/>
                    </a:lnTo>
                    <a:cubicBezTo>
                      <a:pt x="30" y="0"/>
                      <a:pt x="20" y="4"/>
                      <a:pt x="13" y="12"/>
                    </a:cubicBezTo>
                    <a:cubicBezTo>
                      <a:pt x="5" y="20"/>
                      <a:pt x="0" y="30"/>
                      <a:pt x="0" y="42"/>
                    </a:cubicBezTo>
                    <a:cubicBezTo>
                      <a:pt x="0" y="53"/>
                      <a:pt x="5" y="64"/>
                      <a:pt x="13" y="71"/>
                    </a:cubicBezTo>
                    <a:cubicBezTo>
                      <a:pt x="20" y="79"/>
                      <a:pt x="30" y="83"/>
                      <a:pt x="42" y="83"/>
                    </a:cubicBezTo>
                    <a:lnTo>
                      <a:pt x="337" y="83"/>
                    </a:lnTo>
                    <a:lnTo>
                      <a:pt x="632" y="83"/>
                    </a:lnTo>
                    <a:cubicBezTo>
                      <a:pt x="644" y="83"/>
                      <a:pt x="654" y="79"/>
                      <a:pt x="662" y="71"/>
                    </a:cubicBezTo>
                    <a:cubicBezTo>
                      <a:pt x="670" y="63"/>
                      <a:pt x="674" y="52"/>
                      <a:pt x="674" y="41"/>
                    </a:cubicBezTo>
                    <a:cubicBezTo>
                      <a:pt x="673" y="29"/>
                      <a:pt x="668" y="19"/>
                      <a:pt x="661" y="11"/>
                    </a:cubicBezTo>
                    <a:cubicBezTo>
                      <a:pt x="653" y="4"/>
                      <a:pt x="642" y="0"/>
                      <a:pt x="63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20965818-D6CB-2C4B-97B0-C0F64793EC35}"/>
                  </a:ext>
                </a:extLst>
              </p:cNvPr>
              <p:cNvSpPr/>
              <p:nvPr/>
            </p:nvSpPr>
            <p:spPr>
              <a:xfrm>
                <a:off x="8249633" y="4898927"/>
                <a:ext cx="851032" cy="117146"/>
              </a:xfrm>
              <a:custGeom>
                <a:avLst/>
                <a:gdLst>
                  <a:gd name="connsiteX0" fmla="*/ 58488 w 851032"/>
                  <a:gd name="connsiteY0" fmla="*/ 14955 h 117146"/>
                  <a:gd name="connsiteX1" fmla="*/ 27390 w 851032"/>
                  <a:gd name="connsiteY1" fmla="*/ 27244 h 117146"/>
                  <a:gd name="connsiteX2" fmla="*/ 13707 w 851032"/>
                  <a:gd name="connsiteY2" fmla="*/ 59196 h 117146"/>
                  <a:gd name="connsiteX3" fmla="*/ 27390 w 851032"/>
                  <a:gd name="connsiteY3" fmla="*/ 89919 h 117146"/>
                  <a:gd name="connsiteX4" fmla="*/ 58488 w 851032"/>
                  <a:gd name="connsiteY4" fmla="*/ 103437 h 117146"/>
                  <a:gd name="connsiteX5" fmla="*/ 792394 w 851032"/>
                  <a:gd name="connsiteY5" fmla="*/ 103437 h 117146"/>
                  <a:gd name="connsiteX6" fmla="*/ 824736 w 851032"/>
                  <a:gd name="connsiteY6" fmla="*/ 89919 h 117146"/>
                  <a:gd name="connsiteX7" fmla="*/ 837175 w 851032"/>
                  <a:gd name="connsiteY7" fmla="*/ 57967 h 117146"/>
                  <a:gd name="connsiteX8" fmla="*/ 822248 w 851032"/>
                  <a:gd name="connsiteY8" fmla="*/ 26015 h 117146"/>
                  <a:gd name="connsiteX9" fmla="*/ 789906 w 851032"/>
                  <a:gd name="connsiteY9" fmla="*/ 14955 h 117146"/>
                  <a:gd name="connsiteX10" fmla="*/ 58467 w 851032"/>
                  <a:gd name="connsiteY10" fmla="*/ 0 h 117146"/>
                  <a:gd name="connsiteX11" fmla="*/ 789921 w 851032"/>
                  <a:gd name="connsiteY11" fmla="*/ 0 h 117146"/>
                  <a:gd name="connsiteX12" fmla="*/ 832216 w 851032"/>
                  <a:gd name="connsiteY12" fmla="*/ 17264 h 117146"/>
                  <a:gd name="connsiteX13" fmla="*/ 850876 w 851032"/>
                  <a:gd name="connsiteY13" fmla="*/ 56724 h 117146"/>
                  <a:gd name="connsiteX14" fmla="*/ 834704 w 851032"/>
                  <a:gd name="connsiteY14" fmla="*/ 99883 h 117146"/>
                  <a:gd name="connsiteX15" fmla="*/ 792409 w 851032"/>
                  <a:gd name="connsiteY15" fmla="*/ 117146 h 117146"/>
                  <a:gd name="connsiteX16" fmla="*/ 58467 w 851032"/>
                  <a:gd name="connsiteY16" fmla="*/ 117146 h 117146"/>
                  <a:gd name="connsiteX17" fmla="*/ 16172 w 851032"/>
                  <a:gd name="connsiteY17" fmla="*/ 101116 h 117146"/>
                  <a:gd name="connsiteX18" fmla="*/ 0 w 851032"/>
                  <a:gd name="connsiteY18" fmla="*/ 59190 h 117146"/>
                  <a:gd name="connsiteX19" fmla="*/ 16172 w 851032"/>
                  <a:gd name="connsiteY19" fmla="*/ 17264 h 117146"/>
                  <a:gd name="connsiteX20" fmla="*/ 58467 w 851032"/>
                  <a:gd name="connsiteY20" fmla="*/ 0 h 117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51032" h="117146">
                    <a:moveTo>
                      <a:pt x="58488" y="14955"/>
                    </a:moveTo>
                    <a:cubicBezTo>
                      <a:pt x="46049" y="14955"/>
                      <a:pt x="34854" y="18642"/>
                      <a:pt x="27390" y="27244"/>
                    </a:cubicBezTo>
                    <a:cubicBezTo>
                      <a:pt x="18683" y="35847"/>
                      <a:pt x="13707" y="46907"/>
                      <a:pt x="13707" y="59196"/>
                    </a:cubicBezTo>
                    <a:cubicBezTo>
                      <a:pt x="13707" y="71485"/>
                      <a:pt x="18683" y="82546"/>
                      <a:pt x="27390" y="89919"/>
                    </a:cubicBezTo>
                    <a:cubicBezTo>
                      <a:pt x="34854" y="98522"/>
                      <a:pt x="46049" y="103437"/>
                      <a:pt x="58488" y="103437"/>
                    </a:cubicBezTo>
                    <a:lnTo>
                      <a:pt x="792394" y="103437"/>
                    </a:lnTo>
                    <a:cubicBezTo>
                      <a:pt x="804833" y="103437"/>
                      <a:pt x="816029" y="98522"/>
                      <a:pt x="824736" y="89919"/>
                    </a:cubicBezTo>
                    <a:cubicBezTo>
                      <a:pt x="833443" y="81317"/>
                      <a:pt x="837175" y="69028"/>
                      <a:pt x="837175" y="57967"/>
                    </a:cubicBezTo>
                    <a:cubicBezTo>
                      <a:pt x="837175" y="45678"/>
                      <a:pt x="830955" y="34618"/>
                      <a:pt x="822248" y="26015"/>
                    </a:cubicBezTo>
                    <a:cubicBezTo>
                      <a:pt x="813541" y="18642"/>
                      <a:pt x="802346" y="14955"/>
                      <a:pt x="789906" y="14955"/>
                    </a:cubicBezTo>
                    <a:close/>
                    <a:moveTo>
                      <a:pt x="58467" y="0"/>
                    </a:moveTo>
                    <a:lnTo>
                      <a:pt x="789921" y="0"/>
                    </a:lnTo>
                    <a:cubicBezTo>
                      <a:pt x="806093" y="0"/>
                      <a:pt x="821021" y="6166"/>
                      <a:pt x="832216" y="17264"/>
                    </a:cubicBezTo>
                    <a:cubicBezTo>
                      <a:pt x="844656" y="27129"/>
                      <a:pt x="850876" y="41926"/>
                      <a:pt x="850876" y="56724"/>
                    </a:cubicBezTo>
                    <a:cubicBezTo>
                      <a:pt x="852120" y="72754"/>
                      <a:pt x="845900" y="88785"/>
                      <a:pt x="834704" y="99883"/>
                    </a:cubicBezTo>
                    <a:cubicBezTo>
                      <a:pt x="823509" y="110981"/>
                      <a:pt x="808581" y="117146"/>
                      <a:pt x="792409" y="117146"/>
                    </a:cubicBezTo>
                    <a:lnTo>
                      <a:pt x="58467" y="117146"/>
                    </a:lnTo>
                    <a:cubicBezTo>
                      <a:pt x="42295" y="117146"/>
                      <a:pt x="28612" y="112214"/>
                      <a:pt x="16172" y="101116"/>
                    </a:cubicBezTo>
                    <a:cubicBezTo>
                      <a:pt x="4976" y="88785"/>
                      <a:pt x="0" y="75220"/>
                      <a:pt x="0" y="59190"/>
                    </a:cubicBezTo>
                    <a:cubicBezTo>
                      <a:pt x="0" y="43159"/>
                      <a:pt x="4976" y="28362"/>
                      <a:pt x="16172" y="17264"/>
                    </a:cubicBezTo>
                    <a:cubicBezTo>
                      <a:pt x="28612" y="6166"/>
                      <a:pt x="42295" y="0"/>
                      <a:pt x="584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66E17851-7F6C-D344-B854-3380AD555215}"/>
                  </a:ext>
                </a:extLst>
              </p:cNvPr>
              <p:cNvSpPr/>
              <p:nvPr/>
            </p:nvSpPr>
            <p:spPr>
              <a:xfrm>
                <a:off x="7205663" y="5682806"/>
                <a:ext cx="1821348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3">
                    <a:moveTo>
                      <a:pt x="0" y="0"/>
                    </a:moveTo>
                    <a:lnTo>
                      <a:pt x="146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E437403E-5332-2143-9D12-1EFCE0C8108E}"/>
                  </a:ext>
                </a:extLst>
              </p:cNvPr>
              <p:cNvSpPr/>
              <p:nvPr/>
            </p:nvSpPr>
            <p:spPr>
              <a:xfrm>
                <a:off x="7198188" y="5676575"/>
                <a:ext cx="1836297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75" h="11">
                    <a:moveTo>
                      <a:pt x="1469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1469" y="0"/>
                    </a:lnTo>
                    <a:cubicBezTo>
                      <a:pt x="1472" y="0"/>
                      <a:pt x="1475" y="2"/>
                      <a:pt x="1475" y="5"/>
                    </a:cubicBezTo>
                    <a:cubicBezTo>
                      <a:pt x="1475" y="9"/>
                      <a:pt x="1472" y="11"/>
                      <a:pt x="1469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1001D09B-503A-4344-A43E-505D8C7EF670}"/>
                  </a:ext>
                </a:extLst>
              </p:cNvPr>
              <p:cNvSpPr/>
              <p:nvPr/>
            </p:nvSpPr>
            <p:spPr>
              <a:xfrm>
                <a:off x="7205663" y="5892172"/>
                <a:ext cx="1821348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3">
                    <a:moveTo>
                      <a:pt x="0" y="0"/>
                    </a:moveTo>
                    <a:lnTo>
                      <a:pt x="146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59D2CD87-1523-8F4F-B265-1A7906F10443}"/>
                  </a:ext>
                </a:extLst>
              </p:cNvPr>
              <p:cNvSpPr/>
              <p:nvPr/>
            </p:nvSpPr>
            <p:spPr>
              <a:xfrm>
                <a:off x="7198188" y="5884695"/>
                <a:ext cx="1836297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75" h="11">
                    <a:moveTo>
                      <a:pt x="1469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469" y="0"/>
                    </a:lnTo>
                    <a:cubicBezTo>
                      <a:pt x="1472" y="0"/>
                      <a:pt x="1475" y="3"/>
                      <a:pt x="1475" y="6"/>
                    </a:cubicBezTo>
                    <a:cubicBezTo>
                      <a:pt x="1475" y="9"/>
                      <a:pt x="1472" y="11"/>
                      <a:pt x="1469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60BC2FBE-B41E-BF42-B482-34DFEA223BCD}"/>
                  </a:ext>
                </a:extLst>
              </p:cNvPr>
              <p:cNvSpPr/>
              <p:nvPr/>
            </p:nvSpPr>
            <p:spPr>
              <a:xfrm>
                <a:off x="7205663" y="6101539"/>
                <a:ext cx="1821348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3">
                    <a:moveTo>
                      <a:pt x="0" y="0"/>
                    </a:moveTo>
                    <a:lnTo>
                      <a:pt x="146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164EBB65-E602-8241-84C5-80A6AFEF4AB3}"/>
                  </a:ext>
                </a:extLst>
              </p:cNvPr>
              <p:cNvSpPr/>
              <p:nvPr/>
            </p:nvSpPr>
            <p:spPr>
              <a:xfrm>
                <a:off x="7198188" y="6094061"/>
                <a:ext cx="1836297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75" h="11">
                    <a:moveTo>
                      <a:pt x="1469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1469" y="0"/>
                    </a:lnTo>
                    <a:cubicBezTo>
                      <a:pt x="1472" y="0"/>
                      <a:pt x="1475" y="2"/>
                      <a:pt x="1475" y="6"/>
                    </a:cubicBezTo>
                    <a:cubicBezTo>
                      <a:pt x="1475" y="9"/>
                      <a:pt x="1472" y="11"/>
                      <a:pt x="1469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3CA56D35-430D-4644-B546-F64BD3BF274D}"/>
                  </a:ext>
                </a:extLst>
              </p:cNvPr>
              <p:cNvSpPr/>
              <p:nvPr/>
            </p:nvSpPr>
            <p:spPr>
              <a:xfrm>
                <a:off x="7205663" y="6309659"/>
                <a:ext cx="1821348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3">
                    <a:moveTo>
                      <a:pt x="0" y="0"/>
                    </a:moveTo>
                    <a:lnTo>
                      <a:pt x="146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7956492E-92F3-D64F-8EFD-124B72E10B6D}"/>
                  </a:ext>
                </a:extLst>
              </p:cNvPr>
              <p:cNvSpPr/>
              <p:nvPr/>
            </p:nvSpPr>
            <p:spPr>
              <a:xfrm>
                <a:off x="7198188" y="6303428"/>
                <a:ext cx="1836297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75" h="11">
                    <a:moveTo>
                      <a:pt x="1469" y="11"/>
                    </a:moveTo>
                    <a:lnTo>
                      <a:pt x="6" y="11"/>
                    </a:lnTo>
                    <a:cubicBezTo>
                      <a:pt x="3" y="11"/>
                      <a:pt x="0" y="8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1469" y="0"/>
                    </a:lnTo>
                    <a:cubicBezTo>
                      <a:pt x="1472" y="0"/>
                      <a:pt x="1475" y="2"/>
                      <a:pt x="1475" y="5"/>
                    </a:cubicBezTo>
                    <a:cubicBezTo>
                      <a:pt x="1475" y="8"/>
                      <a:pt x="1472" y="11"/>
                      <a:pt x="1469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10409541-59EB-9A4A-A898-29ACC2E2A78F}"/>
                  </a:ext>
                </a:extLst>
              </p:cNvPr>
              <p:cNvSpPr/>
              <p:nvPr/>
            </p:nvSpPr>
            <p:spPr>
              <a:xfrm>
                <a:off x="7205663" y="6995085"/>
                <a:ext cx="305219" cy="4174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6" h="336">
                    <a:moveTo>
                      <a:pt x="183" y="26"/>
                    </a:moveTo>
                    <a:lnTo>
                      <a:pt x="121" y="0"/>
                    </a:lnTo>
                    <a:lnTo>
                      <a:pt x="0" y="283"/>
                    </a:lnTo>
                    <a:lnTo>
                      <a:pt x="85" y="256"/>
                    </a:lnTo>
                    <a:lnTo>
                      <a:pt x="125" y="336"/>
                    </a:lnTo>
                    <a:lnTo>
                      <a:pt x="246" y="53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408A4836-945D-F040-9ADD-B046A889E966}"/>
                  </a:ext>
                </a:extLst>
              </p:cNvPr>
              <p:cNvSpPr/>
              <p:nvPr/>
            </p:nvSpPr>
            <p:spPr>
              <a:xfrm>
                <a:off x="7198612" y="6989164"/>
                <a:ext cx="319428" cy="432132"/>
              </a:xfrm>
              <a:custGeom>
                <a:avLst/>
                <a:gdLst>
                  <a:gd name="connsiteX0" fmla="*/ 160906 w 319428"/>
                  <a:gd name="connsiteY0" fmla="*/ 14645 h 432132"/>
                  <a:gd name="connsiteX1" fmla="*/ 19508 w 319428"/>
                  <a:gd name="connsiteY1" fmla="*/ 346335 h 432132"/>
                  <a:gd name="connsiteX2" fmla="*/ 111293 w 319428"/>
                  <a:gd name="connsiteY2" fmla="*/ 317763 h 432132"/>
                  <a:gd name="connsiteX3" fmla="*/ 112533 w 319428"/>
                  <a:gd name="connsiteY3" fmla="*/ 316520 h 432132"/>
                  <a:gd name="connsiteX4" fmla="*/ 119975 w 319428"/>
                  <a:gd name="connsiteY4" fmla="*/ 321490 h 432132"/>
                  <a:gd name="connsiteX5" fmla="*/ 162146 w 319428"/>
                  <a:gd name="connsiteY5" fmla="*/ 407207 h 432132"/>
                  <a:gd name="connsiteX6" fmla="*/ 302303 w 319428"/>
                  <a:gd name="connsiteY6" fmla="*/ 75517 h 432132"/>
                  <a:gd name="connsiteX7" fmla="*/ 231604 w 319428"/>
                  <a:gd name="connsiteY7" fmla="*/ 44460 h 432132"/>
                  <a:gd name="connsiteX8" fmla="*/ 153452 w 319428"/>
                  <a:gd name="connsiteY8" fmla="*/ 933 h 432132"/>
                  <a:gd name="connsiteX9" fmla="*/ 158416 w 319428"/>
                  <a:gd name="connsiteY9" fmla="*/ 933 h 432132"/>
                  <a:gd name="connsiteX10" fmla="*/ 314775 w 319428"/>
                  <a:gd name="connsiteY10" fmla="*/ 65551 h 432132"/>
                  <a:gd name="connsiteX11" fmla="*/ 318498 w 319428"/>
                  <a:gd name="connsiteY11" fmla="*/ 70521 h 432132"/>
                  <a:gd name="connsiteX12" fmla="*/ 318498 w 319428"/>
                  <a:gd name="connsiteY12" fmla="*/ 75492 h 432132"/>
                  <a:gd name="connsiteX13" fmla="*/ 169585 w 319428"/>
                  <a:gd name="connsiteY13" fmla="*/ 428404 h 432132"/>
                  <a:gd name="connsiteX14" fmla="*/ 163380 w 319428"/>
                  <a:gd name="connsiteY14" fmla="*/ 432132 h 432132"/>
                  <a:gd name="connsiteX15" fmla="*/ 162139 w 319428"/>
                  <a:gd name="connsiteY15" fmla="*/ 432132 h 432132"/>
                  <a:gd name="connsiteX16" fmla="*/ 155934 w 319428"/>
                  <a:gd name="connsiteY16" fmla="*/ 428404 h 432132"/>
                  <a:gd name="connsiteX17" fmla="*/ 110019 w 319428"/>
                  <a:gd name="connsiteY17" fmla="*/ 333963 h 432132"/>
                  <a:gd name="connsiteX18" fmla="*/ 9503 w 319428"/>
                  <a:gd name="connsiteY18" fmla="*/ 366272 h 432132"/>
                  <a:gd name="connsiteX19" fmla="*/ 2057 w 319428"/>
                  <a:gd name="connsiteY19" fmla="*/ 365029 h 432132"/>
                  <a:gd name="connsiteX20" fmla="*/ 816 w 319428"/>
                  <a:gd name="connsiteY20" fmla="*/ 356331 h 432132"/>
                  <a:gd name="connsiteX21" fmla="*/ 149730 w 319428"/>
                  <a:gd name="connsiteY21" fmla="*/ 4661 h 432132"/>
                  <a:gd name="connsiteX22" fmla="*/ 153452 w 319428"/>
                  <a:gd name="connsiteY22" fmla="*/ 933 h 432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319428" h="432132">
                    <a:moveTo>
                      <a:pt x="160906" y="14645"/>
                    </a:moveTo>
                    <a:lnTo>
                      <a:pt x="19508" y="346335"/>
                    </a:lnTo>
                    <a:lnTo>
                      <a:pt x="111293" y="317763"/>
                    </a:lnTo>
                    <a:cubicBezTo>
                      <a:pt x="112533" y="317763"/>
                      <a:pt x="112533" y="316520"/>
                      <a:pt x="112533" y="316520"/>
                    </a:cubicBezTo>
                    <a:cubicBezTo>
                      <a:pt x="116254" y="316520"/>
                      <a:pt x="118735" y="317763"/>
                      <a:pt x="119975" y="321490"/>
                    </a:cubicBezTo>
                    <a:lnTo>
                      <a:pt x="162146" y="407207"/>
                    </a:lnTo>
                    <a:lnTo>
                      <a:pt x="302303" y="75517"/>
                    </a:lnTo>
                    <a:lnTo>
                      <a:pt x="231604" y="44460"/>
                    </a:lnTo>
                    <a:close/>
                    <a:moveTo>
                      <a:pt x="153452" y="933"/>
                    </a:moveTo>
                    <a:cubicBezTo>
                      <a:pt x="155934" y="-310"/>
                      <a:pt x="157175" y="-310"/>
                      <a:pt x="158416" y="933"/>
                    </a:cubicBezTo>
                    <a:lnTo>
                      <a:pt x="314775" y="65551"/>
                    </a:lnTo>
                    <a:cubicBezTo>
                      <a:pt x="316016" y="66793"/>
                      <a:pt x="317257" y="68036"/>
                      <a:pt x="318498" y="70521"/>
                    </a:cubicBezTo>
                    <a:cubicBezTo>
                      <a:pt x="319739" y="71764"/>
                      <a:pt x="319739" y="73007"/>
                      <a:pt x="318498" y="75492"/>
                    </a:cubicBezTo>
                    <a:lnTo>
                      <a:pt x="169585" y="428404"/>
                    </a:lnTo>
                    <a:cubicBezTo>
                      <a:pt x="168344" y="430890"/>
                      <a:pt x="164621" y="432132"/>
                      <a:pt x="163380" y="432132"/>
                    </a:cubicBezTo>
                    <a:lnTo>
                      <a:pt x="162139" y="432132"/>
                    </a:lnTo>
                    <a:cubicBezTo>
                      <a:pt x="159657" y="432132"/>
                      <a:pt x="157175" y="430890"/>
                      <a:pt x="155934" y="428404"/>
                    </a:cubicBezTo>
                    <a:lnTo>
                      <a:pt x="110019" y="333963"/>
                    </a:lnTo>
                    <a:lnTo>
                      <a:pt x="9503" y="366272"/>
                    </a:lnTo>
                    <a:cubicBezTo>
                      <a:pt x="7021" y="366272"/>
                      <a:pt x="3298" y="366272"/>
                      <a:pt x="2057" y="365029"/>
                    </a:cubicBezTo>
                    <a:cubicBezTo>
                      <a:pt x="-425" y="362544"/>
                      <a:pt x="-425" y="358816"/>
                      <a:pt x="816" y="356331"/>
                    </a:cubicBezTo>
                    <a:lnTo>
                      <a:pt x="149730" y="4661"/>
                    </a:lnTo>
                    <a:cubicBezTo>
                      <a:pt x="150971" y="2176"/>
                      <a:pt x="152212" y="933"/>
                      <a:pt x="153452" y="93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5E6DC6C1-09DA-2F45-BE52-673B7C6ACF6D}"/>
                  </a:ext>
                </a:extLst>
              </p:cNvPr>
              <p:cNvSpPr/>
              <p:nvPr/>
            </p:nvSpPr>
            <p:spPr>
              <a:xfrm>
                <a:off x="7494686" y="6995085"/>
                <a:ext cx="305219" cy="4174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6" h="336">
                    <a:moveTo>
                      <a:pt x="62" y="26"/>
                    </a:moveTo>
                    <a:lnTo>
                      <a:pt x="125" y="0"/>
                    </a:lnTo>
                    <a:lnTo>
                      <a:pt x="246" y="283"/>
                    </a:lnTo>
                    <a:lnTo>
                      <a:pt x="160" y="256"/>
                    </a:lnTo>
                    <a:lnTo>
                      <a:pt x="120" y="336"/>
                    </a:lnTo>
                    <a:lnTo>
                      <a:pt x="0" y="53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D226B6AE-3578-284B-AA3F-5BDED5703E9F}"/>
                  </a:ext>
                </a:extLst>
              </p:cNvPr>
              <p:cNvSpPr/>
              <p:nvPr/>
            </p:nvSpPr>
            <p:spPr>
              <a:xfrm>
                <a:off x="7487212" y="6989164"/>
                <a:ext cx="319437" cy="432132"/>
              </a:xfrm>
              <a:custGeom>
                <a:avLst/>
                <a:gdLst>
                  <a:gd name="connsiteX0" fmla="*/ 158830 w 319437"/>
                  <a:gd name="connsiteY0" fmla="*/ 14645 h 432132"/>
                  <a:gd name="connsiteX1" fmla="*/ 88131 w 319437"/>
                  <a:gd name="connsiteY1" fmla="*/ 44460 h 432132"/>
                  <a:gd name="connsiteX2" fmla="*/ 16192 w 319437"/>
                  <a:gd name="connsiteY2" fmla="*/ 75517 h 432132"/>
                  <a:gd name="connsiteX3" fmla="*/ 157590 w 319437"/>
                  <a:gd name="connsiteY3" fmla="*/ 407207 h 432132"/>
                  <a:gd name="connsiteX4" fmla="*/ 199761 w 319437"/>
                  <a:gd name="connsiteY4" fmla="*/ 321490 h 432132"/>
                  <a:gd name="connsiteX5" fmla="*/ 208443 w 319437"/>
                  <a:gd name="connsiteY5" fmla="*/ 317763 h 432132"/>
                  <a:gd name="connsiteX6" fmla="*/ 298987 w 319437"/>
                  <a:gd name="connsiteY6" fmla="*/ 346335 h 432132"/>
                  <a:gd name="connsiteX7" fmla="*/ 160082 w 319437"/>
                  <a:gd name="connsiteY7" fmla="*/ 933 h 432132"/>
                  <a:gd name="connsiteX8" fmla="*/ 165046 w 319437"/>
                  <a:gd name="connsiteY8" fmla="*/ 933 h 432132"/>
                  <a:gd name="connsiteX9" fmla="*/ 168769 w 319437"/>
                  <a:gd name="connsiteY9" fmla="*/ 4661 h 432132"/>
                  <a:gd name="connsiteX10" fmla="*/ 318923 w 319437"/>
                  <a:gd name="connsiteY10" fmla="*/ 356331 h 432132"/>
                  <a:gd name="connsiteX11" fmla="*/ 317682 w 319437"/>
                  <a:gd name="connsiteY11" fmla="*/ 365029 h 432132"/>
                  <a:gd name="connsiteX12" fmla="*/ 310237 w 319437"/>
                  <a:gd name="connsiteY12" fmla="*/ 366272 h 432132"/>
                  <a:gd name="connsiteX13" fmla="*/ 209720 w 319437"/>
                  <a:gd name="connsiteY13" fmla="*/ 333963 h 432132"/>
                  <a:gd name="connsiteX14" fmla="*/ 162564 w 319437"/>
                  <a:gd name="connsiteY14" fmla="*/ 428404 h 432132"/>
                  <a:gd name="connsiteX15" fmla="*/ 156359 w 319437"/>
                  <a:gd name="connsiteY15" fmla="*/ 432132 h 432132"/>
                  <a:gd name="connsiteX16" fmla="*/ 150155 w 319437"/>
                  <a:gd name="connsiteY16" fmla="*/ 428404 h 432132"/>
                  <a:gd name="connsiteX17" fmla="*/ 0 w 319437"/>
                  <a:gd name="connsiteY17" fmla="*/ 75492 h 432132"/>
                  <a:gd name="connsiteX18" fmla="*/ 0 w 319437"/>
                  <a:gd name="connsiteY18" fmla="*/ 70521 h 432132"/>
                  <a:gd name="connsiteX19" fmla="*/ 4964 w 319437"/>
                  <a:gd name="connsiteY19" fmla="*/ 65551 h 432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9437" h="432132">
                    <a:moveTo>
                      <a:pt x="158830" y="14645"/>
                    </a:moveTo>
                    <a:lnTo>
                      <a:pt x="88131" y="44460"/>
                    </a:lnTo>
                    <a:lnTo>
                      <a:pt x="16192" y="75517"/>
                    </a:lnTo>
                    <a:lnTo>
                      <a:pt x="157590" y="407207"/>
                    </a:lnTo>
                    <a:lnTo>
                      <a:pt x="199761" y="321490"/>
                    </a:lnTo>
                    <a:cubicBezTo>
                      <a:pt x="202242" y="317763"/>
                      <a:pt x="204722" y="316520"/>
                      <a:pt x="208443" y="317763"/>
                    </a:cubicBezTo>
                    <a:lnTo>
                      <a:pt x="298987" y="346335"/>
                    </a:lnTo>
                    <a:close/>
                    <a:moveTo>
                      <a:pt x="160082" y="933"/>
                    </a:moveTo>
                    <a:cubicBezTo>
                      <a:pt x="161323" y="-310"/>
                      <a:pt x="163805" y="-310"/>
                      <a:pt x="165046" y="933"/>
                    </a:cubicBezTo>
                    <a:cubicBezTo>
                      <a:pt x="167528" y="933"/>
                      <a:pt x="168769" y="2176"/>
                      <a:pt x="168769" y="4661"/>
                    </a:cubicBezTo>
                    <a:lnTo>
                      <a:pt x="318923" y="356331"/>
                    </a:lnTo>
                    <a:cubicBezTo>
                      <a:pt x="320164" y="358816"/>
                      <a:pt x="318923" y="362544"/>
                      <a:pt x="317682" y="365029"/>
                    </a:cubicBezTo>
                    <a:cubicBezTo>
                      <a:pt x="315200" y="366272"/>
                      <a:pt x="312719" y="366272"/>
                      <a:pt x="310237" y="366272"/>
                    </a:cubicBezTo>
                    <a:lnTo>
                      <a:pt x="209720" y="333963"/>
                    </a:lnTo>
                    <a:lnTo>
                      <a:pt x="162564" y="428404"/>
                    </a:lnTo>
                    <a:cubicBezTo>
                      <a:pt x="162564" y="430890"/>
                      <a:pt x="158841" y="432132"/>
                      <a:pt x="156359" y="432132"/>
                    </a:cubicBezTo>
                    <a:cubicBezTo>
                      <a:pt x="153877" y="432132"/>
                      <a:pt x="151396" y="430890"/>
                      <a:pt x="150155" y="428404"/>
                    </a:cubicBezTo>
                    <a:lnTo>
                      <a:pt x="0" y="75492"/>
                    </a:lnTo>
                    <a:cubicBezTo>
                      <a:pt x="0" y="73007"/>
                      <a:pt x="0" y="71764"/>
                      <a:pt x="0" y="70521"/>
                    </a:cubicBezTo>
                    <a:cubicBezTo>
                      <a:pt x="1241" y="68036"/>
                      <a:pt x="2482" y="66793"/>
                      <a:pt x="4964" y="6555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34303EDF-9BD1-A148-881C-D8B898DF9BF2}"/>
                  </a:ext>
                </a:extLst>
              </p:cNvPr>
              <p:cNvSpPr/>
              <p:nvPr/>
            </p:nvSpPr>
            <p:spPr>
              <a:xfrm>
                <a:off x="7225595" y="6618721"/>
                <a:ext cx="554377" cy="5308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6" h="427">
                    <a:moveTo>
                      <a:pt x="446" y="213"/>
                    </a:moveTo>
                    <a:cubicBezTo>
                      <a:pt x="446" y="235"/>
                      <a:pt x="418" y="254"/>
                      <a:pt x="411" y="274"/>
                    </a:cubicBezTo>
                    <a:cubicBezTo>
                      <a:pt x="404" y="295"/>
                      <a:pt x="417" y="327"/>
                      <a:pt x="404" y="344"/>
                    </a:cubicBezTo>
                    <a:cubicBezTo>
                      <a:pt x="390" y="362"/>
                      <a:pt x="357" y="360"/>
                      <a:pt x="340" y="373"/>
                    </a:cubicBezTo>
                    <a:cubicBezTo>
                      <a:pt x="322" y="386"/>
                      <a:pt x="313" y="418"/>
                      <a:pt x="292" y="425"/>
                    </a:cubicBezTo>
                    <a:cubicBezTo>
                      <a:pt x="272" y="432"/>
                      <a:pt x="245" y="411"/>
                      <a:pt x="223" y="411"/>
                    </a:cubicBezTo>
                    <a:cubicBezTo>
                      <a:pt x="200" y="411"/>
                      <a:pt x="174" y="432"/>
                      <a:pt x="154" y="425"/>
                    </a:cubicBezTo>
                    <a:cubicBezTo>
                      <a:pt x="133" y="418"/>
                      <a:pt x="124" y="386"/>
                      <a:pt x="106" y="373"/>
                    </a:cubicBezTo>
                    <a:cubicBezTo>
                      <a:pt x="89" y="360"/>
                      <a:pt x="55" y="362"/>
                      <a:pt x="42" y="344"/>
                    </a:cubicBezTo>
                    <a:cubicBezTo>
                      <a:pt x="30" y="327"/>
                      <a:pt x="41" y="295"/>
                      <a:pt x="34" y="274"/>
                    </a:cubicBezTo>
                    <a:cubicBezTo>
                      <a:pt x="28" y="254"/>
                      <a:pt x="0" y="235"/>
                      <a:pt x="0" y="213"/>
                    </a:cubicBezTo>
                    <a:cubicBezTo>
                      <a:pt x="0" y="190"/>
                      <a:pt x="28" y="172"/>
                      <a:pt x="34" y="152"/>
                    </a:cubicBezTo>
                    <a:cubicBezTo>
                      <a:pt x="41" y="130"/>
                      <a:pt x="30" y="99"/>
                      <a:pt x="42" y="81"/>
                    </a:cubicBezTo>
                    <a:cubicBezTo>
                      <a:pt x="55" y="64"/>
                      <a:pt x="89" y="65"/>
                      <a:pt x="106" y="53"/>
                    </a:cubicBezTo>
                    <a:cubicBezTo>
                      <a:pt x="124" y="40"/>
                      <a:pt x="133" y="7"/>
                      <a:pt x="154" y="1"/>
                    </a:cubicBezTo>
                    <a:cubicBezTo>
                      <a:pt x="174" y="-6"/>
                      <a:pt x="200" y="15"/>
                      <a:pt x="223" y="15"/>
                    </a:cubicBezTo>
                    <a:cubicBezTo>
                      <a:pt x="245" y="15"/>
                      <a:pt x="272" y="-6"/>
                      <a:pt x="292" y="1"/>
                    </a:cubicBezTo>
                    <a:cubicBezTo>
                      <a:pt x="313" y="7"/>
                      <a:pt x="322" y="40"/>
                      <a:pt x="340" y="53"/>
                    </a:cubicBezTo>
                    <a:cubicBezTo>
                      <a:pt x="357" y="65"/>
                      <a:pt x="390" y="64"/>
                      <a:pt x="404" y="81"/>
                    </a:cubicBezTo>
                    <a:cubicBezTo>
                      <a:pt x="417" y="99"/>
                      <a:pt x="404" y="130"/>
                      <a:pt x="411" y="152"/>
                    </a:cubicBezTo>
                    <a:cubicBezTo>
                      <a:pt x="418" y="172"/>
                      <a:pt x="446" y="190"/>
                      <a:pt x="446" y="21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FB84A47D-4558-4241-9180-04C9CB4EEC2E}"/>
                  </a:ext>
                </a:extLst>
              </p:cNvPr>
              <p:cNvSpPr/>
              <p:nvPr/>
            </p:nvSpPr>
            <p:spPr>
              <a:xfrm>
                <a:off x="7225595" y="6618721"/>
                <a:ext cx="554377" cy="5308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6" h="427">
                    <a:moveTo>
                      <a:pt x="446" y="213"/>
                    </a:moveTo>
                    <a:cubicBezTo>
                      <a:pt x="446" y="235"/>
                      <a:pt x="418" y="254"/>
                      <a:pt x="411" y="274"/>
                    </a:cubicBezTo>
                    <a:cubicBezTo>
                      <a:pt x="404" y="295"/>
                      <a:pt x="417" y="327"/>
                      <a:pt x="404" y="344"/>
                    </a:cubicBezTo>
                    <a:cubicBezTo>
                      <a:pt x="390" y="362"/>
                      <a:pt x="357" y="360"/>
                      <a:pt x="340" y="373"/>
                    </a:cubicBezTo>
                    <a:cubicBezTo>
                      <a:pt x="322" y="386"/>
                      <a:pt x="313" y="418"/>
                      <a:pt x="292" y="425"/>
                    </a:cubicBezTo>
                    <a:cubicBezTo>
                      <a:pt x="272" y="432"/>
                      <a:pt x="245" y="411"/>
                      <a:pt x="223" y="411"/>
                    </a:cubicBezTo>
                    <a:cubicBezTo>
                      <a:pt x="200" y="411"/>
                      <a:pt x="174" y="432"/>
                      <a:pt x="154" y="425"/>
                    </a:cubicBezTo>
                    <a:cubicBezTo>
                      <a:pt x="133" y="418"/>
                      <a:pt x="124" y="386"/>
                      <a:pt x="106" y="373"/>
                    </a:cubicBezTo>
                    <a:cubicBezTo>
                      <a:pt x="89" y="360"/>
                      <a:pt x="55" y="362"/>
                      <a:pt x="42" y="344"/>
                    </a:cubicBezTo>
                    <a:cubicBezTo>
                      <a:pt x="30" y="327"/>
                      <a:pt x="41" y="295"/>
                      <a:pt x="34" y="274"/>
                    </a:cubicBezTo>
                    <a:cubicBezTo>
                      <a:pt x="28" y="254"/>
                      <a:pt x="0" y="235"/>
                      <a:pt x="0" y="213"/>
                    </a:cubicBezTo>
                    <a:cubicBezTo>
                      <a:pt x="0" y="190"/>
                      <a:pt x="28" y="172"/>
                      <a:pt x="34" y="152"/>
                    </a:cubicBezTo>
                    <a:cubicBezTo>
                      <a:pt x="41" y="130"/>
                      <a:pt x="30" y="99"/>
                      <a:pt x="42" y="81"/>
                    </a:cubicBezTo>
                    <a:cubicBezTo>
                      <a:pt x="55" y="64"/>
                      <a:pt x="89" y="65"/>
                      <a:pt x="106" y="53"/>
                    </a:cubicBezTo>
                    <a:cubicBezTo>
                      <a:pt x="124" y="40"/>
                      <a:pt x="133" y="7"/>
                      <a:pt x="154" y="1"/>
                    </a:cubicBezTo>
                    <a:cubicBezTo>
                      <a:pt x="174" y="-6"/>
                      <a:pt x="200" y="15"/>
                      <a:pt x="223" y="15"/>
                    </a:cubicBezTo>
                    <a:cubicBezTo>
                      <a:pt x="245" y="15"/>
                      <a:pt x="272" y="-6"/>
                      <a:pt x="292" y="1"/>
                    </a:cubicBezTo>
                    <a:cubicBezTo>
                      <a:pt x="313" y="7"/>
                      <a:pt x="322" y="40"/>
                      <a:pt x="340" y="53"/>
                    </a:cubicBezTo>
                    <a:cubicBezTo>
                      <a:pt x="357" y="65"/>
                      <a:pt x="390" y="64"/>
                      <a:pt x="404" y="81"/>
                    </a:cubicBezTo>
                    <a:cubicBezTo>
                      <a:pt x="417" y="99"/>
                      <a:pt x="404" y="130"/>
                      <a:pt x="411" y="152"/>
                    </a:cubicBezTo>
                    <a:cubicBezTo>
                      <a:pt x="418" y="172"/>
                      <a:pt x="446" y="190"/>
                      <a:pt x="446" y="21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05E27D8A-02F2-0B43-83FF-152E9B150858}"/>
                  </a:ext>
                </a:extLst>
              </p:cNvPr>
              <p:cNvSpPr/>
              <p:nvPr/>
            </p:nvSpPr>
            <p:spPr>
              <a:xfrm>
                <a:off x="7218121" y="6611395"/>
                <a:ext cx="569327" cy="546598"/>
              </a:xfrm>
              <a:custGeom>
                <a:avLst/>
                <a:gdLst>
                  <a:gd name="connsiteX0" fmla="*/ 210086 w 569327"/>
                  <a:gd name="connsiteY0" fmla="*/ 13560 h 546598"/>
                  <a:gd name="connsiteX1" fmla="*/ 201385 w 569327"/>
                  <a:gd name="connsiteY1" fmla="*/ 14803 h 546598"/>
                  <a:gd name="connsiteX2" fmla="*/ 169069 w 569327"/>
                  <a:gd name="connsiteY2" fmla="*/ 47128 h 546598"/>
                  <a:gd name="connsiteX3" fmla="*/ 144211 w 569327"/>
                  <a:gd name="connsiteY3" fmla="*/ 78208 h 546598"/>
                  <a:gd name="connsiteX4" fmla="*/ 105680 w 569327"/>
                  <a:gd name="connsiteY4" fmla="*/ 93127 h 546598"/>
                  <a:gd name="connsiteX5" fmla="*/ 65906 w 569327"/>
                  <a:gd name="connsiteY5" fmla="*/ 113019 h 546598"/>
                  <a:gd name="connsiteX6" fmla="*/ 59692 w 569327"/>
                  <a:gd name="connsiteY6" fmla="*/ 156532 h 546598"/>
                  <a:gd name="connsiteX7" fmla="*/ 57206 w 569327"/>
                  <a:gd name="connsiteY7" fmla="*/ 198802 h 546598"/>
                  <a:gd name="connsiteX8" fmla="*/ 36076 w 569327"/>
                  <a:gd name="connsiteY8" fmla="*/ 231126 h 546598"/>
                  <a:gd name="connsiteX9" fmla="*/ 13703 w 569327"/>
                  <a:gd name="connsiteY9" fmla="*/ 272153 h 546598"/>
                  <a:gd name="connsiteX10" fmla="*/ 36076 w 569327"/>
                  <a:gd name="connsiteY10" fmla="*/ 311936 h 546598"/>
                  <a:gd name="connsiteX11" fmla="*/ 57206 w 569327"/>
                  <a:gd name="connsiteY11" fmla="*/ 345503 h 546598"/>
                  <a:gd name="connsiteX12" fmla="*/ 59692 w 569327"/>
                  <a:gd name="connsiteY12" fmla="*/ 387773 h 546598"/>
                  <a:gd name="connsiteX13" fmla="*/ 65906 w 569327"/>
                  <a:gd name="connsiteY13" fmla="*/ 431287 h 546598"/>
                  <a:gd name="connsiteX14" fmla="*/ 105680 w 569327"/>
                  <a:gd name="connsiteY14" fmla="*/ 451178 h 546598"/>
                  <a:gd name="connsiteX15" fmla="*/ 144211 w 569327"/>
                  <a:gd name="connsiteY15" fmla="*/ 466097 h 546598"/>
                  <a:gd name="connsiteX16" fmla="*/ 169069 w 569327"/>
                  <a:gd name="connsiteY16" fmla="*/ 497178 h 546598"/>
                  <a:gd name="connsiteX17" fmla="*/ 201385 w 569327"/>
                  <a:gd name="connsiteY17" fmla="*/ 529502 h 546598"/>
                  <a:gd name="connsiteX18" fmla="*/ 243645 w 569327"/>
                  <a:gd name="connsiteY18" fmla="*/ 520799 h 546598"/>
                  <a:gd name="connsiteX19" fmla="*/ 284662 w 569327"/>
                  <a:gd name="connsiteY19" fmla="*/ 512097 h 546598"/>
                  <a:gd name="connsiteX20" fmla="*/ 325678 w 569327"/>
                  <a:gd name="connsiteY20" fmla="*/ 520799 h 546598"/>
                  <a:gd name="connsiteX21" fmla="*/ 367938 w 569327"/>
                  <a:gd name="connsiteY21" fmla="*/ 529502 h 546598"/>
                  <a:gd name="connsiteX22" fmla="*/ 399011 w 569327"/>
                  <a:gd name="connsiteY22" fmla="*/ 497178 h 546598"/>
                  <a:gd name="connsiteX23" fmla="*/ 425113 w 569327"/>
                  <a:gd name="connsiteY23" fmla="*/ 466097 h 546598"/>
                  <a:gd name="connsiteX24" fmla="*/ 463643 w 569327"/>
                  <a:gd name="connsiteY24" fmla="*/ 451178 h 546598"/>
                  <a:gd name="connsiteX25" fmla="*/ 503417 w 569327"/>
                  <a:gd name="connsiteY25" fmla="*/ 431287 h 546598"/>
                  <a:gd name="connsiteX26" fmla="*/ 509632 w 569327"/>
                  <a:gd name="connsiteY26" fmla="*/ 387773 h 546598"/>
                  <a:gd name="connsiteX27" fmla="*/ 512118 w 569327"/>
                  <a:gd name="connsiteY27" fmla="*/ 345503 h 546598"/>
                  <a:gd name="connsiteX28" fmla="*/ 533247 w 569327"/>
                  <a:gd name="connsiteY28" fmla="*/ 311936 h 546598"/>
                  <a:gd name="connsiteX29" fmla="*/ 554377 w 569327"/>
                  <a:gd name="connsiteY29" fmla="*/ 272153 h 546598"/>
                  <a:gd name="connsiteX30" fmla="*/ 533247 w 569327"/>
                  <a:gd name="connsiteY30" fmla="*/ 231126 h 546598"/>
                  <a:gd name="connsiteX31" fmla="*/ 512118 w 569327"/>
                  <a:gd name="connsiteY31" fmla="*/ 198802 h 546598"/>
                  <a:gd name="connsiteX32" fmla="*/ 509632 w 569327"/>
                  <a:gd name="connsiteY32" fmla="*/ 156532 h 546598"/>
                  <a:gd name="connsiteX33" fmla="*/ 503417 w 569327"/>
                  <a:gd name="connsiteY33" fmla="*/ 113019 h 546598"/>
                  <a:gd name="connsiteX34" fmla="*/ 463643 w 569327"/>
                  <a:gd name="connsiteY34" fmla="*/ 93127 h 546598"/>
                  <a:gd name="connsiteX35" fmla="*/ 425113 w 569327"/>
                  <a:gd name="connsiteY35" fmla="*/ 78208 h 546598"/>
                  <a:gd name="connsiteX36" fmla="*/ 399011 w 569327"/>
                  <a:gd name="connsiteY36" fmla="*/ 47128 h 546598"/>
                  <a:gd name="connsiteX37" fmla="*/ 367938 w 569327"/>
                  <a:gd name="connsiteY37" fmla="*/ 14803 h 546598"/>
                  <a:gd name="connsiteX38" fmla="*/ 325678 w 569327"/>
                  <a:gd name="connsiteY38" fmla="*/ 22263 h 546598"/>
                  <a:gd name="connsiteX39" fmla="*/ 284662 w 569327"/>
                  <a:gd name="connsiteY39" fmla="*/ 32209 h 546598"/>
                  <a:gd name="connsiteX40" fmla="*/ 243645 w 569327"/>
                  <a:gd name="connsiteY40" fmla="*/ 22263 h 546598"/>
                  <a:gd name="connsiteX41" fmla="*/ 210086 w 569327"/>
                  <a:gd name="connsiteY41" fmla="*/ 13560 h 546598"/>
                  <a:gd name="connsiteX42" fmla="*/ 222044 w 569327"/>
                  <a:gd name="connsiteY42" fmla="*/ 1407 h 546598"/>
                  <a:gd name="connsiteX43" fmla="*/ 248615 w 569327"/>
                  <a:gd name="connsiteY43" fmla="*/ 9799 h 546598"/>
                  <a:gd name="connsiteX44" fmla="*/ 284664 w 569327"/>
                  <a:gd name="connsiteY44" fmla="*/ 19747 h 546598"/>
                  <a:gd name="connsiteX45" fmla="*/ 320713 w 569327"/>
                  <a:gd name="connsiteY45" fmla="*/ 9799 h 546598"/>
                  <a:gd name="connsiteX46" fmla="*/ 372922 w 569327"/>
                  <a:gd name="connsiteY46" fmla="*/ 2339 h 546598"/>
                  <a:gd name="connsiteX47" fmla="*/ 411457 w 569327"/>
                  <a:gd name="connsiteY47" fmla="*/ 40884 h 546598"/>
                  <a:gd name="connsiteX48" fmla="*/ 433832 w 569327"/>
                  <a:gd name="connsiteY48" fmla="*/ 68239 h 546598"/>
                  <a:gd name="connsiteX49" fmla="*/ 466152 w 569327"/>
                  <a:gd name="connsiteY49" fmla="*/ 80673 h 546598"/>
                  <a:gd name="connsiteX50" fmla="*/ 514632 w 569327"/>
                  <a:gd name="connsiteY50" fmla="*/ 105541 h 546598"/>
                  <a:gd name="connsiteX51" fmla="*/ 523334 w 569327"/>
                  <a:gd name="connsiteY51" fmla="*/ 157764 h 546598"/>
                  <a:gd name="connsiteX52" fmla="*/ 525820 w 569327"/>
                  <a:gd name="connsiteY52" fmla="*/ 195066 h 546598"/>
                  <a:gd name="connsiteX53" fmla="*/ 544466 w 569327"/>
                  <a:gd name="connsiteY53" fmla="*/ 223664 h 546598"/>
                  <a:gd name="connsiteX54" fmla="*/ 569327 w 569327"/>
                  <a:gd name="connsiteY54" fmla="*/ 273400 h 546598"/>
                  <a:gd name="connsiteX55" fmla="*/ 544466 w 569327"/>
                  <a:gd name="connsiteY55" fmla="*/ 323136 h 546598"/>
                  <a:gd name="connsiteX56" fmla="*/ 525820 w 569327"/>
                  <a:gd name="connsiteY56" fmla="*/ 351734 h 546598"/>
                  <a:gd name="connsiteX57" fmla="*/ 523334 w 569327"/>
                  <a:gd name="connsiteY57" fmla="*/ 387792 h 546598"/>
                  <a:gd name="connsiteX58" fmla="*/ 514632 w 569327"/>
                  <a:gd name="connsiteY58" fmla="*/ 440015 h 546598"/>
                  <a:gd name="connsiteX59" fmla="*/ 466152 w 569327"/>
                  <a:gd name="connsiteY59" fmla="*/ 466126 h 546598"/>
                  <a:gd name="connsiteX60" fmla="*/ 433832 w 569327"/>
                  <a:gd name="connsiteY60" fmla="*/ 478560 h 546598"/>
                  <a:gd name="connsiteX61" fmla="*/ 411457 w 569327"/>
                  <a:gd name="connsiteY61" fmla="*/ 505915 h 546598"/>
                  <a:gd name="connsiteX62" fmla="*/ 372922 w 569327"/>
                  <a:gd name="connsiteY62" fmla="*/ 544460 h 546598"/>
                  <a:gd name="connsiteX63" fmla="*/ 359248 w 569327"/>
                  <a:gd name="connsiteY63" fmla="*/ 545704 h 546598"/>
                  <a:gd name="connsiteX64" fmla="*/ 320713 w 569327"/>
                  <a:gd name="connsiteY64" fmla="*/ 535757 h 546598"/>
                  <a:gd name="connsiteX65" fmla="*/ 284664 w 569327"/>
                  <a:gd name="connsiteY65" fmla="*/ 525809 h 546598"/>
                  <a:gd name="connsiteX66" fmla="*/ 248615 w 569327"/>
                  <a:gd name="connsiteY66" fmla="*/ 535757 h 546598"/>
                  <a:gd name="connsiteX67" fmla="*/ 196406 w 569327"/>
                  <a:gd name="connsiteY67" fmla="*/ 544460 h 546598"/>
                  <a:gd name="connsiteX68" fmla="*/ 157870 w 569327"/>
                  <a:gd name="connsiteY68" fmla="*/ 505915 h 546598"/>
                  <a:gd name="connsiteX69" fmla="*/ 135495 w 569327"/>
                  <a:gd name="connsiteY69" fmla="*/ 478560 h 546598"/>
                  <a:gd name="connsiteX70" fmla="*/ 101932 w 569327"/>
                  <a:gd name="connsiteY70" fmla="*/ 466126 h 546598"/>
                  <a:gd name="connsiteX71" fmla="*/ 53452 w 569327"/>
                  <a:gd name="connsiteY71" fmla="*/ 440015 h 546598"/>
                  <a:gd name="connsiteX72" fmla="*/ 45994 w 569327"/>
                  <a:gd name="connsiteY72" fmla="*/ 387792 h 546598"/>
                  <a:gd name="connsiteX73" fmla="*/ 43508 w 569327"/>
                  <a:gd name="connsiteY73" fmla="*/ 351734 h 546598"/>
                  <a:gd name="connsiteX74" fmla="*/ 23619 w 569327"/>
                  <a:gd name="connsiteY74" fmla="*/ 323136 h 546598"/>
                  <a:gd name="connsiteX75" fmla="*/ 0 w 569327"/>
                  <a:gd name="connsiteY75" fmla="*/ 273400 h 546598"/>
                  <a:gd name="connsiteX76" fmla="*/ 23619 w 569327"/>
                  <a:gd name="connsiteY76" fmla="*/ 223664 h 546598"/>
                  <a:gd name="connsiteX77" fmla="*/ 43508 w 569327"/>
                  <a:gd name="connsiteY77" fmla="*/ 195066 h 546598"/>
                  <a:gd name="connsiteX78" fmla="*/ 45994 w 569327"/>
                  <a:gd name="connsiteY78" fmla="*/ 157764 h 546598"/>
                  <a:gd name="connsiteX79" fmla="*/ 53452 w 569327"/>
                  <a:gd name="connsiteY79" fmla="*/ 105541 h 546598"/>
                  <a:gd name="connsiteX80" fmla="*/ 101932 w 569327"/>
                  <a:gd name="connsiteY80" fmla="*/ 80673 h 546598"/>
                  <a:gd name="connsiteX81" fmla="*/ 135495 w 569327"/>
                  <a:gd name="connsiteY81" fmla="*/ 68239 h 546598"/>
                  <a:gd name="connsiteX82" fmla="*/ 157870 w 569327"/>
                  <a:gd name="connsiteY82" fmla="*/ 40884 h 546598"/>
                  <a:gd name="connsiteX83" fmla="*/ 196406 w 569327"/>
                  <a:gd name="connsiteY83" fmla="*/ 2339 h 546598"/>
                  <a:gd name="connsiteX84" fmla="*/ 222044 w 569327"/>
                  <a:gd name="connsiteY84" fmla="*/ 1407 h 546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</a:cxnLst>
                <a:rect l="l" t="t" r="r" b="b"/>
                <a:pathLst>
                  <a:path w="569327" h="546598">
                    <a:moveTo>
                      <a:pt x="210086" y="13560"/>
                    </a:moveTo>
                    <a:cubicBezTo>
                      <a:pt x="206357" y="13560"/>
                      <a:pt x="203871" y="13560"/>
                      <a:pt x="201385" y="14803"/>
                    </a:cubicBezTo>
                    <a:cubicBezTo>
                      <a:pt x="187713" y="18533"/>
                      <a:pt x="179013" y="32209"/>
                      <a:pt x="169069" y="47128"/>
                    </a:cubicBezTo>
                    <a:cubicBezTo>
                      <a:pt x="161612" y="58317"/>
                      <a:pt x="154154" y="70749"/>
                      <a:pt x="144211" y="78208"/>
                    </a:cubicBezTo>
                    <a:cubicBezTo>
                      <a:pt x="133024" y="86911"/>
                      <a:pt x="119352" y="90641"/>
                      <a:pt x="105680" y="93127"/>
                    </a:cubicBezTo>
                    <a:cubicBezTo>
                      <a:pt x="88279" y="98100"/>
                      <a:pt x="73364" y="101830"/>
                      <a:pt x="65906" y="113019"/>
                    </a:cubicBezTo>
                    <a:cubicBezTo>
                      <a:pt x="58449" y="122965"/>
                      <a:pt x="58449" y="139127"/>
                      <a:pt x="59692" y="156532"/>
                    </a:cubicBezTo>
                    <a:cubicBezTo>
                      <a:pt x="59692" y="171451"/>
                      <a:pt x="60935" y="185126"/>
                      <a:pt x="57206" y="198802"/>
                    </a:cubicBezTo>
                    <a:cubicBezTo>
                      <a:pt x="53477" y="209991"/>
                      <a:pt x="44776" y="221180"/>
                      <a:pt x="36076" y="231126"/>
                    </a:cubicBezTo>
                    <a:cubicBezTo>
                      <a:pt x="23647" y="244802"/>
                      <a:pt x="13703" y="258477"/>
                      <a:pt x="13703" y="272153"/>
                    </a:cubicBezTo>
                    <a:cubicBezTo>
                      <a:pt x="13703" y="285828"/>
                      <a:pt x="23647" y="298261"/>
                      <a:pt x="36076" y="311936"/>
                    </a:cubicBezTo>
                    <a:cubicBezTo>
                      <a:pt x="44776" y="323125"/>
                      <a:pt x="53477" y="333071"/>
                      <a:pt x="57206" y="345503"/>
                    </a:cubicBezTo>
                    <a:cubicBezTo>
                      <a:pt x="60935" y="357936"/>
                      <a:pt x="59692" y="372855"/>
                      <a:pt x="59692" y="387773"/>
                    </a:cubicBezTo>
                    <a:cubicBezTo>
                      <a:pt x="58449" y="403935"/>
                      <a:pt x="58449" y="420097"/>
                      <a:pt x="65906" y="431287"/>
                    </a:cubicBezTo>
                    <a:cubicBezTo>
                      <a:pt x="73364" y="441232"/>
                      <a:pt x="88279" y="446205"/>
                      <a:pt x="105680" y="451178"/>
                    </a:cubicBezTo>
                    <a:cubicBezTo>
                      <a:pt x="119352" y="453665"/>
                      <a:pt x="133024" y="457394"/>
                      <a:pt x="144211" y="466097"/>
                    </a:cubicBezTo>
                    <a:cubicBezTo>
                      <a:pt x="154154" y="473557"/>
                      <a:pt x="161612" y="484746"/>
                      <a:pt x="169069" y="497178"/>
                    </a:cubicBezTo>
                    <a:cubicBezTo>
                      <a:pt x="179013" y="512097"/>
                      <a:pt x="187713" y="524529"/>
                      <a:pt x="201385" y="529502"/>
                    </a:cubicBezTo>
                    <a:cubicBezTo>
                      <a:pt x="212572" y="533232"/>
                      <a:pt x="228730" y="527016"/>
                      <a:pt x="243645" y="520799"/>
                    </a:cubicBezTo>
                    <a:cubicBezTo>
                      <a:pt x="257317" y="515826"/>
                      <a:pt x="270989" y="512097"/>
                      <a:pt x="284662" y="512097"/>
                    </a:cubicBezTo>
                    <a:cubicBezTo>
                      <a:pt x="298334" y="512097"/>
                      <a:pt x="312006" y="515826"/>
                      <a:pt x="325678" y="520799"/>
                    </a:cubicBezTo>
                    <a:cubicBezTo>
                      <a:pt x="341836" y="527016"/>
                      <a:pt x="355509" y="533232"/>
                      <a:pt x="367938" y="529502"/>
                    </a:cubicBezTo>
                    <a:cubicBezTo>
                      <a:pt x="380367" y="524529"/>
                      <a:pt x="390311" y="512097"/>
                      <a:pt x="399011" y="497178"/>
                    </a:cubicBezTo>
                    <a:cubicBezTo>
                      <a:pt x="406469" y="484746"/>
                      <a:pt x="413926" y="473557"/>
                      <a:pt x="425113" y="466097"/>
                    </a:cubicBezTo>
                    <a:cubicBezTo>
                      <a:pt x="436299" y="457394"/>
                      <a:pt x="449971" y="453665"/>
                      <a:pt x="463643" y="451178"/>
                    </a:cubicBezTo>
                    <a:cubicBezTo>
                      <a:pt x="479802" y="446205"/>
                      <a:pt x="495960" y="441232"/>
                      <a:pt x="503417" y="431287"/>
                    </a:cubicBezTo>
                    <a:cubicBezTo>
                      <a:pt x="510875" y="420097"/>
                      <a:pt x="509632" y="403935"/>
                      <a:pt x="509632" y="387773"/>
                    </a:cubicBezTo>
                    <a:cubicBezTo>
                      <a:pt x="508389" y="372855"/>
                      <a:pt x="508389" y="357936"/>
                      <a:pt x="512118" y="345503"/>
                    </a:cubicBezTo>
                    <a:cubicBezTo>
                      <a:pt x="515846" y="333071"/>
                      <a:pt x="524547" y="323125"/>
                      <a:pt x="533247" y="311936"/>
                    </a:cubicBezTo>
                    <a:cubicBezTo>
                      <a:pt x="544434" y="298261"/>
                      <a:pt x="554377" y="285828"/>
                      <a:pt x="554377" y="272153"/>
                    </a:cubicBezTo>
                    <a:cubicBezTo>
                      <a:pt x="554377" y="258477"/>
                      <a:pt x="544434" y="244802"/>
                      <a:pt x="533247" y="231126"/>
                    </a:cubicBezTo>
                    <a:cubicBezTo>
                      <a:pt x="524547" y="221180"/>
                      <a:pt x="515846" y="209991"/>
                      <a:pt x="512118" y="198802"/>
                    </a:cubicBezTo>
                    <a:cubicBezTo>
                      <a:pt x="508389" y="185126"/>
                      <a:pt x="508389" y="171451"/>
                      <a:pt x="509632" y="156532"/>
                    </a:cubicBezTo>
                    <a:cubicBezTo>
                      <a:pt x="509632" y="139127"/>
                      <a:pt x="510875" y="122965"/>
                      <a:pt x="503417" y="113019"/>
                    </a:cubicBezTo>
                    <a:cubicBezTo>
                      <a:pt x="495960" y="101830"/>
                      <a:pt x="479802" y="98100"/>
                      <a:pt x="463643" y="93127"/>
                    </a:cubicBezTo>
                    <a:cubicBezTo>
                      <a:pt x="449971" y="90641"/>
                      <a:pt x="436299" y="86911"/>
                      <a:pt x="425113" y="78208"/>
                    </a:cubicBezTo>
                    <a:cubicBezTo>
                      <a:pt x="413926" y="70749"/>
                      <a:pt x="406469" y="58317"/>
                      <a:pt x="399011" y="47128"/>
                    </a:cubicBezTo>
                    <a:cubicBezTo>
                      <a:pt x="390311" y="32209"/>
                      <a:pt x="380367" y="18533"/>
                      <a:pt x="367938" y="14803"/>
                    </a:cubicBezTo>
                    <a:cubicBezTo>
                      <a:pt x="355509" y="9831"/>
                      <a:pt x="341836" y="16047"/>
                      <a:pt x="325678" y="22263"/>
                    </a:cubicBezTo>
                    <a:cubicBezTo>
                      <a:pt x="312006" y="27236"/>
                      <a:pt x="298334" y="32209"/>
                      <a:pt x="284662" y="32209"/>
                    </a:cubicBezTo>
                    <a:cubicBezTo>
                      <a:pt x="270989" y="32209"/>
                      <a:pt x="257317" y="27236"/>
                      <a:pt x="243645" y="22263"/>
                    </a:cubicBezTo>
                    <a:cubicBezTo>
                      <a:pt x="231216" y="18533"/>
                      <a:pt x="220029" y="13560"/>
                      <a:pt x="210086" y="13560"/>
                    </a:cubicBezTo>
                    <a:close/>
                    <a:moveTo>
                      <a:pt x="222044" y="1407"/>
                    </a:moveTo>
                    <a:cubicBezTo>
                      <a:pt x="230901" y="3272"/>
                      <a:pt x="239913" y="6691"/>
                      <a:pt x="248615" y="9799"/>
                    </a:cubicBezTo>
                    <a:cubicBezTo>
                      <a:pt x="261045" y="14773"/>
                      <a:pt x="273476" y="19747"/>
                      <a:pt x="284664" y="19747"/>
                    </a:cubicBezTo>
                    <a:cubicBezTo>
                      <a:pt x="295851" y="19747"/>
                      <a:pt x="308282" y="14773"/>
                      <a:pt x="320713" y="9799"/>
                    </a:cubicBezTo>
                    <a:cubicBezTo>
                      <a:pt x="338116" y="3582"/>
                      <a:pt x="355519" y="-3878"/>
                      <a:pt x="372922" y="2339"/>
                    </a:cubicBezTo>
                    <a:cubicBezTo>
                      <a:pt x="390325" y="7313"/>
                      <a:pt x="400269" y="24720"/>
                      <a:pt x="411457" y="40884"/>
                    </a:cubicBezTo>
                    <a:cubicBezTo>
                      <a:pt x="417672" y="52075"/>
                      <a:pt x="425131" y="62022"/>
                      <a:pt x="433832" y="68239"/>
                    </a:cubicBezTo>
                    <a:cubicBezTo>
                      <a:pt x="441291" y="74456"/>
                      <a:pt x="453722" y="78186"/>
                      <a:pt x="466152" y="80673"/>
                    </a:cubicBezTo>
                    <a:cubicBezTo>
                      <a:pt x="484798" y="85647"/>
                      <a:pt x="503444" y="90620"/>
                      <a:pt x="514632" y="105541"/>
                    </a:cubicBezTo>
                    <a:cubicBezTo>
                      <a:pt x="525820" y="120462"/>
                      <a:pt x="524577" y="140356"/>
                      <a:pt x="523334" y="157764"/>
                    </a:cubicBezTo>
                    <a:cubicBezTo>
                      <a:pt x="523334" y="171441"/>
                      <a:pt x="522090" y="185119"/>
                      <a:pt x="525820" y="195066"/>
                    </a:cubicBezTo>
                    <a:cubicBezTo>
                      <a:pt x="528306" y="205013"/>
                      <a:pt x="535764" y="213717"/>
                      <a:pt x="544466" y="223664"/>
                    </a:cubicBezTo>
                    <a:cubicBezTo>
                      <a:pt x="556896" y="238585"/>
                      <a:pt x="569327" y="253505"/>
                      <a:pt x="569327" y="273400"/>
                    </a:cubicBezTo>
                    <a:cubicBezTo>
                      <a:pt x="569327" y="292051"/>
                      <a:pt x="556896" y="306971"/>
                      <a:pt x="544466" y="323136"/>
                    </a:cubicBezTo>
                    <a:cubicBezTo>
                      <a:pt x="535764" y="331839"/>
                      <a:pt x="528306" y="341787"/>
                      <a:pt x="525820" y="351734"/>
                    </a:cubicBezTo>
                    <a:cubicBezTo>
                      <a:pt x="522090" y="361681"/>
                      <a:pt x="523334" y="375358"/>
                      <a:pt x="523334" y="387792"/>
                    </a:cubicBezTo>
                    <a:cubicBezTo>
                      <a:pt x="524577" y="406443"/>
                      <a:pt x="525820" y="426338"/>
                      <a:pt x="514632" y="440015"/>
                    </a:cubicBezTo>
                    <a:cubicBezTo>
                      <a:pt x="503444" y="456179"/>
                      <a:pt x="484798" y="459909"/>
                      <a:pt x="466152" y="466126"/>
                    </a:cubicBezTo>
                    <a:cubicBezTo>
                      <a:pt x="453722" y="468613"/>
                      <a:pt x="441291" y="472343"/>
                      <a:pt x="433832" y="478560"/>
                    </a:cubicBezTo>
                    <a:cubicBezTo>
                      <a:pt x="425131" y="484777"/>
                      <a:pt x="417672" y="494725"/>
                      <a:pt x="411457" y="505915"/>
                    </a:cubicBezTo>
                    <a:cubicBezTo>
                      <a:pt x="400269" y="522079"/>
                      <a:pt x="390325" y="538243"/>
                      <a:pt x="372922" y="544460"/>
                    </a:cubicBezTo>
                    <a:cubicBezTo>
                      <a:pt x="367950" y="545704"/>
                      <a:pt x="364220" y="545704"/>
                      <a:pt x="359248" y="545704"/>
                    </a:cubicBezTo>
                    <a:cubicBezTo>
                      <a:pt x="346817" y="545704"/>
                      <a:pt x="333144" y="540730"/>
                      <a:pt x="320713" y="535757"/>
                    </a:cubicBezTo>
                    <a:cubicBezTo>
                      <a:pt x="308282" y="532026"/>
                      <a:pt x="295851" y="525809"/>
                      <a:pt x="284664" y="525809"/>
                    </a:cubicBezTo>
                    <a:cubicBezTo>
                      <a:pt x="273476" y="525809"/>
                      <a:pt x="261045" y="532026"/>
                      <a:pt x="248615" y="535757"/>
                    </a:cubicBezTo>
                    <a:cubicBezTo>
                      <a:pt x="231212" y="541974"/>
                      <a:pt x="212566" y="550677"/>
                      <a:pt x="196406" y="544460"/>
                    </a:cubicBezTo>
                    <a:cubicBezTo>
                      <a:pt x="179003" y="538243"/>
                      <a:pt x="167815" y="522079"/>
                      <a:pt x="157870" y="505915"/>
                    </a:cubicBezTo>
                    <a:cubicBezTo>
                      <a:pt x="150412" y="494725"/>
                      <a:pt x="144197" y="484777"/>
                      <a:pt x="135495" y="478560"/>
                    </a:cubicBezTo>
                    <a:cubicBezTo>
                      <a:pt x="126794" y="472343"/>
                      <a:pt x="114363" y="468613"/>
                      <a:pt x="101932" y="466126"/>
                    </a:cubicBezTo>
                    <a:cubicBezTo>
                      <a:pt x="83286" y="459909"/>
                      <a:pt x="64640" y="456179"/>
                      <a:pt x="53452" y="440015"/>
                    </a:cubicBezTo>
                    <a:cubicBezTo>
                      <a:pt x="43508" y="426338"/>
                      <a:pt x="44751" y="406443"/>
                      <a:pt x="45994" y="387792"/>
                    </a:cubicBezTo>
                    <a:cubicBezTo>
                      <a:pt x="45994" y="375358"/>
                      <a:pt x="47237" y="361681"/>
                      <a:pt x="43508" y="351734"/>
                    </a:cubicBezTo>
                    <a:cubicBezTo>
                      <a:pt x="39779" y="341787"/>
                      <a:pt x="32320" y="331839"/>
                      <a:pt x="23619" y="323136"/>
                    </a:cubicBezTo>
                    <a:cubicBezTo>
                      <a:pt x="12431" y="306971"/>
                      <a:pt x="0" y="292051"/>
                      <a:pt x="0" y="273400"/>
                    </a:cubicBezTo>
                    <a:cubicBezTo>
                      <a:pt x="0" y="253505"/>
                      <a:pt x="12431" y="238585"/>
                      <a:pt x="23619" y="223664"/>
                    </a:cubicBezTo>
                    <a:cubicBezTo>
                      <a:pt x="32320" y="213717"/>
                      <a:pt x="39779" y="205013"/>
                      <a:pt x="43508" y="195066"/>
                    </a:cubicBezTo>
                    <a:cubicBezTo>
                      <a:pt x="47237" y="185119"/>
                      <a:pt x="45994" y="171441"/>
                      <a:pt x="45994" y="157764"/>
                    </a:cubicBezTo>
                    <a:cubicBezTo>
                      <a:pt x="44751" y="139113"/>
                      <a:pt x="43508" y="120462"/>
                      <a:pt x="53452" y="105541"/>
                    </a:cubicBezTo>
                    <a:cubicBezTo>
                      <a:pt x="64640" y="90620"/>
                      <a:pt x="83286" y="85647"/>
                      <a:pt x="101932" y="80673"/>
                    </a:cubicBezTo>
                    <a:cubicBezTo>
                      <a:pt x="114363" y="78186"/>
                      <a:pt x="126794" y="74456"/>
                      <a:pt x="135495" y="68239"/>
                    </a:cubicBezTo>
                    <a:cubicBezTo>
                      <a:pt x="144197" y="62022"/>
                      <a:pt x="150412" y="52075"/>
                      <a:pt x="157870" y="40884"/>
                    </a:cubicBezTo>
                    <a:cubicBezTo>
                      <a:pt x="167815" y="24720"/>
                      <a:pt x="179003" y="7313"/>
                      <a:pt x="196406" y="2339"/>
                    </a:cubicBezTo>
                    <a:cubicBezTo>
                      <a:pt x="204486" y="-770"/>
                      <a:pt x="213187" y="-459"/>
                      <a:pt x="222044" y="140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407D6B42-5191-1147-96A5-BFF358A33E0C}"/>
                  </a:ext>
                </a:extLst>
              </p:cNvPr>
              <p:cNvSpPr/>
              <p:nvPr/>
            </p:nvSpPr>
            <p:spPr>
              <a:xfrm>
                <a:off x="7382565" y="6764533"/>
                <a:ext cx="240438" cy="2405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4" h="194">
                    <a:moveTo>
                      <a:pt x="194" y="97"/>
                    </a:moveTo>
                    <a:cubicBezTo>
                      <a:pt x="194" y="151"/>
                      <a:pt x="151" y="194"/>
                      <a:pt x="97" y="194"/>
                    </a:cubicBezTo>
                    <a:cubicBezTo>
                      <a:pt x="43" y="194"/>
                      <a:pt x="0" y="151"/>
                      <a:pt x="0" y="97"/>
                    </a:cubicBezTo>
                    <a:cubicBezTo>
                      <a:pt x="0" y="43"/>
                      <a:pt x="43" y="0"/>
                      <a:pt x="97" y="0"/>
                    </a:cubicBezTo>
                    <a:cubicBezTo>
                      <a:pt x="151" y="0"/>
                      <a:pt x="194" y="43"/>
                      <a:pt x="194" y="9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70B81259-FAA3-7843-B3EB-872BF6CD6636}"/>
                  </a:ext>
                </a:extLst>
              </p:cNvPr>
              <p:cNvSpPr/>
              <p:nvPr/>
            </p:nvSpPr>
            <p:spPr>
              <a:xfrm>
                <a:off x="7375090" y="6755809"/>
                <a:ext cx="255387" cy="256723"/>
              </a:xfrm>
              <a:custGeom>
                <a:avLst/>
                <a:gdLst>
                  <a:gd name="connsiteX0" fmla="*/ 127694 w 255387"/>
                  <a:gd name="connsiteY0" fmla="*/ 14955 h 256723"/>
                  <a:gd name="connsiteX1" fmla="*/ 13704 w 255387"/>
                  <a:gd name="connsiteY1" fmla="*/ 128985 h 256723"/>
                  <a:gd name="connsiteX2" fmla="*/ 127694 w 255387"/>
                  <a:gd name="connsiteY2" fmla="*/ 243015 h 256723"/>
                  <a:gd name="connsiteX3" fmla="*/ 241684 w 255387"/>
                  <a:gd name="connsiteY3" fmla="*/ 128985 h 256723"/>
                  <a:gd name="connsiteX4" fmla="*/ 127694 w 255387"/>
                  <a:gd name="connsiteY4" fmla="*/ 14955 h 256723"/>
                  <a:gd name="connsiteX5" fmla="*/ 127694 w 255387"/>
                  <a:gd name="connsiteY5" fmla="*/ 0 h 256723"/>
                  <a:gd name="connsiteX6" fmla="*/ 255387 w 255387"/>
                  <a:gd name="connsiteY6" fmla="*/ 128982 h 256723"/>
                  <a:gd name="connsiteX7" fmla="*/ 127694 w 255387"/>
                  <a:gd name="connsiteY7" fmla="*/ 256723 h 256723"/>
                  <a:gd name="connsiteX8" fmla="*/ 0 w 255387"/>
                  <a:gd name="connsiteY8" fmla="*/ 128982 h 256723"/>
                  <a:gd name="connsiteX9" fmla="*/ 127694 w 255387"/>
                  <a:gd name="connsiteY9" fmla="*/ 0 h 256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5387" h="256723">
                    <a:moveTo>
                      <a:pt x="127694" y="14955"/>
                    </a:moveTo>
                    <a:cubicBezTo>
                      <a:pt x="65743" y="14955"/>
                      <a:pt x="13704" y="65773"/>
                      <a:pt x="13704" y="128985"/>
                    </a:cubicBezTo>
                    <a:cubicBezTo>
                      <a:pt x="13704" y="192198"/>
                      <a:pt x="65743" y="243015"/>
                      <a:pt x="127694" y="243015"/>
                    </a:cubicBezTo>
                    <a:cubicBezTo>
                      <a:pt x="189645" y="243015"/>
                      <a:pt x="241684" y="192198"/>
                      <a:pt x="241684" y="128985"/>
                    </a:cubicBezTo>
                    <a:cubicBezTo>
                      <a:pt x="241684" y="65773"/>
                      <a:pt x="189645" y="14955"/>
                      <a:pt x="127694" y="14955"/>
                    </a:cubicBezTo>
                    <a:close/>
                    <a:moveTo>
                      <a:pt x="127694" y="0"/>
                    </a:moveTo>
                    <a:cubicBezTo>
                      <a:pt x="198359" y="0"/>
                      <a:pt x="255387" y="58290"/>
                      <a:pt x="255387" y="128982"/>
                    </a:cubicBezTo>
                    <a:cubicBezTo>
                      <a:pt x="255387" y="199674"/>
                      <a:pt x="198359" y="256723"/>
                      <a:pt x="127694" y="256723"/>
                    </a:cubicBezTo>
                    <a:cubicBezTo>
                      <a:pt x="57028" y="256723"/>
                      <a:pt x="0" y="199674"/>
                      <a:pt x="0" y="128982"/>
                    </a:cubicBezTo>
                    <a:cubicBezTo>
                      <a:pt x="0" y="58290"/>
                      <a:pt x="57028" y="0"/>
                      <a:pt x="1276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99C9B39E-22C6-8D48-A487-E1E3BCFD0FB3}"/>
                  </a:ext>
                </a:extLst>
              </p:cNvPr>
              <p:cNvSpPr/>
              <p:nvPr/>
            </p:nvSpPr>
            <p:spPr>
              <a:xfrm>
                <a:off x="8025394" y="6784472"/>
                <a:ext cx="1009091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1" h="11">
                    <a:moveTo>
                      <a:pt x="805" y="11"/>
                    </a:moveTo>
                    <a:lnTo>
                      <a:pt x="5" y="11"/>
                    </a:lnTo>
                    <a:cubicBezTo>
                      <a:pt x="2" y="11"/>
                      <a:pt x="0" y="8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805" y="0"/>
                    </a:lnTo>
                    <a:cubicBezTo>
                      <a:pt x="808" y="0"/>
                      <a:pt x="811" y="2"/>
                      <a:pt x="811" y="5"/>
                    </a:cubicBezTo>
                    <a:cubicBezTo>
                      <a:pt x="811" y="8"/>
                      <a:pt x="808" y="11"/>
                      <a:pt x="805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6FE37AD6-4139-3249-B8BD-7876381386E8}"/>
                  </a:ext>
                </a:extLst>
              </p:cNvPr>
              <p:cNvSpPr/>
              <p:nvPr/>
            </p:nvSpPr>
            <p:spPr>
              <a:xfrm>
                <a:off x="8363003" y="6929035"/>
                <a:ext cx="671482" cy="85990"/>
              </a:xfrm>
              <a:custGeom>
                <a:avLst/>
                <a:gdLst>
                  <a:gd name="connsiteX0" fmla="*/ 43548 w 671482"/>
                  <a:gd name="connsiteY0" fmla="*/ 13705 h 85990"/>
                  <a:gd name="connsiteX1" fmla="*/ 23654 w 671482"/>
                  <a:gd name="connsiteY1" fmla="*/ 22243 h 85990"/>
                  <a:gd name="connsiteX2" fmla="*/ 14950 w 671482"/>
                  <a:gd name="connsiteY2" fmla="*/ 42979 h 85990"/>
                  <a:gd name="connsiteX3" fmla="*/ 23654 w 671482"/>
                  <a:gd name="connsiteY3" fmla="*/ 62494 h 85990"/>
                  <a:gd name="connsiteX4" fmla="*/ 43548 w 671482"/>
                  <a:gd name="connsiteY4" fmla="*/ 71032 h 85990"/>
                  <a:gd name="connsiteX5" fmla="*/ 627938 w 671482"/>
                  <a:gd name="connsiteY5" fmla="*/ 71032 h 85990"/>
                  <a:gd name="connsiteX6" fmla="*/ 649075 w 671482"/>
                  <a:gd name="connsiteY6" fmla="*/ 62494 h 85990"/>
                  <a:gd name="connsiteX7" fmla="*/ 657779 w 671482"/>
                  <a:gd name="connsiteY7" fmla="*/ 42979 h 85990"/>
                  <a:gd name="connsiteX8" fmla="*/ 649075 w 671482"/>
                  <a:gd name="connsiteY8" fmla="*/ 22243 h 85990"/>
                  <a:gd name="connsiteX9" fmla="*/ 627938 w 671482"/>
                  <a:gd name="connsiteY9" fmla="*/ 13705 h 85990"/>
                  <a:gd name="connsiteX10" fmla="*/ 43522 w 671482"/>
                  <a:gd name="connsiteY10" fmla="*/ 0 h 85990"/>
                  <a:gd name="connsiteX11" fmla="*/ 627960 w 671482"/>
                  <a:gd name="connsiteY11" fmla="*/ 0 h 85990"/>
                  <a:gd name="connsiteX12" fmla="*/ 659047 w 671482"/>
                  <a:gd name="connsiteY12" fmla="*/ 12285 h 85990"/>
                  <a:gd name="connsiteX13" fmla="*/ 671482 w 671482"/>
                  <a:gd name="connsiteY13" fmla="*/ 42995 h 85990"/>
                  <a:gd name="connsiteX14" fmla="*/ 659047 w 671482"/>
                  <a:gd name="connsiteY14" fmla="*/ 72478 h 85990"/>
                  <a:gd name="connsiteX15" fmla="*/ 627960 w 671482"/>
                  <a:gd name="connsiteY15" fmla="*/ 85990 h 85990"/>
                  <a:gd name="connsiteX16" fmla="*/ 43522 w 671482"/>
                  <a:gd name="connsiteY16" fmla="*/ 85990 h 85990"/>
                  <a:gd name="connsiteX17" fmla="*/ 13679 w 671482"/>
                  <a:gd name="connsiteY17" fmla="*/ 72478 h 85990"/>
                  <a:gd name="connsiteX18" fmla="*/ 0 w 671482"/>
                  <a:gd name="connsiteY18" fmla="*/ 42995 h 85990"/>
                  <a:gd name="connsiteX19" fmla="*/ 13679 w 671482"/>
                  <a:gd name="connsiteY19" fmla="*/ 12285 h 85990"/>
                  <a:gd name="connsiteX20" fmla="*/ 43522 w 671482"/>
                  <a:gd name="connsiteY20" fmla="*/ 0 h 85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71482" h="85990">
                    <a:moveTo>
                      <a:pt x="43548" y="13705"/>
                    </a:moveTo>
                    <a:cubicBezTo>
                      <a:pt x="36088" y="13705"/>
                      <a:pt x="28627" y="17364"/>
                      <a:pt x="23654" y="22243"/>
                    </a:cubicBezTo>
                    <a:cubicBezTo>
                      <a:pt x="17437" y="28342"/>
                      <a:pt x="14950" y="35660"/>
                      <a:pt x="14950" y="42979"/>
                    </a:cubicBezTo>
                    <a:cubicBezTo>
                      <a:pt x="14950" y="50297"/>
                      <a:pt x="17437" y="57615"/>
                      <a:pt x="23654" y="62494"/>
                    </a:cubicBezTo>
                    <a:cubicBezTo>
                      <a:pt x="28627" y="68593"/>
                      <a:pt x="36088" y="71032"/>
                      <a:pt x="43548" y="71032"/>
                    </a:cubicBezTo>
                    <a:lnTo>
                      <a:pt x="627938" y="71032"/>
                    </a:lnTo>
                    <a:cubicBezTo>
                      <a:pt x="636641" y="71032"/>
                      <a:pt x="644102" y="68593"/>
                      <a:pt x="649075" y="62494"/>
                    </a:cubicBezTo>
                    <a:cubicBezTo>
                      <a:pt x="654049" y="57615"/>
                      <a:pt x="657779" y="51517"/>
                      <a:pt x="657779" y="42979"/>
                    </a:cubicBezTo>
                    <a:cubicBezTo>
                      <a:pt x="657779" y="35660"/>
                      <a:pt x="654049" y="28342"/>
                      <a:pt x="649075" y="22243"/>
                    </a:cubicBezTo>
                    <a:cubicBezTo>
                      <a:pt x="644102" y="17364"/>
                      <a:pt x="636641" y="13705"/>
                      <a:pt x="627938" y="13705"/>
                    </a:cubicBezTo>
                    <a:close/>
                    <a:moveTo>
                      <a:pt x="43522" y="0"/>
                    </a:moveTo>
                    <a:lnTo>
                      <a:pt x="627960" y="0"/>
                    </a:lnTo>
                    <a:cubicBezTo>
                      <a:pt x="639151" y="0"/>
                      <a:pt x="650343" y="4914"/>
                      <a:pt x="659047" y="12285"/>
                    </a:cubicBezTo>
                    <a:cubicBezTo>
                      <a:pt x="666508" y="20884"/>
                      <a:pt x="671482" y="31939"/>
                      <a:pt x="671482" y="42995"/>
                    </a:cubicBezTo>
                    <a:cubicBezTo>
                      <a:pt x="671482" y="54051"/>
                      <a:pt x="666508" y="65107"/>
                      <a:pt x="659047" y="72478"/>
                    </a:cubicBezTo>
                    <a:cubicBezTo>
                      <a:pt x="650343" y="81077"/>
                      <a:pt x="639151" y="85990"/>
                      <a:pt x="627960" y="85990"/>
                    </a:cubicBezTo>
                    <a:lnTo>
                      <a:pt x="43522" y="85990"/>
                    </a:lnTo>
                    <a:cubicBezTo>
                      <a:pt x="32331" y="85990"/>
                      <a:pt x="21139" y="81077"/>
                      <a:pt x="13679" y="72478"/>
                    </a:cubicBezTo>
                    <a:cubicBezTo>
                      <a:pt x="4974" y="65107"/>
                      <a:pt x="0" y="54051"/>
                      <a:pt x="0" y="42995"/>
                    </a:cubicBezTo>
                    <a:cubicBezTo>
                      <a:pt x="0" y="31939"/>
                      <a:pt x="4974" y="20884"/>
                      <a:pt x="13679" y="12285"/>
                    </a:cubicBezTo>
                    <a:cubicBezTo>
                      <a:pt x="21139" y="4914"/>
                      <a:pt x="32331" y="0"/>
                      <a:pt x="435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939EB193-9CFD-294C-9F1B-4DE5965A5B60}"/>
                  </a:ext>
                </a:extLst>
              </p:cNvPr>
              <p:cNvSpPr/>
              <p:nvPr/>
            </p:nvSpPr>
            <p:spPr>
              <a:xfrm>
                <a:off x="8363003" y="7335306"/>
                <a:ext cx="671482" cy="84744"/>
              </a:xfrm>
              <a:custGeom>
                <a:avLst/>
                <a:gdLst>
                  <a:gd name="connsiteX0" fmla="*/ 43548 w 671482"/>
                  <a:gd name="connsiteY0" fmla="*/ 13708 h 84744"/>
                  <a:gd name="connsiteX1" fmla="*/ 23654 w 671482"/>
                  <a:gd name="connsiteY1" fmla="*/ 22246 h 84744"/>
                  <a:gd name="connsiteX2" fmla="*/ 14950 w 671482"/>
                  <a:gd name="connsiteY2" fmla="*/ 42982 h 84744"/>
                  <a:gd name="connsiteX3" fmla="*/ 23654 w 671482"/>
                  <a:gd name="connsiteY3" fmla="*/ 62497 h 84744"/>
                  <a:gd name="connsiteX4" fmla="*/ 43548 w 671482"/>
                  <a:gd name="connsiteY4" fmla="*/ 71035 h 84744"/>
                  <a:gd name="connsiteX5" fmla="*/ 627938 w 671482"/>
                  <a:gd name="connsiteY5" fmla="*/ 71035 h 84744"/>
                  <a:gd name="connsiteX6" fmla="*/ 649075 w 671482"/>
                  <a:gd name="connsiteY6" fmla="*/ 62497 h 84744"/>
                  <a:gd name="connsiteX7" fmla="*/ 657779 w 671482"/>
                  <a:gd name="connsiteY7" fmla="*/ 42982 h 84744"/>
                  <a:gd name="connsiteX8" fmla="*/ 649075 w 671482"/>
                  <a:gd name="connsiteY8" fmla="*/ 22246 h 84744"/>
                  <a:gd name="connsiteX9" fmla="*/ 627938 w 671482"/>
                  <a:gd name="connsiteY9" fmla="*/ 13708 h 84744"/>
                  <a:gd name="connsiteX10" fmla="*/ 43522 w 671482"/>
                  <a:gd name="connsiteY10" fmla="*/ 0 h 84744"/>
                  <a:gd name="connsiteX11" fmla="*/ 627960 w 671482"/>
                  <a:gd name="connsiteY11" fmla="*/ 0 h 84744"/>
                  <a:gd name="connsiteX12" fmla="*/ 659047 w 671482"/>
                  <a:gd name="connsiteY12" fmla="*/ 12282 h 84744"/>
                  <a:gd name="connsiteX13" fmla="*/ 671482 w 671482"/>
                  <a:gd name="connsiteY13" fmla="*/ 42986 h 84744"/>
                  <a:gd name="connsiteX14" fmla="*/ 659047 w 671482"/>
                  <a:gd name="connsiteY14" fmla="*/ 72463 h 84744"/>
                  <a:gd name="connsiteX15" fmla="*/ 627960 w 671482"/>
                  <a:gd name="connsiteY15" fmla="*/ 84744 h 84744"/>
                  <a:gd name="connsiteX16" fmla="*/ 43522 w 671482"/>
                  <a:gd name="connsiteY16" fmla="*/ 84744 h 84744"/>
                  <a:gd name="connsiteX17" fmla="*/ 13679 w 671482"/>
                  <a:gd name="connsiteY17" fmla="*/ 72463 h 84744"/>
                  <a:gd name="connsiteX18" fmla="*/ 0 w 671482"/>
                  <a:gd name="connsiteY18" fmla="*/ 42986 h 84744"/>
                  <a:gd name="connsiteX19" fmla="*/ 13679 w 671482"/>
                  <a:gd name="connsiteY19" fmla="*/ 12282 h 84744"/>
                  <a:gd name="connsiteX20" fmla="*/ 43522 w 671482"/>
                  <a:gd name="connsiteY20" fmla="*/ 0 h 84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71482" h="84744">
                    <a:moveTo>
                      <a:pt x="43548" y="13708"/>
                    </a:moveTo>
                    <a:cubicBezTo>
                      <a:pt x="36088" y="13708"/>
                      <a:pt x="28627" y="17367"/>
                      <a:pt x="23654" y="22246"/>
                    </a:cubicBezTo>
                    <a:cubicBezTo>
                      <a:pt x="17437" y="28345"/>
                      <a:pt x="14950" y="35663"/>
                      <a:pt x="14950" y="42982"/>
                    </a:cubicBezTo>
                    <a:cubicBezTo>
                      <a:pt x="14950" y="50300"/>
                      <a:pt x="17437" y="57618"/>
                      <a:pt x="23654" y="62497"/>
                    </a:cubicBezTo>
                    <a:cubicBezTo>
                      <a:pt x="28627" y="68596"/>
                      <a:pt x="36088" y="71035"/>
                      <a:pt x="43548" y="71035"/>
                    </a:cubicBezTo>
                    <a:lnTo>
                      <a:pt x="627938" y="71035"/>
                    </a:lnTo>
                    <a:cubicBezTo>
                      <a:pt x="636641" y="71035"/>
                      <a:pt x="644102" y="68596"/>
                      <a:pt x="649075" y="62497"/>
                    </a:cubicBezTo>
                    <a:cubicBezTo>
                      <a:pt x="654049" y="57618"/>
                      <a:pt x="657779" y="50300"/>
                      <a:pt x="657779" y="42982"/>
                    </a:cubicBezTo>
                    <a:cubicBezTo>
                      <a:pt x="657779" y="35663"/>
                      <a:pt x="654049" y="28345"/>
                      <a:pt x="649075" y="22246"/>
                    </a:cubicBezTo>
                    <a:cubicBezTo>
                      <a:pt x="644102" y="17367"/>
                      <a:pt x="636641" y="13708"/>
                      <a:pt x="627938" y="13708"/>
                    </a:cubicBezTo>
                    <a:close/>
                    <a:moveTo>
                      <a:pt x="43522" y="0"/>
                    </a:moveTo>
                    <a:lnTo>
                      <a:pt x="627960" y="0"/>
                    </a:lnTo>
                    <a:cubicBezTo>
                      <a:pt x="639151" y="0"/>
                      <a:pt x="650343" y="4913"/>
                      <a:pt x="659047" y="12282"/>
                    </a:cubicBezTo>
                    <a:cubicBezTo>
                      <a:pt x="666508" y="19651"/>
                      <a:pt x="671482" y="31933"/>
                      <a:pt x="671482" y="42986"/>
                    </a:cubicBezTo>
                    <a:cubicBezTo>
                      <a:pt x="671482" y="54040"/>
                      <a:pt x="666508" y="63865"/>
                      <a:pt x="659047" y="72463"/>
                    </a:cubicBezTo>
                    <a:cubicBezTo>
                      <a:pt x="650343" y="81060"/>
                      <a:pt x="639151" y="84744"/>
                      <a:pt x="627960" y="84744"/>
                    </a:cubicBezTo>
                    <a:lnTo>
                      <a:pt x="43522" y="84744"/>
                    </a:lnTo>
                    <a:cubicBezTo>
                      <a:pt x="32331" y="84744"/>
                      <a:pt x="21139" y="81060"/>
                      <a:pt x="13679" y="72463"/>
                    </a:cubicBezTo>
                    <a:cubicBezTo>
                      <a:pt x="4974" y="63865"/>
                      <a:pt x="0" y="54040"/>
                      <a:pt x="0" y="42986"/>
                    </a:cubicBezTo>
                    <a:cubicBezTo>
                      <a:pt x="0" y="31933"/>
                      <a:pt x="4974" y="19651"/>
                      <a:pt x="13679" y="12282"/>
                    </a:cubicBezTo>
                    <a:cubicBezTo>
                      <a:pt x="21139" y="4913"/>
                      <a:pt x="32331" y="0"/>
                      <a:pt x="435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F7CAECB7-804D-714A-9E24-01BA013C2F01}"/>
                  </a:ext>
                </a:extLst>
              </p:cNvPr>
              <p:cNvSpPr/>
              <p:nvPr/>
            </p:nvSpPr>
            <p:spPr>
              <a:xfrm>
                <a:off x="8025394" y="7175788"/>
                <a:ext cx="1009091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1" h="12">
                    <a:moveTo>
                      <a:pt x="805" y="12"/>
                    </a:moveTo>
                    <a:lnTo>
                      <a:pt x="5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805" y="0"/>
                    </a:lnTo>
                    <a:cubicBezTo>
                      <a:pt x="808" y="0"/>
                      <a:pt x="811" y="2"/>
                      <a:pt x="811" y="6"/>
                    </a:cubicBezTo>
                    <a:cubicBezTo>
                      <a:pt x="811" y="9"/>
                      <a:pt x="808" y="12"/>
                      <a:pt x="805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1316D762-4349-4543-90D8-3939F4DAD9D8}"/>
                  </a:ext>
                </a:extLst>
              </p:cNvPr>
              <p:cNvSpPr/>
              <p:nvPr/>
            </p:nvSpPr>
            <p:spPr>
              <a:xfrm>
                <a:off x="6343575" y="4071428"/>
                <a:ext cx="1210910" cy="7489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73" h="602">
                    <a:moveTo>
                      <a:pt x="627" y="602"/>
                    </a:moveTo>
                    <a:lnTo>
                      <a:pt x="0" y="527"/>
                    </a:lnTo>
                    <a:lnTo>
                      <a:pt x="346" y="0"/>
                    </a:lnTo>
                    <a:lnTo>
                      <a:pt x="973" y="75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BD52AC3E-6CF4-4C4F-9FFD-D04490F7D002}"/>
                  </a:ext>
                </a:extLst>
              </p:cNvPr>
              <p:cNvSpPr/>
              <p:nvPr/>
            </p:nvSpPr>
            <p:spPr>
              <a:xfrm>
                <a:off x="6336411" y="4065200"/>
                <a:ext cx="1225235" cy="761446"/>
              </a:xfrm>
              <a:custGeom>
                <a:avLst/>
                <a:gdLst>
                  <a:gd name="connsiteX0" fmla="*/ 441503 w 1225235"/>
                  <a:gd name="connsiteY0" fmla="*/ 14951 h 761446"/>
                  <a:gd name="connsiteX1" fmla="*/ 19622 w 1225235"/>
                  <a:gd name="connsiteY1" fmla="*/ 655670 h 761446"/>
                  <a:gd name="connsiteX2" fmla="*/ 783736 w 1225235"/>
                  <a:gd name="connsiteY2" fmla="*/ 747734 h 761446"/>
                  <a:gd name="connsiteX3" fmla="*/ 1205616 w 1225235"/>
                  <a:gd name="connsiteY3" fmla="*/ 105771 h 761446"/>
                  <a:gd name="connsiteX4" fmla="*/ 439007 w 1225235"/>
                  <a:gd name="connsiteY4" fmla="*/ 0 h 761446"/>
                  <a:gd name="connsiteX5" fmla="*/ 1219324 w 1225235"/>
                  <a:gd name="connsiteY5" fmla="*/ 93315 h 761446"/>
                  <a:gd name="connsiteX6" fmla="*/ 1224302 w 1225235"/>
                  <a:gd name="connsiteY6" fmla="*/ 97047 h 761446"/>
                  <a:gd name="connsiteX7" fmla="*/ 1224302 w 1225235"/>
                  <a:gd name="connsiteY7" fmla="*/ 103268 h 761446"/>
                  <a:gd name="connsiteX8" fmla="*/ 793696 w 1225235"/>
                  <a:gd name="connsiteY8" fmla="*/ 758958 h 761446"/>
                  <a:gd name="connsiteX9" fmla="*/ 787474 w 1225235"/>
                  <a:gd name="connsiteY9" fmla="*/ 761446 h 761446"/>
                  <a:gd name="connsiteX10" fmla="*/ 786229 w 1225235"/>
                  <a:gd name="connsiteY10" fmla="*/ 761446 h 761446"/>
                  <a:gd name="connsiteX11" fmla="*/ 5912 w 1225235"/>
                  <a:gd name="connsiteY11" fmla="*/ 669376 h 761446"/>
                  <a:gd name="connsiteX12" fmla="*/ 934 w 1225235"/>
                  <a:gd name="connsiteY12" fmla="*/ 664399 h 761446"/>
                  <a:gd name="connsiteX13" fmla="*/ 934 w 1225235"/>
                  <a:gd name="connsiteY13" fmla="*/ 656934 h 761446"/>
                  <a:gd name="connsiteX14" fmla="*/ 432784 w 1225235"/>
                  <a:gd name="connsiteY14" fmla="*/ 3733 h 761446"/>
                  <a:gd name="connsiteX15" fmla="*/ 439007 w 1225235"/>
                  <a:gd name="connsiteY15" fmla="*/ 0 h 761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25235" h="761446">
                    <a:moveTo>
                      <a:pt x="441503" y="14951"/>
                    </a:moveTo>
                    <a:lnTo>
                      <a:pt x="19622" y="655670"/>
                    </a:lnTo>
                    <a:lnTo>
                      <a:pt x="783736" y="747734"/>
                    </a:lnTo>
                    <a:lnTo>
                      <a:pt x="1205616" y="105771"/>
                    </a:lnTo>
                    <a:close/>
                    <a:moveTo>
                      <a:pt x="439007" y="0"/>
                    </a:moveTo>
                    <a:lnTo>
                      <a:pt x="1219324" y="93315"/>
                    </a:lnTo>
                    <a:cubicBezTo>
                      <a:pt x="1221813" y="93315"/>
                      <a:pt x="1224302" y="94559"/>
                      <a:pt x="1224302" y="97047"/>
                    </a:cubicBezTo>
                    <a:cubicBezTo>
                      <a:pt x="1225547" y="99536"/>
                      <a:pt x="1225547" y="102024"/>
                      <a:pt x="1224302" y="103268"/>
                    </a:cubicBezTo>
                    <a:lnTo>
                      <a:pt x="793696" y="758958"/>
                    </a:lnTo>
                    <a:cubicBezTo>
                      <a:pt x="791207" y="760202"/>
                      <a:pt x="789963" y="761446"/>
                      <a:pt x="787474" y="761446"/>
                    </a:cubicBezTo>
                    <a:lnTo>
                      <a:pt x="786229" y="761446"/>
                    </a:lnTo>
                    <a:lnTo>
                      <a:pt x="5912" y="669376"/>
                    </a:lnTo>
                    <a:cubicBezTo>
                      <a:pt x="3423" y="668132"/>
                      <a:pt x="2178" y="666888"/>
                      <a:pt x="934" y="664399"/>
                    </a:cubicBezTo>
                    <a:cubicBezTo>
                      <a:pt x="-311" y="663155"/>
                      <a:pt x="-311" y="659422"/>
                      <a:pt x="934" y="656934"/>
                    </a:cubicBezTo>
                    <a:lnTo>
                      <a:pt x="432784" y="3733"/>
                    </a:lnTo>
                    <a:cubicBezTo>
                      <a:pt x="432784" y="1244"/>
                      <a:pt x="436518" y="0"/>
                      <a:pt x="4390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50E2B809-7DD5-BD47-9DA0-762518FB836F}"/>
                  </a:ext>
                </a:extLst>
              </p:cNvPr>
              <p:cNvSpPr/>
              <p:nvPr/>
            </p:nvSpPr>
            <p:spPr>
              <a:xfrm>
                <a:off x="6582767" y="4756857"/>
                <a:ext cx="671482" cy="3701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0" h="298">
                    <a:moveTo>
                      <a:pt x="0" y="0"/>
                    </a:moveTo>
                    <a:lnTo>
                      <a:pt x="76" y="236"/>
                    </a:lnTo>
                    <a:lnTo>
                      <a:pt x="540" y="298"/>
                    </a:lnTo>
                    <a:lnTo>
                      <a:pt x="435" y="52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CF314DE0-2708-4243-864D-9C38F94B93A9}"/>
                  </a:ext>
                </a:extLst>
              </p:cNvPr>
              <p:cNvSpPr/>
              <p:nvPr/>
            </p:nvSpPr>
            <p:spPr>
              <a:xfrm>
                <a:off x="6575292" y="4749377"/>
                <a:ext cx="686431" cy="383839"/>
              </a:xfrm>
              <a:custGeom>
                <a:avLst/>
                <a:gdLst>
                  <a:gd name="connsiteX0" fmla="*/ 17441 w 686431"/>
                  <a:gd name="connsiteY0" fmla="*/ 16200 h 383839"/>
                  <a:gd name="connsiteX1" fmla="*/ 108210 w 686431"/>
                  <a:gd name="connsiteY1" fmla="*/ 293128 h 383839"/>
                  <a:gd name="connsiteX2" fmla="*/ 667744 w 686431"/>
                  <a:gd name="connsiteY2" fmla="*/ 367637 h 383839"/>
                  <a:gd name="connsiteX3" fmla="*/ 543403 w 686431"/>
                  <a:gd name="connsiteY3" fmla="*/ 78292 h 383839"/>
                  <a:gd name="connsiteX4" fmla="*/ 8705 w 686431"/>
                  <a:gd name="connsiteY4" fmla="*/ 0 h 383839"/>
                  <a:gd name="connsiteX5" fmla="*/ 549642 w 686431"/>
                  <a:gd name="connsiteY5" fmla="*/ 64595 h 383839"/>
                  <a:gd name="connsiteX6" fmla="*/ 554617 w 686431"/>
                  <a:gd name="connsiteY6" fmla="*/ 68321 h 383839"/>
                  <a:gd name="connsiteX7" fmla="*/ 686431 w 686431"/>
                  <a:gd name="connsiteY7" fmla="*/ 373902 h 383839"/>
                  <a:gd name="connsiteX8" fmla="*/ 685188 w 686431"/>
                  <a:gd name="connsiteY8" fmla="*/ 381355 h 383839"/>
                  <a:gd name="connsiteX9" fmla="*/ 678970 w 686431"/>
                  <a:gd name="connsiteY9" fmla="*/ 383839 h 383839"/>
                  <a:gd name="connsiteX10" fmla="*/ 677726 w 686431"/>
                  <a:gd name="connsiteY10" fmla="*/ 383839 h 383839"/>
                  <a:gd name="connsiteX11" fmla="*/ 101970 w 686431"/>
                  <a:gd name="connsiteY11" fmla="*/ 306823 h 383839"/>
                  <a:gd name="connsiteX12" fmla="*/ 95752 w 686431"/>
                  <a:gd name="connsiteY12" fmla="*/ 303096 h 383839"/>
                  <a:gd name="connsiteX13" fmla="*/ 0 w 686431"/>
                  <a:gd name="connsiteY13" fmla="*/ 9938 h 383839"/>
                  <a:gd name="connsiteX14" fmla="*/ 1244 w 686431"/>
                  <a:gd name="connsiteY14" fmla="*/ 2485 h 383839"/>
                  <a:gd name="connsiteX15" fmla="*/ 8705 w 686431"/>
                  <a:gd name="connsiteY15" fmla="*/ 0 h 383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86431" h="383839">
                    <a:moveTo>
                      <a:pt x="17441" y="16200"/>
                    </a:moveTo>
                    <a:lnTo>
                      <a:pt x="108210" y="293128"/>
                    </a:lnTo>
                    <a:lnTo>
                      <a:pt x="667744" y="367637"/>
                    </a:lnTo>
                    <a:lnTo>
                      <a:pt x="543403" y="78292"/>
                    </a:lnTo>
                    <a:close/>
                    <a:moveTo>
                      <a:pt x="8705" y="0"/>
                    </a:moveTo>
                    <a:lnTo>
                      <a:pt x="549642" y="64595"/>
                    </a:lnTo>
                    <a:cubicBezTo>
                      <a:pt x="552130" y="64595"/>
                      <a:pt x="553373" y="65837"/>
                      <a:pt x="554617" y="68321"/>
                    </a:cubicBezTo>
                    <a:lnTo>
                      <a:pt x="686431" y="373902"/>
                    </a:lnTo>
                    <a:cubicBezTo>
                      <a:pt x="686431" y="376386"/>
                      <a:pt x="686431" y="378870"/>
                      <a:pt x="685188" y="381355"/>
                    </a:cubicBezTo>
                    <a:cubicBezTo>
                      <a:pt x="683944" y="382597"/>
                      <a:pt x="681457" y="383839"/>
                      <a:pt x="678970" y="383839"/>
                    </a:cubicBezTo>
                    <a:lnTo>
                      <a:pt x="677726" y="383839"/>
                    </a:lnTo>
                    <a:lnTo>
                      <a:pt x="101970" y="306823"/>
                    </a:lnTo>
                    <a:cubicBezTo>
                      <a:pt x="99483" y="306823"/>
                      <a:pt x="96996" y="304339"/>
                      <a:pt x="95752" y="303096"/>
                    </a:cubicBezTo>
                    <a:lnTo>
                      <a:pt x="0" y="9938"/>
                    </a:lnTo>
                    <a:cubicBezTo>
                      <a:pt x="0" y="7453"/>
                      <a:pt x="0" y="3727"/>
                      <a:pt x="1244" y="2485"/>
                    </a:cubicBezTo>
                    <a:cubicBezTo>
                      <a:pt x="2487" y="0"/>
                      <a:pt x="6218" y="0"/>
                      <a:pt x="87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94BCE2E9-6AF4-5B42-AB7E-6E6ED062D5FC}"/>
                  </a:ext>
                </a:extLst>
              </p:cNvPr>
              <p:cNvSpPr/>
              <p:nvPr/>
            </p:nvSpPr>
            <p:spPr>
              <a:xfrm>
                <a:off x="7117212" y="4330647"/>
                <a:ext cx="489596" cy="80257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4" h="645">
                    <a:moveTo>
                      <a:pt x="394" y="216"/>
                    </a:moveTo>
                    <a:lnTo>
                      <a:pt x="266" y="4"/>
                    </a:lnTo>
                    <a:cubicBezTo>
                      <a:pt x="265" y="2"/>
                      <a:pt x="263" y="0"/>
                      <a:pt x="261" y="0"/>
                    </a:cubicBezTo>
                    <a:cubicBezTo>
                      <a:pt x="259" y="0"/>
                      <a:pt x="257" y="2"/>
                      <a:pt x="256" y="4"/>
                    </a:cubicBezTo>
                    <a:lnTo>
                      <a:pt x="1" y="390"/>
                    </a:lnTo>
                    <a:cubicBezTo>
                      <a:pt x="0" y="392"/>
                      <a:pt x="0" y="394"/>
                      <a:pt x="1" y="395"/>
                    </a:cubicBezTo>
                    <a:lnTo>
                      <a:pt x="106" y="641"/>
                    </a:lnTo>
                    <a:cubicBezTo>
                      <a:pt x="107" y="644"/>
                      <a:pt x="109" y="645"/>
                      <a:pt x="110" y="645"/>
                    </a:cubicBezTo>
                    <a:cubicBezTo>
                      <a:pt x="111" y="645"/>
                      <a:pt x="111" y="645"/>
                      <a:pt x="111" y="645"/>
                    </a:cubicBezTo>
                    <a:cubicBezTo>
                      <a:pt x="113" y="645"/>
                      <a:pt x="115" y="644"/>
                      <a:pt x="116" y="643"/>
                    </a:cubicBezTo>
                    <a:lnTo>
                      <a:pt x="394" y="222"/>
                    </a:lnTo>
                    <a:cubicBezTo>
                      <a:pt x="395" y="221"/>
                      <a:pt x="395" y="218"/>
                      <a:pt x="394" y="2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F647286A-A9EB-8749-A929-EE5F18C976B9}"/>
                  </a:ext>
                </a:extLst>
              </p:cNvPr>
              <p:cNvSpPr/>
              <p:nvPr/>
            </p:nvSpPr>
            <p:spPr>
              <a:xfrm>
                <a:off x="6890477" y="4387973"/>
                <a:ext cx="117104" cy="1171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5" h="95">
                    <a:moveTo>
                      <a:pt x="48" y="0"/>
                    </a:moveTo>
                    <a:cubicBezTo>
                      <a:pt x="22" y="0"/>
                      <a:pt x="0" y="21"/>
                      <a:pt x="0" y="47"/>
                    </a:cubicBezTo>
                    <a:cubicBezTo>
                      <a:pt x="0" y="73"/>
                      <a:pt x="22" y="95"/>
                      <a:pt x="48" y="95"/>
                    </a:cubicBezTo>
                    <a:cubicBezTo>
                      <a:pt x="74" y="95"/>
                      <a:pt x="95" y="73"/>
                      <a:pt x="95" y="47"/>
                    </a:cubicBezTo>
                    <a:cubicBezTo>
                      <a:pt x="95" y="21"/>
                      <a:pt x="74" y="0"/>
                      <a:pt x="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A3213094-BF03-E244-98BB-1B20F4C552D2}"/>
                  </a:ext>
                </a:extLst>
              </p:cNvPr>
              <p:cNvSpPr/>
              <p:nvPr/>
            </p:nvSpPr>
            <p:spPr>
              <a:xfrm>
                <a:off x="6745966" y="4439069"/>
                <a:ext cx="209293" cy="8524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9" h="685">
                    <a:moveTo>
                      <a:pt x="5" y="685"/>
                    </a:moveTo>
                    <a:cubicBezTo>
                      <a:pt x="2" y="685"/>
                      <a:pt x="0" y="682"/>
                      <a:pt x="0" y="679"/>
                    </a:cubicBezTo>
                    <a:lnTo>
                      <a:pt x="0" y="271"/>
                    </a:lnTo>
                    <a:cubicBezTo>
                      <a:pt x="0" y="270"/>
                      <a:pt x="0" y="269"/>
                      <a:pt x="1" y="268"/>
                    </a:cubicBezTo>
                    <a:lnTo>
                      <a:pt x="159" y="3"/>
                    </a:lnTo>
                    <a:cubicBezTo>
                      <a:pt x="160" y="0"/>
                      <a:pt x="164" y="0"/>
                      <a:pt x="166" y="1"/>
                    </a:cubicBezTo>
                    <a:cubicBezTo>
                      <a:pt x="169" y="3"/>
                      <a:pt x="170" y="6"/>
                      <a:pt x="169" y="9"/>
                    </a:cubicBezTo>
                    <a:lnTo>
                      <a:pt x="12" y="273"/>
                    </a:lnTo>
                    <a:lnTo>
                      <a:pt x="12" y="679"/>
                    </a:lnTo>
                    <a:cubicBezTo>
                      <a:pt x="12" y="682"/>
                      <a:pt x="8" y="685"/>
                      <a:pt x="5" y="6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824DE845-09AB-A34F-BF55-3D913FEDB588}"/>
                  </a:ext>
                </a:extLst>
              </p:cNvPr>
              <p:cNvSpPr/>
              <p:nvPr/>
            </p:nvSpPr>
            <p:spPr>
              <a:xfrm>
                <a:off x="6669972" y="5190545"/>
                <a:ext cx="164445" cy="1657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3" h="134">
                    <a:moveTo>
                      <a:pt x="104" y="28"/>
                    </a:moveTo>
                    <a:cubicBezTo>
                      <a:pt x="99" y="11"/>
                      <a:pt x="84" y="0"/>
                      <a:pt x="66" y="0"/>
                    </a:cubicBezTo>
                    <a:cubicBezTo>
                      <a:pt x="49" y="0"/>
                      <a:pt x="34" y="11"/>
                      <a:pt x="30" y="28"/>
                    </a:cubicBezTo>
                    <a:lnTo>
                      <a:pt x="0" y="134"/>
                    </a:lnTo>
                    <a:lnTo>
                      <a:pt x="66" y="134"/>
                    </a:lnTo>
                    <a:lnTo>
                      <a:pt x="133" y="134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7E51D5E0-11D7-FE41-A2BF-7CE541D15D44}"/>
                  </a:ext>
                </a:extLst>
              </p:cNvPr>
              <p:cNvSpPr/>
              <p:nvPr/>
            </p:nvSpPr>
            <p:spPr>
              <a:xfrm>
                <a:off x="6662498" y="5181822"/>
                <a:ext cx="178697" cy="181949"/>
              </a:xfrm>
              <a:custGeom>
                <a:avLst/>
                <a:gdLst>
                  <a:gd name="connsiteX0" fmla="*/ 89085 w 178697"/>
                  <a:gd name="connsiteY0" fmla="*/ 14951 h 181949"/>
                  <a:gd name="connsiteX1" fmla="*/ 50793 w 178697"/>
                  <a:gd name="connsiteY1" fmla="*/ 44618 h 181949"/>
                  <a:gd name="connsiteX2" fmla="*/ 17441 w 178697"/>
                  <a:gd name="connsiteY2" fmla="*/ 166991 h 181949"/>
                  <a:gd name="connsiteX3" fmla="*/ 163199 w 178697"/>
                  <a:gd name="connsiteY3" fmla="*/ 166991 h 181949"/>
                  <a:gd name="connsiteX4" fmla="*/ 128613 w 178697"/>
                  <a:gd name="connsiteY4" fmla="*/ 44618 h 181949"/>
                  <a:gd name="connsiteX5" fmla="*/ 89085 w 178697"/>
                  <a:gd name="connsiteY5" fmla="*/ 14951 h 181949"/>
                  <a:gd name="connsiteX6" fmla="*/ 89074 w 178697"/>
                  <a:gd name="connsiteY6" fmla="*/ 0 h 181949"/>
                  <a:gd name="connsiteX7" fmla="*/ 142271 w 178697"/>
                  <a:gd name="connsiteY7" fmla="*/ 40846 h 181949"/>
                  <a:gd name="connsiteX8" fmla="*/ 178148 w 178697"/>
                  <a:gd name="connsiteY8" fmla="*/ 172047 h 181949"/>
                  <a:gd name="connsiteX9" fmla="*/ 178148 w 178697"/>
                  <a:gd name="connsiteY9" fmla="*/ 178236 h 181949"/>
                  <a:gd name="connsiteX10" fmla="*/ 171963 w 178697"/>
                  <a:gd name="connsiteY10" fmla="*/ 181949 h 181949"/>
                  <a:gd name="connsiteX11" fmla="*/ 7423 w 178697"/>
                  <a:gd name="connsiteY11" fmla="*/ 181949 h 181949"/>
                  <a:gd name="connsiteX12" fmla="*/ 1237 w 178697"/>
                  <a:gd name="connsiteY12" fmla="*/ 178236 h 181949"/>
                  <a:gd name="connsiteX13" fmla="*/ 0 w 178697"/>
                  <a:gd name="connsiteY13" fmla="*/ 172047 h 181949"/>
                  <a:gd name="connsiteX14" fmla="*/ 37114 w 178697"/>
                  <a:gd name="connsiteY14" fmla="*/ 40846 h 181949"/>
                  <a:gd name="connsiteX15" fmla="*/ 89074 w 178697"/>
                  <a:gd name="connsiteY15" fmla="*/ 0 h 18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78697" h="181949">
                    <a:moveTo>
                      <a:pt x="89085" y="14951"/>
                    </a:moveTo>
                    <a:cubicBezTo>
                      <a:pt x="71792" y="14951"/>
                      <a:pt x="55734" y="27312"/>
                      <a:pt x="50793" y="44618"/>
                    </a:cubicBezTo>
                    <a:lnTo>
                      <a:pt x="17441" y="166991"/>
                    </a:lnTo>
                    <a:lnTo>
                      <a:pt x="163199" y="166991"/>
                    </a:lnTo>
                    <a:lnTo>
                      <a:pt x="128613" y="44618"/>
                    </a:lnTo>
                    <a:cubicBezTo>
                      <a:pt x="124907" y="27312"/>
                      <a:pt x="107614" y="14951"/>
                      <a:pt x="89085" y="14951"/>
                    </a:cubicBezTo>
                    <a:close/>
                    <a:moveTo>
                      <a:pt x="89074" y="0"/>
                    </a:moveTo>
                    <a:cubicBezTo>
                      <a:pt x="113817" y="0"/>
                      <a:pt x="136086" y="17329"/>
                      <a:pt x="142271" y="40846"/>
                    </a:cubicBezTo>
                    <a:lnTo>
                      <a:pt x="178148" y="172047"/>
                    </a:lnTo>
                    <a:cubicBezTo>
                      <a:pt x="179385" y="174523"/>
                      <a:pt x="178148" y="176998"/>
                      <a:pt x="178148" y="178236"/>
                    </a:cubicBezTo>
                    <a:cubicBezTo>
                      <a:pt x="176911" y="180711"/>
                      <a:pt x="174437" y="181949"/>
                      <a:pt x="171963" y="181949"/>
                    </a:cubicBezTo>
                    <a:lnTo>
                      <a:pt x="7423" y="181949"/>
                    </a:lnTo>
                    <a:cubicBezTo>
                      <a:pt x="4949" y="181949"/>
                      <a:pt x="3712" y="180711"/>
                      <a:pt x="1237" y="178236"/>
                    </a:cubicBezTo>
                    <a:cubicBezTo>
                      <a:pt x="0" y="176998"/>
                      <a:pt x="0" y="174523"/>
                      <a:pt x="0" y="172047"/>
                    </a:cubicBezTo>
                    <a:lnTo>
                      <a:pt x="37114" y="40846"/>
                    </a:lnTo>
                    <a:cubicBezTo>
                      <a:pt x="43300" y="17329"/>
                      <a:pt x="65569" y="0"/>
                      <a:pt x="890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1B4D50-F039-3644-85C0-EB2E534C75BD}"/>
                </a:ext>
              </a:extLst>
            </p:cNvPr>
            <p:cNvGrpSpPr/>
            <p:nvPr/>
          </p:nvGrpSpPr>
          <p:grpSpPr>
            <a:xfrm>
              <a:off x="9776977" y="5630464"/>
              <a:ext cx="1771516" cy="107176"/>
              <a:chOff x="9776977" y="5630464"/>
              <a:chExt cx="1771516" cy="107176"/>
            </a:xfrm>
          </p:grpSpPr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47DF95F4-5910-AA4E-8274-2FFA3F2B1AD7}"/>
                  </a:ext>
                </a:extLst>
              </p:cNvPr>
              <p:cNvSpPr/>
              <p:nvPr/>
            </p:nvSpPr>
            <p:spPr>
              <a:xfrm>
                <a:off x="9783206" y="5637941"/>
                <a:ext cx="1757809" cy="922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12" h="75">
                    <a:moveTo>
                      <a:pt x="1375" y="0"/>
                    </a:moveTo>
                    <a:lnTo>
                      <a:pt x="707" y="0"/>
                    </a:lnTo>
                    <a:lnTo>
                      <a:pt x="37" y="0"/>
                    </a:lnTo>
                    <a:cubicBezTo>
                      <a:pt x="27" y="0"/>
                      <a:pt x="18" y="4"/>
                      <a:pt x="11" y="11"/>
                    </a:cubicBezTo>
                    <a:cubicBezTo>
                      <a:pt x="4" y="17"/>
                      <a:pt x="0" y="27"/>
                      <a:pt x="0" y="37"/>
                    </a:cubicBezTo>
                    <a:cubicBezTo>
                      <a:pt x="0" y="47"/>
                      <a:pt x="4" y="57"/>
                      <a:pt x="11" y="64"/>
                    </a:cubicBezTo>
                    <a:cubicBezTo>
                      <a:pt x="18" y="71"/>
                      <a:pt x="27" y="75"/>
                      <a:pt x="37" y="75"/>
                    </a:cubicBezTo>
                    <a:lnTo>
                      <a:pt x="707" y="75"/>
                    </a:lnTo>
                    <a:lnTo>
                      <a:pt x="1375" y="75"/>
                    </a:lnTo>
                    <a:cubicBezTo>
                      <a:pt x="1386" y="75"/>
                      <a:pt x="1394" y="71"/>
                      <a:pt x="1401" y="64"/>
                    </a:cubicBezTo>
                    <a:cubicBezTo>
                      <a:pt x="1408" y="57"/>
                      <a:pt x="1412" y="47"/>
                      <a:pt x="1412" y="37"/>
                    </a:cubicBezTo>
                    <a:cubicBezTo>
                      <a:pt x="1412" y="27"/>
                      <a:pt x="1408" y="17"/>
                      <a:pt x="1401" y="11"/>
                    </a:cubicBezTo>
                    <a:cubicBezTo>
                      <a:pt x="1394" y="4"/>
                      <a:pt x="1386" y="0"/>
                      <a:pt x="137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39EFFA6D-D490-B949-B22B-73E139577351}"/>
                  </a:ext>
                </a:extLst>
              </p:cNvPr>
              <p:cNvSpPr/>
              <p:nvPr/>
            </p:nvSpPr>
            <p:spPr>
              <a:xfrm>
                <a:off x="9776977" y="5630464"/>
                <a:ext cx="1771516" cy="107176"/>
              </a:xfrm>
              <a:custGeom>
                <a:avLst/>
                <a:gdLst>
                  <a:gd name="connsiteX0" fmla="*/ 52296 w 1771516"/>
                  <a:gd name="connsiteY0" fmla="*/ 14955 h 107176"/>
                  <a:gd name="connsiteX1" fmla="*/ 24908 w 1771516"/>
                  <a:gd name="connsiteY1" fmla="*/ 25993 h 107176"/>
                  <a:gd name="connsiteX2" fmla="*/ 13704 w 1771516"/>
                  <a:gd name="connsiteY2" fmla="*/ 52975 h 107176"/>
                  <a:gd name="connsiteX3" fmla="*/ 24908 w 1771516"/>
                  <a:gd name="connsiteY3" fmla="*/ 81183 h 107176"/>
                  <a:gd name="connsiteX4" fmla="*/ 52296 w 1771516"/>
                  <a:gd name="connsiteY4" fmla="*/ 92221 h 107176"/>
                  <a:gd name="connsiteX5" fmla="*/ 1717972 w 1771516"/>
                  <a:gd name="connsiteY5" fmla="*/ 92221 h 107176"/>
                  <a:gd name="connsiteX6" fmla="*/ 1745360 w 1771516"/>
                  <a:gd name="connsiteY6" fmla="*/ 81183 h 107176"/>
                  <a:gd name="connsiteX7" fmla="*/ 1757809 w 1771516"/>
                  <a:gd name="connsiteY7" fmla="*/ 52975 h 107176"/>
                  <a:gd name="connsiteX8" fmla="*/ 1745360 w 1771516"/>
                  <a:gd name="connsiteY8" fmla="*/ 25993 h 107176"/>
                  <a:gd name="connsiteX9" fmla="*/ 1717972 w 1771516"/>
                  <a:gd name="connsiteY9" fmla="*/ 14955 h 107176"/>
                  <a:gd name="connsiteX10" fmla="*/ 52286 w 1771516"/>
                  <a:gd name="connsiteY10" fmla="*/ 0 h 107176"/>
                  <a:gd name="connsiteX11" fmla="*/ 1717985 w 1771516"/>
                  <a:gd name="connsiteY11" fmla="*/ 0 h 107176"/>
                  <a:gd name="connsiteX12" fmla="*/ 1755332 w 1771516"/>
                  <a:gd name="connsiteY12" fmla="*/ 16015 h 107176"/>
                  <a:gd name="connsiteX13" fmla="*/ 1771516 w 1771516"/>
                  <a:gd name="connsiteY13" fmla="*/ 52972 h 107176"/>
                  <a:gd name="connsiteX14" fmla="*/ 1755332 w 1771516"/>
                  <a:gd name="connsiteY14" fmla="*/ 91161 h 107176"/>
                  <a:gd name="connsiteX15" fmla="*/ 1717985 w 1771516"/>
                  <a:gd name="connsiteY15" fmla="*/ 107176 h 107176"/>
                  <a:gd name="connsiteX16" fmla="*/ 52286 w 1771516"/>
                  <a:gd name="connsiteY16" fmla="*/ 107176 h 107176"/>
                  <a:gd name="connsiteX17" fmla="*/ 14939 w 1771516"/>
                  <a:gd name="connsiteY17" fmla="*/ 91161 h 107176"/>
                  <a:gd name="connsiteX18" fmla="*/ 0 w 1771516"/>
                  <a:gd name="connsiteY18" fmla="*/ 52972 h 107176"/>
                  <a:gd name="connsiteX19" fmla="*/ 14939 w 1771516"/>
                  <a:gd name="connsiteY19" fmla="*/ 16015 h 107176"/>
                  <a:gd name="connsiteX20" fmla="*/ 52286 w 1771516"/>
                  <a:gd name="connsiteY20" fmla="*/ 0 h 107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771516" h="107176">
                    <a:moveTo>
                      <a:pt x="52296" y="14955"/>
                    </a:moveTo>
                    <a:cubicBezTo>
                      <a:pt x="43582" y="14955"/>
                      <a:pt x="32378" y="18635"/>
                      <a:pt x="24908" y="25993"/>
                    </a:cubicBezTo>
                    <a:cubicBezTo>
                      <a:pt x="17439" y="33352"/>
                      <a:pt x="13704" y="43163"/>
                      <a:pt x="13704" y="52975"/>
                    </a:cubicBezTo>
                    <a:cubicBezTo>
                      <a:pt x="13704" y="64013"/>
                      <a:pt x="17439" y="72598"/>
                      <a:pt x="24908" y="81183"/>
                    </a:cubicBezTo>
                    <a:cubicBezTo>
                      <a:pt x="32378" y="88542"/>
                      <a:pt x="43582" y="92221"/>
                      <a:pt x="52296" y="92221"/>
                    </a:cubicBezTo>
                    <a:lnTo>
                      <a:pt x="1717972" y="92221"/>
                    </a:lnTo>
                    <a:cubicBezTo>
                      <a:pt x="1727931" y="92221"/>
                      <a:pt x="1739135" y="88542"/>
                      <a:pt x="1745360" y="81183"/>
                    </a:cubicBezTo>
                    <a:cubicBezTo>
                      <a:pt x="1752829" y="72598"/>
                      <a:pt x="1757809" y="64013"/>
                      <a:pt x="1757809" y="52975"/>
                    </a:cubicBezTo>
                    <a:cubicBezTo>
                      <a:pt x="1757809" y="43163"/>
                      <a:pt x="1752829" y="33352"/>
                      <a:pt x="1745360" y="25993"/>
                    </a:cubicBezTo>
                    <a:cubicBezTo>
                      <a:pt x="1739135" y="18635"/>
                      <a:pt x="1727931" y="14955"/>
                      <a:pt x="1717972" y="14955"/>
                    </a:cubicBezTo>
                    <a:close/>
                    <a:moveTo>
                      <a:pt x="52286" y="0"/>
                    </a:moveTo>
                    <a:lnTo>
                      <a:pt x="1717985" y="0"/>
                    </a:lnTo>
                    <a:cubicBezTo>
                      <a:pt x="1732924" y="0"/>
                      <a:pt x="1745373" y="6160"/>
                      <a:pt x="1755332" y="16015"/>
                    </a:cubicBezTo>
                    <a:cubicBezTo>
                      <a:pt x="1766536" y="25870"/>
                      <a:pt x="1771516" y="39421"/>
                      <a:pt x="1771516" y="52972"/>
                    </a:cubicBezTo>
                    <a:cubicBezTo>
                      <a:pt x="1771516" y="67755"/>
                      <a:pt x="1766536" y="81306"/>
                      <a:pt x="1755332" y="91161"/>
                    </a:cubicBezTo>
                    <a:cubicBezTo>
                      <a:pt x="1745373" y="101017"/>
                      <a:pt x="1732924" y="107176"/>
                      <a:pt x="1717985" y="107176"/>
                    </a:cubicBezTo>
                    <a:lnTo>
                      <a:pt x="52286" y="107176"/>
                    </a:lnTo>
                    <a:cubicBezTo>
                      <a:pt x="38592" y="107176"/>
                      <a:pt x="24898" y="101017"/>
                      <a:pt x="14939" y="91161"/>
                    </a:cubicBezTo>
                    <a:cubicBezTo>
                      <a:pt x="4980" y="81306"/>
                      <a:pt x="0" y="67755"/>
                      <a:pt x="0" y="52972"/>
                    </a:cubicBezTo>
                    <a:cubicBezTo>
                      <a:pt x="0" y="39421"/>
                      <a:pt x="4980" y="25870"/>
                      <a:pt x="14939" y="16015"/>
                    </a:cubicBezTo>
                    <a:cubicBezTo>
                      <a:pt x="24898" y="6160"/>
                      <a:pt x="38592" y="0"/>
                      <a:pt x="5228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606B8324-ABAC-5140-9E74-F9C608186448}"/>
                  </a:ext>
                </a:extLst>
              </p:cNvPr>
              <p:cNvSpPr/>
              <p:nvPr/>
            </p:nvSpPr>
            <p:spPr>
              <a:xfrm>
                <a:off x="9783206" y="5637941"/>
                <a:ext cx="1213401" cy="922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75" h="75">
                    <a:moveTo>
                      <a:pt x="975" y="0"/>
                    </a:moveTo>
                    <a:lnTo>
                      <a:pt x="506" y="0"/>
                    </a:lnTo>
                    <a:lnTo>
                      <a:pt x="37" y="0"/>
                    </a:lnTo>
                    <a:cubicBezTo>
                      <a:pt x="27" y="0"/>
                      <a:pt x="18" y="4"/>
                      <a:pt x="11" y="11"/>
                    </a:cubicBezTo>
                    <a:cubicBezTo>
                      <a:pt x="4" y="17"/>
                      <a:pt x="0" y="27"/>
                      <a:pt x="0" y="37"/>
                    </a:cubicBezTo>
                    <a:cubicBezTo>
                      <a:pt x="0" y="47"/>
                      <a:pt x="4" y="57"/>
                      <a:pt x="11" y="64"/>
                    </a:cubicBezTo>
                    <a:cubicBezTo>
                      <a:pt x="18" y="71"/>
                      <a:pt x="27" y="75"/>
                      <a:pt x="37" y="75"/>
                    </a:cubicBezTo>
                    <a:lnTo>
                      <a:pt x="506" y="75"/>
                    </a:lnTo>
                    <a:lnTo>
                      <a:pt x="975" y="75"/>
                    </a:lnTo>
                    <a:lnTo>
                      <a:pt x="975" y="37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C7CD9DF8-06B4-4F47-8375-E8ED8CDD0F12}"/>
                  </a:ext>
                </a:extLst>
              </p:cNvPr>
              <p:cNvSpPr/>
              <p:nvPr/>
            </p:nvSpPr>
            <p:spPr>
              <a:xfrm>
                <a:off x="9776977" y="5630464"/>
                <a:ext cx="1225859" cy="107176"/>
              </a:xfrm>
              <a:custGeom>
                <a:avLst/>
                <a:gdLst>
                  <a:gd name="connsiteX0" fmla="*/ 52283 w 1225859"/>
                  <a:gd name="connsiteY0" fmla="*/ 14955 h 107176"/>
                  <a:gd name="connsiteX1" fmla="*/ 24904 w 1225859"/>
                  <a:gd name="connsiteY1" fmla="*/ 25993 h 107176"/>
                  <a:gd name="connsiteX2" fmla="*/ 13704 w 1225859"/>
                  <a:gd name="connsiteY2" fmla="*/ 52975 h 107176"/>
                  <a:gd name="connsiteX3" fmla="*/ 24904 w 1225859"/>
                  <a:gd name="connsiteY3" fmla="*/ 81183 h 107176"/>
                  <a:gd name="connsiteX4" fmla="*/ 52283 w 1225859"/>
                  <a:gd name="connsiteY4" fmla="*/ 92221 h 107176"/>
                  <a:gd name="connsiteX5" fmla="*/ 1212156 w 1225859"/>
                  <a:gd name="connsiteY5" fmla="*/ 92221 h 107176"/>
                  <a:gd name="connsiteX6" fmla="*/ 1212156 w 1225859"/>
                  <a:gd name="connsiteY6" fmla="*/ 14955 h 107176"/>
                  <a:gd name="connsiteX7" fmla="*/ 52270 w 1225859"/>
                  <a:gd name="connsiteY7" fmla="*/ 0 h 107176"/>
                  <a:gd name="connsiteX8" fmla="*/ 1219636 w 1225859"/>
                  <a:gd name="connsiteY8" fmla="*/ 0 h 107176"/>
                  <a:gd name="connsiteX9" fmla="*/ 1225859 w 1225859"/>
                  <a:gd name="connsiteY9" fmla="*/ 7392 h 107176"/>
                  <a:gd name="connsiteX10" fmla="*/ 1225859 w 1225859"/>
                  <a:gd name="connsiteY10" fmla="*/ 99785 h 107176"/>
                  <a:gd name="connsiteX11" fmla="*/ 1219636 w 1225859"/>
                  <a:gd name="connsiteY11" fmla="*/ 107176 h 107176"/>
                  <a:gd name="connsiteX12" fmla="*/ 52270 w 1225859"/>
                  <a:gd name="connsiteY12" fmla="*/ 107176 h 107176"/>
                  <a:gd name="connsiteX13" fmla="*/ 14934 w 1225859"/>
                  <a:gd name="connsiteY13" fmla="*/ 91161 h 107176"/>
                  <a:gd name="connsiteX14" fmla="*/ 0 w 1225859"/>
                  <a:gd name="connsiteY14" fmla="*/ 52972 h 107176"/>
                  <a:gd name="connsiteX15" fmla="*/ 14934 w 1225859"/>
                  <a:gd name="connsiteY15" fmla="*/ 16015 h 107176"/>
                  <a:gd name="connsiteX16" fmla="*/ 52270 w 1225859"/>
                  <a:gd name="connsiteY16" fmla="*/ 0 h 107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25859" h="107176">
                    <a:moveTo>
                      <a:pt x="52283" y="14955"/>
                    </a:moveTo>
                    <a:cubicBezTo>
                      <a:pt x="43572" y="14955"/>
                      <a:pt x="32371" y="18635"/>
                      <a:pt x="24904" y="25993"/>
                    </a:cubicBezTo>
                    <a:cubicBezTo>
                      <a:pt x="17437" y="33352"/>
                      <a:pt x="13704" y="43163"/>
                      <a:pt x="13704" y="52975"/>
                    </a:cubicBezTo>
                    <a:cubicBezTo>
                      <a:pt x="13704" y="64013"/>
                      <a:pt x="17437" y="72598"/>
                      <a:pt x="24904" y="81183"/>
                    </a:cubicBezTo>
                    <a:cubicBezTo>
                      <a:pt x="32371" y="88542"/>
                      <a:pt x="43572" y="92221"/>
                      <a:pt x="52283" y="92221"/>
                    </a:cubicBezTo>
                    <a:lnTo>
                      <a:pt x="1212156" y="92221"/>
                    </a:lnTo>
                    <a:lnTo>
                      <a:pt x="1212156" y="14955"/>
                    </a:lnTo>
                    <a:close/>
                    <a:moveTo>
                      <a:pt x="52270" y="0"/>
                    </a:moveTo>
                    <a:lnTo>
                      <a:pt x="1219636" y="0"/>
                    </a:lnTo>
                    <a:cubicBezTo>
                      <a:pt x="1223370" y="0"/>
                      <a:pt x="1225859" y="3696"/>
                      <a:pt x="1225859" y="7392"/>
                    </a:cubicBezTo>
                    <a:lnTo>
                      <a:pt x="1225859" y="99785"/>
                    </a:lnTo>
                    <a:cubicBezTo>
                      <a:pt x="1225859" y="103481"/>
                      <a:pt x="1223370" y="107176"/>
                      <a:pt x="1219636" y="107176"/>
                    </a:cubicBezTo>
                    <a:lnTo>
                      <a:pt x="52270" y="107176"/>
                    </a:lnTo>
                    <a:cubicBezTo>
                      <a:pt x="38580" y="107176"/>
                      <a:pt x="24891" y="101017"/>
                      <a:pt x="14934" y="91161"/>
                    </a:cubicBezTo>
                    <a:cubicBezTo>
                      <a:pt x="4978" y="81306"/>
                      <a:pt x="0" y="67755"/>
                      <a:pt x="0" y="52972"/>
                    </a:cubicBezTo>
                    <a:cubicBezTo>
                      <a:pt x="0" y="39421"/>
                      <a:pt x="4978" y="25870"/>
                      <a:pt x="14934" y="16015"/>
                    </a:cubicBezTo>
                    <a:cubicBezTo>
                      <a:pt x="24891" y="6160"/>
                      <a:pt x="38580" y="0"/>
                      <a:pt x="52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339DB5D-8FC4-2E41-87DE-7E681BFE6C20}"/>
                </a:ext>
              </a:extLst>
            </p:cNvPr>
            <p:cNvGrpSpPr/>
            <p:nvPr/>
          </p:nvGrpSpPr>
          <p:grpSpPr>
            <a:xfrm>
              <a:off x="10508257" y="5990624"/>
              <a:ext cx="549394" cy="548341"/>
              <a:chOff x="10508257" y="5990624"/>
              <a:chExt cx="549394" cy="548341"/>
            </a:xfrm>
          </p:grpSpPr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3A52EAFB-0746-BC46-A1C4-46FC13AF7E05}"/>
                  </a:ext>
                </a:extLst>
              </p:cNvPr>
              <p:cNvSpPr/>
              <p:nvPr/>
            </p:nvSpPr>
            <p:spPr>
              <a:xfrm>
                <a:off x="10515731" y="5996856"/>
                <a:ext cx="534445" cy="5358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0" h="431">
                    <a:moveTo>
                      <a:pt x="430" y="216"/>
                    </a:moveTo>
                    <a:cubicBezTo>
                      <a:pt x="430" y="334"/>
                      <a:pt x="334" y="431"/>
                      <a:pt x="215" y="431"/>
                    </a:cubicBezTo>
                    <a:cubicBezTo>
                      <a:pt x="96" y="431"/>
                      <a:pt x="0" y="334"/>
                      <a:pt x="0" y="216"/>
                    </a:cubicBezTo>
                    <a:cubicBezTo>
                      <a:pt x="0" y="97"/>
                      <a:pt x="96" y="0"/>
                      <a:pt x="215" y="0"/>
                    </a:cubicBezTo>
                    <a:cubicBezTo>
                      <a:pt x="334" y="0"/>
                      <a:pt x="430" y="97"/>
                      <a:pt x="430" y="21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24E6C472-E680-404C-A22C-8B8AF85443A4}"/>
                  </a:ext>
                </a:extLst>
              </p:cNvPr>
              <p:cNvSpPr/>
              <p:nvPr/>
            </p:nvSpPr>
            <p:spPr>
              <a:xfrm>
                <a:off x="10508257" y="5990624"/>
                <a:ext cx="549394" cy="548341"/>
              </a:xfrm>
              <a:custGeom>
                <a:avLst/>
                <a:gdLst>
                  <a:gd name="connsiteX0" fmla="*/ 274692 w 549394"/>
                  <a:gd name="connsiteY0" fmla="*/ 13709 h 548341"/>
                  <a:gd name="connsiteX1" fmla="*/ 13700 w 549394"/>
                  <a:gd name="connsiteY1" fmla="*/ 274793 h 548341"/>
                  <a:gd name="connsiteX2" fmla="*/ 274692 w 549394"/>
                  <a:gd name="connsiteY2" fmla="*/ 534633 h 548341"/>
                  <a:gd name="connsiteX3" fmla="*/ 534441 w 549394"/>
                  <a:gd name="connsiteY3" fmla="*/ 274793 h 548341"/>
                  <a:gd name="connsiteX4" fmla="*/ 274692 w 549394"/>
                  <a:gd name="connsiteY4" fmla="*/ 13709 h 548341"/>
                  <a:gd name="connsiteX5" fmla="*/ 274697 w 549394"/>
                  <a:gd name="connsiteY5" fmla="*/ 0 h 548341"/>
                  <a:gd name="connsiteX6" fmla="*/ 549394 w 549394"/>
                  <a:gd name="connsiteY6" fmla="*/ 274792 h 548341"/>
                  <a:gd name="connsiteX7" fmla="*/ 274697 w 549394"/>
                  <a:gd name="connsiteY7" fmla="*/ 548341 h 548341"/>
                  <a:gd name="connsiteX8" fmla="*/ 0 w 549394"/>
                  <a:gd name="connsiteY8" fmla="*/ 274792 h 548341"/>
                  <a:gd name="connsiteX9" fmla="*/ 274697 w 549394"/>
                  <a:gd name="connsiteY9" fmla="*/ 0 h 548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394" h="548341">
                    <a:moveTo>
                      <a:pt x="274692" y="13709"/>
                    </a:moveTo>
                    <a:cubicBezTo>
                      <a:pt x="130525" y="13709"/>
                      <a:pt x="13700" y="130575"/>
                      <a:pt x="13700" y="274793"/>
                    </a:cubicBezTo>
                    <a:cubicBezTo>
                      <a:pt x="13700" y="417767"/>
                      <a:pt x="130525" y="534633"/>
                      <a:pt x="274692" y="534633"/>
                    </a:cubicBezTo>
                    <a:cubicBezTo>
                      <a:pt x="417616" y="534633"/>
                      <a:pt x="534441" y="417767"/>
                      <a:pt x="534441" y="274793"/>
                    </a:cubicBezTo>
                    <a:cubicBezTo>
                      <a:pt x="534441" y="130575"/>
                      <a:pt x="417616" y="13709"/>
                      <a:pt x="274692" y="13709"/>
                    </a:cubicBezTo>
                    <a:close/>
                    <a:moveTo>
                      <a:pt x="274697" y="0"/>
                    </a:moveTo>
                    <a:cubicBezTo>
                      <a:pt x="426340" y="0"/>
                      <a:pt x="549394" y="123097"/>
                      <a:pt x="549394" y="274792"/>
                    </a:cubicBezTo>
                    <a:cubicBezTo>
                      <a:pt x="549394" y="425244"/>
                      <a:pt x="426340" y="548341"/>
                      <a:pt x="274697" y="548341"/>
                    </a:cubicBezTo>
                    <a:cubicBezTo>
                      <a:pt x="123054" y="548341"/>
                      <a:pt x="0" y="425244"/>
                      <a:pt x="0" y="274792"/>
                    </a:cubicBezTo>
                    <a:cubicBezTo>
                      <a:pt x="0" y="123097"/>
                      <a:pt x="123054" y="0"/>
                      <a:pt x="2746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852BC687-55DB-174B-A896-4ACA6734ED07}"/>
                  </a:ext>
                </a:extLst>
              </p:cNvPr>
              <p:cNvSpPr/>
              <p:nvPr/>
            </p:nvSpPr>
            <p:spPr>
              <a:xfrm>
                <a:off x="10747445" y="6312152"/>
                <a:ext cx="132054" cy="859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7" h="70">
                    <a:moveTo>
                      <a:pt x="55" y="69"/>
                    </a:moveTo>
                    <a:lnTo>
                      <a:pt x="25" y="61"/>
                    </a:lnTo>
                    <a:cubicBezTo>
                      <a:pt x="6" y="55"/>
                      <a:pt x="-4" y="36"/>
                      <a:pt x="1" y="18"/>
                    </a:cubicBezTo>
                    <a:lnTo>
                      <a:pt x="4" y="7"/>
                    </a:lnTo>
                    <a:cubicBezTo>
                      <a:pt x="5" y="2"/>
                      <a:pt x="10" y="-1"/>
                      <a:pt x="15" y="1"/>
                    </a:cubicBezTo>
                    <a:cubicBezTo>
                      <a:pt x="20" y="2"/>
                      <a:pt x="23" y="7"/>
                      <a:pt x="22" y="12"/>
                    </a:cubicBezTo>
                    <a:lnTo>
                      <a:pt x="19" y="23"/>
                    </a:lnTo>
                    <a:cubicBezTo>
                      <a:pt x="16" y="31"/>
                      <a:pt x="21" y="40"/>
                      <a:pt x="30" y="43"/>
                    </a:cubicBezTo>
                    <a:lnTo>
                      <a:pt x="60" y="51"/>
                    </a:lnTo>
                    <a:cubicBezTo>
                      <a:pt x="68" y="54"/>
                      <a:pt x="77" y="49"/>
                      <a:pt x="79" y="40"/>
                    </a:cubicBezTo>
                    <a:lnTo>
                      <a:pt x="89" y="10"/>
                    </a:lnTo>
                    <a:cubicBezTo>
                      <a:pt x="90" y="5"/>
                      <a:pt x="95" y="2"/>
                      <a:pt x="100" y="4"/>
                    </a:cubicBezTo>
                    <a:cubicBezTo>
                      <a:pt x="105" y="5"/>
                      <a:pt x="108" y="10"/>
                      <a:pt x="106" y="15"/>
                    </a:cubicBezTo>
                    <a:lnTo>
                      <a:pt x="97" y="46"/>
                    </a:lnTo>
                    <a:cubicBezTo>
                      <a:pt x="92" y="64"/>
                      <a:pt x="73" y="75"/>
                      <a:pt x="55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9E7F5429-1FAD-D343-96DB-0367002A8D11}"/>
                  </a:ext>
                </a:extLst>
              </p:cNvPr>
              <p:cNvSpPr/>
              <p:nvPr/>
            </p:nvSpPr>
            <p:spPr>
              <a:xfrm>
                <a:off x="10632836" y="6131448"/>
                <a:ext cx="237946" cy="1944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2" h="157">
                    <a:moveTo>
                      <a:pt x="45" y="0"/>
                    </a:moveTo>
                    <a:lnTo>
                      <a:pt x="23" y="76"/>
                    </a:lnTo>
                    <a:lnTo>
                      <a:pt x="0" y="154"/>
                    </a:lnTo>
                    <a:lnTo>
                      <a:pt x="171" y="157"/>
                    </a:lnTo>
                    <a:lnTo>
                      <a:pt x="181" y="123"/>
                    </a:lnTo>
                    <a:lnTo>
                      <a:pt x="192" y="87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45631D34-559A-AE49-81B0-B4E0FD9CA609}"/>
                  </a:ext>
                </a:extLst>
              </p:cNvPr>
              <p:cNvSpPr/>
              <p:nvPr/>
            </p:nvSpPr>
            <p:spPr>
              <a:xfrm>
                <a:off x="10625361" y="6124280"/>
                <a:ext cx="251979" cy="209058"/>
              </a:xfrm>
              <a:custGeom>
                <a:avLst/>
                <a:gdLst>
                  <a:gd name="connsiteX0" fmla="*/ 66988 w 251979"/>
                  <a:gd name="connsiteY0" fmla="*/ 17138 h 209058"/>
                  <a:gd name="connsiteX1" fmla="*/ 17438 w 251979"/>
                  <a:gd name="connsiteY1" fmla="*/ 190399 h 209058"/>
                  <a:gd name="connsiteX2" fmla="*/ 213161 w 251979"/>
                  <a:gd name="connsiteY2" fmla="*/ 195349 h 209058"/>
                  <a:gd name="connsiteX3" fmla="*/ 236697 w 251979"/>
                  <a:gd name="connsiteY3" fmla="*/ 117382 h 209058"/>
                  <a:gd name="connsiteX4" fmla="*/ 60743 w 251979"/>
                  <a:gd name="connsiteY4" fmla="*/ 930 h 209058"/>
                  <a:gd name="connsiteX5" fmla="*/ 66941 w 251979"/>
                  <a:gd name="connsiteY5" fmla="*/ 930 h 209058"/>
                  <a:gd name="connsiteX6" fmla="*/ 247931 w 251979"/>
                  <a:gd name="connsiteY6" fmla="*/ 108711 h 209058"/>
                  <a:gd name="connsiteX7" fmla="*/ 251650 w 251979"/>
                  <a:gd name="connsiteY7" fmla="*/ 117383 h 209058"/>
                  <a:gd name="connsiteX8" fmla="*/ 225617 w 251979"/>
                  <a:gd name="connsiteY8" fmla="*/ 204103 h 209058"/>
                  <a:gd name="connsiteX9" fmla="*/ 219419 w 251979"/>
                  <a:gd name="connsiteY9" fmla="*/ 209058 h 209058"/>
                  <a:gd name="connsiteX10" fmla="*/ 7438 w 251979"/>
                  <a:gd name="connsiteY10" fmla="*/ 205342 h 209058"/>
                  <a:gd name="connsiteX11" fmla="*/ 2479 w 251979"/>
                  <a:gd name="connsiteY11" fmla="*/ 201625 h 209058"/>
                  <a:gd name="connsiteX12" fmla="*/ 0 w 251979"/>
                  <a:gd name="connsiteY12" fmla="*/ 195431 h 209058"/>
                  <a:gd name="connsiteX13" fmla="*/ 57024 w 251979"/>
                  <a:gd name="connsiteY13" fmla="*/ 4647 h 209058"/>
                  <a:gd name="connsiteX14" fmla="*/ 60743 w 251979"/>
                  <a:gd name="connsiteY14" fmla="*/ 930 h 209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1979" h="209058">
                    <a:moveTo>
                      <a:pt x="66988" y="17138"/>
                    </a:moveTo>
                    <a:lnTo>
                      <a:pt x="17438" y="190399"/>
                    </a:lnTo>
                    <a:lnTo>
                      <a:pt x="213161" y="195349"/>
                    </a:lnTo>
                    <a:lnTo>
                      <a:pt x="236697" y="117382"/>
                    </a:lnTo>
                    <a:close/>
                    <a:moveTo>
                      <a:pt x="60743" y="930"/>
                    </a:moveTo>
                    <a:cubicBezTo>
                      <a:pt x="63222" y="-309"/>
                      <a:pt x="64462" y="-309"/>
                      <a:pt x="66941" y="930"/>
                    </a:cubicBezTo>
                    <a:lnTo>
                      <a:pt x="247931" y="108711"/>
                    </a:lnTo>
                    <a:cubicBezTo>
                      <a:pt x="250410" y="109950"/>
                      <a:pt x="252890" y="113666"/>
                      <a:pt x="251650" y="117383"/>
                    </a:cubicBezTo>
                    <a:lnTo>
                      <a:pt x="225617" y="204103"/>
                    </a:lnTo>
                    <a:cubicBezTo>
                      <a:pt x="225617" y="207819"/>
                      <a:pt x="221898" y="209058"/>
                      <a:pt x="219419" y="209058"/>
                    </a:cubicBezTo>
                    <a:lnTo>
                      <a:pt x="7438" y="205342"/>
                    </a:lnTo>
                    <a:cubicBezTo>
                      <a:pt x="4959" y="204103"/>
                      <a:pt x="2479" y="202864"/>
                      <a:pt x="2479" y="201625"/>
                    </a:cubicBezTo>
                    <a:cubicBezTo>
                      <a:pt x="0" y="199147"/>
                      <a:pt x="0" y="197909"/>
                      <a:pt x="0" y="195431"/>
                    </a:cubicBezTo>
                    <a:lnTo>
                      <a:pt x="57024" y="4647"/>
                    </a:lnTo>
                    <a:cubicBezTo>
                      <a:pt x="57024" y="2169"/>
                      <a:pt x="59503" y="930"/>
                      <a:pt x="60743" y="9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80059544-8C42-5D4E-A8EB-19E8CD5BC0D1}"/>
                  </a:ext>
                </a:extLst>
              </p:cNvPr>
              <p:cNvSpPr/>
              <p:nvPr/>
            </p:nvSpPr>
            <p:spPr>
              <a:xfrm>
                <a:off x="10845863" y="6239870"/>
                <a:ext cx="82222" cy="959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" h="78">
                    <a:moveTo>
                      <a:pt x="25" y="77"/>
                    </a:moveTo>
                    <a:lnTo>
                      <a:pt x="0" y="70"/>
                    </a:lnTo>
                    <a:lnTo>
                      <a:pt x="21" y="0"/>
                    </a:lnTo>
                    <a:lnTo>
                      <a:pt x="45" y="7"/>
                    </a:lnTo>
                    <a:cubicBezTo>
                      <a:pt x="62" y="12"/>
                      <a:pt x="71" y="29"/>
                      <a:pt x="66" y="46"/>
                    </a:cubicBezTo>
                    <a:lnTo>
                      <a:pt x="63" y="57"/>
                    </a:lnTo>
                    <a:cubicBezTo>
                      <a:pt x="58" y="73"/>
                      <a:pt x="41" y="82"/>
                      <a:pt x="25" y="7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8569078E-9943-754A-A4B8-E69CE79B1DE4}"/>
                  </a:ext>
                </a:extLst>
              </p:cNvPr>
              <p:cNvSpPr/>
              <p:nvPr/>
            </p:nvSpPr>
            <p:spPr>
              <a:xfrm>
                <a:off x="10836821" y="6232393"/>
                <a:ext cx="101388" cy="115899"/>
              </a:xfrm>
              <a:custGeom>
                <a:avLst/>
                <a:gdLst>
                  <a:gd name="connsiteX0" fmla="*/ 38574 w 101388"/>
                  <a:gd name="connsiteY0" fmla="*/ 16201 h 115899"/>
                  <a:gd name="connsiteX1" fmla="*/ 17761 w 101388"/>
                  <a:gd name="connsiteY1" fmla="*/ 89892 h 115899"/>
                  <a:gd name="connsiteX2" fmla="*/ 58163 w 101388"/>
                  <a:gd name="connsiteY2" fmla="*/ 100945 h 115899"/>
                  <a:gd name="connsiteX3" fmla="*/ 74079 w 101388"/>
                  <a:gd name="connsiteY3" fmla="*/ 91120 h 115899"/>
                  <a:gd name="connsiteX4" fmla="*/ 87547 w 101388"/>
                  <a:gd name="connsiteY4" fmla="*/ 45677 h 115899"/>
                  <a:gd name="connsiteX5" fmla="*/ 78977 w 101388"/>
                  <a:gd name="connsiteY5" fmla="*/ 27255 h 115899"/>
                  <a:gd name="connsiteX6" fmla="*/ 34777 w 101388"/>
                  <a:gd name="connsiteY6" fmla="*/ 0 h 115899"/>
                  <a:gd name="connsiteX7" fmla="*/ 81539 w 101388"/>
                  <a:gd name="connsiteY7" fmla="*/ 13563 h 115899"/>
                  <a:gd name="connsiteX8" fmla="*/ 99998 w 101388"/>
                  <a:gd name="connsiteY8" fmla="*/ 49319 h 115899"/>
                  <a:gd name="connsiteX9" fmla="*/ 86462 w 101388"/>
                  <a:gd name="connsiteY9" fmla="*/ 94939 h 115899"/>
                  <a:gd name="connsiteX10" fmla="*/ 59389 w 101388"/>
                  <a:gd name="connsiteY10" fmla="*/ 115899 h 115899"/>
                  <a:gd name="connsiteX11" fmla="*/ 52005 w 101388"/>
                  <a:gd name="connsiteY11" fmla="*/ 114666 h 115899"/>
                  <a:gd name="connsiteX12" fmla="*/ 5242 w 101388"/>
                  <a:gd name="connsiteY12" fmla="*/ 101104 h 115899"/>
                  <a:gd name="connsiteX13" fmla="*/ 320 w 101388"/>
                  <a:gd name="connsiteY13" fmla="*/ 92473 h 115899"/>
                  <a:gd name="connsiteX14" fmla="*/ 26163 w 101388"/>
                  <a:gd name="connsiteY14" fmla="*/ 4932 h 115899"/>
                  <a:gd name="connsiteX15" fmla="*/ 28624 w 101388"/>
                  <a:gd name="connsiteY15" fmla="*/ 1233 h 115899"/>
                  <a:gd name="connsiteX16" fmla="*/ 34777 w 101388"/>
                  <a:gd name="connsiteY16" fmla="*/ 0 h 115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01388" h="115899">
                    <a:moveTo>
                      <a:pt x="38574" y="16201"/>
                    </a:moveTo>
                    <a:lnTo>
                      <a:pt x="17761" y="89892"/>
                    </a:lnTo>
                    <a:lnTo>
                      <a:pt x="58163" y="100945"/>
                    </a:lnTo>
                    <a:cubicBezTo>
                      <a:pt x="65509" y="102173"/>
                      <a:pt x="72855" y="98489"/>
                      <a:pt x="74079" y="91120"/>
                    </a:cubicBezTo>
                    <a:lnTo>
                      <a:pt x="87547" y="45677"/>
                    </a:lnTo>
                    <a:cubicBezTo>
                      <a:pt x="89995" y="38308"/>
                      <a:pt x="86322" y="29711"/>
                      <a:pt x="78977" y="27255"/>
                    </a:cubicBezTo>
                    <a:close/>
                    <a:moveTo>
                      <a:pt x="34777" y="0"/>
                    </a:moveTo>
                    <a:lnTo>
                      <a:pt x="81539" y="13563"/>
                    </a:lnTo>
                    <a:cubicBezTo>
                      <a:pt x="96307" y="18495"/>
                      <a:pt x="104921" y="34523"/>
                      <a:pt x="99998" y="49319"/>
                    </a:cubicBezTo>
                    <a:lnTo>
                      <a:pt x="86462" y="94939"/>
                    </a:lnTo>
                    <a:cubicBezTo>
                      <a:pt x="84001" y="107268"/>
                      <a:pt x="71695" y="115899"/>
                      <a:pt x="59389" y="115899"/>
                    </a:cubicBezTo>
                    <a:cubicBezTo>
                      <a:pt x="56927" y="115899"/>
                      <a:pt x="54466" y="114666"/>
                      <a:pt x="52005" y="114666"/>
                    </a:cubicBezTo>
                    <a:lnTo>
                      <a:pt x="5242" y="101104"/>
                    </a:lnTo>
                    <a:cubicBezTo>
                      <a:pt x="1551" y="99871"/>
                      <a:pt x="-911" y="94939"/>
                      <a:pt x="320" y="92473"/>
                    </a:cubicBezTo>
                    <a:lnTo>
                      <a:pt x="26163" y="4932"/>
                    </a:lnTo>
                    <a:cubicBezTo>
                      <a:pt x="26163" y="3699"/>
                      <a:pt x="27393" y="1233"/>
                      <a:pt x="28624" y="1233"/>
                    </a:cubicBezTo>
                    <a:cubicBezTo>
                      <a:pt x="31085" y="0"/>
                      <a:pt x="33546" y="0"/>
                      <a:pt x="347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5CB87F6-8D1B-3545-A90F-C9413D24705F}"/>
                </a:ext>
              </a:extLst>
            </p:cNvPr>
            <p:cNvGrpSpPr/>
            <p:nvPr/>
          </p:nvGrpSpPr>
          <p:grpSpPr>
            <a:xfrm>
              <a:off x="9700980" y="5991871"/>
              <a:ext cx="549394" cy="549587"/>
              <a:chOff x="9700980" y="5991871"/>
              <a:chExt cx="549394" cy="549587"/>
            </a:xfrm>
          </p:grpSpPr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8D38145B-9AB6-9541-B19D-EA31F19479A0}"/>
                  </a:ext>
                </a:extLst>
              </p:cNvPr>
              <p:cNvSpPr/>
              <p:nvPr/>
            </p:nvSpPr>
            <p:spPr>
              <a:xfrm>
                <a:off x="9708455" y="5998102"/>
                <a:ext cx="534445" cy="5358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0" h="431">
                    <a:moveTo>
                      <a:pt x="430" y="216"/>
                    </a:moveTo>
                    <a:cubicBezTo>
                      <a:pt x="430" y="334"/>
                      <a:pt x="334" y="431"/>
                      <a:pt x="215" y="431"/>
                    </a:cubicBezTo>
                    <a:cubicBezTo>
                      <a:pt x="96" y="431"/>
                      <a:pt x="0" y="334"/>
                      <a:pt x="0" y="216"/>
                    </a:cubicBezTo>
                    <a:cubicBezTo>
                      <a:pt x="0" y="97"/>
                      <a:pt x="96" y="0"/>
                      <a:pt x="215" y="0"/>
                    </a:cubicBezTo>
                    <a:cubicBezTo>
                      <a:pt x="334" y="0"/>
                      <a:pt x="430" y="97"/>
                      <a:pt x="430" y="21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C9DC5069-25D5-6D43-B3EA-52CD46C99098}"/>
                  </a:ext>
                </a:extLst>
              </p:cNvPr>
              <p:cNvSpPr/>
              <p:nvPr/>
            </p:nvSpPr>
            <p:spPr>
              <a:xfrm>
                <a:off x="9700980" y="5991871"/>
                <a:ext cx="549394" cy="549587"/>
              </a:xfrm>
              <a:custGeom>
                <a:avLst/>
                <a:gdLst>
                  <a:gd name="connsiteX0" fmla="*/ 274699 w 549394"/>
                  <a:gd name="connsiteY0" fmla="*/ 14954 h 549587"/>
                  <a:gd name="connsiteX1" fmla="*/ 13707 w 549394"/>
                  <a:gd name="connsiteY1" fmla="*/ 274793 h 549587"/>
                  <a:gd name="connsiteX2" fmla="*/ 274699 w 549394"/>
                  <a:gd name="connsiteY2" fmla="*/ 534632 h 549587"/>
                  <a:gd name="connsiteX3" fmla="*/ 534448 w 549394"/>
                  <a:gd name="connsiteY3" fmla="*/ 274793 h 549587"/>
                  <a:gd name="connsiteX4" fmla="*/ 274699 w 549394"/>
                  <a:gd name="connsiteY4" fmla="*/ 14954 h 549587"/>
                  <a:gd name="connsiteX5" fmla="*/ 274697 w 549394"/>
                  <a:gd name="connsiteY5" fmla="*/ 0 h 549587"/>
                  <a:gd name="connsiteX6" fmla="*/ 549394 w 549394"/>
                  <a:gd name="connsiteY6" fmla="*/ 274794 h 549587"/>
                  <a:gd name="connsiteX7" fmla="*/ 274697 w 549394"/>
                  <a:gd name="connsiteY7" fmla="*/ 549587 h 549587"/>
                  <a:gd name="connsiteX8" fmla="*/ 0 w 549394"/>
                  <a:gd name="connsiteY8" fmla="*/ 274794 h 549587"/>
                  <a:gd name="connsiteX9" fmla="*/ 274697 w 549394"/>
                  <a:gd name="connsiteY9" fmla="*/ 0 h 549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394" h="549587">
                    <a:moveTo>
                      <a:pt x="274699" y="14954"/>
                    </a:moveTo>
                    <a:cubicBezTo>
                      <a:pt x="130532" y="14954"/>
                      <a:pt x="13707" y="130576"/>
                      <a:pt x="13707" y="274793"/>
                    </a:cubicBezTo>
                    <a:cubicBezTo>
                      <a:pt x="13707" y="419010"/>
                      <a:pt x="130532" y="534632"/>
                      <a:pt x="274699" y="534632"/>
                    </a:cubicBezTo>
                    <a:cubicBezTo>
                      <a:pt x="417623" y="534632"/>
                      <a:pt x="534448" y="419010"/>
                      <a:pt x="534448" y="274793"/>
                    </a:cubicBezTo>
                    <a:cubicBezTo>
                      <a:pt x="534448" y="130576"/>
                      <a:pt x="417623" y="14954"/>
                      <a:pt x="274699" y="14954"/>
                    </a:cubicBezTo>
                    <a:close/>
                    <a:moveTo>
                      <a:pt x="274697" y="0"/>
                    </a:moveTo>
                    <a:cubicBezTo>
                      <a:pt x="426340" y="0"/>
                      <a:pt x="549394" y="123098"/>
                      <a:pt x="549394" y="274794"/>
                    </a:cubicBezTo>
                    <a:cubicBezTo>
                      <a:pt x="549394" y="426490"/>
                      <a:pt x="426340" y="549587"/>
                      <a:pt x="274697" y="549587"/>
                    </a:cubicBezTo>
                    <a:cubicBezTo>
                      <a:pt x="123054" y="549587"/>
                      <a:pt x="0" y="426490"/>
                      <a:pt x="0" y="274794"/>
                    </a:cubicBezTo>
                    <a:cubicBezTo>
                      <a:pt x="0" y="123098"/>
                      <a:pt x="123054" y="0"/>
                      <a:pt x="2746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243D730C-653D-B54D-8E65-659DE74CB3F0}"/>
                  </a:ext>
                </a:extLst>
              </p:cNvPr>
              <p:cNvSpPr/>
              <p:nvPr/>
            </p:nvSpPr>
            <p:spPr>
              <a:xfrm>
                <a:off x="9809367" y="6172574"/>
                <a:ext cx="331381" cy="1981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7" h="160">
                    <a:moveTo>
                      <a:pt x="247" y="0"/>
                    </a:moveTo>
                    <a:lnTo>
                      <a:pt x="20" y="0"/>
                    </a:lnTo>
                    <a:cubicBezTo>
                      <a:pt x="9" y="0"/>
                      <a:pt x="0" y="9"/>
                      <a:pt x="0" y="20"/>
                    </a:cubicBezTo>
                    <a:lnTo>
                      <a:pt x="0" y="140"/>
                    </a:lnTo>
                    <a:cubicBezTo>
                      <a:pt x="0" y="151"/>
                      <a:pt x="9" y="160"/>
                      <a:pt x="20" y="160"/>
                    </a:cubicBezTo>
                    <a:lnTo>
                      <a:pt x="247" y="160"/>
                    </a:lnTo>
                    <a:cubicBezTo>
                      <a:pt x="258" y="160"/>
                      <a:pt x="267" y="151"/>
                      <a:pt x="267" y="140"/>
                    </a:cubicBezTo>
                    <a:lnTo>
                      <a:pt x="267" y="20"/>
                    </a:lnTo>
                    <a:cubicBezTo>
                      <a:pt x="267" y="9"/>
                      <a:pt x="258" y="0"/>
                      <a:pt x="24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CBDC5701-BFF9-DB44-AC95-DFEBAF8F16B0}"/>
                  </a:ext>
                </a:extLst>
              </p:cNvPr>
              <p:cNvSpPr/>
              <p:nvPr/>
            </p:nvSpPr>
            <p:spPr>
              <a:xfrm>
                <a:off x="9801893" y="6166343"/>
                <a:ext cx="346330" cy="211859"/>
              </a:xfrm>
              <a:custGeom>
                <a:avLst/>
                <a:gdLst>
                  <a:gd name="connsiteX0" fmla="*/ 32322 w 346330"/>
                  <a:gd name="connsiteY0" fmla="*/ 13708 h 211859"/>
                  <a:gd name="connsiteX1" fmla="*/ 14949 w 346330"/>
                  <a:gd name="connsiteY1" fmla="*/ 31038 h 211859"/>
                  <a:gd name="connsiteX2" fmla="*/ 14949 w 346330"/>
                  <a:gd name="connsiteY2" fmla="*/ 179575 h 211859"/>
                  <a:gd name="connsiteX3" fmla="*/ 32322 w 346330"/>
                  <a:gd name="connsiteY3" fmla="*/ 196904 h 211859"/>
                  <a:gd name="connsiteX4" fmla="*/ 314007 w 346330"/>
                  <a:gd name="connsiteY4" fmla="*/ 196904 h 211859"/>
                  <a:gd name="connsiteX5" fmla="*/ 331380 w 346330"/>
                  <a:gd name="connsiteY5" fmla="*/ 179575 h 211859"/>
                  <a:gd name="connsiteX6" fmla="*/ 331380 w 346330"/>
                  <a:gd name="connsiteY6" fmla="*/ 31038 h 211859"/>
                  <a:gd name="connsiteX7" fmla="*/ 314007 w 346330"/>
                  <a:gd name="connsiteY7" fmla="*/ 13708 h 211859"/>
                  <a:gd name="connsiteX8" fmla="*/ 32274 w 346330"/>
                  <a:gd name="connsiteY8" fmla="*/ 0 h 211859"/>
                  <a:gd name="connsiteX9" fmla="*/ 314056 w 346330"/>
                  <a:gd name="connsiteY9" fmla="*/ 0 h 211859"/>
                  <a:gd name="connsiteX10" fmla="*/ 346330 w 346330"/>
                  <a:gd name="connsiteY10" fmla="*/ 30974 h 211859"/>
                  <a:gd name="connsiteX11" fmla="*/ 346330 w 346330"/>
                  <a:gd name="connsiteY11" fmla="*/ 179647 h 211859"/>
                  <a:gd name="connsiteX12" fmla="*/ 314056 w 346330"/>
                  <a:gd name="connsiteY12" fmla="*/ 211859 h 211859"/>
                  <a:gd name="connsiteX13" fmla="*/ 32274 w 346330"/>
                  <a:gd name="connsiteY13" fmla="*/ 211859 h 211859"/>
                  <a:gd name="connsiteX14" fmla="*/ 0 w 346330"/>
                  <a:gd name="connsiteY14" fmla="*/ 179647 h 211859"/>
                  <a:gd name="connsiteX15" fmla="*/ 0 w 346330"/>
                  <a:gd name="connsiteY15" fmla="*/ 30974 h 211859"/>
                  <a:gd name="connsiteX16" fmla="*/ 32274 w 346330"/>
                  <a:gd name="connsiteY16" fmla="*/ 0 h 211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46330" h="211859">
                    <a:moveTo>
                      <a:pt x="32322" y="13708"/>
                    </a:moveTo>
                    <a:cubicBezTo>
                      <a:pt x="22394" y="13708"/>
                      <a:pt x="14949" y="21135"/>
                      <a:pt x="14949" y="31038"/>
                    </a:cubicBezTo>
                    <a:lnTo>
                      <a:pt x="14949" y="179575"/>
                    </a:lnTo>
                    <a:cubicBezTo>
                      <a:pt x="14949" y="189477"/>
                      <a:pt x="22394" y="196904"/>
                      <a:pt x="32322" y="196904"/>
                    </a:cubicBezTo>
                    <a:lnTo>
                      <a:pt x="314007" y="196904"/>
                    </a:lnTo>
                    <a:cubicBezTo>
                      <a:pt x="323935" y="196904"/>
                      <a:pt x="331380" y="189477"/>
                      <a:pt x="331380" y="179575"/>
                    </a:cubicBezTo>
                    <a:lnTo>
                      <a:pt x="331380" y="31038"/>
                    </a:lnTo>
                    <a:cubicBezTo>
                      <a:pt x="331380" y="21135"/>
                      <a:pt x="323935" y="13708"/>
                      <a:pt x="314007" y="13708"/>
                    </a:cubicBezTo>
                    <a:close/>
                    <a:moveTo>
                      <a:pt x="32274" y="0"/>
                    </a:moveTo>
                    <a:lnTo>
                      <a:pt x="314056" y="0"/>
                    </a:lnTo>
                    <a:cubicBezTo>
                      <a:pt x="331434" y="0"/>
                      <a:pt x="346330" y="13629"/>
                      <a:pt x="346330" y="30974"/>
                    </a:cubicBezTo>
                    <a:lnTo>
                      <a:pt x="346330" y="179647"/>
                    </a:lnTo>
                    <a:cubicBezTo>
                      <a:pt x="346330" y="196992"/>
                      <a:pt x="331434" y="211859"/>
                      <a:pt x="314056" y="211859"/>
                    </a:cubicBezTo>
                    <a:lnTo>
                      <a:pt x="32274" y="211859"/>
                    </a:lnTo>
                    <a:cubicBezTo>
                      <a:pt x="14896" y="211859"/>
                      <a:pt x="0" y="196992"/>
                      <a:pt x="0" y="179647"/>
                    </a:cubicBezTo>
                    <a:lnTo>
                      <a:pt x="0" y="30974"/>
                    </a:lnTo>
                    <a:cubicBezTo>
                      <a:pt x="0" y="13629"/>
                      <a:pt x="14896" y="0"/>
                      <a:pt x="322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CA6BFA85-E0F3-BF46-8376-8F8BDE37BA0D}"/>
                  </a:ext>
                </a:extLst>
              </p:cNvPr>
              <p:cNvSpPr/>
              <p:nvPr/>
            </p:nvSpPr>
            <p:spPr>
              <a:xfrm>
                <a:off x="9818088" y="6178805"/>
                <a:ext cx="316431" cy="1009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5" h="82">
                    <a:moveTo>
                      <a:pt x="0" y="0"/>
                    </a:moveTo>
                    <a:lnTo>
                      <a:pt x="113" y="78"/>
                    </a:lnTo>
                    <a:cubicBezTo>
                      <a:pt x="122" y="84"/>
                      <a:pt x="134" y="84"/>
                      <a:pt x="143" y="78"/>
                    </a:cubicBezTo>
                    <a:lnTo>
                      <a:pt x="255" y="2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C5817662-6556-164F-B294-6E71FF2BA506}"/>
                  </a:ext>
                </a:extLst>
              </p:cNvPr>
              <p:cNvSpPr/>
              <p:nvPr/>
            </p:nvSpPr>
            <p:spPr>
              <a:xfrm>
                <a:off x="9810613" y="6171328"/>
                <a:ext cx="331381" cy="1158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7" h="94">
                    <a:moveTo>
                      <a:pt x="134" y="94"/>
                    </a:moveTo>
                    <a:cubicBezTo>
                      <a:pt x="127" y="94"/>
                      <a:pt x="121" y="92"/>
                      <a:pt x="116" y="89"/>
                    </a:cubicBezTo>
                    <a:lnTo>
                      <a:pt x="3" y="11"/>
                    </a:lnTo>
                    <a:cubicBezTo>
                      <a:pt x="0" y="9"/>
                      <a:pt x="-1" y="5"/>
                      <a:pt x="1" y="3"/>
                    </a:cubicBezTo>
                    <a:cubicBezTo>
                      <a:pt x="3" y="0"/>
                      <a:pt x="7" y="-1"/>
                      <a:pt x="9" y="1"/>
                    </a:cubicBezTo>
                    <a:lnTo>
                      <a:pt x="123" y="79"/>
                    </a:lnTo>
                    <a:cubicBezTo>
                      <a:pt x="129" y="84"/>
                      <a:pt x="138" y="84"/>
                      <a:pt x="145" y="79"/>
                    </a:cubicBezTo>
                    <a:lnTo>
                      <a:pt x="258" y="3"/>
                    </a:lnTo>
                    <a:cubicBezTo>
                      <a:pt x="261" y="2"/>
                      <a:pt x="264" y="2"/>
                      <a:pt x="266" y="5"/>
                    </a:cubicBezTo>
                    <a:cubicBezTo>
                      <a:pt x="268" y="8"/>
                      <a:pt x="268" y="11"/>
                      <a:pt x="264" y="13"/>
                    </a:cubicBezTo>
                    <a:lnTo>
                      <a:pt x="152" y="89"/>
                    </a:lnTo>
                    <a:cubicBezTo>
                      <a:pt x="146" y="92"/>
                      <a:pt x="140" y="94"/>
                      <a:pt x="134" y="9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F1D95D3-1188-0E44-A85B-0BFFDED8D2AA}"/>
                </a:ext>
              </a:extLst>
            </p:cNvPr>
            <p:cNvGrpSpPr/>
            <p:nvPr/>
          </p:nvGrpSpPr>
          <p:grpSpPr>
            <a:xfrm>
              <a:off x="9520340" y="8045657"/>
              <a:ext cx="3043470" cy="639315"/>
              <a:chOff x="9520340" y="8045657"/>
              <a:chExt cx="3043470" cy="639315"/>
            </a:xfrm>
          </p:grpSpPr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9792459F-E19C-474E-A5BC-B37BF89D9A07}"/>
                  </a:ext>
                </a:extLst>
              </p:cNvPr>
              <p:cNvSpPr/>
              <p:nvPr/>
            </p:nvSpPr>
            <p:spPr>
              <a:xfrm>
                <a:off x="9527815" y="8342259"/>
                <a:ext cx="3028516" cy="336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32" h="271">
                    <a:moveTo>
                      <a:pt x="135" y="0"/>
                    </a:moveTo>
                    <a:cubicBezTo>
                      <a:pt x="98" y="0"/>
                      <a:pt x="64" y="16"/>
                      <a:pt x="39" y="40"/>
                    </a:cubicBezTo>
                    <a:cubicBezTo>
                      <a:pt x="15" y="65"/>
                      <a:pt x="0" y="98"/>
                      <a:pt x="0" y="135"/>
                    </a:cubicBezTo>
                    <a:cubicBezTo>
                      <a:pt x="0" y="173"/>
                      <a:pt x="15" y="207"/>
                      <a:pt x="39" y="231"/>
                    </a:cubicBezTo>
                    <a:cubicBezTo>
                      <a:pt x="64" y="255"/>
                      <a:pt x="98" y="271"/>
                      <a:pt x="135" y="271"/>
                    </a:cubicBezTo>
                    <a:lnTo>
                      <a:pt x="1283" y="271"/>
                    </a:lnTo>
                    <a:lnTo>
                      <a:pt x="2432" y="271"/>
                    </a:lnTo>
                    <a:lnTo>
                      <a:pt x="2432" y="135"/>
                    </a:lnTo>
                    <a:lnTo>
                      <a:pt x="2432" y="0"/>
                    </a:lnTo>
                    <a:lnTo>
                      <a:pt x="128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431D47FC-5360-DB49-9BDD-C6FDA9CBD81A}"/>
                  </a:ext>
                </a:extLst>
              </p:cNvPr>
              <p:cNvSpPr/>
              <p:nvPr/>
            </p:nvSpPr>
            <p:spPr>
              <a:xfrm>
                <a:off x="9520340" y="8336028"/>
                <a:ext cx="3043469" cy="348944"/>
              </a:xfrm>
              <a:custGeom>
                <a:avLst/>
                <a:gdLst>
                  <a:gd name="connsiteX0" fmla="*/ 175594 w 3043469"/>
                  <a:gd name="connsiteY0" fmla="*/ 13709 h 348944"/>
                  <a:gd name="connsiteX1" fmla="*/ 62273 w 3043469"/>
                  <a:gd name="connsiteY1" fmla="*/ 60883 h 348944"/>
                  <a:gd name="connsiteX2" fmla="*/ 14953 w 3043469"/>
                  <a:gd name="connsiteY2" fmla="*/ 173852 h 348944"/>
                  <a:gd name="connsiteX3" fmla="*/ 62273 w 3043469"/>
                  <a:gd name="connsiteY3" fmla="*/ 288062 h 348944"/>
                  <a:gd name="connsiteX4" fmla="*/ 175594 w 3043469"/>
                  <a:gd name="connsiteY4" fmla="*/ 335236 h 348944"/>
                  <a:gd name="connsiteX5" fmla="*/ 3028520 w 3043469"/>
                  <a:gd name="connsiteY5" fmla="*/ 335236 h 348944"/>
                  <a:gd name="connsiteX6" fmla="*/ 3028520 w 3043469"/>
                  <a:gd name="connsiteY6" fmla="*/ 13709 h 348944"/>
                  <a:gd name="connsiteX7" fmla="*/ 175585 w 3043469"/>
                  <a:gd name="connsiteY7" fmla="*/ 0 h 348944"/>
                  <a:gd name="connsiteX8" fmla="*/ 3035997 w 3043469"/>
                  <a:gd name="connsiteY8" fmla="*/ 0 h 348944"/>
                  <a:gd name="connsiteX9" fmla="*/ 3043469 w 3043469"/>
                  <a:gd name="connsiteY9" fmla="*/ 6209 h 348944"/>
                  <a:gd name="connsiteX10" fmla="*/ 3043469 w 3043469"/>
                  <a:gd name="connsiteY10" fmla="*/ 342735 h 348944"/>
                  <a:gd name="connsiteX11" fmla="*/ 3035997 w 3043469"/>
                  <a:gd name="connsiteY11" fmla="*/ 348944 h 348944"/>
                  <a:gd name="connsiteX12" fmla="*/ 175585 w 3043469"/>
                  <a:gd name="connsiteY12" fmla="*/ 348944 h 348944"/>
                  <a:gd name="connsiteX13" fmla="*/ 52302 w 3043469"/>
                  <a:gd name="connsiteY13" fmla="*/ 298030 h 348944"/>
                  <a:gd name="connsiteX14" fmla="*/ 0 w 3043469"/>
                  <a:gd name="connsiteY14" fmla="*/ 173851 h 348944"/>
                  <a:gd name="connsiteX15" fmla="*/ 52302 w 3043469"/>
                  <a:gd name="connsiteY15" fmla="*/ 50914 h 348944"/>
                  <a:gd name="connsiteX16" fmla="*/ 175585 w 3043469"/>
                  <a:gd name="connsiteY16" fmla="*/ 0 h 348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043469" h="348944">
                    <a:moveTo>
                      <a:pt x="175594" y="13709"/>
                    </a:moveTo>
                    <a:cubicBezTo>
                      <a:pt x="132009" y="13709"/>
                      <a:pt x="92160" y="29848"/>
                      <a:pt x="62273" y="60883"/>
                    </a:cubicBezTo>
                    <a:cubicBezTo>
                      <a:pt x="31142" y="90677"/>
                      <a:pt x="14953" y="131644"/>
                      <a:pt x="14953" y="173852"/>
                    </a:cubicBezTo>
                    <a:cubicBezTo>
                      <a:pt x="14953" y="217301"/>
                      <a:pt x="31142" y="257027"/>
                      <a:pt x="62273" y="288062"/>
                    </a:cubicBezTo>
                    <a:cubicBezTo>
                      <a:pt x="92160" y="317856"/>
                      <a:pt x="132009" y="335236"/>
                      <a:pt x="175594" y="335236"/>
                    </a:cubicBezTo>
                    <a:lnTo>
                      <a:pt x="3028520" y="335236"/>
                    </a:lnTo>
                    <a:lnTo>
                      <a:pt x="3028520" y="13709"/>
                    </a:lnTo>
                    <a:close/>
                    <a:moveTo>
                      <a:pt x="175585" y="0"/>
                    </a:moveTo>
                    <a:lnTo>
                      <a:pt x="3035997" y="0"/>
                    </a:lnTo>
                    <a:cubicBezTo>
                      <a:pt x="3040978" y="0"/>
                      <a:pt x="3043469" y="2484"/>
                      <a:pt x="3043469" y="6209"/>
                    </a:cubicBezTo>
                    <a:lnTo>
                      <a:pt x="3043469" y="342735"/>
                    </a:lnTo>
                    <a:cubicBezTo>
                      <a:pt x="3043469" y="346460"/>
                      <a:pt x="3040978" y="348944"/>
                      <a:pt x="3035997" y="348944"/>
                    </a:cubicBezTo>
                    <a:lnTo>
                      <a:pt x="175585" y="348944"/>
                    </a:lnTo>
                    <a:cubicBezTo>
                      <a:pt x="129509" y="348944"/>
                      <a:pt x="84679" y="330317"/>
                      <a:pt x="52302" y="298030"/>
                    </a:cubicBezTo>
                    <a:cubicBezTo>
                      <a:pt x="18679" y="264502"/>
                      <a:pt x="0" y="221039"/>
                      <a:pt x="0" y="173851"/>
                    </a:cubicBezTo>
                    <a:cubicBezTo>
                      <a:pt x="0" y="127905"/>
                      <a:pt x="18679" y="83200"/>
                      <a:pt x="52302" y="50914"/>
                    </a:cubicBezTo>
                    <a:cubicBezTo>
                      <a:pt x="84679" y="17385"/>
                      <a:pt x="129509" y="0"/>
                      <a:pt x="1755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71654061-1864-2545-9D15-629C73167ED5}"/>
                  </a:ext>
                </a:extLst>
              </p:cNvPr>
              <p:cNvSpPr/>
              <p:nvPr/>
            </p:nvSpPr>
            <p:spPr>
              <a:xfrm>
                <a:off x="10982903" y="8342259"/>
                <a:ext cx="1573431" cy="336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64" h="271">
                    <a:moveTo>
                      <a:pt x="135" y="0"/>
                    </a:moveTo>
                    <a:cubicBezTo>
                      <a:pt x="98" y="0"/>
                      <a:pt x="64" y="16"/>
                      <a:pt x="40" y="40"/>
                    </a:cubicBezTo>
                    <a:cubicBezTo>
                      <a:pt x="15" y="65"/>
                      <a:pt x="0" y="98"/>
                      <a:pt x="0" y="135"/>
                    </a:cubicBezTo>
                    <a:cubicBezTo>
                      <a:pt x="0" y="173"/>
                      <a:pt x="15" y="207"/>
                      <a:pt x="40" y="231"/>
                    </a:cubicBezTo>
                    <a:cubicBezTo>
                      <a:pt x="64" y="255"/>
                      <a:pt x="98" y="271"/>
                      <a:pt x="135" y="271"/>
                    </a:cubicBezTo>
                    <a:lnTo>
                      <a:pt x="699" y="271"/>
                    </a:lnTo>
                    <a:lnTo>
                      <a:pt x="1264" y="271"/>
                    </a:lnTo>
                    <a:lnTo>
                      <a:pt x="1264" y="135"/>
                    </a:lnTo>
                    <a:lnTo>
                      <a:pt x="1264" y="0"/>
                    </a:lnTo>
                    <a:lnTo>
                      <a:pt x="699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A7F9AB86-2ECD-BC42-A452-0A693E6385DE}"/>
                  </a:ext>
                </a:extLst>
              </p:cNvPr>
              <p:cNvSpPr/>
              <p:nvPr/>
            </p:nvSpPr>
            <p:spPr>
              <a:xfrm>
                <a:off x="10975429" y="8336028"/>
                <a:ext cx="1588381" cy="348944"/>
              </a:xfrm>
              <a:custGeom>
                <a:avLst/>
                <a:gdLst>
                  <a:gd name="connsiteX0" fmla="*/ 175527 w 1588381"/>
                  <a:gd name="connsiteY0" fmla="*/ 13709 h 348944"/>
                  <a:gd name="connsiteX1" fmla="*/ 61005 w 1588381"/>
                  <a:gd name="connsiteY1" fmla="*/ 60883 h 348944"/>
                  <a:gd name="connsiteX2" fmla="*/ 13703 w 1588381"/>
                  <a:gd name="connsiteY2" fmla="*/ 173852 h 348944"/>
                  <a:gd name="connsiteX3" fmla="*/ 61005 w 1588381"/>
                  <a:gd name="connsiteY3" fmla="*/ 288062 h 348944"/>
                  <a:gd name="connsiteX4" fmla="*/ 175527 w 1588381"/>
                  <a:gd name="connsiteY4" fmla="*/ 335236 h 348944"/>
                  <a:gd name="connsiteX5" fmla="*/ 1573434 w 1588381"/>
                  <a:gd name="connsiteY5" fmla="*/ 335236 h 348944"/>
                  <a:gd name="connsiteX6" fmla="*/ 1573434 w 1588381"/>
                  <a:gd name="connsiteY6" fmla="*/ 13709 h 348944"/>
                  <a:gd name="connsiteX7" fmla="*/ 175519 w 1588381"/>
                  <a:gd name="connsiteY7" fmla="*/ 0 h 348944"/>
                  <a:gd name="connsiteX8" fmla="*/ 1580912 w 1588381"/>
                  <a:gd name="connsiteY8" fmla="*/ 0 h 348944"/>
                  <a:gd name="connsiteX9" fmla="*/ 1588381 w 1588381"/>
                  <a:gd name="connsiteY9" fmla="*/ 6209 h 348944"/>
                  <a:gd name="connsiteX10" fmla="*/ 1588381 w 1588381"/>
                  <a:gd name="connsiteY10" fmla="*/ 342735 h 348944"/>
                  <a:gd name="connsiteX11" fmla="*/ 1580912 w 1588381"/>
                  <a:gd name="connsiteY11" fmla="*/ 348944 h 348944"/>
                  <a:gd name="connsiteX12" fmla="*/ 175519 w 1588381"/>
                  <a:gd name="connsiteY12" fmla="*/ 348944 h 348944"/>
                  <a:gd name="connsiteX13" fmla="*/ 51037 w 1588381"/>
                  <a:gd name="connsiteY13" fmla="*/ 298030 h 348944"/>
                  <a:gd name="connsiteX14" fmla="*/ 0 w 1588381"/>
                  <a:gd name="connsiteY14" fmla="*/ 173851 h 348944"/>
                  <a:gd name="connsiteX15" fmla="*/ 51037 w 1588381"/>
                  <a:gd name="connsiteY15" fmla="*/ 50914 h 348944"/>
                  <a:gd name="connsiteX16" fmla="*/ 175519 w 1588381"/>
                  <a:gd name="connsiteY16" fmla="*/ 0 h 348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88381" h="348944">
                    <a:moveTo>
                      <a:pt x="175527" y="13709"/>
                    </a:moveTo>
                    <a:cubicBezTo>
                      <a:pt x="131959" y="13709"/>
                      <a:pt x="92125" y="29848"/>
                      <a:pt x="61005" y="60883"/>
                    </a:cubicBezTo>
                    <a:cubicBezTo>
                      <a:pt x="31130" y="90677"/>
                      <a:pt x="13703" y="131644"/>
                      <a:pt x="13703" y="173852"/>
                    </a:cubicBezTo>
                    <a:cubicBezTo>
                      <a:pt x="13703" y="217301"/>
                      <a:pt x="31130" y="257027"/>
                      <a:pt x="61005" y="288062"/>
                    </a:cubicBezTo>
                    <a:cubicBezTo>
                      <a:pt x="92125" y="317856"/>
                      <a:pt x="131959" y="335236"/>
                      <a:pt x="175527" y="335236"/>
                    </a:cubicBezTo>
                    <a:lnTo>
                      <a:pt x="1573434" y="335236"/>
                    </a:lnTo>
                    <a:lnTo>
                      <a:pt x="1573434" y="13709"/>
                    </a:lnTo>
                    <a:close/>
                    <a:moveTo>
                      <a:pt x="175519" y="0"/>
                    </a:moveTo>
                    <a:lnTo>
                      <a:pt x="1580912" y="0"/>
                    </a:lnTo>
                    <a:cubicBezTo>
                      <a:pt x="1585891" y="0"/>
                      <a:pt x="1588381" y="2484"/>
                      <a:pt x="1588381" y="6209"/>
                    </a:cubicBezTo>
                    <a:lnTo>
                      <a:pt x="1588381" y="342735"/>
                    </a:lnTo>
                    <a:cubicBezTo>
                      <a:pt x="1588381" y="346460"/>
                      <a:pt x="1585891" y="348944"/>
                      <a:pt x="1580912" y="348944"/>
                    </a:cubicBezTo>
                    <a:lnTo>
                      <a:pt x="175519" y="348944"/>
                    </a:lnTo>
                    <a:cubicBezTo>
                      <a:pt x="128216" y="348944"/>
                      <a:pt x="84647" y="330317"/>
                      <a:pt x="51037" y="298030"/>
                    </a:cubicBezTo>
                    <a:cubicBezTo>
                      <a:pt x="18672" y="264502"/>
                      <a:pt x="0" y="221039"/>
                      <a:pt x="0" y="173851"/>
                    </a:cubicBezTo>
                    <a:cubicBezTo>
                      <a:pt x="0" y="127905"/>
                      <a:pt x="18672" y="83200"/>
                      <a:pt x="51037" y="50914"/>
                    </a:cubicBezTo>
                    <a:cubicBezTo>
                      <a:pt x="84647" y="17385"/>
                      <a:pt x="128216" y="0"/>
                      <a:pt x="1755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BE1EF364-64C2-374F-B679-C671CBEAFAB5}"/>
                  </a:ext>
                </a:extLst>
              </p:cNvPr>
              <p:cNvSpPr/>
              <p:nvPr/>
            </p:nvSpPr>
            <p:spPr>
              <a:xfrm>
                <a:off x="11072600" y="8431988"/>
                <a:ext cx="1483738" cy="1557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92" h="126">
                    <a:moveTo>
                      <a:pt x="63" y="0"/>
                    </a:moveTo>
                    <a:cubicBezTo>
                      <a:pt x="45" y="0"/>
                      <a:pt x="30" y="7"/>
                      <a:pt x="18" y="19"/>
                    </a:cubicBezTo>
                    <a:cubicBezTo>
                      <a:pt x="7" y="31"/>
                      <a:pt x="0" y="46"/>
                      <a:pt x="0" y="63"/>
                    </a:cubicBezTo>
                    <a:cubicBezTo>
                      <a:pt x="0" y="81"/>
                      <a:pt x="7" y="97"/>
                      <a:pt x="18" y="108"/>
                    </a:cubicBezTo>
                    <a:cubicBezTo>
                      <a:pt x="30" y="119"/>
                      <a:pt x="45" y="126"/>
                      <a:pt x="63" y="126"/>
                    </a:cubicBezTo>
                    <a:lnTo>
                      <a:pt x="627" y="126"/>
                    </a:lnTo>
                    <a:lnTo>
                      <a:pt x="1192" y="126"/>
                    </a:lnTo>
                    <a:lnTo>
                      <a:pt x="1192" y="63"/>
                    </a:lnTo>
                    <a:lnTo>
                      <a:pt x="1192" y="0"/>
                    </a:lnTo>
                    <a:lnTo>
                      <a:pt x="627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43409C6B-E023-6C4A-B427-FEB4397BC88D}"/>
                  </a:ext>
                </a:extLst>
              </p:cNvPr>
              <p:cNvSpPr/>
              <p:nvPr/>
            </p:nvSpPr>
            <p:spPr>
              <a:xfrm>
                <a:off x="11065126" y="8424507"/>
                <a:ext cx="1498684" cy="170733"/>
              </a:xfrm>
              <a:custGeom>
                <a:avLst/>
                <a:gdLst>
                  <a:gd name="connsiteX0" fmla="*/ 85899 w 1498684"/>
                  <a:gd name="connsiteY0" fmla="*/ 14958 h 170733"/>
                  <a:gd name="connsiteX1" fmla="*/ 34865 w 1498684"/>
                  <a:gd name="connsiteY1" fmla="*/ 34724 h 170733"/>
                  <a:gd name="connsiteX2" fmla="*/ 14949 w 1498684"/>
                  <a:gd name="connsiteY2" fmla="*/ 85375 h 170733"/>
                  <a:gd name="connsiteX3" fmla="*/ 34865 w 1498684"/>
                  <a:gd name="connsiteY3" fmla="*/ 136026 h 170733"/>
                  <a:gd name="connsiteX4" fmla="*/ 85899 w 1498684"/>
                  <a:gd name="connsiteY4" fmla="*/ 157028 h 170733"/>
                  <a:gd name="connsiteX5" fmla="*/ 1483737 w 1498684"/>
                  <a:gd name="connsiteY5" fmla="*/ 157028 h 170733"/>
                  <a:gd name="connsiteX6" fmla="*/ 1483737 w 1498684"/>
                  <a:gd name="connsiteY6" fmla="*/ 14958 h 170733"/>
                  <a:gd name="connsiteX7" fmla="*/ 85888 w 1498684"/>
                  <a:gd name="connsiteY7" fmla="*/ 0 h 170733"/>
                  <a:gd name="connsiteX8" fmla="*/ 1491216 w 1498684"/>
                  <a:gd name="connsiteY8" fmla="*/ 0 h 170733"/>
                  <a:gd name="connsiteX9" fmla="*/ 1498684 w 1498684"/>
                  <a:gd name="connsiteY9" fmla="*/ 7423 h 170733"/>
                  <a:gd name="connsiteX10" fmla="*/ 1498684 w 1498684"/>
                  <a:gd name="connsiteY10" fmla="*/ 163310 h 170733"/>
                  <a:gd name="connsiteX11" fmla="*/ 1491216 w 1498684"/>
                  <a:gd name="connsiteY11" fmla="*/ 170733 h 170733"/>
                  <a:gd name="connsiteX12" fmla="*/ 85888 w 1498684"/>
                  <a:gd name="connsiteY12" fmla="*/ 170733 h 170733"/>
                  <a:gd name="connsiteX13" fmla="*/ 24895 w 1498684"/>
                  <a:gd name="connsiteY13" fmla="*/ 145989 h 170733"/>
                  <a:gd name="connsiteX14" fmla="*/ 0 w 1498684"/>
                  <a:gd name="connsiteY14" fmla="*/ 85367 h 170733"/>
                  <a:gd name="connsiteX15" fmla="*/ 24895 w 1498684"/>
                  <a:gd name="connsiteY15" fmla="*/ 25981 h 170733"/>
                  <a:gd name="connsiteX16" fmla="*/ 85888 w 1498684"/>
                  <a:gd name="connsiteY16" fmla="*/ 0 h 170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498684" h="170733">
                    <a:moveTo>
                      <a:pt x="85899" y="14958"/>
                    </a:moveTo>
                    <a:cubicBezTo>
                      <a:pt x="67228" y="14958"/>
                      <a:pt x="48557" y="22370"/>
                      <a:pt x="34865" y="34724"/>
                    </a:cubicBezTo>
                    <a:cubicBezTo>
                      <a:pt x="22417" y="49549"/>
                      <a:pt x="14949" y="66844"/>
                      <a:pt x="14949" y="85375"/>
                    </a:cubicBezTo>
                    <a:cubicBezTo>
                      <a:pt x="14949" y="105142"/>
                      <a:pt x="22417" y="122437"/>
                      <a:pt x="34865" y="136026"/>
                    </a:cubicBezTo>
                    <a:cubicBezTo>
                      <a:pt x="48557" y="149616"/>
                      <a:pt x="67228" y="157028"/>
                      <a:pt x="85899" y="157028"/>
                    </a:cubicBezTo>
                    <a:lnTo>
                      <a:pt x="1483737" y="157028"/>
                    </a:lnTo>
                    <a:lnTo>
                      <a:pt x="1483737" y="14958"/>
                    </a:lnTo>
                    <a:close/>
                    <a:moveTo>
                      <a:pt x="85888" y="0"/>
                    </a:moveTo>
                    <a:lnTo>
                      <a:pt x="1491216" y="0"/>
                    </a:lnTo>
                    <a:cubicBezTo>
                      <a:pt x="1496194" y="0"/>
                      <a:pt x="1498684" y="3712"/>
                      <a:pt x="1498684" y="7423"/>
                    </a:cubicBezTo>
                    <a:lnTo>
                      <a:pt x="1498684" y="163310"/>
                    </a:lnTo>
                    <a:cubicBezTo>
                      <a:pt x="1498684" y="168259"/>
                      <a:pt x="1496194" y="170733"/>
                      <a:pt x="1491216" y="170733"/>
                    </a:cubicBezTo>
                    <a:lnTo>
                      <a:pt x="85888" y="170733"/>
                    </a:lnTo>
                    <a:cubicBezTo>
                      <a:pt x="63482" y="170733"/>
                      <a:pt x="41077" y="162073"/>
                      <a:pt x="24895" y="145989"/>
                    </a:cubicBezTo>
                    <a:cubicBezTo>
                      <a:pt x="8713" y="129906"/>
                      <a:pt x="0" y="108873"/>
                      <a:pt x="0" y="85367"/>
                    </a:cubicBezTo>
                    <a:cubicBezTo>
                      <a:pt x="0" y="63097"/>
                      <a:pt x="8713" y="40827"/>
                      <a:pt x="24895" y="25981"/>
                    </a:cubicBezTo>
                    <a:cubicBezTo>
                      <a:pt x="41077" y="9898"/>
                      <a:pt x="63482" y="0"/>
                      <a:pt x="858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88225F29-CA8C-F04C-B059-0DA4CDB44343}"/>
                  </a:ext>
                </a:extLst>
              </p:cNvPr>
              <p:cNvSpPr/>
              <p:nvPr/>
            </p:nvSpPr>
            <p:spPr>
              <a:xfrm>
                <a:off x="9704718" y="8450678"/>
                <a:ext cx="119596" cy="1196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7" h="97">
                    <a:moveTo>
                      <a:pt x="97" y="48"/>
                    </a:moveTo>
                    <a:cubicBezTo>
                      <a:pt x="97" y="62"/>
                      <a:pt x="92" y="74"/>
                      <a:pt x="83" y="83"/>
                    </a:cubicBezTo>
                    <a:cubicBezTo>
                      <a:pt x="74" y="91"/>
                      <a:pt x="62" y="97"/>
                      <a:pt x="49" y="97"/>
                    </a:cubicBezTo>
                    <a:cubicBezTo>
                      <a:pt x="36" y="97"/>
                      <a:pt x="23" y="91"/>
                      <a:pt x="15" y="83"/>
                    </a:cubicBezTo>
                    <a:cubicBezTo>
                      <a:pt x="6" y="74"/>
                      <a:pt x="0" y="62"/>
                      <a:pt x="0" y="48"/>
                    </a:cubicBezTo>
                    <a:cubicBezTo>
                      <a:pt x="0" y="35"/>
                      <a:pt x="6" y="23"/>
                      <a:pt x="15" y="14"/>
                    </a:cubicBezTo>
                    <a:cubicBezTo>
                      <a:pt x="23" y="6"/>
                      <a:pt x="36" y="0"/>
                      <a:pt x="49" y="0"/>
                    </a:cubicBezTo>
                    <a:cubicBezTo>
                      <a:pt x="62" y="0"/>
                      <a:pt x="74" y="6"/>
                      <a:pt x="83" y="14"/>
                    </a:cubicBezTo>
                    <a:cubicBezTo>
                      <a:pt x="92" y="23"/>
                      <a:pt x="97" y="35"/>
                      <a:pt x="97" y="4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AE0BEB3D-E188-D647-B1E6-FE250893FD62}"/>
                  </a:ext>
                </a:extLst>
              </p:cNvPr>
              <p:cNvSpPr/>
              <p:nvPr/>
            </p:nvSpPr>
            <p:spPr>
              <a:xfrm>
                <a:off x="9698492" y="8443204"/>
                <a:ext cx="133300" cy="133347"/>
              </a:xfrm>
              <a:custGeom>
                <a:avLst/>
                <a:gdLst>
                  <a:gd name="connsiteX0" fmla="*/ 66639 w 133300"/>
                  <a:gd name="connsiteY0" fmla="*/ 14954 h 133347"/>
                  <a:gd name="connsiteX1" fmla="*/ 29705 w 133300"/>
                  <a:gd name="connsiteY1" fmla="*/ 29733 h 133347"/>
                  <a:gd name="connsiteX2" fmla="*/ 13700 w 133300"/>
                  <a:gd name="connsiteY2" fmla="*/ 66680 h 133347"/>
                  <a:gd name="connsiteX3" fmla="*/ 29705 w 133300"/>
                  <a:gd name="connsiteY3" fmla="*/ 103627 h 133347"/>
                  <a:gd name="connsiteX4" fmla="*/ 66639 w 133300"/>
                  <a:gd name="connsiteY4" fmla="*/ 119637 h 133347"/>
                  <a:gd name="connsiteX5" fmla="*/ 103573 w 133300"/>
                  <a:gd name="connsiteY5" fmla="*/ 103627 h 133347"/>
                  <a:gd name="connsiteX6" fmla="*/ 118347 w 133300"/>
                  <a:gd name="connsiteY6" fmla="*/ 66680 h 133347"/>
                  <a:gd name="connsiteX7" fmla="*/ 103573 w 133300"/>
                  <a:gd name="connsiteY7" fmla="*/ 29733 h 133347"/>
                  <a:gd name="connsiteX8" fmla="*/ 66639 w 133300"/>
                  <a:gd name="connsiteY8" fmla="*/ 14954 h 133347"/>
                  <a:gd name="connsiteX9" fmla="*/ 66650 w 133300"/>
                  <a:gd name="connsiteY9" fmla="*/ 0 h 133347"/>
                  <a:gd name="connsiteX10" fmla="*/ 113552 w 133300"/>
                  <a:gd name="connsiteY10" fmla="*/ 19755 h 133347"/>
                  <a:gd name="connsiteX11" fmla="*/ 133300 w 133300"/>
                  <a:gd name="connsiteY11" fmla="*/ 66674 h 133347"/>
                  <a:gd name="connsiteX12" fmla="*/ 113552 w 133300"/>
                  <a:gd name="connsiteY12" fmla="*/ 113592 h 133347"/>
                  <a:gd name="connsiteX13" fmla="*/ 66650 w 133300"/>
                  <a:gd name="connsiteY13" fmla="*/ 133347 h 133347"/>
                  <a:gd name="connsiteX14" fmla="*/ 18514 w 133300"/>
                  <a:gd name="connsiteY14" fmla="*/ 113592 h 133347"/>
                  <a:gd name="connsiteX15" fmla="*/ 0 w 133300"/>
                  <a:gd name="connsiteY15" fmla="*/ 66674 h 133347"/>
                  <a:gd name="connsiteX16" fmla="*/ 18514 w 133300"/>
                  <a:gd name="connsiteY16" fmla="*/ 19755 h 133347"/>
                  <a:gd name="connsiteX17" fmla="*/ 66650 w 133300"/>
                  <a:gd name="connsiteY17" fmla="*/ 0 h 133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33300" h="133347">
                    <a:moveTo>
                      <a:pt x="66639" y="14954"/>
                    </a:moveTo>
                    <a:cubicBezTo>
                      <a:pt x="51865" y="14954"/>
                      <a:pt x="38323" y="19880"/>
                      <a:pt x="29705" y="29733"/>
                    </a:cubicBezTo>
                    <a:cubicBezTo>
                      <a:pt x="18625" y="39585"/>
                      <a:pt x="13700" y="53133"/>
                      <a:pt x="13700" y="66680"/>
                    </a:cubicBezTo>
                    <a:cubicBezTo>
                      <a:pt x="13700" y="80227"/>
                      <a:pt x="18625" y="93774"/>
                      <a:pt x="29705" y="103627"/>
                    </a:cubicBezTo>
                    <a:cubicBezTo>
                      <a:pt x="38323" y="113479"/>
                      <a:pt x="51865" y="119637"/>
                      <a:pt x="66639" y="119637"/>
                    </a:cubicBezTo>
                    <a:cubicBezTo>
                      <a:pt x="80182" y="119637"/>
                      <a:pt x="93724" y="113479"/>
                      <a:pt x="103573" y="103627"/>
                    </a:cubicBezTo>
                    <a:cubicBezTo>
                      <a:pt x="113422" y="93774"/>
                      <a:pt x="118347" y="80227"/>
                      <a:pt x="118347" y="66680"/>
                    </a:cubicBezTo>
                    <a:cubicBezTo>
                      <a:pt x="118347" y="53133"/>
                      <a:pt x="113422" y="39585"/>
                      <a:pt x="103573" y="29733"/>
                    </a:cubicBezTo>
                    <a:cubicBezTo>
                      <a:pt x="93724" y="19880"/>
                      <a:pt x="80182" y="14954"/>
                      <a:pt x="66639" y="14954"/>
                    </a:cubicBezTo>
                    <a:close/>
                    <a:moveTo>
                      <a:pt x="66650" y="0"/>
                    </a:moveTo>
                    <a:cubicBezTo>
                      <a:pt x="83930" y="0"/>
                      <a:pt x="101209" y="7408"/>
                      <a:pt x="113552" y="19755"/>
                    </a:cubicBezTo>
                    <a:cubicBezTo>
                      <a:pt x="125894" y="32102"/>
                      <a:pt x="133300" y="49388"/>
                      <a:pt x="133300" y="66674"/>
                    </a:cubicBezTo>
                    <a:cubicBezTo>
                      <a:pt x="133300" y="85194"/>
                      <a:pt x="125894" y="102480"/>
                      <a:pt x="113552" y="113592"/>
                    </a:cubicBezTo>
                    <a:cubicBezTo>
                      <a:pt x="101209" y="127174"/>
                      <a:pt x="83930" y="133347"/>
                      <a:pt x="66650" y="133347"/>
                    </a:cubicBezTo>
                    <a:cubicBezTo>
                      <a:pt x="48136" y="133347"/>
                      <a:pt x="32091" y="127174"/>
                      <a:pt x="18514" y="113592"/>
                    </a:cubicBezTo>
                    <a:cubicBezTo>
                      <a:pt x="6171" y="102480"/>
                      <a:pt x="0" y="85194"/>
                      <a:pt x="0" y="66674"/>
                    </a:cubicBezTo>
                    <a:cubicBezTo>
                      <a:pt x="0" y="49388"/>
                      <a:pt x="6171" y="32102"/>
                      <a:pt x="18514" y="19755"/>
                    </a:cubicBezTo>
                    <a:cubicBezTo>
                      <a:pt x="32091" y="7408"/>
                      <a:pt x="48136" y="0"/>
                      <a:pt x="666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C258BDA2-4DA6-E044-954B-97F4EE5E5CDC}"/>
                  </a:ext>
                </a:extLst>
              </p:cNvPr>
              <p:cNvSpPr/>
              <p:nvPr/>
            </p:nvSpPr>
            <p:spPr>
              <a:xfrm>
                <a:off x="9970075" y="8485576"/>
                <a:ext cx="840909" cy="56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6" h="46">
                    <a:moveTo>
                      <a:pt x="654" y="0"/>
                    </a:moveTo>
                    <a:lnTo>
                      <a:pt x="338" y="0"/>
                    </a:lnTo>
                    <a:lnTo>
                      <a:pt x="23" y="0"/>
                    </a:lnTo>
                    <a:cubicBezTo>
                      <a:pt x="16" y="0"/>
                      <a:pt x="11" y="3"/>
                      <a:pt x="7" y="7"/>
                    </a:cubicBezTo>
                    <a:cubicBezTo>
                      <a:pt x="3" y="11"/>
                      <a:pt x="0" y="16"/>
                      <a:pt x="0" y="22"/>
                    </a:cubicBezTo>
                    <a:lnTo>
                      <a:pt x="0" y="23"/>
                    </a:lnTo>
                    <a:lnTo>
                      <a:pt x="0" y="24"/>
                    </a:lnTo>
                    <a:cubicBezTo>
                      <a:pt x="0" y="30"/>
                      <a:pt x="3" y="35"/>
                      <a:pt x="7" y="40"/>
                    </a:cubicBezTo>
                    <a:cubicBezTo>
                      <a:pt x="11" y="43"/>
                      <a:pt x="16" y="46"/>
                      <a:pt x="23" y="46"/>
                    </a:cubicBezTo>
                    <a:lnTo>
                      <a:pt x="338" y="46"/>
                    </a:lnTo>
                    <a:lnTo>
                      <a:pt x="654" y="46"/>
                    </a:lnTo>
                    <a:cubicBezTo>
                      <a:pt x="660" y="46"/>
                      <a:pt x="665" y="43"/>
                      <a:pt x="670" y="40"/>
                    </a:cubicBezTo>
                    <a:cubicBezTo>
                      <a:pt x="673" y="35"/>
                      <a:pt x="676" y="30"/>
                      <a:pt x="676" y="24"/>
                    </a:cubicBezTo>
                    <a:lnTo>
                      <a:pt x="676" y="23"/>
                    </a:lnTo>
                    <a:lnTo>
                      <a:pt x="676" y="22"/>
                    </a:lnTo>
                    <a:cubicBezTo>
                      <a:pt x="676" y="16"/>
                      <a:pt x="673" y="11"/>
                      <a:pt x="670" y="7"/>
                    </a:cubicBezTo>
                    <a:cubicBezTo>
                      <a:pt x="665" y="3"/>
                      <a:pt x="660" y="0"/>
                      <a:pt x="65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EB5BB941-D1FD-C14C-882F-A864C2FB349D}"/>
                  </a:ext>
                </a:extLst>
              </p:cNvPr>
              <p:cNvSpPr/>
              <p:nvPr/>
            </p:nvSpPr>
            <p:spPr>
              <a:xfrm>
                <a:off x="9963846" y="8479344"/>
                <a:ext cx="854613" cy="69789"/>
              </a:xfrm>
              <a:custGeom>
                <a:avLst/>
                <a:gdLst>
                  <a:gd name="connsiteX0" fmla="*/ 34850 w 854613"/>
                  <a:gd name="connsiteY0" fmla="*/ 14955 h 69789"/>
                  <a:gd name="connsiteX1" fmla="*/ 19923 w 854613"/>
                  <a:gd name="connsiteY1" fmla="*/ 19789 h 69789"/>
                  <a:gd name="connsiteX2" fmla="*/ 13703 w 854613"/>
                  <a:gd name="connsiteY2" fmla="*/ 33082 h 69789"/>
                  <a:gd name="connsiteX3" fmla="*/ 13703 w 854613"/>
                  <a:gd name="connsiteY3" fmla="*/ 35499 h 69789"/>
                  <a:gd name="connsiteX4" fmla="*/ 19923 w 854613"/>
                  <a:gd name="connsiteY4" fmla="*/ 48792 h 69789"/>
                  <a:gd name="connsiteX5" fmla="*/ 34850 w 854613"/>
                  <a:gd name="connsiteY5" fmla="*/ 54834 h 69789"/>
                  <a:gd name="connsiteX6" fmla="*/ 819760 w 854613"/>
                  <a:gd name="connsiteY6" fmla="*/ 54834 h 69789"/>
                  <a:gd name="connsiteX7" fmla="*/ 833443 w 854613"/>
                  <a:gd name="connsiteY7" fmla="*/ 48792 h 69789"/>
                  <a:gd name="connsiteX8" fmla="*/ 839663 w 854613"/>
                  <a:gd name="connsiteY8" fmla="*/ 35499 h 69789"/>
                  <a:gd name="connsiteX9" fmla="*/ 839663 w 854613"/>
                  <a:gd name="connsiteY9" fmla="*/ 33082 h 69789"/>
                  <a:gd name="connsiteX10" fmla="*/ 833443 w 854613"/>
                  <a:gd name="connsiteY10" fmla="*/ 19789 h 69789"/>
                  <a:gd name="connsiteX11" fmla="*/ 819760 w 854613"/>
                  <a:gd name="connsiteY11" fmla="*/ 14955 h 69789"/>
                  <a:gd name="connsiteX12" fmla="*/ 34831 w 854613"/>
                  <a:gd name="connsiteY12" fmla="*/ 0 h 69789"/>
                  <a:gd name="connsiteX13" fmla="*/ 819782 w 854613"/>
                  <a:gd name="connsiteY13" fmla="*/ 0 h 69789"/>
                  <a:gd name="connsiteX14" fmla="*/ 844661 w 854613"/>
                  <a:gd name="connsiteY14" fmla="*/ 9795 h 69789"/>
                  <a:gd name="connsiteX15" fmla="*/ 854613 w 854613"/>
                  <a:gd name="connsiteY15" fmla="*/ 33058 h 69789"/>
                  <a:gd name="connsiteX16" fmla="*/ 854613 w 854613"/>
                  <a:gd name="connsiteY16" fmla="*/ 35507 h 69789"/>
                  <a:gd name="connsiteX17" fmla="*/ 844661 w 854613"/>
                  <a:gd name="connsiteY17" fmla="*/ 58770 h 69789"/>
                  <a:gd name="connsiteX18" fmla="*/ 819782 w 854613"/>
                  <a:gd name="connsiteY18" fmla="*/ 69789 h 69789"/>
                  <a:gd name="connsiteX19" fmla="*/ 34831 w 854613"/>
                  <a:gd name="connsiteY19" fmla="*/ 69789 h 69789"/>
                  <a:gd name="connsiteX20" fmla="*/ 8708 w 854613"/>
                  <a:gd name="connsiteY20" fmla="*/ 58770 h 69789"/>
                  <a:gd name="connsiteX21" fmla="*/ 0 w 854613"/>
                  <a:gd name="connsiteY21" fmla="*/ 35507 h 69789"/>
                  <a:gd name="connsiteX22" fmla="*/ 0 w 854613"/>
                  <a:gd name="connsiteY22" fmla="*/ 33058 h 69789"/>
                  <a:gd name="connsiteX23" fmla="*/ 8708 w 854613"/>
                  <a:gd name="connsiteY23" fmla="*/ 9795 h 69789"/>
                  <a:gd name="connsiteX24" fmla="*/ 34831 w 854613"/>
                  <a:gd name="connsiteY24" fmla="*/ 0 h 69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54613" h="69789">
                    <a:moveTo>
                      <a:pt x="34850" y="14955"/>
                    </a:moveTo>
                    <a:cubicBezTo>
                      <a:pt x="28630" y="14955"/>
                      <a:pt x="23654" y="16163"/>
                      <a:pt x="19923" y="19789"/>
                    </a:cubicBezTo>
                    <a:cubicBezTo>
                      <a:pt x="16191" y="23414"/>
                      <a:pt x="13703" y="28248"/>
                      <a:pt x="13703" y="33082"/>
                    </a:cubicBezTo>
                    <a:lnTo>
                      <a:pt x="13703" y="35499"/>
                    </a:lnTo>
                    <a:cubicBezTo>
                      <a:pt x="13703" y="40333"/>
                      <a:pt x="16191" y="45166"/>
                      <a:pt x="19923" y="48792"/>
                    </a:cubicBezTo>
                    <a:cubicBezTo>
                      <a:pt x="23654" y="52417"/>
                      <a:pt x="28630" y="54834"/>
                      <a:pt x="34850" y="54834"/>
                    </a:cubicBezTo>
                    <a:lnTo>
                      <a:pt x="819760" y="54834"/>
                    </a:lnTo>
                    <a:cubicBezTo>
                      <a:pt x="825980" y="54834"/>
                      <a:pt x="829712" y="52417"/>
                      <a:pt x="833443" y="48792"/>
                    </a:cubicBezTo>
                    <a:cubicBezTo>
                      <a:pt x="837175" y="45166"/>
                      <a:pt x="839663" y="40333"/>
                      <a:pt x="839663" y="35499"/>
                    </a:cubicBezTo>
                    <a:lnTo>
                      <a:pt x="839663" y="33082"/>
                    </a:lnTo>
                    <a:cubicBezTo>
                      <a:pt x="839663" y="28248"/>
                      <a:pt x="837175" y="23414"/>
                      <a:pt x="833443" y="19789"/>
                    </a:cubicBezTo>
                    <a:cubicBezTo>
                      <a:pt x="829712" y="16163"/>
                      <a:pt x="825980" y="14955"/>
                      <a:pt x="819760" y="14955"/>
                    </a:cubicBezTo>
                    <a:close/>
                    <a:moveTo>
                      <a:pt x="34831" y="0"/>
                    </a:moveTo>
                    <a:lnTo>
                      <a:pt x="819782" y="0"/>
                    </a:lnTo>
                    <a:cubicBezTo>
                      <a:pt x="829733" y="0"/>
                      <a:pt x="837197" y="3673"/>
                      <a:pt x="844661" y="9795"/>
                    </a:cubicBezTo>
                    <a:cubicBezTo>
                      <a:pt x="850881" y="15917"/>
                      <a:pt x="854613" y="24487"/>
                      <a:pt x="854613" y="33058"/>
                    </a:cubicBezTo>
                    <a:lnTo>
                      <a:pt x="854613" y="35507"/>
                    </a:lnTo>
                    <a:cubicBezTo>
                      <a:pt x="854613" y="44077"/>
                      <a:pt x="850881" y="52648"/>
                      <a:pt x="844661" y="58770"/>
                    </a:cubicBezTo>
                    <a:cubicBezTo>
                      <a:pt x="837197" y="66116"/>
                      <a:pt x="829733" y="69789"/>
                      <a:pt x="819782" y="69789"/>
                    </a:cubicBezTo>
                    <a:lnTo>
                      <a:pt x="34831" y="69789"/>
                    </a:lnTo>
                    <a:cubicBezTo>
                      <a:pt x="24880" y="69789"/>
                      <a:pt x="16172" y="66116"/>
                      <a:pt x="8708" y="58770"/>
                    </a:cubicBezTo>
                    <a:cubicBezTo>
                      <a:pt x="2488" y="52648"/>
                      <a:pt x="0" y="44077"/>
                      <a:pt x="0" y="35507"/>
                    </a:cubicBezTo>
                    <a:lnTo>
                      <a:pt x="0" y="33058"/>
                    </a:lnTo>
                    <a:cubicBezTo>
                      <a:pt x="0" y="24487"/>
                      <a:pt x="2488" y="15917"/>
                      <a:pt x="8708" y="9795"/>
                    </a:cubicBezTo>
                    <a:cubicBezTo>
                      <a:pt x="16172" y="3673"/>
                      <a:pt x="24880" y="0"/>
                      <a:pt x="348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FD623E93-B123-5147-B749-56332E8A9A6C}"/>
                  </a:ext>
                </a:extLst>
              </p:cNvPr>
              <p:cNvSpPr/>
              <p:nvPr/>
            </p:nvSpPr>
            <p:spPr>
              <a:xfrm>
                <a:off x="9786943" y="8053134"/>
                <a:ext cx="2607442" cy="2878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94" h="232">
                    <a:moveTo>
                      <a:pt x="116" y="0"/>
                    </a:moveTo>
                    <a:cubicBezTo>
                      <a:pt x="85" y="0"/>
                      <a:pt x="55" y="13"/>
                      <a:pt x="34" y="34"/>
                    </a:cubicBezTo>
                    <a:cubicBezTo>
                      <a:pt x="14" y="55"/>
                      <a:pt x="0" y="84"/>
                      <a:pt x="0" y="116"/>
                    </a:cubicBezTo>
                    <a:cubicBezTo>
                      <a:pt x="0" y="148"/>
                      <a:pt x="14" y="177"/>
                      <a:pt x="34" y="198"/>
                    </a:cubicBezTo>
                    <a:cubicBezTo>
                      <a:pt x="55" y="220"/>
                      <a:pt x="85" y="232"/>
                      <a:pt x="116" y="232"/>
                    </a:cubicBezTo>
                    <a:lnTo>
                      <a:pt x="1105" y="232"/>
                    </a:lnTo>
                    <a:lnTo>
                      <a:pt x="2094" y="232"/>
                    </a:lnTo>
                    <a:lnTo>
                      <a:pt x="2094" y="118"/>
                    </a:lnTo>
                    <a:lnTo>
                      <a:pt x="2094" y="3"/>
                    </a:lnTo>
                    <a:cubicBezTo>
                      <a:pt x="2094" y="3"/>
                      <a:pt x="1599" y="1"/>
                      <a:pt x="1105" y="1"/>
                    </a:cubicBezTo>
                    <a:cubicBezTo>
                      <a:pt x="611" y="0"/>
                      <a:pt x="116" y="0"/>
                      <a:pt x="11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BC1442E0-EA60-DF45-98FC-8C3668126853}"/>
                  </a:ext>
                </a:extLst>
              </p:cNvPr>
              <p:cNvSpPr/>
              <p:nvPr/>
            </p:nvSpPr>
            <p:spPr>
              <a:xfrm>
                <a:off x="9780714" y="8045657"/>
                <a:ext cx="2621146" cy="302834"/>
              </a:xfrm>
              <a:custGeom>
                <a:avLst/>
                <a:gdLst>
                  <a:gd name="connsiteX0" fmla="*/ 150675 w 2621146"/>
                  <a:gd name="connsiteY0" fmla="*/ 13708 h 302834"/>
                  <a:gd name="connsiteX1" fmla="*/ 54795 w 2621146"/>
                  <a:gd name="connsiteY1" fmla="*/ 54649 h 302834"/>
                  <a:gd name="connsiteX2" fmla="*/ 13704 w 2621146"/>
                  <a:gd name="connsiteY2" fmla="*/ 151417 h 302834"/>
                  <a:gd name="connsiteX3" fmla="*/ 54795 w 2621146"/>
                  <a:gd name="connsiteY3" fmla="*/ 248185 h 302834"/>
                  <a:gd name="connsiteX4" fmla="*/ 150675 w 2621146"/>
                  <a:gd name="connsiteY4" fmla="*/ 289125 h 302834"/>
                  <a:gd name="connsiteX5" fmla="*/ 2606197 w 2621146"/>
                  <a:gd name="connsiteY5" fmla="*/ 289125 h 302834"/>
                  <a:gd name="connsiteX6" fmla="*/ 2606197 w 2621146"/>
                  <a:gd name="connsiteY6" fmla="*/ 18671 h 302834"/>
                  <a:gd name="connsiteX7" fmla="*/ 1382172 w 2621146"/>
                  <a:gd name="connsiteY7" fmla="*/ 16189 h 302834"/>
                  <a:gd name="connsiteX8" fmla="*/ 150675 w 2621146"/>
                  <a:gd name="connsiteY8" fmla="*/ 13708 h 302834"/>
                  <a:gd name="connsiteX9" fmla="*/ 150669 w 2621146"/>
                  <a:gd name="connsiteY9" fmla="*/ 0 h 302834"/>
                  <a:gd name="connsiteX10" fmla="*/ 1382172 w 2621146"/>
                  <a:gd name="connsiteY10" fmla="*/ 1241 h 302834"/>
                  <a:gd name="connsiteX11" fmla="*/ 2228908 w 2621146"/>
                  <a:gd name="connsiteY11" fmla="*/ 2482 h 302834"/>
                  <a:gd name="connsiteX12" fmla="*/ 2507833 w 2621146"/>
                  <a:gd name="connsiteY12" fmla="*/ 3724 h 302834"/>
                  <a:gd name="connsiteX13" fmla="*/ 2586280 w 2621146"/>
                  <a:gd name="connsiteY13" fmla="*/ 3724 h 302834"/>
                  <a:gd name="connsiteX14" fmla="*/ 2606204 w 2621146"/>
                  <a:gd name="connsiteY14" fmla="*/ 3724 h 302834"/>
                  <a:gd name="connsiteX15" fmla="*/ 2621146 w 2621146"/>
                  <a:gd name="connsiteY15" fmla="*/ 11170 h 302834"/>
                  <a:gd name="connsiteX16" fmla="*/ 2621146 w 2621146"/>
                  <a:gd name="connsiteY16" fmla="*/ 295387 h 302834"/>
                  <a:gd name="connsiteX17" fmla="*/ 2613675 w 2621146"/>
                  <a:gd name="connsiteY17" fmla="*/ 302834 h 302834"/>
                  <a:gd name="connsiteX18" fmla="*/ 150669 w 2621146"/>
                  <a:gd name="connsiteY18" fmla="*/ 302834 h 302834"/>
                  <a:gd name="connsiteX19" fmla="*/ 43582 w 2621146"/>
                  <a:gd name="connsiteY19" fmla="*/ 258154 h 302834"/>
                  <a:gd name="connsiteX20" fmla="*/ 0 w 2621146"/>
                  <a:gd name="connsiteY20" fmla="*/ 151417 h 302834"/>
                  <a:gd name="connsiteX21" fmla="*/ 43582 w 2621146"/>
                  <a:gd name="connsiteY21" fmla="*/ 44681 h 302834"/>
                  <a:gd name="connsiteX22" fmla="*/ 150669 w 2621146"/>
                  <a:gd name="connsiteY22" fmla="*/ 0 h 30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621146" h="302834">
                    <a:moveTo>
                      <a:pt x="150675" y="13708"/>
                    </a:moveTo>
                    <a:cubicBezTo>
                      <a:pt x="114565" y="13708"/>
                      <a:pt x="79699" y="28596"/>
                      <a:pt x="54795" y="54649"/>
                    </a:cubicBezTo>
                    <a:cubicBezTo>
                      <a:pt x="28646" y="80702"/>
                      <a:pt x="13704" y="115439"/>
                      <a:pt x="13704" y="151417"/>
                    </a:cubicBezTo>
                    <a:cubicBezTo>
                      <a:pt x="13704" y="188635"/>
                      <a:pt x="28646" y="223373"/>
                      <a:pt x="54795" y="248185"/>
                    </a:cubicBezTo>
                    <a:cubicBezTo>
                      <a:pt x="79699" y="274238"/>
                      <a:pt x="114565" y="289125"/>
                      <a:pt x="150675" y="289125"/>
                    </a:cubicBezTo>
                    <a:lnTo>
                      <a:pt x="2606197" y="289125"/>
                    </a:lnTo>
                    <a:lnTo>
                      <a:pt x="2606197" y="18671"/>
                    </a:lnTo>
                    <a:cubicBezTo>
                      <a:pt x="2565106" y="17430"/>
                      <a:pt x="2303615" y="16189"/>
                      <a:pt x="1382172" y="16189"/>
                    </a:cubicBezTo>
                    <a:cubicBezTo>
                      <a:pt x="768291" y="14949"/>
                      <a:pt x="153166" y="13708"/>
                      <a:pt x="150675" y="13708"/>
                    </a:cubicBezTo>
                    <a:close/>
                    <a:moveTo>
                      <a:pt x="150669" y="0"/>
                    </a:moveTo>
                    <a:cubicBezTo>
                      <a:pt x="150669" y="0"/>
                      <a:pt x="767043" y="0"/>
                      <a:pt x="1382172" y="1241"/>
                    </a:cubicBezTo>
                    <a:cubicBezTo>
                      <a:pt x="1689736" y="1241"/>
                      <a:pt x="1997301" y="2482"/>
                      <a:pt x="2228908" y="2482"/>
                    </a:cubicBezTo>
                    <a:cubicBezTo>
                      <a:pt x="2344712" y="2482"/>
                      <a:pt x="2440592" y="2482"/>
                      <a:pt x="2507833" y="3724"/>
                    </a:cubicBezTo>
                    <a:cubicBezTo>
                      <a:pt x="2541453" y="3724"/>
                      <a:pt x="2567602" y="3724"/>
                      <a:pt x="2586280" y="3724"/>
                    </a:cubicBezTo>
                    <a:cubicBezTo>
                      <a:pt x="2594997" y="3724"/>
                      <a:pt x="2601223" y="3724"/>
                      <a:pt x="2606204" y="3724"/>
                    </a:cubicBezTo>
                    <a:cubicBezTo>
                      <a:pt x="2614920" y="3724"/>
                      <a:pt x="2621146" y="4965"/>
                      <a:pt x="2621146" y="11170"/>
                    </a:cubicBezTo>
                    <a:lnTo>
                      <a:pt x="2621146" y="295387"/>
                    </a:lnTo>
                    <a:cubicBezTo>
                      <a:pt x="2621146" y="299111"/>
                      <a:pt x="2617410" y="302834"/>
                      <a:pt x="2613675" y="302834"/>
                    </a:cubicBezTo>
                    <a:lnTo>
                      <a:pt x="150669" y="302834"/>
                    </a:lnTo>
                    <a:cubicBezTo>
                      <a:pt x="110823" y="302834"/>
                      <a:pt x="72222" y="287941"/>
                      <a:pt x="43582" y="258154"/>
                    </a:cubicBezTo>
                    <a:cubicBezTo>
                      <a:pt x="14942" y="229608"/>
                      <a:pt x="0" y="191133"/>
                      <a:pt x="0" y="151417"/>
                    </a:cubicBezTo>
                    <a:cubicBezTo>
                      <a:pt x="0" y="111701"/>
                      <a:pt x="14942" y="73227"/>
                      <a:pt x="43582" y="44681"/>
                    </a:cubicBezTo>
                    <a:cubicBezTo>
                      <a:pt x="72222" y="16135"/>
                      <a:pt x="110823" y="0"/>
                      <a:pt x="150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86FC76A3-4C71-4741-B669-5189ACDCF776}"/>
                  </a:ext>
                </a:extLst>
              </p:cNvPr>
              <p:cNvSpPr/>
              <p:nvPr/>
            </p:nvSpPr>
            <p:spPr>
              <a:xfrm>
                <a:off x="11040210" y="8053134"/>
                <a:ext cx="1354176" cy="2878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88" h="232">
                    <a:moveTo>
                      <a:pt x="116" y="0"/>
                    </a:moveTo>
                    <a:cubicBezTo>
                      <a:pt x="84" y="0"/>
                      <a:pt x="55" y="13"/>
                      <a:pt x="33" y="34"/>
                    </a:cubicBezTo>
                    <a:cubicBezTo>
                      <a:pt x="12" y="55"/>
                      <a:pt x="0" y="84"/>
                      <a:pt x="0" y="116"/>
                    </a:cubicBezTo>
                    <a:cubicBezTo>
                      <a:pt x="0" y="148"/>
                      <a:pt x="12" y="177"/>
                      <a:pt x="33" y="198"/>
                    </a:cubicBezTo>
                    <a:cubicBezTo>
                      <a:pt x="55" y="220"/>
                      <a:pt x="84" y="232"/>
                      <a:pt x="116" y="232"/>
                    </a:cubicBezTo>
                    <a:lnTo>
                      <a:pt x="602" y="232"/>
                    </a:lnTo>
                    <a:lnTo>
                      <a:pt x="1088" y="232"/>
                    </a:lnTo>
                    <a:lnTo>
                      <a:pt x="1088" y="118"/>
                    </a:lnTo>
                    <a:lnTo>
                      <a:pt x="1088" y="3"/>
                    </a:lnTo>
                    <a:cubicBezTo>
                      <a:pt x="1088" y="2"/>
                      <a:pt x="845" y="1"/>
                      <a:pt x="602" y="1"/>
                    </a:cubicBezTo>
                    <a:cubicBezTo>
                      <a:pt x="359" y="0"/>
                      <a:pt x="116" y="0"/>
                      <a:pt x="11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3F506586-291C-8643-97AA-DBB3FCBDDEF2}"/>
                  </a:ext>
                </a:extLst>
              </p:cNvPr>
              <p:cNvSpPr/>
              <p:nvPr/>
            </p:nvSpPr>
            <p:spPr>
              <a:xfrm>
                <a:off x="11032735" y="8045657"/>
                <a:ext cx="1369125" cy="302834"/>
              </a:xfrm>
              <a:custGeom>
                <a:avLst/>
                <a:gdLst>
                  <a:gd name="connsiteX0" fmla="*/ 151859 w 1369125"/>
                  <a:gd name="connsiteY0" fmla="*/ 13708 h 302834"/>
                  <a:gd name="connsiteX1" fmla="*/ 54777 w 1369125"/>
                  <a:gd name="connsiteY1" fmla="*/ 54649 h 302834"/>
                  <a:gd name="connsiteX2" fmla="*/ 13704 w 1369125"/>
                  <a:gd name="connsiteY2" fmla="*/ 151417 h 302834"/>
                  <a:gd name="connsiteX3" fmla="*/ 54777 w 1369125"/>
                  <a:gd name="connsiteY3" fmla="*/ 248185 h 302834"/>
                  <a:gd name="connsiteX4" fmla="*/ 151859 w 1369125"/>
                  <a:gd name="connsiteY4" fmla="*/ 289125 h 302834"/>
                  <a:gd name="connsiteX5" fmla="*/ 1354176 w 1369125"/>
                  <a:gd name="connsiteY5" fmla="*/ 289125 h 302834"/>
                  <a:gd name="connsiteX6" fmla="*/ 1354176 w 1369125"/>
                  <a:gd name="connsiteY6" fmla="*/ 18671 h 302834"/>
                  <a:gd name="connsiteX7" fmla="*/ 756751 w 1369125"/>
                  <a:gd name="connsiteY7" fmla="*/ 16189 h 302834"/>
                  <a:gd name="connsiteX8" fmla="*/ 151859 w 1369125"/>
                  <a:gd name="connsiteY8" fmla="*/ 13708 h 302834"/>
                  <a:gd name="connsiteX9" fmla="*/ 151848 w 1369125"/>
                  <a:gd name="connsiteY9" fmla="*/ 0 h 302834"/>
                  <a:gd name="connsiteX10" fmla="*/ 756753 w 1369125"/>
                  <a:gd name="connsiteY10" fmla="*/ 1241 h 302834"/>
                  <a:gd name="connsiteX11" fmla="*/ 1172469 w 1369125"/>
                  <a:gd name="connsiteY11" fmla="*/ 2482 h 302834"/>
                  <a:gd name="connsiteX12" fmla="*/ 1309381 w 1369125"/>
                  <a:gd name="connsiteY12" fmla="*/ 2482 h 302834"/>
                  <a:gd name="connsiteX13" fmla="*/ 1369125 w 1369125"/>
                  <a:gd name="connsiteY13" fmla="*/ 11170 h 302834"/>
                  <a:gd name="connsiteX14" fmla="*/ 1369125 w 1369125"/>
                  <a:gd name="connsiteY14" fmla="*/ 295387 h 302834"/>
                  <a:gd name="connsiteX15" fmla="*/ 1366636 w 1369125"/>
                  <a:gd name="connsiteY15" fmla="*/ 301593 h 302834"/>
                  <a:gd name="connsiteX16" fmla="*/ 1361657 w 1369125"/>
                  <a:gd name="connsiteY16" fmla="*/ 302834 h 302834"/>
                  <a:gd name="connsiteX17" fmla="*/ 151848 w 1369125"/>
                  <a:gd name="connsiteY17" fmla="*/ 302834 h 302834"/>
                  <a:gd name="connsiteX18" fmla="*/ 43563 w 1369125"/>
                  <a:gd name="connsiteY18" fmla="*/ 258154 h 302834"/>
                  <a:gd name="connsiteX19" fmla="*/ 0 w 1369125"/>
                  <a:gd name="connsiteY19" fmla="*/ 151417 h 302834"/>
                  <a:gd name="connsiteX20" fmla="*/ 43563 w 1369125"/>
                  <a:gd name="connsiteY20" fmla="*/ 44681 h 302834"/>
                  <a:gd name="connsiteX21" fmla="*/ 151848 w 1369125"/>
                  <a:gd name="connsiteY21" fmla="*/ 0 h 30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369125" h="302834">
                    <a:moveTo>
                      <a:pt x="151859" y="13708"/>
                    </a:moveTo>
                    <a:cubicBezTo>
                      <a:pt x="114519" y="13708"/>
                      <a:pt x="79670" y="28596"/>
                      <a:pt x="54777" y="54649"/>
                    </a:cubicBezTo>
                    <a:cubicBezTo>
                      <a:pt x="28640" y="80702"/>
                      <a:pt x="13704" y="115439"/>
                      <a:pt x="13704" y="151417"/>
                    </a:cubicBezTo>
                    <a:cubicBezTo>
                      <a:pt x="13704" y="188635"/>
                      <a:pt x="28640" y="223373"/>
                      <a:pt x="54777" y="248185"/>
                    </a:cubicBezTo>
                    <a:cubicBezTo>
                      <a:pt x="79670" y="274238"/>
                      <a:pt x="114519" y="289125"/>
                      <a:pt x="151859" y="289125"/>
                    </a:cubicBezTo>
                    <a:lnTo>
                      <a:pt x="1354176" y="289125"/>
                    </a:lnTo>
                    <a:lnTo>
                      <a:pt x="1354176" y="18671"/>
                    </a:lnTo>
                    <a:cubicBezTo>
                      <a:pt x="1325549" y="17430"/>
                      <a:pt x="1191129" y="16189"/>
                      <a:pt x="756751" y="16189"/>
                    </a:cubicBezTo>
                    <a:cubicBezTo>
                      <a:pt x="454305" y="14949"/>
                      <a:pt x="151859" y="13708"/>
                      <a:pt x="151859" y="13708"/>
                    </a:cubicBezTo>
                    <a:close/>
                    <a:moveTo>
                      <a:pt x="151848" y="0"/>
                    </a:moveTo>
                    <a:cubicBezTo>
                      <a:pt x="151848" y="0"/>
                      <a:pt x="454301" y="0"/>
                      <a:pt x="756753" y="1241"/>
                    </a:cubicBezTo>
                    <a:cubicBezTo>
                      <a:pt x="907357" y="1241"/>
                      <a:pt x="1059205" y="2482"/>
                      <a:pt x="1172469" y="2482"/>
                    </a:cubicBezTo>
                    <a:cubicBezTo>
                      <a:pt x="1228479" y="2482"/>
                      <a:pt x="1277020" y="2482"/>
                      <a:pt x="1309381" y="2482"/>
                    </a:cubicBezTo>
                    <a:cubicBezTo>
                      <a:pt x="1369125" y="3724"/>
                      <a:pt x="1369125" y="3724"/>
                      <a:pt x="1369125" y="11170"/>
                    </a:cubicBezTo>
                    <a:lnTo>
                      <a:pt x="1369125" y="295387"/>
                    </a:lnTo>
                    <a:cubicBezTo>
                      <a:pt x="1369125" y="297870"/>
                      <a:pt x="1367880" y="299111"/>
                      <a:pt x="1366636" y="301593"/>
                    </a:cubicBezTo>
                    <a:cubicBezTo>
                      <a:pt x="1365391" y="301593"/>
                      <a:pt x="1362902" y="302834"/>
                      <a:pt x="1361657" y="302834"/>
                    </a:cubicBezTo>
                    <a:lnTo>
                      <a:pt x="151848" y="302834"/>
                    </a:lnTo>
                    <a:cubicBezTo>
                      <a:pt x="112019" y="302834"/>
                      <a:pt x="73435" y="287941"/>
                      <a:pt x="43563" y="258154"/>
                    </a:cubicBezTo>
                    <a:cubicBezTo>
                      <a:pt x="14936" y="229608"/>
                      <a:pt x="0" y="191133"/>
                      <a:pt x="0" y="151417"/>
                    </a:cubicBezTo>
                    <a:cubicBezTo>
                      <a:pt x="0" y="111701"/>
                      <a:pt x="14936" y="73227"/>
                      <a:pt x="43563" y="44681"/>
                    </a:cubicBezTo>
                    <a:cubicBezTo>
                      <a:pt x="73435" y="16135"/>
                      <a:pt x="112019" y="0"/>
                      <a:pt x="1518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C424163A-6BF4-3346-8AE9-D013AA5FE806}"/>
                  </a:ext>
                </a:extLst>
              </p:cNvPr>
              <p:cNvSpPr/>
              <p:nvPr/>
            </p:nvSpPr>
            <p:spPr>
              <a:xfrm>
                <a:off x="11116203" y="8130400"/>
                <a:ext cx="1278182" cy="1345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27" h="109">
                    <a:moveTo>
                      <a:pt x="55" y="0"/>
                    </a:moveTo>
                    <a:cubicBezTo>
                      <a:pt x="40" y="0"/>
                      <a:pt x="26" y="6"/>
                      <a:pt x="16" y="16"/>
                    </a:cubicBezTo>
                    <a:cubicBezTo>
                      <a:pt x="7" y="25"/>
                      <a:pt x="0" y="39"/>
                      <a:pt x="0" y="54"/>
                    </a:cubicBezTo>
                    <a:cubicBezTo>
                      <a:pt x="0" y="69"/>
                      <a:pt x="7" y="83"/>
                      <a:pt x="16" y="93"/>
                    </a:cubicBezTo>
                    <a:cubicBezTo>
                      <a:pt x="26" y="102"/>
                      <a:pt x="40" y="109"/>
                      <a:pt x="55" y="109"/>
                    </a:cubicBezTo>
                    <a:lnTo>
                      <a:pt x="541" y="109"/>
                    </a:lnTo>
                    <a:lnTo>
                      <a:pt x="1027" y="109"/>
                    </a:lnTo>
                    <a:lnTo>
                      <a:pt x="1027" y="54"/>
                    </a:lnTo>
                    <a:lnTo>
                      <a:pt x="1027" y="0"/>
                    </a:lnTo>
                    <a:lnTo>
                      <a:pt x="541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AA43540A-F64A-1A48-B177-39EB18BE6304}"/>
                  </a:ext>
                </a:extLst>
              </p:cNvPr>
              <p:cNvSpPr/>
              <p:nvPr/>
            </p:nvSpPr>
            <p:spPr>
              <a:xfrm>
                <a:off x="11109974" y="8122923"/>
                <a:ext cx="1291886" cy="148301"/>
              </a:xfrm>
              <a:custGeom>
                <a:avLst/>
                <a:gdLst>
                  <a:gd name="connsiteX0" fmla="*/ 74688 w 1291886"/>
                  <a:gd name="connsiteY0" fmla="*/ 13708 h 148301"/>
                  <a:gd name="connsiteX1" fmla="*/ 31128 w 1291886"/>
                  <a:gd name="connsiteY1" fmla="*/ 32209 h 148301"/>
                  <a:gd name="connsiteX2" fmla="*/ 13704 w 1291886"/>
                  <a:gd name="connsiteY2" fmla="*/ 74144 h 148301"/>
                  <a:gd name="connsiteX3" fmla="*/ 31128 w 1291886"/>
                  <a:gd name="connsiteY3" fmla="*/ 116079 h 148301"/>
                  <a:gd name="connsiteX4" fmla="*/ 74688 w 1291886"/>
                  <a:gd name="connsiteY4" fmla="*/ 133346 h 148301"/>
                  <a:gd name="connsiteX5" fmla="*/ 1276937 w 1291886"/>
                  <a:gd name="connsiteY5" fmla="*/ 133346 h 148301"/>
                  <a:gd name="connsiteX6" fmla="*/ 1276937 w 1291886"/>
                  <a:gd name="connsiteY6" fmla="*/ 13708 h 148301"/>
                  <a:gd name="connsiteX7" fmla="*/ 74675 w 1291886"/>
                  <a:gd name="connsiteY7" fmla="*/ 0 h 148301"/>
                  <a:gd name="connsiteX8" fmla="*/ 1284418 w 1291886"/>
                  <a:gd name="connsiteY8" fmla="*/ 0 h 148301"/>
                  <a:gd name="connsiteX9" fmla="*/ 1291886 w 1291886"/>
                  <a:gd name="connsiteY9" fmla="*/ 7415 h 148301"/>
                  <a:gd name="connsiteX10" fmla="*/ 1291886 w 1291886"/>
                  <a:gd name="connsiteY10" fmla="*/ 142122 h 148301"/>
                  <a:gd name="connsiteX11" fmla="*/ 1284418 w 1291886"/>
                  <a:gd name="connsiteY11" fmla="*/ 148301 h 148301"/>
                  <a:gd name="connsiteX12" fmla="*/ 74675 w 1291886"/>
                  <a:gd name="connsiteY12" fmla="*/ 148301 h 148301"/>
                  <a:gd name="connsiteX13" fmla="*/ 22403 w 1291886"/>
                  <a:gd name="connsiteY13" fmla="*/ 126056 h 148301"/>
                  <a:gd name="connsiteX14" fmla="*/ 0 w 1291886"/>
                  <a:gd name="connsiteY14" fmla="*/ 74151 h 148301"/>
                  <a:gd name="connsiteX15" fmla="*/ 22403 w 1291886"/>
                  <a:gd name="connsiteY15" fmla="*/ 22245 h 148301"/>
                  <a:gd name="connsiteX16" fmla="*/ 74675 w 1291886"/>
                  <a:gd name="connsiteY16" fmla="*/ 0 h 148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91886" h="148301">
                    <a:moveTo>
                      <a:pt x="74688" y="13708"/>
                    </a:moveTo>
                    <a:cubicBezTo>
                      <a:pt x="58508" y="13708"/>
                      <a:pt x="43574" y="21109"/>
                      <a:pt x="31128" y="32209"/>
                    </a:cubicBezTo>
                    <a:cubicBezTo>
                      <a:pt x="21171" y="43309"/>
                      <a:pt x="13704" y="58110"/>
                      <a:pt x="13704" y="74144"/>
                    </a:cubicBezTo>
                    <a:cubicBezTo>
                      <a:pt x="13704" y="90178"/>
                      <a:pt x="21171" y="104978"/>
                      <a:pt x="31128" y="116079"/>
                    </a:cubicBezTo>
                    <a:cubicBezTo>
                      <a:pt x="43574" y="128413"/>
                      <a:pt x="58508" y="133346"/>
                      <a:pt x="74688" y="133346"/>
                    </a:cubicBezTo>
                    <a:lnTo>
                      <a:pt x="1276937" y="133346"/>
                    </a:lnTo>
                    <a:lnTo>
                      <a:pt x="1276937" y="13708"/>
                    </a:lnTo>
                    <a:close/>
                    <a:moveTo>
                      <a:pt x="74675" y="0"/>
                    </a:moveTo>
                    <a:lnTo>
                      <a:pt x="1284418" y="0"/>
                    </a:lnTo>
                    <a:cubicBezTo>
                      <a:pt x="1288152" y="0"/>
                      <a:pt x="1291886" y="3708"/>
                      <a:pt x="1291886" y="7415"/>
                    </a:cubicBezTo>
                    <a:lnTo>
                      <a:pt x="1291886" y="142122"/>
                    </a:lnTo>
                    <a:cubicBezTo>
                      <a:pt x="1291886" y="145830"/>
                      <a:pt x="1288152" y="148301"/>
                      <a:pt x="1284418" y="148301"/>
                    </a:cubicBezTo>
                    <a:lnTo>
                      <a:pt x="74675" y="148301"/>
                    </a:lnTo>
                    <a:cubicBezTo>
                      <a:pt x="54762" y="148301"/>
                      <a:pt x="36093" y="140886"/>
                      <a:pt x="22403" y="126056"/>
                    </a:cubicBezTo>
                    <a:cubicBezTo>
                      <a:pt x="7468" y="112462"/>
                      <a:pt x="0" y="93924"/>
                      <a:pt x="0" y="74151"/>
                    </a:cubicBezTo>
                    <a:cubicBezTo>
                      <a:pt x="0" y="54377"/>
                      <a:pt x="7468" y="35840"/>
                      <a:pt x="22403" y="22245"/>
                    </a:cubicBezTo>
                    <a:cubicBezTo>
                      <a:pt x="36093" y="7415"/>
                      <a:pt x="54762" y="0"/>
                      <a:pt x="746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B39958FF-96CC-8E45-B203-3CA050A944BF}"/>
                  </a:ext>
                </a:extLst>
              </p:cNvPr>
              <p:cNvSpPr/>
              <p:nvPr/>
            </p:nvSpPr>
            <p:spPr>
              <a:xfrm>
                <a:off x="9940176" y="8145355"/>
                <a:ext cx="102155" cy="1034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3" h="84">
                    <a:moveTo>
                      <a:pt x="83" y="42"/>
                    </a:moveTo>
                    <a:cubicBezTo>
                      <a:pt x="83" y="54"/>
                      <a:pt x="78" y="64"/>
                      <a:pt x="71" y="72"/>
                    </a:cubicBezTo>
                    <a:cubicBezTo>
                      <a:pt x="64" y="79"/>
                      <a:pt x="53" y="84"/>
                      <a:pt x="42" y="84"/>
                    </a:cubicBezTo>
                    <a:cubicBezTo>
                      <a:pt x="30" y="84"/>
                      <a:pt x="20" y="79"/>
                      <a:pt x="12" y="72"/>
                    </a:cubicBezTo>
                    <a:cubicBezTo>
                      <a:pt x="5" y="64"/>
                      <a:pt x="0" y="54"/>
                      <a:pt x="0" y="42"/>
                    </a:cubicBezTo>
                    <a:cubicBezTo>
                      <a:pt x="0" y="31"/>
                      <a:pt x="5" y="20"/>
                      <a:pt x="12" y="13"/>
                    </a:cubicBezTo>
                    <a:cubicBezTo>
                      <a:pt x="20" y="5"/>
                      <a:pt x="30" y="0"/>
                      <a:pt x="42" y="0"/>
                    </a:cubicBezTo>
                    <a:cubicBezTo>
                      <a:pt x="53" y="0"/>
                      <a:pt x="64" y="5"/>
                      <a:pt x="71" y="13"/>
                    </a:cubicBezTo>
                    <a:cubicBezTo>
                      <a:pt x="78" y="20"/>
                      <a:pt x="83" y="31"/>
                      <a:pt x="83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38089E1F-8643-324E-83ED-C557C2EA2535}"/>
                  </a:ext>
                </a:extLst>
              </p:cNvPr>
              <p:cNvSpPr/>
              <p:nvPr/>
            </p:nvSpPr>
            <p:spPr>
              <a:xfrm>
                <a:off x="9933947" y="8139124"/>
                <a:ext cx="115859" cy="115899"/>
              </a:xfrm>
              <a:custGeom>
                <a:avLst/>
                <a:gdLst>
                  <a:gd name="connsiteX0" fmla="*/ 57929 w 115859"/>
                  <a:gd name="connsiteY0" fmla="*/ 13708 h 115899"/>
                  <a:gd name="connsiteX1" fmla="*/ 25988 w 115859"/>
                  <a:gd name="connsiteY1" fmla="*/ 25997 h 115899"/>
                  <a:gd name="connsiteX2" fmla="*/ 13703 w 115859"/>
                  <a:gd name="connsiteY2" fmla="*/ 57949 h 115899"/>
                  <a:gd name="connsiteX3" fmla="*/ 25988 w 115859"/>
                  <a:gd name="connsiteY3" fmla="*/ 88672 h 115899"/>
                  <a:gd name="connsiteX4" fmla="*/ 57929 w 115859"/>
                  <a:gd name="connsiteY4" fmla="*/ 102190 h 115899"/>
                  <a:gd name="connsiteX5" fmla="*/ 88641 w 115859"/>
                  <a:gd name="connsiteY5" fmla="*/ 88672 h 115899"/>
                  <a:gd name="connsiteX6" fmla="*/ 102154 w 115859"/>
                  <a:gd name="connsiteY6" fmla="*/ 57949 h 115899"/>
                  <a:gd name="connsiteX7" fmla="*/ 88641 w 115859"/>
                  <a:gd name="connsiteY7" fmla="*/ 25997 h 115899"/>
                  <a:gd name="connsiteX8" fmla="*/ 57929 w 115859"/>
                  <a:gd name="connsiteY8" fmla="*/ 13708 h 115899"/>
                  <a:gd name="connsiteX9" fmla="*/ 57929 w 115859"/>
                  <a:gd name="connsiteY9" fmla="*/ 0 h 115899"/>
                  <a:gd name="connsiteX10" fmla="*/ 98603 w 115859"/>
                  <a:gd name="connsiteY10" fmla="*/ 17262 h 115899"/>
                  <a:gd name="connsiteX11" fmla="*/ 115859 w 115859"/>
                  <a:gd name="connsiteY11" fmla="*/ 57950 h 115899"/>
                  <a:gd name="connsiteX12" fmla="*/ 98603 w 115859"/>
                  <a:gd name="connsiteY12" fmla="*/ 99871 h 115899"/>
                  <a:gd name="connsiteX13" fmla="*/ 57929 w 115859"/>
                  <a:gd name="connsiteY13" fmla="*/ 115899 h 115899"/>
                  <a:gd name="connsiteX14" fmla="*/ 16023 w 115859"/>
                  <a:gd name="connsiteY14" fmla="*/ 99871 h 115899"/>
                  <a:gd name="connsiteX15" fmla="*/ 0 w 115859"/>
                  <a:gd name="connsiteY15" fmla="*/ 57950 h 115899"/>
                  <a:gd name="connsiteX16" fmla="*/ 16023 w 115859"/>
                  <a:gd name="connsiteY16" fmla="*/ 17262 h 115899"/>
                  <a:gd name="connsiteX17" fmla="*/ 57929 w 115859"/>
                  <a:gd name="connsiteY17" fmla="*/ 0 h 115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5859" h="115899">
                    <a:moveTo>
                      <a:pt x="57929" y="13708"/>
                    </a:moveTo>
                    <a:cubicBezTo>
                      <a:pt x="45644" y="13708"/>
                      <a:pt x="34587" y="18624"/>
                      <a:pt x="25988" y="25997"/>
                    </a:cubicBezTo>
                    <a:cubicBezTo>
                      <a:pt x="17388" y="35829"/>
                      <a:pt x="13703" y="45660"/>
                      <a:pt x="13703" y="57949"/>
                    </a:cubicBezTo>
                    <a:cubicBezTo>
                      <a:pt x="13703" y="70238"/>
                      <a:pt x="17388" y="81299"/>
                      <a:pt x="25988" y="88672"/>
                    </a:cubicBezTo>
                    <a:cubicBezTo>
                      <a:pt x="34587" y="97275"/>
                      <a:pt x="45644" y="102190"/>
                      <a:pt x="57929" y="102190"/>
                    </a:cubicBezTo>
                    <a:cubicBezTo>
                      <a:pt x="68985" y="102190"/>
                      <a:pt x="80041" y="97275"/>
                      <a:pt x="88641" y="88672"/>
                    </a:cubicBezTo>
                    <a:cubicBezTo>
                      <a:pt x="97240" y="81299"/>
                      <a:pt x="102154" y="70238"/>
                      <a:pt x="102154" y="57949"/>
                    </a:cubicBezTo>
                    <a:cubicBezTo>
                      <a:pt x="102154" y="45660"/>
                      <a:pt x="97240" y="35829"/>
                      <a:pt x="88641" y="25997"/>
                    </a:cubicBezTo>
                    <a:cubicBezTo>
                      <a:pt x="80041" y="18624"/>
                      <a:pt x="68985" y="13708"/>
                      <a:pt x="57929" y="13708"/>
                    </a:cubicBezTo>
                    <a:close/>
                    <a:moveTo>
                      <a:pt x="57929" y="0"/>
                    </a:moveTo>
                    <a:cubicBezTo>
                      <a:pt x="73953" y="0"/>
                      <a:pt x="87511" y="6165"/>
                      <a:pt x="98603" y="17262"/>
                    </a:cubicBezTo>
                    <a:cubicBezTo>
                      <a:pt x="109696" y="28359"/>
                      <a:pt x="115859" y="41921"/>
                      <a:pt x="115859" y="57950"/>
                    </a:cubicBezTo>
                    <a:cubicBezTo>
                      <a:pt x="115859" y="73978"/>
                      <a:pt x="109696" y="88774"/>
                      <a:pt x="98603" y="99871"/>
                    </a:cubicBezTo>
                    <a:cubicBezTo>
                      <a:pt x="87511" y="109734"/>
                      <a:pt x="73953" y="115899"/>
                      <a:pt x="57929" y="115899"/>
                    </a:cubicBezTo>
                    <a:cubicBezTo>
                      <a:pt x="41906" y="115899"/>
                      <a:pt x="27116" y="109734"/>
                      <a:pt x="16023" y="99871"/>
                    </a:cubicBezTo>
                    <a:cubicBezTo>
                      <a:pt x="4930" y="88774"/>
                      <a:pt x="0" y="73978"/>
                      <a:pt x="0" y="57950"/>
                    </a:cubicBezTo>
                    <a:cubicBezTo>
                      <a:pt x="0" y="41921"/>
                      <a:pt x="4930" y="28359"/>
                      <a:pt x="16023" y="17262"/>
                    </a:cubicBezTo>
                    <a:cubicBezTo>
                      <a:pt x="27116" y="6165"/>
                      <a:pt x="41906" y="0"/>
                      <a:pt x="5792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A84B8A5B-93DF-3D4D-8193-E07E88D2B219}"/>
                  </a:ext>
                </a:extLst>
              </p:cNvPr>
              <p:cNvSpPr/>
              <p:nvPr/>
            </p:nvSpPr>
            <p:spPr>
              <a:xfrm>
                <a:off x="10153206" y="8177757"/>
                <a:ext cx="738754" cy="498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94" h="41">
                    <a:moveTo>
                      <a:pt x="574" y="0"/>
                    </a:moveTo>
                    <a:lnTo>
                      <a:pt x="297" y="0"/>
                    </a:lnTo>
                    <a:lnTo>
                      <a:pt x="20" y="0"/>
                    </a:lnTo>
                    <a:cubicBezTo>
                      <a:pt x="15" y="0"/>
                      <a:pt x="10" y="2"/>
                      <a:pt x="6" y="6"/>
                    </a:cubicBezTo>
                    <a:cubicBezTo>
                      <a:pt x="3" y="9"/>
                      <a:pt x="0" y="14"/>
                      <a:pt x="0" y="20"/>
                    </a:cubicBezTo>
                    <a:lnTo>
                      <a:pt x="0" y="21"/>
                    </a:lnTo>
                    <a:cubicBezTo>
                      <a:pt x="0" y="26"/>
                      <a:pt x="3" y="31"/>
                      <a:pt x="6" y="35"/>
                    </a:cubicBezTo>
                    <a:cubicBezTo>
                      <a:pt x="10" y="38"/>
                      <a:pt x="15" y="41"/>
                      <a:pt x="20" y="41"/>
                    </a:cubicBezTo>
                    <a:lnTo>
                      <a:pt x="297" y="41"/>
                    </a:lnTo>
                    <a:lnTo>
                      <a:pt x="574" y="41"/>
                    </a:lnTo>
                    <a:cubicBezTo>
                      <a:pt x="579" y="41"/>
                      <a:pt x="584" y="38"/>
                      <a:pt x="588" y="35"/>
                    </a:cubicBezTo>
                    <a:cubicBezTo>
                      <a:pt x="592" y="31"/>
                      <a:pt x="594" y="26"/>
                      <a:pt x="594" y="21"/>
                    </a:cubicBezTo>
                    <a:lnTo>
                      <a:pt x="594" y="20"/>
                    </a:lnTo>
                    <a:cubicBezTo>
                      <a:pt x="594" y="14"/>
                      <a:pt x="592" y="9"/>
                      <a:pt x="588" y="6"/>
                    </a:cubicBezTo>
                    <a:cubicBezTo>
                      <a:pt x="584" y="2"/>
                      <a:pt x="579" y="0"/>
                      <a:pt x="57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40651AAB-F7F8-AF41-B7FD-B9E91C0736AC}"/>
                  </a:ext>
                </a:extLst>
              </p:cNvPr>
              <p:cNvSpPr/>
              <p:nvPr/>
            </p:nvSpPr>
            <p:spPr>
              <a:xfrm>
                <a:off x="10146974" y="8171526"/>
                <a:ext cx="752458" cy="62311"/>
              </a:xfrm>
              <a:custGeom>
                <a:avLst/>
                <a:gdLst>
                  <a:gd name="connsiteX0" fmla="*/ 31118 w 752458"/>
                  <a:gd name="connsiteY0" fmla="*/ 13708 h 62311"/>
                  <a:gd name="connsiteX1" fmla="*/ 18682 w 752458"/>
                  <a:gd name="connsiteY1" fmla="*/ 18521 h 62311"/>
                  <a:gd name="connsiteX2" fmla="*/ 13707 w 752458"/>
                  <a:gd name="connsiteY2" fmla="*/ 30554 h 62311"/>
                  <a:gd name="connsiteX3" fmla="*/ 13707 w 752458"/>
                  <a:gd name="connsiteY3" fmla="*/ 31757 h 62311"/>
                  <a:gd name="connsiteX4" fmla="*/ 18682 w 752458"/>
                  <a:gd name="connsiteY4" fmla="*/ 43789 h 62311"/>
                  <a:gd name="connsiteX5" fmla="*/ 31118 w 752458"/>
                  <a:gd name="connsiteY5" fmla="*/ 48602 h 62311"/>
                  <a:gd name="connsiteX6" fmla="*/ 720101 w 752458"/>
                  <a:gd name="connsiteY6" fmla="*/ 48602 h 62311"/>
                  <a:gd name="connsiteX7" fmla="*/ 732537 w 752458"/>
                  <a:gd name="connsiteY7" fmla="*/ 43789 h 62311"/>
                  <a:gd name="connsiteX8" fmla="*/ 737512 w 752458"/>
                  <a:gd name="connsiteY8" fmla="*/ 31757 h 62311"/>
                  <a:gd name="connsiteX9" fmla="*/ 737512 w 752458"/>
                  <a:gd name="connsiteY9" fmla="*/ 30554 h 62311"/>
                  <a:gd name="connsiteX10" fmla="*/ 732537 w 752458"/>
                  <a:gd name="connsiteY10" fmla="*/ 18521 h 62311"/>
                  <a:gd name="connsiteX11" fmla="*/ 720101 w 752458"/>
                  <a:gd name="connsiteY11" fmla="*/ 13708 h 62311"/>
                  <a:gd name="connsiteX12" fmla="*/ 31093 w 752458"/>
                  <a:gd name="connsiteY12" fmla="*/ 0 h 62311"/>
                  <a:gd name="connsiteX13" fmla="*/ 720121 w 752458"/>
                  <a:gd name="connsiteY13" fmla="*/ 0 h 62311"/>
                  <a:gd name="connsiteX14" fmla="*/ 742508 w 752458"/>
                  <a:gd name="connsiteY14" fmla="*/ 8553 h 62311"/>
                  <a:gd name="connsiteX15" fmla="*/ 752458 w 752458"/>
                  <a:gd name="connsiteY15" fmla="*/ 30545 h 62311"/>
                  <a:gd name="connsiteX16" fmla="*/ 752458 w 752458"/>
                  <a:gd name="connsiteY16" fmla="*/ 31767 h 62311"/>
                  <a:gd name="connsiteX17" fmla="*/ 742508 w 752458"/>
                  <a:gd name="connsiteY17" fmla="*/ 53759 h 62311"/>
                  <a:gd name="connsiteX18" fmla="*/ 720121 w 752458"/>
                  <a:gd name="connsiteY18" fmla="*/ 62311 h 62311"/>
                  <a:gd name="connsiteX19" fmla="*/ 31093 w 752458"/>
                  <a:gd name="connsiteY19" fmla="*/ 62311 h 62311"/>
                  <a:gd name="connsiteX20" fmla="*/ 8706 w 752458"/>
                  <a:gd name="connsiteY20" fmla="*/ 53759 h 62311"/>
                  <a:gd name="connsiteX21" fmla="*/ 0 w 752458"/>
                  <a:gd name="connsiteY21" fmla="*/ 31767 h 62311"/>
                  <a:gd name="connsiteX22" fmla="*/ 0 w 752458"/>
                  <a:gd name="connsiteY22" fmla="*/ 30545 h 62311"/>
                  <a:gd name="connsiteX23" fmla="*/ 8706 w 752458"/>
                  <a:gd name="connsiteY23" fmla="*/ 8553 h 62311"/>
                  <a:gd name="connsiteX24" fmla="*/ 31093 w 752458"/>
                  <a:gd name="connsiteY24" fmla="*/ 0 h 62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52458" h="62311">
                    <a:moveTo>
                      <a:pt x="31118" y="13708"/>
                    </a:moveTo>
                    <a:cubicBezTo>
                      <a:pt x="26144" y="13708"/>
                      <a:pt x="22413" y="16115"/>
                      <a:pt x="18682" y="18521"/>
                    </a:cubicBezTo>
                    <a:cubicBezTo>
                      <a:pt x="16194" y="22131"/>
                      <a:pt x="13707" y="25741"/>
                      <a:pt x="13707" y="30554"/>
                    </a:cubicBezTo>
                    <a:lnTo>
                      <a:pt x="13707" y="31757"/>
                    </a:lnTo>
                    <a:cubicBezTo>
                      <a:pt x="13707" y="36570"/>
                      <a:pt x="16194" y="40180"/>
                      <a:pt x="18682" y="43789"/>
                    </a:cubicBezTo>
                    <a:cubicBezTo>
                      <a:pt x="22413" y="46196"/>
                      <a:pt x="26144" y="48602"/>
                      <a:pt x="31118" y="48602"/>
                    </a:cubicBezTo>
                    <a:lnTo>
                      <a:pt x="720101" y="48602"/>
                    </a:lnTo>
                    <a:cubicBezTo>
                      <a:pt x="725076" y="48602"/>
                      <a:pt x="728806" y="46196"/>
                      <a:pt x="732537" y="43789"/>
                    </a:cubicBezTo>
                    <a:cubicBezTo>
                      <a:pt x="736268" y="40180"/>
                      <a:pt x="737512" y="36570"/>
                      <a:pt x="737512" y="31757"/>
                    </a:cubicBezTo>
                    <a:lnTo>
                      <a:pt x="737512" y="30554"/>
                    </a:lnTo>
                    <a:cubicBezTo>
                      <a:pt x="737512" y="25741"/>
                      <a:pt x="736268" y="22131"/>
                      <a:pt x="732537" y="18521"/>
                    </a:cubicBezTo>
                    <a:cubicBezTo>
                      <a:pt x="728806" y="16115"/>
                      <a:pt x="725076" y="13708"/>
                      <a:pt x="720101" y="13708"/>
                    </a:cubicBezTo>
                    <a:close/>
                    <a:moveTo>
                      <a:pt x="31093" y="0"/>
                    </a:moveTo>
                    <a:lnTo>
                      <a:pt x="720121" y="0"/>
                    </a:lnTo>
                    <a:cubicBezTo>
                      <a:pt x="728827" y="0"/>
                      <a:pt x="736290" y="2444"/>
                      <a:pt x="742508" y="8553"/>
                    </a:cubicBezTo>
                    <a:cubicBezTo>
                      <a:pt x="748727" y="13440"/>
                      <a:pt x="752458" y="21992"/>
                      <a:pt x="752458" y="30545"/>
                    </a:cubicBezTo>
                    <a:lnTo>
                      <a:pt x="752458" y="31767"/>
                    </a:lnTo>
                    <a:cubicBezTo>
                      <a:pt x="752458" y="40319"/>
                      <a:pt x="748727" y="47650"/>
                      <a:pt x="742508" y="53759"/>
                    </a:cubicBezTo>
                    <a:cubicBezTo>
                      <a:pt x="736290" y="59868"/>
                      <a:pt x="728827" y="62311"/>
                      <a:pt x="720121" y="62311"/>
                    </a:cubicBezTo>
                    <a:lnTo>
                      <a:pt x="31093" y="62311"/>
                    </a:lnTo>
                    <a:cubicBezTo>
                      <a:pt x="22387" y="62311"/>
                      <a:pt x="14925" y="59868"/>
                      <a:pt x="8706" y="53759"/>
                    </a:cubicBezTo>
                    <a:cubicBezTo>
                      <a:pt x="2487" y="47650"/>
                      <a:pt x="0" y="40319"/>
                      <a:pt x="0" y="31767"/>
                    </a:cubicBezTo>
                    <a:lnTo>
                      <a:pt x="0" y="30545"/>
                    </a:lnTo>
                    <a:cubicBezTo>
                      <a:pt x="0" y="21992"/>
                      <a:pt x="2487" y="13440"/>
                      <a:pt x="8706" y="8553"/>
                    </a:cubicBezTo>
                    <a:cubicBezTo>
                      <a:pt x="14925" y="2444"/>
                      <a:pt x="22387" y="0"/>
                      <a:pt x="310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D45D0DA1-BC1C-224E-A88B-FE7B49A8A3C6}"/>
                </a:ext>
              </a:extLst>
            </p:cNvPr>
            <p:cNvGrpSpPr/>
            <p:nvPr/>
          </p:nvGrpSpPr>
          <p:grpSpPr>
            <a:xfrm>
              <a:off x="6338592" y="5361279"/>
              <a:ext cx="11704213" cy="3324940"/>
              <a:chOff x="6338592" y="5361279"/>
              <a:chExt cx="11704213" cy="3324940"/>
            </a:xfrm>
          </p:grpSpPr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4131F99D-5675-694E-8320-D989E3F9F166}"/>
                  </a:ext>
                </a:extLst>
              </p:cNvPr>
              <p:cNvSpPr/>
              <p:nvPr/>
            </p:nvSpPr>
            <p:spPr>
              <a:xfrm>
                <a:off x="6338592" y="8672510"/>
                <a:ext cx="11704213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396" h="11">
                    <a:moveTo>
                      <a:pt x="9390" y="11"/>
                    </a:moveTo>
                    <a:lnTo>
                      <a:pt x="5" y="11"/>
                    </a:lnTo>
                    <a:cubicBezTo>
                      <a:pt x="2" y="11"/>
                      <a:pt x="0" y="9"/>
                      <a:pt x="0" y="6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9390" y="0"/>
                    </a:lnTo>
                    <a:cubicBezTo>
                      <a:pt x="9393" y="0"/>
                      <a:pt x="9396" y="2"/>
                      <a:pt x="9396" y="6"/>
                    </a:cubicBezTo>
                    <a:cubicBezTo>
                      <a:pt x="9396" y="9"/>
                      <a:pt x="9393" y="11"/>
                      <a:pt x="9390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FCBA9D0E-4386-6148-BCF9-BEAC5FCA0C83}"/>
                  </a:ext>
                </a:extLst>
              </p:cNvPr>
              <p:cNvSpPr/>
              <p:nvPr/>
            </p:nvSpPr>
            <p:spPr>
              <a:xfrm>
                <a:off x="12963712" y="6725900"/>
                <a:ext cx="4952019" cy="19540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76" h="1569">
                    <a:moveTo>
                      <a:pt x="3886" y="0"/>
                    </a:moveTo>
                    <a:lnTo>
                      <a:pt x="1539" y="0"/>
                    </a:lnTo>
                    <a:cubicBezTo>
                      <a:pt x="1497" y="0"/>
                      <a:pt x="1459" y="26"/>
                      <a:pt x="1444" y="66"/>
                    </a:cubicBezTo>
                    <a:lnTo>
                      <a:pt x="916" y="1470"/>
                    </a:lnTo>
                    <a:lnTo>
                      <a:pt x="915" y="1470"/>
                    </a:lnTo>
                    <a:lnTo>
                      <a:pt x="51" y="1470"/>
                    </a:lnTo>
                    <a:cubicBezTo>
                      <a:pt x="25" y="1470"/>
                      <a:pt x="1" y="1490"/>
                      <a:pt x="0" y="1516"/>
                    </a:cubicBezTo>
                    <a:cubicBezTo>
                      <a:pt x="-2" y="1545"/>
                      <a:pt x="21" y="1569"/>
                      <a:pt x="49" y="1569"/>
                    </a:cubicBezTo>
                    <a:lnTo>
                      <a:pt x="878" y="1569"/>
                    </a:lnTo>
                    <a:lnTo>
                      <a:pt x="3339" y="1569"/>
                    </a:lnTo>
                    <a:cubicBezTo>
                      <a:pt x="3390" y="1569"/>
                      <a:pt x="3437" y="1536"/>
                      <a:pt x="3455" y="1488"/>
                    </a:cubicBezTo>
                    <a:lnTo>
                      <a:pt x="3970" y="121"/>
                    </a:lnTo>
                    <a:cubicBezTo>
                      <a:pt x="3992" y="63"/>
                      <a:pt x="3948" y="0"/>
                      <a:pt x="388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9C971D00-DA3D-D34C-B29C-6B9373F067B5}"/>
                  </a:ext>
                </a:extLst>
              </p:cNvPr>
              <p:cNvSpPr/>
              <p:nvPr/>
            </p:nvSpPr>
            <p:spPr>
              <a:xfrm>
                <a:off x="12956103" y="6719669"/>
                <a:ext cx="4965984" cy="1966550"/>
              </a:xfrm>
              <a:custGeom>
                <a:avLst/>
                <a:gdLst>
                  <a:gd name="connsiteX0" fmla="*/ 1924401 w 4965984"/>
                  <a:gd name="connsiteY0" fmla="*/ 13708 h 1966550"/>
                  <a:gd name="connsiteX1" fmla="*/ 1813553 w 4965984"/>
                  <a:gd name="connsiteY1" fmla="*/ 92170 h 1966550"/>
                  <a:gd name="connsiteX2" fmla="*/ 1154695 w 4965984"/>
                  <a:gd name="connsiteY2" fmla="*/ 1838261 h 1966550"/>
                  <a:gd name="connsiteX3" fmla="*/ 1147223 w 4965984"/>
                  <a:gd name="connsiteY3" fmla="*/ 1843243 h 1966550"/>
                  <a:gd name="connsiteX4" fmla="*/ 71130 w 4965984"/>
                  <a:gd name="connsiteY4" fmla="*/ 1843243 h 1966550"/>
                  <a:gd name="connsiteX5" fmla="*/ 13838 w 4965984"/>
                  <a:gd name="connsiteY5" fmla="*/ 1894306 h 1966550"/>
                  <a:gd name="connsiteX6" fmla="*/ 28784 w 4965984"/>
                  <a:gd name="connsiteY6" fmla="*/ 1935405 h 1966550"/>
                  <a:gd name="connsiteX7" fmla="*/ 68639 w 4965984"/>
                  <a:gd name="connsiteY7" fmla="*/ 1952841 h 1966550"/>
                  <a:gd name="connsiteX8" fmla="*/ 4166261 w 4965984"/>
                  <a:gd name="connsiteY8" fmla="*/ 1952841 h 1966550"/>
                  <a:gd name="connsiteX9" fmla="*/ 4303263 w 4965984"/>
                  <a:gd name="connsiteY9" fmla="*/ 1856943 h 1966550"/>
                  <a:gd name="connsiteX10" fmla="*/ 4944683 w 4965984"/>
                  <a:gd name="connsiteY10" fmla="*/ 153196 h 1966550"/>
                  <a:gd name="connsiteX11" fmla="*/ 4933475 w 4965984"/>
                  <a:gd name="connsiteY11" fmla="*/ 58544 h 1966550"/>
                  <a:gd name="connsiteX12" fmla="*/ 4847537 w 4965984"/>
                  <a:gd name="connsiteY12" fmla="*/ 13708 h 1966550"/>
                  <a:gd name="connsiteX13" fmla="*/ 1924399 w 4965984"/>
                  <a:gd name="connsiteY13" fmla="*/ 0 h 1966550"/>
                  <a:gd name="connsiteX14" fmla="*/ 4847539 w 4965984"/>
                  <a:gd name="connsiteY14" fmla="*/ 0 h 1966550"/>
                  <a:gd name="connsiteX15" fmla="*/ 4944687 w 4965984"/>
                  <a:gd name="connsiteY15" fmla="*/ 49818 h 1966550"/>
                  <a:gd name="connsiteX16" fmla="*/ 4958387 w 4965984"/>
                  <a:gd name="connsiteY16" fmla="*/ 158171 h 1966550"/>
                  <a:gd name="connsiteX17" fmla="*/ 4316965 w 4965984"/>
                  <a:gd name="connsiteY17" fmla="*/ 1861933 h 1966550"/>
                  <a:gd name="connsiteX18" fmla="*/ 4166263 w 4965984"/>
                  <a:gd name="connsiteY18" fmla="*/ 1966550 h 1966550"/>
                  <a:gd name="connsiteX19" fmla="*/ 68635 w 4965984"/>
                  <a:gd name="connsiteY19" fmla="*/ 1966550 h 1966550"/>
                  <a:gd name="connsiteX20" fmla="*/ 18816 w 4965984"/>
                  <a:gd name="connsiteY20" fmla="*/ 1945377 h 1966550"/>
                  <a:gd name="connsiteX21" fmla="*/ 134 w 4965984"/>
                  <a:gd name="connsiteY21" fmla="*/ 1894315 h 1966550"/>
                  <a:gd name="connsiteX22" fmla="*/ 71126 w 4965984"/>
                  <a:gd name="connsiteY22" fmla="*/ 1829552 h 1966550"/>
                  <a:gd name="connsiteX23" fmla="*/ 1142239 w 4965984"/>
                  <a:gd name="connsiteY23" fmla="*/ 1829552 h 1966550"/>
                  <a:gd name="connsiteX24" fmla="*/ 1799852 w 4965984"/>
                  <a:gd name="connsiteY24" fmla="*/ 85936 h 1966550"/>
                  <a:gd name="connsiteX25" fmla="*/ 1924399 w 4965984"/>
                  <a:gd name="connsiteY25" fmla="*/ 0 h 1966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965984" h="1966550">
                    <a:moveTo>
                      <a:pt x="1924401" y="13708"/>
                    </a:moveTo>
                    <a:cubicBezTo>
                      <a:pt x="1875827" y="13708"/>
                      <a:pt x="1829744" y="44844"/>
                      <a:pt x="1813553" y="92170"/>
                    </a:cubicBezTo>
                    <a:lnTo>
                      <a:pt x="1154695" y="1838261"/>
                    </a:lnTo>
                    <a:cubicBezTo>
                      <a:pt x="1153450" y="1841998"/>
                      <a:pt x="1149713" y="1843243"/>
                      <a:pt x="1147223" y="1843243"/>
                    </a:cubicBezTo>
                    <a:lnTo>
                      <a:pt x="71130" y="1843243"/>
                    </a:lnTo>
                    <a:cubicBezTo>
                      <a:pt x="41239" y="1843243"/>
                      <a:pt x="16329" y="1866906"/>
                      <a:pt x="13838" y="1894306"/>
                    </a:cubicBezTo>
                    <a:cubicBezTo>
                      <a:pt x="13838" y="1909251"/>
                      <a:pt x="18820" y="1924196"/>
                      <a:pt x="28784" y="1935405"/>
                    </a:cubicBezTo>
                    <a:cubicBezTo>
                      <a:pt x="39993" y="1946614"/>
                      <a:pt x="53693" y="1952841"/>
                      <a:pt x="68639" y="1952841"/>
                    </a:cubicBezTo>
                    <a:lnTo>
                      <a:pt x="4166261" y="1952841"/>
                    </a:lnTo>
                    <a:cubicBezTo>
                      <a:pt x="4226043" y="1952841"/>
                      <a:pt x="4282089" y="1914233"/>
                      <a:pt x="4303263" y="1856943"/>
                    </a:cubicBezTo>
                    <a:lnTo>
                      <a:pt x="4944683" y="153196"/>
                    </a:lnTo>
                    <a:cubicBezTo>
                      <a:pt x="4957139" y="120815"/>
                      <a:pt x="4952157" y="85943"/>
                      <a:pt x="4933475" y="58544"/>
                    </a:cubicBezTo>
                    <a:cubicBezTo>
                      <a:pt x="4913547" y="29899"/>
                      <a:pt x="4882409" y="13708"/>
                      <a:pt x="4847537" y="13708"/>
                    </a:cubicBezTo>
                    <a:close/>
                    <a:moveTo>
                      <a:pt x="1924399" y="0"/>
                    </a:moveTo>
                    <a:lnTo>
                      <a:pt x="4847539" y="0"/>
                    </a:lnTo>
                    <a:cubicBezTo>
                      <a:pt x="4887395" y="0"/>
                      <a:pt x="4923513" y="17436"/>
                      <a:pt x="4944687" y="49818"/>
                    </a:cubicBezTo>
                    <a:cubicBezTo>
                      <a:pt x="4967105" y="82199"/>
                      <a:pt x="4972087" y="122053"/>
                      <a:pt x="4958387" y="158171"/>
                    </a:cubicBezTo>
                    <a:lnTo>
                      <a:pt x="4316965" y="1861933"/>
                    </a:lnTo>
                    <a:cubicBezTo>
                      <a:pt x="4293301" y="1925451"/>
                      <a:pt x="4232273" y="1966550"/>
                      <a:pt x="4166263" y="1966550"/>
                    </a:cubicBezTo>
                    <a:lnTo>
                      <a:pt x="68635" y="1966550"/>
                    </a:lnTo>
                    <a:cubicBezTo>
                      <a:pt x="49953" y="1966550"/>
                      <a:pt x="32516" y="1959077"/>
                      <a:pt x="18816" y="1945377"/>
                    </a:cubicBezTo>
                    <a:cubicBezTo>
                      <a:pt x="6361" y="1931678"/>
                      <a:pt x="-1111" y="1912996"/>
                      <a:pt x="134" y="1894315"/>
                    </a:cubicBezTo>
                    <a:cubicBezTo>
                      <a:pt x="2625" y="1858197"/>
                      <a:pt x="33762" y="1829552"/>
                      <a:pt x="71126" y="1829552"/>
                    </a:cubicBezTo>
                    <a:lnTo>
                      <a:pt x="1142239" y="1829552"/>
                    </a:lnTo>
                    <a:lnTo>
                      <a:pt x="1799852" y="85936"/>
                    </a:lnTo>
                    <a:cubicBezTo>
                      <a:pt x="1818534" y="34873"/>
                      <a:pt x="1869599" y="0"/>
                      <a:pt x="19243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9F0F04E2-2ED8-424A-BF60-6AC23C7125E1}"/>
                  </a:ext>
                </a:extLst>
              </p:cNvPr>
              <p:cNvSpPr/>
              <p:nvPr/>
            </p:nvSpPr>
            <p:spPr>
              <a:xfrm>
                <a:off x="12963712" y="6725900"/>
                <a:ext cx="4952019" cy="19540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76" h="1569">
                    <a:moveTo>
                      <a:pt x="3886" y="0"/>
                    </a:moveTo>
                    <a:lnTo>
                      <a:pt x="1539" y="0"/>
                    </a:lnTo>
                    <a:cubicBezTo>
                      <a:pt x="1497" y="0"/>
                      <a:pt x="1459" y="26"/>
                      <a:pt x="1444" y="66"/>
                    </a:cubicBezTo>
                    <a:lnTo>
                      <a:pt x="916" y="1470"/>
                    </a:lnTo>
                    <a:lnTo>
                      <a:pt x="915" y="1470"/>
                    </a:lnTo>
                    <a:lnTo>
                      <a:pt x="51" y="1470"/>
                    </a:lnTo>
                    <a:cubicBezTo>
                      <a:pt x="25" y="1470"/>
                      <a:pt x="1" y="1490"/>
                      <a:pt x="0" y="1516"/>
                    </a:cubicBezTo>
                    <a:cubicBezTo>
                      <a:pt x="-2" y="1545"/>
                      <a:pt x="21" y="1569"/>
                      <a:pt x="49" y="1569"/>
                    </a:cubicBezTo>
                    <a:lnTo>
                      <a:pt x="878" y="1569"/>
                    </a:lnTo>
                    <a:lnTo>
                      <a:pt x="3339" y="1569"/>
                    </a:lnTo>
                    <a:cubicBezTo>
                      <a:pt x="3390" y="1569"/>
                      <a:pt x="3437" y="1536"/>
                      <a:pt x="3455" y="1488"/>
                    </a:cubicBezTo>
                    <a:lnTo>
                      <a:pt x="3970" y="121"/>
                    </a:lnTo>
                    <a:cubicBezTo>
                      <a:pt x="3992" y="63"/>
                      <a:pt x="3948" y="0"/>
                      <a:pt x="3886" y="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479D5FF8-1AA0-9141-BD51-5FE4746C4000}"/>
                  </a:ext>
                </a:extLst>
              </p:cNvPr>
              <p:cNvSpPr/>
              <p:nvPr/>
            </p:nvSpPr>
            <p:spPr>
              <a:xfrm>
                <a:off x="14256844" y="6834322"/>
                <a:ext cx="3504409" cy="17222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14" h="1383">
                    <a:moveTo>
                      <a:pt x="521" y="0"/>
                    </a:moveTo>
                    <a:lnTo>
                      <a:pt x="0" y="1383"/>
                    </a:lnTo>
                    <a:lnTo>
                      <a:pt x="2294" y="1383"/>
                    </a:lnTo>
                    <a:lnTo>
                      <a:pt x="2814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0ED5CCD9-52F7-124D-BA24-B64C608B511E}"/>
                  </a:ext>
                </a:extLst>
              </p:cNvPr>
              <p:cNvSpPr/>
              <p:nvPr/>
            </p:nvSpPr>
            <p:spPr>
              <a:xfrm>
                <a:off x="14250100" y="6828090"/>
                <a:ext cx="3518320" cy="1734751"/>
              </a:xfrm>
              <a:custGeom>
                <a:avLst/>
                <a:gdLst>
                  <a:gd name="connsiteX0" fmla="*/ 660554 w 3518320"/>
                  <a:gd name="connsiteY0" fmla="*/ 14955 h 1734751"/>
                  <a:gd name="connsiteX1" fmla="*/ 17956 w 3518320"/>
                  <a:gd name="connsiteY1" fmla="*/ 1721043 h 1734751"/>
                  <a:gd name="connsiteX2" fmla="*/ 2858588 w 3518320"/>
                  <a:gd name="connsiteY2" fmla="*/ 1721043 h 1734751"/>
                  <a:gd name="connsiteX3" fmla="*/ 3501186 w 3518320"/>
                  <a:gd name="connsiteY3" fmla="*/ 14955 h 1734751"/>
                  <a:gd name="connsiteX4" fmla="*/ 655570 w 3518320"/>
                  <a:gd name="connsiteY4" fmla="*/ 0 h 1734751"/>
                  <a:gd name="connsiteX5" fmla="*/ 3511160 w 3518320"/>
                  <a:gd name="connsiteY5" fmla="*/ 0 h 1734751"/>
                  <a:gd name="connsiteX6" fmla="*/ 3517386 w 3518320"/>
                  <a:gd name="connsiteY6" fmla="*/ 2491 h 1734751"/>
                  <a:gd name="connsiteX7" fmla="*/ 3517386 w 3518320"/>
                  <a:gd name="connsiteY7" fmla="*/ 9963 h 1734751"/>
                  <a:gd name="connsiteX8" fmla="*/ 2869804 w 3518320"/>
                  <a:gd name="connsiteY8" fmla="*/ 1729770 h 1734751"/>
                  <a:gd name="connsiteX9" fmla="*/ 2863576 w 3518320"/>
                  <a:gd name="connsiteY9" fmla="*/ 1734751 h 1734751"/>
                  <a:gd name="connsiteX10" fmla="*/ 6742 w 3518320"/>
                  <a:gd name="connsiteY10" fmla="*/ 1734751 h 1734751"/>
                  <a:gd name="connsiteX11" fmla="*/ 1760 w 3518320"/>
                  <a:gd name="connsiteY11" fmla="*/ 1732260 h 1734751"/>
                  <a:gd name="connsiteX12" fmla="*/ 515 w 3518320"/>
                  <a:gd name="connsiteY12" fmla="*/ 1726034 h 1734751"/>
                  <a:gd name="connsiteX13" fmla="*/ 649343 w 3518320"/>
                  <a:gd name="connsiteY13" fmla="*/ 4982 h 1734751"/>
                  <a:gd name="connsiteX14" fmla="*/ 655570 w 3518320"/>
                  <a:gd name="connsiteY14" fmla="*/ 0 h 1734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518320" h="1734751">
                    <a:moveTo>
                      <a:pt x="660554" y="14955"/>
                    </a:moveTo>
                    <a:lnTo>
                      <a:pt x="17956" y="1721043"/>
                    </a:lnTo>
                    <a:lnTo>
                      <a:pt x="2858588" y="1721043"/>
                    </a:lnTo>
                    <a:lnTo>
                      <a:pt x="3501186" y="14955"/>
                    </a:lnTo>
                    <a:close/>
                    <a:moveTo>
                      <a:pt x="655570" y="0"/>
                    </a:moveTo>
                    <a:lnTo>
                      <a:pt x="3511160" y="0"/>
                    </a:lnTo>
                    <a:cubicBezTo>
                      <a:pt x="3513650" y="0"/>
                      <a:pt x="3516140" y="1246"/>
                      <a:pt x="3517386" y="2491"/>
                    </a:cubicBezTo>
                    <a:cubicBezTo>
                      <a:pt x="3518632" y="4982"/>
                      <a:pt x="3518632" y="7472"/>
                      <a:pt x="3517386" y="9963"/>
                    </a:cubicBezTo>
                    <a:lnTo>
                      <a:pt x="2869804" y="1729770"/>
                    </a:lnTo>
                    <a:cubicBezTo>
                      <a:pt x="2868558" y="1733506"/>
                      <a:pt x="2866068" y="1734751"/>
                      <a:pt x="2863576" y="1734751"/>
                    </a:cubicBezTo>
                    <a:lnTo>
                      <a:pt x="6742" y="1734751"/>
                    </a:lnTo>
                    <a:cubicBezTo>
                      <a:pt x="5496" y="1734751"/>
                      <a:pt x="3006" y="1733506"/>
                      <a:pt x="1760" y="1732260"/>
                    </a:cubicBezTo>
                    <a:cubicBezTo>
                      <a:pt x="515" y="1729770"/>
                      <a:pt x="-730" y="1728524"/>
                      <a:pt x="515" y="1726034"/>
                    </a:cubicBezTo>
                    <a:lnTo>
                      <a:pt x="649343" y="4982"/>
                    </a:lnTo>
                    <a:cubicBezTo>
                      <a:pt x="650588" y="1246"/>
                      <a:pt x="651833" y="0"/>
                      <a:pt x="6555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EEDA1AB0-E66B-6043-A8EC-CCF2DBFDF973}"/>
                  </a:ext>
                </a:extLst>
              </p:cNvPr>
              <p:cNvSpPr/>
              <p:nvPr/>
            </p:nvSpPr>
            <p:spPr>
              <a:xfrm>
                <a:off x="12780581" y="6385679"/>
                <a:ext cx="2220001" cy="164751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83" h="1323">
                    <a:moveTo>
                      <a:pt x="1682" y="397"/>
                    </a:moveTo>
                    <a:cubicBezTo>
                      <a:pt x="1682" y="397"/>
                      <a:pt x="1558" y="487"/>
                      <a:pt x="1186" y="814"/>
                    </a:cubicBezTo>
                    <a:cubicBezTo>
                      <a:pt x="1186" y="814"/>
                      <a:pt x="797" y="446"/>
                      <a:pt x="677" y="237"/>
                    </a:cubicBezTo>
                    <a:cubicBezTo>
                      <a:pt x="677" y="237"/>
                      <a:pt x="637" y="146"/>
                      <a:pt x="590" y="100"/>
                    </a:cubicBezTo>
                    <a:cubicBezTo>
                      <a:pt x="540" y="51"/>
                      <a:pt x="314" y="-27"/>
                      <a:pt x="311" y="10"/>
                    </a:cubicBezTo>
                    <a:cubicBezTo>
                      <a:pt x="308" y="39"/>
                      <a:pt x="339" y="80"/>
                      <a:pt x="397" y="96"/>
                    </a:cubicBezTo>
                    <a:cubicBezTo>
                      <a:pt x="402" y="97"/>
                      <a:pt x="444" y="154"/>
                      <a:pt x="444" y="154"/>
                    </a:cubicBezTo>
                    <a:cubicBezTo>
                      <a:pt x="444" y="154"/>
                      <a:pt x="332" y="171"/>
                      <a:pt x="247" y="183"/>
                    </a:cubicBezTo>
                    <a:cubicBezTo>
                      <a:pt x="247" y="183"/>
                      <a:pt x="64" y="155"/>
                      <a:pt x="104" y="222"/>
                    </a:cubicBezTo>
                    <a:cubicBezTo>
                      <a:pt x="104" y="222"/>
                      <a:pt x="14" y="220"/>
                      <a:pt x="40" y="267"/>
                    </a:cubicBezTo>
                    <a:cubicBezTo>
                      <a:pt x="40" y="267"/>
                      <a:pt x="-44" y="302"/>
                      <a:pt x="30" y="336"/>
                    </a:cubicBezTo>
                    <a:cubicBezTo>
                      <a:pt x="104" y="370"/>
                      <a:pt x="205" y="376"/>
                      <a:pt x="215" y="377"/>
                    </a:cubicBezTo>
                    <a:cubicBezTo>
                      <a:pt x="245" y="378"/>
                      <a:pt x="429" y="342"/>
                      <a:pt x="452" y="370"/>
                    </a:cubicBezTo>
                    <a:cubicBezTo>
                      <a:pt x="476" y="399"/>
                      <a:pt x="549" y="542"/>
                      <a:pt x="630" y="691"/>
                    </a:cubicBezTo>
                    <a:cubicBezTo>
                      <a:pt x="712" y="840"/>
                      <a:pt x="951" y="1265"/>
                      <a:pt x="1145" y="1319"/>
                    </a:cubicBezTo>
                    <a:cubicBezTo>
                      <a:pt x="1339" y="1372"/>
                      <a:pt x="1729" y="959"/>
                      <a:pt x="1729" y="959"/>
                    </a:cubicBezTo>
                    <a:cubicBezTo>
                      <a:pt x="1729" y="959"/>
                      <a:pt x="1877" y="507"/>
                      <a:pt x="1682" y="39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EA8F5902-A643-9E47-A8C4-1C2FC7A7435F}"/>
                  </a:ext>
                </a:extLst>
              </p:cNvPr>
              <p:cNvSpPr/>
              <p:nvPr/>
            </p:nvSpPr>
            <p:spPr>
              <a:xfrm>
                <a:off x="12773106" y="6378055"/>
                <a:ext cx="2233947" cy="1661371"/>
              </a:xfrm>
              <a:custGeom>
                <a:avLst/>
                <a:gdLst>
                  <a:gd name="connsiteX0" fmla="*/ 429977 w 2233947"/>
                  <a:gd name="connsiteY0" fmla="*/ 15578 h 1661371"/>
                  <a:gd name="connsiteX1" fmla="*/ 404662 w 2233947"/>
                  <a:gd name="connsiteY1" fmla="*/ 17592 h 1661371"/>
                  <a:gd name="connsiteX2" fmla="*/ 402172 w 2233947"/>
                  <a:gd name="connsiteY2" fmla="*/ 21328 h 1661371"/>
                  <a:gd name="connsiteX3" fmla="*/ 504269 w 2233947"/>
                  <a:gd name="connsiteY3" fmla="*/ 120950 h 1661371"/>
                  <a:gd name="connsiteX4" fmla="*/ 566523 w 2233947"/>
                  <a:gd name="connsiteY4" fmla="*/ 194421 h 1661371"/>
                  <a:gd name="connsiteX5" fmla="*/ 566523 w 2233947"/>
                  <a:gd name="connsiteY5" fmla="*/ 201893 h 1661371"/>
                  <a:gd name="connsiteX6" fmla="*/ 561543 w 2233947"/>
                  <a:gd name="connsiteY6" fmla="*/ 205629 h 1661371"/>
                  <a:gd name="connsiteX7" fmla="*/ 316261 w 2233947"/>
                  <a:gd name="connsiteY7" fmla="*/ 242987 h 1661371"/>
                  <a:gd name="connsiteX8" fmla="*/ 313770 w 2233947"/>
                  <a:gd name="connsiteY8" fmla="*/ 242987 h 1661371"/>
                  <a:gd name="connsiteX9" fmla="*/ 138213 w 2233947"/>
                  <a:gd name="connsiteY9" fmla="*/ 254195 h 1661371"/>
                  <a:gd name="connsiteX10" fmla="*/ 143193 w 2233947"/>
                  <a:gd name="connsiteY10" fmla="*/ 280346 h 1661371"/>
                  <a:gd name="connsiteX11" fmla="*/ 143193 w 2233947"/>
                  <a:gd name="connsiteY11" fmla="*/ 287817 h 1661371"/>
                  <a:gd name="connsiteX12" fmla="*/ 135723 w 2233947"/>
                  <a:gd name="connsiteY12" fmla="*/ 291553 h 1661371"/>
                  <a:gd name="connsiteX13" fmla="*/ 61017 w 2233947"/>
                  <a:gd name="connsiteY13" fmla="*/ 312723 h 1661371"/>
                  <a:gd name="connsiteX14" fmla="*/ 63508 w 2233947"/>
                  <a:gd name="connsiteY14" fmla="*/ 336383 h 1661371"/>
                  <a:gd name="connsiteX15" fmla="*/ 64753 w 2233947"/>
                  <a:gd name="connsiteY15" fmla="*/ 342609 h 1661371"/>
                  <a:gd name="connsiteX16" fmla="*/ 59772 w 2233947"/>
                  <a:gd name="connsiteY16" fmla="*/ 347591 h 1661371"/>
                  <a:gd name="connsiteX17" fmla="*/ 13704 w 2233947"/>
                  <a:gd name="connsiteY17" fmla="*/ 387439 h 1661371"/>
                  <a:gd name="connsiteX18" fmla="*/ 47321 w 2233947"/>
                  <a:gd name="connsiteY18" fmla="*/ 419817 h 1661371"/>
                  <a:gd name="connsiteX19" fmla="*/ 275173 w 2233947"/>
                  <a:gd name="connsiteY19" fmla="*/ 469628 h 1661371"/>
                  <a:gd name="connsiteX20" fmla="*/ 342407 w 2233947"/>
                  <a:gd name="connsiteY20" fmla="*/ 462156 h 1661371"/>
                  <a:gd name="connsiteX21" fmla="*/ 506759 w 2233947"/>
                  <a:gd name="connsiteY21" fmla="*/ 448458 h 1661371"/>
                  <a:gd name="connsiteX22" fmla="*/ 575239 w 2233947"/>
                  <a:gd name="connsiteY22" fmla="*/ 464647 h 1661371"/>
                  <a:gd name="connsiteX23" fmla="*/ 707218 w 2233947"/>
                  <a:gd name="connsiteY23" fmla="*/ 696269 h 1661371"/>
                  <a:gd name="connsiteX24" fmla="*/ 798110 w 2233947"/>
                  <a:gd name="connsiteY24" fmla="*/ 864381 h 1661371"/>
                  <a:gd name="connsiteX25" fmla="*/ 1434350 w 2233947"/>
                  <a:gd name="connsiteY25" fmla="*/ 1642680 h 1661371"/>
                  <a:gd name="connsiteX26" fmla="*/ 2154011 w 2233947"/>
                  <a:gd name="connsiteY26" fmla="*/ 1198116 h 1661371"/>
                  <a:gd name="connsiteX27" fmla="*/ 2215021 w 2233947"/>
                  <a:gd name="connsiteY27" fmla="*/ 901739 h 1661371"/>
                  <a:gd name="connsiteX28" fmla="*/ 2102963 w 2233947"/>
                  <a:gd name="connsiteY28" fmla="*/ 510722 h 1661371"/>
                  <a:gd name="connsiteX29" fmla="*/ 1489134 w 2233947"/>
                  <a:gd name="connsiteY29" fmla="*/ 1027513 h 1661371"/>
                  <a:gd name="connsiteX30" fmla="*/ 1480418 w 2233947"/>
                  <a:gd name="connsiteY30" fmla="*/ 1027513 h 1661371"/>
                  <a:gd name="connsiteX31" fmla="*/ 845423 w 2233947"/>
                  <a:gd name="connsiteY31" fmla="*/ 306496 h 1661371"/>
                  <a:gd name="connsiteX32" fmla="*/ 844178 w 2233947"/>
                  <a:gd name="connsiteY32" fmla="*/ 305251 h 1661371"/>
                  <a:gd name="connsiteX33" fmla="*/ 737100 w 2233947"/>
                  <a:gd name="connsiteY33" fmla="*/ 137139 h 1661371"/>
                  <a:gd name="connsiteX34" fmla="*/ 429977 w 2233947"/>
                  <a:gd name="connsiteY34" fmla="*/ 15578 h 1661371"/>
                  <a:gd name="connsiteX35" fmla="*/ 427387 w 2233947"/>
                  <a:gd name="connsiteY35" fmla="*/ 223 h 1661371"/>
                  <a:gd name="connsiteX36" fmla="*/ 747058 w 2233947"/>
                  <a:gd name="connsiteY36" fmla="*/ 125922 h 1661371"/>
                  <a:gd name="connsiteX37" fmla="*/ 856627 w 2233947"/>
                  <a:gd name="connsiteY37" fmla="*/ 297773 h 1661371"/>
                  <a:gd name="connsiteX38" fmla="*/ 1484156 w 2233947"/>
                  <a:gd name="connsiteY38" fmla="*/ 1011327 h 1661371"/>
                  <a:gd name="connsiteX39" fmla="*/ 2097989 w 2233947"/>
                  <a:gd name="connsiteY39" fmla="*/ 494529 h 1661371"/>
                  <a:gd name="connsiteX40" fmla="*/ 2105460 w 2233947"/>
                  <a:gd name="connsiteY40" fmla="*/ 494529 h 1661371"/>
                  <a:gd name="connsiteX41" fmla="*/ 2228724 w 2233947"/>
                  <a:gd name="connsiteY41" fmla="*/ 901741 h 1661371"/>
                  <a:gd name="connsiteX42" fmla="*/ 2167715 w 2233947"/>
                  <a:gd name="connsiteY42" fmla="*/ 1201857 h 1661371"/>
                  <a:gd name="connsiteX43" fmla="*/ 2166470 w 2233947"/>
                  <a:gd name="connsiteY43" fmla="*/ 1204348 h 1661371"/>
                  <a:gd name="connsiteX44" fmla="*/ 1480421 w 2233947"/>
                  <a:gd name="connsiteY44" fmla="*/ 1661371 h 1661371"/>
                  <a:gd name="connsiteX45" fmla="*/ 1430617 w 2233947"/>
                  <a:gd name="connsiteY45" fmla="*/ 1655145 h 1661371"/>
                  <a:gd name="connsiteX46" fmla="*/ 785657 w 2233947"/>
                  <a:gd name="connsiteY46" fmla="*/ 869363 h 1661371"/>
                  <a:gd name="connsiteX47" fmla="*/ 696010 w 2233947"/>
                  <a:gd name="connsiteY47" fmla="*/ 702494 h 1661371"/>
                  <a:gd name="connsiteX48" fmla="*/ 565274 w 2233947"/>
                  <a:gd name="connsiteY48" fmla="*/ 472114 h 1661371"/>
                  <a:gd name="connsiteX49" fmla="*/ 344892 w 2233947"/>
                  <a:gd name="connsiteY49" fmla="*/ 475850 h 1661371"/>
                  <a:gd name="connsiteX50" fmla="*/ 275167 w 2233947"/>
                  <a:gd name="connsiteY50" fmla="*/ 483322 h 1661371"/>
                  <a:gd name="connsiteX51" fmla="*/ 42333 w 2233947"/>
                  <a:gd name="connsiteY51" fmla="*/ 432265 h 1661371"/>
                  <a:gd name="connsiteX52" fmla="*/ 0 w 2233947"/>
                  <a:gd name="connsiteY52" fmla="*/ 386189 h 1661371"/>
                  <a:gd name="connsiteX53" fmla="*/ 47314 w 2233947"/>
                  <a:gd name="connsiteY53" fmla="*/ 335132 h 1661371"/>
                  <a:gd name="connsiteX54" fmla="*/ 48559 w 2233947"/>
                  <a:gd name="connsiteY54" fmla="*/ 303999 h 1661371"/>
                  <a:gd name="connsiteX55" fmla="*/ 124510 w 2233947"/>
                  <a:gd name="connsiteY55" fmla="*/ 275358 h 1661371"/>
                  <a:gd name="connsiteX56" fmla="*/ 127000 w 2233947"/>
                  <a:gd name="connsiteY56" fmla="*/ 245470 h 1661371"/>
                  <a:gd name="connsiteX57" fmla="*/ 315010 w 2233947"/>
                  <a:gd name="connsiteY57" fmla="*/ 228036 h 1661371"/>
                  <a:gd name="connsiteX58" fmla="*/ 547843 w 2233947"/>
                  <a:gd name="connsiteY58" fmla="*/ 191923 h 1661371"/>
                  <a:gd name="connsiteX59" fmla="*/ 499284 w 2233947"/>
                  <a:gd name="connsiteY59" fmla="*/ 133394 h 1661371"/>
                  <a:gd name="connsiteX60" fmla="*/ 388470 w 2233947"/>
                  <a:gd name="connsiteY60" fmla="*/ 17581 h 1661371"/>
                  <a:gd name="connsiteX61" fmla="*/ 400921 w 2233947"/>
                  <a:gd name="connsiteY61" fmla="*/ 2638 h 1661371"/>
                  <a:gd name="connsiteX62" fmla="*/ 427387 w 2233947"/>
                  <a:gd name="connsiteY62" fmla="*/ 223 h 1661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</a:cxnLst>
                <a:rect l="l" t="t" r="r" b="b"/>
                <a:pathLst>
                  <a:path w="2233947" h="1661371">
                    <a:moveTo>
                      <a:pt x="429977" y="15578"/>
                    </a:moveTo>
                    <a:cubicBezTo>
                      <a:pt x="419097" y="14829"/>
                      <a:pt x="410421" y="15413"/>
                      <a:pt x="404662" y="17592"/>
                    </a:cubicBezTo>
                    <a:cubicBezTo>
                      <a:pt x="402172" y="18837"/>
                      <a:pt x="402172" y="20082"/>
                      <a:pt x="402172" y="21328"/>
                    </a:cubicBezTo>
                    <a:cubicBezTo>
                      <a:pt x="399681" y="54950"/>
                      <a:pt x="437034" y="101025"/>
                      <a:pt x="504269" y="120950"/>
                    </a:cubicBezTo>
                    <a:cubicBezTo>
                      <a:pt x="506759" y="120950"/>
                      <a:pt x="510494" y="123440"/>
                      <a:pt x="566523" y="194421"/>
                    </a:cubicBezTo>
                    <a:cubicBezTo>
                      <a:pt x="567768" y="195667"/>
                      <a:pt x="567768" y="199402"/>
                      <a:pt x="566523" y="201893"/>
                    </a:cubicBezTo>
                    <a:cubicBezTo>
                      <a:pt x="566523" y="204384"/>
                      <a:pt x="564033" y="205629"/>
                      <a:pt x="561543" y="205629"/>
                    </a:cubicBezTo>
                    <a:cubicBezTo>
                      <a:pt x="560298" y="205629"/>
                      <a:pt x="420848" y="228044"/>
                      <a:pt x="316261" y="242987"/>
                    </a:cubicBezTo>
                    <a:cubicBezTo>
                      <a:pt x="315015" y="242987"/>
                      <a:pt x="315015" y="242987"/>
                      <a:pt x="313770" y="242987"/>
                    </a:cubicBezTo>
                    <a:cubicBezTo>
                      <a:pt x="255251" y="234270"/>
                      <a:pt x="156889" y="229289"/>
                      <a:pt x="138213" y="254195"/>
                    </a:cubicBezTo>
                    <a:cubicBezTo>
                      <a:pt x="136968" y="256685"/>
                      <a:pt x="131987" y="264157"/>
                      <a:pt x="143193" y="280346"/>
                    </a:cubicBezTo>
                    <a:cubicBezTo>
                      <a:pt x="143193" y="282836"/>
                      <a:pt x="143193" y="285327"/>
                      <a:pt x="143193" y="287817"/>
                    </a:cubicBezTo>
                    <a:cubicBezTo>
                      <a:pt x="140703" y="290308"/>
                      <a:pt x="138213" y="291553"/>
                      <a:pt x="135723" y="291553"/>
                    </a:cubicBezTo>
                    <a:cubicBezTo>
                      <a:pt x="118291" y="290308"/>
                      <a:pt x="72223" y="292798"/>
                      <a:pt x="61017" y="312723"/>
                    </a:cubicBezTo>
                    <a:cubicBezTo>
                      <a:pt x="57282" y="318949"/>
                      <a:pt x="58527" y="326421"/>
                      <a:pt x="63508" y="336383"/>
                    </a:cubicBezTo>
                    <a:cubicBezTo>
                      <a:pt x="64753" y="338874"/>
                      <a:pt x="64753" y="341364"/>
                      <a:pt x="64753" y="342609"/>
                    </a:cubicBezTo>
                    <a:cubicBezTo>
                      <a:pt x="63508" y="343855"/>
                      <a:pt x="62262" y="346345"/>
                      <a:pt x="59772" y="347591"/>
                    </a:cubicBezTo>
                    <a:cubicBezTo>
                      <a:pt x="48566" y="351326"/>
                      <a:pt x="13704" y="370006"/>
                      <a:pt x="13704" y="387439"/>
                    </a:cubicBezTo>
                    <a:cubicBezTo>
                      <a:pt x="13704" y="401138"/>
                      <a:pt x="32380" y="412345"/>
                      <a:pt x="47321" y="419817"/>
                    </a:cubicBezTo>
                    <a:cubicBezTo>
                      <a:pt x="141948" y="463401"/>
                      <a:pt x="273928" y="469628"/>
                      <a:pt x="275173" y="469628"/>
                    </a:cubicBezTo>
                    <a:cubicBezTo>
                      <a:pt x="286378" y="470873"/>
                      <a:pt x="312525" y="465892"/>
                      <a:pt x="342407" y="462156"/>
                    </a:cubicBezTo>
                    <a:cubicBezTo>
                      <a:pt x="405907" y="454685"/>
                      <a:pt x="464426" y="448458"/>
                      <a:pt x="506759" y="448458"/>
                    </a:cubicBezTo>
                    <a:cubicBezTo>
                      <a:pt x="541622" y="448458"/>
                      <a:pt x="566523" y="452194"/>
                      <a:pt x="575239" y="464647"/>
                    </a:cubicBezTo>
                    <a:cubicBezTo>
                      <a:pt x="597651" y="489552"/>
                      <a:pt x="646209" y="580458"/>
                      <a:pt x="707218" y="696269"/>
                    </a:cubicBezTo>
                    <a:cubicBezTo>
                      <a:pt x="735855" y="748570"/>
                      <a:pt x="766983" y="805853"/>
                      <a:pt x="798110" y="864381"/>
                    </a:cubicBezTo>
                    <a:cubicBezTo>
                      <a:pt x="1119343" y="1450907"/>
                      <a:pt x="1322292" y="1611548"/>
                      <a:pt x="1434350" y="1642680"/>
                    </a:cubicBezTo>
                    <a:cubicBezTo>
                      <a:pt x="1663446" y="1706189"/>
                      <a:pt x="2127864" y="1224267"/>
                      <a:pt x="2154011" y="1198116"/>
                    </a:cubicBezTo>
                    <a:cubicBezTo>
                      <a:pt x="2160237" y="1181927"/>
                      <a:pt x="2201325" y="1048682"/>
                      <a:pt x="2215021" y="901739"/>
                    </a:cubicBezTo>
                    <a:cubicBezTo>
                      <a:pt x="2228716" y="762268"/>
                      <a:pt x="2220001" y="580458"/>
                      <a:pt x="2102963" y="510722"/>
                    </a:cubicBezTo>
                    <a:cubicBezTo>
                      <a:pt x="2076816" y="529401"/>
                      <a:pt x="1908729" y="657665"/>
                      <a:pt x="1489134" y="1027513"/>
                    </a:cubicBezTo>
                    <a:cubicBezTo>
                      <a:pt x="1486644" y="1028758"/>
                      <a:pt x="1481664" y="1028758"/>
                      <a:pt x="1480418" y="1027513"/>
                    </a:cubicBezTo>
                    <a:cubicBezTo>
                      <a:pt x="1474193" y="1022531"/>
                      <a:pt x="991099" y="564269"/>
                      <a:pt x="845423" y="306496"/>
                    </a:cubicBezTo>
                    <a:cubicBezTo>
                      <a:pt x="845423" y="305251"/>
                      <a:pt x="845423" y="305251"/>
                      <a:pt x="844178" y="305251"/>
                    </a:cubicBezTo>
                    <a:cubicBezTo>
                      <a:pt x="844178" y="304006"/>
                      <a:pt x="794375" y="193176"/>
                      <a:pt x="737100" y="137139"/>
                    </a:cubicBezTo>
                    <a:cubicBezTo>
                      <a:pt x="690254" y="91375"/>
                      <a:pt x="506137" y="20822"/>
                      <a:pt x="429977" y="15578"/>
                    </a:cubicBezTo>
                    <a:close/>
                    <a:moveTo>
                      <a:pt x="427387" y="223"/>
                    </a:moveTo>
                    <a:cubicBezTo>
                      <a:pt x="506696" y="4700"/>
                      <a:pt x="696943" y="75799"/>
                      <a:pt x="747058" y="125922"/>
                    </a:cubicBezTo>
                    <a:cubicBezTo>
                      <a:pt x="804333" y="181960"/>
                      <a:pt x="852892" y="290301"/>
                      <a:pt x="856627" y="297773"/>
                    </a:cubicBezTo>
                    <a:cubicBezTo>
                      <a:pt x="996078" y="540605"/>
                      <a:pt x="1434352" y="962761"/>
                      <a:pt x="1484156" y="1011327"/>
                    </a:cubicBezTo>
                    <a:cubicBezTo>
                      <a:pt x="1938617" y="610342"/>
                      <a:pt x="2096744" y="495775"/>
                      <a:pt x="2097989" y="494529"/>
                    </a:cubicBezTo>
                    <a:cubicBezTo>
                      <a:pt x="2100480" y="493284"/>
                      <a:pt x="2102970" y="493284"/>
                      <a:pt x="2105460" y="494529"/>
                    </a:cubicBezTo>
                    <a:cubicBezTo>
                      <a:pt x="2206313" y="551813"/>
                      <a:pt x="2249891" y="692531"/>
                      <a:pt x="2228724" y="901741"/>
                    </a:cubicBezTo>
                    <a:cubicBezTo>
                      <a:pt x="2213784" y="1058648"/>
                      <a:pt x="2167715" y="1200612"/>
                      <a:pt x="2167715" y="1201857"/>
                    </a:cubicBezTo>
                    <a:cubicBezTo>
                      <a:pt x="2167715" y="1203102"/>
                      <a:pt x="2166470" y="1204348"/>
                      <a:pt x="2166470" y="1204348"/>
                    </a:cubicBezTo>
                    <a:cubicBezTo>
                      <a:pt x="2147793" y="1224273"/>
                      <a:pt x="1731931" y="1661371"/>
                      <a:pt x="1480421" y="1661371"/>
                    </a:cubicBezTo>
                    <a:cubicBezTo>
                      <a:pt x="1462990" y="1661371"/>
                      <a:pt x="1446803" y="1658881"/>
                      <a:pt x="1430617" y="1655145"/>
                    </a:cubicBezTo>
                    <a:cubicBezTo>
                      <a:pt x="1265019" y="1610314"/>
                      <a:pt x="1042147" y="1337594"/>
                      <a:pt x="785657" y="869363"/>
                    </a:cubicBezTo>
                    <a:cubicBezTo>
                      <a:pt x="754529" y="812080"/>
                      <a:pt x="723402" y="753551"/>
                      <a:pt x="696010" y="702494"/>
                    </a:cubicBezTo>
                    <a:cubicBezTo>
                      <a:pt x="633755" y="586681"/>
                      <a:pt x="585196" y="495775"/>
                      <a:pt x="565274" y="472114"/>
                    </a:cubicBezTo>
                    <a:cubicBezTo>
                      <a:pt x="546598" y="449699"/>
                      <a:pt x="415863" y="467133"/>
                      <a:pt x="344892" y="475850"/>
                    </a:cubicBezTo>
                    <a:cubicBezTo>
                      <a:pt x="312520" y="479586"/>
                      <a:pt x="286372" y="483322"/>
                      <a:pt x="275167" y="483322"/>
                    </a:cubicBezTo>
                    <a:cubicBezTo>
                      <a:pt x="273921" y="483322"/>
                      <a:pt x="140696" y="477095"/>
                      <a:pt x="42333" y="432265"/>
                    </a:cubicBezTo>
                    <a:cubicBezTo>
                      <a:pt x="13696" y="418566"/>
                      <a:pt x="0" y="403623"/>
                      <a:pt x="0" y="386189"/>
                    </a:cubicBezTo>
                    <a:cubicBezTo>
                      <a:pt x="0" y="361283"/>
                      <a:pt x="32373" y="342603"/>
                      <a:pt x="47314" y="335132"/>
                    </a:cubicBezTo>
                    <a:cubicBezTo>
                      <a:pt x="43578" y="323924"/>
                      <a:pt x="43578" y="312716"/>
                      <a:pt x="48559" y="303999"/>
                    </a:cubicBezTo>
                    <a:cubicBezTo>
                      <a:pt x="62255" y="281584"/>
                      <a:pt x="103343" y="276603"/>
                      <a:pt x="124510" y="275358"/>
                    </a:cubicBezTo>
                    <a:cubicBezTo>
                      <a:pt x="120774" y="264150"/>
                      <a:pt x="120774" y="254187"/>
                      <a:pt x="127000" y="245470"/>
                    </a:cubicBezTo>
                    <a:cubicBezTo>
                      <a:pt x="154392" y="204376"/>
                      <a:pt x="293843" y="224300"/>
                      <a:pt x="315010" y="228036"/>
                    </a:cubicBezTo>
                    <a:cubicBezTo>
                      <a:pt x="402166" y="215583"/>
                      <a:pt x="511735" y="198149"/>
                      <a:pt x="547843" y="191923"/>
                    </a:cubicBezTo>
                    <a:cubicBezTo>
                      <a:pt x="526676" y="164526"/>
                      <a:pt x="504264" y="138375"/>
                      <a:pt x="499284" y="133394"/>
                    </a:cubicBezTo>
                    <a:cubicBezTo>
                      <a:pt x="422088" y="110979"/>
                      <a:pt x="383490" y="57431"/>
                      <a:pt x="388470" y="17581"/>
                    </a:cubicBezTo>
                    <a:cubicBezTo>
                      <a:pt x="388470" y="13845"/>
                      <a:pt x="389716" y="6374"/>
                      <a:pt x="400921" y="2638"/>
                    </a:cubicBezTo>
                    <a:cubicBezTo>
                      <a:pt x="406991" y="303"/>
                      <a:pt x="416057" y="-418"/>
                      <a:pt x="427387" y="22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BBE26AAA-0580-E144-9EB3-EB400550CF43}"/>
                  </a:ext>
                </a:extLst>
              </p:cNvPr>
              <p:cNvSpPr/>
              <p:nvPr/>
            </p:nvSpPr>
            <p:spPr>
              <a:xfrm>
                <a:off x="14458662" y="6664834"/>
                <a:ext cx="2006970" cy="18905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12" h="1518">
                    <a:moveTo>
                      <a:pt x="1537" y="203"/>
                    </a:moveTo>
                    <a:cubicBezTo>
                      <a:pt x="1455" y="-11"/>
                      <a:pt x="981" y="0"/>
                      <a:pt x="981" y="0"/>
                    </a:cubicBezTo>
                    <a:lnTo>
                      <a:pt x="647" y="11"/>
                    </a:lnTo>
                    <a:lnTo>
                      <a:pt x="490" y="56"/>
                    </a:lnTo>
                    <a:cubicBezTo>
                      <a:pt x="412" y="79"/>
                      <a:pt x="339" y="117"/>
                      <a:pt x="276" y="169"/>
                    </a:cubicBezTo>
                    <a:lnTo>
                      <a:pt x="0" y="403"/>
                    </a:lnTo>
                    <a:lnTo>
                      <a:pt x="301" y="890"/>
                    </a:lnTo>
                    <a:lnTo>
                      <a:pt x="392" y="818"/>
                    </a:lnTo>
                    <a:cubicBezTo>
                      <a:pt x="361" y="898"/>
                      <a:pt x="355" y="940"/>
                      <a:pt x="358" y="979"/>
                    </a:cubicBezTo>
                    <a:cubicBezTo>
                      <a:pt x="366" y="1080"/>
                      <a:pt x="460" y="1122"/>
                      <a:pt x="460" y="1122"/>
                    </a:cubicBezTo>
                    <a:lnTo>
                      <a:pt x="460" y="1518"/>
                    </a:lnTo>
                    <a:lnTo>
                      <a:pt x="1387" y="1518"/>
                    </a:lnTo>
                    <a:lnTo>
                      <a:pt x="1380" y="879"/>
                    </a:lnTo>
                    <a:lnTo>
                      <a:pt x="1611" y="879"/>
                    </a:lnTo>
                    <a:cubicBezTo>
                      <a:pt x="1611" y="879"/>
                      <a:pt x="1626" y="437"/>
                      <a:pt x="1537" y="20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4" name="Freeform 363">
                <a:extLst>
                  <a:ext uri="{FF2B5EF4-FFF2-40B4-BE49-F238E27FC236}">
                    <a16:creationId xmlns:a16="http://schemas.microsoft.com/office/drawing/2014/main" id="{96D65ACC-D54C-5F41-8F71-D12845D5AE0C}"/>
                  </a:ext>
                </a:extLst>
              </p:cNvPr>
              <p:cNvSpPr/>
              <p:nvPr/>
            </p:nvSpPr>
            <p:spPr>
              <a:xfrm>
                <a:off x="14451075" y="6657208"/>
                <a:ext cx="2020727" cy="1904387"/>
              </a:xfrm>
              <a:custGeom>
                <a:avLst/>
                <a:gdLst>
                  <a:gd name="connsiteX0" fmla="*/ 1236380 w 2020727"/>
                  <a:gd name="connsiteY0" fmla="*/ 13810 h 1904387"/>
                  <a:gd name="connsiteX1" fmla="*/ 1228950 w 2020727"/>
                  <a:gd name="connsiteY1" fmla="*/ 13858 h 1904387"/>
                  <a:gd name="connsiteX2" fmla="*/ 814361 w 2020727"/>
                  <a:gd name="connsiteY2" fmla="*/ 28803 h 1904387"/>
                  <a:gd name="connsiteX3" fmla="*/ 620139 w 2020727"/>
                  <a:gd name="connsiteY3" fmla="*/ 83601 h 1904387"/>
                  <a:gd name="connsiteX4" fmla="*/ 356196 w 2020727"/>
                  <a:gd name="connsiteY4" fmla="*/ 224331 h 1904387"/>
                  <a:gd name="connsiteX5" fmla="*/ 16308 w 2020727"/>
                  <a:gd name="connsiteY5" fmla="*/ 512019 h 1904387"/>
                  <a:gd name="connsiteX6" fmla="*/ 384832 w 2020727"/>
                  <a:gd name="connsiteY6" fmla="*/ 1106076 h 1904387"/>
                  <a:gd name="connsiteX7" fmla="*/ 490658 w 2020727"/>
                  <a:gd name="connsiteY7" fmla="*/ 1020143 h 1904387"/>
                  <a:gd name="connsiteX8" fmla="*/ 500618 w 2020727"/>
                  <a:gd name="connsiteY8" fmla="*/ 1020143 h 1904387"/>
                  <a:gd name="connsiteX9" fmla="*/ 503108 w 2020727"/>
                  <a:gd name="connsiteY9" fmla="*/ 1027616 h 1904387"/>
                  <a:gd name="connsiteX10" fmla="*/ 460777 w 2020727"/>
                  <a:gd name="connsiteY10" fmla="*/ 1226880 h 1904387"/>
                  <a:gd name="connsiteX11" fmla="*/ 584034 w 2020727"/>
                  <a:gd name="connsiteY11" fmla="*/ 1398745 h 1904387"/>
                  <a:gd name="connsiteX12" fmla="*/ 589014 w 2020727"/>
                  <a:gd name="connsiteY12" fmla="*/ 1404972 h 1904387"/>
                  <a:gd name="connsiteX13" fmla="*/ 589014 w 2020727"/>
                  <a:gd name="connsiteY13" fmla="*/ 1890679 h 1904387"/>
                  <a:gd name="connsiteX14" fmla="*/ 1728200 w 2020727"/>
                  <a:gd name="connsiteY14" fmla="*/ 1890679 h 1904387"/>
                  <a:gd name="connsiteX15" fmla="*/ 1719485 w 2020727"/>
                  <a:gd name="connsiteY15" fmla="*/ 1102340 h 1904387"/>
                  <a:gd name="connsiteX16" fmla="*/ 1721975 w 2020727"/>
                  <a:gd name="connsiteY16" fmla="*/ 1098603 h 1904387"/>
                  <a:gd name="connsiteX17" fmla="*/ 1725710 w 2020727"/>
                  <a:gd name="connsiteY17" fmla="*/ 1096113 h 1904387"/>
                  <a:gd name="connsiteX18" fmla="*/ 2005838 w 2020727"/>
                  <a:gd name="connsiteY18" fmla="*/ 1096113 h 1904387"/>
                  <a:gd name="connsiteX19" fmla="*/ 1913707 w 2020727"/>
                  <a:gd name="connsiteY19" fmla="*/ 262939 h 1904387"/>
                  <a:gd name="connsiteX20" fmla="*/ 1236380 w 2020727"/>
                  <a:gd name="connsiteY20" fmla="*/ 13810 h 1904387"/>
                  <a:gd name="connsiteX21" fmla="*/ 1254260 w 2020727"/>
                  <a:gd name="connsiteY21" fmla="*/ 32 h 1904387"/>
                  <a:gd name="connsiteX22" fmla="*/ 1537717 w 2020727"/>
                  <a:gd name="connsiteY22" fmla="*/ 26303 h 1904387"/>
                  <a:gd name="connsiteX23" fmla="*/ 1927409 w 2020727"/>
                  <a:gd name="connsiteY23" fmla="*/ 257950 h 1904387"/>
                  <a:gd name="connsiteX24" fmla="*/ 2019541 w 2020727"/>
                  <a:gd name="connsiteY24" fmla="*/ 1103586 h 1904387"/>
                  <a:gd name="connsiteX25" fmla="*/ 2013316 w 2020727"/>
                  <a:gd name="connsiteY25" fmla="*/ 1109813 h 1904387"/>
                  <a:gd name="connsiteX26" fmla="*/ 1733185 w 2020727"/>
                  <a:gd name="connsiteY26" fmla="*/ 1109813 h 1904387"/>
                  <a:gd name="connsiteX27" fmla="*/ 1741901 w 2020727"/>
                  <a:gd name="connsiteY27" fmla="*/ 1898160 h 1904387"/>
                  <a:gd name="connsiteX28" fmla="*/ 1739411 w 2020727"/>
                  <a:gd name="connsiteY28" fmla="*/ 1903142 h 1904387"/>
                  <a:gd name="connsiteX29" fmla="*/ 1734431 w 2020727"/>
                  <a:gd name="connsiteY29" fmla="*/ 1904387 h 1904387"/>
                  <a:gd name="connsiteX30" fmla="*/ 580293 w 2020727"/>
                  <a:gd name="connsiteY30" fmla="*/ 1904387 h 1904387"/>
                  <a:gd name="connsiteX31" fmla="*/ 574068 w 2020727"/>
                  <a:gd name="connsiteY31" fmla="*/ 1898160 h 1904387"/>
                  <a:gd name="connsiteX32" fmla="*/ 574068 w 2020727"/>
                  <a:gd name="connsiteY32" fmla="*/ 1408712 h 1904387"/>
                  <a:gd name="connsiteX33" fmla="*/ 445831 w 2020727"/>
                  <a:gd name="connsiteY33" fmla="*/ 1228127 h 1904387"/>
                  <a:gd name="connsiteX34" fmla="*/ 480691 w 2020727"/>
                  <a:gd name="connsiteY34" fmla="*/ 1047542 h 1904387"/>
                  <a:gd name="connsiteX35" fmla="*/ 386069 w 2020727"/>
                  <a:gd name="connsiteY35" fmla="*/ 1121022 h 1904387"/>
                  <a:gd name="connsiteX36" fmla="*/ 381089 w 2020727"/>
                  <a:gd name="connsiteY36" fmla="*/ 1123513 h 1904387"/>
                  <a:gd name="connsiteX37" fmla="*/ 376109 w 2020727"/>
                  <a:gd name="connsiteY37" fmla="*/ 1119776 h 1904387"/>
                  <a:gd name="connsiteX38" fmla="*/ 1357 w 2020727"/>
                  <a:gd name="connsiteY38" fmla="*/ 513260 h 1904387"/>
                  <a:gd name="connsiteX39" fmla="*/ 2602 w 2020727"/>
                  <a:gd name="connsiteY39" fmla="*/ 504542 h 1904387"/>
                  <a:gd name="connsiteX40" fmla="*/ 347474 w 2020727"/>
                  <a:gd name="connsiteY40" fmla="*/ 213115 h 1904387"/>
                  <a:gd name="connsiteX41" fmla="*/ 616399 w 2020727"/>
                  <a:gd name="connsiteY41" fmla="*/ 71138 h 1904387"/>
                  <a:gd name="connsiteX42" fmla="*/ 811868 w 2020727"/>
                  <a:gd name="connsiteY42" fmla="*/ 15094 h 1904387"/>
                  <a:gd name="connsiteX43" fmla="*/ 813113 w 2020727"/>
                  <a:gd name="connsiteY43" fmla="*/ 13849 h 1904387"/>
                  <a:gd name="connsiteX44" fmla="*/ 1227706 w 2020727"/>
                  <a:gd name="connsiteY44" fmla="*/ 149 h 1904387"/>
                  <a:gd name="connsiteX45" fmla="*/ 1254260 w 2020727"/>
                  <a:gd name="connsiteY45" fmla="*/ 32 h 1904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2020727" h="1904387">
                    <a:moveTo>
                      <a:pt x="1236380" y="13810"/>
                    </a:moveTo>
                    <a:cubicBezTo>
                      <a:pt x="1231824" y="13819"/>
                      <a:pt x="1229261" y="13858"/>
                      <a:pt x="1228950" y="13858"/>
                    </a:cubicBezTo>
                    <a:lnTo>
                      <a:pt x="814361" y="28803"/>
                    </a:lnTo>
                    <a:lnTo>
                      <a:pt x="620139" y="83601"/>
                    </a:lnTo>
                    <a:cubicBezTo>
                      <a:pt x="523028" y="112245"/>
                      <a:pt x="433387" y="159570"/>
                      <a:pt x="356196" y="224331"/>
                    </a:cubicBezTo>
                    <a:lnTo>
                      <a:pt x="16308" y="512019"/>
                    </a:lnTo>
                    <a:lnTo>
                      <a:pt x="384832" y="1106076"/>
                    </a:lnTo>
                    <a:lnTo>
                      <a:pt x="490658" y="1020143"/>
                    </a:lnTo>
                    <a:cubicBezTo>
                      <a:pt x="494393" y="1017652"/>
                      <a:pt x="496883" y="1017652"/>
                      <a:pt x="500618" y="1020143"/>
                    </a:cubicBezTo>
                    <a:cubicBezTo>
                      <a:pt x="503108" y="1021389"/>
                      <a:pt x="503108" y="1025125"/>
                      <a:pt x="503108" y="1027616"/>
                    </a:cubicBezTo>
                    <a:cubicBezTo>
                      <a:pt x="462022" y="1133475"/>
                      <a:pt x="457042" y="1182045"/>
                      <a:pt x="460777" y="1226880"/>
                    </a:cubicBezTo>
                    <a:cubicBezTo>
                      <a:pt x="470738" y="1346438"/>
                      <a:pt x="582789" y="1397500"/>
                      <a:pt x="584034" y="1398745"/>
                    </a:cubicBezTo>
                    <a:cubicBezTo>
                      <a:pt x="586524" y="1398745"/>
                      <a:pt x="589014" y="1401236"/>
                      <a:pt x="589014" y="1404972"/>
                    </a:cubicBezTo>
                    <a:lnTo>
                      <a:pt x="589014" y="1890679"/>
                    </a:lnTo>
                    <a:lnTo>
                      <a:pt x="1728200" y="1890679"/>
                    </a:lnTo>
                    <a:lnTo>
                      <a:pt x="1719485" y="1102340"/>
                    </a:lnTo>
                    <a:cubicBezTo>
                      <a:pt x="1719485" y="1101094"/>
                      <a:pt x="1719485" y="1099849"/>
                      <a:pt x="1721975" y="1098603"/>
                    </a:cubicBezTo>
                    <a:cubicBezTo>
                      <a:pt x="1723220" y="1096113"/>
                      <a:pt x="1724465" y="1096113"/>
                      <a:pt x="1725710" y="1096113"/>
                    </a:cubicBezTo>
                    <a:lnTo>
                      <a:pt x="2005838" y="1096113"/>
                    </a:lnTo>
                    <a:cubicBezTo>
                      <a:pt x="2007083" y="1031352"/>
                      <a:pt x="2017043" y="531946"/>
                      <a:pt x="1913707" y="262939"/>
                    </a:cubicBezTo>
                    <a:cubicBezTo>
                      <a:pt x="1821498" y="20085"/>
                      <a:pt x="1304721" y="13664"/>
                      <a:pt x="1236380" y="13810"/>
                    </a:cubicBezTo>
                    <a:close/>
                    <a:moveTo>
                      <a:pt x="1254260" y="32"/>
                    </a:moveTo>
                    <a:cubicBezTo>
                      <a:pt x="1304275" y="383"/>
                      <a:pt x="1418195" y="3886"/>
                      <a:pt x="1537717" y="26303"/>
                    </a:cubicBezTo>
                    <a:cubicBezTo>
                      <a:pt x="1753106" y="67402"/>
                      <a:pt x="1885078" y="144617"/>
                      <a:pt x="1927409" y="257950"/>
                    </a:cubicBezTo>
                    <a:cubicBezTo>
                      <a:pt x="2038216" y="546886"/>
                      <a:pt x="2019541" y="1097359"/>
                      <a:pt x="2019541" y="1103586"/>
                    </a:cubicBezTo>
                    <a:cubicBezTo>
                      <a:pt x="2019541" y="1107322"/>
                      <a:pt x="2017051" y="1109813"/>
                      <a:pt x="2013316" y="1109813"/>
                    </a:cubicBezTo>
                    <a:lnTo>
                      <a:pt x="1733185" y="1109813"/>
                    </a:lnTo>
                    <a:lnTo>
                      <a:pt x="1741901" y="1898160"/>
                    </a:lnTo>
                    <a:cubicBezTo>
                      <a:pt x="1741901" y="1899405"/>
                      <a:pt x="1741901" y="1901896"/>
                      <a:pt x="1739411" y="1903142"/>
                    </a:cubicBezTo>
                    <a:cubicBezTo>
                      <a:pt x="1738165" y="1903142"/>
                      <a:pt x="1736921" y="1904387"/>
                      <a:pt x="1734431" y="1904387"/>
                    </a:cubicBezTo>
                    <a:lnTo>
                      <a:pt x="580293" y="1904387"/>
                    </a:lnTo>
                    <a:cubicBezTo>
                      <a:pt x="576558" y="1904387"/>
                      <a:pt x="574068" y="1901896"/>
                      <a:pt x="574068" y="1898160"/>
                    </a:cubicBezTo>
                    <a:lnTo>
                      <a:pt x="574068" y="1408712"/>
                    </a:lnTo>
                    <a:cubicBezTo>
                      <a:pt x="552903" y="1398749"/>
                      <a:pt x="455791" y="1342705"/>
                      <a:pt x="445831" y="1228127"/>
                    </a:cubicBezTo>
                    <a:cubicBezTo>
                      <a:pt x="442096" y="1178311"/>
                      <a:pt x="450811" y="1127249"/>
                      <a:pt x="480691" y="1047542"/>
                    </a:cubicBezTo>
                    <a:lnTo>
                      <a:pt x="386069" y="1121022"/>
                    </a:lnTo>
                    <a:cubicBezTo>
                      <a:pt x="384824" y="1123513"/>
                      <a:pt x="383579" y="1123513"/>
                      <a:pt x="381089" y="1123513"/>
                    </a:cubicBezTo>
                    <a:cubicBezTo>
                      <a:pt x="378599" y="1123513"/>
                      <a:pt x="377354" y="1121022"/>
                      <a:pt x="376109" y="1119776"/>
                    </a:cubicBezTo>
                    <a:lnTo>
                      <a:pt x="1357" y="513260"/>
                    </a:lnTo>
                    <a:cubicBezTo>
                      <a:pt x="-1133" y="510769"/>
                      <a:pt x="112" y="507033"/>
                      <a:pt x="2602" y="504542"/>
                    </a:cubicBezTo>
                    <a:lnTo>
                      <a:pt x="347474" y="213115"/>
                    </a:lnTo>
                    <a:cubicBezTo>
                      <a:pt x="425910" y="147108"/>
                      <a:pt x="516797" y="99782"/>
                      <a:pt x="616399" y="71138"/>
                    </a:cubicBezTo>
                    <a:lnTo>
                      <a:pt x="811868" y="15094"/>
                    </a:lnTo>
                    <a:cubicBezTo>
                      <a:pt x="811868" y="13849"/>
                      <a:pt x="811868" y="13849"/>
                      <a:pt x="813113" y="13849"/>
                    </a:cubicBezTo>
                    <a:lnTo>
                      <a:pt x="1227706" y="149"/>
                    </a:lnTo>
                    <a:cubicBezTo>
                      <a:pt x="1228017" y="149"/>
                      <a:pt x="1237588" y="-85"/>
                      <a:pt x="1254260" y="3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28C0EFDE-A73B-6A41-AE77-6D1A621DA3AD}"/>
                  </a:ext>
                </a:extLst>
              </p:cNvPr>
              <p:cNvSpPr/>
              <p:nvPr/>
            </p:nvSpPr>
            <p:spPr>
              <a:xfrm>
                <a:off x="15016777" y="5361279"/>
                <a:ext cx="1179765" cy="11851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48" h="952">
                    <a:moveTo>
                      <a:pt x="906" y="570"/>
                    </a:moveTo>
                    <a:cubicBezTo>
                      <a:pt x="846" y="505"/>
                      <a:pt x="770" y="507"/>
                      <a:pt x="746" y="509"/>
                    </a:cubicBezTo>
                    <a:cubicBezTo>
                      <a:pt x="761" y="235"/>
                      <a:pt x="639" y="110"/>
                      <a:pt x="565" y="60"/>
                    </a:cubicBezTo>
                    <a:cubicBezTo>
                      <a:pt x="457" y="-11"/>
                      <a:pt x="316" y="-20"/>
                      <a:pt x="196" y="38"/>
                    </a:cubicBezTo>
                    <a:cubicBezTo>
                      <a:pt x="-40" y="151"/>
                      <a:pt x="3" y="369"/>
                      <a:pt x="3" y="372"/>
                    </a:cubicBezTo>
                    <a:cubicBezTo>
                      <a:pt x="4" y="374"/>
                      <a:pt x="533" y="806"/>
                      <a:pt x="533" y="806"/>
                    </a:cubicBezTo>
                    <a:cubicBezTo>
                      <a:pt x="533" y="806"/>
                      <a:pt x="533" y="807"/>
                      <a:pt x="533" y="808"/>
                    </a:cubicBezTo>
                    <a:cubicBezTo>
                      <a:pt x="559" y="901"/>
                      <a:pt x="612" y="934"/>
                      <a:pt x="653" y="945"/>
                    </a:cubicBezTo>
                    <a:cubicBezTo>
                      <a:pt x="668" y="949"/>
                      <a:pt x="683" y="952"/>
                      <a:pt x="699" y="952"/>
                    </a:cubicBezTo>
                    <a:cubicBezTo>
                      <a:pt x="752" y="952"/>
                      <a:pt x="811" y="928"/>
                      <a:pt x="857" y="886"/>
                    </a:cubicBezTo>
                    <a:cubicBezTo>
                      <a:pt x="911" y="837"/>
                      <a:pt x="945" y="766"/>
                      <a:pt x="948" y="695"/>
                    </a:cubicBezTo>
                    <a:cubicBezTo>
                      <a:pt x="950" y="646"/>
                      <a:pt x="935" y="601"/>
                      <a:pt x="906" y="57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481C703C-4992-A544-B2AC-0A26162C95B1}"/>
                  </a:ext>
                </a:extLst>
              </p:cNvPr>
              <p:cNvSpPr/>
              <p:nvPr/>
            </p:nvSpPr>
            <p:spPr>
              <a:xfrm>
                <a:off x="15026743" y="5529520"/>
                <a:ext cx="762425" cy="16038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13" h="1288">
                    <a:moveTo>
                      <a:pt x="528" y="928"/>
                    </a:moveTo>
                    <a:lnTo>
                      <a:pt x="528" y="656"/>
                    </a:lnTo>
                    <a:cubicBezTo>
                      <a:pt x="598" y="599"/>
                      <a:pt x="613" y="497"/>
                      <a:pt x="613" y="388"/>
                    </a:cubicBezTo>
                    <a:cubicBezTo>
                      <a:pt x="613" y="78"/>
                      <a:pt x="432" y="0"/>
                      <a:pt x="302" y="0"/>
                    </a:cubicBezTo>
                    <a:cubicBezTo>
                      <a:pt x="173" y="0"/>
                      <a:pt x="1" y="13"/>
                      <a:pt x="1" y="278"/>
                    </a:cubicBezTo>
                    <a:cubicBezTo>
                      <a:pt x="1" y="439"/>
                      <a:pt x="-19" y="723"/>
                      <a:pt x="186" y="721"/>
                    </a:cubicBezTo>
                    <a:cubicBezTo>
                      <a:pt x="189" y="721"/>
                      <a:pt x="192" y="721"/>
                      <a:pt x="195" y="721"/>
                    </a:cubicBezTo>
                    <a:lnTo>
                      <a:pt x="195" y="926"/>
                    </a:lnTo>
                    <a:lnTo>
                      <a:pt x="302" y="1288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5" name="Freeform 364">
                <a:extLst>
                  <a:ext uri="{FF2B5EF4-FFF2-40B4-BE49-F238E27FC236}">
                    <a16:creationId xmlns:a16="http://schemas.microsoft.com/office/drawing/2014/main" id="{2E30149E-2212-C840-A638-E224E1FDB16E}"/>
                  </a:ext>
                </a:extLst>
              </p:cNvPr>
              <p:cNvSpPr/>
              <p:nvPr/>
            </p:nvSpPr>
            <p:spPr>
              <a:xfrm>
                <a:off x="15019804" y="5522042"/>
                <a:ext cx="776839" cy="1617606"/>
              </a:xfrm>
              <a:custGeom>
                <a:avLst/>
                <a:gdLst>
                  <a:gd name="connsiteX0" fmla="*/ 381310 w 776839"/>
                  <a:gd name="connsiteY0" fmla="*/ 13709 h 1617606"/>
                  <a:gd name="connsiteX1" fmla="*/ 13169 w 776839"/>
                  <a:gd name="connsiteY1" fmla="*/ 353662 h 1617606"/>
                  <a:gd name="connsiteX2" fmla="*/ 13169 w 776839"/>
                  <a:gd name="connsiteY2" fmla="*/ 403472 h 1617606"/>
                  <a:gd name="connsiteX3" fmla="*/ 102717 w 776839"/>
                  <a:gd name="connsiteY3" fmla="*/ 846780 h 1617606"/>
                  <a:gd name="connsiteX4" fmla="*/ 237038 w 776839"/>
                  <a:gd name="connsiteY4" fmla="*/ 897835 h 1617606"/>
                  <a:gd name="connsiteX5" fmla="*/ 243257 w 776839"/>
                  <a:gd name="connsiteY5" fmla="*/ 897835 h 1617606"/>
                  <a:gd name="connsiteX6" fmla="*/ 248232 w 776839"/>
                  <a:gd name="connsiteY6" fmla="*/ 897835 h 1617606"/>
                  <a:gd name="connsiteX7" fmla="*/ 253207 w 776839"/>
                  <a:gd name="connsiteY7" fmla="*/ 900325 h 1617606"/>
                  <a:gd name="connsiteX8" fmla="*/ 255694 w 776839"/>
                  <a:gd name="connsiteY8" fmla="*/ 905306 h 1617606"/>
                  <a:gd name="connsiteX9" fmla="*/ 255694 w 776839"/>
                  <a:gd name="connsiteY9" fmla="*/ 1159337 h 1617606"/>
                  <a:gd name="connsiteX10" fmla="*/ 383797 w 776839"/>
                  <a:gd name="connsiteY10" fmla="*/ 1593928 h 1617606"/>
                  <a:gd name="connsiteX11" fmla="*/ 656172 w 776839"/>
                  <a:gd name="connsiteY11" fmla="*/ 1160582 h 1617606"/>
                  <a:gd name="connsiteX12" fmla="*/ 656172 w 776839"/>
                  <a:gd name="connsiteY12" fmla="*/ 824365 h 1617606"/>
                  <a:gd name="connsiteX13" fmla="*/ 658659 w 776839"/>
                  <a:gd name="connsiteY13" fmla="*/ 818139 h 1617606"/>
                  <a:gd name="connsiteX14" fmla="*/ 760644 w 776839"/>
                  <a:gd name="connsiteY14" fmla="*/ 490639 h 1617606"/>
                  <a:gd name="connsiteX15" fmla="*/ 381310 w 776839"/>
                  <a:gd name="connsiteY15" fmla="*/ 13709 h 1617606"/>
                  <a:gd name="connsiteX16" fmla="*/ 382555 w 776839"/>
                  <a:gd name="connsiteY16" fmla="*/ 0 h 1617606"/>
                  <a:gd name="connsiteX17" fmla="*/ 641265 w 776839"/>
                  <a:gd name="connsiteY17" fmla="*/ 98377 h 1617606"/>
                  <a:gd name="connsiteX18" fmla="*/ 776839 w 776839"/>
                  <a:gd name="connsiteY18" fmla="*/ 490637 h 1617606"/>
                  <a:gd name="connsiteX19" fmla="*/ 671116 w 776839"/>
                  <a:gd name="connsiteY19" fmla="*/ 826860 h 1617606"/>
                  <a:gd name="connsiteX20" fmla="*/ 671116 w 776839"/>
                  <a:gd name="connsiteY20" fmla="*/ 1163083 h 1617606"/>
                  <a:gd name="connsiteX21" fmla="*/ 669872 w 776839"/>
                  <a:gd name="connsiteY21" fmla="*/ 1166818 h 1617606"/>
                  <a:gd name="connsiteX22" fmla="*/ 388774 w 776839"/>
                  <a:gd name="connsiteY22" fmla="*/ 1615116 h 1617606"/>
                  <a:gd name="connsiteX23" fmla="*/ 382555 w 776839"/>
                  <a:gd name="connsiteY23" fmla="*/ 1617606 h 1617606"/>
                  <a:gd name="connsiteX24" fmla="*/ 381311 w 776839"/>
                  <a:gd name="connsiteY24" fmla="*/ 1617606 h 1617606"/>
                  <a:gd name="connsiteX25" fmla="*/ 375092 w 776839"/>
                  <a:gd name="connsiteY25" fmla="*/ 1613870 h 1617606"/>
                  <a:gd name="connsiteX26" fmla="*/ 243249 w 776839"/>
                  <a:gd name="connsiteY26" fmla="*/ 1161837 h 1617606"/>
                  <a:gd name="connsiteX27" fmla="*/ 243249 w 776839"/>
                  <a:gd name="connsiteY27" fmla="*/ 1160592 h 1617606"/>
                  <a:gd name="connsiteX28" fmla="*/ 243249 w 776839"/>
                  <a:gd name="connsiteY28" fmla="*/ 911538 h 1617606"/>
                  <a:gd name="connsiteX29" fmla="*/ 237031 w 776839"/>
                  <a:gd name="connsiteY29" fmla="*/ 912783 h 1617606"/>
                  <a:gd name="connsiteX30" fmla="*/ 93994 w 776839"/>
                  <a:gd name="connsiteY30" fmla="*/ 856746 h 1617606"/>
                  <a:gd name="connsiteX31" fmla="*/ 709 w 776839"/>
                  <a:gd name="connsiteY31" fmla="*/ 402223 h 1617606"/>
                  <a:gd name="connsiteX32" fmla="*/ 709 w 776839"/>
                  <a:gd name="connsiteY32" fmla="*/ 353657 h 1617606"/>
                  <a:gd name="connsiteX33" fmla="*/ 382555 w 776839"/>
                  <a:gd name="connsiteY33" fmla="*/ 0 h 16176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776839" h="1617606">
                    <a:moveTo>
                      <a:pt x="381310" y="13709"/>
                    </a:moveTo>
                    <a:cubicBezTo>
                      <a:pt x="203458" y="13709"/>
                      <a:pt x="13169" y="41105"/>
                      <a:pt x="13169" y="353662"/>
                    </a:cubicBezTo>
                    <a:cubicBezTo>
                      <a:pt x="13169" y="369850"/>
                      <a:pt x="13169" y="386038"/>
                      <a:pt x="13169" y="403472"/>
                    </a:cubicBezTo>
                    <a:cubicBezTo>
                      <a:pt x="11925" y="551656"/>
                      <a:pt x="10682" y="754631"/>
                      <a:pt x="102717" y="846780"/>
                    </a:cubicBezTo>
                    <a:cubicBezTo>
                      <a:pt x="136297" y="881647"/>
                      <a:pt x="182315" y="897835"/>
                      <a:pt x="237038" y="897835"/>
                    </a:cubicBezTo>
                    <a:cubicBezTo>
                      <a:pt x="239526" y="897835"/>
                      <a:pt x="242013" y="897835"/>
                      <a:pt x="243257" y="897835"/>
                    </a:cubicBezTo>
                    <a:lnTo>
                      <a:pt x="248232" y="897835"/>
                    </a:lnTo>
                    <a:cubicBezTo>
                      <a:pt x="249476" y="897835"/>
                      <a:pt x="251963" y="897835"/>
                      <a:pt x="253207" y="900325"/>
                    </a:cubicBezTo>
                    <a:cubicBezTo>
                      <a:pt x="254450" y="901571"/>
                      <a:pt x="255694" y="902816"/>
                      <a:pt x="255694" y="905306"/>
                    </a:cubicBezTo>
                    <a:lnTo>
                      <a:pt x="255694" y="1159337"/>
                    </a:lnTo>
                    <a:lnTo>
                      <a:pt x="383797" y="1593928"/>
                    </a:lnTo>
                    <a:lnTo>
                      <a:pt x="656172" y="1160582"/>
                    </a:lnTo>
                    <a:lnTo>
                      <a:pt x="656172" y="824365"/>
                    </a:lnTo>
                    <a:cubicBezTo>
                      <a:pt x="656172" y="821875"/>
                      <a:pt x="657415" y="819384"/>
                      <a:pt x="658659" y="818139"/>
                    </a:cubicBezTo>
                    <a:cubicBezTo>
                      <a:pt x="749451" y="743424"/>
                      <a:pt x="760644" y="603957"/>
                      <a:pt x="760644" y="490639"/>
                    </a:cubicBezTo>
                    <a:cubicBezTo>
                      <a:pt x="760644" y="48576"/>
                      <a:pt x="470858" y="13709"/>
                      <a:pt x="381310" y="13709"/>
                    </a:cubicBezTo>
                    <a:close/>
                    <a:moveTo>
                      <a:pt x="382555" y="0"/>
                    </a:moveTo>
                    <a:cubicBezTo>
                      <a:pt x="439770" y="0"/>
                      <a:pt x="550468" y="12453"/>
                      <a:pt x="641265" y="98377"/>
                    </a:cubicBezTo>
                    <a:cubicBezTo>
                      <a:pt x="730818" y="184300"/>
                      <a:pt x="776839" y="316299"/>
                      <a:pt x="776839" y="490637"/>
                    </a:cubicBezTo>
                    <a:cubicBezTo>
                      <a:pt x="776839" y="605202"/>
                      <a:pt x="764401" y="748408"/>
                      <a:pt x="671116" y="826860"/>
                    </a:cubicBezTo>
                    <a:lnTo>
                      <a:pt x="671116" y="1163083"/>
                    </a:lnTo>
                    <a:cubicBezTo>
                      <a:pt x="671116" y="1164328"/>
                      <a:pt x="671116" y="1165573"/>
                      <a:pt x="669872" y="1166818"/>
                    </a:cubicBezTo>
                    <a:lnTo>
                      <a:pt x="388774" y="1615116"/>
                    </a:lnTo>
                    <a:cubicBezTo>
                      <a:pt x="387530" y="1617606"/>
                      <a:pt x="385043" y="1617606"/>
                      <a:pt x="382555" y="1617606"/>
                    </a:cubicBezTo>
                    <a:lnTo>
                      <a:pt x="381311" y="1617606"/>
                    </a:lnTo>
                    <a:cubicBezTo>
                      <a:pt x="378823" y="1617606"/>
                      <a:pt x="376336" y="1615116"/>
                      <a:pt x="375092" y="1613870"/>
                    </a:cubicBezTo>
                    <a:lnTo>
                      <a:pt x="243249" y="1161837"/>
                    </a:lnTo>
                    <a:lnTo>
                      <a:pt x="243249" y="1160592"/>
                    </a:lnTo>
                    <a:lnTo>
                      <a:pt x="243249" y="911538"/>
                    </a:lnTo>
                    <a:cubicBezTo>
                      <a:pt x="240762" y="912783"/>
                      <a:pt x="238274" y="912783"/>
                      <a:pt x="237031" y="912783"/>
                    </a:cubicBezTo>
                    <a:cubicBezTo>
                      <a:pt x="178572" y="912783"/>
                      <a:pt x="130064" y="894104"/>
                      <a:pt x="93994" y="856746"/>
                    </a:cubicBezTo>
                    <a:cubicBezTo>
                      <a:pt x="-3023" y="760860"/>
                      <a:pt x="-1779" y="554145"/>
                      <a:pt x="709" y="402223"/>
                    </a:cubicBezTo>
                    <a:cubicBezTo>
                      <a:pt x="709" y="386034"/>
                      <a:pt x="709" y="369845"/>
                      <a:pt x="709" y="353657"/>
                    </a:cubicBezTo>
                    <a:cubicBezTo>
                      <a:pt x="709" y="0"/>
                      <a:pt x="249468" y="0"/>
                      <a:pt x="38255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32E8AD90-7731-1344-B703-F3AD29A65AE9}"/>
                  </a:ext>
                </a:extLst>
              </p:cNvPr>
              <p:cNvSpPr/>
              <p:nvPr/>
            </p:nvSpPr>
            <p:spPr>
              <a:xfrm>
                <a:off x="15020514" y="5522042"/>
                <a:ext cx="774882" cy="8848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3" h="711">
                    <a:moveTo>
                      <a:pt x="514" y="79"/>
                    </a:moveTo>
                    <a:cubicBezTo>
                      <a:pt x="441" y="10"/>
                      <a:pt x="352" y="0"/>
                      <a:pt x="306" y="0"/>
                    </a:cubicBezTo>
                    <a:cubicBezTo>
                      <a:pt x="204" y="0"/>
                      <a:pt x="14" y="0"/>
                      <a:pt x="0" y="241"/>
                    </a:cubicBezTo>
                    <a:cubicBezTo>
                      <a:pt x="0" y="243"/>
                      <a:pt x="0" y="244"/>
                      <a:pt x="1" y="246"/>
                    </a:cubicBezTo>
                    <a:cubicBezTo>
                      <a:pt x="3" y="246"/>
                      <a:pt x="4" y="247"/>
                      <a:pt x="6" y="248"/>
                    </a:cubicBezTo>
                    <a:cubicBezTo>
                      <a:pt x="20" y="248"/>
                      <a:pt x="131" y="191"/>
                      <a:pt x="206" y="83"/>
                    </a:cubicBezTo>
                    <a:cubicBezTo>
                      <a:pt x="211" y="106"/>
                      <a:pt x="221" y="153"/>
                      <a:pt x="241" y="201"/>
                    </a:cubicBezTo>
                    <a:cubicBezTo>
                      <a:pt x="278" y="290"/>
                      <a:pt x="334" y="343"/>
                      <a:pt x="400" y="352"/>
                    </a:cubicBezTo>
                    <a:cubicBezTo>
                      <a:pt x="403" y="353"/>
                      <a:pt x="405" y="351"/>
                      <a:pt x="406" y="348"/>
                    </a:cubicBezTo>
                    <a:cubicBezTo>
                      <a:pt x="406" y="348"/>
                      <a:pt x="413" y="323"/>
                      <a:pt x="435" y="309"/>
                    </a:cubicBezTo>
                    <a:cubicBezTo>
                      <a:pt x="450" y="301"/>
                      <a:pt x="469" y="300"/>
                      <a:pt x="491" y="305"/>
                    </a:cubicBezTo>
                    <a:cubicBezTo>
                      <a:pt x="526" y="314"/>
                      <a:pt x="551" y="389"/>
                      <a:pt x="540" y="450"/>
                    </a:cubicBezTo>
                    <a:cubicBezTo>
                      <a:pt x="534" y="477"/>
                      <a:pt x="518" y="523"/>
                      <a:pt x="461" y="516"/>
                    </a:cubicBezTo>
                    <a:cubicBezTo>
                      <a:pt x="459" y="516"/>
                      <a:pt x="456" y="517"/>
                      <a:pt x="454" y="520"/>
                    </a:cubicBezTo>
                    <a:cubicBezTo>
                      <a:pt x="446" y="532"/>
                      <a:pt x="467" y="613"/>
                      <a:pt x="492" y="661"/>
                    </a:cubicBezTo>
                    <a:cubicBezTo>
                      <a:pt x="510" y="695"/>
                      <a:pt x="528" y="711"/>
                      <a:pt x="545" y="711"/>
                    </a:cubicBezTo>
                    <a:cubicBezTo>
                      <a:pt x="600" y="711"/>
                      <a:pt x="623" y="504"/>
                      <a:pt x="623" y="394"/>
                    </a:cubicBezTo>
                    <a:cubicBezTo>
                      <a:pt x="623" y="254"/>
                      <a:pt x="586" y="148"/>
                      <a:pt x="514" y="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D9F9DE8C-2213-144C-AC38-765B21921CFE}"/>
                  </a:ext>
                </a:extLst>
              </p:cNvPr>
              <p:cNvSpPr/>
              <p:nvPr/>
            </p:nvSpPr>
            <p:spPr>
              <a:xfrm>
                <a:off x="15262198" y="6409357"/>
                <a:ext cx="127071" cy="934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3" h="76">
                    <a:moveTo>
                      <a:pt x="100" y="3"/>
                    </a:moveTo>
                    <a:cubicBezTo>
                      <a:pt x="98" y="0"/>
                      <a:pt x="93" y="-1"/>
                      <a:pt x="89" y="0"/>
                    </a:cubicBezTo>
                    <a:cubicBezTo>
                      <a:pt x="50" y="11"/>
                      <a:pt x="6" y="8"/>
                      <a:pt x="6" y="8"/>
                    </a:cubicBezTo>
                    <a:cubicBezTo>
                      <a:pt x="4" y="8"/>
                      <a:pt x="2" y="8"/>
                      <a:pt x="1" y="10"/>
                    </a:cubicBezTo>
                    <a:cubicBezTo>
                      <a:pt x="0" y="11"/>
                      <a:pt x="0" y="12"/>
                      <a:pt x="0" y="14"/>
                    </a:cubicBezTo>
                    <a:lnTo>
                      <a:pt x="0" y="70"/>
                    </a:lnTo>
                    <a:cubicBezTo>
                      <a:pt x="0" y="73"/>
                      <a:pt x="1" y="76"/>
                      <a:pt x="4" y="76"/>
                    </a:cubicBezTo>
                    <a:cubicBezTo>
                      <a:pt x="7" y="76"/>
                      <a:pt x="9" y="76"/>
                      <a:pt x="11" y="76"/>
                    </a:cubicBezTo>
                    <a:cubicBezTo>
                      <a:pt x="72" y="76"/>
                      <a:pt x="95" y="33"/>
                      <a:pt x="102" y="13"/>
                    </a:cubicBezTo>
                    <a:cubicBezTo>
                      <a:pt x="104" y="10"/>
                      <a:pt x="103" y="6"/>
                      <a:pt x="100" y="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67D5A4D4-8AE8-B444-9EDE-CB957DF8BEFB}"/>
                  </a:ext>
                </a:extLst>
              </p:cNvPr>
              <p:cNvSpPr/>
              <p:nvPr/>
            </p:nvSpPr>
            <p:spPr>
              <a:xfrm>
                <a:off x="15927451" y="7760270"/>
                <a:ext cx="475892" cy="7950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3" h="639">
                    <a:moveTo>
                      <a:pt x="383" y="639"/>
                    </a:moveTo>
                    <a:lnTo>
                      <a:pt x="0" y="639"/>
                    </a:lnTo>
                    <a:lnTo>
                      <a:pt x="0" y="0"/>
                    </a:lnTo>
                    <a:lnTo>
                      <a:pt x="383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6" name="Freeform 365">
                <a:extLst>
                  <a:ext uri="{FF2B5EF4-FFF2-40B4-BE49-F238E27FC236}">
                    <a16:creationId xmlns:a16="http://schemas.microsoft.com/office/drawing/2014/main" id="{EA32EF8F-D5D6-7249-8160-556CB563DC78}"/>
                  </a:ext>
                </a:extLst>
              </p:cNvPr>
              <p:cNvSpPr/>
              <p:nvPr/>
            </p:nvSpPr>
            <p:spPr>
              <a:xfrm>
                <a:off x="15919976" y="7754039"/>
                <a:ext cx="489596" cy="807557"/>
              </a:xfrm>
              <a:custGeom>
                <a:avLst/>
                <a:gdLst>
                  <a:gd name="connsiteX0" fmla="*/ 14949 w 489596"/>
                  <a:gd name="connsiteY0" fmla="*/ 13708 h 807557"/>
                  <a:gd name="connsiteX1" fmla="*/ 14949 w 489596"/>
                  <a:gd name="connsiteY1" fmla="*/ 793848 h 807557"/>
                  <a:gd name="connsiteX2" fmla="*/ 475892 w 489596"/>
                  <a:gd name="connsiteY2" fmla="*/ 793848 h 807557"/>
                  <a:gd name="connsiteX3" fmla="*/ 475892 w 489596"/>
                  <a:gd name="connsiteY3" fmla="*/ 13708 h 807557"/>
                  <a:gd name="connsiteX4" fmla="*/ 7456 w 489596"/>
                  <a:gd name="connsiteY4" fmla="*/ 0 h 807557"/>
                  <a:gd name="connsiteX5" fmla="*/ 483383 w 489596"/>
                  <a:gd name="connsiteY5" fmla="*/ 0 h 807557"/>
                  <a:gd name="connsiteX6" fmla="*/ 489596 w 489596"/>
                  <a:gd name="connsiteY6" fmla="*/ 6222 h 807557"/>
                  <a:gd name="connsiteX7" fmla="*/ 489596 w 489596"/>
                  <a:gd name="connsiteY7" fmla="*/ 801335 h 807557"/>
                  <a:gd name="connsiteX8" fmla="*/ 483383 w 489596"/>
                  <a:gd name="connsiteY8" fmla="*/ 807557 h 807557"/>
                  <a:gd name="connsiteX9" fmla="*/ 7456 w 489596"/>
                  <a:gd name="connsiteY9" fmla="*/ 807557 h 807557"/>
                  <a:gd name="connsiteX10" fmla="*/ 0 w 489596"/>
                  <a:gd name="connsiteY10" fmla="*/ 801335 h 807557"/>
                  <a:gd name="connsiteX11" fmla="*/ 0 w 489596"/>
                  <a:gd name="connsiteY11" fmla="*/ 6222 h 807557"/>
                  <a:gd name="connsiteX12" fmla="*/ 7456 w 489596"/>
                  <a:gd name="connsiteY12" fmla="*/ 0 h 8075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89596" h="807557">
                    <a:moveTo>
                      <a:pt x="14949" y="13708"/>
                    </a:moveTo>
                    <a:lnTo>
                      <a:pt x="14949" y="793848"/>
                    </a:lnTo>
                    <a:lnTo>
                      <a:pt x="475892" y="793848"/>
                    </a:lnTo>
                    <a:lnTo>
                      <a:pt x="475892" y="13708"/>
                    </a:lnTo>
                    <a:close/>
                    <a:moveTo>
                      <a:pt x="7456" y="0"/>
                    </a:moveTo>
                    <a:lnTo>
                      <a:pt x="483383" y="0"/>
                    </a:lnTo>
                    <a:cubicBezTo>
                      <a:pt x="487111" y="0"/>
                      <a:pt x="489596" y="2489"/>
                      <a:pt x="489596" y="6222"/>
                    </a:cubicBezTo>
                    <a:lnTo>
                      <a:pt x="489596" y="801335"/>
                    </a:lnTo>
                    <a:cubicBezTo>
                      <a:pt x="489596" y="805068"/>
                      <a:pt x="487111" y="807557"/>
                      <a:pt x="483383" y="807557"/>
                    </a:cubicBezTo>
                    <a:lnTo>
                      <a:pt x="7456" y="807557"/>
                    </a:lnTo>
                    <a:cubicBezTo>
                      <a:pt x="2485" y="807557"/>
                      <a:pt x="0" y="805068"/>
                      <a:pt x="0" y="801335"/>
                    </a:cubicBezTo>
                    <a:lnTo>
                      <a:pt x="0" y="6222"/>
                    </a:lnTo>
                    <a:cubicBezTo>
                      <a:pt x="0" y="2489"/>
                      <a:pt x="2485" y="0"/>
                      <a:pt x="74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7C67546C-BF54-5043-81C7-7F322340A575}"/>
                  </a:ext>
                </a:extLst>
              </p:cNvPr>
              <p:cNvSpPr/>
              <p:nvPr/>
            </p:nvSpPr>
            <p:spPr>
              <a:xfrm>
                <a:off x="14940784" y="7498562"/>
                <a:ext cx="80976" cy="1906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" h="154">
                    <a:moveTo>
                      <a:pt x="5" y="154"/>
                    </a:moveTo>
                    <a:cubicBezTo>
                      <a:pt x="4" y="154"/>
                      <a:pt x="4" y="154"/>
                      <a:pt x="3" y="154"/>
                    </a:cubicBezTo>
                    <a:cubicBezTo>
                      <a:pt x="0" y="153"/>
                      <a:pt x="-1" y="150"/>
                      <a:pt x="0" y="146"/>
                    </a:cubicBezTo>
                    <a:lnTo>
                      <a:pt x="54" y="3"/>
                    </a:lnTo>
                    <a:cubicBezTo>
                      <a:pt x="55" y="0"/>
                      <a:pt x="59" y="-1"/>
                      <a:pt x="61" y="0"/>
                    </a:cubicBezTo>
                    <a:cubicBezTo>
                      <a:pt x="64" y="1"/>
                      <a:pt x="66" y="5"/>
                      <a:pt x="65" y="8"/>
                    </a:cubicBezTo>
                    <a:lnTo>
                      <a:pt x="11" y="150"/>
                    </a:lnTo>
                    <a:cubicBezTo>
                      <a:pt x="9" y="153"/>
                      <a:pt x="7" y="154"/>
                      <a:pt x="5" y="1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C7F61CDD-B7F4-8F4E-945E-1FCE888DF852}"/>
                  </a:ext>
                </a:extLst>
              </p:cNvPr>
              <p:cNvSpPr/>
              <p:nvPr/>
            </p:nvSpPr>
            <p:spPr>
              <a:xfrm>
                <a:off x="15875124" y="7544672"/>
                <a:ext cx="72256" cy="2218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9" h="179">
                    <a:moveTo>
                      <a:pt x="53" y="179"/>
                    </a:moveTo>
                    <a:lnTo>
                      <a:pt x="5" y="179"/>
                    </a:lnTo>
                    <a:cubicBezTo>
                      <a:pt x="2" y="179"/>
                      <a:pt x="0" y="176"/>
                      <a:pt x="0" y="173"/>
                    </a:cubicBezTo>
                    <a:lnTo>
                      <a:pt x="0" y="5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9" y="0"/>
                      <a:pt x="11" y="3"/>
                      <a:pt x="11" y="5"/>
                    </a:cubicBezTo>
                    <a:lnTo>
                      <a:pt x="11" y="168"/>
                    </a:lnTo>
                    <a:lnTo>
                      <a:pt x="53" y="168"/>
                    </a:lnTo>
                    <a:cubicBezTo>
                      <a:pt x="56" y="168"/>
                      <a:pt x="59" y="170"/>
                      <a:pt x="59" y="173"/>
                    </a:cubicBezTo>
                    <a:cubicBezTo>
                      <a:pt x="59" y="176"/>
                      <a:pt x="56" y="179"/>
                      <a:pt x="53" y="1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2D70B7AE-6B8A-3342-B4E7-C9D6239DAC39}"/>
                  </a:ext>
                </a:extLst>
              </p:cNvPr>
              <p:cNvSpPr/>
              <p:nvPr/>
            </p:nvSpPr>
            <p:spPr>
              <a:xfrm>
                <a:off x="15105228" y="6679789"/>
                <a:ext cx="295253" cy="5807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8" h="467">
                    <a:moveTo>
                      <a:pt x="0" y="37"/>
                    </a:moveTo>
                    <a:lnTo>
                      <a:pt x="139" y="467"/>
                    </a:lnTo>
                    <a:lnTo>
                      <a:pt x="238" y="365"/>
                    </a:lnTo>
                    <a:lnTo>
                      <a:pt x="128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BBCD749D-9629-F44C-97E6-0AC427E52AAA}"/>
                  </a:ext>
                </a:extLst>
              </p:cNvPr>
              <p:cNvSpPr/>
              <p:nvPr/>
            </p:nvSpPr>
            <p:spPr>
              <a:xfrm>
                <a:off x="15097753" y="6672312"/>
                <a:ext cx="310202" cy="5956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0" h="479">
                    <a:moveTo>
                      <a:pt x="145" y="479"/>
                    </a:moveTo>
                    <a:cubicBezTo>
                      <a:pt x="144" y="479"/>
                      <a:pt x="144" y="479"/>
                      <a:pt x="144" y="479"/>
                    </a:cubicBezTo>
                    <a:cubicBezTo>
                      <a:pt x="142" y="479"/>
                      <a:pt x="140" y="476"/>
                      <a:pt x="140" y="475"/>
                    </a:cubicBezTo>
                    <a:lnTo>
                      <a:pt x="0" y="45"/>
                    </a:lnTo>
                    <a:cubicBezTo>
                      <a:pt x="0" y="44"/>
                      <a:pt x="0" y="42"/>
                      <a:pt x="1" y="40"/>
                    </a:cubicBezTo>
                    <a:cubicBezTo>
                      <a:pt x="1" y="39"/>
                      <a:pt x="2" y="38"/>
                      <a:pt x="4" y="38"/>
                    </a:cubicBezTo>
                    <a:lnTo>
                      <a:pt x="133" y="1"/>
                    </a:lnTo>
                    <a:cubicBezTo>
                      <a:pt x="136" y="-1"/>
                      <a:pt x="139" y="1"/>
                      <a:pt x="140" y="4"/>
                    </a:cubicBezTo>
                    <a:lnTo>
                      <a:pt x="250" y="369"/>
                    </a:lnTo>
                    <a:cubicBezTo>
                      <a:pt x="250" y="371"/>
                      <a:pt x="250" y="373"/>
                      <a:pt x="248" y="375"/>
                    </a:cubicBezTo>
                    <a:lnTo>
                      <a:pt x="149" y="477"/>
                    </a:lnTo>
                    <a:cubicBezTo>
                      <a:pt x="148" y="479"/>
                      <a:pt x="147" y="479"/>
                      <a:pt x="145" y="4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8B9C3BAE-84B7-D04F-8FD4-4CC5B2FCDF76}"/>
                  </a:ext>
                </a:extLst>
              </p:cNvPr>
              <p:cNvSpPr/>
              <p:nvPr/>
            </p:nvSpPr>
            <p:spPr>
              <a:xfrm>
                <a:off x="15113949" y="6688513"/>
                <a:ext cx="277812" cy="5595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4" h="450">
                    <a:moveTo>
                      <a:pt x="0" y="34"/>
                    </a:moveTo>
                    <a:lnTo>
                      <a:pt x="134" y="450"/>
                    </a:lnTo>
                    <a:lnTo>
                      <a:pt x="224" y="357"/>
                    </a:lnTo>
                    <a:lnTo>
                      <a:pt x="11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83A3078B-1174-634E-AD06-3743C1E8B78D}"/>
                  </a:ext>
                </a:extLst>
              </p:cNvPr>
              <p:cNvSpPr/>
              <p:nvPr/>
            </p:nvSpPr>
            <p:spPr>
              <a:xfrm>
                <a:off x="15401727" y="6666081"/>
                <a:ext cx="455960" cy="6019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7" h="484">
                    <a:moveTo>
                      <a:pt x="0" y="376"/>
                    </a:moveTo>
                    <a:lnTo>
                      <a:pt x="79" y="484"/>
                    </a:lnTo>
                    <a:lnTo>
                      <a:pt x="367" y="11"/>
                    </a:lnTo>
                    <a:lnTo>
                      <a:pt x="224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F99AD113-088C-344F-8EEF-D43D0E95E00B}"/>
                  </a:ext>
                </a:extLst>
              </p:cNvPr>
              <p:cNvSpPr/>
              <p:nvPr/>
            </p:nvSpPr>
            <p:spPr>
              <a:xfrm>
                <a:off x="15395498" y="6657357"/>
                <a:ext cx="469663" cy="616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8" h="496">
                    <a:moveTo>
                      <a:pt x="85" y="496"/>
                    </a:moveTo>
                    <a:cubicBezTo>
                      <a:pt x="83" y="496"/>
                      <a:pt x="81" y="495"/>
                      <a:pt x="80" y="493"/>
                    </a:cubicBezTo>
                    <a:lnTo>
                      <a:pt x="1" y="385"/>
                    </a:lnTo>
                    <a:cubicBezTo>
                      <a:pt x="0" y="384"/>
                      <a:pt x="0" y="381"/>
                      <a:pt x="1" y="379"/>
                    </a:cubicBezTo>
                    <a:lnTo>
                      <a:pt x="224" y="3"/>
                    </a:lnTo>
                    <a:cubicBezTo>
                      <a:pt x="226" y="1"/>
                      <a:pt x="228" y="-1"/>
                      <a:pt x="230" y="0"/>
                    </a:cubicBezTo>
                    <a:lnTo>
                      <a:pt x="373" y="11"/>
                    </a:lnTo>
                    <a:cubicBezTo>
                      <a:pt x="376" y="12"/>
                      <a:pt x="377" y="12"/>
                      <a:pt x="378" y="14"/>
                    </a:cubicBezTo>
                    <a:cubicBezTo>
                      <a:pt x="379" y="16"/>
                      <a:pt x="379" y="19"/>
                      <a:pt x="378" y="20"/>
                    </a:cubicBezTo>
                    <a:lnTo>
                      <a:pt x="90" y="493"/>
                    </a:lnTo>
                    <a:cubicBezTo>
                      <a:pt x="89" y="494"/>
                      <a:pt x="87" y="496"/>
                      <a:pt x="85" y="49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9A70E1F7-EC08-E744-9BC7-6B2FC84E915F}"/>
                  </a:ext>
                </a:extLst>
              </p:cNvPr>
              <p:cNvSpPr/>
              <p:nvPr/>
            </p:nvSpPr>
            <p:spPr>
              <a:xfrm>
                <a:off x="15410447" y="6673558"/>
                <a:ext cx="434781" cy="5819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0" h="468">
                    <a:moveTo>
                      <a:pt x="0" y="370"/>
                    </a:moveTo>
                    <a:lnTo>
                      <a:pt x="71" y="468"/>
                    </a:lnTo>
                    <a:lnTo>
                      <a:pt x="350" y="10"/>
                    </a:lnTo>
                    <a:lnTo>
                      <a:pt x="220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8E76F9CF-2D70-F140-A0CC-5CE3C0CB8EC0}"/>
                  </a:ext>
                </a:extLst>
              </p:cNvPr>
              <p:cNvSpPr/>
              <p:nvPr/>
            </p:nvSpPr>
            <p:spPr>
              <a:xfrm>
                <a:off x="15375565" y="7125939"/>
                <a:ext cx="32391" cy="8424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" h="677">
                    <a:moveTo>
                      <a:pt x="6" y="677"/>
                    </a:moveTo>
                    <a:cubicBezTo>
                      <a:pt x="3" y="677"/>
                      <a:pt x="0" y="674"/>
                      <a:pt x="0" y="671"/>
                    </a:cubicBezTo>
                    <a:lnTo>
                      <a:pt x="15" y="6"/>
                    </a:lnTo>
                    <a:cubicBezTo>
                      <a:pt x="15" y="3"/>
                      <a:pt x="18" y="0"/>
                      <a:pt x="21" y="0"/>
                    </a:cubicBezTo>
                    <a:cubicBezTo>
                      <a:pt x="24" y="0"/>
                      <a:pt x="27" y="3"/>
                      <a:pt x="27" y="6"/>
                    </a:cubicBezTo>
                    <a:lnTo>
                      <a:pt x="12" y="671"/>
                    </a:lnTo>
                    <a:cubicBezTo>
                      <a:pt x="12" y="674"/>
                      <a:pt x="9" y="677"/>
                      <a:pt x="6" y="6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FD3CC04C-B5DD-314B-A0C6-8B5ECF958893}"/>
                  </a:ext>
                </a:extLst>
              </p:cNvPr>
              <p:cNvSpPr/>
              <p:nvPr/>
            </p:nvSpPr>
            <p:spPr>
              <a:xfrm>
                <a:off x="15447821" y="7330321"/>
                <a:ext cx="46094" cy="473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" h="39">
                    <a:moveTo>
                      <a:pt x="38" y="19"/>
                    </a:moveTo>
                    <a:cubicBezTo>
                      <a:pt x="38" y="30"/>
                      <a:pt x="29" y="39"/>
                      <a:pt x="19" y="39"/>
                    </a:cubicBezTo>
                    <a:cubicBezTo>
                      <a:pt x="8" y="39"/>
                      <a:pt x="0" y="30"/>
                      <a:pt x="0" y="19"/>
                    </a:cubicBezTo>
                    <a:cubicBezTo>
                      <a:pt x="0" y="9"/>
                      <a:pt x="8" y="0"/>
                      <a:pt x="19" y="0"/>
                    </a:cubicBezTo>
                    <a:cubicBezTo>
                      <a:pt x="29" y="0"/>
                      <a:pt x="38" y="9"/>
                      <a:pt x="38" y="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7DFD67D5-28C8-CD4E-9189-DF981B0066D1}"/>
                  </a:ext>
                </a:extLst>
              </p:cNvPr>
              <p:cNvSpPr/>
              <p:nvPr/>
            </p:nvSpPr>
            <p:spPr>
              <a:xfrm>
                <a:off x="15447821" y="7524733"/>
                <a:ext cx="46094" cy="448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" h="37">
                    <a:moveTo>
                      <a:pt x="38" y="19"/>
                    </a:moveTo>
                    <a:cubicBezTo>
                      <a:pt x="38" y="29"/>
                      <a:pt x="29" y="37"/>
                      <a:pt x="19" y="37"/>
                    </a:cubicBezTo>
                    <a:cubicBezTo>
                      <a:pt x="8" y="37"/>
                      <a:pt x="0" y="29"/>
                      <a:pt x="0" y="19"/>
                    </a:cubicBezTo>
                    <a:cubicBezTo>
                      <a:pt x="0" y="8"/>
                      <a:pt x="8" y="0"/>
                      <a:pt x="19" y="0"/>
                    </a:cubicBezTo>
                    <a:cubicBezTo>
                      <a:pt x="29" y="0"/>
                      <a:pt x="38" y="8"/>
                      <a:pt x="38" y="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759D37B-6FEB-3A49-A15B-E2529EF2F57D}"/>
                </a:ext>
              </a:extLst>
            </p:cNvPr>
            <p:cNvGrpSpPr/>
            <p:nvPr/>
          </p:nvGrpSpPr>
          <p:grpSpPr>
            <a:xfrm>
              <a:off x="16396667" y="5207992"/>
              <a:ext cx="392603" cy="477306"/>
              <a:chOff x="16396667" y="5207992"/>
              <a:chExt cx="392603" cy="477306"/>
            </a:xfrm>
          </p:grpSpPr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6D925710-9DE6-434E-BCFF-2C36348C9227}"/>
                  </a:ext>
                </a:extLst>
              </p:cNvPr>
              <p:cNvSpPr/>
              <p:nvPr/>
            </p:nvSpPr>
            <p:spPr>
              <a:xfrm>
                <a:off x="16570279" y="5215470"/>
                <a:ext cx="44849" cy="9471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" h="77">
                    <a:moveTo>
                      <a:pt x="19" y="0"/>
                    </a:moveTo>
                    <a:cubicBezTo>
                      <a:pt x="8" y="0"/>
                      <a:pt x="0" y="8"/>
                      <a:pt x="0" y="18"/>
                    </a:cubicBezTo>
                    <a:lnTo>
                      <a:pt x="0" y="59"/>
                    </a:lnTo>
                    <a:cubicBezTo>
                      <a:pt x="0" y="69"/>
                      <a:pt x="8" y="77"/>
                      <a:pt x="19" y="77"/>
                    </a:cubicBezTo>
                    <a:cubicBezTo>
                      <a:pt x="28" y="77"/>
                      <a:pt x="37" y="69"/>
                      <a:pt x="37" y="59"/>
                    </a:cubicBezTo>
                    <a:lnTo>
                      <a:pt x="37" y="18"/>
                    </a:lnTo>
                    <a:cubicBezTo>
                      <a:pt x="37" y="8"/>
                      <a:pt x="28" y="0"/>
                      <a:pt x="1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9F59DF63-5C04-C942-9D41-810539E69A0E}"/>
                  </a:ext>
                </a:extLst>
              </p:cNvPr>
              <p:cNvSpPr/>
              <p:nvPr/>
            </p:nvSpPr>
            <p:spPr>
              <a:xfrm>
                <a:off x="16564050" y="5207992"/>
                <a:ext cx="57306" cy="108422"/>
              </a:xfrm>
              <a:custGeom>
                <a:avLst/>
                <a:gdLst>
                  <a:gd name="connsiteX0" fmla="*/ 29251 w 57306"/>
                  <a:gd name="connsiteY0" fmla="*/ 14955 h 108422"/>
                  <a:gd name="connsiteX1" fmla="*/ 13704 w 57306"/>
                  <a:gd name="connsiteY1" fmla="*/ 29680 h 108422"/>
                  <a:gd name="connsiteX2" fmla="*/ 13704 w 57306"/>
                  <a:gd name="connsiteY2" fmla="*/ 79990 h 108422"/>
                  <a:gd name="connsiteX3" fmla="*/ 29251 w 57306"/>
                  <a:gd name="connsiteY3" fmla="*/ 94714 h 108422"/>
                  <a:gd name="connsiteX4" fmla="*/ 43603 w 57306"/>
                  <a:gd name="connsiteY4" fmla="*/ 79990 h 108422"/>
                  <a:gd name="connsiteX5" fmla="*/ 43603 w 57306"/>
                  <a:gd name="connsiteY5" fmla="*/ 29680 h 108422"/>
                  <a:gd name="connsiteX6" fmla="*/ 29251 w 57306"/>
                  <a:gd name="connsiteY6" fmla="*/ 14955 h 108422"/>
                  <a:gd name="connsiteX7" fmla="*/ 29263 w 57306"/>
                  <a:gd name="connsiteY7" fmla="*/ 0 h 108422"/>
                  <a:gd name="connsiteX8" fmla="*/ 57306 w 57306"/>
                  <a:gd name="connsiteY8" fmla="*/ 29570 h 108422"/>
                  <a:gd name="connsiteX9" fmla="*/ 57306 w 57306"/>
                  <a:gd name="connsiteY9" fmla="*/ 80085 h 108422"/>
                  <a:gd name="connsiteX10" fmla="*/ 29263 w 57306"/>
                  <a:gd name="connsiteY10" fmla="*/ 108422 h 108422"/>
                  <a:gd name="connsiteX11" fmla="*/ 0 w 57306"/>
                  <a:gd name="connsiteY11" fmla="*/ 80085 h 108422"/>
                  <a:gd name="connsiteX12" fmla="*/ 0 w 57306"/>
                  <a:gd name="connsiteY12" fmla="*/ 29570 h 108422"/>
                  <a:gd name="connsiteX13" fmla="*/ 29263 w 57306"/>
                  <a:gd name="connsiteY13" fmla="*/ 0 h 1084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7306" h="108422">
                    <a:moveTo>
                      <a:pt x="29251" y="14955"/>
                    </a:moveTo>
                    <a:cubicBezTo>
                      <a:pt x="20880" y="14955"/>
                      <a:pt x="13704" y="22318"/>
                      <a:pt x="13704" y="29680"/>
                    </a:cubicBezTo>
                    <a:lnTo>
                      <a:pt x="13704" y="79990"/>
                    </a:lnTo>
                    <a:cubicBezTo>
                      <a:pt x="13704" y="87352"/>
                      <a:pt x="20880" y="94714"/>
                      <a:pt x="29251" y="94714"/>
                    </a:cubicBezTo>
                    <a:cubicBezTo>
                      <a:pt x="36427" y="94714"/>
                      <a:pt x="43603" y="87352"/>
                      <a:pt x="43603" y="79990"/>
                    </a:cubicBezTo>
                    <a:lnTo>
                      <a:pt x="43603" y="29680"/>
                    </a:lnTo>
                    <a:cubicBezTo>
                      <a:pt x="43603" y="22318"/>
                      <a:pt x="36427" y="14955"/>
                      <a:pt x="29251" y="14955"/>
                    </a:cubicBezTo>
                    <a:close/>
                    <a:moveTo>
                      <a:pt x="29263" y="0"/>
                    </a:moveTo>
                    <a:cubicBezTo>
                      <a:pt x="43894" y="0"/>
                      <a:pt x="57306" y="13553"/>
                      <a:pt x="57306" y="29570"/>
                    </a:cubicBezTo>
                    <a:lnTo>
                      <a:pt x="57306" y="80085"/>
                    </a:lnTo>
                    <a:cubicBezTo>
                      <a:pt x="57306" y="94869"/>
                      <a:pt x="43894" y="108422"/>
                      <a:pt x="29263" y="108422"/>
                    </a:cubicBezTo>
                    <a:cubicBezTo>
                      <a:pt x="12193" y="108422"/>
                      <a:pt x="0" y="94869"/>
                      <a:pt x="0" y="80085"/>
                    </a:cubicBezTo>
                    <a:lnTo>
                      <a:pt x="0" y="29570"/>
                    </a:lnTo>
                    <a:cubicBezTo>
                      <a:pt x="0" y="13553"/>
                      <a:pt x="12193" y="0"/>
                      <a:pt x="292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717B6421-4302-CA4B-B73B-32C44148212F}"/>
                  </a:ext>
                </a:extLst>
              </p:cNvPr>
              <p:cNvSpPr/>
              <p:nvPr/>
            </p:nvSpPr>
            <p:spPr>
              <a:xfrm>
                <a:off x="16404589" y="5282766"/>
                <a:ext cx="377475" cy="3414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4" h="275">
                    <a:moveTo>
                      <a:pt x="302" y="263"/>
                    </a:moveTo>
                    <a:lnTo>
                      <a:pt x="274" y="240"/>
                    </a:lnTo>
                    <a:cubicBezTo>
                      <a:pt x="258" y="227"/>
                      <a:pt x="248" y="206"/>
                      <a:pt x="248" y="184"/>
                    </a:cubicBezTo>
                    <a:lnTo>
                      <a:pt x="248" y="104"/>
                    </a:lnTo>
                    <a:cubicBezTo>
                      <a:pt x="248" y="82"/>
                      <a:pt x="242" y="61"/>
                      <a:pt x="230" y="43"/>
                    </a:cubicBezTo>
                    <a:cubicBezTo>
                      <a:pt x="217" y="22"/>
                      <a:pt x="193" y="0"/>
                      <a:pt x="153" y="0"/>
                    </a:cubicBezTo>
                    <a:cubicBezTo>
                      <a:pt x="112" y="0"/>
                      <a:pt x="88" y="22"/>
                      <a:pt x="74" y="43"/>
                    </a:cubicBezTo>
                    <a:cubicBezTo>
                      <a:pt x="63" y="61"/>
                      <a:pt x="57" y="82"/>
                      <a:pt x="57" y="104"/>
                    </a:cubicBezTo>
                    <a:lnTo>
                      <a:pt x="57" y="184"/>
                    </a:lnTo>
                    <a:cubicBezTo>
                      <a:pt x="57" y="206"/>
                      <a:pt x="47" y="227"/>
                      <a:pt x="31" y="240"/>
                    </a:cubicBezTo>
                    <a:lnTo>
                      <a:pt x="3" y="263"/>
                    </a:lnTo>
                    <a:cubicBezTo>
                      <a:pt x="-2" y="268"/>
                      <a:pt x="1" y="275"/>
                      <a:pt x="7" y="275"/>
                    </a:cubicBezTo>
                    <a:lnTo>
                      <a:pt x="153" y="275"/>
                    </a:lnTo>
                    <a:lnTo>
                      <a:pt x="298" y="275"/>
                    </a:lnTo>
                    <a:cubicBezTo>
                      <a:pt x="304" y="275"/>
                      <a:pt x="307" y="268"/>
                      <a:pt x="302" y="26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A6674627-5E4C-484E-8EBE-0DB4D1FE69D0}"/>
                  </a:ext>
                </a:extLst>
              </p:cNvPr>
              <p:cNvSpPr/>
              <p:nvPr/>
            </p:nvSpPr>
            <p:spPr>
              <a:xfrm>
                <a:off x="16396667" y="5275289"/>
                <a:ext cx="392603" cy="357668"/>
              </a:xfrm>
              <a:custGeom>
                <a:avLst/>
                <a:gdLst>
                  <a:gd name="connsiteX0" fmla="*/ 196657 w 392603"/>
                  <a:gd name="connsiteY0" fmla="*/ 14955 h 357668"/>
                  <a:gd name="connsiteX1" fmla="*/ 104783 w 392603"/>
                  <a:gd name="connsiteY1" fmla="*/ 64616 h 357668"/>
                  <a:gd name="connsiteX2" fmla="*/ 84919 w 392603"/>
                  <a:gd name="connsiteY2" fmla="*/ 136623 h 357668"/>
                  <a:gd name="connsiteX3" fmla="*/ 84919 w 392603"/>
                  <a:gd name="connsiteY3" fmla="*/ 235944 h 357668"/>
                  <a:gd name="connsiteX4" fmla="*/ 48914 w 392603"/>
                  <a:gd name="connsiteY4" fmla="*/ 310434 h 357668"/>
                  <a:gd name="connsiteX5" fmla="*/ 14151 w 392603"/>
                  <a:gd name="connsiteY5" fmla="*/ 340230 h 357668"/>
                  <a:gd name="connsiteX6" fmla="*/ 14151 w 392603"/>
                  <a:gd name="connsiteY6" fmla="*/ 341472 h 357668"/>
                  <a:gd name="connsiteX7" fmla="*/ 15393 w 392603"/>
                  <a:gd name="connsiteY7" fmla="*/ 342713 h 357668"/>
                  <a:gd name="connsiteX8" fmla="*/ 376680 w 392603"/>
                  <a:gd name="connsiteY8" fmla="*/ 342713 h 357668"/>
                  <a:gd name="connsiteX9" fmla="*/ 377922 w 392603"/>
                  <a:gd name="connsiteY9" fmla="*/ 341472 h 357668"/>
                  <a:gd name="connsiteX10" fmla="*/ 377922 w 392603"/>
                  <a:gd name="connsiteY10" fmla="*/ 340230 h 357668"/>
                  <a:gd name="connsiteX11" fmla="*/ 343159 w 392603"/>
                  <a:gd name="connsiteY11" fmla="*/ 310434 h 357668"/>
                  <a:gd name="connsiteX12" fmla="*/ 307154 w 392603"/>
                  <a:gd name="connsiteY12" fmla="*/ 235944 h 357668"/>
                  <a:gd name="connsiteX13" fmla="*/ 307154 w 392603"/>
                  <a:gd name="connsiteY13" fmla="*/ 136623 h 357668"/>
                  <a:gd name="connsiteX14" fmla="*/ 287290 w 392603"/>
                  <a:gd name="connsiteY14" fmla="*/ 64616 h 357668"/>
                  <a:gd name="connsiteX15" fmla="*/ 196657 w 392603"/>
                  <a:gd name="connsiteY15" fmla="*/ 14955 h 357668"/>
                  <a:gd name="connsiteX16" fmla="*/ 196659 w 392603"/>
                  <a:gd name="connsiteY16" fmla="*/ 0 h 357668"/>
                  <a:gd name="connsiteX17" fmla="*/ 298491 w 392603"/>
                  <a:gd name="connsiteY17" fmla="*/ 57128 h 357668"/>
                  <a:gd name="connsiteX18" fmla="*/ 322086 w 392603"/>
                  <a:gd name="connsiteY18" fmla="*/ 136610 h 357668"/>
                  <a:gd name="connsiteX19" fmla="*/ 322086 w 392603"/>
                  <a:gd name="connsiteY19" fmla="*/ 235962 h 357668"/>
                  <a:gd name="connsiteX20" fmla="*/ 351890 w 392603"/>
                  <a:gd name="connsiteY20" fmla="*/ 300541 h 357668"/>
                  <a:gd name="connsiteX21" fmla="*/ 386661 w 392603"/>
                  <a:gd name="connsiteY21" fmla="*/ 329104 h 357668"/>
                  <a:gd name="connsiteX22" fmla="*/ 391629 w 392603"/>
                  <a:gd name="connsiteY22" fmla="*/ 346491 h 357668"/>
                  <a:gd name="connsiteX23" fmla="*/ 376727 w 392603"/>
                  <a:gd name="connsiteY23" fmla="*/ 357668 h 357668"/>
                  <a:gd name="connsiteX24" fmla="*/ 15349 w 392603"/>
                  <a:gd name="connsiteY24" fmla="*/ 357668 h 357668"/>
                  <a:gd name="connsiteX25" fmla="*/ 447 w 392603"/>
                  <a:gd name="connsiteY25" fmla="*/ 346491 h 357668"/>
                  <a:gd name="connsiteX26" fmla="*/ 5414 w 392603"/>
                  <a:gd name="connsiteY26" fmla="*/ 329104 h 357668"/>
                  <a:gd name="connsiteX27" fmla="*/ 40186 w 392603"/>
                  <a:gd name="connsiteY27" fmla="*/ 300541 h 357668"/>
                  <a:gd name="connsiteX28" fmla="*/ 69990 w 392603"/>
                  <a:gd name="connsiteY28" fmla="*/ 235962 h 357668"/>
                  <a:gd name="connsiteX29" fmla="*/ 69990 w 392603"/>
                  <a:gd name="connsiteY29" fmla="*/ 136610 h 357668"/>
                  <a:gd name="connsiteX30" fmla="*/ 93586 w 392603"/>
                  <a:gd name="connsiteY30" fmla="*/ 57128 h 357668"/>
                  <a:gd name="connsiteX31" fmla="*/ 196659 w 392603"/>
                  <a:gd name="connsiteY31" fmla="*/ 0 h 3576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92603" h="357668">
                    <a:moveTo>
                      <a:pt x="196657" y="14955"/>
                    </a:moveTo>
                    <a:cubicBezTo>
                      <a:pt x="156928" y="14955"/>
                      <a:pt x="125890" y="32336"/>
                      <a:pt x="104783" y="64616"/>
                    </a:cubicBezTo>
                    <a:cubicBezTo>
                      <a:pt x="91126" y="85721"/>
                      <a:pt x="84919" y="110551"/>
                      <a:pt x="84919" y="136623"/>
                    </a:cubicBezTo>
                    <a:lnTo>
                      <a:pt x="84919" y="235944"/>
                    </a:lnTo>
                    <a:cubicBezTo>
                      <a:pt x="84919" y="265740"/>
                      <a:pt x="71262" y="293053"/>
                      <a:pt x="48914" y="310434"/>
                    </a:cubicBezTo>
                    <a:lnTo>
                      <a:pt x="14151" y="340230"/>
                    </a:lnTo>
                    <a:lnTo>
                      <a:pt x="14151" y="341472"/>
                    </a:lnTo>
                    <a:cubicBezTo>
                      <a:pt x="14151" y="342713"/>
                      <a:pt x="15393" y="342713"/>
                      <a:pt x="15393" y="342713"/>
                    </a:cubicBezTo>
                    <a:lnTo>
                      <a:pt x="376680" y="342713"/>
                    </a:lnTo>
                    <a:cubicBezTo>
                      <a:pt x="376680" y="342713"/>
                      <a:pt x="377922" y="342713"/>
                      <a:pt x="377922" y="341472"/>
                    </a:cubicBezTo>
                    <a:cubicBezTo>
                      <a:pt x="377922" y="340230"/>
                      <a:pt x="377922" y="340230"/>
                      <a:pt x="377922" y="340230"/>
                    </a:cubicBezTo>
                    <a:lnTo>
                      <a:pt x="343159" y="310434"/>
                    </a:lnTo>
                    <a:cubicBezTo>
                      <a:pt x="320811" y="293053"/>
                      <a:pt x="307154" y="265740"/>
                      <a:pt x="307154" y="235944"/>
                    </a:cubicBezTo>
                    <a:lnTo>
                      <a:pt x="307154" y="136623"/>
                    </a:lnTo>
                    <a:cubicBezTo>
                      <a:pt x="307154" y="110551"/>
                      <a:pt x="299705" y="85721"/>
                      <a:pt x="287290" y="64616"/>
                    </a:cubicBezTo>
                    <a:cubicBezTo>
                      <a:pt x="264942" y="32336"/>
                      <a:pt x="235145" y="14955"/>
                      <a:pt x="196657" y="14955"/>
                    </a:cubicBezTo>
                    <a:close/>
                    <a:moveTo>
                      <a:pt x="196659" y="0"/>
                    </a:moveTo>
                    <a:cubicBezTo>
                      <a:pt x="240124" y="1242"/>
                      <a:pt x="274895" y="21113"/>
                      <a:pt x="298491" y="57128"/>
                    </a:cubicBezTo>
                    <a:cubicBezTo>
                      <a:pt x="313393" y="79482"/>
                      <a:pt x="322086" y="106804"/>
                      <a:pt x="322086" y="136610"/>
                    </a:cubicBezTo>
                    <a:lnTo>
                      <a:pt x="322086" y="235962"/>
                    </a:lnTo>
                    <a:cubicBezTo>
                      <a:pt x="322086" y="262042"/>
                      <a:pt x="333262" y="284396"/>
                      <a:pt x="351890" y="300541"/>
                    </a:cubicBezTo>
                    <a:lnTo>
                      <a:pt x="386661" y="329104"/>
                    </a:lnTo>
                    <a:cubicBezTo>
                      <a:pt x="391629" y="334072"/>
                      <a:pt x="394113" y="340282"/>
                      <a:pt x="391629" y="346491"/>
                    </a:cubicBezTo>
                    <a:cubicBezTo>
                      <a:pt x="389145" y="352701"/>
                      <a:pt x="382937" y="357668"/>
                      <a:pt x="376727" y="357668"/>
                    </a:cubicBezTo>
                    <a:lnTo>
                      <a:pt x="15349" y="357668"/>
                    </a:lnTo>
                    <a:cubicBezTo>
                      <a:pt x="9140" y="357668"/>
                      <a:pt x="2931" y="352701"/>
                      <a:pt x="447" y="346491"/>
                    </a:cubicBezTo>
                    <a:cubicBezTo>
                      <a:pt x="-795" y="340282"/>
                      <a:pt x="447" y="334072"/>
                      <a:pt x="5414" y="329104"/>
                    </a:cubicBezTo>
                    <a:lnTo>
                      <a:pt x="40186" y="300541"/>
                    </a:lnTo>
                    <a:cubicBezTo>
                      <a:pt x="60056" y="284396"/>
                      <a:pt x="69990" y="262042"/>
                      <a:pt x="69990" y="235962"/>
                    </a:cubicBezTo>
                    <a:lnTo>
                      <a:pt x="69990" y="136610"/>
                    </a:lnTo>
                    <a:cubicBezTo>
                      <a:pt x="69990" y="106804"/>
                      <a:pt x="78683" y="79482"/>
                      <a:pt x="93586" y="57128"/>
                    </a:cubicBezTo>
                    <a:cubicBezTo>
                      <a:pt x="109730" y="31048"/>
                      <a:pt x="140776" y="1242"/>
                      <a:pt x="1966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5096C038-7654-8845-B63C-30DDDCF66E6C}"/>
                  </a:ext>
                </a:extLst>
              </p:cNvPr>
              <p:cNvSpPr/>
              <p:nvPr/>
            </p:nvSpPr>
            <p:spPr>
              <a:xfrm>
                <a:off x="16540377" y="5625479"/>
                <a:ext cx="104647" cy="523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" h="43">
                    <a:moveTo>
                      <a:pt x="85" y="0"/>
                    </a:moveTo>
                    <a:cubicBezTo>
                      <a:pt x="85" y="24"/>
                      <a:pt x="66" y="43"/>
                      <a:pt x="43" y="43"/>
                    </a:cubicBezTo>
                    <a:cubicBezTo>
                      <a:pt x="19" y="43"/>
                      <a:pt x="0" y="24"/>
                      <a:pt x="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94C68259-DD99-F046-956B-323EFA8045FA}"/>
                  </a:ext>
                </a:extLst>
              </p:cNvPr>
              <p:cNvSpPr/>
              <p:nvPr/>
            </p:nvSpPr>
            <p:spPr>
              <a:xfrm>
                <a:off x="16532905" y="5619248"/>
                <a:ext cx="118350" cy="66050"/>
              </a:xfrm>
              <a:custGeom>
                <a:avLst/>
                <a:gdLst>
                  <a:gd name="connsiteX0" fmla="*/ 16196 w 118350"/>
                  <a:gd name="connsiteY0" fmla="*/ 14955 h 66050"/>
                  <a:gd name="connsiteX1" fmla="*/ 60421 w 118350"/>
                  <a:gd name="connsiteY1" fmla="*/ 51096 h 66050"/>
                  <a:gd name="connsiteX2" fmla="*/ 104647 w 118350"/>
                  <a:gd name="connsiteY2" fmla="*/ 14955 h 66050"/>
                  <a:gd name="connsiteX3" fmla="*/ 7397 w 118350"/>
                  <a:gd name="connsiteY3" fmla="*/ 0 h 66050"/>
                  <a:gd name="connsiteX4" fmla="*/ 112186 w 118350"/>
                  <a:gd name="connsiteY4" fmla="*/ 0 h 66050"/>
                  <a:gd name="connsiteX5" fmla="*/ 118350 w 118350"/>
                  <a:gd name="connsiteY5" fmla="*/ 6116 h 66050"/>
                  <a:gd name="connsiteX6" fmla="*/ 60408 w 118350"/>
                  <a:gd name="connsiteY6" fmla="*/ 66050 h 66050"/>
                  <a:gd name="connsiteX7" fmla="*/ 0 w 118350"/>
                  <a:gd name="connsiteY7" fmla="*/ 6116 h 66050"/>
                  <a:gd name="connsiteX8" fmla="*/ 7397 w 118350"/>
                  <a:gd name="connsiteY8" fmla="*/ 0 h 66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18350" h="66050">
                    <a:moveTo>
                      <a:pt x="16196" y="14955"/>
                    </a:moveTo>
                    <a:cubicBezTo>
                      <a:pt x="18653" y="35435"/>
                      <a:pt x="37080" y="51096"/>
                      <a:pt x="60421" y="51096"/>
                    </a:cubicBezTo>
                    <a:cubicBezTo>
                      <a:pt x="82534" y="51096"/>
                      <a:pt x="100962" y="35435"/>
                      <a:pt x="104647" y="14955"/>
                    </a:cubicBezTo>
                    <a:close/>
                    <a:moveTo>
                      <a:pt x="7397" y="0"/>
                    </a:moveTo>
                    <a:lnTo>
                      <a:pt x="112186" y="0"/>
                    </a:lnTo>
                    <a:cubicBezTo>
                      <a:pt x="115884" y="0"/>
                      <a:pt x="118350" y="3670"/>
                      <a:pt x="118350" y="6116"/>
                    </a:cubicBezTo>
                    <a:cubicBezTo>
                      <a:pt x="118350" y="39141"/>
                      <a:pt x="92461" y="66050"/>
                      <a:pt x="60408" y="66050"/>
                    </a:cubicBezTo>
                    <a:cubicBezTo>
                      <a:pt x="27122" y="66050"/>
                      <a:pt x="0" y="39141"/>
                      <a:pt x="0" y="6116"/>
                    </a:cubicBezTo>
                    <a:cubicBezTo>
                      <a:pt x="0" y="3670"/>
                      <a:pt x="3698" y="0"/>
                      <a:pt x="73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DFC4D5B-04F7-8448-9A5F-F6F73BFE7A10}"/>
                </a:ext>
              </a:extLst>
            </p:cNvPr>
            <p:cNvGrpSpPr/>
            <p:nvPr/>
          </p:nvGrpSpPr>
          <p:grpSpPr>
            <a:xfrm>
              <a:off x="17056138" y="5206746"/>
              <a:ext cx="504545" cy="503477"/>
              <a:chOff x="17056138" y="5206746"/>
              <a:chExt cx="504545" cy="503477"/>
            </a:xfrm>
          </p:grpSpPr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2AC7FACB-4598-1249-8522-CA31D19EF51C}"/>
                  </a:ext>
                </a:extLst>
              </p:cNvPr>
              <p:cNvSpPr/>
              <p:nvPr/>
            </p:nvSpPr>
            <p:spPr>
              <a:xfrm>
                <a:off x="17378798" y="5264073"/>
                <a:ext cx="174411" cy="3539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1" h="285">
                    <a:moveTo>
                      <a:pt x="65" y="0"/>
                    </a:moveTo>
                    <a:lnTo>
                      <a:pt x="0" y="69"/>
                    </a:lnTo>
                    <a:cubicBezTo>
                      <a:pt x="29" y="88"/>
                      <a:pt x="48" y="120"/>
                      <a:pt x="48" y="156"/>
                    </a:cubicBezTo>
                    <a:cubicBezTo>
                      <a:pt x="48" y="179"/>
                      <a:pt x="41" y="199"/>
                      <a:pt x="29" y="216"/>
                    </a:cubicBezTo>
                    <a:lnTo>
                      <a:pt x="93" y="285"/>
                    </a:lnTo>
                    <a:cubicBezTo>
                      <a:pt x="123" y="251"/>
                      <a:pt x="141" y="205"/>
                      <a:pt x="141" y="156"/>
                    </a:cubicBezTo>
                    <a:cubicBezTo>
                      <a:pt x="141" y="93"/>
                      <a:pt x="111" y="36"/>
                      <a:pt x="6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5FF29598-C49E-1B4F-B046-EF00760D103D}"/>
                  </a:ext>
                </a:extLst>
              </p:cNvPr>
              <p:cNvSpPr/>
              <p:nvPr/>
            </p:nvSpPr>
            <p:spPr>
              <a:xfrm>
                <a:off x="17372567" y="5256905"/>
                <a:ext cx="188116" cy="367328"/>
              </a:xfrm>
              <a:custGeom>
                <a:avLst/>
                <a:gdLst>
                  <a:gd name="connsiteX0" fmla="*/ 87894 w 188116"/>
                  <a:gd name="connsiteY0" fmla="*/ 17138 h 367328"/>
                  <a:gd name="connsiteX1" fmla="*/ 17442 w 188116"/>
                  <a:gd name="connsiteY1" fmla="*/ 92876 h 367328"/>
                  <a:gd name="connsiteX2" fmla="*/ 71826 w 188116"/>
                  <a:gd name="connsiteY2" fmla="*/ 200894 h 367328"/>
                  <a:gd name="connsiteX3" fmla="*/ 50814 w 188116"/>
                  <a:gd name="connsiteY3" fmla="*/ 274148 h 367328"/>
                  <a:gd name="connsiteX4" fmla="*/ 121264 w 188116"/>
                  <a:gd name="connsiteY4" fmla="*/ 351127 h 367328"/>
                  <a:gd name="connsiteX5" fmla="*/ 174412 w 188116"/>
                  <a:gd name="connsiteY5" fmla="*/ 200894 h 367328"/>
                  <a:gd name="connsiteX6" fmla="*/ 87894 w 188116"/>
                  <a:gd name="connsiteY6" fmla="*/ 17138 h 367328"/>
                  <a:gd name="connsiteX7" fmla="*/ 81682 w 188116"/>
                  <a:gd name="connsiteY7" fmla="*/ 932 h 367328"/>
                  <a:gd name="connsiteX8" fmla="*/ 90346 w 188116"/>
                  <a:gd name="connsiteY8" fmla="*/ 932 h 367328"/>
                  <a:gd name="connsiteX9" fmla="*/ 188116 w 188116"/>
                  <a:gd name="connsiteY9" fmla="*/ 199656 h 367328"/>
                  <a:gd name="connsiteX10" fmla="*/ 126236 w 188116"/>
                  <a:gd name="connsiteY10" fmla="*/ 364844 h 367328"/>
                  <a:gd name="connsiteX11" fmla="*/ 121286 w 188116"/>
                  <a:gd name="connsiteY11" fmla="*/ 367328 h 367328"/>
                  <a:gd name="connsiteX12" fmla="*/ 116336 w 188116"/>
                  <a:gd name="connsiteY12" fmla="*/ 364844 h 367328"/>
                  <a:gd name="connsiteX13" fmla="*/ 37128 w 188116"/>
                  <a:gd name="connsiteY13" fmla="*/ 279145 h 367328"/>
                  <a:gd name="connsiteX14" fmla="*/ 35892 w 188116"/>
                  <a:gd name="connsiteY14" fmla="*/ 269209 h 367328"/>
                  <a:gd name="connsiteX15" fmla="*/ 58168 w 188116"/>
                  <a:gd name="connsiteY15" fmla="*/ 199656 h 367328"/>
                  <a:gd name="connsiteX16" fmla="*/ 2476 w 188116"/>
                  <a:gd name="connsiteY16" fmla="*/ 97810 h 367328"/>
                  <a:gd name="connsiteX17" fmla="*/ 0 w 188116"/>
                  <a:gd name="connsiteY17" fmla="*/ 92842 h 367328"/>
                  <a:gd name="connsiteX18" fmla="*/ 1238 w 188116"/>
                  <a:gd name="connsiteY18" fmla="*/ 86632 h 3673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8116" h="367328">
                    <a:moveTo>
                      <a:pt x="87894" y="17138"/>
                    </a:moveTo>
                    <a:lnTo>
                      <a:pt x="17442" y="92876"/>
                    </a:lnTo>
                    <a:cubicBezTo>
                      <a:pt x="52050" y="117707"/>
                      <a:pt x="71826" y="157438"/>
                      <a:pt x="71826" y="200894"/>
                    </a:cubicBezTo>
                    <a:cubicBezTo>
                      <a:pt x="71826" y="226968"/>
                      <a:pt x="64410" y="253041"/>
                      <a:pt x="50814" y="274148"/>
                    </a:cubicBezTo>
                    <a:lnTo>
                      <a:pt x="121264" y="351127"/>
                    </a:lnTo>
                    <a:cubicBezTo>
                      <a:pt x="155872" y="308913"/>
                      <a:pt x="174412" y="255524"/>
                      <a:pt x="174412" y="200894"/>
                    </a:cubicBezTo>
                    <a:cubicBezTo>
                      <a:pt x="174412" y="128882"/>
                      <a:pt x="142276" y="63077"/>
                      <a:pt x="87894" y="17138"/>
                    </a:cubicBezTo>
                    <a:close/>
                    <a:moveTo>
                      <a:pt x="81682" y="932"/>
                    </a:moveTo>
                    <a:cubicBezTo>
                      <a:pt x="82920" y="-310"/>
                      <a:pt x="87870" y="-310"/>
                      <a:pt x="90346" y="932"/>
                    </a:cubicBezTo>
                    <a:cubicBezTo>
                      <a:pt x="152226" y="48129"/>
                      <a:pt x="188116" y="121408"/>
                      <a:pt x="188116" y="199656"/>
                    </a:cubicBezTo>
                    <a:cubicBezTo>
                      <a:pt x="188116" y="260514"/>
                      <a:pt x="165840" y="318889"/>
                      <a:pt x="126236" y="364844"/>
                    </a:cubicBezTo>
                    <a:cubicBezTo>
                      <a:pt x="124998" y="366086"/>
                      <a:pt x="123760" y="367328"/>
                      <a:pt x="121286" y="367328"/>
                    </a:cubicBezTo>
                    <a:cubicBezTo>
                      <a:pt x="118810" y="367328"/>
                      <a:pt x="117572" y="366086"/>
                      <a:pt x="116336" y="364844"/>
                    </a:cubicBezTo>
                    <a:lnTo>
                      <a:pt x="37128" y="279145"/>
                    </a:lnTo>
                    <a:cubicBezTo>
                      <a:pt x="34654" y="276661"/>
                      <a:pt x="33416" y="272935"/>
                      <a:pt x="35892" y="269209"/>
                    </a:cubicBezTo>
                    <a:cubicBezTo>
                      <a:pt x="50742" y="249336"/>
                      <a:pt x="58168" y="224496"/>
                      <a:pt x="58168" y="199656"/>
                    </a:cubicBezTo>
                    <a:cubicBezTo>
                      <a:pt x="58168" y="158669"/>
                      <a:pt x="37128" y="121408"/>
                      <a:pt x="2476" y="97810"/>
                    </a:cubicBezTo>
                    <a:cubicBezTo>
                      <a:pt x="1238" y="96568"/>
                      <a:pt x="0" y="95326"/>
                      <a:pt x="0" y="92842"/>
                    </a:cubicBezTo>
                    <a:cubicBezTo>
                      <a:pt x="0" y="91600"/>
                      <a:pt x="0" y="89116"/>
                      <a:pt x="1238" y="8663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DC8AEC5C-DD1D-4C41-BC06-4F2A692E7381}"/>
                  </a:ext>
                </a:extLst>
              </p:cNvPr>
              <p:cNvSpPr/>
              <p:nvPr/>
            </p:nvSpPr>
            <p:spPr>
              <a:xfrm>
                <a:off x="17063609" y="5212977"/>
                <a:ext cx="429798" cy="4897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6" h="394">
                    <a:moveTo>
                      <a:pt x="197" y="300"/>
                    </a:moveTo>
                    <a:cubicBezTo>
                      <a:pt x="140" y="300"/>
                      <a:pt x="94" y="255"/>
                      <a:pt x="94" y="197"/>
                    </a:cubicBezTo>
                    <a:cubicBezTo>
                      <a:pt x="94" y="140"/>
                      <a:pt x="140" y="94"/>
                      <a:pt x="197" y="94"/>
                    </a:cubicBezTo>
                    <a:cubicBezTo>
                      <a:pt x="218" y="94"/>
                      <a:pt x="237" y="100"/>
                      <a:pt x="253" y="110"/>
                    </a:cubicBezTo>
                    <a:lnTo>
                      <a:pt x="318" y="41"/>
                    </a:lnTo>
                    <a:cubicBezTo>
                      <a:pt x="284" y="15"/>
                      <a:pt x="243" y="0"/>
                      <a:pt x="197" y="0"/>
                    </a:cubicBezTo>
                    <a:cubicBezTo>
                      <a:pt x="89" y="0"/>
                      <a:pt x="0" y="88"/>
                      <a:pt x="0" y="197"/>
                    </a:cubicBezTo>
                    <a:cubicBezTo>
                      <a:pt x="0" y="306"/>
                      <a:pt x="89" y="394"/>
                      <a:pt x="197" y="394"/>
                    </a:cubicBezTo>
                    <a:cubicBezTo>
                      <a:pt x="257" y="394"/>
                      <a:pt x="310" y="368"/>
                      <a:pt x="346" y="326"/>
                    </a:cubicBezTo>
                    <a:lnTo>
                      <a:pt x="282" y="257"/>
                    </a:lnTo>
                    <a:cubicBezTo>
                      <a:pt x="263" y="283"/>
                      <a:pt x="232" y="300"/>
                      <a:pt x="197" y="30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3" name="Freeform 372">
                <a:extLst>
                  <a:ext uri="{FF2B5EF4-FFF2-40B4-BE49-F238E27FC236}">
                    <a16:creationId xmlns:a16="http://schemas.microsoft.com/office/drawing/2014/main" id="{4C4D84A4-9EE3-8040-9F47-42D239BA179C}"/>
                  </a:ext>
                </a:extLst>
              </p:cNvPr>
              <p:cNvSpPr/>
              <p:nvPr/>
            </p:nvSpPr>
            <p:spPr>
              <a:xfrm>
                <a:off x="17056138" y="5206746"/>
                <a:ext cx="444123" cy="503477"/>
              </a:xfrm>
              <a:custGeom>
                <a:avLst/>
                <a:gdLst>
                  <a:gd name="connsiteX0" fmla="*/ 252178 w 444123"/>
                  <a:gd name="connsiteY0" fmla="*/ 13709 h 503477"/>
                  <a:gd name="connsiteX1" fmla="*/ 14950 w 444123"/>
                  <a:gd name="connsiteY1" fmla="*/ 251116 h 503477"/>
                  <a:gd name="connsiteX2" fmla="*/ 252178 w 444123"/>
                  <a:gd name="connsiteY2" fmla="*/ 488522 h 503477"/>
                  <a:gd name="connsiteX3" fmla="*/ 427306 w 444123"/>
                  <a:gd name="connsiteY3" fmla="*/ 412701 h 503477"/>
                  <a:gd name="connsiteX4" fmla="*/ 357752 w 444123"/>
                  <a:gd name="connsiteY4" fmla="*/ 336880 h 503477"/>
                  <a:gd name="connsiteX5" fmla="*/ 252178 w 444123"/>
                  <a:gd name="connsiteY5" fmla="*/ 387842 h 503477"/>
                  <a:gd name="connsiteX6" fmla="*/ 116796 w 444123"/>
                  <a:gd name="connsiteY6" fmla="*/ 251116 h 503477"/>
                  <a:gd name="connsiteX7" fmla="*/ 252178 w 444123"/>
                  <a:gd name="connsiteY7" fmla="*/ 115632 h 503477"/>
                  <a:gd name="connsiteX8" fmla="*/ 321732 w 444123"/>
                  <a:gd name="connsiteY8" fmla="*/ 134277 h 503477"/>
                  <a:gd name="connsiteX9" fmla="*/ 391286 w 444123"/>
                  <a:gd name="connsiteY9" fmla="*/ 58456 h 503477"/>
                  <a:gd name="connsiteX10" fmla="*/ 252178 w 444123"/>
                  <a:gd name="connsiteY10" fmla="*/ 13709 h 503477"/>
                  <a:gd name="connsiteX11" fmla="*/ 252188 w 444123"/>
                  <a:gd name="connsiteY11" fmla="*/ 0 h 503477"/>
                  <a:gd name="connsiteX12" fmla="*/ 406232 w 444123"/>
                  <a:gd name="connsiteY12" fmla="*/ 52213 h 503477"/>
                  <a:gd name="connsiteX13" fmla="*/ 409960 w 444123"/>
                  <a:gd name="connsiteY13" fmla="*/ 55942 h 503477"/>
                  <a:gd name="connsiteX14" fmla="*/ 407476 w 444123"/>
                  <a:gd name="connsiteY14" fmla="*/ 62158 h 503477"/>
                  <a:gd name="connsiteX15" fmla="*/ 326726 w 444123"/>
                  <a:gd name="connsiteY15" fmla="*/ 147935 h 503477"/>
                  <a:gd name="connsiteX16" fmla="*/ 318030 w 444123"/>
                  <a:gd name="connsiteY16" fmla="*/ 149179 h 503477"/>
                  <a:gd name="connsiteX17" fmla="*/ 252188 w 444123"/>
                  <a:gd name="connsiteY17" fmla="*/ 129288 h 503477"/>
                  <a:gd name="connsiteX18" fmla="*/ 131684 w 444123"/>
                  <a:gd name="connsiteY18" fmla="*/ 251117 h 503477"/>
                  <a:gd name="connsiteX19" fmla="*/ 252188 w 444123"/>
                  <a:gd name="connsiteY19" fmla="*/ 372946 h 503477"/>
                  <a:gd name="connsiteX20" fmla="*/ 351572 w 444123"/>
                  <a:gd name="connsiteY20" fmla="*/ 321977 h 503477"/>
                  <a:gd name="connsiteX21" fmla="*/ 356540 w 444123"/>
                  <a:gd name="connsiteY21" fmla="*/ 318247 h 503477"/>
                  <a:gd name="connsiteX22" fmla="*/ 361510 w 444123"/>
                  <a:gd name="connsiteY22" fmla="*/ 320734 h 503477"/>
                  <a:gd name="connsiteX23" fmla="*/ 442260 w 444123"/>
                  <a:gd name="connsiteY23" fmla="*/ 406511 h 503477"/>
                  <a:gd name="connsiteX24" fmla="*/ 442260 w 444123"/>
                  <a:gd name="connsiteY24" fmla="*/ 416457 h 503477"/>
                  <a:gd name="connsiteX25" fmla="*/ 252188 w 444123"/>
                  <a:gd name="connsiteY25" fmla="*/ 503477 h 503477"/>
                  <a:gd name="connsiteX26" fmla="*/ 0 w 444123"/>
                  <a:gd name="connsiteY26" fmla="*/ 251117 h 503477"/>
                  <a:gd name="connsiteX27" fmla="*/ 252188 w 444123"/>
                  <a:gd name="connsiteY27" fmla="*/ 0 h 503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444123" h="503477">
                    <a:moveTo>
                      <a:pt x="252178" y="13709"/>
                    </a:moveTo>
                    <a:cubicBezTo>
                      <a:pt x="121764" y="13709"/>
                      <a:pt x="14950" y="120604"/>
                      <a:pt x="14950" y="251116"/>
                    </a:cubicBezTo>
                    <a:cubicBezTo>
                      <a:pt x="14950" y="382870"/>
                      <a:pt x="121764" y="488522"/>
                      <a:pt x="252178" y="488522"/>
                    </a:cubicBezTo>
                    <a:cubicBezTo>
                      <a:pt x="319248" y="488522"/>
                      <a:pt x="382592" y="461177"/>
                      <a:pt x="427306" y="412701"/>
                    </a:cubicBezTo>
                    <a:lnTo>
                      <a:pt x="357752" y="336880"/>
                    </a:lnTo>
                    <a:cubicBezTo>
                      <a:pt x="331670" y="367955"/>
                      <a:pt x="293166" y="387842"/>
                      <a:pt x="252178" y="387842"/>
                    </a:cubicBezTo>
                    <a:cubicBezTo>
                      <a:pt x="177656" y="387842"/>
                      <a:pt x="116796" y="325694"/>
                      <a:pt x="116796" y="251116"/>
                    </a:cubicBezTo>
                    <a:cubicBezTo>
                      <a:pt x="116796" y="176538"/>
                      <a:pt x="177656" y="115632"/>
                      <a:pt x="252178" y="115632"/>
                    </a:cubicBezTo>
                    <a:cubicBezTo>
                      <a:pt x="275778" y="115632"/>
                      <a:pt x="299376" y="121847"/>
                      <a:pt x="321732" y="134277"/>
                    </a:cubicBezTo>
                    <a:lnTo>
                      <a:pt x="391286" y="58456"/>
                    </a:lnTo>
                    <a:cubicBezTo>
                      <a:pt x="350300" y="29868"/>
                      <a:pt x="303102" y="13709"/>
                      <a:pt x="252178" y="13709"/>
                    </a:cubicBezTo>
                    <a:close/>
                    <a:moveTo>
                      <a:pt x="252188" y="0"/>
                    </a:moveTo>
                    <a:cubicBezTo>
                      <a:pt x="309334" y="0"/>
                      <a:pt x="361510" y="17404"/>
                      <a:pt x="406232" y="52213"/>
                    </a:cubicBezTo>
                    <a:cubicBezTo>
                      <a:pt x="407476" y="52213"/>
                      <a:pt x="409960" y="54699"/>
                      <a:pt x="409960" y="55942"/>
                    </a:cubicBezTo>
                    <a:cubicBezTo>
                      <a:pt x="409960" y="58428"/>
                      <a:pt x="408718" y="60915"/>
                      <a:pt x="407476" y="62158"/>
                    </a:cubicBezTo>
                    <a:lnTo>
                      <a:pt x="326726" y="147935"/>
                    </a:lnTo>
                    <a:cubicBezTo>
                      <a:pt x="325484" y="150422"/>
                      <a:pt x="321756" y="151665"/>
                      <a:pt x="318030" y="149179"/>
                    </a:cubicBezTo>
                    <a:cubicBezTo>
                      <a:pt x="298152" y="136747"/>
                      <a:pt x="275792" y="129288"/>
                      <a:pt x="252188" y="129288"/>
                    </a:cubicBezTo>
                    <a:cubicBezTo>
                      <a:pt x="186346" y="129288"/>
                      <a:pt x="131684" y="183987"/>
                      <a:pt x="131684" y="251117"/>
                    </a:cubicBezTo>
                    <a:cubicBezTo>
                      <a:pt x="131684" y="318247"/>
                      <a:pt x="186346" y="372946"/>
                      <a:pt x="252188" y="372946"/>
                    </a:cubicBezTo>
                    <a:cubicBezTo>
                      <a:pt x="291942" y="372946"/>
                      <a:pt x="329210" y="353056"/>
                      <a:pt x="351572" y="321977"/>
                    </a:cubicBezTo>
                    <a:cubicBezTo>
                      <a:pt x="352814" y="319491"/>
                      <a:pt x="354056" y="318247"/>
                      <a:pt x="356540" y="318247"/>
                    </a:cubicBezTo>
                    <a:cubicBezTo>
                      <a:pt x="359026" y="318247"/>
                      <a:pt x="360268" y="318247"/>
                      <a:pt x="361510" y="320734"/>
                    </a:cubicBezTo>
                    <a:lnTo>
                      <a:pt x="442260" y="406511"/>
                    </a:lnTo>
                    <a:cubicBezTo>
                      <a:pt x="444744" y="410241"/>
                      <a:pt x="444744" y="413970"/>
                      <a:pt x="442260" y="416457"/>
                    </a:cubicBezTo>
                    <a:cubicBezTo>
                      <a:pt x="395052" y="471155"/>
                      <a:pt x="325484" y="503477"/>
                      <a:pt x="252188" y="503477"/>
                    </a:cubicBezTo>
                    <a:cubicBezTo>
                      <a:pt x="114292" y="503477"/>
                      <a:pt x="0" y="390350"/>
                      <a:pt x="0" y="251117"/>
                    </a:cubicBezTo>
                    <a:cubicBezTo>
                      <a:pt x="0" y="111884"/>
                      <a:pt x="114292" y="0"/>
                      <a:pt x="2521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276" name="Straight Connector 275">
            <a:extLst>
              <a:ext uri="{FF2B5EF4-FFF2-40B4-BE49-F238E27FC236}">
                <a16:creationId xmlns:a16="http://schemas.microsoft.com/office/drawing/2014/main" id="{713A7D1A-F24D-D043-BDA8-1809C0196D0A}"/>
              </a:ext>
            </a:extLst>
          </p:cNvPr>
          <p:cNvSpPr/>
          <p:nvPr/>
        </p:nvSpPr>
        <p:spPr>
          <a:xfrm>
            <a:off x="6030881" y="11507682"/>
            <a:ext cx="12200038" cy="0"/>
          </a:xfrm>
          <a:prstGeom prst="line">
            <a:avLst/>
          </a:prstGeom>
          <a:noFill/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77" name="Rounded Rectangle 276">
            <a:extLst>
              <a:ext uri="{FF2B5EF4-FFF2-40B4-BE49-F238E27FC236}">
                <a16:creationId xmlns:a16="http://schemas.microsoft.com/office/drawing/2014/main" id="{6FC31DA8-4E74-7E41-826B-967452E90536}"/>
              </a:ext>
            </a:extLst>
          </p:cNvPr>
          <p:cNvSpPr/>
          <p:nvPr/>
        </p:nvSpPr>
        <p:spPr>
          <a:xfrm>
            <a:off x="1513637" y="10042112"/>
            <a:ext cx="4758924" cy="2929882"/>
          </a:xfrm>
          <a:prstGeom prst="roundRect">
            <a:avLst>
              <a:gd name="adj" fmla="val 11754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86" name="Rounded Rectangle 285">
            <a:extLst>
              <a:ext uri="{FF2B5EF4-FFF2-40B4-BE49-F238E27FC236}">
                <a16:creationId xmlns:a16="http://schemas.microsoft.com/office/drawing/2014/main" id="{B6A6F55B-F982-A544-AFAB-01086E995AB6}"/>
              </a:ext>
            </a:extLst>
          </p:cNvPr>
          <p:cNvSpPr/>
          <p:nvPr/>
        </p:nvSpPr>
        <p:spPr>
          <a:xfrm>
            <a:off x="2039365" y="9360428"/>
            <a:ext cx="3707473" cy="2857604"/>
          </a:xfrm>
          <a:prstGeom prst="roundRect">
            <a:avLst>
              <a:gd name="adj" fmla="val 11038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37" name="Freeform 336">
            <a:extLst>
              <a:ext uri="{FF2B5EF4-FFF2-40B4-BE49-F238E27FC236}">
                <a16:creationId xmlns:a16="http://schemas.microsoft.com/office/drawing/2014/main" id="{BB5809BF-F4BE-1343-BE4C-E3D58EF8F19F}"/>
              </a:ext>
            </a:extLst>
          </p:cNvPr>
          <p:cNvSpPr/>
          <p:nvPr/>
        </p:nvSpPr>
        <p:spPr>
          <a:xfrm>
            <a:off x="3118220" y="9360428"/>
            <a:ext cx="1549765" cy="7739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45" h="622">
                <a:moveTo>
                  <a:pt x="0" y="0"/>
                </a:moveTo>
                <a:cubicBezTo>
                  <a:pt x="0" y="344"/>
                  <a:pt x="278" y="622"/>
                  <a:pt x="622" y="622"/>
                </a:cubicBezTo>
                <a:cubicBezTo>
                  <a:pt x="966" y="622"/>
                  <a:pt x="1245" y="344"/>
                  <a:pt x="1245" y="0"/>
                </a:cubicBezTo>
                <a:close/>
              </a:path>
            </a:pathLst>
          </a:custGeom>
          <a:solidFill>
            <a:schemeClr val="tx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2" name="Freeform 381">
            <a:extLst>
              <a:ext uri="{FF2B5EF4-FFF2-40B4-BE49-F238E27FC236}">
                <a16:creationId xmlns:a16="http://schemas.microsoft.com/office/drawing/2014/main" id="{FFE1D21B-5EB3-0D48-ABC7-9C8833DE6D54}"/>
              </a:ext>
            </a:extLst>
          </p:cNvPr>
          <p:cNvSpPr/>
          <p:nvPr/>
        </p:nvSpPr>
        <p:spPr>
          <a:xfrm>
            <a:off x="3584143" y="9542378"/>
            <a:ext cx="617913" cy="410009"/>
          </a:xfrm>
          <a:custGeom>
            <a:avLst/>
            <a:gdLst>
              <a:gd name="connsiteX0" fmla="*/ 440626 w 617913"/>
              <a:gd name="connsiteY0" fmla="*/ 287879 h 410009"/>
              <a:gd name="connsiteX1" fmla="*/ 368754 w 617913"/>
              <a:gd name="connsiteY1" fmla="*/ 359310 h 410009"/>
              <a:gd name="connsiteX2" fmla="*/ 368754 w 617913"/>
              <a:gd name="connsiteY2" fmla="*/ 392562 h 410009"/>
              <a:gd name="connsiteX3" fmla="*/ 601717 w 617913"/>
              <a:gd name="connsiteY3" fmla="*/ 392562 h 410009"/>
              <a:gd name="connsiteX4" fmla="*/ 601717 w 617913"/>
              <a:gd name="connsiteY4" fmla="*/ 356847 h 410009"/>
              <a:gd name="connsiteX5" fmla="*/ 532324 w 617913"/>
              <a:gd name="connsiteY5" fmla="*/ 287879 h 410009"/>
              <a:gd name="connsiteX6" fmla="*/ 162937 w 617913"/>
              <a:gd name="connsiteY6" fmla="*/ 157025 h 410009"/>
              <a:gd name="connsiteX7" fmla="*/ 185890 w 617913"/>
              <a:gd name="connsiteY7" fmla="*/ 157025 h 410009"/>
              <a:gd name="connsiteX8" fmla="*/ 194346 w 617913"/>
              <a:gd name="connsiteY8" fmla="*/ 165078 h 410009"/>
              <a:gd name="connsiteX9" fmla="*/ 185890 w 617913"/>
              <a:gd name="connsiteY9" fmla="*/ 171980 h 410009"/>
              <a:gd name="connsiteX10" fmla="*/ 162937 w 617913"/>
              <a:gd name="connsiteY10" fmla="*/ 171980 h 410009"/>
              <a:gd name="connsiteX11" fmla="*/ 154481 w 617913"/>
              <a:gd name="connsiteY11" fmla="*/ 165078 h 410009"/>
              <a:gd name="connsiteX12" fmla="*/ 162937 w 617913"/>
              <a:gd name="connsiteY12" fmla="*/ 157025 h 410009"/>
              <a:gd name="connsiteX13" fmla="*/ 292431 w 617913"/>
              <a:gd name="connsiteY13" fmla="*/ 149547 h 410009"/>
              <a:gd name="connsiteX14" fmla="*/ 259128 w 617913"/>
              <a:gd name="connsiteY14" fmla="*/ 195657 h 410009"/>
              <a:gd name="connsiteX15" fmla="*/ 383707 w 617913"/>
              <a:gd name="connsiteY15" fmla="*/ 195657 h 410009"/>
              <a:gd name="connsiteX16" fmla="*/ 356571 w 617913"/>
              <a:gd name="connsiteY16" fmla="*/ 150760 h 410009"/>
              <a:gd name="connsiteX17" fmla="*/ 354104 w 617913"/>
              <a:gd name="connsiteY17" fmla="*/ 151974 h 410009"/>
              <a:gd name="connsiteX18" fmla="*/ 333135 w 617913"/>
              <a:gd name="connsiteY18" fmla="*/ 168962 h 410009"/>
              <a:gd name="connsiteX19" fmla="*/ 322034 w 617913"/>
              <a:gd name="connsiteY19" fmla="*/ 172602 h 410009"/>
              <a:gd name="connsiteX20" fmla="*/ 310933 w 617913"/>
              <a:gd name="connsiteY20" fmla="*/ 168962 h 410009"/>
              <a:gd name="connsiteX21" fmla="*/ 486489 w 617913"/>
              <a:gd name="connsiteY21" fmla="*/ 144559 h 410009"/>
              <a:gd name="connsiteX22" fmla="*/ 432290 w 617913"/>
              <a:gd name="connsiteY22" fmla="*/ 195023 h 410009"/>
              <a:gd name="connsiteX23" fmla="*/ 486489 w 617913"/>
              <a:gd name="connsiteY23" fmla="*/ 244257 h 410009"/>
              <a:gd name="connsiteX24" fmla="*/ 541920 w 617913"/>
              <a:gd name="connsiteY24" fmla="*/ 195023 h 410009"/>
              <a:gd name="connsiteX25" fmla="*/ 486489 w 617913"/>
              <a:gd name="connsiteY25" fmla="*/ 144559 h 410009"/>
              <a:gd name="connsiteX26" fmla="*/ 320916 w 617913"/>
              <a:gd name="connsiteY26" fmla="*/ 142070 h 410009"/>
              <a:gd name="connsiteX27" fmla="*/ 308956 w 617913"/>
              <a:gd name="connsiteY27" fmla="*/ 143212 h 410009"/>
              <a:gd name="connsiteX28" fmla="*/ 322112 w 617913"/>
              <a:gd name="connsiteY28" fmla="*/ 155779 h 410009"/>
              <a:gd name="connsiteX29" fmla="*/ 323308 w 617913"/>
              <a:gd name="connsiteY29" fmla="*/ 155779 h 410009"/>
              <a:gd name="connsiteX30" fmla="*/ 338855 w 617913"/>
              <a:gd name="connsiteY30" fmla="*/ 143212 h 410009"/>
              <a:gd name="connsiteX31" fmla="*/ 324504 w 617913"/>
              <a:gd name="connsiteY31" fmla="*/ 142070 h 410009"/>
              <a:gd name="connsiteX32" fmla="*/ 320800 w 617913"/>
              <a:gd name="connsiteY32" fmla="*/ 125866 h 410009"/>
              <a:gd name="connsiteX33" fmla="*/ 324508 w 617913"/>
              <a:gd name="connsiteY33" fmla="*/ 125866 h 410009"/>
              <a:gd name="connsiteX34" fmla="*/ 401148 w 617913"/>
              <a:gd name="connsiteY34" fmla="*/ 200800 h 410009"/>
              <a:gd name="connsiteX35" fmla="*/ 401148 w 617913"/>
              <a:gd name="connsiteY35" fmla="*/ 203257 h 410009"/>
              <a:gd name="connsiteX36" fmla="*/ 392495 w 617913"/>
              <a:gd name="connsiteY36" fmla="*/ 211856 h 410009"/>
              <a:gd name="connsiteX37" fmla="*/ 250340 w 617913"/>
              <a:gd name="connsiteY37" fmla="*/ 211856 h 410009"/>
              <a:gd name="connsiteX38" fmla="*/ 241687 w 617913"/>
              <a:gd name="connsiteY38" fmla="*/ 203257 h 410009"/>
              <a:gd name="connsiteX39" fmla="*/ 320800 w 617913"/>
              <a:gd name="connsiteY39" fmla="*/ 125866 h 410009"/>
              <a:gd name="connsiteX40" fmla="*/ 162937 w 617913"/>
              <a:gd name="connsiteY40" fmla="*/ 124623 h 410009"/>
              <a:gd name="connsiteX41" fmla="*/ 185890 w 617913"/>
              <a:gd name="connsiteY41" fmla="*/ 124623 h 410009"/>
              <a:gd name="connsiteX42" fmla="*/ 194346 w 617913"/>
              <a:gd name="connsiteY42" fmla="*/ 132676 h 410009"/>
              <a:gd name="connsiteX43" fmla="*/ 185890 w 617913"/>
              <a:gd name="connsiteY43" fmla="*/ 139578 h 410009"/>
              <a:gd name="connsiteX44" fmla="*/ 162937 w 617913"/>
              <a:gd name="connsiteY44" fmla="*/ 139578 h 410009"/>
              <a:gd name="connsiteX45" fmla="*/ 154481 w 617913"/>
              <a:gd name="connsiteY45" fmla="*/ 132676 h 410009"/>
              <a:gd name="connsiteX46" fmla="*/ 162937 w 617913"/>
              <a:gd name="connsiteY46" fmla="*/ 124623 h 410009"/>
              <a:gd name="connsiteX47" fmla="*/ 131434 w 617913"/>
              <a:gd name="connsiteY47" fmla="*/ 124623 h 410009"/>
              <a:gd name="connsiteX48" fmla="*/ 139532 w 617913"/>
              <a:gd name="connsiteY48" fmla="*/ 132724 h 410009"/>
              <a:gd name="connsiteX49" fmla="*/ 131434 w 617913"/>
              <a:gd name="connsiteY49" fmla="*/ 140824 h 410009"/>
              <a:gd name="connsiteX50" fmla="*/ 123337 w 617913"/>
              <a:gd name="connsiteY50" fmla="*/ 132724 h 410009"/>
              <a:gd name="connsiteX51" fmla="*/ 131434 w 617913"/>
              <a:gd name="connsiteY51" fmla="*/ 124623 h 410009"/>
              <a:gd name="connsiteX52" fmla="*/ 104650 w 617913"/>
              <a:gd name="connsiteY52" fmla="*/ 105929 h 410009"/>
              <a:gd name="connsiteX53" fmla="*/ 104650 w 617913"/>
              <a:gd name="connsiteY53" fmla="*/ 184548 h 410009"/>
              <a:gd name="connsiteX54" fmla="*/ 112038 w 617913"/>
              <a:gd name="connsiteY54" fmla="*/ 191919 h 410009"/>
              <a:gd name="connsiteX55" fmla="*/ 203154 w 617913"/>
              <a:gd name="connsiteY55" fmla="*/ 191919 h 410009"/>
              <a:gd name="connsiteX56" fmla="*/ 210542 w 617913"/>
              <a:gd name="connsiteY56" fmla="*/ 184548 h 410009"/>
              <a:gd name="connsiteX57" fmla="*/ 210542 w 617913"/>
              <a:gd name="connsiteY57" fmla="*/ 105929 h 410009"/>
              <a:gd name="connsiteX58" fmla="*/ 112038 w 617913"/>
              <a:gd name="connsiteY58" fmla="*/ 67296 h 410009"/>
              <a:gd name="connsiteX59" fmla="*/ 104650 w 617913"/>
              <a:gd name="connsiteY59" fmla="*/ 75535 h 410009"/>
              <a:gd name="connsiteX60" fmla="*/ 104650 w 617913"/>
              <a:gd name="connsiteY60" fmla="*/ 88482 h 410009"/>
              <a:gd name="connsiteX61" fmla="*/ 210542 w 617913"/>
              <a:gd name="connsiteY61" fmla="*/ 88482 h 410009"/>
              <a:gd name="connsiteX62" fmla="*/ 210542 w 617913"/>
              <a:gd name="connsiteY62" fmla="*/ 75535 h 410009"/>
              <a:gd name="connsiteX63" fmla="*/ 203154 w 617913"/>
              <a:gd name="connsiteY63" fmla="*/ 67296 h 410009"/>
              <a:gd name="connsiteX64" fmla="*/ 573691 w 617913"/>
              <a:gd name="connsiteY64" fmla="*/ 53588 h 410009"/>
              <a:gd name="connsiteX65" fmla="*/ 581788 w 617913"/>
              <a:gd name="connsiteY65" fmla="*/ 61688 h 410009"/>
              <a:gd name="connsiteX66" fmla="*/ 573691 w 617913"/>
              <a:gd name="connsiteY66" fmla="*/ 69789 h 410009"/>
              <a:gd name="connsiteX67" fmla="*/ 565593 w 617913"/>
              <a:gd name="connsiteY67" fmla="*/ 61688 h 410009"/>
              <a:gd name="connsiteX68" fmla="*/ 573691 w 617913"/>
              <a:gd name="connsiteY68" fmla="*/ 53588 h 410009"/>
              <a:gd name="connsiteX69" fmla="*/ 537607 w 617913"/>
              <a:gd name="connsiteY69" fmla="*/ 53588 h 410009"/>
              <a:gd name="connsiteX70" fmla="*/ 545657 w 617913"/>
              <a:gd name="connsiteY70" fmla="*/ 61688 h 410009"/>
              <a:gd name="connsiteX71" fmla="*/ 537607 w 617913"/>
              <a:gd name="connsiteY71" fmla="*/ 69789 h 410009"/>
              <a:gd name="connsiteX72" fmla="*/ 530707 w 617913"/>
              <a:gd name="connsiteY72" fmla="*/ 61688 h 410009"/>
              <a:gd name="connsiteX73" fmla="*/ 537607 w 617913"/>
              <a:gd name="connsiteY73" fmla="*/ 53588 h 410009"/>
              <a:gd name="connsiteX74" fmla="*/ 502681 w 617913"/>
              <a:gd name="connsiteY74" fmla="*/ 53588 h 410009"/>
              <a:gd name="connsiteX75" fmla="*/ 510778 w 617913"/>
              <a:gd name="connsiteY75" fmla="*/ 61688 h 410009"/>
              <a:gd name="connsiteX76" fmla="*/ 502681 w 617913"/>
              <a:gd name="connsiteY76" fmla="*/ 69789 h 410009"/>
              <a:gd name="connsiteX77" fmla="*/ 494583 w 617913"/>
              <a:gd name="connsiteY77" fmla="*/ 61688 h 410009"/>
              <a:gd name="connsiteX78" fmla="*/ 502681 w 617913"/>
              <a:gd name="connsiteY78" fmla="*/ 53588 h 410009"/>
              <a:gd name="connsiteX79" fmla="*/ 319560 w 617913"/>
              <a:gd name="connsiteY79" fmla="*/ 52342 h 410009"/>
              <a:gd name="connsiteX80" fmla="*/ 292761 w 617913"/>
              <a:gd name="connsiteY80" fmla="*/ 76659 h 410009"/>
              <a:gd name="connsiteX81" fmla="*/ 319560 w 617913"/>
              <a:gd name="connsiteY81" fmla="*/ 102191 h 410009"/>
              <a:gd name="connsiteX82" fmla="*/ 347576 w 617913"/>
              <a:gd name="connsiteY82" fmla="*/ 76659 h 410009"/>
              <a:gd name="connsiteX83" fmla="*/ 319560 w 617913"/>
              <a:gd name="connsiteY83" fmla="*/ 52342 h 410009"/>
              <a:gd name="connsiteX84" fmla="*/ 111913 w 617913"/>
              <a:gd name="connsiteY84" fmla="*/ 51095 h 410009"/>
              <a:gd name="connsiteX85" fmla="*/ 203278 w 617913"/>
              <a:gd name="connsiteY85" fmla="*/ 51095 h 410009"/>
              <a:gd name="connsiteX86" fmla="*/ 226737 w 617913"/>
              <a:gd name="connsiteY86" fmla="*/ 75825 h 410009"/>
              <a:gd name="connsiteX87" fmla="*/ 226737 w 617913"/>
              <a:gd name="connsiteY87" fmla="*/ 184636 h 410009"/>
              <a:gd name="connsiteX88" fmla="*/ 203278 w 617913"/>
              <a:gd name="connsiteY88" fmla="*/ 209366 h 410009"/>
              <a:gd name="connsiteX89" fmla="*/ 111913 w 617913"/>
              <a:gd name="connsiteY89" fmla="*/ 209366 h 410009"/>
              <a:gd name="connsiteX90" fmla="*/ 88454 w 617913"/>
              <a:gd name="connsiteY90" fmla="*/ 184636 h 410009"/>
              <a:gd name="connsiteX91" fmla="*/ 88454 w 617913"/>
              <a:gd name="connsiteY91" fmla="*/ 75825 h 410009"/>
              <a:gd name="connsiteX92" fmla="*/ 111913 w 617913"/>
              <a:gd name="connsiteY92" fmla="*/ 51095 h 410009"/>
              <a:gd name="connsiteX93" fmla="*/ 319563 w 617913"/>
              <a:gd name="connsiteY93" fmla="*/ 34894 h 410009"/>
              <a:gd name="connsiteX94" fmla="*/ 365017 w 617913"/>
              <a:gd name="connsiteY94" fmla="*/ 76642 h 410009"/>
              <a:gd name="connsiteX95" fmla="*/ 319563 w 617913"/>
              <a:gd name="connsiteY95" fmla="*/ 118391 h 410009"/>
              <a:gd name="connsiteX96" fmla="*/ 276566 w 617913"/>
              <a:gd name="connsiteY96" fmla="*/ 76642 h 410009"/>
              <a:gd name="connsiteX97" fmla="*/ 319563 w 617913"/>
              <a:gd name="connsiteY97" fmla="*/ 34894 h 410009"/>
              <a:gd name="connsiteX98" fmla="*/ 494387 w 617913"/>
              <a:gd name="connsiteY98" fmla="*/ 32402 h 410009"/>
              <a:gd name="connsiteX99" fmla="*/ 474650 w 617913"/>
              <a:gd name="connsiteY99" fmla="*/ 52004 h 410009"/>
              <a:gd name="connsiteX100" fmla="*/ 474650 w 617913"/>
              <a:gd name="connsiteY100" fmla="*/ 70380 h 410009"/>
              <a:gd name="connsiteX101" fmla="*/ 491920 w 617913"/>
              <a:gd name="connsiteY101" fmla="*/ 88757 h 410009"/>
              <a:gd name="connsiteX102" fmla="*/ 500555 w 617913"/>
              <a:gd name="connsiteY102" fmla="*/ 89982 h 410009"/>
              <a:gd name="connsiteX103" fmla="*/ 496855 w 617913"/>
              <a:gd name="connsiteY103" fmla="*/ 104683 h 410009"/>
              <a:gd name="connsiteX104" fmla="*/ 519059 w 617913"/>
              <a:gd name="connsiteY104" fmla="*/ 88757 h 410009"/>
              <a:gd name="connsiteX105" fmla="*/ 581971 w 617913"/>
              <a:gd name="connsiteY105" fmla="*/ 88757 h 410009"/>
              <a:gd name="connsiteX106" fmla="*/ 600475 w 617913"/>
              <a:gd name="connsiteY106" fmla="*/ 70380 h 410009"/>
              <a:gd name="connsiteX107" fmla="*/ 600475 w 617913"/>
              <a:gd name="connsiteY107" fmla="*/ 52004 h 410009"/>
              <a:gd name="connsiteX108" fmla="*/ 581971 w 617913"/>
              <a:gd name="connsiteY108" fmla="*/ 32402 h 410009"/>
              <a:gd name="connsiteX109" fmla="*/ 89627 w 617913"/>
              <a:gd name="connsiteY109" fmla="*/ 17447 h 410009"/>
              <a:gd name="connsiteX110" fmla="*/ 68522 w 617913"/>
              <a:gd name="connsiteY110" fmla="*/ 37281 h 410009"/>
              <a:gd name="connsiteX111" fmla="*/ 68522 w 617913"/>
              <a:gd name="connsiteY111" fmla="*/ 229419 h 410009"/>
              <a:gd name="connsiteX112" fmla="*/ 162872 w 617913"/>
              <a:gd name="connsiteY112" fmla="*/ 229419 h 410009"/>
              <a:gd name="connsiteX113" fmla="*/ 170321 w 617913"/>
              <a:gd name="connsiteY113" fmla="*/ 235617 h 410009"/>
              <a:gd name="connsiteX114" fmla="*/ 185218 w 617913"/>
              <a:gd name="connsiteY114" fmla="*/ 250492 h 410009"/>
              <a:gd name="connsiteX115" fmla="*/ 306880 w 617913"/>
              <a:gd name="connsiteY115" fmla="*/ 250492 h 410009"/>
              <a:gd name="connsiteX116" fmla="*/ 326744 w 617913"/>
              <a:gd name="connsiteY116" fmla="*/ 233138 h 410009"/>
              <a:gd name="connsiteX117" fmla="*/ 332951 w 617913"/>
              <a:gd name="connsiteY117" fmla="*/ 229419 h 410009"/>
              <a:gd name="connsiteX118" fmla="*/ 424818 w 617913"/>
              <a:gd name="connsiteY118" fmla="*/ 229419 h 410009"/>
              <a:gd name="connsiteX119" fmla="*/ 413645 w 617913"/>
              <a:gd name="connsiteY119" fmla="*/ 194710 h 410009"/>
              <a:gd name="connsiteX120" fmla="*/ 422335 w 617913"/>
              <a:gd name="connsiteY120" fmla="*/ 161241 h 410009"/>
              <a:gd name="connsiteX121" fmla="*/ 422335 w 617913"/>
              <a:gd name="connsiteY121" fmla="*/ 32322 h 410009"/>
              <a:gd name="connsiteX122" fmla="*/ 402472 w 617913"/>
              <a:gd name="connsiteY122" fmla="*/ 17447 h 410009"/>
              <a:gd name="connsiteX123" fmla="*/ 494301 w 617913"/>
              <a:gd name="connsiteY123" fmla="*/ 16201 h 410009"/>
              <a:gd name="connsiteX124" fmla="*/ 582061 w 617913"/>
              <a:gd name="connsiteY124" fmla="*/ 16201 h 410009"/>
              <a:gd name="connsiteX125" fmla="*/ 616671 w 617913"/>
              <a:gd name="connsiteY125" fmla="*/ 51931 h 410009"/>
              <a:gd name="connsiteX126" fmla="*/ 616671 w 617913"/>
              <a:gd name="connsiteY126" fmla="*/ 70412 h 410009"/>
              <a:gd name="connsiteX127" fmla="*/ 582061 w 617913"/>
              <a:gd name="connsiteY127" fmla="*/ 104910 h 410009"/>
              <a:gd name="connsiteX128" fmla="*/ 523966 w 617913"/>
              <a:gd name="connsiteY128" fmla="*/ 104910 h 410009"/>
              <a:gd name="connsiteX129" fmla="*/ 500481 w 617913"/>
              <a:gd name="connsiteY129" fmla="*/ 123391 h 410009"/>
              <a:gd name="connsiteX130" fmla="*/ 493065 w 617913"/>
              <a:gd name="connsiteY130" fmla="*/ 124623 h 410009"/>
              <a:gd name="connsiteX131" fmla="*/ 484412 w 617913"/>
              <a:gd name="connsiteY131" fmla="*/ 123391 h 410009"/>
              <a:gd name="connsiteX132" fmla="*/ 479468 w 617913"/>
              <a:gd name="connsiteY132" fmla="*/ 107374 h 410009"/>
              <a:gd name="connsiteX133" fmla="*/ 480704 w 617913"/>
              <a:gd name="connsiteY133" fmla="*/ 102446 h 410009"/>
              <a:gd name="connsiteX134" fmla="*/ 458455 w 617913"/>
              <a:gd name="connsiteY134" fmla="*/ 70412 h 410009"/>
              <a:gd name="connsiteX135" fmla="*/ 458455 w 617913"/>
              <a:gd name="connsiteY135" fmla="*/ 51931 h 410009"/>
              <a:gd name="connsiteX136" fmla="*/ 494301 w 617913"/>
              <a:gd name="connsiteY136" fmla="*/ 16201 h 410009"/>
              <a:gd name="connsiteX137" fmla="*/ 89517 w 617913"/>
              <a:gd name="connsiteY137" fmla="*/ 0 h 410009"/>
              <a:gd name="connsiteX138" fmla="*/ 402825 w 617913"/>
              <a:gd name="connsiteY138" fmla="*/ 0 h 410009"/>
              <a:gd name="connsiteX139" fmla="*/ 440123 w 617913"/>
              <a:gd name="connsiteY139" fmla="*/ 32304 h 410009"/>
              <a:gd name="connsiteX140" fmla="*/ 440123 w 617913"/>
              <a:gd name="connsiteY140" fmla="*/ 142882 h 410009"/>
              <a:gd name="connsiteX141" fmla="*/ 486125 w 617913"/>
              <a:gd name="connsiteY141" fmla="*/ 127973 h 410009"/>
              <a:gd name="connsiteX142" fmla="*/ 558235 w 617913"/>
              <a:gd name="connsiteY142" fmla="*/ 195065 h 410009"/>
              <a:gd name="connsiteX143" fmla="*/ 486125 w 617913"/>
              <a:gd name="connsiteY143" fmla="*/ 260915 h 410009"/>
              <a:gd name="connsiteX144" fmla="*/ 442610 w 617913"/>
              <a:gd name="connsiteY144" fmla="*/ 247248 h 410009"/>
              <a:gd name="connsiteX145" fmla="*/ 338174 w 617913"/>
              <a:gd name="connsiteY145" fmla="*/ 247248 h 410009"/>
              <a:gd name="connsiteX146" fmla="*/ 310822 w 617913"/>
              <a:gd name="connsiteY146" fmla="*/ 267127 h 410009"/>
              <a:gd name="connsiteX147" fmla="*/ 308335 w 617913"/>
              <a:gd name="connsiteY147" fmla="*/ 267127 h 410009"/>
              <a:gd name="connsiteX148" fmla="*/ 185250 w 617913"/>
              <a:gd name="connsiteY148" fmla="*/ 267127 h 410009"/>
              <a:gd name="connsiteX149" fmla="*/ 157897 w 617913"/>
              <a:gd name="connsiteY149" fmla="*/ 247248 h 410009"/>
              <a:gd name="connsiteX150" fmla="*/ 16163 w 617913"/>
              <a:gd name="connsiteY150" fmla="*/ 247248 h 410009"/>
              <a:gd name="connsiteX151" fmla="*/ 16163 w 617913"/>
              <a:gd name="connsiteY151" fmla="*/ 273339 h 410009"/>
              <a:gd name="connsiteX152" fmla="*/ 52218 w 617913"/>
              <a:gd name="connsiteY152" fmla="*/ 316825 h 410009"/>
              <a:gd name="connsiteX153" fmla="*/ 361796 w 617913"/>
              <a:gd name="connsiteY153" fmla="*/ 316825 h 410009"/>
              <a:gd name="connsiteX154" fmla="*/ 440123 w 617913"/>
              <a:gd name="connsiteY154" fmla="*/ 270854 h 410009"/>
              <a:gd name="connsiteX155" fmla="*/ 532126 w 617913"/>
              <a:gd name="connsiteY155" fmla="*/ 270854 h 410009"/>
              <a:gd name="connsiteX156" fmla="*/ 617913 w 617913"/>
              <a:gd name="connsiteY156" fmla="*/ 356584 h 410009"/>
              <a:gd name="connsiteX157" fmla="*/ 617913 w 617913"/>
              <a:gd name="connsiteY157" fmla="*/ 401312 h 410009"/>
              <a:gd name="connsiteX158" fmla="*/ 609210 w 617913"/>
              <a:gd name="connsiteY158" fmla="*/ 410009 h 410009"/>
              <a:gd name="connsiteX159" fmla="*/ 359310 w 617913"/>
              <a:gd name="connsiteY159" fmla="*/ 410009 h 410009"/>
              <a:gd name="connsiteX160" fmla="*/ 350607 w 617913"/>
              <a:gd name="connsiteY160" fmla="*/ 401312 h 410009"/>
              <a:gd name="connsiteX161" fmla="*/ 350607 w 617913"/>
              <a:gd name="connsiteY161" fmla="*/ 359068 h 410009"/>
              <a:gd name="connsiteX162" fmla="*/ 354337 w 617913"/>
              <a:gd name="connsiteY162" fmla="*/ 332977 h 410009"/>
              <a:gd name="connsiteX163" fmla="*/ 52218 w 617913"/>
              <a:gd name="connsiteY163" fmla="*/ 332977 h 410009"/>
              <a:gd name="connsiteX164" fmla="*/ 0 w 617913"/>
              <a:gd name="connsiteY164" fmla="*/ 273339 h 410009"/>
              <a:gd name="connsiteX165" fmla="*/ 0 w 617913"/>
              <a:gd name="connsiteY165" fmla="*/ 242278 h 410009"/>
              <a:gd name="connsiteX166" fmla="*/ 11190 w 617913"/>
              <a:gd name="connsiteY166" fmla="*/ 229854 h 410009"/>
              <a:gd name="connsiteX167" fmla="*/ 52218 w 617913"/>
              <a:gd name="connsiteY167" fmla="*/ 229854 h 410009"/>
              <a:gd name="connsiteX168" fmla="*/ 52218 w 617913"/>
              <a:gd name="connsiteY168" fmla="*/ 37274 h 410009"/>
              <a:gd name="connsiteX169" fmla="*/ 89517 w 617913"/>
              <a:gd name="connsiteY169" fmla="*/ 0 h 410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</a:cxnLst>
            <a:rect l="l" t="t" r="r" b="b"/>
            <a:pathLst>
              <a:path w="617913" h="410009">
                <a:moveTo>
                  <a:pt x="440626" y="287879"/>
                </a:moveTo>
                <a:cubicBezTo>
                  <a:pt x="400972" y="287879"/>
                  <a:pt x="368754" y="319900"/>
                  <a:pt x="368754" y="359310"/>
                </a:cubicBezTo>
                <a:lnTo>
                  <a:pt x="368754" y="392562"/>
                </a:lnTo>
                <a:lnTo>
                  <a:pt x="601717" y="392562"/>
                </a:lnTo>
                <a:lnTo>
                  <a:pt x="601717" y="356847"/>
                </a:lnTo>
                <a:cubicBezTo>
                  <a:pt x="601717" y="318668"/>
                  <a:pt x="570738" y="287879"/>
                  <a:pt x="532324" y="287879"/>
                </a:cubicBezTo>
                <a:close/>
                <a:moveTo>
                  <a:pt x="162937" y="157025"/>
                </a:moveTo>
                <a:lnTo>
                  <a:pt x="185890" y="157025"/>
                </a:lnTo>
                <a:cubicBezTo>
                  <a:pt x="190722" y="157025"/>
                  <a:pt x="194346" y="160476"/>
                  <a:pt x="194346" y="165078"/>
                </a:cubicBezTo>
                <a:cubicBezTo>
                  <a:pt x="194346" y="168529"/>
                  <a:pt x="190722" y="171980"/>
                  <a:pt x="185890" y="171980"/>
                </a:cubicBezTo>
                <a:lnTo>
                  <a:pt x="162937" y="171980"/>
                </a:lnTo>
                <a:cubicBezTo>
                  <a:pt x="158105" y="171980"/>
                  <a:pt x="154481" y="168529"/>
                  <a:pt x="154481" y="165078"/>
                </a:cubicBezTo>
                <a:cubicBezTo>
                  <a:pt x="154481" y="160476"/>
                  <a:pt x="158105" y="157025"/>
                  <a:pt x="162937" y="157025"/>
                </a:cubicBezTo>
                <a:close/>
                <a:moveTo>
                  <a:pt x="292431" y="149547"/>
                </a:moveTo>
                <a:cubicBezTo>
                  <a:pt x="275163" y="158041"/>
                  <a:pt x="261595" y="175029"/>
                  <a:pt x="259128" y="195657"/>
                </a:cubicBezTo>
                <a:lnTo>
                  <a:pt x="383707" y="195657"/>
                </a:lnTo>
                <a:cubicBezTo>
                  <a:pt x="382474" y="176242"/>
                  <a:pt x="371373" y="160468"/>
                  <a:pt x="356571" y="150760"/>
                </a:cubicBezTo>
                <a:cubicBezTo>
                  <a:pt x="355338" y="151974"/>
                  <a:pt x="355338" y="151974"/>
                  <a:pt x="354104" y="151974"/>
                </a:cubicBezTo>
                <a:lnTo>
                  <a:pt x="333135" y="168962"/>
                </a:lnTo>
                <a:cubicBezTo>
                  <a:pt x="330669" y="171389"/>
                  <a:pt x="325735" y="172602"/>
                  <a:pt x="322034" y="172602"/>
                </a:cubicBezTo>
                <a:cubicBezTo>
                  <a:pt x="317101" y="172602"/>
                  <a:pt x="313400" y="171389"/>
                  <a:pt x="310933" y="168962"/>
                </a:cubicBezTo>
                <a:close/>
                <a:moveTo>
                  <a:pt x="486489" y="144559"/>
                </a:moveTo>
                <a:cubicBezTo>
                  <a:pt x="456926" y="144559"/>
                  <a:pt x="432290" y="167945"/>
                  <a:pt x="432290" y="195023"/>
                </a:cubicBezTo>
                <a:cubicBezTo>
                  <a:pt x="432290" y="220871"/>
                  <a:pt x="456926" y="244257"/>
                  <a:pt x="486489" y="244257"/>
                </a:cubicBezTo>
                <a:cubicBezTo>
                  <a:pt x="517284" y="244257"/>
                  <a:pt x="541920" y="220871"/>
                  <a:pt x="541920" y="195023"/>
                </a:cubicBezTo>
                <a:cubicBezTo>
                  <a:pt x="541920" y="167945"/>
                  <a:pt x="517284" y="144559"/>
                  <a:pt x="486489" y="144559"/>
                </a:cubicBezTo>
                <a:close/>
                <a:moveTo>
                  <a:pt x="320916" y="142070"/>
                </a:moveTo>
                <a:cubicBezTo>
                  <a:pt x="317328" y="142070"/>
                  <a:pt x="313740" y="142070"/>
                  <a:pt x="308956" y="143212"/>
                </a:cubicBezTo>
                <a:lnTo>
                  <a:pt x="322112" y="155779"/>
                </a:lnTo>
                <a:lnTo>
                  <a:pt x="323308" y="155779"/>
                </a:lnTo>
                <a:lnTo>
                  <a:pt x="338855" y="143212"/>
                </a:lnTo>
                <a:cubicBezTo>
                  <a:pt x="334071" y="142070"/>
                  <a:pt x="329287" y="142070"/>
                  <a:pt x="324504" y="142070"/>
                </a:cubicBezTo>
                <a:close/>
                <a:moveTo>
                  <a:pt x="320800" y="125866"/>
                </a:moveTo>
                <a:lnTo>
                  <a:pt x="324508" y="125866"/>
                </a:lnTo>
                <a:cubicBezTo>
                  <a:pt x="366536" y="125866"/>
                  <a:pt x="401148" y="159034"/>
                  <a:pt x="401148" y="200800"/>
                </a:cubicBezTo>
                <a:lnTo>
                  <a:pt x="401148" y="203257"/>
                </a:lnTo>
                <a:cubicBezTo>
                  <a:pt x="401148" y="208171"/>
                  <a:pt x="397440" y="211856"/>
                  <a:pt x="392495" y="211856"/>
                </a:cubicBezTo>
                <a:lnTo>
                  <a:pt x="250340" y="211856"/>
                </a:lnTo>
                <a:cubicBezTo>
                  <a:pt x="245396" y="211856"/>
                  <a:pt x="241687" y="208171"/>
                  <a:pt x="241687" y="203257"/>
                </a:cubicBezTo>
                <a:cubicBezTo>
                  <a:pt x="241687" y="160262"/>
                  <a:pt x="277535" y="125866"/>
                  <a:pt x="320800" y="125866"/>
                </a:cubicBezTo>
                <a:close/>
                <a:moveTo>
                  <a:pt x="162937" y="124623"/>
                </a:moveTo>
                <a:lnTo>
                  <a:pt x="185890" y="124623"/>
                </a:lnTo>
                <a:cubicBezTo>
                  <a:pt x="190722" y="124623"/>
                  <a:pt x="194346" y="128074"/>
                  <a:pt x="194346" y="132676"/>
                </a:cubicBezTo>
                <a:cubicBezTo>
                  <a:pt x="194346" y="137277"/>
                  <a:pt x="190722" y="139578"/>
                  <a:pt x="185890" y="139578"/>
                </a:cubicBezTo>
                <a:lnTo>
                  <a:pt x="162937" y="139578"/>
                </a:lnTo>
                <a:cubicBezTo>
                  <a:pt x="158105" y="139578"/>
                  <a:pt x="154481" y="137277"/>
                  <a:pt x="154481" y="132676"/>
                </a:cubicBezTo>
                <a:cubicBezTo>
                  <a:pt x="154481" y="128074"/>
                  <a:pt x="158105" y="124623"/>
                  <a:pt x="162937" y="124623"/>
                </a:cubicBezTo>
                <a:close/>
                <a:moveTo>
                  <a:pt x="131434" y="124623"/>
                </a:moveTo>
                <a:cubicBezTo>
                  <a:pt x="136062" y="124623"/>
                  <a:pt x="139532" y="128095"/>
                  <a:pt x="139532" y="132724"/>
                </a:cubicBezTo>
                <a:cubicBezTo>
                  <a:pt x="139532" y="137352"/>
                  <a:pt x="136062" y="140824"/>
                  <a:pt x="131434" y="140824"/>
                </a:cubicBezTo>
                <a:cubicBezTo>
                  <a:pt x="126807" y="140824"/>
                  <a:pt x="123337" y="137352"/>
                  <a:pt x="123337" y="132724"/>
                </a:cubicBezTo>
                <a:cubicBezTo>
                  <a:pt x="123337" y="128095"/>
                  <a:pt x="126807" y="124623"/>
                  <a:pt x="131434" y="124623"/>
                </a:cubicBezTo>
                <a:close/>
                <a:moveTo>
                  <a:pt x="104650" y="105929"/>
                </a:moveTo>
                <a:lnTo>
                  <a:pt x="104650" y="184548"/>
                </a:lnTo>
                <a:cubicBezTo>
                  <a:pt x="104650" y="188234"/>
                  <a:pt x="108344" y="191919"/>
                  <a:pt x="112038" y="191919"/>
                </a:cubicBezTo>
                <a:lnTo>
                  <a:pt x="203154" y="191919"/>
                </a:lnTo>
                <a:cubicBezTo>
                  <a:pt x="206848" y="191919"/>
                  <a:pt x="210542" y="188234"/>
                  <a:pt x="210542" y="184548"/>
                </a:cubicBezTo>
                <a:lnTo>
                  <a:pt x="210542" y="105929"/>
                </a:lnTo>
                <a:close/>
                <a:moveTo>
                  <a:pt x="112038" y="67296"/>
                </a:moveTo>
                <a:cubicBezTo>
                  <a:pt x="108344" y="67296"/>
                  <a:pt x="104650" y="70827"/>
                  <a:pt x="104650" y="75535"/>
                </a:cubicBezTo>
                <a:lnTo>
                  <a:pt x="104650" y="88482"/>
                </a:lnTo>
                <a:lnTo>
                  <a:pt x="210542" y="88482"/>
                </a:lnTo>
                <a:lnTo>
                  <a:pt x="210542" y="75535"/>
                </a:lnTo>
                <a:cubicBezTo>
                  <a:pt x="210542" y="70827"/>
                  <a:pt x="206848" y="67296"/>
                  <a:pt x="203154" y="67296"/>
                </a:cubicBezTo>
                <a:close/>
                <a:moveTo>
                  <a:pt x="573691" y="53588"/>
                </a:moveTo>
                <a:cubicBezTo>
                  <a:pt x="578318" y="53588"/>
                  <a:pt x="581788" y="57060"/>
                  <a:pt x="581788" y="61688"/>
                </a:cubicBezTo>
                <a:cubicBezTo>
                  <a:pt x="581788" y="66317"/>
                  <a:pt x="578318" y="69789"/>
                  <a:pt x="573691" y="69789"/>
                </a:cubicBezTo>
                <a:cubicBezTo>
                  <a:pt x="569063" y="69789"/>
                  <a:pt x="565593" y="66317"/>
                  <a:pt x="565593" y="61688"/>
                </a:cubicBezTo>
                <a:cubicBezTo>
                  <a:pt x="565593" y="57060"/>
                  <a:pt x="569063" y="53588"/>
                  <a:pt x="573691" y="53588"/>
                </a:cubicBezTo>
                <a:close/>
                <a:moveTo>
                  <a:pt x="537607" y="53588"/>
                </a:moveTo>
                <a:cubicBezTo>
                  <a:pt x="543357" y="53588"/>
                  <a:pt x="545657" y="57060"/>
                  <a:pt x="545657" y="61688"/>
                </a:cubicBezTo>
                <a:cubicBezTo>
                  <a:pt x="545657" y="66317"/>
                  <a:pt x="543357" y="69789"/>
                  <a:pt x="537607" y="69789"/>
                </a:cubicBezTo>
                <a:cubicBezTo>
                  <a:pt x="533007" y="69789"/>
                  <a:pt x="530707" y="66317"/>
                  <a:pt x="530707" y="61688"/>
                </a:cubicBezTo>
                <a:cubicBezTo>
                  <a:pt x="530707" y="57060"/>
                  <a:pt x="533007" y="53588"/>
                  <a:pt x="537607" y="53588"/>
                </a:cubicBezTo>
                <a:close/>
                <a:moveTo>
                  <a:pt x="502681" y="53588"/>
                </a:moveTo>
                <a:cubicBezTo>
                  <a:pt x="507308" y="53588"/>
                  <a:pt x="510778" y="57060"/>
                  <a:pt x="510778" y="61688"/>
                </a:cubicBezTo>
                <a:cubicBezTo>
                  <a:pt x="510778" y="66317"/>
                  <a:pt x="507308" y="69789"/>
                  <a:pt x="502681" y="69789"/>
                </a:cubicBezTo>
                <a:cubicBezTo>
                  <a:pt x="498053" y="69789"/>
                  <a:pt x="494583" y="66317"/>
                  <a:pt x="494583" y="61688"/>
                </a:cubicBezTo>
                <a:cubicBezTo>
                  <a:pt x="494583" y="57060"/>
                  <a:pt x="498053" y="53588"/>
                  <a:pt x="502681" y="53588"/>
                </a:cubicBezTo>
                <a:close/>
                <a:moveTo>
                  <a:pt x="319560" y="52342"/>
                </a:moveTo>
                <a:cubicBezTo>
                  <a:pt x="304942" y="52342"/>
                  <a:pt x="292761" y="63284"/>
                  <a:pt x="292761" y="76659"/>
                </a:cubicBezTo>
                <a:cubicBezTo>
                  <a:pt x="292761" y="90033"/>
                  <a:pt x="304942" y="102191"/>
                  <a:pt x="319560" y="102191"/>
                </a:cubicBezTo>
                <a:cubicBezTo>
                  <a:pt x="335395" y="102191"/>
                  <a:pt x="347576" y="90033"/>
                  <a:pt x="347576" y="76659"/>
                </a:cubicBezTo>
                <a:cubicBezTo>
                  <a:pt x="347576" y="63284"/>
                  <a:pt x="335395" y="52342"/>
                  <a:pt x="319560" y="52342"/>
                </a:cubicBezTo>
                <a:close/>
                <a:moveTo>
                  <a:pt x="111913" y="51095"/>
                </a:moveTo>
                <a:lnTo>
                  <a:pt x="203278" y="51095"/>
                </a:lnTo>
                <a:cubicBezTo>
                  <a:pt x="216860" y="51095"/>
                  <a:pt x="226737" y="62223"/>
                  <a:pt x="226737" y="75825"/>
                </a:cubicBezTo>
                <a:lnTo>
                  <a:pt x="226737" y="184636"/>
                </a:lnTo>
                <a:cubicBezTo>
                  <a:pt x="226737" y="198238"/>
                  <a:pt x="216860" y="209366"/>
                  <a:pt x="203278" y="209366"/>
                </a:cubicBezTo>
                <a:lnTo>
                  <a:pt x="111913" y="209366"/>
                </a:lnTo>
                <a:cubicBezTo>
                  <a:pt x="98331" y="209366"/>
                  <a:pt x="88454" y="198238"/>
                  <a:pt x="88454" y="184636"/>
                </a:cubicBezTo>
                <a:lnTo>
                  <a:pt x="88454" y="75825"/>
                </a:lnTo>
                <a:cubicBezTo>
                  <a:pt x="88454" y="62223"/>
                  <a:pt x="98331" y="51095"/>
                  <a:pt x="111913" y="51095"/>
                </a:cubicBezTo>
                <a:close/>
                <a:moveTo>
                  <a:pt x="319563" y="34894"/>
                </a:moveTo>
                <a:cubicBezTo>
                  <a:pt x="344133" y="34894"/>
                  <a:pt x="365017" y="53312"/>
                  <a:pt x="365017" y="76642"/>
                </a:cubicBezTo>
                <a:cubicBezTo>
                  <a:pt x="365017" y="99973"/>
                  <a:pt x="344133" y="118391"/>
                  <a:pt x="319563" y="118391"/>
                </a:cubicBezTo>
                <a:cubicBezTo>
                  <a:pt x="296222" y="118391"/>
                  <a:pt x="276566" y="99973"/>
                  <a:pt x="276566" y="76642"/>
                </a:cubicBezTo>
                <a:cubicBezTo>
                  <a:pt x="276566" y="53312"/>
                  <a:pt x="296222" y="34894"/>
                  <a:pt x="319563" y="34894"/>
                </a:cubicBezTo>
                <a:close/>
                <a:moveTo>
                  <a:pt x="494387" y="32402"/>
                </a:moveTo>
                <a:cubicBezTo>
                  <a:pt x="484519" y="32402"/>
                  <a:pt x="474650" y="40978"/>
                  <a:pt x="474650" y="52004"/>
                </a:cubicBezTo>
                <a:lnTo>
                  <a:pt x="474650" y="70380"/>
                </a:lnTo>
                <a:cubicBezTo>
                  <a:pt x="474650" y="80181"/>
                  <a:pt x="482052" y="87532"/>
                  <a:pt x="491920" y="88757"/>
                </a:cubicBezTo>
                <a:lnTo>
                  <a:pt x="500555" y="89982"/>
                </a:lnTo>
                <a:lnTo>
                  <a:pt x="496855" y="104683"/>
                </a:lnTo>
                <a:lnTo>
                  <a:pt x="519059" y="88757"/>
                </a:lnTo>
                <a:lnTo>
                  <a:pt x="581971" y="88757"/>
                </a:lnTo>
                <a:cubicBezTo>
                  <a:pt x="591840" y="88757"/>
                  <a:pt x="600475" y="81406"/>
                  <a:pt x="600475" y="70380"/>
                </a:cubicBezTo>
                <a:lnTo>
                  <a:pt x="600475" y="52004"/>
                </a:lnTo>
                <a:cubicBezTo>
                  <a:pt x="600475" y="40978"/>
                  <a:pt x="591840" y="32402"/>
                  <a:pt x="581971" y="32402"/>
                </a:cubicBezTo>
                <a:close/>
                <a:moveTo>
                  <a:pt x="89627" y="17447"/>
                </a:moveTo>
                <a:cubicBezTo>
                  <a:pt x="78454" y="17447"/>
                  <a:pt x="68522" y="26124"/>
                  <a:pt x="68522" y="37281"/>
                </a:cubicBezTo>
                <a:lnTo>
                  <a:pt x="68522" y="229419"/>
                </a:lnTo>
                <a:lnTo>
                  <a:pt x="162872" y="229419"/>
                </a:lnTo>
                <a:cubicBezTo>
                  <a:pt x="166597" y="229419"/>
                  <a:pt x="170321" y="231898"/>
                  <a:pt x="170321" y="235617"/>
                </a:cubicBezTo>
                <a:cubicBezTo>
                  <a:pt x="172804" y="243054"/>
                  <a:pt x="179011" y="250492"/>
                  <a:pt x="185218" y="250492"/>
                </a:cubicBezTo>
                <a:lnTo>
                  <a:pt x="306880" y="250492"/>
                </a:lnTo>
                <a:cubicBezTo>
                  <a:pt x="313088" y="248013"/>
                  <a:pt x="321778" y="240575"/>
                  <a:pt x="326744" y="233138"/>
                </a:cubicBezTo>
                <a:cubicBezTo>
                  <a:pt x="327985" y="231898"/>
                  <a:pt x="330468" y="229419"/>
                  <a:pt x="332951" y="229419"/>
                </a:cubicBezTo>
                <a:lnTo>
                  <a:pt x="424818" y="229419"/>
                </a:lnTo>
                <a:cubicBezTo>
                  <a:pt x="418611" y="219502"/>
                  <a:pt x="413645" y="207106"/>
                  <a:pt x="413645" y="194710"/>
                </a:cubicBezTo>
                <a:cubicBezTo>
                  <a:pt x="413645" y="182314"/>
                  <a:pt x="417369" y="171158"/>
                  <a:pt x="422335" y="161241"/>
                </a:cubicBezTo>
                <a:lnTo>
                  <a:pt x="422335" y="32322"/>
                </a:lnTo>
                <a:cubicBezTo>
                  <a:pt x="422335" y="26124"/>
                  <a:pt x="414887" y="17447"/>
                  <a:pt x="402472" y="17447"/>
                </a:cubicBezTo>
                <a:close/>
                <a:moveTo>
                  <a:pt x="494301" y="16201"/>
                </a:moveTo>
                <a:lnTo>
                  <a:pt x="582061" y="16201"/>
                </a:lnTo>
                <a:cubicBezTo>
                  <a:pt x="601838" y="16201"/>
                  <a:pt x="616671" y="32218"/>
                  <a:pt x="616671" y="51931"/>
                </a:cubicBezTo>
                <a:lnTo>
                  <a:pt x="616671" y="70412"/>
                </a:lnTo>
                <a:cubicBezTo>
                  <a:pt x="616671" y="90125"/>
                  <a:pt x="601838" y="104910"/>
                  <a:pt x="582061" y="104910"/>
                </a:cubicBezTo>
                <a:lnTo>
                  <a:pt x="523966" y="104910"/>
                </a:lnTo>
                <a:lnTo>
                  <a:pt x="500481" y="123391"/>
                </a:lnTo>
                <a:cubicBezTo>
                  <a:pt x="498009" y="124623"/>
                  <a:pt x="494301" y="124623"/>
                  <a:pt x="493065" y="124623"/>
                </a:cubicBezTo>
                <a:cubicBezTo>
                  <a:pt x="489357" y="124623"/>
                  <a:pt x="486885" y="124623"/>
                  <a:pt x="484412" y="123391"/>
                </a:cubicBezTo>
                <a:cubicBezTo>
                  <a:pt x="479468" y="119695"/>
                  <a:pt x="476996" y="113534"/>
                  <a:pt x="479468" y="107374"/>
                </a:cubicBezTo>
                <a:lnTo>
                  <a:pt x="480704" y="102446"/>
                </a:lnTo>
                <a:cubicBezTo>
                  <a:pt x="467108" y="97518"/>
                  <a:pt x="458455" y="83965"/>
                  <a:pt x="458455" y="70412"/>
                </a:cubicBezTo>
                <a:lnTo>
                  <a:pt x="458455" y="51931"/>
                </a:lnTo>
                <a:cubicBezTo>
                  <a:pt x="458455" y="32218"/>
                  <a:pt x="474524" y="16201"/>
                  <a:pt x="494301" y="16201"/>
                </a:cubicBezTo>
                <a:close/>
                <a:moveTo>
                  <a:pt x="89517" y="0"/>
                </a:moveTo>
                <a:lnTo>
                  <a:pt x="402825" y="0"/>
                </a:lnTo>
                <a:cubicBezTo>
                  <a:pt x="422717" y="0"/>
                  <a:pt x="440123" y="17394"/>
                  <a:pt x="440123" y="32304"/>
                </a:cubicBezTo>
                <a:lnTo>
                  <a:pt x="440123" y="142882"/>
                </a:lnTo>
                <a:cubicBezTo>
                  <a:pt x="452556" y="134185"/>
                  <a:pt x="468719" y="127973"/>
                  <a:pt x="486125" y="127973"/>
                </a:cubicBezTo>
                <a:cubicBezTo>
                  <a:pt x="525910" y="127973"/>
                  <a:pt x="558235" y="157791"/>
                  <a:pt x="558235" y="195065"/>
                </a:cubicBezTo>
                <a:cubicBezTo>
                  <a:pt x="558235" y="231096"/>
                  <a:pt x="525910" y="260915"/>
                  <a:pt x="486125" y="260915"/>
                </a:cubicBezTo>
                <a:cubicBezTo>
                  <a:pt x="469962" y="260915"/>
                  <a:pt x="453799" y="254703"/>
                  <a:pt x="442610" y="247248"/>
                </a:cubicBezTo>
                <a:lnTo>
                  <a:pt x="338174" y="247248"/>
                </a:lnTo>
                <a:cubicBezTo>
                  <a:pt x="330714" y="255945"/>
                  <a:pt x="320768" y="263400"/>
                  <a:pt x="310822" y="267127"/>
                </a:cubicBezTo>
                <a:cubicBezTo>
                  <a:pt x="310822" y="267127"/>
                  <a:pt x="309578" y="267127"/>
                  <a:pt x="308335" y="267127"/>
                </a:cubicBezTo>
                <a:lnTo>
                  <a:pt x="185250" y="267127"/>
                </a:lnTo>
                <a:cubicBezTo>
                  <a:pt x="174060" y="267127"/>
                  <a:pt x="162871" y="259672"/>
                  <a:pt x="157897" y="247248"/>
                </a:cubicBezTo>
                <a:lnTo>
                  <a:pt x="16163" y="247248"/>
                </a:lnTo>
                <a:lnTo>
                  <a:pt x="16163" y="273339"/>
                </a:lnTo>
                <a:cubicBezTo>
                  <a:pt x="16163" y="296946"/>
                  <a:pt x="32326" y="316825"/>
                  <a:pt x="52218" y="316825"/>
                </a:cubicBezTo>
                <a:lnTo>
                  <a:pt x="361796" y="316825"/>
                </a:lnTo>
                <a:cubicBezTo>
                  <a:pt x="376716" y="289491"/>
                  <a:pt x="406555" y="270854"/>
                  <a:pt x="440123" y="270854"/>
                </a:cubicBezTo>
                <a:lnTo>
                  <a:pt x="532126" y="270854"/>
                </a:lnTo>
                <a:cubicBezTo>
                  <a:pt x="579371" y="270854"/>
                  <a:pt x="617913" y="309370"/>
                  <a:pt x="617913" y="356584"/>
                </a:cubicBezTo>
                <a:lnTo>
                  <a:pt x="617913" y="401312"/>
                </a:lnTo>
                <a:cubicBezTo>
                  <a:pt x="617913" y="405039"/>
                  <a:pt x="614183" y="410009"/>
                  <a:pt x="609210" y="410009"/>
                </a:cubicBezTo>
                <a:lnTo>
                  <a:pt x="359310" y="410009"/>
                </a:lnTo>
                <a:cubicBezTo>
                  <a:pt x="354337" y="410009"/>
                  <a:pt x="350607" y="405039"/>
                  <a:pt x="350607" y="401312"/>
                </a:cubicBezTo>
                <a:lnTo>
                  <a:pt x="350607" y="359068"/>
                </a:lnTo>
                <a:cubicBezTo>
                  <a:pt x="350607" y="350371"/>
                  <a:pt x="353093" y="341674"/>
                  <a:pt x="354337" y="332977"/>
                </a:cubicBezTo>
                <a:lnTo>
                  <a:pt x="52218" y="332977"/>
                </a:lnTo>
                <a:cubicBezTo>
                  <a:pt x="23623" y="332977"/>
                  <a:pt x="0" y="305643"/>
                  <a:pt x="0" y="273339"/>
                </a:cubicBezTo>
                <a:lnTo>
                  <a:pt x="0" y="242278"/>
                </a:lnTo>
                <a:cubicBezTo>
                  <a:pt x="0" y="234823"/>
                  <a:pt x="3730" y="229854"/>
                  <a:pt x="11190" y="229854"/>
                </a:cubicBezTo>
                <a:lnTo>
                  <a:pt x="52218" y="229854"/>
                </a:lnTo>
                <a:lnTo>
                  <a:pt x="52218" y="37274"/>
                </a:lnTo>
                <a:cubicBezTo>
                  <a:pt x="52218" y="17394"/>
                  <a:pt x="68381" y="0"/>
                  <a:pt x="89517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59" name="Rounded Rectangle 358">
            <a:extLst>
              <a:ext uri="{FF2B5EF4-FFF2-40B4-BE49-F238E27FC236}">
                <a16:creationId xmlns:a16="http://schemas.microsoft.com/office/drawing/2014/main" id="{FE31653F-E05E-C44E-9E03-2D84C8D28D0F}"/>
              </a:ext>
            </a:extLst>
          </p:cNvPr>
          <p:cNvSpPr/>
          <p:nvPr/>
        </p:nvSpPr>
        <p:spPr>
          <a:xfrm>
            <a:off x="9819334" y="10042112"/>
            <a:ext cx="4758924" cy="2929882"/>
          </a:xfrm>
          <a:prstGeom prst="roundRect">
            <a:avLst>
              <a:gd name="adj" fmla="val 10887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68" name="Rounded Rectangle 367">
            <a:extLst>
              <a:ext uri="{FF2B5EF4-FFF2-40B4-BE49-F238E27FC236}">
                <a16:creationId xmlns:a16="http://schemas.microsoft.com/office/drawing/2014/main" id="{03754936-4D95-884F-B871-B1D89E5FE8FB}"/>
              </a:ext>
            </a:extLst>
          </p:cNvPr>
          <p:cNvSpPr/>
          <p:nvPr/>
        </p:nvSpPr>
        <p:spPr>
          <a:xfrm>
            <a:off x="10345058" y="9360428"/>
            <a:ext cx="3707473" cy="2857604"/>
          </a:xfrm>
          <a:prstGeom prst="roundRect">
            <a:avLst>
              <a:gd name="adj" fmla="val 9852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19" name="Freeform 418">
            <a:extLst>
              <a:ext uri="{FF2B5EF4-FFF2-40B4-BE49-F238E27FC236}">
                <a16:creationId xmlns:a16="http://schemas.microsoft.com/office/drawing/2014/main" id="{02689422-B1E2-D349-964D-0903621807C7}"/>
              </a:ext>
            </a:extLst>
          </p:cNvPr>
          <p:cNvSpPr/>
          <p:nvPr/>
        </p:nvSpPr>
        <p:spPr>
          <a:xfrm>
            <a:off x="11423914" y="9360428"/>
            <a:ext cx="1549765" cy="7739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45" h="622">
                <a:moveTo>
                  <a:pt x="0" y="0"/>
                </a:moveTo>
                <a:cubicBezTo>
                  <a:pt x="0" y="344"/>
                  <a:pt x="279" y="622"/>
                  <a:pt x="622" y="622"/>
                </a:cubicBezTo>
                <a:cubicBezTo>
                  <a:pt x="966" y="622"/>
                  <a:pt x="1245" y="344"/>
                  <a:pt x="1245" y="0"/>
                </a:cubicBezTo>
                <a:close/>
              </a:path>
            </a:pathLst>
          </a:custGeom>
          <a:solidFill>
            <a:schemeClr val="tx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21" name="Rounded Rectangle 420">
            <a:extLst>
              <a:ext uri="{FF2B5EF4-FFF2-40B4-BE49-F238E27FC236}">
                <a16:creationId xmlns:a16="http://schemas.microsoft.com/office/drawing/2014/main" id="{D1687444-5FCE-634F-A623-AAB2D824A465}"/>
              </a:ext>
            </a:extLst>
          </p:cNvPr>
          <p:cNvSpPr/>
          <p:nvPr/>
        </p:nvSpPr>
        <p:spPr>
          <a:xfrm>
            <a:off x="18105095" y="10050840"/>
            <a:ext cx="4760170" cy="2931128"/>
          </a:xfrm>
          <a:prstGeom prst="roundRect">
            <a:avLst>
              <a:gd name="adj" fmla="val 11179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30" name="Rounded Rectangle 429">
            <a:extLst>
              <a:ext uri="{FF2B5EF4-FFF2-40B4-BE49-F238E27FC236}">
                <a16:creationId xmlns:a16="http://schemas.microsoft.com/office/drawing/2014/main" id="{69E12E5C-38BF-DA43-BF54-79E0DE09B358}"/>
              </a:ext>
            </a:extLst>
          </p:cNvPr>
          <p:cNvSpPr/>
          <p:nvPr/>
        </p:nvSpPr>
        <p:spPr>
          <a:xfrm>
            <a:off x="18632064" y="9369152"/>
            <a:ext cx="3707473" cy="2858850"/>
          </a:xfrm>
          <a:prstGeom prst="roundRect">
            <a:avLst>
              <a:gd name="adj" fmla="val 10744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81" name="Freeform 480">
            <a:extLst>
              <a:ext uri="{FF2B5EF4-FFF2-40B4-BE49-F238E27FC236}">
                <a16:creationId xmlns:a16="http://schemas.microsoft.com/office/drawing/2014/main" id="{4D6199D9-EFDA-A44F-B74F-543C79B9FBD1}"/>
              </a:ext>
            </a:extLst>
          </p:cNvPr>
          <p:cNvSpPr/>
          <p:nvPr/>
        </p:nvSpPr>
        <p:spPr>
          <a:xfrm>
            <a:off x="19710920" y="9369152"/>
            <a:ext cx="1548516" cy="77515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44" h="623">
                <a:moveTo>
                  <a:pt x="0" y="0"/>
                </a:moveTo>
                <a:cubicBezTo>
                  <a:pt x="0" y="344"/>
                  <a:pt x="278" y="623"/>
                  <a:pt x="622" y="623"/>
                </a:cubicBezTo>
                <a:cubicBezTo>
                  <a:pt x="966" y="623"/>
                  <a:pt x="1244" y="344"/>
                  <a:pt x="1244" y="0"/>
                </a:cubicBezTo>
                <a:close/>
              </a:path>
            </a:pathLst>
          </a:custGeom>
          <a:solidFill>
            <a:schemeClr val="tx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5" name="Freeform 384">
            <a:extLst>
              <a:ext uri="{FF2B5EF4-FFF2-40B4-BE49-F238E27FC236}">
                <a16:creationId xmlns:a16="http://schemas.microsoft.com/office/drawing/2014/main" id="{0199D54A-408A-A446-9552-60E1B5AB652E}"/>
              </a:ext>
            </a:extLst>
          </p:cNvPr>
          <p:cNvSpPr/>
          <p:nvPr/>
        </p:nvSpPr>
        <p:spPr>
          <a:xfrm>
            <a:off x="11938426" y="9455432"/>
            <a:ext cx="520741" cy="586684"/>
          </a:xfrm>
          <a:custGeom>
            <a:avLst/>
            <a:gdLst>
              <a:gd name="connsiteX0" fmla="*/ 225488 w 520741"/>
              <a:gd name="connsiteY0" fmla="*/ 491967 h 586684"/>
              <a:gd name="connsiteX1" fmla="*/ 225488 w 520741"/>
              <a:gd name="connsiteY1" fmla="*/ 532429 h 586684"/>
              <a:gd name="connsiteX2" fmla="*/ 259879 w 520741"/>
              <a:gd name="connsiteY2" fmla="*/ 567987 h 586684"/>
              <a:gd name="connsiteX3" fmla="*/ 275846 w 520741"/>
              <a:gd name="connsiteY3" fmla="*/ 567987 h 586684"/>
              <a:gd name="connsiteX4" fmla="*/ 312693 w 520741"/>
              <a:gd name="connsiteY4" fmla="*/ 532429 h 586684"/>
              <a:gd name="connsiteX5" fmla="*/ 312693 w 520741"/>
              <a:gd name="connsiteY5" fmla="*/ 491967 h 586684"/>
              <a:gd name="connsiteX6" fmla="*/ 268476 w 520741"/>
              <a:gd name="connsiteY6" fmla="*/ 491967 h 586684"/>
              <a:gd name="connsiteX7" fmla="*/ 278933 w 520741"/>
              <a:gd name="connsiteY7" fmla="*/ 440872 h 586684"/>
              <a:gd name="connsiteX8" fmla="*/ 275320 w 520741"/>
              <a:gd name="connsiteY8" fmla="*/ 443278 h 586684"/>
              <a:gd name="connsiteX9" fmla="*/ 275320 w 520741"/>
              <a:gd name="connsiteY9" fmla="*/ 444482 h 586684"/>
              <a:gd name="connsiteX10" fmla="*/ 275320 w 520741"/>
              <a:gd name="connsiteY10" fmla="*/ 475766 h 586684"/>
              <a:gd name="connsiteX11" fmla="*/ 311448 w 520741"/>
              <a:gd name="connsiteY11" fmla="*/ 475766 h 586684"/>
              <a:gd name="connsiteX12" fmla="*/ 310244 w 520741"/>
              <a:gd name="connsiteY12" fmla="*/ 464937 h 586684"/>
              <a:gd name="connsiteX13" fmla="*/ 278933 w 520741"/>
              <a:gd name="connsiteY13" fmla="*/ 440872 h 586684"/>
              <a:gd name="connsiteX14" fmla="*/ 253118 w 520741"/>
              <a:gd name="connsiteY14" fmla="*/ 440872 h 586684"/>
              <a:gd name="connsiteX15" fmla="*/ 225488 w 520741"/>
              <a:gd name="connsiteY15" fmla="*/ 467343 h 586684"/>
              <a:gd name="connsiteX16" fmla="*/ 225488 w 520741"/>
              <a:gd name="connsiteY16" fmla="*/ 475766 h 586684"/>
              <a:gd name="connsiteX17" fmla="*/ 259124 w 520741"/>
              <a:gd name="connsiteY17" fmla="*/ 475766 h 586684"/>
              <a:gd name="connsiteX18" fmla="*/ 259124 w 520741"/>
              <a:gd name="connsiteY18" fmla="*/ 444482 h 586684"/>
              <a:gd name="connsiteX19" fmla="*/ 255520 w 520741"/>
              <a:gd name="connsiteY19" fmla="*/ 440872 h 586684"/>
              <a:gd name="connsiteX20" fmla="*/ 451112 w 520741"/>
              <a:gd name="connsiteY20" fmla="*/ 24635 h 586684"/>
              <a:gd name="connsiteX21" fmla="*/ 451112 w 520741"/>
              <a:gd name="connsiteY21" fmla="*/ 29599 h 586684"/>
              <a:gd name="connsiteX22" fmla="*/ 451112 w 520741"/>
              <a:gd name="connsiteY22" fmla="*/ 229403 h 586684"/>
              <a:gd name="connsiteX23" fmla="*/ 426260 w 520741"/>
              <a:gd name="connsiteY23" fmla="*/ 260428 h 586684"/>
              <a:gd name="connsiteX24" fmla="*/ 273418 w 520741"/>
              <a:gd name="connsiteY24" fmla="*/ 291454 h 586684"/>
              <a:gd name="connsiteX25" fmla="*/ 265962 w 520741"/>
              <a:gd name="connsiteY25" fmla="*/ 291454 h 586684"/>
              <a:gd name="connsiteX26" fmla="*/ 253536 w 520741"/>
              <a:gd name="connsiteY26" fmla="*/ 291454 h 586684"/>
              <a:gd name="connsiteX27" fmla="*/ 247322 w 520741"/>
              <a:gd name="connsiteY27" fmla="*/ 291454 h 586684"/>
              <a:gd name="connsiteX28" fmla="*/ 94480 w 520741"/>
              <a:gd name="connsiteY28" fmla="*/ 260428 h 586684"/>
              <a:gd name="connsiteX29" fmla="*/ 69628 w 520741"/>
              <a:gd name="connsiteY29" fmla="*/ 229403 h 586684"/>
              <a:gd name="connsiteX30" fmla="*/ 69628 w 520741"/>
              <a:gd name="connsiteY30" fmla="*/ 29599 h 586684"/>
              <a:gd name="connsiteX31" fmla="*/ 69628 w 520741"/>
              <a:gd name="connsiteY31" fmla="*/ 25876 h 586684"/>
              <a:gd name="connsiteX32" fmla="*/ 57201 w 520741"/>
              <a:gd name="connsiteY32" fmla="*/ 28358 h 586684"/>
              <a:gd name="connsiteX33" fmla="*/ 50988 w 520741"/>
              <a:gd name="connsiteY33" fmla="*/ 40768 h 586684"/>
              <a:gd name="connsiteX34" fmla="*/ 50988 w 520741"/>
              <a:gd name="connsiteY34" fmla="*/ 252982 h 586684"/>
              <a:gd name="connsiteX35" fmla="*/ 42290 w 520741"/>
              <a:gd name="connsiteY35" fmla="*/ 260428 h 586684"/>
              <a:gd name="connsiteX36" fmla="*/ 34834 w 520741"/>
              <a:gd name="connsiteY36" fmla="*/ 252982 h 586684"/>
              <a:gd name="connsiteX37" fmla="*/ 34834 w 520741"/>
              <a:gd name="connsiteY37" fmla="*/ 74276 h 586684"/>
              <a:gd name="connsiteX38" fmla="*/ 27379 w 520741"/>
              <a:gd name="connsiteY38" fmla="*/ 74276 h 586684"/>
              <a:gd name="connsiteX39" fmla="*/ 16195 w 520741"/>
              <a:gd name="connsiteY39" fmla="*/ 87927 h 586684"/>
              <a:gd name="connsiteX40" fmla="*/ 16195 w 520741"/>
              <a:gd name="connsiteY40" fmla="*/ 285249 h 586684"/>
              <a:gd name="connsiteX41" fmla="*/ 31106 w 520741"/>
              <a:gd name="connsiteY41" fmla="*/ 300141 h 586684"/>
              <a:gd name="connsiteX42" fmla="*/ 216257 w 520741"/>
              <a:gd name="connsiteY42" fmla="*/ 300141 h 586684"/>
              <a:gd name="connsiteX43" fmla="*/ 224955 w 520741"/>
              <a:gd name="connsiteY43" fmla="*/ 308828 h 586684"/>
              <a:gd name="connsiteX44" fmla="*/ 224955 w 520741"/>
              <a:gd name="connsiteY44" fmla="*/ 317515 h 586684"/>
              <a:gd name="connsiteX45" fmla="*/ 227441 w 520741"/>
              <a:gd name="connsiteY45" fmla="*/ 321238 h 586684"/>
              <a:gd name="connsiteX46" fmla="*/ 290814 w 520741"/>
              <a:gd name="connsiteY46" fmla="*/ 321238 h 586684"/>
              <a:gd name="connsiteX47" fmla="*/ 295785 w 520741"/>
              <a:gd name="connsiteY47" fmla="*/ 316274 h 586684"/>
              <a:gd name="connsiteX48" fmla="*/ 295785 w 520741"/>
              <a:gd name="connsiteY48" fmla="*/ 310069 h 586684"/>
              <a:gd name="connsiteX49" fmla="*/ 295785 w 520741"/>
              <a:gd name="connsiteY49" fmla="*/ 308828 h 586684"/>
              <a:gd name="connsiteX50" fmla="*/ 295785 w 520741"/>
              <a:gd name="connsiteY50" fmla="*/ 307587 h 586684"/>
              <a:gd name="connsiteX51" fmla="*/ 295785 w 520741"/>
              <a:gd name="connsiteY51" fmla="*/ 306346 h 586684"/>
              <a:gd name="connsiteX52" fmla="*/ 295785 w 520741"/>
              <a:gd name="connsiteY52" fmla="*/ 305105 h 586684"/>
              <a:gd name="connsiteX53" fmla="*/ 297027 w 520741"/>
              <a:gd name="connsiteY53" fmla="*/ 305105 h 586684"/>
              <a:gd name="connsiteX54" fmla="*/ 297027 w 520741"/>
              <a:gd name="connsiteY54" fmla="*/ 303864 h 586684"/>
              <a:gd name="connsiteX55" fmla="*/ 298270 w 520741"/>
              <a:gd name="connsiteY55" fmla="*/ 303864 h 586684"/>
              <a:gd name="connsiteX56" fmla="*/ 298270 w 520741"/>
              <a:gd name="connsiteY56" fmla="*/ 302623 h 586684"/>
              <a:gd name="connsiteX57" fmla="*/ 299513 w 520741"/>
              <a:gd name="connsiteY57" fmla="*/ 302623 h 586684"/>
              <a:gd name="connsiteX58" fmla="*/ 300755 w 520741"/>
              <a:gd name="connsiteY58" fmla="*/ 302623 h 586684"/>
              <a:gd name="connsiteX59" fmla="*/ 300755 w 520741"/>
              <a:gd name="connsiteY59" fmla="*/ 301382 h 586684"/>
              <a:gd name="connsiteX60" fmla="*/ 301998 w 520741"/>
              <a:gd name="connsiteY60" fmla="*/ 301382 h 586684"/>
              <a:gd name="connsiteX61" fmla="*/ 303240 w 520741"/>
              <a:gd name="connsiteY61" fmla="*/ 301382 h 586684"/>
              <a:gd name="connsiteX62" fmla="*/ 490876 w 520741"/>
              <a:gd name="connsiteY62" fmla="*/ 300141 h 586684"/>
              <a:gd name="connsiteX63" fmla="*/ 504545 w 520741"/>
              <a:gd name="connsiteY63" fmla="*/ 286490 h 586684"/>
              <a:gd name="connsiteX64" fmla="*/ 504545 w 520741"/>
              <a:gd name="connsiteY64" fmla="*/ 82963 h 586684"/>
              <a:gd name="connsiteX65" fmla="*/ 494604 w 520741"/>
              <a:gd name="connsiteY65" fmla="*/ 74276 h 586684"/>
              <a:gd name="connsiteX66" fmla="*/ 485906 w 520741"/>
              <a:gd name="connsiteY66" fmla="*/ 74276 h 586684"/>
              <a:gd name="connsiteX67" fmla="*/ 485906 w 520741"/>
              <a:gd name="connsiteY67" fmla="*/ 251741 h 586684"/>
              <a:gd name="connsiteX68" fmla="*/ 477207 w 520741"/>
              <a:gd name="connsiteY68" fmla="*/ 259187 h 586684"/>
              <a:gd name="connsiteX69" fmla="*/ 469752 w 520741"/>
              <a:gd name="connsiteY69" fmla="*/ 251741 h 586684"/>
              <a:gd name="connsiteX70" fmla="*/ 469752 w 520741"/>
              <a:gd name="connsiteY70" fmla="*/ 40768 h 586684"/>
              <a:gd name="connsiteX71" fmla="*/ 463538 w 520741"/>
              <a:gd name="connsiteY71" fmla="*/ 28358 h 586684"/>
              <a:gd name="connsiteX72" fmla="*/ 451112 w 520741"/>
              <a:gd name="connsiteY72" fmla="*/ 24635 h 586684"/>
              <a:gd name="connsiteX73" fmla="*/ 413751 w 520741"/>
              <a:gd name="connsiteY73" fmla="*/ 17151 h 586684"/>
              <a:gd name="connsiteX74" fmla="*/ 269081 w 520741"/>
              <a:gd name="connsiteY74" fmla="*/ 59321 h 586684"/>
              <a:gd name="connsiteX75" fmla="*/ 267845 w 520741"/>
              <a:gd name="connsiteY75" fmla="*/ 59321 h 586684"/>
              <a:gd name="connsiteX76" fmla="*/ 267845 w 520741"/>
              <a:gd name="connsiteY76" fmla="*/ 276373 h 586684"/>
              <a:gd name="connsiteX77" fmla="*/ 269081 w 520741"/>
              <a:gd name="connsiteY77" fmla="*/ 276373 h 586684"/>
              <a:gd name="connsiteX78" fmla="*/ 421170 w 520741"/>
              <a:gd name="connsiteY78" fmla="*/ 245366 h 586684"/>
              <a:gd name="connsiteX79" fmla="*/ 433535 w 520741"/>
              <a:gd name="connsiteY79" fmla="*/ 230482 h 586684"/>
              <a:gd name="connsiteX80" fmla="*/ 433535 w 520741"/>
              <a:gd name="connsiteY80" fmla="*/ 30795 h 586684"/>
              <a:gd name="connsiteX81" fmla="*/ 427353 w 520741"/>
              <a:gd name="connsiteY81" fmla="*/ 19632 h 586684"/>
              <a:gd name="connsiteX82" fmla="*/ 413751 w 520741"/>
              <a:gd name="connsiteY82" fmla="*/ 17151 h 586684"/>
              <a:gd name="connsiteX83" fmla="*/ 102033 w 520741"/>
              <a:gd name="connsiteY83" fmla="*/ 14665 h 586684"/>
              <a:gd name="connsiteX84" fmla="*/ 92141 w 520741"/>
              <a:gd name="connsiteY84" fmla="*/ 18386 h 586684"/>
              <a:gd name="connsiteX85" fmla="*/ 87195 w 520741"/>
              <a:gd name="connsiteY85" fmla="*/ 23347 h 586684"/>
              <a:gd name="connsiteX86" fmla="*/ 85959 w 520741"/>
              <a:gd name="connsiteY86" fmla="*/ 29549 h 586684"/>
              <a:gd name="connsiteX87" fmla="*/ 85959 w 520741"/>
              <a:gd name="connsiteY87" fmla="*/ 229236 h 586684"/>
              <a:gd name="connsiteX88" fmla="*/ 98324 w 520741"/>
              <a:gd name="connsiteY88" fmla="*/ 244120 h 586684"/>
              <a:gd name="connsiteX89" fmla="*/ 250412 w 520741"/>
              <a:gd name="connsiteY89" fmla="*/ 275127 h 586684"/>
              <a:gd name="connsiteX90" fmla="*/ 251649 w 520741"/>
              <a:gd name="connsiteY90" fmla="*/ 275127 h 586684"/>
              <a:gd name="connsiteX91" fmla="*/ 251649 w 520741"/>
              <a:gd name="connsiteY91" fmla="*/ 59316 h 586684"/>
              <a:gd name="connsiteX92" fmla="*/ 250412 w 520741"/>
              <a:gd name="connsiteY92" fmla="*/ 58075 h 586684"/>
              <a:gd name="connsiteX93" fmla="*/ 105743 w 520741"/>
              <a:gd name="connsiteY93" fmla="*/ 15905 h 586684"/>
              <a:gd name="connsiteX94" fmla="*/ 102033 w 520741"/>
              <a:gd name="connsiteY94" fmla="*/ 14665 h 586684"/>
              <a:gd name="connsiteX95" fmla="*/ 110611 w 520741"/>
              <a:gd name="connsiteY95" fmla="*/ 954 h 586684"/>
              <a:gd name="connsiteX96" fmla="*/ 256021 w 520741"/>
              <a:gd name="connsiteY96" fmla="*/ 44479 h 586684"/>
              <a:gd name="connsiteX97" fmla="*/ 264720 w 520741"/>
              <a:gd name="connsiteY97" fmla="*/ 44479 h 586684"/>
              <a:gd name="connsiteX98" fmla="*/ 410130 w 520741"/>
              <a:gd name="connsiteY98" fmla="*/ 954 h 586684"/>
              <a:gd name="connsiteX99" fmla="*/ 438715 w 520741"/>
              <a:gd name="connsiteY99" fmla="*/ 7172 h 586684"/>
              <a:gd name="connsiteX100" fmla="*/ 443686 w 520741"/>
              <a:gd name="connsiteY100" fmla="*/ 10902 h 586684"/>
              <a:gd name="connsiteX101" fmla="*/ 473514 w 520741"/>
              <a:gd name="connsiteY101" fmla="*/ 15877 h 586684"/>
              <a:gd name="connsiteX102" fmla="*/ 485942 w 520741"/>
              <a:gd name="connsiteY102" fmla="*/ 41992 h 586684"/>
              <a:gd name="connsiteX103" fmla="*/ 485942 w 520741"/>
              <a:gd name="connsiteY103" fmla="*/ 58159 h 586684"/>
              <a:gd name="connsiteX104" fmla="*/ 494642 w 520741"/>
              <a:gd name="connsiteY104" fmla="*/ 58159 h 586684"/>
              <a:gd name="connsiteX105" fmla="*/ 520741 w 520741"/>
              <a:gd name="connsiteY105" fmla="*/ 84274 h 586684"/>
              <a:gd name="connsiteX106" fmla="*/ 520741 w 520741"/>
              <a:gd name="connsiteY106" fmla="*/ 288223 h 586684"/>
              <a:gd name="connsiteX107" fmla="*/ 490913 w 520741"/>
              <a:gd name="connsiteY107" fmla="*/ 319312 h 586684"/>
              <a:gd name="connsiteX108" fmla="*/ 310705 w 520741"/>
              <a:gd name="connsiteY108" fmla="*/ 320556 h 586684"/>
              <a:gd name="connsiteX109" fmla="*/ 290820 w 520741"/>
              <a:gd name="connsiteY109" fmla="*/ 339210 h 586684"/>
              <a:gd name="connsiteX110" fmla="*/ 227436 w 520741"/>
              <a:gd name="connsiteY110" fmla="*/ 339210 h 586684"/>
              <a:gd name="connsiteX111" fmla="*/ 207551 w 520741"/>
              <a:gd name="connsiteY111" fmla="*/ 320556 h 586684"/>
              <a:gd name="connsiteX112" fmla="*/ 207551 w 520741"/>
              <a:gd name="connsiteY112" fmla="*/ 319312 h 586684"/>
              <a:gd name="connsiteX113" fmla="*/ 49713 w 520741"/>
              <a:gd name="connsiteY113" fmla="*/ 319312 h 586684"/>
              <a:gd name="connsiteX114" fmla="*/ 50956 w 520741"/>
              <a:gd name="connsiteY114" fmla="*/ 377761 h 586684"/>
              <a:gd name="connsiteX115" fmla="*/ 62141 w 520741"/>
              <a:gd name="connsiteY115" fmla="*/ 390197 h 586684"/>
              <a:gd name="connsiteX116" fmla="*/ 251049 w 520741"/>
              <a:gd name="connsiteY116" fmla="*/ 390197 h 586684"/>
              <a:gd name="connsiteX117" fmla="*/ 275906 w 520741"/>
              <a:gd name="connsiteY117" fmla="*/ 415069 h 586684"/>
              <a:gd name="connsiteX118" fmla="*/ 275906 w 520741"/>
              <a:gd name="connsiteY118" fmla="*/ 425017 h 586684"/>
              <a:gd name="connsiteX119" fmla="*/ 279634 w 520741"/>
              <a:gd name="connsiteY119" fmla="*/ 425017 h 586684"/>
              <a:gd name="connsiteX120" fmla="*/ 329347 w 520741"/>
              <a:gd name="connsiteY120" fmla="*/ 466056 h 586684"/>
              <a:gd name="connsiteX121" fmla="*/ 329347 w 520741"/>
              <a:gd name="connsiteY121" fmla="*/ 469787 h 586684"/>
              <a:gd name="connsiteX122" fmla="*/ 329347 w 520741"/>
              <a:gd name="connsiteY122" fmla="*/ 484710 h 586684"/>
              <a:gd name="connsiteX123" fmla="*/ 329347 w 520741"/>
              <a:gd name="connsiteY123" fmla="*/ 533210 h 586684"/>
              <a:gd name="connsiteX124" fmla="*/ 275906 w 520741"/>
              <a:gd name="connsiteY124" fmla="*/ 586684 h 586684"/>
              <a:gd name="connsiteX125" fmla="*/ 259749 w 520741"/>
              <a:gd name="connsiteY125" fmla="*/ 586684 h 586684"/>
              <a:gd name="connsiteX126" fmla="*/ 207551 w 520741"/>
              <a:gd name="connsiteY126" fmla="*/ 533210 h 586684"/>
              <a:gd name="connsiteX127" fmla="*/ 207551 w 520741"/>
              <a:gd name="connsiteY127" fmla="*/ 484710 h 586684"/>
              <a:gd name="connsiteX128" fmla="*/ 207551 w 520741"/>
              <a:gd name="connsiteY128" fmla="*/ 468543 h 586684"/>
              <a:gd name="connsiteX129" fmla="*/ 253535 w 520741"/>
              <a:gd name="connsiteY129" fmla="*/ 425017 h 586684"/>
              <a:gd name="connsiteX130" fmla="*/ 256021 w 520741"/>
              <a:gd name="connsiteY130" fmla="*/ 425017 h 586684"/>
              <a:gd name="connsiteX131" fmla="*/ 259749 w 520741"/>
              <a:gd name="connsiteY131" fmla="*/ 426261 h 586684"/>
              <a:gd name="connsiteX132" fmla="*/ 259749 w 520741"/>
              <a:gd name="connsiteY132" fmla="*/ 415069 h 586684"/>
              <a:gd name="connsiteX133" fmla="*/ 251049 w 520741"/>
              <a:gd name="connsiteY133" fmla="*/ 406364 h 586684"/>
              <a:gd name="connsiteX134" fmla="*/ 62141 w 520741"/>
              <a:gd name="connsiteY134" fmla="*/ 406364 h 586684"/>
              <a:gd name="connsiteX135" fmla="*/ 34799 w 520741"/>
              <a:gd name="connsiteY135" fmla="*/ 377761 h 586684"/>
              <a:gd name="connsiteX136" fmla="*/ 33556 w 520741"/>
              <a:gd name="connsiteY136" fmla="*/ 319312 h 586684"/>
              <a:gd name="connsiteX137" fmla="*/ 31070 w 520741"/>
              <a:gd name="connsiteY137" fmla="*/ 319312 h 586684"/>
              <a:gd name="connsiteX138" fmla="*/ 0 w 520741"/>
              <a:gd name="connsiteY138" fmla="*/ 286979 h 586684"/>
              <a:gd name="connsiteX139" fmla="*/ 0 w 520741"/>
              <a:gd name="connsiteY139" fmla="*/ 88005 h 586684"/>
              <a:gd name="connsiteX140" fmla="*/ 0 w 520741"/>
              <a:gd name="connsiteY140" fmla="*/ 86761 h 586684"/>
              <a:gd name="connsiteX141" fmla="*/ 27342 w 520741"/>
              <a:gd name="connsiteY141" fmla="*/ 58159 h 586684"/>
              <a:gd name="connsiteX142" fmla="*/ 34799 w 520741"/>
              <a:gd name="connsiteY142" fmla="*/ 58159 h 586684"/>
              <a:gd name="connsiteX143" fmla="*/ 34799 w 520741"/>
              <a:gd name="connsiteY143" fmla="*/ 41992 h 586684"/>
              <a:gd name="connsiteX144" fmla="*/ 47227 w 520741"/>
              <a:gd name="connsiteY144" fmla="*/ 17120 h 586684"/>
              <a:gd name="connsiteX145" fmla="*/ 75812 w 520741"/>
              <a:gd name="connsiteY145" fmla="*/ 10902 h 586684"/>
              <a:gd name="connsiteX146" fmla="*/ 82026 w 520741"/>
              <a:gd name="connsiteY146" fmla="*/ 7172 h 586684"/>
              <a:gd name="connsiteX147" fmla="*/ 110611 w 520741"/>
              <a:gd name="connsiteY147" fmla="*/ 954 h 58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</a:cxnLst>
            <a:rect l="l" t="t" r="r" b="b"/>
            <a:pathLst>
              <a:path w="520741" h="586684">
                <a:moveTo>
                  <a:pt x="225488" y="491967"/>
                </a:moveTo>
                <a:lnTo>
                  <a:pt x="225488" y="532429"/>
                </a:lnTo>
                <a:cubicBezTo>
                  <a:pt x="225488" y="552047"/>
                  <a:pt x="241455" y="567987"/>
                  <a:pt x="259879" y="567987"/>
                </a:cubicBezTo>
                <a:lnTo>
                  <a:pt x="275846" y="567987"/>
                </a:lnTo>
                <a:cubicBezTo>
                  <a:pt x="295498" y="567987"/>
                  <a:pt x="312693" y="552047"/>
                  <a:pt x="312693" y="532429"/>
                </a:cubicBezTo>
                <a:lnTo>
                  <a:pt x="312693" y="491967"/>
                </a:lnTo>
                <a:lnTo>
                  <a:pt x="268476" y="491967"/>
                </a:lnTo>
                <a:close/>
                <a:moveTo>
                  <a:pt x="278933" y="440872"/>
                </a:moveTo>
                <a:cubicBezTo>
                  <a:pt x="277729" y="440872"/>
                  <a:pt x="275320" y="442075"/>
                  <a:pt x="275320" y="443278"/>
                </a:cubicBezTo>
                <a:lnTo>
                  <a:pt x="275320" y="444482"/>
                </a:lnTo>
                <a:lnTo>
                  <a:pt x="275320" y="475766"/>
                </a:lnTo>
                <a:lnTo>
                  <a:pt x="311448" y="475766"/>
                </a:lnTo>
                <a:lnTo>
                  <a:pt x="310244" y="464937"/>
                </a:lnTo>
                <a:cubicBezTo>
                  <a:pt x="309039" y="450498"/>
                  <a:pt x="309039" y="440872"/>
                  <a:pt x="278933" y="440872"/>
                </a:cubicBezTo>
                <a:close/>
                <a:moveTo>
                  <a:pt x="253118" y="440872"/>
                </a:moveTo>
                <a:cubicBezTo>
                  <a:pt x="232696" y="440872"/>
                  <a:pt x="225488" y="449295"/>
                  <a:pt x="225488" y="467343"/>
                </a:cubicBezTo>
                <a:lnTo>
                  <a:pt x="225488" y="475766"/>
                </a:lnTo>
                <a:lnTo>
                  <a:pt x="259124" y="475766"/>
                </a:lnTo>
                <a:lnTo>
                  <a:pt x="259124" y="444482"/>
                </a:lnTo>
                <a:cubicBezTo>
                  <a:pt x="259124" y="443278"/>
                  <a:pt x="257923" y="440872"/>
                  <a:pt x="255520" y="440872"/>
                </a:cubicBezTo>
                <a:close/>
                <a:moveTo>
                  <a:pt x="451112" y="24635"/>
                </a:moveTo>
                <a:cubicBezTo>
                  <a:pt x="451112" y="27117"/>
                  <a:pt x="451112" y="28358"/>
                  <a:pt x="451112" y="29599"/>
                </a:cubicBezTo>
                <a:lnTo>
                  <a:pt x="451112" y="229403"/>
                </a:lnTo>
                <a:cubicBezTo>
                  <a:pt x="451112" y="244295"/>
                  <a:pt x="439929" y="256705"/>
                  <a:pt x="426260" y="260428"/>
                </a:cubicBezTo>
                <a:lnTo>
                  <a:pt x="273418" y="291454"/>
                </a:lnTo>
                <a:cubicBezTo>
                  <a:pt x="270932" y="291454"/>
                  <a:pt x="268447" y="291454"/>
                  <a:pt x="265962" y="291454"/>
                </a:cubicBezTo>
                <a:lnTo>
                  <a:pt x="253536" y="291454"/>
                </a:lnTo>
                <a:cubicBezTo>
                  <a:pt x="252293" y="291454"/>
                  <a:pt x="249808" y="291454"/>
                  <a:pt x="247322" y="291454"/>
                </a:cubicBezTo>
                <a:lnTo>
                  <a:pt x="94480" y="260428"/>
                </a:lnTo>
                <a:cubicBezTo>
                  <a:pt x="80811" y="256705"/>
                  <a:pt x="69628" y="244295"/>
                  <a:pt x="69628" y="229403"/>
                </a:cubicBezTo>
                <a:lnTo>
                  <a:pt x="69628" y="29599"/>
                </a:lnTo>
                <a:cubicBezTo>
                  <a:pt x="69628" y="28358"/>
                  <a:pt x="69628" y="27117"/>
                  <a:pt x="69628" y="25876"/>
                </a:cubicBezTo>
                <a:cubicBezTo>
                  <a:pt x="64657" y="25876"/>
                  <a:pt x="59687" y="27117"/>
                  <a:pt x="57201" y="28358"/>
                </a:cubicBezTo>
                <a:cubicBezTo>
                  <a:pt x="52231" y="32081"/>
                  <a:pt x="50988" y="35804"/>
                  <a:pt x="50988" y="40768"/>
                </a:cubicBezTo>
                <a:lnTo>
                  <a:pt x="50988" y="252982"/>
                </a:lnTo>
                <a:cubicBezTo>
                  <a:pt x="50988" y="256705"/>
                  <a:pt x="46018" y="260428"/>
                  <a:pt x="42290" y="260428"/>
                </a:cubicBezTo>
                <a:cubicBezTo>
                  <a:pt x="37320" y="260428"/>
                  <a:pt x="34834" y="256705"/>
                  <a:pt x="34834" y="252982"/>
                </a:cubicBezTo>
                <a:lnTo>
                  <a:pt x="34834" y="74276"/>
                </a:lnTo>
                <a:lnTo>
                  <a:pt x="27379" y="74276"/>
                </a:lnTo>
                <a:cubicBezTo>
                  <a:pt x="17438" y="74276"/>
                  <a:pt x="16195" y="85445"/>
                  <a:pt x="16195" y="87927"/>
                </a:cubicBezTo>
                <a:lnTo>
                  <a:pt x="16195" y="285249"/>
                </a:lnTo>
                <a:cubicBezTo>
                  <a:pt x="16195" y="293936"/>
                  <a:pt x="23651" y="300141"/>
                  <a:pt x="31106" y="300141"/>
                </a:cubicBezTo>
                <a:lnTo>
                  <a:pt x="216257" y="300141"/>
                </a:lnTo>
                <a:cubicBezTo>
                  <a:pt x="221227" y="300141"/>
                  <a:pt x="224955" y="305105"/>
                  <a:pt x="224955" y="308828"/>
                </a:cubicBezTo>
                <a:lnTo>
                  <a:pt x="224955" y="317515"/>
                </a:lnTo>
                <a:cubicBezTo>
                  <a:pt x="224955" y="319997"/>
                  <a:pt x="226198" y="321238"/>
                  <a:pt x="227441" y="321238"/>
                </a:cubicBezTo>
                <a:lnTo>
                  <a:pt x="290814" y="321238"/>
                </a:lnTo>
                <a:cubicBezTo>
                  <a:pt x="293299" y="321238"/>
                  <a:pt x="295785" y="318756"/>
                  <a:pt x="295785" y="316274"/>
                </a:cubicBezTo>
                <a:lnTo>
                  <a:pt x="295785" y="310069"/>
                </a:lnTo>
                <a:lnTo>
                  <a:pt x="295785" y="308828"/>
                </a:lnTo>
                <a:lnTo>
                  <a:pt x="295785" y="307587"/>
                </a:lnTo>
                <a:lnTo>
                  <a:pt x="295785" y="306346"/>
                </a:lnTo>
                <a:lnTo>
                  <a:pt x="295785" y="305105"/>
                </a:lnTo>
                <a:lnTo>
                  <a:pt x="297027" y="305105"/>
                </a:lnTo>
                <a:cubicBezTo>
                  <a:pt x="297027" y="305105"/>
                  <a:pt x="297027" y="305105"/>
                  <a:pt x="297027" y="303864"/>
                </a:cubicBezTo>
                <a:cubicBezTo>
                  <a:pt x="297027" y="303864"/>
                  <a:pt x="297027" y="303864"/>
                  <a:pt x="298270" y="303864"/>
                </a:cubicBezTo>
                <a:lnTo>
                  <a:pt x="298270" y="302623"/>
                </a:lnTo>
                <a:lnTo>
                  <a:pt x="299513" y="302623"/>
                </a:lnTo>
                <a:lnTo>
                  <a:pt x="300755" y="302623"/>
                </a:lnTo>
                <a:lnTo>
                  <a:pt x="300755" y="301382"/>
                </a:lnTo>
                <a:lnTo>
                  <a:pt x="301998" y="301382"/>
                </a:lnTo>
                <a:lnTo>
                  <a:pt x="303240" y="301382"/>
                </a:lnTo>
                <a:lnTo>
                  <a:pt x="490876" y="300141"/>
                </a:lnTo>
                <a:cubicBezTo>
                  <a:pt x="498332" y="300141"/>
                  <a:pt x="504545" y="295177"/>
                  <a:pt x="504545" y="286490"/>
                </a:cubicBezTo>
                <a:lnTo>
                  <a:pt x="504545" y="82963"/>
                </a:lnTo>
                <a:cubicBezTo>
                  <a:pt x="504545" y="77999"/>
                  <a:pt x="500817" y="74276"/>
                  <a:pt x="494604" y="74276"/>
                </a:cubicBezTo>
                <a:lnTo>
                  <a:pt x="485906" y="74276"/>
                </a:lnTo>
                <a:lnTo>
                  <a:pt x="485906" y="251741"/>
                </a:lnTo>
                <a:cubicBezTo>
                  <a:pt x="485906" y="255464"/>
                  <a:pt x="482178" y="259187"/>
                  <a:pt x="477207" y="259187"/>
                </a:cubicBezTo>
                <a:cubicBezTo>
                  <a:pt x="473479" y="259187"/>
                  <a:pt x="469752" y="255464"/>
                  <a:pt x="469752" y="251741"/>
                </a:cubicBezTo>
                <a:lnTo>
                  <a:pt x="469752" y="40768"/>
                </a:lnTo>
                <a:cubicBezTo>
                  <a:pt x="469752" y="35804"/>
                  <a:pt x="467266" y="30840"/>
                  <a:pt x="463538" y="28358"/>
                </a:cubicBezTo>
                <a:cubicBezTo>
                  <a:pt x="459811" y="25876"/>
                  <a:pt x="454840" y="24635"/>
                  <a:pt x="451112" y="24635"/>
                </a:cubicBezTo>
                <a:close/>
                <a:moveTo>
                  <a:pt x="413751" y="17151"/>
                </a:moveTo>
                <a:lnTo>
                  <a:pt x="269081" y="59321"/>
                </a:lnTo>
                <a:cubicBezTo>
                  <a:pt x="269081" y="59321"/>
                  <a:pt x="269081" y="59321"/>
                  <a:pt x="267845" y="59321"/>
                </a:cubicBezTo>
                <a:lnTo>
                  <a:pt x="267845" y="276373"/>
                </a:lnTo>
                <a:lnTo>
                  <a:pt x="269081" y="276373"/>
                </a:lnTo>
                <a:lnTo>
                  <a:pt x="421170" y="245366"/>
                </a:lnTo>
                <a:cubicBezTo>
                  <a:pt x="428589" y="244125"/>
                  <a:pt x="433535" y="237924"/>
                  <a:pt x="433535" y="230482"/>
                </a:cubicBezTo>
                <a:lnTo>
                  <a:pt x="433535" y="30795"/>
                </a:lnTo>
                <a:cubicBezTo>
                  <a:pt x="433535" y="27074"/>
                  <a:pt x="431062" y="22112"/>
                  <a:pt x="427353" y="19632"/>
                </a:cubicBezTo>
                <a:cubicBezTo>
                  <a:pt x="422407" y="15911"/>
                  <a:pt x="418697" y="15911"/>
                  <a:pt x="413751" y="17151"/>
                </a:cubicBezTo>
                <a:close/>
                <a:moveTo>
                  <a:pt x="102033" y="14665"/>
                </a:moveTo>
                <a:cubicBezTo>
                  <a:pt x="98324" y="14665"/>
                  <a:pt x="94614" y="15905"/>
                  <a:pt x="92141" y="18386"/>
                </a:cubicBezTo>
                <a:cubicBezTo>
                  <a:pt x="89668" y="19626"/>
                  <a:pt x="88432" y="20866"/>
                  <a:pt x="87195" y="23347"/>
                </a:cubicBezTo>
                <a:cubicBezTo>
                  <a:pt x="85959" y="25828"/>
                  <a:pt x="85959" y="27068"/>
                  <a:pt x="85959" y="29549"/>
                </a:cubicBezTo>
                <a:lnTo>
                  <a:pt x="85959" y="229236"/>
                </a:lnTo>
                <a:cubicBezTo>
                  <a:pt x="85959" y="236678"/>
                  <a:pt x="90905" y="242879"/>
                  <a:pt x="98324" y="244120"/>
                </a:cubicBezTo>
                <a:lnTo>
                  <a:pt x="250412" y="275127"/>
                </a:lnTo>
                <a:lnTo>
                  <a:pt x="251649" y="275127"/>
                </a:lnTo>
                <a:lnTo>
                  <a:pt x="251649" y="59316"/>
                </a:lnTo>
                <a:lnTo>
                  <a:pt x="250412" y="58075"/>
                </a:lnTo>
                <a:lnTo>
                  <a:pt x="105743" y="15905"/>
                </a:lnTo>
                <a:cubicBezTo>
                  <a:pt x="104506" y="14665"/>
                  <a:pt x="103270" y="14665"/>
                  <a:pt x="102033" y="14665"/>
                </a:cubicBezTo>
                <a:close/>
                <a:moveTo>
                  <a:pt x="110611" y="954"/>
                </a:moveTo>
                <a:lnTo>
                  <a:pt x="256021" y="44479"/>
                </a:lnTo>
                <a:cubicBezTo>
                  <a:pt x="258506" y="45723"/>
                  <a:pt x="262235" y="45723"/>
                  <a:pt x="264720" y="44479"/>
                </a:cubicBezTo>
                <a:lnTo>
                  <a:pt x="410130" y="954"/>
                </a:lnTo>
                <a:cubicBezTo>
                  <a:pt x="420073" y="-1534"/>
                  <a:pt x="430015" y="954"/>
                  <a:pt x="438715" y="7172"/>
                </a:cubicBezTo>
                <a:cubicBezTo>
                  <a:pt x="439958" y="7172"/>
                  <a:pt x="442443" y="8415"/>
                  <a:pt x="443686" y="10902"/>
                </a:cubicBezTo>
                <a:cubicBezTo>
                  <a:pt x="453629" y="7172"/>
                  <a:pt x="464814" y="9659"/>
                  <a:pt x="473514" y="15877"/>
                </a:cubicBezTo>
                <a:cubicBezTo>
                  <a:pt x="480971" y="22095"/>
                  <a:pt x="485942" y="32043"/>
                  <a:pt x="485942" y="41992"/>
                </a:cubicBezTo>
                <a:lnTo>
                  <a:pt x="485942" y="58159"/>
                </a:lnTo>
                <a:lnTo>
                  <a:pt x="494642" y="58159"/>
                </a:lnTo>
                <a:cubicBezTo>
                  <a:pt x="509556" y="58159"/>
                  <a:pt x="520741" y="70595"/>
                  <a:pt x="520741" y="84274"/>
                </a:cubicBezTo>
                <a:lnTo>
                  <a:pt x="520741" y="288223"/>
                </a:lnTo>
                <a:cubicBezTo>
                  <a:pt x="520741" y="305633"/>
                  <a:pt x="507070" y="319312"/>
                  <a:pt x="490913" y="319312"/>
                </a:cubicBezTo>
                <a:lnTo>
                  <a:pt x="310705" y="320556"/>
                </a:lnTo>
                <a:cubicBezTo>
                  <a:pt x="310705" y="330505"/>
                  <a:pt x="300762" y="339210"/>
                  <a:pt x="290820" y="339210"/>
                </a:cubicBezTo>
                <a:lnTo>
                  <a:pt x="227436" y="339210"/>
                </a:lnTo>
                <a:cubicBezTo>
                  <a:pt x="217493" y="339210"/>
                  <a:pt x="208794" y="331748"/>
                  <a:pt x="207551" y="320556"/>
                </a:cubicBezTo>
                <a:cubicBezTo>
                  <a:pt x="207551" y="320556"/>
                  <a:pt x="207551" y="320556"/>
                  <a:pt x="207551" y="319312"/>
                </a:cubicBezTo>
                <a:lnTo>
                  <a:pt x="49713" y="319312"/>
                </a:lnTo>
                <a:lnTo>
                  <a:pt x="50956" y="377761"/>
                </a:lnTo>
                <a:cubicBezTo>
                  <a:pt x="50956" y="385223"/>
                  <a:pt x="55927" y="390197"/>
                  <a:pt x="62141" y="390197"/>
                </a:cubicBezTo>
                <a:lnTo>
                  <a:pt x="251049" y="390197"/>
                </a:lnTo>
                <a:cubicBezTo>
                  <a:pt x="265963" y="390197"/>
                  <a:pt x="275906" y="400146"/>
                  <a:pt x="275906" y="415069"/>
                </a:cubicBezTo>
                <a:lnTo>
                  <a:pt x="275906" y="425017"/>
                </a:lnTo>
                <a:cubicBezTo>
                  <a:pt x="278391" y="425017"/>
                  <a:pt x="278391" y="425017"/>
                  <a:pt x="279634" y="425017"/>
                </a:cubicBezTo>
                <a:cubicBezTo>
                  <a:pt x="326861" y="425017"/>
                  <a:pt x="328104" y="448646"/>
                  <a:pt x="329347" y="466056"/>
                </a:cubicBezTo>
                <a:lnTo>
                  <a:pt x="329347" y="469787"/>
                </a:lnTo>
                <a:lnTo>
                  <a:pt x="329347" y="484710"/>
                </a:lnTo>
                <a:lnTo>
                  <a:pt x="329347" y="533210"/>
                </a:lnTo>
                <a:cubicBezTo>
                  <a:pt x="329347" y="563056"/>
                  <a:pt x="305733" y="586684"/>
                  <a:pt x="275906" y="586684"/>
                </a:cubicBezTo>
                <a:lnTo>
                  <a:pt x="259749" y="586684"/>
                </a:lnTo>
                <a:cubicBezTo>
                  <a:pt x="231164" y="586684"/>
                  <a:pt x="207551" y="563056"/>
                  <a:pt x="207551" y="533210"/>
                </a:cubicBezTo>
                <a:lnTo>
                  <a:pt x="207551" y="484710"/>
                </a:lnTo>
                <a:lnTo>
                  <a:pt x="207551" y="468543"/>
                </a:lnTo>
                <a:cubicBezTo>
                  <a:pt x="207551" y="439940"/>
                  <a:pt x="224950" y="425017"/>
                  <a:pt x="253535" y="425017"/>
                </a:cubicBezTo>
                <a:lnTo>
                  <a:pt x="256021" y="425017"/>
                </a:lnTo>
                <a:cubicBezTo>
                  <a:pt x="257263" y="425017"/>
                  <a:pt x="258506" y="425017"/>
                  <a:pt x="259749" y="426261"/>
                </a:cubicBezTo>
                <a:lnTo>
                  <a:pt x="259749" y="415069"/>
                </a:lnTo>
                <a:cubicBezTo>
                  <a:pt x="259749" y="410094"/>
                  <a:pt x="257263" y="406364"/>
                  <a:pt x="251049" y="406364"/>
                </a:cubicBezTo>
                <a:lnTo>
                  <a:pt x="62141" y="406364"/>
                </a:lnTo>
                <a:cubicBezTo>
                  <a:pt x="45984" y="406364"/>
                  <a:pt x="34799" y="393928"/>
                  <a:pt x="34799" y="377761"/>
                </a:cubicBezTo>
                <a:lnTo>
                  <a:pt x="33556" y="319312"/>
                </a:lnTo>
                <a:lnTo>
                  <a:pt x="31070" y="319312"/>
                </a:lnTo>
                <a:cubicBezTo>
                  <a:pt x="13671" y="319312"/>
                  <a:pt x="0" y="304389"/>
                  <a:pt x="0" y="286979"/>
                </a:cubicBezTo>
                <a:lnTo>
                  <a:pt x="0" y="88005"/>
                </a:lnTo>
                <a:lnTo>
                  <a:pt x="0" y="86761"/>
                </a:lnTo>
                <a:cubicBezTo>
                  <a:pt x="0" y="76813"/>
                  <a:pt x="7457" y="59402"/>
                  <a:pt x="27342" y="58159"/>
                </a:cubicBezTo>
                <a:lnTo>
                  <a:pt x="34799" y="58159"/>
                </a:lnTo>
                <a:lnTo>
                  <a:pt x="34799" y="41992"/>
                </a:lnTo>
                <a:cubicBezTo>
                  <a:pt x="34799" y="32043"/>
                  <a:pt x="38527" y="23338"/>
                  <a:pt x="47227" y="17120"/>
                </a:cubicBezTo>
                <a:cubicBezTo>
                  <a:pt x="55927" y="10902"/>
                  <a:pt x="65869" y="8415"/>
                  <a:pt x="75812" y="10902"/>
                </a:cubicBezTo>
                <a:cubicBezTo>
                  <a:pt x="78298" y="9659"/>
                  <a:pt x="79540" y="8415"/>
                  <a:pt x="82026" y="7172"/>
                </a:cubicBezTo>
                <a:cubicBezTo>
                  <a:pt x="89483" y="954"/>
                  <a:pt x="100668" y="-1534"/>
                  <a:pt x="110611" y="954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90" name="Freeform 389">
            <a:extLst>
              <a:ext uri="{FF2B5EF4-FFF2-40B4-BE49-F238E27FC236}">
                <a16:creationId xmlns:a16="http://schemas.microsoft.com/office/drawing/2014/main" id="{559F81E4-673D-C745-9B9E-FFC65D795040}"/>
              </a:ext>
            </a:extLst>
          </p:cNvPr>
          <p:cNvSpPr/>
          <p:nvPr/>
        </p:nvSpPr>
        <p:spPr>
          <a:xfrm>
            <a:off x="20206743" y="9445171"/>
            <a:ext cx="555620" cy="520924"/>
          </a:xfrm>
          <a:custGeom>
            <a:avLst/>
            <a:gdLst>
              <a:gd name="connsiteX0" fmla="*/ 470910 w 555620"/>
              <a:gd name="connsiteY0" fmla="*/ 433688 h 520924"/>
              <a:gd name="connsiteX1" fmla="*/ 470910 w 555620"/>
              <a:gd name="connsiteY1" fmla="*/ 457880 h 520924"/>
              <a:gd name="connsiteX2" fmla="*/ 487750 w 555620"/>
              <a:gd name="connsiteY2" fmla="*/ 474814 h 520924"/>
              <a:gd name="connsiteX3" fmla="*/ 505792 w 555620"/>
              <a:gd name="connsiteY3" fmla="*/ 457880 h 520924"/>
              <a:gd name="connsiteX4" fmla="*/ 505792 w 555620"/>
              <a:gd name="connsiteY4" fmla="*/ 433688 h 520924"/>
              <a:gd name="connsiteX5" fmla="*/ 183062 w 555620"/>
              <a:gd name="connsiteY5" fmla="*/ 417487 h 520924"/>
              <a:gd name="connsiteX6" fmla="*/ 305284 w 555620"/>
              <a:gd name="connsiteY6" fmla="*/ 417487 h 520924"/>
              <a:gd name="connsiteX7" fmla="*/ 312692 w 555620"/>
              <a:gd name="connsiteY7" fmla="*/ 424389 h 520924"/>
              <a:gd name="connsiteX8" fmla="*/ 305284 w 555620"/>
              <a:gd name="connsiteY8" fmla="*/ 432442 h 520924"/>
              <a:gd name="connsiteX9" fmla="*/ 183062 w 555620"/>
              <a:gd name="connsiteY9" fmla="*/ 432442 h 520924"/>
              <a:gd name="connsiteX10" fmla="*/ 175654 w 555620"/>
              <a:gd name="connsiteY10" fmla="*/ 424389 h 520924"/>
              <a:gd name="connsiteX11" fmla="*/ 183062 w 555620"/>
              <a:gd name="connsiteY11" fmla="*/ 417487 h 520924"/>
              <a:gd name="connsiteX12" fmla="*/ 147628 w 555620"/>
              <a:gd name="connsiteY12" fmla="*/ 416241 h 520924"/>
              <a:gd name="connsiteX13" fmla="*/ 155724 w 555620"/>
              <a:gd name="connsiteY13" fmla="*/ 424342 h 520924"/>
              <a:gd name="connsiteX14" fmla="*/ 147628 w 555620"/>
              <a:gd name="connsiteY14" fmla="*/ 432442 h 520924"/>
              <a:gd name="connsiteX15" fmla="*/ 139530 w 555620"/>
              <a:gd name="connsiteY15" fmla="*/ 424342 h 520924"/>
              <a:gd name="connsiteX16" fmla="*/ 147628 w 555620"/>
              <a:gd name="connsiteY16" fmla="*/ 416241 h 520924"/>
              <a:gd name="connsiteX17" fmla="*/ 183062 w 555620"/>
              <a:gd name="connsiteY17" fmla="*/ 366392 h 520924"/>
              <a:gd name="connsiteX18" fmla="*/ 305284 w 555620"/>
              <a:gd name="connsiteY18" fmla="*/ 366392 h 520924"/>
              <a:gd name="connsiteX19" fmla="*/ 312692 w 555620"/>
              <a:gd name="connsiteY19" fmla="*/ 374445 h 520924"/>
              <a:gd name="connsiteX20" fmla="*/ 305284 w 555620"/>
              <a:gd name="connsiteY20" fmla="*/ 381347 h 520924"/>
              <a:gd name="connsiteX21" fmla="*/ 183062 w 555620"/>
              <a:gd name="connsiteY21" fmla="*/ 381347 h 520924"/>
              <a:gd name="connsiteX22" fmla="*/ 175654 w 555620"/>
              <a:gd name="connsiteY22" fmla="*/ 374445 h 520924"/>
              <a:gd name="connsiteX23" fmla="*/ 183062 w 555620"/>
              <a:gd name="connsiteY23" fmla="*/ 366392 h 520924"/>
              <a:gd name="connsiteX24" fmla="*/ 147628 w 555620"/>
              <a:gd name="connsiteY24" fmla="*/ 365145 h 520924"/>
              <a:gd name="connsiteX25" fmla="*/ 155724 w 555620"/>
              <a:gd name="connsiteY25" fmla="*/ 373246 h 520924"/>
              <a:gd name="connsiteX26" fmla="*/ 147628 w 555620"/>
              <a:gd name="connsiteY26" fmla="*/ 381346 h 520924"/>
              <a:gd name="connsiteX27" fmla="*/ 139530 w 555620"/>
              <a:gd name="connsiteY27" fmla="*/ 373246 h 520924"/>
              <a:gd name="connsiteX28" fmla="*/ 147628 w 555620"/>
              <a:gd name="connsiteY28" fmla="*/ 365145 h 520924"/>
              <a:gd name="connsiteX29" fmla="*/ 183062 w 555620"/>
              <a:gd name="connsiteY29" fmla="*/ 314046 h 520924"/>
              <a:gd name="connsiteX30" fmla="*/ 305284 w 555620"/>
              <a:gd name="connsiteY30" fmla="*/ 314046 h 520924"/>
              <a:gd name="connsiteX31" fmla="*/ 312692 w 555620"/>
              <a:gd name="connsiteY31" fmla="*/ 322099 h 520924"/>
              <a:gd name="connsiteX32" fmla="*/ 305284 w 555620"/>
              <a:gd name="connsiteY32" fmla="*/ 329001 h 520924"/>
              <a:gd name="connsiteX33" fmla="*/ 183062 w 555620"/>
              <a:gd name="connsiteY33" fmla="*/ 329001 h 520924"/>
              <a:gd name="connsiteX34" fmla="*/ 175654 w 555620"/>
              <a:gd name="connsiteY34" fmla="*/ 322099 h 520924"/>
              <a:gd name="connsiteX35" fmla="*/ 183062 w 555620"/>
              <a:gd name="connsiteY35" fmla="*/ 314046 h 520924"/>
              <a:gd name="connsiteX36" fmla="*/ 147628 w 555620"/>
              <a:gd name="connsiteY36" fmla="*/ 314046 h 520924"/>
              <a:gd name="connsiteX37" fmla="*/ 155724 w 555620"/>
              <a:gd name="connsiteY37" fmla="*/ 322146 h 520924"/>
              <a:gd name="connsiteX38" fmla="*/ 147628 w 555620"/>
              <a:gd name="connsiteY38" fmla="*/ 330247 h 520924"/>
              <a:gd name="connsiteX39" fmla="*/ 139530 w 555620"/>
              <a:gd name="connsiteY39" fmla="*/ 322146 h 520924"/>
              <a:gd name="connsiteX40" fmla="*/ 147628 w 555620"/>
              <a:gd name="connsiteY40" fmla="*/ 314046 h 520924"/>
              <a:gd name="connsiteX41" fmla="*/ 357084 w 555620"/>
              <a:gd name="connsiteY41" fmla="*/ 274167 h 520924"/>
              <a:gd name="connsiteX42" fmla="*/ 348824 w 555620"/>
              <a:gd name="connsiteY42" fmla="*/ 281580 h 520924"/>
              <a:gd name="connsiteX43" fmla="*/ 348824 w 555620"/>
              <a:gd name="connsiteY43" fmla="*/ 410070 h 520924"/>
              <a:gd name="connsiteX44" fmla="*/ 357084 w 555620"/>
              <a:gd name="connsiteY44" fmla="*/ 417483 h 520924"/>
              <a:gd name="connsiteX45" fmla="*/ 364164 w 555620"/>
              <a:gd name="connsiteY45" fmla="*/ 417483 h 520924"/>
              <a:gd name="connsiteX46" fmla="*/ 371248 w 555620"/>
              <a:gd name="connsiteY46" fmla="*/ 410070 h 520924"/>
              <a:gd name="connsiteX47" fmla="*/ 371248 w 555620"/>
              <a:gd name="connsiteY47" fmla="*/ 281580 h 520924"/>
              <a:gd name="connsiteX48" fmla="*/ 364164 w 555620"/>
              <a:gd name="connsiteY48" fmla="*/ 274167 h 520924"/>
              <a:gd name="connsiteX49" fmla="*/ 185546 w 555620"/>
              <a:gd name="connsiteY49" fmla="*/ 261708 h 520924"/>
              <a:gd name="connsiteX50" fmla="*/ 306544 w 555620"/>
              <a:gd name="connsiteY50" fmla="*/ 261708 h 520924"/>
              <a:gd name="connsiteX51" fmla="*/ 315188 w 555620"/>
              <a:gd name="connsiteY51" fmla="*/ 268610 h 520924"/>
              <a:gd name="connsiteX52" fmla="*/ 306544 w 555620"/>
              <a:gd name="connsiteY52" fmla="*/ 276663 h 520924"/>
              <a:gd name="connsiteX53" fmla="*/ 185546 w 555620"/>
              <a:gd name="connsiteY53" fmla="*/ 276663 h 520924"/>
              <a:gd name="connsiteX54" fmla="*/ 176904 w 555620"/>
              <a:gd name="connsiteY54" fmla="*/ 268610 h 520924"/>
              <a:gd name="connsiteX55" fmla="*/ 185546 w 555620"/>
              <a:gd name="connsiteY55" fmla="*/ 261708 h 520924"/>
              <a:gd name="connsiteX56" fmla="*/ 147628 w 555620"/>
              <a:gd name="connsiteY56" fmla="*/ 260462 h 520924"/>
              <a:gd name="connsiteX57" fmla="*/ 155724 w 555620"/>
              <a:gd name="connsiteY57" fmla="*/ 268604 h 520924"/>
              <a:gd name="connsiteX58" fmla="*/ 147628 w 555620"/>
              <a:gd name="connsiteY58" fmla="*/ 277909 h 520924"/>
              <a:gd name="connsiteX59" fmla="*/ 139530 w 555620"/>
              <a:gd name="connsiteY59" fmla="*/ 268604 h 520924"/>
              <a:gd name="connsiteX60" fmla="*/ 147628 w 555620"/>
              <a:gd name="connsiteY60" fmla="*/ 260462 h 520924"/>
              <a:gd name="connsiteX61" fmla="*/ 356984 w 555620"/>
              <a:gd name="connsiteY61" fmla="*/ 257970 h 520924"/>
              <a:gd name="connsiteX62" fmla="*/ 364292 w 555620"/>
              <a:gd name="connsiteY62" fmla="*/ 257970 h 520924"/>
              <a:gd name="connsiteX63" fmla="*/ 387440 w 555620"/>
              <a:gd name="connsiteY63" fmla="*/ 281482 h 520924"/>
              <a:gd name="connsiteX64" fmla="*/ 387440 w 555620"/>
              <a:gd name="connsiteY64" fmla="*/ 410176 h 520924"/>
              <a:gd name="connsiteX65" fmla="*/ 364292 w 555620"/>
              <a:gd name="connsiteY65" fmla="*/ 433688 h 520924"/>
              <a:gd name="connsiteX66" fmla="*/ 356984 w 555620"/>
              <a:gd name="connsiteY66" fmla="*/ 433688 h 520924"/>
              <a:gd name="connsiteX67" fmla="*/ 332624 w 555620"/>
              <a:gd name="connsiteY67" fmla="*/ 410176 h 520924"/>
              <a:gd name="connsiteX68" fmla="*/ 332624 w 555620"/>
              <a:gd name="connsiteY68" fmla="*/ 281482 h 520924"/>
              <a:gd name="connsiteX69" fmla="*/ 356984 w 555620"/>
              <a:gd name="connsiteY69" fmla="*/ 257970 h 520924"/>
              <a:gd name="connsiteX70" fmla="*/ 104082 w 555620"/>
              <a:gd name="connsiteY70" fmla="*/ 201886 h 520924"/>
              <a:gd name="connsiteX71" fmla="*/ 110876 w 555620"/>
              <a:gd name="connsiteY71" fmla="*/ 207551 h 520924"/>
              <a:gd name="connsiteX72" fmla="*/ 104082 w 555620"/>
              <a:gd name="connsiteY72" fmla="*/ 214348 h 520924"/>
              <a:gd name="connsiteX73" fmla="*/ 98420 w 555620"/>
              <a:gd name="connsiteY73" fmla="*/ 207551 h 520924"/>
              <a:gd name="connsiteX74" fmla="*/ 104082 w 555620"/>
              <a:gd name="connsiteY74" fmla="*/ 201886 h 520924"/>
              <a:gd name="connsiteX75" fmla="*/ 470910 w 555620"/>
              <a:gd name="connsiteY75" fmla="*/ 166995 h 520924"/>
              <a:gd name="connsiteX76" fmla="*/ 470910 w 555620"/>
              <a:gd name="connsiteY76" fmla="*/ 416241 h 520924"/>
              <a:gd name="connsiteX77" fmla="*/ 505792 w 555620"/>
              <a:gd name="connsiteY77" fmla="*/ 416241 h 520924"/>
              <a:gd name="connsiteX78" fmla="*/ 505792 w 555620"/>
              <a:gd name="connsiteY78" fmla="*/ 166995 h 520924"/>
              <a:gd name="connsiteX79" fmla="*/ 173846 w 555620"/>
              <a:gd name="connsiteY79" fmla="*/ 132100 h 520924"/>
              <a:gd name="connsiteX80" fmla="*/ 180640 w 555620"/>
              <a:gd name="connsiteY80" fmla="*/ 138830 h 520924"/>
              <a:gd name="connsiteX81" fmla="*/ 173846 w 555620"/>
              <a:gd name="connsiteY81" fmla="*/ 143316 h 520924"/>
              <a:gd name="connsiteX82" fmla="*/ 168184 w 555620"/>
              <a:gd name="connsiteY82" fmla="*/ 138830 h 520924"/>
              <a:gd name="connsiteX83" fmla="*/ 173846 w 555620"/>
              <a:gd name="connsiteY83" fmla="*/ 132100 h 520924"/>
              <a:gd name="connsiteX84" fmla="*/ 34260 w 555620"/>
              <a:gd name="connsiteY84" fmla="*/ 132100 h 520924"/>
              <a:gd name="connsiteX85" fmla="*/ 39866 w 555620"/>
              <a:gd name="connsiteY85" fmla="*/ 138830 h 520924"/>
              <a:gd name="connsiteX86" fmla="*/ 34260 w 555620"/>
              <a:gd name="connsiteY86" fmla="*/ 143316 h 520924"/>
              <a:gd name="connsiteX87" fmla="*/ 28654 w 555620"/>
              <a:gd name="connsiteY87" fmla="*/ 138830 h 520924"/>
              <a:gd name="connsiteX88" fmla="*/ 34260 w 555620"/>
              <a:gd name="connsiteY88" fmla="*/ 132100 h 520924"/>
              <a:gd name="connsiteX89" fmla="*/ 478126 w 555620"/>
              <a:gd name="connsiteY89" fmla="*/ 114653 h 520924"/>
              <a:gd name="connsiteX90" fmla="*/ 470910 w 555620"/>
              <a:gd name="connsiteY90" fmla="*/ 121863 h 520924"/>
              <a:gd name="connsiteX91" fmla="*/ 470910 w 555620"/>
              <a:gd name="connsiteY91" fmla="*/ 148301 h 520924"/>
              <a:gd name="connsiteX92" fmla="*/ 505792 w 555620"/>
              <a:gd name="connsiteY92" fmla="*/ 148301 h 520924"/>
              <a:gd name="connsiteX93" fmla="*/ 505792 w 555620"/>
              <a:gd name="connsiteY93" fmla="*/ 120662 h 520924"/>
              <a:gd name="connsiteX94" fmla="*/ 498576 w 555620"/>
              <a:gd name="connsiteY94" fmla="*/ 114653 h 520924"/>
              <a:gd name="connsiteX95" fmla="*/ 205152 w 555620"/>
              <a:gd name="connsiteY95" fmla="*/ 110914 h 520924"/>
              <a:gd name="connsiteX96" fmla="*/ 208876 w 555620"/>
              <a:gd name="connsiteY96" fmla="*/ 137002 h 520924"/>
              <a:gd name="connsiteX97" fmla="*/ 351580 w 555620"/>
              <a:gd name="connsiteY97" fmla="*/ 137002 h 520924"/>
              <a:gd name="connsiteX98" fmla="*/ 382600 w 555620"/>
              <a:gd name="connsiteY98" fmla="*/ 168060 h 520924"/>
              <a:gd name="connsiteX99" fmla="*/ 382600 w 555620"/>
              <a:gd name="connsiteY99" fmla="*/ 222721 h 520924"/>
              <a:gd name="connsiteX100" fmla="*/ 363988 w 555620"/>
              <a:gd name="connsiteY100" fmla="*/ 240113 h 520924"/>
              <a:gd name="connsiteX101" fmla="*/ 197708 w 555620"/>
              <a:gd name="connsiteY101" fmla="*/ 240113 h 520924"/>
              <a:gd name="connsiteX102" fmla="*/ 189024 w 555620"/>
              <a:gd name="connsiteY102" fmla="*/ 232659 h 520924"/>
              <a:gd name="connsiteX103" fmla="*/ 197708 w 555620"/>
              <a:gd name="connsiteY103" fmla="*/ 225205 h 520924"/>
              <a:gd name="connsiteX104" fmla="*/ 363988 w 555620"/>
              <a:gd name="connsiteY104" fmla="*/ 225205 h 520924"/>
              <a:gd name="connsiteX105" fmla="*/ 366468 w 555620"/>
              <a:gd name="connsiteY105" fmla="*/ 222721 h 520924"/>
              <a:gd name="connsiteX106" fmla="*/ 366468 w 555620"/>
              <a:gd name="connsiteY106" fmla="*/ 168060 h 520924"/>
              <a:gd name="connsiteX107" fmla="*/ 351580 w 555620"/>
              <a:gd name="connsiteY107" fmla="*/ 153152 h 520924"/>
              <a:gd name="connsiteX108" fmla="*/ 207636 w 555620"/>
              <a:gd name="connsiteY108" fmla="*/ 153152 h 520924"/>
              <a:gd name="connsiteX109" fmla="*/ 104640 w 555620"/>
              <a:gd name="connsiteY109" fmla="*/ 240113 h 520924"/>
              <a:gd name="connsiteX110" fmla="*/ 103400 w 555620"/>
              <a:gd name="connsiteY110" fmla="*/ 240113 h 520924"/>
              <a:gd name="connsiteX111" fmla="*/ 103400 w 555620"/>
              <a:gd name="connsiteY111" fmla="*/ 500995 h 520924"/>
              <a:gd name="connsiteX112" fmla="*/ 107124 w 555620"/>
              <a:gd name="connsiteY112" fmla="*/ 504722 h 520924"/>
              <a:gd name="connsiteX113" fmla="*/ 414864 w 555620"/>
              <a:gd name="connsiteY113" fmla="*/ 504722 h 520924"/>
              <a:gd name="connsiteX114" fmla="*/ 418588 w 555620"/>
              <a:gd name="connsiteY114" fmla="*/ 500995 h 520924"/>
              <a:gd name="connsiteX115" fmla="*/ 418588 w 555620"/>
              <a:gd name="connsiteY115" fmla="*/ 125822 h 520924"/>
              <a:gd name="connsiteX116" fmla="*/ 404936 w 555620"/>
              <a:gd name="connsiteY116" fmla="*/ 110914 h 520924"/>
              <a:gd name="connsiteX117" fmla="*/ 478094 w 555620"/>
              <a:gd name="connsiteY117" fmla="*/ 98452 h 520924"/>
              <a:gd name="connsiteX118" fmla="*/ 499014 w 555620"/>
              <a:gd name="connsiteY118" fmla="*/ 98452 h 520924"/>
              <a:gd name="connsiteX119" fmla="*/ 522394 w 555620"/>
              <a:gd name="connsiteY119" fmla="*/ 120817 h 520924"/>
              <a:gd name="connsiteX120" fmla="*/ 522394 w 555620"/>
              <a:gd name="connsiteY120" fmla="*/ 153122 h 520924"/>
              <a:gd name="connsiteX121" fmla="*/ 527318 w 555620"/>
              <a:gd name="connsiteY121" fmla="*/ 153122 h 520924"/>
              <a:gd name="connsiteX122" fmla="*/ 555620 w 555620"/>
              <a:gd name="connsiteY122" fmla="*/ 179215 h 520924"/>
              <a:gd name="connsiteX123" fmla="*/ 555620 w 555620"/>
              <a:gd name="connsiteY123" fmla="*/ 250038 h 520924"/>
              <a:gd name="connsiteX124" fmla="*/ 548238 w 555620"/>
              <a:gd name="connsiteY124" fmla="*/ 257493 h 520924"/>
              <a:gd name="connsiteX125" fmla="*/ 540854 w 555620"/>
              <a:gd name="connsiteY125" fmla="*/ 250038 h 520924"/>
              <a:gd name="connsiteX126" fmla="*/ 540854 w 555620"/>
              <a:gd name="connsiteY126" fmla="*/ 179215 h 520924"/>
              <a:gd name="connsiteX127" fmla="*/ 527318 w 555620"/>
              <a:gd name="connsiteY127" fmla="*/ 169275 h 520924"/>
              <a:gd name="connsiteX128" fmla="*/ 522394 w 555620"/>
              <a:gd name="connsiteY128" fmla="*/ 169275 h 520924"/>
              <a:gd name="connsiteX129" fmla="*/ 522394 w 555620"/>
              <a:gd name="connsiteY129" fmla="*/ 425232 h 520924"/>
              <a:gd name="connsiteX130" fmla="*/ 522394 w 555620"/>
              <a:gd name="connsiteY130" fmla="*/ 457538 h 520924"/>
              <a:gd name="connsiteX131" fmla="*/ 499014 w 555620"/>
              <a:gd name="connsiteY131" fmla="*/ 489843 h 520924"/>
              <a:gd name="connsiteX132" fmla="*/ 499014 w 555620"/>
              <a:gd name="connsiteY132" fmla="*/ 504753 h 520924"/>
              <a:gd name="connsiteX133" fmla="*/ 487938 w 555620"/>
              <a:gd name="connsiteY133" fmla="*/ 514693 h 520924"/>
              <a:gd name="connsiteX134" fmla="*/ 478094 w 555620"/>
              <a:gd name="connsiteY134" fmla="*/ 504753 h 520924"/>
              <a:gd name="connsiteX135" fmla="*/ 478094 w 555620"/>
              <a:gd name="connsiteY135" fmla="*/ 489843 h 520924"/>
              <a:gd name="connsiteX136" fmla="*/ 454712 w 555620"/>
              <a:gd name="connsiteY136" fmla="*/ 457538 h 520924"/>
              <a:gd name="connsiteX137" fmla="*/ 454712 w 555620"/>
              <a:gd name="connsiteY137" fmla="*/ 425232 h 520924"/>
              <a:gd name="connsiteX138" fmla="*/ 454712 w 555620"/>
              <a:gd name="connsiteY138" fmla="*/ 158092 h 520924"/>
              <a:gd name="connsiteX139" fmla="*/ 454712 w 555620"/>
              <a:gd name="connsiteY139" fmla="*/ 122060 h 520924"/>
              <a:gd name="connsiteX140" fmla="*/ 478094 w 555620"/>
              <a:gd name="connsiteY140" fmla="*/ 98452 h 520924"/>
              <a:gd name="connsiteX141" fmla="*/ 57258 w 555620"/>
              <a:gd name="connsiteY141" fmla="*/ 88438 h 520924"/>
              <a:gd name="connsiteX142" fmla="*/ 68258 w 555620"/>
              <a:gd name="connsiteY142" fmla="*/ 88438 h 520924"/>
              <a:gd name="connsiteX143" fmla="*/ 100038 w 555620"/>
              <a:gd name="connsiteY143" fmla="*/ 121485 h 520924"/>
              <a:gd name="connsiteX144" fmla="*/ 103704 w 555620"/>
              <a:gd name="connsiteY144" fmla="*/ 121485 h 520924"/>
              <a:gd name="connsiteX145" fmla="*/ 119594 w 555620"/>
              <a:gd name="connsiteY145" fmla="*/ 138621 h 520924"/>
              <a:gd name="connsiteX146" fmla="*/ 103704 w 555620"/>
              <a:gd name="connsiteY146" fmla="*/ 154533 h 520924"/>
              <a:gd name="connsiteX147" fmla="*/ 89036 w 555620"/>
              <a:gd name="connsiteY147" fmla="*/ 143517 h 520924"/>
              <a:gd name="connsiteX148" fmla="*/ 63368 w 555620"/>
              <a:gd name="connsiteY148" fmla="*/ 144741 h 520924"/>
              <a:gd name="connsiteX149" fmla="*/ 54812 w 555620"/>
              <a:gd name="connsiteY149" fmla="*/ 136173 h 520924"/>
              <a:gd name="connsiteX150" fmla="*/ 63368 w 555620"/>
              <a:gd name="connsiteY150" fmla="*/ 128829 h 520924"/>
              <a:gd name="connsiteX151" fmla="*/ 85370 w 555620"/>
              <a:gd name="connsiteY151" fmla="*/ 128829 h 520924"/>
              <a:gd name="connsiteX152" fmla="*/ 57258 w 555620"/>
              <a:gd name="connsiteY152" fmla="*/ 99454 h 520924"/>
              <a:gd name="connsiteX153" fmla="*/ 57258 w 555620"/>
              <a:gd name="connsiteY153" fmla="*/ 88438 h 520924"/>
              <a:gd name="connsiteX154" fmla="*/ 104082 w 555620"/>
              <a:gd name="connsiteY154" fmla="*/ 62312 h 520924"/>
              <a:gd name="connsiteX155" fmla="*/ 110876 w 555620"/>
              <a:gd name="connsiteY155" fmla="*/ 67977 h 520924"/>
              <a:gd name="connsiteX156" fmla="*/ 104082 w 555620"/>
              <a:gd name="connsiteY156" fmla="*/ 74774 h 520924"/>
              <a:gd name="connsiteX157" fmla="*/ 98420 w 555620"/>
              <a:gd name="connsiteY157" fmla="*/ 67977 h 520924"/>
              <a:gd name="connsiteX158" fmla="*/ 104082 w 555620"/>
              <a:gd name="connsiteY158" fmla="*/ 62312 h 520924"/>
              <a:gd name="connsiteX159" fmla="*/ 104024 w 555620"/>
              <a:gd name="connsiteY159" fmla="*/ 51095 h 520924"/>
              <a:gd name="connsiteX160" fmla="*/ 17440 w 555620"/>
              <a:gd name="connsiteY160" fmla="*/ 137708 h 520924"/>
              <a:gd name="connsiteX161" fmla="*/ 104024 w 555620"/>
              <a:gd name="connsiteY161" fmla="*/ 224321 h 520924"/>
              <a:gd name="connsiteX162" fmla="*/ 190608 w 555620"/>
              <a:gd name="connsiteY162" fmla="*/ 137708 h 520924"/>
              <a:gd name="connsiteX163" fmla="*/ 104024 w 555620"/>
              <a:gd name="connsiteY163" fmla="*/ 51095 h 520924"/>
              <a:gd name="connsiteX164" fmla="*/ 78260 w 555620"/>
              <a:gd name="connsiteY164" fmla="*/ 0 h 520924"/>
              <a:gd name="connsiteX165" fmla="*/ 132920 w 555620"/>
              <a:gd name="connsiteY165" fmla="*/ 0 h 520924"/>
              <a:gd name="connsiteX166" fmla="*/ 141616 w 555620"/>
              <a:gd name="connsiteY166" fmla="*/ 8703 h 520924"/>
              <a:gd name="connsiteX167" fmla="*/ 132920 w 555620"/>
              <a:gd name="connsiteY167" fmla="*/ 17406 h 520924"/>
              <a:gd name="connsiteX168" fmla="*/ 113044 w 555620"/>
              <a:gd name="connsiteY168" fmla="*/ 17406 h 520924"/>
              <a:gd name="connsiteX169" fmla="*/ 113044 w 555620"/>
              <a:gd name="connsiteY169" fmla="*/ 18649 h 520924"/>
              <a:gd name="connsiteX170" fmla="*/ 113044 w 555620"/>
              <a:gd name="connsiteY170" fmla="*/ 34811 h 520924"/>
              <a:gd name="connsiteX171" fmla="*/ 162732 w 555620"/>
              <a:gd name="connsiteY171" fmla="*/ 52217 h 520924"/>
              <a:gd name="connsiteX172" fmla="*/ 171428 w 555620"/>
              <a:gd name="connsiteY172" fmla="*/ 43514 h 520924"/>
              <a:gd name="connsiteX173" fmla="*/ 183852 w 555620"/>
              <a:gd name="connsiteY173" fmla="*/ 43514 h 520924"/>
              <a:gd name="connsiteX174" fmla="*/ 183852 w 555620"/>
              <a:gd name="connsiteY174" fmla="*/ 54703 h 520924"/>
              <a:gd name="connsiteX175" fmla="*/ 176396 w 555620"/>
              <a:gd name="connsiteY175" fmla="*/ 62163 h 520924"/>
              <a:gd name="connsiteX176" fmla="*/ 181364 w 555620"/>
              <a:gd name="connsiteY176" fmla="*/ 69622 h 520924"/>
              <a:gd name="connsiteX177" fmla="*/ 185092 w 555620"/>
              <a:gd name="connsiteY177" fmla="*/ 65893 h 520924"/>
              <a:gd name="connsiteX178" fmla="*/ 196272 w 555620"/>
              <a:gd name="connsiteY178" fmla="*/ 65893 h 520924"/>
              <a:gd name="connsiteX179" fmla="*/ 196272 w 555620"/>
              <a:gd name="connsiteY179" fmla="*/ 78325 h 520924"/>
              <a:gd name="connsiteX180" fmla="*/ 191304 w 555620"/>
              <a:gd name="connsiteY180" fmla="*/ 82055 h 520924"/>
              <a:gd name="connsiteX181" fmla="*/ 200000 w 555620"/>
              <a:gd name="connsiteY181" fmla="*/ 95731 h 520924"/>
              <a:gd name="connsiteX182" fmla="*/ 404968 w 555620"/>
              <a:gd name="connsiteY182" fmla="*/ 95731 h 520924"/>
              <a:gd name="connsiteX183" fmla="*/ 434780 w 555620"/>
              <a:gd name="connsiteY183" fmla="*/ 125569 h 520924"/>
              <a:gd name="connsiteX184" fmla="*/ 434780 w 555620"/>
              <a:gd name="connsiteY184" fmla="*/ 501032 h 520924"/>
              <a:gd name="connsiteX185" fmla="*/ 414904 w 555620"/>
              <a:gd name="connsiteY185" fmla="*/ 520924 h 520924"/>
              <a:gd name="connsiteX186" fmla="*/ 106832 w 555620"/>
              <a:gd name="connsiteY186" fmla="*/ 520924 h 520924"/>
              <a:gd name="connsiteX187" fmla="*/ 86956 w 555620"/>
              <a:gd name="connsiteY187" fmla="*/ 501032 h 520924"/>
              <a:gd name="connsiteX188" fmla="*/ 86956 w 555620"/>
              <a:gd name="connsiteY188" fmla="*/ 239948 h 520924"/>
              <a:gd name="connsiteX189" fmla="*/ 0 w 555620"/>
              <a:gd name="connsiteY189" fmla="*/ 138001 h 520924"/>
              <a:gd name="connsiteX190" fmla="*/ 95652 w 555620"/>
              <a:gd name="connsiteY190" fmla="*/ 34811 h 520924"/>
              <a:gd name="connsiteX191" fmla="*/ 95652 w 555620"/>
              <a:gd name="connsiteY191" fmla="*/ 18649 h 520924"/>
              <a:gd name="connsiteX192" fmla="*/ 96896 w 555620"/>
              <a:gd name="connsiteY192" fmla="*/ 17406 h 520924"/>
              <a:gd name="connsiteX193" fmla="*/ 78260 w 555620"/>
              <a:gd name="connsiteY193" fmla="*/ 17406 h 520924"/>
              <a:gd name="connsiteX194" fmla="*/ 70808 w 555620"/>
              <a:gd name="connsiteY194" fmla="*/ 8703 h 520924"/>
              <a:gd name="connsiteX195" fmla="*/ 78260 w 555620"/>
              <a:gd name="connsiteY195" fmla="*/ 0 h 520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</a:cxnLst>
            <a:rect l="l" t="t" r="r" b="b"/>
            <a:pathLst>
              <a:path w="555620" h="520924">
                <a:moveTo>
                  <a:pt x="470910" y="433688"/>
                </a:moveTo>
                <a:lnTo>
                  <a:pt x="470910" y="457880"/>
                </a:lnTo>
                <a:cubicBezTo>
                  <a:pt x="470910" y="467556"/>
                  <a:pt x="478126" y="474814"/>
                  <a:pt x="487750" y="474814"/>
                </a:cubicBezTo>
                <a:cubicBezTo>
                  <a:pt x="497372" y="474814"/>
                  <a:pt x="505792" y="467556"/>
                  <a:pt x="505792" y="457880"/>
                </a:cubicBezTo>
                <a:lnTo>
                  <a:pt x="505792" y="433688"/>
                </a:lnTo>
                <a:close/>
                <a:moveTo>
                  <a:pt x="183062" y="417487"/>
                </a:moveTo>
                <a:lnTo>
                  <a:pt x="305284" y="417487"/>
                </a:lnTo>
                <a:cubicBezTo>
                  <a:pt x="310222" y="417487"/>
                  <a:pt x="312692" y="420938"/>
                  <a:pt x="312692" y="424389"/>
                </a:cubicBezTo>
                <a:cubicBezTo>
                  <a:pt x="312692" y="428991"/>
                  <a:pt x="310222" y="432442"/>
                  <a:pt x="305284" y="432442"/>
                </a:cubicBezTo>
                <a:lnTo>
                  <a:pt x="183062" y="432442"/>
                </a:lnTo>
                <a:cubicBezTo>
                  <a:pt x="178124" y="432442"/>
                  <a:pt x="175654" y="428991"/>
                  <a:pt x="175654" y="424389"/>
                </a:cubicBezTo>
                <a:cubicBezTo>
                  <a:pt x="175654" y="420938"/>
                  <a:pt x="178124" y="417487"/>
                  <a:pt x="183062" y="417487"/>
                </a:cubicBezTo>
                <a:close/>
                <a:moveTo>
                  <a:pt x="147628" y="416241"/>
                </a:moveTo>
                <a:cubicBezTo>
                  <a:pt x="152254" y="416241"/>
                  <a:pt x="155724" y="420870"/>
                  <a:pt x="155724" y="424342"/>
                </a:cubicBezTo>
                <a:cubicBezTo>
                  <a:pt x="155724" y="428970"/>
                  <a:pt x="152254" y="432442"/>
                  <a:pt x="147628" y="432442"/>
                </a:cubicBezTo>
                <a:cubicBezTo>
                  <a:pt x="143000" y="432442"/>
                  <a:pt x="139530" y="428970"/>
                  <a:pt x="139530" y="424342"/>
                </a:cubicBezTo>
                <a:cubicBezTo>
                  <a:pt x="139530" y="420870"/>
                  <a:pt x="143000" y="416241"/>
                  <a:pt x="147628" y="416241"/>
                </a:cubicBezTo>
                <a:close/>
                <a:moveTo>
                  <a:pt x="183062" y="366392"/>
                </a:moveTo>
                <a:lnTo>
                  <a:pt x="305284" y="366392"/>
                </a:lnTo>
                <a:cubicBezTo>
                  <a:pt x="310222" y="366392"/>
                  <a:pt x="312692" y="369843"/>
                  <a:pt x="312692" y="374445"/>
                </a:cubicBezTo>
                <a:cubicBezTo>
                  <a:pt x="312692" y="377896"/>
                  <a:pt x="310222" y="381347"/>
                  <a:pt x="305284" y="381347"/>
                </a:cubicBezTo>
                <a:lnTo>
                  <a:pt x="183062" y="381347"/>
                </a:lnTo>
                <a:cubicBezTo>
                  <a:pt x="178124" y="381347"/>
                  <a:pt x="175654" y="377896"/>
                  <a:pt x="175654" y="374445"/>
                </a:cubicBezTo>
                <a:cubicBezTo>
                  <a:pt x="175654" y="369843"/>
                  <a:pt x="178124" y="366392"/>
                  <a:pt x="183062" y="366392"/>
                </a:cubicBezTo>
                <a:close/>
                <a:moveTo>
                  <a:pt x="147628" y="365145"/>
                </a:moveTo>
                <a:cubicBezTo>
                  <a:pt x="152254" y="365145"/>
                  <a:pt x="155724" y="368617"/>
                  <a:pt x="155724" y="373246"/>
                </a:cubicBezTo>
                <a:cubicBezTo>
                  <a:pt x="155724" y="377874"/>
                  <a:pt x="152254" y="381346"/>
                  <a:pt x="147628" y="381346"/>
                </a:cubicBezTo>
                <a:cubicBezTo>
                  <a:pt x="143000" y="381346"/>
                  <a:pt x="139530" y="377874"/>
                  <a:pt x="139530" y="373246"/>
                </a:cubicBezTo>
                <a:cubicBezTo>
                  <a:pt x="139530" y="368617"/>
                  <a:pt x="143000" y="365145"/>
                  <a:pt x="147628" y="365145"/>
                </a:cubicBezTo>
                <a:close/>
                <a:moveTo>
                  <a:pt x="183062" y="314046"/>
                </a:moveTo>
                <a:lnTo>
                  <a:pt x="305284" y="314046"/>
                </a:lnTo>
                <a:cubicBezTo>
                  <a:pt x="310222" y="314046"/>
                  <a:pt x="312692" y="317497"/>
                  <a:pt x="312692" y="322099"/>
                </a:cubicBezTo>
                <a:cubicBezTo>
                  <a:pt x="312692" y="325550"/>
                  <a:pt x="310222" y="329001"/>
                  <a:pt x="305284" y="329001"/>
                </a:cubicBezTo>
                <a:lnTo>
                  <a:pt x="183062" y="329001"/>
                </a:lnTo>
                <a:cubicBezTo>
                  <a:pt x="178124" y="329001"/>
                  <a:pt x="175654" y="325550"/>
                  <a:pt x="175654" y="322099"/>
                </a:cubicBezTo>
                <a:cubicBezTo>
                  <a:pt x="175654" y="317497"/>
                  <a:pt x="178124" y="314046"/>
                  <a:pt x="183062" y="314046"/>
                </a:cubicBezTo>
                <a:close/>
                <a:moveTo>
                  <a:pt x="147628" y="314046"/>
                </a:moveTo>
                <a:cubicBezTo>
                  <a:pt x="152254" y="314046"/>
                  <a:pt x="155724" y="317518"/>
                  <a:pt x="155724" y="322146"/>
                </a:cubicBezTo>
                <a:cubicBezTo>
                  <a:pt x="155724" y="325618"/>
                  <a:pt x="152254" y="330247"/>
                  <a:pt x="147628" y="330247"/>
                </a:cubicBezTo>
                <a:cubicBezTo>
                  <a:pt x="143000" y="330247"/>
                  <a:pt x="139530" y="325618"/>
                  <a:pt x="139530" y="322146"/>
                </a:cubicBezTo>
                <a:cubicBezTo>
                  <a:pt x="139530" y="317518"/>
                  <a:pt x="143000" y="314046"/>
                  <a:pt x="147628" y="314046"/>
                </a:cubicBezTo>
                <a:close/>
                <a:moveTo>
                  <a:pt x="357084" y="274167"/>
                </a:moveTo>
                <a:cubicBezTo>
                  <a:pt x="352364" y="274167"/>
                  <a:pt x="348824" y="277873"/>
                  <a:pt x="348824" y="281580"/>
                </a:cubicBezTo>
                <a:lnTo>
                  <a:pt x="348824" y="410070"/>
                </a:lnTo>
                <a:cubicBezTo>
                  <a:pt x="348824" y="413777"/>
                  <a:pt x="352364" y="417483"/>
                  <a:pt x="357084" y="417483"/>
                </a:cubicBezTo>
                <a:lnTo>
                  <a:pt x="364164" y="417483"/>
                </a:lnTo>
                <a:cubicBezTo>
                  <a:pt x="367704" y="417483"/>
                  <a:pt x="371248" y="413777"/>
                  <a:pt x="371248" y="410070"/>
                </a:cubicBezTo>
                <a:lnTo>
                  <a:pt x="371248" y="281580"/>
                </a:lnTo>
                <a:cubicBezTo>
                  <a:pt x="371248" y="277873"/>
                  <a:pt x="367704" y="274167"/>
                  <a:pt x="364164" y="274167"/>
                </a:cubicBezTo>
                <a:close/>
                <a:moveTo>
                  <a:pt x="185546" y="261708"/>
                </a:moveTo>
                <a:lnTo>
                  <a:pt x="306544" y="261708"/>
                </a:lnTo>
                <a:cubicBezTo>
                  <a:pt x="311482" y="261708"/>
                  <a:pt x="315188" y="265159"/>
                  <a:pt x="315188" y="268610"/>
                </a:cubicBezTo>
                <a:cubicBezTo>
                  <a:pt x="315188" y="273212"/>
                  <a:pt x="311482" y="276663"/>
                  <a:pt x="306544" y="276663"/>
                </a:cubicBezTo>
                <a:lnTo>
                  <a:pt x="185546" y="276663"/>
                </a:lnTo>
                <a:cubicBezTo>
                  <a:pt x="180608" y="276663"/>
                  <a:pt x="176904" y="273212"/>
                  <a:pt x="176904" y="268610"/>
                </a:cubicBezTo>
                <a:cubicBezTo>
                  <a:pt x="176904" y="265159"/>
                  <a:pt x="180608" y="261708"/>
                  <a:pt x="185546" y="261708"/>
                </a:cubicBezTo>
                <a:close/>
                <a:moveTo>
                  <a:pt x="147628" y="260462"/>
                </a:moveTo>
                <a:cubicBezTo>
                  <a:pt x="152254" y="260462"/>
                  <a:pt x="155724" y="265115"/>
                  <a:pt x="155724" y="268604"/>
                </a:cubicBezTo>
                <a:cubicBezTo>
                  <a:pt x="155724" y="273256"/>
                  <a:pt x="152254" y="277909"/>
                  <a:pt x="147628" y="277909"/>
                </a:cubicBezTo>
                <a:cubicBezTo>
                  <a:pt x="143000" y="277909"/>
                  <a:pt x="139530" y="273256"/>
                  <a:pt x="139530" y="268604"/>
                </a:cubicBezTo>
                <a:cubicBezTo>
                  <a:pt x="139530" y="265115"/>
                  <a:pt x="143000" y="260462"/>
                  <a:pt x="147628" y="260462"/>
                </a:cubicBezTo>
                <a:close/>
                <a:moveTo>
                  <a:pt x="356984" y="257970"/>
                </a:moveTo>
                <a:lnTo>
                  <a:pt x="364292" y="257970"/>
                </a:lnTo>
                <a:cubicBezTo>
                  <a:pt x="376476" y="257970"/>
                  <a:pt x="387440" y="269107"/>
                  <a:pt x="387440" y="281482"/>
                </a:cubicBezTo>
                <a:lnTo>
                  <a:pt x="387440" y="410176"/>
                </a:lnTo>
                <a:cubicBezTo>
                  <a:pt x="387440" y="422551"/>
                  <a:pt x="376476" y="433688"/>
                  <a:pt x="364292" y="433688"/>
                </a:cubicBezTo>
                <a:lnTo>
                  <a:pt x="356984" y="433688"/>
                </a:lnTo>
                <a:cubicBezTo>
                  <a:pt x="342368" y="433688"/>
                  <a:pt x="332624" y="422551"/>
                  <a:pt x="332624" y="410176"/>
                </a:cubicBezTo>
                <a:lnTo>
                  <a:pt x="332624" y="281482"/>
                </a:lnTo>
                <a:cubicBezTo>
                  <a:pt x="332624" y="269107"/>
                  <a:pt x="342368" y="257970"/>
                  <a:pt x="356984" y="257970"/>
                </a:cubicBezTo>
                <a:close/>
                <a:moveTo>
                  <a:pt x="104082" y="201886"/>
                </a:moveTo>
                <a:cubicBezTo>
                  <a:pt x="107480" y="201886"/>
                  <a:pt x="110876" y="204152"/>
                  <a:pt x="110876" y="207551"/>
                </a:cubicBezTo>
                <a:cubicBezTo>
                  <a:pt x="110876" y="210949"/>
                  <a:pt x="107480" y="214348"/>
                  <a:pt x="104082" y="214348"/>
                </a:cubicBezTo>
                <a:cubicBezTo>
                  <a:pt x="100684" y="214348"/>
                  <a:pt x="98420" y="210949"/>
                  <a:pt x="98420" y="207551"/>
                </a:cubicBezTo>
                <a:cubicBezTo>
                  <a:pt x="98420" y="204152"/>
                  <a:pt x="100684" y="201886"/>
                  <a:pt x="104082" y="201886"/>
                </a:cubicBezTo>
                <a:close/>
                <a:moveTo>
                  <a:pt x="470910" y="166995"/>
                </a:moveTo>
                <a:lnTo>
                  <a:pt x="470910" y="416241"/>
                </a:lnTo>
                <a:lnTo>
                  <a:pt x="505792" y="416241"/>
                </a:lnTo>
                <a:lnTo>
                  <a:pt x="505792" y="166995"/>
                </a:lnTo>
                <a:close/>
                <a:moveTo>
                  <a:pt x="173846" y="132100"/>
                </a:moveTo>
                <a:cubicBezTo>
                  <a:pt x="177244" y="132100"/>
                  <a:pt x="180640" y="135465"/>
                  <a:pt x="180640" y="138830"/>
                </a:cubicBezTo>
                <a:cubicBezTo>
                  <a:pt x="180640" y="141073"/>
                  <a:pt x="177244" y="143316"/>
                  <a:pt x="173846" y="143316"/>
                </a:cubicBezTo>
                <a:cubicBezTo>
                  <a:pt x="170448" y="143316"/>
                  <a:pt x="168184" y="141073"/>
                  <a:pt x="168184" y="138830"/>
                </a:cubicBezTo>
                <a:cubicBezTo>
                  <a:pt x="168184" y="135465"/>
                  <a:pt x="170448" y="132100"/>
                  <a:pt x="173846" y="132100"/>
                </a:cubicBezTo>
                <a:close/>
                <a:moveTo>
                  <a:pt x="34260" y="132100"/>
                </a:moveTo>
                <a:cubicBezTo>
                  <a:pt x="37624" y="132100"/>
                  <a:pt x="39866" y="135465"/>
                  <a:pt x="39866" y="138830"/>
                </a:cubicBezTo>
                <a:cubicBezTo>
                  <a:pt x="39866" y="141073"/>
                  <a:pt x="37624" y="143316"/>
                  <a:pt x="34260" y="143316"/>
                </a:cubicBezTo>
                <a:cubicBezTo>
                  <a:pt x="30896" y="143316"/>
                  <a:pt x="28654" y="141073"/>
                  <a:pt x="28654" y="138830"/>
                </a:cubicBezTo>
                <a:cubicBezTo>
                  <a:pt x="28654" y="135465"/>
                  <a:pt x="30896" y="132100"/>
                  <a:pt x="34260" y="132100"/>
                </a:cubicBezTo>
                <a:close/>
                <a:moveTo>
                  <a:pt x="478126" y="114653"/>
                </a:moveTo>
                <a:cubicBezTo>
                  <a:pt x="474518" y="114653"/>
                  <a:pt x="470910" y="117056"/>
                  <a:pt x="470910" y="121863"/>
                </a:cubicBezTo>
                <a:lnTo>
                  <a:pt x="470910" y="148301"/>
                </a:lnTo>
                <a:lnTo>
                  <a:pt x="505792" y="148301"/>
                </a:lnTo>
                <a:lnTo>
                  <a:pt x="505792" y="120662"/>
                </a:lnTo>
                <a:cubicBezTo>
                  <a:pt x="505792" y="117056"/>
                  <a:pt x="502184" y="114653"/>
                  <a:pt x="498576" y="114653"/>
                </a:cubicBezTo>
                <a:close/>
                <a:moveTo>
                  <a:pt x="205152" y="110914"/>
                </a:moveTo>
                <a:cubicBezTo>
                  <a:pt x="207636" y="119610"/>
                  <a:pt x="208876" y="128306"/>
                  <a:pt x="208876" y="137002"/>
                </a:cubicBezTo>
                <a:lnTo>
                  <a:pt x="351580" y="137002"/>
                </a:lnTo>
                <a:cubicBezTo>
                  <a:pt x="368952" y="137002"/>
                  <a:pt x="382600" y="150667"/>
                  <a:pt x="382600" y="168060"/>
                </a:cubicBezTo>
                <a:lnTo>
                  <a:pt x="382600" y="222721"/>
                </a:lnTo>
                <a:cubicBezTo>
                  <a:pt x="382600" y="232659"/>
                  <a:pt x="373916" y="240113"/>
                  <a:pt x="363988" y="240113"/>
                </a:cubicBezTo>
                <a:lnTo>
                  <a:pt x="197708" y="240113"/>
                </a:lnTo>
                <a:cubicBezTo>
                  <a:pt x="192744" y="240113"/>
                  <a:pt x="189024" y="237628"/>
                  <a:pt x="189024" y="232659"/>
                </a:cubicBezTo>
                <a:cubicBezTo>
                  <a:pt x="189024" y="228932"/>
                  <a:pt x="192744" y="225205"/>
                  <a:pt x="197708" y="225205"/>
                </a:cubicBezTo>
                <a:lnTo>
                  <a:pt x="363988" y="225205"/>
                </a:lnTo>
                <a:cubicBezTo>
                  <a:pt x="365228" y="225205"/>
                  <a:pt x="366468" y="223963"/>
                  <a:pt x="366468" y="222721"/>
                </a:cubicBezTo>
                <a:lnTo>
                  <a:pt x="366468" y="168060"/>
                </a:lnTo>
                <a:cubicBezTo>
                  <a:pt x="366468" y="160606"/>
                  <a:pt x="359024" y="153152"/>
                  <a:pt x="351580" y="153152"/>
                </a:cubicBezTo>
                <a:lnTo>
                  <a:pt x="207636" y="153152"/>
                </a:lnTo>
                <a:cubicBezTo>
                  <a:pt x="200192" y="202844"/>
                  <a:pt x="156760" y="240113"/>
                  <a:pt x="104640" y="240113"/>
                </a:cubicBezTo>
                <a:cubicBezTo>
                  <a:pt x="104640" y="240113"/>
                  <a:pt x="104640" y="240113"/>
                  <a:pt x="103400" y="240113"/>
                </a:cubicBezTo>
                <a:lnTo>
                  <a:pt x="103400" y="500995"/>
                </a:lnTo>
                <a:cubicBezTo>
                  <a:pt x="103400" y="502237"/>
                  <a:pt x="105884" y="504722"/>
                  <a:pt x="107124" y="504722"/>
                </a:cubicBezTo>
                <a:lnTo>
                  <a:pt x="414864" y="504722"/>
                </a:lnTo>
                <a:cubicBezTo>
                  <a:pt x="416104" y="504722"/>
                  <a:pt x="418588" y="502237"/>
                  <a:pt x="418588" y="500995"/>
                </a:cubicBezTo>
                <a:lnTo>
                  <a:pt x="418588" y="125822"/>
                </a:lnTo>
                <a:cubicBezTo>
                  <a:pt x="418588" y="118368"/>
                  <a:pt x="412380" y="110914"/>
                  <a:pt x="404936" y="110914"/>
                </a:cubicBezTo>
                <a:close/>
                <a:moveTo>
                  <a:pt x="478094" y="98452"/>
                </a:moveTo>
                <a:lnTo>
                  <a:pt x="499014" y="98452"/>
                </a:lnTo>
                <a:cubicBezTo>
                  <a:pt x="512550" y="98452"/>
                  <a:pt x="522394" y="108392"/>
                  <a:pt x="522394" y="120817"/>
                </a:cubicBezTo>
                <a:lnTo>
                  <a:pt x="522394" y="153122"/>
                </a:lnTo>
                <a:lnTo>
                  <a:pt x="527318" y="153122"/>
                </a:lnTo>
                <a:cubicBezTo>
                  <a:pt x="543316" y="153122"/>
                  <a:pt x="555620" y="164305"/>
                  <a:pt x="555620" y="179215"/>
                </a:cubicBezTo>
                <a:lnTo>
                  <a:pt x="555620" y="250038"/>
                </a:lnTo>
                <a:cubicBezTo>
                  <a:pt x="555620" y="253766"/>
                  <a:pt x="551930" y="257493"/>
                  <a:pt x="548238" y="257493"/>
                </a:cubicBezTo>
                <a:cubicBezTo>
                  <a:pt x="543316" y="257493"/>
                  <a:pt x="540854" y="253766"/>
                  <a:pt x="540854" y="250038"/>
                </a:cubicBezTo>
                <a:lnTo>
                  <a:pt x="540854" y="179215"/>
                </a:lnTo>
                <a:cubicBezTo>
                  <a:pt x="540854" y="174245"/>
                  <a:pt x="533470" y="169275"/>
                  <a:pt x="527318" y="169275"/>
                </a:cubicBezTo>
                <a:lnTo>
                  <a:pt x="522394" y="169275"/>
                </a:lnTo>
                <a:lnTo>
                  <a:pt x="522394" y="425232"/>
                </a:lnTo>
                <a:lnTo>
                  <a:pt x="522394" y="457538"/>
                </a:lnTo>
                <a:cubicBezTo>
                  <a:pt x="522394" y="472448"/>
                  <a:pt x="512550" y="486115"/>
                  <a:pt x="499014" y="489843"/>
                </a:cubicBezTo>
                <a:lnTo>
                  <a:pt x="499014" y="504753"/>
                </a:lnTo>
                <a:cubicBezTo>
                  <a:pt x="499014" y="509723"/>
                  <a:pt x="494092" y="514693"/>
                  <a:pt x="487938" y="514693"/>
                </a:cubicBezTo>
                <a:cubicBezTo>
                  <a:pt x="483016" y="514693"/>
                  <a:pt x="478094" y="509723"/>
                  <a:pt x="478094" y="504753"/>
                </a:cubicBezTo>
                <a:lnTo>
                  <a:pt x="478094" y="489843"/>
                </a:lnTo>
                <a:cubicBezTo>
                  <a:pt x="464556" y="486115"/>
                  <a:pt x="454712" y="472448"/>
                  <a:pt x="454712" y="457538"/>
                </a:cubicBezTo>
                <a:lnTo>
                  <a:pt x="454712" y="425232"/>
                </a:lnTo>
                <a:lnTo>
                  <a:pt x="454712" y="158092"/>
                </a:lnTo>
                <a:lnTo>
                  <a:pt x="454712" y="122060"/>
                </a:lnTo>
                <a:cubicBezTo>
                  <a:pt x="454712" y="108392"/>
                  <a:pt x="464556" y="98452"/>
                  <a:pt x="478094" y="98452"/>
                </a:cubicBezTo>
                <a:close/>
                <a:moveTo>
                  <a:pt x="57258" y="88438"/>
                </a:moveTo>
                <a:cubicBezTo>
                  <a:pt x="60924" y="84766"/>
                  <a:pt x="65814" y="84766"/>
                  <a:pt x="68258" y="88438"/>
                </a:cubicBezTo>
                <a:lnTo>
                  <a:pt x="100038" y="121485"/>
                </a:lnTo>
                <a:cubicBezTo>
                  <a:pt x="101260" y="121485"/>
                  <a:pt x="102482" y="121485"/>
                  <a:pt x="103704" y="121485"/>
                </a:cubicBezTo>
                <a:cubicBezTo>
                  <a:pt x="112260" y="121485"/>
                  <a:pt x="119594" y="128829"/>
                  <a:pt x="119594" y="138621"/>
                </a:cubicBezTo>
                <a:cubicBezTo>
                  <a:pt x="119594" y="147189"/>
                  <a:pt x="112260" y="154533"/>
                  <a:pt x="103704" y="154533"/>
                </a:cubicBezTo>
                <a:cubicBezTo>
                  <a:pt x="97592" y="154533"/>
                  <a:pt x="91482" y="149637"/>
                  <a:pt x="89036" y="143517"/>
                </a:cubicBezTo>
                <a:lnTo>
                  <a:pt x="63368" y="144741"/>
                </a:lnTo>
                <a:cubicBezTo>
                  <a:pt x="58480" y="144741"/>
                  <a:pt x="54812" y="141069"/>
                  <a:pt x="54812" y="136173"/>
                </a:cubicBezTo>
                <a:cubicBezTo>
                  <a:pt x="54812" y="132501"/>
                  <a:pt x="58480" y="128829"/>
                  <a:pt x="63368" y="128829"/>
                </a:cubicBezTo>
                <a:lnTo>
                  <a:pt x="85370" y="128829"/>
                </a:lnTo>
                <a:lnTo>
                  <a:pt x="57258" y="99454"/>
                </a:lnTo>
                <a:cubicBezTo>
                  <a:pt x="53590" y="95782"/>
                  <a:pt x="54812" y="90886"/>
                  <a:pt x="57258" y="88438"/>
                </a:cubicBezTo>
                <a:close/>
                <a:moveTo>
                  <a:pt x="104082" y="62312"/>
                </a:moveTo>
                <a:cubicBezTo>
                  <a:pt x="107480" y="62312"/>
                  <a:pt x="110876" y="64578"/>
                  <a:pt x="110876" y="67977"/>
                </a:cubicBezTo>
                <a:cubicBezTo>
                  <a:pt x="110876" y="71375"/>
                  <a:pt x="107480" y="74774"/>
                  <a:pt x="104082" y="74774"/>
                </a:cubicBezTo>
                <a:cubicBezTo>
                  <a:pt x="100684" y="74774"/>
                  <a:pt x="98420" y="71375"/>
                  <a:pt x="98420" y="67977"/>
                </a:cubicBezTo>
                <a:cubicBezTo>
                  <a:pt x="98420" y="64578"/>
                  <a:pt x="100684" y="62312"/>
                  <a:pt x="104082" y="62312"/>
                </a:cubicBezTo>
                <a:close/>
                <a:moveTo>
                  <a:pt x="104024" y="51095"/>
                </a:moveTo>
                <a:cubicBezTo>
                  <a:pt x="57020" y="51095"/>
                  <a:pt x="17440" y="89452"/>
                  <a:pt x="17440" y="137708"/>
                </a:cubicBezTo>
                <a:cubicBezTo>
                  <a:pt x="17440" y="185964"/>
                  <a:pt x="57020" y="224321"/>
                  <a:pt x="104024" y="224321"/>
                </a:cubicBezTo>
                <a:cubicBezTo>
                  <a:pt x="152264" y="224321"/>
                  <a:pt x="190608" y="185964"/>
                  <a:pt x="190608" y="137708"/>
                </a:cubicBezTo>
                <a:cubicBezTo>
                  <a:pt x="190608" y="89452"/>
                  <a:pt x="152264" y="51095"/>
                  <a:pt x="104024" y="51095"/>
                </a:cubicBezTo>
                <a:close/>
                <a:moveTo>
                  <a:pt x="78260" y="0"/>
                </a:moveTo>
                <a:lnTo>
                  <a:pt x="132920" y="0"/>
                </a:lnTo>
                <a:cubicBezTo>
                  <a:pt x="136644" y="0"/>
                  <a:pt x="141616" y="3730"/>
                  <a:pt x="141616" y="8703"/>
                </a:cubicBezTo>
                <a:cubicBezTo>
                  <a:pt x="141616" y="13676"/>
                  <a:pt x="136644" y="17406"/>
                  <a:pt x="132920" y="17406"/>
                </a:cubicBezTo>
                <a:lnTo>
                  <a:pt x="113044" y="17406"/>
                </a:lnTo>
                <a:cubicBezTo>
                  <a:pt x="113044" y="17406"/>
                  <a:pt x="113044" y="17406"/>
                  <a:pt x="113044" y="18649"/>
                </a:cubicBezTo>
                <a:lnTo>
                  <a:pt x="113044" y="34811"/>
                </a:lnTo>
                <a:cubicBezTo>
                  <a:pt x="130436" y="36054"/>
                  <a:pt x="149068" y="42271"/>
                  <a:pt x="162732" y="52217"/>
                </a:cubicBezTo>
                <a:lnTo>
                  <a:pt x="171428" y="43514"/>
                </a:lnTo>
                <a:cubicBezTo>
                  <a:pt x="175156" y="41027"/>
                  <a:pt x="180124" y="41027"/>
                  <a:pt x="183852" y="43514"/>
                </a:cubicBezTo>
                <a:cubicBezTo>
                  <a:pt x="186336" y="46000"/>
                  <a:pt x="186336" y="52217"/>
                  <a:pt x="183852" y="54703"/>
                </a:cubicBezTo>
                <a:lnTo>
                  <a:pt x="176396" y="62163"/>
                </a:lnTo>
                <a:cubicBezTo>
                  <a:pt x="177640" y="64649"/>
                  <a:pt x="180124" y="67136"/>
                  <a:pt x="181364" y="69622"/>
                </a:cubicBezTo>
                <a:lnTo>
                  <a:pt x="185092" y="65893"/>
                </a:lnTo>
                <a:cubicBezTo>
                  <a:pt x="188820" y="63406"/>
                  <a:pt x="193788" y="63406"/>
                  <a:pt x="196272" y="65893"/>
                </a:cubicBezTo>
                <a:cubicBezTo>
                  <a:pt x="200000" y="69622"/>
                  <a:pt x="200000" y="74595"/>
                  <a:pt x="196272" y="78325"/>
                </a:cubicBezTo>
                <a:lnTo>
                  <a:pt x="191304" y="82055"/>
                </a:lnTo>
                <a:cubicBezTo>
                  <a:pt x="195032" y="85785"/>
                  <a:pt x="197516" y="90758"/>
                  <a:pt x="200000" y="95731"/>
                </a:cubicBezTo>
                <a:lnTo>
                  <a:pt x="404968" y="95731"/>
                </a:lnTo>
                <a:cubicBezTo>
                  <a:pt x="421116" y="95731"/>
                  <a:pt x="434780" y="109406"/>
                  <a:pt x="434780" y="125569"/>
                </a:cubicBezTo>
                <a:lnTo>
                  <a:pt x="434780" y="501032"/>
                </a:lnTo>
                <a:cubicBezTo>
                  <a:pt x="434780" y="512221"/>
                  <a:pt x="426084" y="520924"/>
                  <a:pt x="414904" y="520924"/>
                </a:cubicBezTo>
                <a:lnTo>
                  <a:pt x="106832" y="520924"/>
                </a:lnTo>
                <a:cubicBezTo>
                  <a:pt x="96896" y="520924"/>
                  <a:pt x="86956" y="512221"/>
                  <a:pt x="86956" y="501032"/>
                </a:cubicBezTo>
                <a:lnTo>
                  <a:pt x="86956" y="239948"/>
                </a:lnTo>
                <a:cubicBezTo>
                  <a:pt x="38508" y="231246"/>
                  <a:pt x="0" y="188975"/>
                  <a:pt x="0" y="138001"/>
                </a:cubicBezTo>
                <a:cubicBezTo>
                  <a:pt x="0" y="83298"/>
                  <a:pt x="42236" y="38541"/>
                  <a:pt x="95652" y="34811"/>
                </a:cubicBezTo>
                <a:lnTo>
                  <a:pt x="95652" y="18649"/>
                </a:lnTo>
                <a:cubicBezTo>
                  <a:pt x="95652" y="17406"/>
                  <a:pt x="96896" y="17406"/>
                  <a:pt x="96896" y="17406"/>
                </a:cubicBezTo>
                <a:lnTo>
                  <a:pt x="78260" y="17406"/>
                </a:lnTo>
                <a:cubicBezTo>
                  <a:pt x="74532" y="17406"/>
                  <a:pt x="70808" y="13676"/>
                  <a:pt x="70808" y="8703"/>
                </a:cubicBezTo>
                <a:cubicBezTo>
                  <a:pt x="70808" y="3730"/>
                  <a:pt x="74532" y="0"/>
                  <a:pt x="78260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12" name="Freeform 511">
            <a:extLst>
              <a:ext uri="{FF2B5EF4-FFF2-40B4-BE49-F238E27FC236}">
                <a16:creationId xmlns:a16="http://schemas.microsoft.com/office/drawing/2014/main" id="{4981CB68-0D78-A641-B5C3-FA6E5A0FF091}"/>
              </a:ext>
            </a:extLst>
          </p:cNvPr>
          <p:cNvSpPr/>
          <p:nvPr/>
        </p:nvSpPr>
        <p:spPr>
          <a:xfrm>
            <a:off x="6141757" y="11375581"/>
            <a:ext cx="261616" cy="2617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1" h="211">
                <a:moveTo>
                  <a:pt x="211" y="106"/>
                </a:moveTo>
                <a:cubicBezTo>
                  <a:pt x="211" y="164"/>
                  <a:pt x="164" y="211"/>
                  <a:pt x="106" y="211"/>
                </a:cubicBezTo>
                <a:cubicBezTo>
                  <a:pt x="48" y="211"/>
                  <a:pt x="0" y="164"/>
                  <a:pt x="0" y="106"/>
                </a:cubicBezTo>
                <a:cubicBezTo>
                  <a:pt x="0" y="48"/>
                  <a:pt x="48" y="0"/>
                  <a:pt x="106" y="0"/>
                </a:cubicBezTo>
                <a:cubicBezTo>
                  <a:pt x="164" y="0"/>
                  <a:pt x="211" y="48"/>
                  <a:pt x="211" y="106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13" name="Freeform 512">
            <a:extLst>
              <a:ext uri="{FF2B5EF4-FFF2-40B4-BE49-F238E27FC236}">
                <a16:creationId xmlns:a16="http://schemas.microsoft.com/office/drawing/2014/main" id="{7E041F29-0C4B-0A4E-B3FC-7B43B38BA30A}"/>
              </a:ext>
            </a:extLst>
          </p:cNvPr>
          <p:cNvSpPr/>
          <p:nvPr/>
        </p:nvSpPr>
        <p:spPr>
          <a:xfrm>
            <a:off x="9687276" y="11375581"/>
            <a:ext cx="262862" cy="2617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2" h="211">
                <a:moveTo>
                  <a:pt x="212" y="106"/>
                </a:moveTo>
                <a:cubicBezTo>
                  <a:pt x="212" y="164"/>
                  <a:pt x="164" y="211"/>
                  <a:pt x="106" y="211"/>
                </a:cubicBezTo>
                <a:cubicBezTo>
                  <a:pt x="47" y="211"/>
                  <a:pt x="0" y="164"/>
                  <a:pt x="0" y="106"/>
                </a:cubicBezTo>
                <a:cubicBezTo>
                  <a:pt x="0" y="48"/>
                  <a:pt x="47" y="0"/>
                  <a:pt x="106" y="0"/>
                </a:cubicBezTo>
                <a:cubicBezTo>
                  <a:pt x="164" y="0"/>
                  <a:pt x="212" y="48"/>
                  <a:pt x="212" y="106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14" name="Freeform 513">
            <a:extLst>
              <a:ext uri="{FF2B5EF4-FFF2-40B4-BE49-F238E27FC236}">
                <a16:creationId xmlns:a16="http://schemas.microsoft.com/office/drawing/2014/main" id="{A7D17FC1-1A7E-5E4A-9E96-5BC8F98685D8}"/>
              </a:ext>
            </a:extLst>
          </p:cNvPr>
          <p:cNvSpPr/>
          <p:nvPr/>
        </p:nvSpPr>
        <p:spPr>
          <a:xfrm>
            <a:off x="14446204" y="11375581"/>
            <a:ext cx="262862" cy="2617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2" h="211">
                <a:moveTo>
                  <a:pt x="212" y="106"/>
                </a:moveTo>
                <a:cubicBezTo>
                  <a:pt x="212" y="164"/>
                  <a:pt x="164" y="211"/>
                  <a:pt x="106" y="211"/>
                </a:cubicBezTo>
                <a:cubicBezTo>
                  <a:pt x="47" y="211"/>
                  <a:pt x="0" y="164"/>
                  <a:pt x="0" y="106"/>
                </a:cubicBezTo>
                <a:cubicBezTo>
                  <a:pt x="0" y="48"/>
                  <a:pt x="47" y="0"/>
                  <a:pt x="106" y="0"/>
                </a:cubicBezTo>
                <a:cubicBezTo>
                  <a:pt x="164" y="0"/>
                  <a:pt x="212" y="48"/>
                  <a:pt x="212" y="106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15" name="Freeform 514">
            <a:extLst>
              <a:ext uri="{FF2B5EF4-FFF2-40B4-BE49-F238E27FC236}">
                <a16:creationId xmlns:a16="http://schemas.microsoft.com/office/drawing/2014/main" id="{FDCF6500-3AE0-6942-B66E-A9E209FEAC7E}"/>
              </a:ext>
            </a:extLst>
          </p:cNvPr>
          <p:cNvSpPr/>
          <p:nvPr/>
        </p:nvSpPr>
        <p:spPr>
          <a:xfrm>
            <a:off x="17974286" y="11375581"/>
            <a:ext cx="261616" cy="26170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11" h="211">
                <a:moveTo>
                  <a:pt x="211" y="106"/>
                </a:moveTo>
                <a:cubicBezTo>
                  <a:pt x="211" y="164"/>
                  <a:pt x="164" y="211"/>
                  <a:pt x="105" y="211"/>
                </a:cubicBezTo>
                <a:cubicBezTo>
                  <a:pt x="47" y="211"/>
                  <a:pt x="0" y="164"/>
                  <a:pt x="0" y="106"/>
                </a:cubicBezTo>
                <a:cubicBezTo>
                  <a:pt x="0" y="48"/>
                  <a:pt x="47" y="0"/>
                  <a:pt x="105" y="0"/>
                </a:cubicBezTo>
                <a:cubicBezTo>
                  <a:pt x="164" y="0"/>
                  <a:pt x="211" y="48"/>
                  <a:pt x="211" y="106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91" name="TextBox 390">
            <a:extLst>
              <a:ext uri="{FF2B5EF4-FFF2-40B4-BE49-F238E27FC236}">
                <a16:creationId xmlns:a16="http://schemas.microsoft.com/office/drawing/2014/main" id="{3C84FB17-B827-A544-83E8-76F1F5100AB7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29526D8F-9355-8E43-B5C1-732FB8A6B0A2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393" name="TextBox 392">
            <a:extLst>
              <a:ext uri="{FF2B5EF4-FFF2-40B4-BE49-F238E27FC236}">
                <a16:creationId xmlns:a16="http://schemas.microsoft.com/office/drawing/2014/main" id="{B82285BB-D17C-BA49-92F5-F5399D33B6B0}"/>
              </a:ext>
            </a:extLst>
          </p:cNvPr>
          <p:cNvSpPr txBox="1"/>
          <p:nvPr/>
        </p:nvSpPr>
        <p:spPr>
          <a:xfrm>
            <a:off x="2110120" y="12300230"/>
            <a:ext cx="356356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394" name="TextBox 393">
            <a:extLst>
              <a:ext uri="{FF2B5EF4-FFF2-40B4-BE49-F238E27FC236}">
                <a16:creationId xmlns:a16="http://schemas.microsoft.com/office/drawing/2014/main" id="{B370A611-C696-2A4D-9639-3EC07377FFD2}"/>
              </a:ext>
            </a:extLst>
          </p:cNvPr>
          <p:cNvSpPr txBox="1"/>
          <p:nvPr/>
        </p:nvSpPr>
        <p:spPr>
          <a:xfrm>
            <a:off x="2110120" y="10406592"/>
            <a:ext cx="3585600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395" name="TextBox 394">
            <a:extLst>
              <a:ext uri="{FF2B5EF4-FFF2-40B4-BE49-F238E27FC236}">
                <a16:creationId xmlns:a16="http://schemas.microsoft.com/office/drawing/2014/main" id="{FE6BF983-A0B7-204C-B337-84B02626A69F}"/>
              </a:ext>
            </a:extLst>
          </p:cNvPr>
          <p:cNvSpPr txBox="1"/>
          <p:nvPr/>
        </p:nvSpPr>
        <p:spPr>
          <a:xfrm>
            <a:off x="10448084" y="12300230"/>
            <a:ext cx="3481482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FEE777FE-B364-074F-BBF2-D21D0B738A7A}"/>
              </a:ext>
            </a:extLst>
          </p:cNvPr>
          <p:cNvSpPr txBox="1"/>
          <p:nvPr/>
        </p:nvSpPr>
        <p:spPr>
          <a:xfrm>
            <a:off x="10467590" y="10412598"/>
            <a:ext cx="3461976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E8290723-A621-3B4F-9BDC-4F44E115D6BE}"/>
              </a:ext>
            </a:extLst>
          </p:cNvPr>
          <p:cNvSpPr txBox="1"/>
          <p:nvPr/>
        </p:nvSpPr>
        <p:spPr>
          <a:xfrm>
            <a:off x="18734992" y="12300230"/>
            <a:ext cx="3481482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398" name="TextBox 397">
            <a:extLst>
              <a:ext uri="{FF2B5EF4-FFF2-40B4-BE49-F238E27FC236}">
                <a16:creationId xmlns:a16="http://schemas.microsoft.com/office/drawing/2014/main" id="{2C8EBD57-97C5-0B47-852E-C9956F980AEC}"/>
              </a:ext>
            </a:extLst>
          </p:cNvPr>
          <p:cNvSpPr txBox="1"/>
          <p:nvPr/>
        </p:nvSpPr>
        <p:spPr>
          <a:xfrm>
            <a:off x="18754498" y="10404209"/>
            <a:ext cx="3461976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</p:spTree>
    <p:extLst>
      <p:ext uri="{BB962C8B-B14F-4D97-AF65-F5344CB8AC3E}">
        <p14:creationId xmlns:p14="http://schemas.microsoft.com/office/powerpoint/2010/main" val="382921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4444262-D3D9-3041-A932-6344F524D066}"/>
              </a:ext>
            </a:extLst>
          </p:cNvPr>
          <p:cNvGrpSpPr/>
          <p:nvPr/>
        </p:nvGrpSpPr>
        <p:grpSpPr>
          <a:xfrm>
            <a:off x="8052801" y="4241581"/>
            <a:ext cx="14817447" cy="7780793"/>
            <a:chOff x="8052801" y="4241581"/>
            <a:chExt cx="14817447" cy="778079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77C5251-AE3B-AF46-8C6C-4C8F63816F57}"/>
                </a:ext>
              </a:extLst>
            </p:cNvPr>
            <p:cNvGrpSpPr/>
            <p:nvPr/>
          </p:nvGrpSpPr>
          <p:grpSpPr>
            <a:xfrm>
              <a:off x="19628698" y="4395451"/>
              <a:ext cx="1715454" cy="1716058"/>
              <a:chOff x="19628698" y="4395451"/>
              <a:chExt cx="1715454" cy="1716058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6C8E8986-354C-874E-98C5-044395046B2C}"/>
                  </a:ext>
                </a:extLst>
              </p:cNvPr>
              <p:cNvSpPr/>
              <p:nvPr/>
            </p:nvSpPr>
            <p:spPr>
              <a:xfrm>
                <a:off x="19637418" y="4404174"/>
                <a:ext cx="1698014" cy="16986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64" h="1364">
                    <a:moveTo>
                      <a:pt x="1364" y="682"/>
                    </a:moveTo>
                    <a:cubicBezTo>
                      <a:pt x="1364" y="1059"/>
                      <a:pt x="1059" y="1364"/>
                      <a:pt x="682" y="1364"/>
                    </a:cubicBezTo>
                    <a:cubicBezTo>
                      <a:pt x="306" y="1364"/>
                      <a:pt x="0" y="1059"/>
                      <a:pt x="0" y="682"/>
                    </a:cubicBezTo>
                    <a:cubicBezTo>
                      <a:pt x="0" y="306"/>
                      <a:pt x="306" y="0"/>
                      <a:pt x="682" y="0"/>
                    </a:cubicBezTo>
                    <a:cubicBezTo>
                      <a:pt x="1059" y="0"/>
                      <a:pt x="1364" y="306"/>
                      <a:pt x="1364" y="6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706D05B4-8CF9-0F4A-8150-FC6A19576B53}"/>
                  </a:ext>
                </a:extLst>
              </p:cNvPr>
              <p:cNvSpPr/>
              <p:nvPr/>
            </p:nvSpPr>
            <p:spPr>
              <a:xfrm>
                <a:off x="19628698" y="4395451"/>
                <a:ext cx="1715454" cy="1716058"/>
              </a:xfrm>
              <a:custGeom>
                <a:avLst/>
                <a:gdLst>
                  <a:gd name="connsiteX0" fmla="*/ 857728 w 1715454"/>
                  <a:gd name="connsiteY0" fmla="*/ 17447 h 1716058"/>
                  <a:gd name="connsiteX1" fmla="*/ 17442 w 1715454"/>
                  <a:gd name="connsiteY1" fmla="*/ 858029 h 1716058"/>
                  <a:gd name="connsiteX2" fmla="*/ 857728 w 1715454"/>
                  <a:gd name="connsiteY2" fmla="*/ 1698610 h 1716058"/>
                  <a:gd name="connsiteX3" fmla="*/ 1699260 w 1715454"/>
                  <a:gd name="connsiteY3" fmla="*/ 858029 h 1716058"/>
                  <a:gd name="connsiteX4" fmla="*/ 857728 w 1715454"/>
                  <a:gd name="connsiteY4" fmla="*/ 17447 h 1716058"/>
                  <a:gd name="connsiteX5" fmla="*/ 857728 w 1715454"/>
                  <a:gd name="connsiteY5" fmla="*/ 0 h 1716058"/>
                  <a:gd name="connsiteX6" fmla="*/ 1715454 w 1715454"/>
                  <a:gd name="connsiteY6" fmla="*/ 858029 h 1716058"/>
                  <a:gd name="connsiteX7" fmla="*/ 857728 w 1715454"/>
                  <a:gd name="connsiteY7" fmla="*/ 1716058 h 1716058"/>
                  <a:gd name="connsiteX8" fmla="*/ 0 w 1715454"/>
                  <a:gd name="connsiteY8" fmla="*/ 858029 h 1716058"/>
                  <a:gd name="connsiteX9" fmla="*/ 857728 w 1715454"/>
                  <a:gd name="connsiteY9" fmla="*/ 0 h 1716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15454" h="1716058">
                    <a:moveTo>
                      <a:pt x="857728" y="17447"/>
                    </a:moveTo>
                    <a:cubicBezTo>
                      <a:pt x="394636" y="17447"/>
                      <a:pt x="17442" y="394775"/>
                      <a:pt x="17442" y="858029"/>
                    </a:cubicBezTo>
                    <a:cubicBezTo>
                      <a:pt x="17442" y="1321282"/>
                      <a:pt x="394636" y="1698610"/>
                      <a:pt x="857728" y="1698610"/>
                    </a:cubicBezTo>
                    <a:cubicBezTo>
                      <a:pt x="1320820" y="1698610"/>
                      <a:pt x="1699260" y="1321282"/>
                      <a:pt x="1699260" y="858029"/>
                    </a:cubicBezTo>
                    <a:cubicBezTo>
                      <a:pt x="1699260" y="394775"/>
                      <a:pt x="1320820" y="17447"/>
                      <a:pt x="857728" y="17447"/>
                    </a:cubicBezTo>
                    <a:close/>
                    <a:moveTo>
                      <a:pt x="857728" y="0"/>
                    </a:moveTo>
                    <a:cubicBezTo>
                      <a:pt x="1330784" y="0"/>
                      <a:pt x="1715454" y="384806"/>
                      <a:pt x="1715454" y="858029"/>
                    </a:cubicBezTo>
                    <a:cubicBezTo>
                      <a:pt x="1715454" y="1331253"/>
                      <a:pt x="1330784" y="1716058"/>
                      <a:pt x="857728" y="1716058"/>
                    </a:cubicBezTo>
                    <a:cubicBezTo>
                      <a:pt x="384670" y="1716058"/>
                      <a:pt x="0" y="1331253"/>
                      <a:pt x="0" y="858029"/>
                    </a:cubicBezTo>
                    <a:cubicBezTo>
                      <a:pt x="0" y="384806"/>
                      <a:pt x="384670" y="0"/>
                      <a:pt x="8577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B6ABBA45-612C-9C4C-BF78-AF5EC8C6B7EC}"/>
                  </a:ext>
                </a:extLst>
              </p:cNvPr>
              <p:cNvSpPr/>
              <p:nvPr/>
            </p:nvSpPr>
            <p:spPr>
              <a:xfrm>
                <a:off x="19778193" y="4546245"/>
                <a:ext cx="1415219" cy="141571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37" h="1137">
                    <a:moveTo>
                      <a:pt x="1137" y="568"/>
                    </a:moveTo>
                    <a:cubicBezTo>
                      <a:pt x="1137" y="882"/>
                      <a:pt x="883" y="1137"/>
                      <a:pt x="569" y="1137"/>
                    </a:cubicBezTo>
                    <a:cubicBezTo>
                      <a:pt x="255" y="1137"/>
                      <a:pt x="0" y="882"/>
                      <a:pt x="0" y="568"/>
                    </a:cubicBezTo>
                    <a:cubicBezTo>
                      <a:pt x="0" y="254"/>
                      <a:pt x="255" y="0"/>
                      <a:pt x="569" y="0"/>
                    </a:cubicBezTo>
                    <a:cubicBezTo>
                      <a:pt x="883" y="0"/>
                      <a:pt x="1137" y="254"/>
                      <a:pt x="1137" y="56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039E0B7D-9241-F445-8B93-6FC471D218FE}"/>
                  </a:ext>
                </a:extLst>
              </p:cNvPr>
              <p:cNvSpPr/>
              <p:nvPr/>
            </p:nvSpPr>
            <p:spPr>
              <a:xfrm>
                <a:off x="19770718" y="4537521"/>
                <a:ext cx="1431414" cy="1433164"/>
              </a:xfrm>
              <a:custGeom>
                <a:avLst/>
                <a:gdLst>
                  <a:gd name="connsiteX0" fmla="*/ 715704 w 1431414"/>
                  <a:gd name="connsiteY0" fmla="*/ 17447 h 1433164"/>
                  <a:gd name="connsiteX1" fmla="*/ 17438 w 1431414"/>
                  <a:gd name="connsiteY1" fmla="*/ 715959 h 1433164"/>
                  <a:gd name="connsiteX2" fmla="*/ 715704 w 1431414"/>
                  <a:gd name="connsiteY2" fmla="*/ 1415716 h 1433164"/>
                  <a:gd name="connsiteX3" fmla="*/ 1415216 w 1431414"/>
                  <a:gd name="connsiteY3" fmla="*/ 715959 h 1433164"/>
                  <a:gd name="connsiteX4" fmla="*/ 715704 w 1431414"/>
                  <a:gd name="connsiteY4" fmla="*/ 17447 h 1433164"/>
                  <a:gd name="connsiteX5" fmla="*/ 715708 w 1431414"/>
                  <a:gd name="connsiteY5" fmla="*/ 0 h 1433164"/>
                  <a:gd name="connsiteX6" fmla="*/ 1431414 w 1431414"/>
                  <a:gd name="connsiteY6" fmla="*/ 715960 h 1433164"/>
                  <a:gd name="connsiteX7" fmla="*/ 715708 w 1431414"/>
                  <a:gd name="connsiteY7" fmla="*/ 1433164 h 1433164"/>
                  <a:gd name="connsiteX8" fmla="*/ 0 w 1431414"/>
                  <a:gd name="connsiteY8" fmla="*/ 715960 h 1433164"/>
                  <a:gd name="connsiteX9" fmla="*/ 715708 w 1431414"/>
                  <a:gd name="connsiteY9" fmla="*/ 0 h 1433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31414" h="1433164">
                    <a:moveTo>
                      <a:pt x="715704" y="17447"/>
                    </a:moveTo>
                    <a:cubicBezTo>
                      <a:pt x="329854" y="17447"/>
                      <a:pt x="17438" y="331217"/>
                      <a:pt x="17438" y="715959"/>
                    </a:cubicBezTo>
                    <a:cubicBezTo>
                      <a:pt x="17438" y="1100701"/>
                      <a:pt x="329854" y="1415716"/>
                      <a:pt x="715704" y="1415716"/>
                    </a:cubicBezTo>
                    <a:cubicBezTo>
                      <a:pt x="1101556" y="1415716"/>
                      <a:pt x="1415216" y="1100701"/>
                      <a:pt x="1415216" y="715959"/>
                    </a:cubicBezTo>
                    <a:cubicBezTo>
                      <a:pt x="1415216" y="331217"/>
                      <a:pt x="1101556" y="17447"/>
                      <a:pt x="715704" y="17447"/>
                    </a:cubicBezTo>
                    <a:close/>
                    <a:moveTo>
                      <a:pt x="715708" y="0"/>
                    </a:moveTo>
                    <a:cubicBezTo>
                      <a:pt x="1110280" y="0"/>
                      <a:pt x="1431414" y="321248"/>
                      <a:pt x="1431414" y="715960"/>
                    </a:cubicBezTo>
                    <a:cubicBezTo>
                      <a:pt x="1431414" y="1111916"/>
                      <a:pt x="1110280" y="1433164"/>
                      <a:pt x="715708" y="1433164"/>
                    </a:cubicBezTo>
                    <a:cubicBezTo>
                      <a:pt x="321134" y="1433164"/>
                      <a:pt x="0" y="1111916"/>
                      <a:pt x="0" y="715960"/>
                    </a:cubicBezTo>
                    <a:cubicBezTo>
                      <a:pt x="0" y="321248"/>
                      <a:pt x="321134" y="0"/>
                      <a:pt x="7157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AF525F90-2727-2947-A53F-DC32AB91FC61}"/>
                  </a:ext>
                </a:extLst>
              </p:cNvPr>
              <p:cNvSpPr/>
              <p:nvPr/>
            </p:nvSpPr>
            <p:spPr>
              <a:xfrm>
                <a:off x="20430988" y="5201758"/>
                <a:ext cx="110875" cy="1109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" h="90">
                    <a:moveTo>
                      <a:pt x="90" y="45"/>
                    </a:moveTo>
                    <a:cubicBezTo>
                      <a:pt x="90" y="70"/>
                      <a:pt x="70" y="90"/>
                      <a:pt x="45" y="90"/>
                    </a:cubicBezTo>
                    <a:cubicBezTo>
                      <a:pt x="20" y="90"/>
                      <a:pt x="0" y="70"/>
                      <a:pt x="0" y="45"/>
                    </a:cubicBezTo>
                    <a:cubicBezTo>
                      <a:pt x="0" y="20"/>
                      <a:pt x="20" y="0"/>
                      <a:pt x="45" y="0"/>
                    </a:cubicBezTo>
                    <a:cubicBezTo>
                      <a:pt x="70" y="0"/>
                      <a:pt x="90" y="20"/>
                      <a:pt x="90" y="4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6AFA2C86-B566-234B-B127-AB343D2D2206}"/>
                  </a:ext>
                </a:extLst>
              </p:cNvPr>
              <p:cNvSpPr/>
              <p:nvPr/>
            </p:nvSpPr>
            <p:spPr>
              <a:xfrm>
                <a:off x="20359978" y="5050967"/>
                <a:ext cx="443502" cy="2118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7" h="171">
                    <a:moveTo>
                      <a:pt x="351" y="171"/>
                    </a:moveTo>
                    <a:lnTo>
                      <a:pt x="102" y="171"/>
                    </a:lnTo>
                    <a:cubicBezTo>
                      <a:pt x="100" y="171"/>
                      <a:pt x="97" y="170"/>
                      <a:pt x="96" y="168"/>
                    </a:cubicBezTo>
                    <a:lnTo>
                      <a:pt x="1" y="10"/>
                    </a:lnTo>
                    <a:cubicBezTo>
                      <a:pt x="-1" y="7"/>
                      <a:pt x="0" y="2"/>
                      <a:pt x="3" y="1"/>
                    </a:cubicBezTo>
                    <a:cubicBezTo>
                      <a:pt x="6" y="-1"/>
                      <a:pt x="10" y="-1"/>
                      <a:pt x="13" y="3"/>
                    </a:cubicBezTo>
                    <a:lnTo>
                      <a:pt x="106" y="158"/>
                    </a:lnTo>
                    <a:lnTo>
                      <a:pt x="351" y="158"/>
                    </a:lnTo>
                    <a:cubicBezTo>
                      <a:pt x="354" y="158"/>
                      <a:pt x="357" y="161"/>
                      <a:pt x="357" y="165"/>
                    </a:cubicBezTo>
                    <a:cubicBezTo>
                      <a:pt x="357" y="168"/>
                      <a:pt x="354" y="171"/>
                      <a:pt x="351" y="17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2DF062A-D7C3-FA41-A26E-6184D4F625D8}"/>
                </a:ext>
              </a:extLst>
            </p:cNvPr>
            <p:cNvGrpSpPr/>
            <p:nvPr/>
          </p:nvGrpSpPr>
          <p:grpSpPr>
            <a:xfrm>
              <a:off x="19000820" y="6590061"/>
              <a:ext cx="2971208" cy="697888"/>
              <a:chOff x="19000820" y="6590061"/>
              <a:chExt cx="2971208" cy="697888"/>
            </a:xfrm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542EEBD1-E24D-1940-9389-01A33471B0A2}"/>
                  </a:ext>
                </a:extLst>
              </p:cNvPr>
              <p:cNvSpPr/>
              <p:nvPr/>
            </p:nvSpPr>
            <p:spPr>
              <a:xfrm>
                <a:off x="19009536" y="6597538"/>
                <a:ext cx="2953769" cy="6816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72" h="548">
                    <a:moveTo>
                      <a:pt x="2261" y="0"/>
                    </a:moveTo>
                    <a:lnTo>
                      <a:pt x="111" y="0"/>
                    </a:lnTo>
                    <a:cubicBezTo>
                      <a:pt x="50" y="0"/>
                      <a:pt x="0" y="50"/>
                      <a:pt x="0" y="111"/>
                    </a:cubicBezTo>
                    <a:lnTo>
                      <a:pt x="0" y="437"/>
                    </a:lnTo>
                    <a:cubicBezTo>
                      <a:pt x="0" y="499"/>
                      <a:pt x="50" y="548"/>
                      <a:pt x="111" y="548"/>
                    </a:cubicBezTo>
                    <a:lnTo>
                      <a:pt x="2261" y="548"/>
                    </a:lnTo>
                    <a:cubicBezTo>
                      <a:pt x="2323" y="548"/>
                      <a:pt x="2372" y="499"/>
                      <a:pt x="2372" y="437"/>
                    </a:cubicBezTo>
                    <a:lnTo>
                      <a:pt x="2372" y="111"/>
                    </a:lnTo>
                    <a:cubicBezTo>
                      <a:pt x="2372" y="50"/>
                      <a:pt x="2323" y="0"/>
                      <a:pt x="226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43CCFC5F-6C93-ED4D-B72A-C0E790F250BF}"/>
                  </a:ext>
                </a:extLst>
              </p:cNvPr>
              <p:cNvSpPr/>
              <p:nvPr/>
            </p:nvSpPr>
            <p:spPr>
              <a:xfrm>
                <a:off x="19000820" y="6590061"/>
                <a:ext cx="2971208" cy="697888"/>
              </a:xfrm>
              <a:custGeom>
                <a:avLst/>
                <a:gdLst>
                  <a:gd name="connsiteX0" fmla="*/ 146948 w 2971208"/>
                  <a:gd name="connsiteY0" fmla="*/ 16201 h 697888"/>
                  <a:gd name="connsiteX1" fmla="*/ 17440 w 2971208"/>
                  <a:gd name="connsiteY1" fmla="*/ 145566 h 697888"/>
                  <a:gd name="connsiteX2" fmla="*/ 17440 w 2971208"/>
                  <a:gd name="connsiteY2" fmla="*/ 551076 h 697888"/>
                  <a:gd name="connsiteX3" fmla="*/ 146948 w 2971208"/>
                  <a:gd name="connsiteY3" fmla="*/ 680441 h 697888"/>
                  <a:gd name="connsiteX4" fmla="*/ 2824260 w 2971208"/>
                  <a:gd name="connsiteY4" fmla="*/ 680441 h 697888"/>
                  <a:gd name="connsiteX5" fmla="*/ 2955012 w 2971208"/>
                  <a:gd name="connsiteY5" fmla="*/ 551076 h 697888"/>
                  <a:gd name="connsiteX6" fmla="*/ 2955012 w 2971208"/>
                  <a:gd name="connsiteY6" fmla="*/ 145566 h 697888"/>
                  <a:gd name="connsiteX7" fmla="*/ 2824260 w 2971208"/>
                  <a:gd name="connsiteY7" fmla="*/ 16201 h 697888"/>
                  <a:gd name="connsiteX8" fmla="*/ 146940 w 2971208"/>
                  <a:gd name="connsiteY8" fmla="*/ 0 h 697888"/>
                  <a:gd name="connsiteX9" fmla="*/ 2824268 w 2971208"/>
                  <a:gd name="connsiteY9" fmla="*/ 0 h 697888"/>
                  <a:gd name="connsiteX10" fmla="*/ 2971208 w 2971208"/>
                  <a:gd name="connsiteY10" fmla="*/ 145549 h 697888"/>
                  <a:gd name="connsiteX11" fmla="*/ 2971208 w 2971208"/>
                  <a:gd name="connsiteY11" fmla="*/ 551095 h 697888"/>
                  <a:gd name="connsiteX12" fmla="*/ 2824268 w 2971208"/>
                  <a:gd name="connsiteY12" fmla="*/ 697888 h 697888"/>
                  <a:gd name="connsiteX13" fmla="*/ 146940 w 2971208"/>
                  <a:gd name="connsiteY13" fmla="*/ 697888 h 697888"/>
                  <a:gd name="connsiteX14" fmla="*/ 0 w 2971208"/>
                  <a:gd name="connsiteY14" fmla="*/ 551095 h 697888"/>
                  <a:gd name="connsiteX15" fmla="*/ 0 w 2971208"/>
                  <a:gd name="connsiteY15" fmla="*/ 145549 h 697888"/>
                  <a:gd name="connsiteX16" fmla="*/ 146940 w 2971208"/>
                  <a:gd name="connsiteY16" fmla="*/ 0 h 697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971208" h="697888">
                    <a:moveTo>
                      <a:pt x="146948" y="16201"/>
                    </a:moveTo>
                    <a:cubicBezTo>
                      <a:pt x="75968" y="16201"/>
                      <a:pt x="17440" y="74664"/>
                      <a:pt x="17440" y="145566"/>
                    </a:cubicBezTo>
                    <a:lnTo>
                      <a:pt x="17440" y="551076"/>
                    </a:lnTo>
                    <a:cubicBezTo>
                      <a:pt x="17440" y="621978"/>
                      <a:pt x="75968" y="680441"/>
                      <a:pt x="146948" y="680441"/>
                    </a:cubicBezTo>
                    <a:lnTo>
                      <a:pt x="2824260" y="680441"/>
                    </a:lnTo>
                    <a:cubicBezTo>
                      <a:pt x="2895240" y="680441"/>
                      <a:pt x="2955012" y="621978"/>
                      <a:pt x="2955012" y="551076"/>
                    </a:cubicBezTo>
                    <a:lnTo>
                      <a:pt x="2955012" y="145566"/>
                    </a:lnTo>
                    <a:cubicBezTo>
                      <a:pt x="2955012" y="74664"/>
                      <a:pt x="2895240" y="16201"/>
                      <a:pt x="2824260" y="16201"/>
                    </a:cubicBezTo>
                    <a:close/>
                    <a:moveTo>
                      <a:pt x="146940" y="0"/>
                    </a:moveTo>
                    <a:lnTo>
                      <a:pt x="2824268" y="0"/>
                    </a:lnTo>
                    <a:cubicBezTo>
                      <a:pt x="2905210" y="0"/>
                      <a:pt x="2971208" y="64689"/>
                      <a:pt x="2971208" y="145549"/>
                    </a:cubicBezTo>
                    <a:lnTo>
                      <a:pt x="2971208" y="551095"/>
                    </a:lnTo>
                    <a:cubicBezTo>
                      <a:pt x="2971208" y="631956"/>
                      <a:pt x="2905210" y="697888"/>
                      <a:pt x="2824268" y="697888"/>
                    </a:cubicBezTo>
                    <a:lnTo>
                      <a:pt x="146940" y="697888"/>
                    </a:lnTo>
                    <a:cubicBezTo>
                      <a:pt x="65998" y="697888"/>
                      <a:pt x="0" y="631956"/>
                      <a:pt x="0" y="551095"/>
                    </a:cubicBezTo>
                    <a:lnTo>
                      <a:pt x="0" y="145549"/>
                    </a:lnTo>
                    <a:cubicBezTo>
                      <a:pt x="0" y="64689"/>
                      <a:pt x="65998" y="0"/>
                      <a:pt x="1469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5465CABB-E82D-0345-909F-308A89CBB332}"/>
                  </a:ext>
                </a:extLst>
              </p:cNvPr>
              <p:cNvSpPr/>
              <p:nvPr/>
            </p:nvSpPr>
            <p:spPr>
              <a:xfrm>
                <a:off x="19408189" y="6718422"/>
                <a:ext cx="196835" cy="4386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9" h="353">
                    <a:moveTo>
                      <a:pt x="79" y="353"/>
                    </a:moveTo>
                    <a:cubicBezTo>
                      <a:pt x="35" y="353"/>
                      <a:pt x="0" y="320"/>
                      <a:pt x="0" y="279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279"/>
                    </a:lnTo>
                    <a:cubicBezTo>
                      <a:pt x="13" y="312"/>
                      <a:pt x="43" y="339"/>
                      <a:pt x="79" y="339"/>
                    </a:cubicBezTo>
                    <a:cubicBezTo>
                      <a:pt x="115" y="339"/>
                      <a:pt x="145" y="312"/>
                      <a:pt x="145" y="279"/>
                    </a:cubicBezTo>
                    <a:lnTo>
                      <a:pt x="145" y="53"/>
                    </a:lnTo>
                    <a:cubicBezTo>
                      <a:pt x="145" y="31"/>
                      <a:pt x="125" y="13"/>
                      <a:pt x="101" y="13"/>
                    </a:cubicBezTo>
                    <a:cubicBezTo>
                      <a:pt x="77" y="13"/>
                      <a:pt x="58" y="31"/>
                      <a:pt x="58" y="53"/>
                    </a:cubicBezTo>
                    <a:lnTo>
                      <a:pt x="58" y="253"/>
                    </a:lnTo>
                    <a:cubicBezTo>
                      <a:pt x="58" y="261"/>
                      <a:pt x="66" y="268"/>
                      <a:pt x="76" y="268"/>
                    </a:cubicBezTo>
                    <a:cubicBezTo>
                      <a:pt x="87" y="268"/>
                      <a:pt x="95" y="261"/>
                      <a:pt x="95" y="253"/>
                    </a:cubicBezTo>
                    <a:lnTo>
                      <a:pt x="95" y="105"/>
                    </a:lnTo>
                    <a:cubicBezTo>
                      <a:pt x="95" y="101"/>
                      <a:pt x="97" y="98"/>
                      <a:pt x="101" y="98"/>
                    </a:cubicBezTo>
                    <a:cubicBezTo>
                      <a:pt x="106" y="98"/>
                      <a:pt x="108" y="101"/>
                      <a:pt x="108" y="105"/>
                    </a:cubicBezTo>
                    <a:lnTo>
                      <a:pt x="108" y="253"/>
                    </a:lnTo>
                    <a:cubicBezTo>
                      <a:pt x="108" y="269"/>
                      <a:pt x="94" y="282"/>
                      <a:pt x="76" y="282"/>
                    </a:cubicBezTo>
                    <a:cubicBezTo>
                      <a:pt x="58" y="282"/>
                      <a:pt x="44" y="269"/>
                      <a:pt x="44" y="253"/>
                    </a:cubicBezTo>
                    <a:lnTo>
                      <a:pt x="44" y="53"/>
                    </a:lnTo>
                    <a:cubicBezTo>
                      <a:pt x="44" y="23"/>
                      <a:pt x="70" y="0"/>
                      <a:pt x="101" y="0"/>
                    </a:cubicBezTo>
                    <a:cubicBezTo>
                      <a:pt x="133" y="0"/>
                      <a:pt x="159" y="23"/>
                      <a:pt x="159" y="53"/>
                    </a:cubicBezTo>
                    <a:lnTo>
                      <a:pt x="159" y="279"/>
                    </a:lnTo>
                    <a:cubicBezTo>
                      <a:pt x="159" y="320"/>
                      <a:pt x="123" y="353"/>
                      <a:pt x="79" y="35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9" name="Freeform 78">
                <a:extLst>
                  <a:ext uri="{FF2B5EF4-FFF2-40B4-BE49-F238E27FC236}">
                    <a16:creationId xmlns:a16="http://schemas.microsoft.com/office/drawing/2014/main" id="{85598791-64AE-3B4D-87EB-312CB5B79DF1}"/>
                  </a:ext>
                </a:extLst>
              </p:cNvPr>
              <p:cNvSpPr/>
              <p:nvPr/>
            </p:nvSpPr>
            <p:spPr>
              <a:xfrm>
                <a:off x="20634052" y="6723407"/>
                <a:ext cx="302727" cy="4274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4" h="344">
                    <a:moveTo>
                      <a:pt x="244" y="0"/>
                    </a:moveTo>
                    <a:lnTo>
                      <a:pt x="0" y="244"/>
                    </a:lnTo>
                    <a:lnTo>
                      <a:pt x="149" y="222"/>
                    </a:lnTo>
                    <a:lnTo>
                      <a:pt x="235" y="344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B68D5FC8-3AB7-2545-831D-BD8CD538A803}"/>
                  </a:ext>
                </a:extLst>
              </p:cNvPr>
              <p:cNvSpPr/>
              <p:nvPr/>
            </p:nvSpPr>
            <p:spPr>
              <a:xfrm>
                <a:off x="20625219" y="6715110"/>
                <a:ext cx="319034" cy="444478"/>
              </a:xfrm>
              <a:custGeom>
                <a:avLst/>
                <a:gdLst>
                  <a:gd name="connsiteX0" fmla="*/ 301592 w 319034"/>
                  <a:gd name="connsiteY0" fmla="*/ 29483 h 444478"/>
                  <a:gd name="connsiteX1" fmla="*/ 33748 w 319034"/>
                  <a:gd name="connsiteY1" fmla="*/ 299034 h 444478"/>
                  <a:gd name="connsiteX2" fmla="*/ 192470 w 319034"/>
                  <a:gd name="connsiteY2" fmla="*/ 275433 h 444478"/>
                  <a:gd name="connsiteX3" fmla="*/ 193710 w 319034"/>
                  <a:gd name="connsiteY3" fmla="*/ 274191 h 444478"/>
                  <a:gd name="connsiteX4" fmla="*/ 201152 w 319034"/>
                  <a:gd name="connsiteY4" fmla="*/ 277917 h 444478"/>
                  <a:gd name="connsiteX5" fmla="*/ 292912 w 319034"/>
                  <a:gd name="connsiteY5" fmla="*/ 410829 h 444478"/>
                  <a:gd name="connsiteX6" fmla="*/ 314070 w 319034"/>
                  <a:gd name="connsiteY6" fmla="*/ 817 h 444478"/>
                  <a:gd name="connsiteX7" fmla="*/ 319034 w 319034"/>
                  <a:gd name="connsiteY7" fmla="*/ 8273 h 444478"/>
                  <a:gd name="connsiteX8" fmla="*/ 309106 w 319034"/>
                  <a:gd name="connsiteY8" fmla="*/ 435779 h 444478"/>
                  <a:gd name="connsiteX9" fmla="*/ 302902 w 319034"/>
                  <a:gd name="connsiteY9" fmla="*/ 444478 h 444478"/>
                  <a:gd name="connsiteX10" fmla="*/ 300420 w 319034"/>
                  <a:gd name="connsiteY10" fmla="*/ 444478 h 444478"/>
                  <a:gd name="connsiteX11" fmla="*/ 292974 w 319034"/>
                  <a:gd name="connsiteY11" fmla="*/ 441993 h 444478"/>
                  <a:gd name="connsiteX12" fmla="*/ 188734 w 319034"/>
                  <a:gd name="connsiteY12" fmla="*/ 292863 h 444478"/>
                  <a:gd name="connsiteX13" fmla="*/ 10038 w 319034"/>
                  <a:gd name="connsiteY13" fmla="*/ 320203 h 444478"/>
                  <a:gd name="connsiteX14" fmla="*/ 1352 w 319034"/>
                  <a:gd name="connsiteY14" fmla="*/ 315232 h 444478"/>
                  <a:gd name="connsiteX15" fmla="*/ 2592 w 319034"/>
                  <a:gd name="connsiteY15" fmla="*/ 305290 h 444478"/>
                  <a:gd name="connsiteX16" fmla="*/ 305384 w 319034"/>
                  <a:gd name="connsiteY16" fmla="*/ 2060 h 444478"/>
                  <a:gd name="connsiteX17" fmla="*/ 314070 w 319034"/>
                  <a:gd name="connsiteY17" fmla="*/ 817 h 444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9034" h="444478">
                    <a:moveTo>
                      <a:pt x="301592" y="29483"/>
                    </a:moveTo>
                    <a:lnTo>
                      <a:pt x="33748" y="299034"/>
                    </a:lnTo>
                    <a:lnTo>
                      <a:pt x="192470" y="275433"/>
                    </a:lnTo>
                    <a:cubicBezTo>
                      <a:pt x="192470" y="274191"/>
                      <a:pt x="192470" y="274191"/>
                      <a:pt x="193710" y="274191"/>
                    </a:cubicBezTo>
                    <a:cubicBezTo>
                      <a:pt x="196192" y="274191"/>
                      <a:pt x="198672" y="275433"/>
                      <a:pt x="201152" y="277917"/>
                    </a:cubicBezTo>
                    <a:lnTo>
                      <a:pt x="292912" y="410829"/>
                    </a:lnTo>
                    <a:close/>
                    <a:moveTo>
                      <a:pt x="314070" y="817"/>
                    </a:moveTo>
                    <a:cubicBezTo>
                      <a:pt x="317794" y="2060"/>
                      <a:pt x="319034" y="5788"/>
                      <a:pt x="319034" y="8273"/>
                    </a:cubicBezTo>
                    <a:lnTo>
                      <a:pt x="309106" y="435779"/>
                    </a:lnTo>
                    <a:cubicBezTo>
                      <a:pt x="309106" y="440750"/>
                      <a:pt x="305384" y="443235"/>
                      <a:pt x="302902" y="444478"/>
                    </a:cubicBezTo>
                    <a:cubicBezTo>
                      <a:pt x="301660" y="444478"/>
                      <a:pt x="301660" y="444478"/>
                      <a:pt x="300420" y="444478"/>
                    </a:cubicBezTo>
                    <a:cubicBezTo>
                      <a:pt x="297938" y="444478"/>
                      <a:pt x="294216" y="444478"/>
                      <a:pt x="292974" y="441993"/>
                    </a:cubicBezTo>
                    <a:lnTo>
                      <a:pt x="188734" y="292863"/>
                    </a:lnTo>
                    <a:lnTo>
                      <a:pt x="10038" y="320203"/>
                    </a:lnTo>
                    <a:cubicBezTo>
                      <a:pt x="6316" y="320203"/>
                      <a:pt x="2592" y="318961"/>
                      <a:pt x="1352" y="315232"/>
                    </a:cubicBezTo>
                    <a:cubicBezTo>
                      <a:pt x="-1130" y="311504"/>
                      <a:pt x="112" y="307776"/>
                      <a:pt x="2592" y="305290"/>
                    </a:cubicBezTo>
                    <a:lnTo>
                      <a:pt x="305384" y="2060"/>
                    </a:lnTo>
                    <a:cubicBezTo>
                      <a:pt x="307866" y="-426"/>
                      <a:pt x="311588" y="-426"/>
                      <a:pt x="314070" y="8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B1B835EC-F576-DB4F-8AA4-32893CF2A5BB}"/>
                  </a:ext>
                </a:extLst>
              </p:cNvPr>
              <p:cNvSpPr/>
              <p:nvPr/>
            </p:nvSpPr>
            <p:spPr>
              <a:xfrm>
                <a:off x="20810954" y="6714684"/>
                <a:ext cx="134546" cy="2916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" h="235">
                    <a:moveTo>
                      <a:pt x="7" y="235"/>
                    </a:moveTo>
                    <a:cubicBezTo>
                      <a:pt x="6" y="235"/>
                      <a:pt x="5" y="235"/>
                      <a:pt x="4" y="235"/>
                    </a:cubicBezTo>
                    <a:cubicBezTo>
                      <a:pt x="0" y="234"/>
                      <a:pt x="-1" y="229"/>
                      <a:pt x="0" y="226"/>
                    </a:cubicBezTo>
                    <a:lnTo>
                      <a:pt x="95" y="5"/>
                    </a:lnTo>
                    <a:cubicBezTo>
                      <a:pt x="97" y="1"/>
                      <a:pt x="101" y="-1"/>
                      <a:pt x="104" y="1"/>
                    </a:cubicBezTo>
                    <a:cubicBezTo>
                      <a:pt x="108" y="2"/>
                      <a:pt x="110" y="6"/>
                      <a:pt x="108" y="10"/>
                    </a:cubicBezTo>
                    <a:lnTo>
                      <a:pt x="13" y="231"/>
                    </a:lnTo>
                    <a:cubicBezTo>
                      <a:pt x="12" y="234"/>
                      <a:pt x="9" y="235"/>
                      <a:pt x="7" y="23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ABBC1E4E-6484-0E4F-B1B6-950ACA47DEB3}"/>
                  </a:ext>
                </a:extLst>
              </p:cNvPr>
              <p:cNvSpPr/>
              <p:nvPr/>
            </p:nvSpPr>
            <p:spPr>
              <a:xfrm>
                <a:off x="21393985" y="6737116"/>
                <a:ext cx="118350" cy="2504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6" h="202">
                    <a:moveTo>
                      <a:pt x="48" y="0"/>
                    </a:moveTo>
                    <a:cubicBezTo>
                      <a:pt x="22" y="0"/>
                      <a:pt x="0" y="22"/>
                      <a:pt x="0" y="49"/>
                    </a:cubicBezTo>
                    <a:lnTo>
                      <a:pt x="0" y="154"/>
                    </a:lnTo>
                    <a:cubicBezTo>
                      <a:pt x="0" y="181"/>
                      <a:pt x="22" y="202"/>
                      <a:pt x="48" y="202"/>
                    </a:cubicBezTo>
                    <a:cubicBezTo>
                      <a:pt x="75" y="202"/>
                      <a:pt x="96" y="181"/>
                      <a:pt x="96" y="154"/>
                    </a:cubicBezTo>
                    <a:lnTo>
                      <a:pt x="96" y="49"/>
                    </a:lnTo>
                    <a:cubicBezTo>
                      <a:pt x="96" y="22"/>
                      <a:pt x="75" y="0"/>
                      <a:pt x="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06E28816-999A-9A47-AC73-BAEDBE0F26E5}"/>
                  </a:ext>
                </a:extLst>
              </p:cNvPr>
              <p:cNvSpPr/>
              <p:nvPr/>
            </p:nvSpPr>
            <p:spPr>
              <a:xfrm>
                <a:off x="21385263" y="6728392"/>
                <a:ext cx="135792" cy="267939"/>
              </a:xfrm>
              <a:custGeom>
                <a:avLst/>
                <a:gdLst>
                  <a:gd name="connsiteX0" fmla="*/ 67896 w 135792"/>
                  <a:gd name="connsiteY0" fmla="*/ 17447 h 267939"/>
                  <a:gd name="connsiteX1" fmla="*/ 17440 w 135792"/>
                  <a:gd name="connsiteY1" fmla="*/ 69510 h 267939"/>
                  <a:gd name="connsiteX2" fmla="*/ 17440 w 135792"/>
                  <a:gd name="connsiteY2" fmla="*/ 199669 h 267939"/>
                  <a:gd name="connsiteX3" fmla="*/ 67896 w 135792"/>
                  <a:gd name="connsiteY3" fmla="*/ 250492 h 267939"/>
                  <a:gd name="connsiteX4" fmla="*/ 118350 w 135792"/>
                  <a:gd name="connsiteY4" fmla="*/ 199669 h 267939"/>
                  <a:gd name="connsiteX5" fmla="*/ 118350 w 135792"/>
                  <a:gd name="connsiteY5" fmla="*/ 69510 h 267939"/>
                  <a:gd name="connsiteX6" fmla="*/ 67896 w 135792"/>
                  <a:gd name="connsiteY6" fmla="*/ 17447 h 267939"/>
                  <a:gd name="connsiteX7" fmla="*/ 67896 w 135792"/>
                  <a:gd name="connsiteY7" fmla="*/ 0 h 267939"/>
                  <a:gd name="connsiteX8" fmla="*/ 135792 w 135792"/>
                  <a:gd name="connsiteY8" fmla="*/ 69466 h 267939"/>
                  <a:gd name="connsiteX9" fmla="*/ 135792 w 135792"/>
                  <a:gd name="connsiteY9" fmla="*/ 199714 h 267939"/>
                  <a:gd name="connsiteX10" fmla="*/ 67896 w 135792"/>
                  <a:gd name="connsiteY10" fmla="*/ 267939 h 267939"/>
                  <a:gd name="connsiteX11" fmla="*/ 0 w 135792"/>
                  <a:gd name="connsiteY11" fmla="*/ 199714 h 267939"/>
                  <a:gd name="connsiteX12" fmla="*/ 0 w 135792"/>
                  <a:gd name="connsiteY12" fmla="*/ 69466 h 267939"/>
                  <a:gd name="connsiteX13" fmla="*/ 67896 w 135792"/>
                  <a:gd name="connsiteY13" fmla="*/ 0 h 26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5792" h="267939">
                    <a:moveTo>
                      <a:pt x="67896" y="17447"/>
                    </a:moveTo>
                    <a:cubicBezTo>
                      <a:pt x="40822" y="17447"/>
                      <a:pt x="17440" y="41000"/>
                      <a:pt x="17440" y="69510"/>
                    </a:cubicBezTo>
                    <a:lnTo>
                      <a:pt x="17440" y="199669"/>
                    </a:lnTo>
                    <a:cubicBezTo>
                      <a:pt x="17440" y="228179"/>
                      <a:pt x="40822" y="250492"/>
                      <a:pt x="67896" y="250492"/>
                    </a:cubicBezTo>
                    <a:cubicBezTo>
                      <a:pt x="96200" y="250492"/>
                      <a:pt x="118350" y="228179"/>
                      <a:pt x="118350" y="199669"/>
                    </a:cubicBezTo>
                    <a:lnTo>
                      <a:pt x="118350" y="69510"/>
                    </a:lnTo>
                    <a:cubicBezTo>
                      <a:pt x="118350" y="41000"/>
                      <a:pt x="96200" y="17447"/>
                      <a:pt x="67896" y="17447"/>
                    </a:cubicBezTo>
                    <a:close/>
                    <a:moveTo>
                      <a:pt x="67896" y="0"/>
                    </a:moveTo>
                    <a:cubicBezTo>
                      <a:pt x="104930" y="0"/>
                      <a:pt x="135792" y="31012"/>
                      <a:pt x="135792" y="69466"/>
                    </a:cubicBezTo>
                    <a:lnTo>
                      <a:pt x="135792" y="199714"/>
                    </a:lnTo>
                    <a:cubicBezTo>
                      <a:pt x="135792" y="236928"/>
                      <a:pt x="104930" y="267939"/>
                      <a:pt x="67896" y="267939"/>
                    </a:cubicBezTo>
                    <a:cubicBezTo>
                      <a:pt x="30862" y="267939"/>
                      <a:pt x="0" y="236928"/>
                      <a:pt x="0" y="199714"/>
                    </a:cubicBezTo>
                    <a:lnTo>
                      <a:pt x="0" y="69466"/>
                    </a:lnTo>
                    <a:cubicBezTo>
                      <a:pt x="0" y="31012"/>
                      <a:pt x="30862" y="0"/>
                      <a:pt x="678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F51E6419-5266-0147-B0E7-252F2953596E}"/>
                  </a:ext>
                </a:extLst>
              </p:cNvPr>
              <p:cNvSpPr/>
              <p:nvPr/>
            </p:nvSpPr>
            <p:spPr>
              <a:xfrm>
                <a:off x="21339170" y="6897879"/>
                <a:ext cx="227980" cy="1582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4" h="128">
                    <a:moveTo>
                      <a:pt x="92" y="128"/>
                    </a:moveTo>
                    <a:cubicBezTo>
                      <a:pt x="42" y="128"/>
                      <a:pt x="0" y="93"/>
                      <a:pt x="0" y="51"/>
                    </a:cubicBezTo>
                    <a:lnTo>
                      <a:pt x="0" y="7"/>
                    </a:lnTo>
                    <a:cubicBezTo>
                      <a:pt x="0" y="4"/>
                      <a:pt x="3" y="0"/>
                      <a:pt x="7" y="0"/>
                    </a:cubicBezTo>
                    <a:cubicBezTo>
                      <a:pt x="11" y="0"/>
                      <a:pt x="14" y="4"/>
                      <a:pt x="14" y="7"/>
                    </a:cubicBezTo>
                    <a:lnTo>
                      <a:pt x="14" y="51"/>
                    </a:lnTo>
                    <a:cubicBezTo>
                      <a:pt x="14" y="86"/>
                      <a:pt x="49" y="114"/>
                      <a:pt x="92" y="114"/>
                    </a:cubicBezTo>
                    <a:cubicBezTo>
                      <a:pt x="135" y="114"/>
                      <a:pt x="171" y="86"/>
                      <a:pt x="171" y="51"/>
                    </a:cubicBezTo>
                    <a:lnTo>
                      <a:pt x="171" y="7"/>
                    </a:lnTo>
                    <a:cubicBezTo>
                      <a:pt x="171" y="4"/>
                      <a:pt x="174" y="0"/>
                      <a:pt x="177" y="0"/>
                    </a:cubicBezTo>
                    <a:cubicBezTo>
                      <a:pt x="181" y="0"/>
                      <a:pt x="184" y="4"/>
                      <a:pt x="184" y="7"/>
                    </a:cubicBezTo>
                    <a:lnTo>
                      <a:pt x="184" y="51"/>
                    </a:lnTo>
                    <a:cubicBezTo>
                      <a:pt x="184" y="93"/>
                      <a:pt x="143" y="128"/>
                      <a:pt x="92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D62EB9E0-5C25-3B41-BE9A-8022547BCF1C}"/>
                  </a:ext>
                </a:extLst>
              </p:cNvPr>
              <p:cNvSpPr/>
              <p:nvPr/>
            </p:nvSpPr>
            <p:spPr>
              <a:xfrm>
                <a:off x="21445062" y="7039949"/>
                <a:ext cx="16195" cy="9720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" h="79">
                    <a:moveTo>
                      <a:pt x="7" y="79"/>
                    </a:moveTo>
                    <a:cubicBezTo>
                      <a:pt x="3" y="79"/>
                      <a:pt x="0" y="76"/>
                      <a:pt x="0" y="72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lnTo>
                      <a:pt x="14" y="72"/>
                    </a:lnTo>
                    <a:cubicBezTo>
                      <a:pt x="14" y="76"/>
                      <a:pt x="11" y="79"/>
                      <a:pt x="7" y="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1EAB2982-CD7B-594D-85FB-039A6EFBEFE8}"/>
                  </a:ext>
                </a:extLst>
              </p:cNvPr>
              <p:cNvSpPr/>
              <p:nvPr/>
            </p:nvSpPr>
            <p:spPr>
              <a:xfrm>
                <a:off x="21391493" y="7120954"/>
                <a:ext cx="123333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0" h="14">
                    <a:moveTo>
                      <a:pt x="93" y="14"/>
                    </a:moveTo>
                    <a:lnTo>
                      <a:pt x="8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8" y="0"/>
                    </a:cubicBezTo>
                    <a:lnTo>
                      <a:pt x="93" y="0"/>
                    </a:lnTo>
                    <a:cubicBezTo>
                      <a:pt x="97" y="0"/>
                      <a:pt x="100" y="3"/>
                      <a:pt x="100" y="7"/>
                    </a:cubicBezTo>
                    <a:cubicBezTo>
                      <a:pt x="100" y="11"/>
                      <a:pt x="97" y="14"/>
                      <a:pt x="93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D9532964-8C0F-594A-A55A-BC5210D6CA82}"/>
                  </a:ext>
                </a:extLst>
              </p:cNvPr>
              <p:cNvSpPr/>
              <p:nvPr/>
            </p:nvSpPr>
            <p:spPr>
              <a:xfrm>
                <a:off x="19907752" y="6813136"/>
                <a:ext cx="449731" cy="248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2" h="200">
                    <a:moveTo>
                      <a:pt x="345" y="35"/>
                    </a:moveTo>
                    <a:lnTo>
                      <a:pt x="290" y="61"/>
                    </a:lnTo>
                    <a:lnTo>
                      <a:pt x="290" y="31"/>
                    </a:lnTo>
                    <a:cubicBezTo>
                      <a:pt x="290" y="14"/>
                      <a:pt x="276" y="0"/>
                      <a:pt x="258" y="0"/>
                    </a:cubicBezTo>
                    <a:lnTo>
                      <a:pt x="31" y="0"/>
                    </a:lnTo>
                    <a:cubicBezTo>
                      <a:pt x="14" y="0"/>
                      <a:pt x="0" y="14"/>
                      <a:pt x="0" y="31"/>
                    </a:cubicBezTo>
                    <a:lnTo>
                      <a:pt x="0" y="170"/>
                    </a:lnTo>
                    <a:cubicBezTo>
                      <a:pt x="0" y="187"/>
                      <a:pt x="14" y="200"/>
                      <a:pt x="31" y="200"/>
                    </a:cubicBezTo>
                    <a:lnTo>
                      <a:pt x="258" y="200"/>
                    </a:lnTo>
                    <a:cubicBezTo>
                      <a:pt x="276" y="200"/>
                      <a:pt x="290" y="187"/>
                      <a:pt x="290" y="170"/>
                    </a:cubicBezTo>
                    <a:lnTo>
                      <a:pt x="290" y="142"/>
                    </a:lnTo>
                    <a:lnTo>
                      <a:pt x="347" y="164"/>
                    </a:lnTo>
                    <a:cubicBezTo>
                      <a:pt x="354" y="167"/>
                      <a:pt x="362" y="161"/>
                      <a:pt x="362" y="153"/>
                    </a:cubicBezTo>
                    <a:lnTo>
                      <a:pt x="362" y="46"/>
                    </a:lnTo>
                    <a:cubicBezTo>
                      <a:pt x="362" y="38"/>
                      <a:pt x="354" y="32"/>
                      <a:pt x="345" y="35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A064F8B4-D93A-894C-B7BA-077087A623AD}"/>
                  </a:ext>
                </a:extLst>
              </p:cNvPr>
              <p:cNvSpPr/>
              <p:nvPr/>
            </p:nvSpPr>
            <p:spPr>
              <a:xfrm>
                <a:off x="19899036" y="6805658"/>
                <a:ext cx="467172" cy="264201"/>
              </a:xfrm>
              <a:custGeom>
                <a:avLst/>
                <a:gdLst>
                  <a:gd name="connsiteX0" fmla="*/ 47250 w 467172"/>
                  <a:gd name="connsiteY0" fmla="*/ 16201 h 264201"/>
                  <a:gd name="connsiteX1" fmla="*/ 17436 w 467172"/>
                  <a:gd name="connsiteY1" fmla="*/ 45951 h 264201"/>
                  <a:gd name="connsiteX2" fmla="*/ 17436 w 467172"/>
                  <a:gd name="connsiteY2" fmla="*/ 218251 h 264201"/>
                  <a:gd name="connsiteX3" fmla="*/ 47250 w 467172"/>
                  <a:gd name="connsiteY3" fmla="*/ 248000 h 264201"/>
                  <a:gd name="connsiteX4" fmla="*/ 329232 w 467172"/>
                  <a:gd name="connsiteY4" fmla="*/ 248000 h 264201"/>
                  <a:gd name="connsiteX5" fmla="*/ 359044 w 467172"/>
                  <a:gd name="connsiteY5" fmla="*/ 218251 h 264201"/>
                  <a:gd name="connsiteX6" fmla="*/ 359044 w 467172"/>
                  <a:gd name="connsiteY6" fmla="*/ 183543 h 264201"/>
                  <a:gd name="connsiteX7" fmla="*/ 364014 w 467172"/>
                  <a:gd name="connsiteY7" fmla="*/ 177345 h 264201"/>
                  <a:gd name="connsiteX8" fmla="*/ 371466 w 467172"/>
                  <a:gd name="connsiteY8" fmla="*/ 176105 h 264201"/>
                  <a:gd name="connsiteX9" fmla="*/ 442272 w 467172"/>
                  <a:gd name="connsiteY9" fmla="*/ 202136 h 264201"/>
                  <a:gd name="connsiteX10" fmla="*/ 448484 w 467172"/>
                  <a:gd name="connsiteY10" fmla="*/ 200897 h 264201"/>
                  <a:gd name="connsiteX11" fmla="*/ 449726 w 467172"/>
                  <a:gd name="connsiteY11" fmla="*/ 197178 h 264201"/>
                  <a:gd name="connsiteX12" fmla="*/ 449726 w 467172"/>
                  <a:gd name="connsiteY12" fmla="*/ 64544 h 264201"/>
                  <a:gd name="connsiteX13" fmla="*/ 448484 w 467172"/>
                  <a:gd name="connsiteY13" fmla="*/ 59586 h 264201"/>
                  <a:gd name="connsiteX14" fmla="*/ 442272 w 467172"/>
                  <a:gd name="connsiteY14" fmla="*/ 59586 h 264201"/>
                  <a:gd name="connsiteX15" fmla="*/ 371466 w 467172"/>
                  <a:gd name="connsiteY15" fmla="*/ 91815 h 264201"/>
                  <a:gd name="connsiteX16" fmla="*/ 364014 w 467172"/>
                  <a:gd name="connsiteY16" fmla="*/ 90575 h 264201"/>
                  <a:gd name="connsiteX17" fmla="*/ 359044 w 467172"/>
                  <a:gd name="connsiteY17" fmla="*/ 83138 h 264201"/>
                  <a:gd name="connsiteX18" fmla="*/ 359044 w 467172"/>
                  <a:gd name="connsiteY18" fmla="*/ 45951 h 264201"/>
                  <a:gd name="connsiteX19" fmla="*/ 329232 w 467172"/>
                  <a:gd name="connsiteY19" fmla="*/ 16201 h 264201"/>
                  <a:gd name="connsiteX20" fmla="*/ 47214 w 467172"/>
                  <a:gd name="connsiteY20" fmla="*/ 0 h 264201"/>
                  <a:gd name="connsiteX21" fmla="*/ 329256 w 467172"/>
                  <a:gd name="connsiteY21" fmla="*/ 0 h 264201"/>
                  <a:gd name="connsiteX22" fmla="*/ 377712 w 467172"/>
                  <a:gd name="connsiteY22" fmla="*/ 45894 h 264201"/>
                  <a:gd name="connsiteX23" fmla="*/ 377712 w 467172"/>
                  <a:gd name="connsiteY23" fmla="*/ 70702 h 264201"/>
                  <a:gd name="connsiteX24" fmla="*/ 434866 w 467172"/>
                  <a:gd name="connsiteY24" fmla="*/ 43414 h 264201"/>
                  <a:gd name="connsiteX25" fmla="*/ 457232 w 467172"/>
                  <a:gd name="connsiteY25" fmla="*/ 44654 h 264201"/>
                  <a:gd name="connsiteX26" fmla="*/ 467172 w 467172"/>
                  <a:gd name="connsiteY26" fmla="*/ 64500 h 264201"/>
                  <a:gd name="connsiteX27" fmla="*/ 467172 w 467172"/>
                  <a:gd name="connsiteY27" fmla="*/ 197221 h 264201"/>
                  <a:gd name="connsiteX28" fmla="*/ 457232 w 467172"/>
                  <a:gd name="connsiteY28" fmla="*/ 215826 h 264201"/>
                  <a:gd name="connsiteX29" fmla="*/ 436110 w 467172"/>
                  <a:gd name="connsiteY29" fmla="*/ 218307 h 264201"/>
                  <a:gd name="connsiteX30" fmla="*/ 377712 w 467172"/>
                  <a:gd name="connsiteY30" fmla="*/ 195980 h 264201"/>
                  <a:gd name="connsiteX31" fmla="*/ 377712 w 467172"/>
                  <a:gd name="connsiteY31" fmla="*/ 218307 h 264201"/>
                  <a:gd name="connsiteX32" fmla="*/ 329256 w 467172"/>
                  <a:gd name="connsiteY32" fmla="*/ 264201 h 264201"/>
                  <a:gd name="connsiteX33" fmla="*/ 47214 w 467172"/>
                  <a:gd name="connsiteY33" fmla="*/ 264201 h 264201"/>
                  <a:gd name="connsiteX34" fmla="*/ 0 w 467172"/>
                  <a:gd name="connsiteY34" fmla="*/ 218307 h 264201"/>
                  <a:gd name="connsiteX35" fmla="*/ 0 w 467172"/>
                  <a:gd name="connsiteY35" fmla="*/ 45894 h 264201"/>
                  <a:gd name="connsiteX36" fmla="*/ 47214 w 467172"/>
                  <a:gd name="connsiteY36" fmla="*/ 0 h 264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467172" h="264201">
                    <a:moveTo>
                      <a:pt x="47250" y="16201"/>
                    </a:moveTo>
                    <a:cubicBezTo>
                      <a:pt x="31100" y="16201"/>
                      <a:pt x="17436" y="29836"/>
                      <a:pt x="17436" y="45951"/>
                    </a:cubicBezTo>
                    <a:lnTo>
                      <a:pt x="17436" y="218251"/>
                    </a:lnTo>
                    <a:cubicBezTo>
                      <a:pt x="17436" y="234365"/>
                      <a:pt x="31100" y="248000"/>
                      <a:pt x="47250" y="248000"/>
                    </a:cubicBezTo>
                    <a:lnTo>
                      <a:pt x="329232" y="248000"/>
                    </a:lnTo>
                    <a:cubicBezTo>
                      <a:pt x="346622" y="248000"/>
                      <a:pt x="359044" y="234365"/>
                      <a:pt x="359044" y="218251"/>
                    </a:cubicBezTo>
                    <a:lnTo>
                      <a:pt x="359044" y="183543"/>
                    </a:lnTo>
                    <a:cubicBezTo>
                      <a:pt x="359044" y="181064"/>
                      <a:pt x="361528" y="178584"/>
                      <a:pt x="364014" y="177345"/>
                    </a:cubicBezTo>
                    <a:cubicBezTo>
                      <a:pt x="365256" y="176105"/>
                      <a:pt x="368982" y="174866"/>
                      <a:pt x="371466" y="176105"/>
                    </a:cubicBezTo>
                    <a:lnTo>
                      <a:pt x="442272" y="202136"/>
                    </a:lnTo>
                    <a:cubicBezTo>
                      <a:pt x="444758" y="203376"/>
                      <a:pt x="447242" y="202136"/>
                      <a:pt x="448484" y="200897"/>
                    </a:cubicBezTo>
                    <a:cubicBezTo>
                      <a:pt x="448484" y="200897"/>
                      <a:pt x="449726" y="199657"/>
                      <a:pt x="449726" y="197178"/>
                    </a:cubicBezTo>
                    <a:lnTo>
                      <a:pt x="449726" y="64544"/>
                    </a:lnTo>
                    <a:cubicBezTo>
                      <a:pt x="449726" y="62065"/>
                      <a:pt x="448484" y="59586"/>
                      <a:pt x="448484" y="59586"/>
                    </a:cubicBezTo>
                    <a:cubicBezTo>
                      <a:pt x="447242" y="59586"/>
                      <a:pt x="444758" y="58347"/>
                      <a:pt x="442272" y="59586"/>
                    </a:cubicBezTo>
                    <a:lnTo>
                      <a:pt x="371466" y="91815"/>
                    </a:lnTo>
                    <a:cubicBezTo>
                      <a:pt x="370224" y="91815"/>
                      <a:pt x="366498" y="91815"/>
                      <a:pt x="364014" y="90575"/>
                    </a:cubicBezTo>
                    <a:cubicBezTo>
                      <a:pt x="361528" y="89336"/>
                      <a:pt x="359044" y="85617"/>
                      <a:pt x="359044" y="83138"/>
                    </a:cubicBezTo>
                    <a:lnTo>
                      <a:pt x="359044" y="45951"/>
                    </a:lnTo>
                    <a:cubicBezTo>
                      <a:pt x="359044" y="29836"/>
                      <a:pt x="346622" y="16201"/>
                      <a:pt x="329232" y="16201"/>
                    </a:cubicBezTo>
                    <a:close/>
                    <a:moveTo>
                      <a:pt x="47214" y="0"/>
                    </a:moveTo>
                    <a:lnTo>
                      <a:pt x="329256" y="0"/>
                    </a:lnTo>
                    <a:cubicBezTo>
                      <a:pt x="355348" y="0"/>
                      <a:pt x="377712" y="19846"/>
                      <a:pt x="377712" y="45894"/>
                    </a:cubicBezTo>
                    <a:lnTo>
                      <a:pt x="377712" y="70702"/>
                    </a:lnTo>
                    <a:lnTo>
                      <a:pt x="434866" y="43414"/>
                    </a:lnTo>
                    <a:cubicBezTo>
                      <a:pt x="442322" y="40933"/>
                      <a:pt x="449776" y="40933"/>
                      <a:pt x="457232" y="44654"/>
                    </a:cubicBezTo>
                    <a:cubicBezTo>
                      <a:pt x="463444" y="49615"/>
                      <a:pt x="467172" y="57058"/>
                      <a:pt x="467172" y="64500"/>
                    </a:cubicBezTo>
                    <a:lnTo>
                      <a:pt x="467172" y="197221"/>
                    </a:lnTo>
                    <a:cubicBezTo>
                      <a:pt x="467172" y="204663"/>
                      <a:pt x="463444" y="210865"/>
                      <a:pt x="457232" y="215826"/>
                    </a:cubicBezTo>
                    <a:cubicBezTo>
                      <a:pt x="451018" y="220788"/>
                      <a:pt x="443564" y="220788"/>
                      <a:pt x="436110" y="218307"/>
                    </a:cubicBezTo>
                    <a:lnTo>
                      <a:pt x="377712" y="195980"/>
                    </a:lnTo>
                    <a:lnTo>
                      <a:pt x="377712" y="218307"/>
                    </a:lnTo>
                    <a:cubicBezTo>
                      <a:pt x="377712" y="243115"/>
                      <a:pt x="355348" y="264201"/>
                      <a:pt x="329256" y="264201"/>
                    </a:cubicBezTo>
                    <a:lnTo>
                      <a:pt x="47214" y="264201"/>
                    </a:lnTo>
                    <a:cubicBezTo>
                      <a:pt x="21122" y="264201"/>
                      <a:pt x="0" y="243115"/>
                      <a:pt x="0" y="218307"/>
                    </a:cubicBezTo>
                    <a:lnTo>
                      <a:pt x="0" y="45894"/>
                    </a:lnTo>
                    <a:cubicBezTo>
                      <a:pt x="0" y="19846"/>
                      <a:pt x="21122" y="0"/>
                      <a:pt x="472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125AD87-F19F-1C44-A8FD-89F0353CEECF}"/>
                </a:ext>
              </a:extLst>
            </p:cNvPr>
            <p:cNvGrpSpPr/>
            <p:nvPr/>
          </p:nvGrpSpPr>
          <p:grpSpPr>
            <a:xfrm>
              <a:off x="19200146" y="9714354"/>
              <a:ext cx="2573802" cy="924702"/>
              <a:chOff x="19200146" y="9714354"/>
              <a:chExt cx="2573802" cy="924702"/>
            </a:xfrm>
          </p:grpSpPr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5A981BBA-CCFE-AC43-96D1-CE0309216AEC}"/>
                  </a:ext>
                </a:extLst>
              </p:cNvPr>
              <p:cNvSpPr/>
              <p:nvPr/>
            </p:nvSpPr>
            <p:spPr>
              <a:xfrm>
                <a:off x="19207620" y="9723078"/>
                <a:ext cx="2557610" cy="9072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54" h="729">
                    <a:moveTo>
                      <a:pt x="1895" y="0"/>
                    </a:moveTo>
                    <a:lnTo>
                      <a:pt x="1027" y="0"/>
                    </a:lnTo>
                    <a:lnTo>
                      <a:pt x="159" y="0"/>
                    </a:lnTo>
                    <a:cubicBezTo>
                      <a:pt x="115" y="0"/>
                      <a:pt x="76" y="18"/>
                      <a:pt x="47" y="46"/>
                    </a:cubicBezTo>
                    <a:cubicBezTo>
                      <a:pt x="18" y="75"/>
                      <a:pt x="0" y="115"/>
                      <a:pt x="0" y="158"/>
                    </a:cubicBezTo>
                    <a:lnTo>
                      <a:pt x="0" y="364"/>
                    </a:lnTo>
                    <a:lnTo>
                      <a:pt x="0" y="571"/>
                    </a:lnTo>
                    <a:cubicBezTo>
                      <a:pt x="0" y="615"/>
                      <a:pt x="18" y="654"/>
                      <a:pt x="47" y="682"/>
                    </a:cubicBezTo>
                    <a:cubicBezTo>
                      <a:pt x="76" y="711"/>
                      <a:pt x="115" y="729"/>
                      <a:pt x="159" y="729"/>
                    </a:cubicBezTo>
                    <a:lnTo>
                      <a:pt x="1027" y="729"/>
                    </a:lnTo>
                    <a:lnTo>
                      <a:pt x="1895" y="729"/>
                    </a:lnTo>
                    <a:cubicBezTo>
                      <a:pt x="1939" y="729"/>
                      <a:pt x="1979" y="711"/>
                      <a:pt x="2007" y="682"/>
                    </a:cubicBezTo>
                    <a:cubicBezTo>
                      <a:pt x="2036" y="654"/>
                      <a:pt x="2054" y="615"/>
                      <a:pt x="2054" y="571"/>
                    </a:cubicBezTo>
                    <a:lnTo>
                      <a:pt x="2054" y="364"/>
                    </a:lnTo>
                    <a:lnTo>
                      <a:pt x="2054" y="158"/>
                    </a:lnTo>
                    <a:cubicBezTo>
                      <a:pt x="2054" y="115"/>
                      <a:pt x="2036" y="75"/>
                      <a:pt x="2007" y="46"/>
                    </a:cubicBezTo>
                    <a:cubicBezTo>
                      <a:pt x="1979" y="18"/>
                      <a:pt x="1939" y="0"/>
                      <a:pt x="189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D15A08BF-F2D7-F249-9C0C-AFB752AE5359}"/>
                  </a:ext>
                </a:extLst>
              </p:cNvPr>
              <p:cNvSpPr/>
              <p:nvPr/>
            </p:nvSpPr>
            <p:spPr>
              <a:xfrm>
                <a:off x="19200146" y="9714354"/>
                <a:ext cx="2573802" cy="924702"/>
              </a:xfrm>
              <a:custGeom>
                <a:avLst/>
                <a:gdLst>
                  <a:gd name="connsiteX0" fmla="*/ 205458 w 2573802"/>
                  <a:gd name="connsiteY0" fmla="*/ 17451 h 924702"/>
                  <a:gd name="connsiteX1" fmla="*/ 72224 w 2573802"/>
                  <a:gd name="connsiteY1" fmla="*/ 72208 h 924702"/>
                  <a:gd name="connsiteX2" fmla="*/ 16190 w 2573802"/>
                  <a:gd name="connsiteY2" fmla="*/ 205368 h 924702"/>
                  <a:gd name="connsiteX3" fmla="*/ 16190 w 2573802"/>
                  <a:gd name="connsiteY3" fmla="*/ 719342 h 924702"/>
                  <a:gd name="connsiteX4" fmla="*/ 72224 w 2573802"/>
                  <a:gd name="connsiteY4" fmla="*/ 851257 h 924702"/>
                  <a:gd name="connsiteX5" fmla="*/ 205458 w 2573802"/>
                  <a:gd name="connsiteY5" fmla="*/ 907259 h 924702"/>
                  <a:gd name="connsiteX6" fmla="*/ 2367090 w 2573802"/>
                  <a:gd name="connsiteY6" fmla="*/ 907259 h 924702"/>
                  <a:gd name="connsiteX7" fmla="*/ 2500324 w 2573802"/>
                  <a:gd name="connsiteY7" fmla="*/ 851257 h 924702"/>
                  <a:gd name="connsiteX8" fmla="*/ 2556358 w 2573802"/>
                  <a:gd name="connsiteY8" fmla="*/ 719342 h 924702"/>
                  <a:gd name="connsiteX9" fmla="*/ 2556358 w 2573802"/>
                  <a:gd name="connsiteY9" fmla="*/ 205368 h 924702"/>
                  <a:gd name="connsiteX10" fmla="*/ 2500324 w 2573802"/>
                  <a:gd name="connsiteY10" fmla="*/ 72208 h 924702"/>
                  <a:gd name="connsiteX11" fmla="*/ 2367090 w 2573802"/>
                  <a:gd name="connsiteY11" fmla="*/ 17451 h 924702"/>
                  <a:gd name="connsiteX12" fmla="*/ 205456 w 2573802"/>
                  <a:gd name="connsiteY12" fmla="*/ 0 h 924702"/>
                  <a:gd name="connsiteX13" fmla="*/ 2367102 w 2573802"/>
                  <a:gd name="connsiteY13" fmla="*/ 0 h 924702"/>
                  <a:gd name="connsiteX14" fmla="*/ 2512788 w 2573802"/>
                  <a:gd name="connsiteY14" fmla="*/ 60983 h 924702"/>
                  <a:gd name="connsiteX15" fmla="*/ 2573802 w 2573802"/>
                  <a:gd name="connsiteY15" fmla="*/ 205351 h 924702"/>
                  <a:gd name="connsiteX16" fmla="*/ 2573802 w 2573802"/>
                  <a:gd name="connsiteY16" fmla="*/ 719351 h 924702"/>
                  <a:gd name="connsiteX17" fmla="*/ 2512788 w 2573802"/>
                  <a:gd name="connsiteY17" fmla="*/ 863719 h 924702"/>
                  <a:gd name="connsiteX18" fmla="*/ 2367102 w 2573802"/>
                  <a:gd name="connsiteY18" fmla="*/ 924702 h 924702"/>
                  <a:gd name="connsiteX19" fmla="*/ 205456 w 2573802"/>
                  <a:gd name="connsiteY19" fmla="*/ 924702 h 924702"/>
                  <a:gd name="connsiteX20" fmla="*/ 59768 w 2573802"/>
                  <a:gd name="connsiteY20" fmla="*/ 863719 h 924702"/>
                  <a:gd name="connsiteX21" fmla="*/ 0 w 2573802"/>
                  <a:gd name="connsiteY21" fmla="*/ 719351 h 924702"/>
                  <a:gd name="connsiteX22" fmla="*/ 0 w 2573802"/>
                  <a:gd name="connsiteY22" fmla="*/ 205351 h 924702"/>
                  <a:gd name="connsiteX23" fmla="*/ 59768 w 2573802"/>
                  <a:gd name="connsiteY23" fmla="*/ 60983 h 924702"/>
                  <a:gd name="connsiteX24" fmla="*/ 205456 w 2573802"/>
                  <a:gd name="connsiteY24" fmla="*/ 0 h 924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573802" h="924702">
                    <a:moveTo>
                      <a:pt x="205458" y="17451"/>
                    </a:moveTo>
                    <a:cubicBezTo>
                      <a:pt x="155652" y="17451"/>
                      <a:pt x="108334" y="37363"/>
                      <a:pt x="72224" y="72208"/>
                    </a:cubicBezTo>
                    <a:cubicBezTo>
                      <a:pt x="36114" y="108299"/>
                      <a:pt x="16190" y="155589"/>
                      <a:pt x="16190" y="205368"/>
                    </a:cubicBezTo>
                    <a:lnTo>
                      <a:pt x="16190" y="719342"/>
                    </a:lnTo>
                    <a:cubicBezTo>
                      <a:pt x="16190" y="769121"/>
                      <a:pt x="36114" y="816412"/>
                      <a:pt x="72224" y="851257"/>
                    </a:cubicBezTo>
                    <a:cubicBezTo>
                      <a:pt x="108334" y="887347"/>
                      <a:pt x="155652" y="907259"/>
                      <a:pt x="205458" y="907259"/>
                    </a:cubicBezTo>
                    <a:lnTo>
                      <a:pt x="2367090" y="907259"/>
                    </a:lnTo>
                    <a:cubicBezTo>
                      <a:pt x="2416898" y="907259"/>
                      <a:pt x="2465458" y="887347"/>
                      <a:pt x="2500324" y="851257"/>
                    </a:cubicBezTo>
                    <a:cubicBezTo>
                      <a:pt x="2536434" y="816412"/>
                      <a:pt x="2556358" y="769121"/>
                      <a:pt x="2556358" y="719342"/>
                    </a:cubicBezTo>
                    <a:lnTo>
                      <a:pt x="2556358" y="205368"/>
                    </a:lnTo>
                    <a:cubicBezTo>
                      <a:pt x="2556358" y="155589"/>
                      <a:pt x="2536434" y="108299"/>
                      <a:pt x="2500324" y="72208"/>
                    </a:cubicBezTo>
                    <a:cubicBezTo>
                      <a:pt x="2465458" y="37363"/>
                      <a:pt x="2416898" y="17451"/>
                      <a:pt x="2367090" y="17451"/>
                    </a:cubicBezTo>
                    <a:close/>
                    <a:moveTo>
                      <a:pt x="205456" y="0"/>
                    </a:moveTo>
                    <a:lnTo>
                      <a:pt x="2367102" y="0"/>
                    </a:lnTo>
                    <a:cubicBezTo>
                      <a:pt x="2421890" y="0"/>
                      <a:pt x="2474186" y="21157"/>
                      <a:pt x="2512788" y="60983"/>
                    </a:cubicBezTo>
                    <a:cubicBezTo>
                      <a:pt x="2551388" y="99564"/>
                      <a:pt x="2573802" y="150591"/>
                      <a:pt x="2573802" y="205351"/>
                    </a:cubicBezTo>
                    <a:lnTo>
                      <a:pt x="2573802" y="719351"/>
                    </a:lnTo>
                    <a:cubicBezTo>
                      <a:pt x="2573802" y="774111"/>
                      <a:pt x="2551388" y="825138"/>
                      <a:pt x="2512788" y="863719"/>
                    </a:cubicBezTo>
                    <a:cubicBezTo>
                      <a:pt x="2474186" y="903545"/>
                      <a:pt x="2421890" y="924702"/>
                      <a:pt x="2367102" y="924702"/>
                    </a:cubicBezTo>
                    <a:lnTo>
                      <a:pt x="205456" y="924702"/>
                    </a:lnTo>
                    <a:cubicBezTo>
                      <a:pt x="150668" y="924702"/>
                      <a:pt x="98370" y="903545"/>
                      <a:pt x="59768" y="863719"/>
                    </a:cubicBezTo>
                    <a:cubicBezTo>
                      <a:pt x="21168" y="825138"/>
                      <a:pt x="0" y="774111"/>
                      <a:pt x="0" y="719351"/>
                    </a:cubicBezTo>
                    <a:lnTo>
                      <a:pt x="0" y="205351"/>
                    </a:lnTo>
                    <a:cubicBezTo>
                      <a:pt x="0" y="150591"/>
                      <a:pt x="21168" y="99564"/>
                      <a:pt x="59768" y="60983"/>
                    </a:cubicBezTo>
                    <a:cubicBezTo>
                      <a:pt x="98370" y="21157"/>
                      <a:pt x="150668" y="0"/>
                      <a:pt x="2054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39C2A7DC-A2A4-A047-A6C8-EB86BE278F13}"/>
                  </a:ext>
                </a:extLst>
              </p:cNvPr>
              <p:cNvSpPr/>
              <p:nvPr/>
            </p:nvSpPr>
            <p:spPr>
              <a:xfrm>
                <a:off x="20125769" y="10428447"/>
                <a:ext cx="1493704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00">
                    <a:moveTo>
                      <a:pt x="0" y="0"/>
                    </a:moveTo>
                    <a:lnTo>
                      <a:pt x="1200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11293A59-350C-7B49-AEA2-C587E87258D1}"/>
                  </a:ext>
                </a:extLst>
              </p:cNvPr>
              <p:cNvSpPr/>
              <p:nvPr/>
            </p:nvSpPr>
            <p:spPr>
              <a:xfrm>
                <a:off x="20117048" y="10418477"/>
                <a:ext cx="1511142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14" h="14">
                    <a:moveTo>
                      <a:pt x="1207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207" y="0"/>
                    </a:lnTo>
                    <a:cubicBezTo>
                      <a:pt x="1211" y="0"/>
                      <a:pt x="1214" y="3"/>
                      <a:pt x="1214" y="8"/>
                    </a:cubicBezTo>
                    <a:cubicBezTo>
                      <a:pt x="1214" y="11"/>
                      <a:pt x="1211" y="14"/>
                      <a:pt x="120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DC8A6616-15B0-9840-AF73-970B65DD0346}"/>
                  </a:ext>
                </a:extLst>
              </p:cNvPr>
              <p:cNvSpPr/>
              <p:nvPr/>
            </p:nvSpPr>
            <p:spPr>
              <a:xfrm>
                <a:off x="19411927" y="9898800"/>
                <a:ext cx="554377" cy="5558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6" h="447">
                    <a:moveTo>
                      <a:pt x="446" y="223"/>
                    </a:moveTo>
                    <a:cubicBezTo>
                      <a:pt x="446" y="347"/>
                      <a:pt x="346" y="447"/>
                      <a:pt x="223" y="447"/>
                    </a:cubicBezTo>
                    <a:cubicBezTo>
                      <a:pt x="99" y="447"/>
                      <a:pt x="0" y="347"/>
                      <a:pt x="0" y="223"/>
                    </a:cubicBezTo>
                    <a:cubicBezTo>
                      <a:pt x="0" y="101"/>
                      <a:pt x="99" y="0"/>
                      <a:pt x="223" y="0"/>
                    </a:cubicBezTo>
                    <a:cubicBezTo>
                      <a:pt x="346" y="0"/>
                      <a:pt x="446" y="101"/>
                      <a:pt x="446" y="22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CAFDB6E2-D6A2-D543-AC39-56C60C498717}"/>
                  </a:ext>
                </a:extLst>
              </p:cNvPr>
              <p:cNvSpPr/>
              <p:nvPr/>
            </p:nvSpPr>
            <p:spPr>
              <a:xfrm>
                <a:off x="19403210" y="9890072"/>
                <a:ext cx="571818" cy="572019"/>
              </a:xfrm>
              <a:custGeom>
                <a:avLst/>
                <a:gdLst>
                  <a:gd name="connsiteX0" fmla="*/ 285904 w 571818"/>
                  <a:gd name="connsiteY0" fmla="*/ 17451 h 572019"/>
                  <a:gd name="connsiteX1" fmla="*/ 16190 w 571818"/>
                  <a:gd name="connsiteY1" fmla="*/ 286015 h 572019"/>
                  <a:gd name="connsiteX2" fmla="*/ 285904 w 571818"/>
                  <a:gd name="connsiteY2" fmla="*/ 555822 h 572019"/>
                  <a:gd name="connsiteX3" fmla="*/ 554374 w 571818"/>
                  <a:gd name="connsiteY3" fmla="*/ 286015 h 572019"/>
                  <a:gd name="connsiteX4" fmla="*/ 285904 w 571818"/>
                  <a:gd name="connsiteY4" fmla="*/ 17451 h 572019"/>
                  <a:gd name="connsiteX5" fmla="*/ 285910 w 571818"/>
                  <a:gd name="connsiteY5" fmla="*/ 0 h 572019"/>
                  <a:gd name="connsiteX6" fmla="*/ 571818 w 571818"/>
                  <a:gd name="connsiteY6" fmla="*/ 286010 h 572019"/>
                  <a:gd name="connsiteX7" fmla="*/ 285910 w 571818"/>
                  <a:gd name="connsiteY7" fmla="*/ 572019 h 572019"/>
                  <a:gd name="connsiteX8" fmla="*/ 0 w 571818"/>
                  <a:gd name="connsiteY8" fmla="*/ 286010 h 572019"/>
                  <a:gd name="connsiteX9" fmla="*/ 285910 w 571818"/>
                  <a:gd name="connsiteY9" fmla="*/ 0 h 572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1818" h="572019">
                    <a:moveTo>
                      <a:pt x="285904" y="17451"/>
                    </a:moveTo>
                    <a:cubicBezTo>
                      <a:pt x="137996" y="17451"/>
                      <a:pt x="16190" y="138056"/>
                      <a:pt x="16190" y="286015"/>
                    </a:cubicBezTo>
                    <a:cubicBezTo>
                      <a:pt x="16190" y="435217"/>
                      <a:pt x="137996" y="555822"/>
                      <a:pt x="285904" y="555822"/>
                    </a:cubicBezTo>
                    <a:cubicBezTo>
                      <a:pt x="433810" y="555822"/>
                      <a:pt x="554374" y="435217"/>
                      <a:pt x="554374" y="286015"/>
                    </a:cubicBezTo>
                    <a:cubicBezTo>
                      <a:pt x="554374" y="138056"/>
                      <a:pt x="433810" y="17451"/>
                      <a:pt x="285904" y="17451"/>
                    </a:cubicBezTo>
                    <a:close/>
                    <a:moveTo>
                      <a:pt x="285910" y="0"/>
                    </a:moveTo>
                    <a:cubicBezTo>
                      <a:pt x="443780" y="0"/>
                      <a:pt x="571818" y="129326"/>
                      <a:pt x="571818" y="286010"/>
                    </a:cubicBezTo>
                    <a:cubicBezTo>
                      <a:pt x="571818" y="445180"/>
                      <a:pt x="443780" y="572019"/>
                      <a:pt x="285910" y="572019"/>
                    </a:cubicBezTo>
                    <a:cubicBezTo>
                      <a:pt x="128038" y="572019"/>
                      <a:pt x="0" y="445180"/>
                      <a:pt x="0" y="286010"/>
                    </a:cubicBezTo>
                    <a:cubicBezTo>
                      <a:pt x="0" y="129326"/>
                      <a:pt x="128038" y="0"/>
                      <a:pt x="2859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050C6428-2BCD-5540-B3EB-D5E6A2875AB2}"/>
                  </a:ext>
                </a:extLst>
              </p:cNvPr>
              <p:cNvSpPr/>
              <p:nvPr/>
            </p:nvSpPr>
            <p:spPr>
              <a:xfrm>
                <a:off x="19532772" y="10055824"/>
                <a:ext cx="311448" cy="3987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1" h="321">
                    <a:moveTo>
                      <a:pt x="169" y="131"/>
                    </a:moveTo>
                    <a:cubicBezTo>
                      <a:pt x="186" y="117"/>
                      <a:pt x="198" y="96"/>
                      <a:pt x="198" y="72"/>
                    </a:cubicBezTo>
                    <a:cubicBezTo>
                      <a:pt x="198" y="33"/>
                      <a:pt x="166" y="0"/>
                      <a:pt x="126" y="0"/>
                    </a:cubicBezTo>
                    <a:cubicBezTo>
                      <a:pt x="86" y="0"/>
                      <a:pt x="54" y="33"/>
                      <a:pt x="54" y="72"/>
                    </a:cubicBezTo>
                    <a:cubicBezTo>
                      <a:pt x="54" y="96"/>
                      <a:pt x="65" y="117"/>
                      <a:pt x="82" y="131"/>
                    </a:cubicBezTo>
                    <a:cubicBezTo>
                      <a:pt x="34" y="148"/>
                      <a:pt x="0" y="194"/>
                      <a:pt x="0" y="248"/>
                    </a:cubicBezTo>
                    <a:lnTo>
                      <a:pt x="0" y="282"/>
                    </a:lnTo>
                    <a:cubicBezTo>
                      <a:pt x="36" y="306"/>
                      <a:pt x="79" y="321"/>
                      <a:pt x="126" y="321"/>
                    </a:cubicBezTo>
                    <a:cubicBezTo>
                      <a:pt x="173" y="321"/>
                      <a:pt x="216" y="306"/>
                      <a:pt x="251" y="282"/>
                    </a:cubicBezTo>
                    <a:lnTo>
                      <a:pt x="251" y="248"/>
                    </a:lnTo>
                    <a:cubicBezTo>
                      <a:pt x="251" y="194"/>
                      <a:pt x="217" y="148"/>
                      <a:pt x="169" y="13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62C4A4DB-FCF4-AA4E-97E2-E5465A23515C}"/>
                  </a:ext>
                </a:extLst>
              </p:cNvPr>
              <p:cNvSpPr/>
              <p:nvPr/>
            </p:nvSpPr>
            <p:spPr>
              <a:xfrm>
                <a:off x="19524052" y="10047101"/>
                <a:ext cx="330134" cy="414994"/>
              </a:xfrm>
              <a:custGeom>
                <a:avLst/>
                <a:gdLst>
                  <a:gd name="connsiteX0" fmla="*/ 165066 w 330134"/>
                  <a:gd name="connsiteY0" fmla="*/ 17447 h 414994"/>
                  <a:gd name="connsiteX1" fmla="*/ 83190 w 330134"/>
                  <a:gd name="connsiteY1" fmla="*/ 98188 h 414994"/>
                  <a:gd name="connsiteX2" fmla="*/ 116684 w 330134"/>
                  <a:gd name="connsiteY2" fmla="*/ 164023 h 414994"/>
                  <a:gd name="connsiteX3" fmla="*/ 119166 w 330134"/>
                  <a:gd name="connsiteY3" fmla="*/ 171476 h 414994"/>
                  <a:gd name="connsiteX4" fmla="*/ 114204 w 330134"/>
                  <a:gd name="connsiteY4" fmla="*/ 178929 h 414994"/>
                  <a:gd name="connsiteX5" fmla="*/ 17440 w 330134"/>
                  <a:gd name="connsiteY5" fmla="*/ 316810 h 414994"/>
                  <a:gd name="connsiteX6" fmla="*/ 17440 w 330134"/>
                  <a:gd name="connsiteY6" fmla="*/ 354075 h 414994"/>
                  <a:gd name="connsiteX7" fmla="*/ 165066 w 330134"/>
                  <a:gd name="connsiteY7" fmla="*/ 398793 h 414994"/>
                  <a:gd name="connsiteX8" fmla="*/ 312692 w 330134"/>
                  <a:gd name="connsiteY8" fmla="*/ 354075 h 414994"/>
                  <a:gd name="connsiteX9" fmla="*/ 312692 w 330134"/>
                  <a:gd name="connsiteY9" fmla="*/ 316810 h 414994"/>
                  <a:gd name="connsiteX10" fmla="*/ 214688 w 330134"/>
                  <a:gd name="connsiteY10" fmla="*/ 178929 h 414994"/>
                  <a:gd name="connsiteX11" fmla="*/ 209726 w 330134"/>
                  <a:gd name="connsiteY11" fmla="*/ 171476 h 414994"/>
                  <a:gd name="connsiteX12" fmla="*/ 213448 w 330134"/>
                  <a:gd name="connsiteY12" fmla="*/ 164023 h 414994"/>
                  <a:gd name="connsiteX13" fmla="*/ 245702 w 330134"/>
                  <a:gd name="connsiteY13" fmla="*/ 98188 h 414994"/>
                  <a:gd name="connsiteX14" fmla="*/ 165066 w 330134"/>
                  <a:gd name="connsiteY14" fmla="*/ 17447 h 414994"/>
                  <a:gd name="connsiteX15" fmla="*/ 165066 w 330134"/>
                  <a:gd name="connsiteY15" fmla="*/ 0 h 414994"/>
                  <a:gd name="connsiteX16" fmla="*/ 263114 w 330134"/>
                  <a:gd name="connsiteY16" fmla="*/ 98157 h 414994"/>
                  <a:gd name="connsiteX17" fmla="*/ 234568 w 330134"/>
                  <a:gd name="connsiteY17" fmla="*/ 167737 h 414994"/>
                  <a:gd name="connsiteX18" fmla="*/ 330134 w 330134"/>
                  <a:gd name="connsiteY18" fmla="*/ 316837 h 414994"/>
                  <a:gd name="connsiteX19" fmla="*/ 330134 w 330134"/>
                  <a:gd name="connsiteY19" fmla="*/ 359082 h 414994"/>
                  <a:gd name="connsiteX20" fmla="*/ 326410 w 330134"/>
                  <a:gd name="connsiteY20" fmla="*/ 366537 h 414994"/>
                  <a:gd name="connsiteX21" fmla="*/ 165066 w 330134"/>
                  <a:gd name="connsiteY21" fmla="*/ 414994 h 414994"/>
                  <a:gd name="connsiteX22" fmla="*/ 3722 w 330134"/>
                  <a:gd name="connsiteY22" fmla="*/ 366537 h 414994"/>
                  <a:gd name="connsiteX23" fmla="*/ 0 w 330134"/>
                  <a:gd name="connsiteY23" fmla="*/ 359082 h 414994"/>
                  <a:gd name="connsiteX24" fmla="*/ 0 w 330134"/>
                  <a:gd name="connsiteY24" fmla="*/ 316837 h 414994"/>
                  <a:gd name="connsiteX25" fmla="*/ 95564 w 330134"/>
                  <a:gd name="connsiteY25" fmla="*/ 167737 h 414994"/>
                  <a:gd name="connsiteX26" fmla="*/ 67018 w 330134"/>
                  <a:gd name="connsiteY26" fmla="*/ 98157 h 414994"/>
                  <a:gd name="connsiteX27" fmla="*/ 165066 w 330134"/>
                  <a:gd name="connsiteY27" fmla="*/ 0 h 414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330134" h="414994">
                    <a:moveTo>
                      <a:pt x="165066" y="17447"/>
                    </a:moveTo>
                    <a:cubicBezTo>
                      <a:pt x="120406" y="17447"/>
                      <a:pt x="83190" y="53470"/>
                      <a:pt x="83190" y="98188"/>
                    </a:cubicBezTo>
                    <a:cubicBezTo>
                      <a:pt x="83190" y="124274"/>
                      <a:pt x="95596" y="147875"/>
                      <a:pt x="116684" y="164023"/>
                    </a:cubicBezTo>
                    <a:cubicBezTo>
                      <a:pt x="119166" y="165265"/>
                      <a:pt x="120406" y="168992"/>
                      <a:pt x="119166" y="171476"/>
                    </a:cubicBezTo>
                    <a:cubicBezTo>
                      <a:pt x="119166" y="173960"/>
                      <a:pt x="116684" y="177687"/>
                      <a:pt x="114204" y="178929"/>
                    </a:cubicBezTo>
                    <a:cubicBezTo>
                      <a:pt x="55898" y="200046"/>
                      <a:pt x="17440" y="254701"/>
                      <a:pt x="17440" y="316810"/>
                    </a:cubicBezTo>
                    <a:lnTo>
                      <a:pt x="17440" y="354075"/>
                    </a:lnTo>
                    <a:cubicBezTo>
                      <a:pt x="60860" y="383887"/>
                      <a:pt x="111722" y="398793"/>
                      <a:pt x="165066" y="398793"/>
                    </a:cubicBezTo>
                    <a:cubicBezTo>
                      <a:pt x="217170" y="398793"/>
                      <a:pt x="268032" y="383887"/>
                      <a:pt x="312692" y="354075"/>
                    </a:cubicBezTo>
                    <a:lnTo>
                      <a:pt x="312692" y="316810"/>
                    </a:lnTo>
                    <a:cubicBezTo>
                      <a:pt x="312692" y="254701"/>
                      <a:pt x="272996" y="200046"/>
                      <a:pt x="214688" y="178929"/>
                    </a:cubicBezTo>
                    <a:cubicBezTo>
                      <a:pt x="212208" y="177687"/>
                      <a:pt x="210968" y="173960"/>
                      <a:pt x="209726" y="171476"/>
                    </a:cubicBezTo>
                    <a:cubicBezTo>
                      <a:pt x="209726" y="168992"/>
                      <a:pt x="210968" y="165265"/>
                      <a:pt x="213448" y="164023"/>
                    </a:cubicBezTo>
                    <a:cubicBezTo>
                      <a:pt x="234538" y="147875"/>
                      <a:pt x="245702" y="124274"/>
                      <a:pt x="245702" y="98188"/>
                    </a:cubicBezTo>
                    <a:cubicBezTo>
                      <a:pt x="245702" y="53470"/>
                      <a:pt x="209726" y="17447"/>
                      <a:pt x="165066" y="17447"/>
                    </a:cubicBezTo>
                    <a:close/>
                    <a:moveTo>
                      <a:pt x="165066" y="0"/>
                    </a:moveTo>
                    <a:cubicBezTo>
                      <a:pt x="218434" y="0"/>
                      <a:pt x="263114" y="44730"/>
                      <a:pt x="263114" y="98157"/>
                    </a:cubicBezTo>
                    <a:cubicBezTo>
                      <a:pt x="263114" y="125492"/>
                      <a:pt x="251944" y="149100"/>
                      <a:pt x="234568" y="167737"/>
                    </a:cubicBezTo>
                    <a:cubicBezTo>
                      <a:pt x="291660" y="193830"/>
                      <a:pt x="330134" y="252227"/>
                      <a:pt x="330134" y="316837"/>
                    </a:cubicBezTo>
                    <a:lnTo>
                      <a:pt x="330134" y="359082"/>
                    </a:lnTo>
                    <a:cubicBezTo>
                      <a:pt x="330134" y="361567"/>
                      <a:pt x="328892" y="364052"/>
                      <a:pt x="326410" y="366537"/>
                    </a:cubicBezTo>
                    <a:cubicBezTo>
                      <a:pt x="278008" y="398842"/>
                      <a:pt x="223398" y="414994"/>
                      <a:pt x="165066" y="414994"/>
                    </a:cubicBezTo>
                    <a:cubicBezTo>
                      <a:pt x="107976" y="414994"/>
                      <a:pt x="50884" y="398842"/>
                      <a:pt x="3722" y="366537"/>
                    </a:cubicBezTo>
                    <a:cubicBezTo>
                      <a:pt x="1240" y="364052"/>
                      <a:pt x="0" y="361567"/>
                      <a:pt x="0" y="359082"/>
                    </a:cubicBezTo>
                    <a:lnTo>
                      <a:pt x="0" y="316837"/>
                    </a:lnTo>
                    <a:cubicBezTo>
                      <a:pt x="0" y="252227"/>
                      <a:pt x="37232" y="193830"/>
                      <a:pt x="95564" y="167737"/>
                    </a:cubicBezTo>
                    <a:cubicBezTo>
                      <a:pt x="76948" y="149100"/>
                      <a:pt x="67018" y="125492"/>
                      <a:pt x="67018" y="98157"/>
                    </a:cubicBezTo>
                    <a:cubicBezTo>
                      <a:pt x="67018" y="44730"/>
                      <a:pt x="110458" y="0"/>
                      <a:pt x="1650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7EFA8A9D-19D1-5049-88B8-E94E1F26CDA0}"/>
                  </a:ext>
                </a:extLst>
              </p:cNvPr>
              <p:cNvSpPr/>
              <p:nvPr/>
            </p:nvSpPr>
            <p:spPr>
              <a:xfrm>
                <a:off x="20199270" y="9967339"/>
                <a:ext cx="368754" cy="3277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7" h="264">
                    <a:moveTo>
                      <a:pt x="297" y="264"/>
                    </a:moveTo>
                    <a:lnTo>
                      <a:pt x="0" y="264"/>
                    </a:lnTo>
                    <a:lnTo>
                      <a:pt x="0" y="0"/>
                    </a:lnTo>
                    <a:lnTo>
                      <a:pt x="297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66228E2C-1B52-CD40-99B6-535ECEED9BF7}"/>
                  </a:ext>
                </a:extLst>
              </p:cNvPr>
              <p:cNvSpPr/>
              <p:nvPr/>
            </p:nvSpPr>
            <p:spPr>
              <a:xfrm>
                <a:off x="20189304" y="9958615"/>
                <a:ext cx="387440" cy="345206"/>
              </a:xfrm>
              <a:custGeom>
                <a:avLst/>
                <a:gdLst>
                  <a:gd name="connsiteX0" fmla="*/ 17440 w 387440"/>
                  <a:gd name="connsiteY0" fmla="*/ 16205 h 345206"/>
                  <a:gd name="connsiteX1" fmla="*/ 17440 w 387440"/>
                  <a:gd name="connsiteY1" fmla="*/ 326516 h 345206"/>
                  <a:gd name="connsiteX2" fmla="*/ 370000 w 387440"/>
                  <a:gd name="connsiteY2" fmla="*/ 326516 h 345206"/>
                  <a:gd name="connsiteX3" fmla="*/ 370000 w 387440"/>
                  <a:gd name="connsiteY3" fmla="*/ 16205 h 345206"/>
                  <a:gd name="connsiteX4" fmla="*/ 0 w 387440"/>
                  <a:gd name="connsiteY4" fmla="*/ 0 h 345206"/>
                  <a:gd name="connsiteX5" fmla="*/ 387440 w 387440"/>
                  <a:gd name="connsiteY5" fmla="*/ 0 h 345206"/>
                  <a:gd name="connsiteX6" fmla="*/ 387440 w 387440"/>
                  <a:gd name="connsiteY6" fmla="*/ 345206 h 345206"/>
                  <a:gd name="connsiteX7" fmla="*/ 0 w 387440"/>
                  <a:gd name="connsiteY7" fmla="*/ 345206 h 345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7440" h="345206">
                    <a:moveTo>
                      <a:pt x="17440" y="16205"/>
                    </a:moveTo>
                    <a:lnTo>
                      <a:pt x="17440" y="326516"/>
                    </a:lnTo>
                    <a:lnTo>
                      <a:pt x="370000" y="326516"/>
                    </a:lnTo>
                    <a:lnTo>
                      <a:pt x="370000" y="16205"/>
                    </a:lnTo>
                    <a:close/>
                    <a:moveTo>
                      <a:pt x="0" y="0"/>
                    </a:moveTo>
                    <a:lnTo>
                      <a:pt x="387440" y="0"/>
                    </a:lnTo>
                    <a:lnTo>
                      <a:pt x="387440" y="345206"/>
                    </a:lnTo>
                    <a:lnTo>
                      <a:pt x="0" y="34520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235019AF-0B0F-7E4D-BF2F-23FA05CC494B}"/>
                  </a:ext>
                </a:extLst>
              </p:cNvPr>
              <p:cNvSpPr/>
              <p:nvPr/>
            </p:nvSpPr>
            <p:spPr>
              <a:xfrm>
                <a:off x="20348765" y="9929955"/>
                <a:ext cx="72256" cy="735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9" h="60">
                    <a:moveTo>
                      <a:pt x="59" y="30"/>
                    </a:moveTo>
                    <a:cubicBezTo>
                      <a:pt x="59" y="46"/>
                      <a:pt x="46" y="60"/>
                      <a:pt x="29" y="60"/>
                    </a:cubicBezTo>
                    <a:cubicBezTo>
                      <a:pt x="13" y="60"/>
                      <a:pt x="0" y="46"/>
                      <a:pt x="0" y="30"/>
                    </a:cubicBezTo>
                    <a:cubicBezTo>
                      <a:pt x="0" y="13"/>
                      <a:pt x="13" y="0"/>
                      <a:pt x="29" y="0"/>
                    </a:cubicBezTo>
                    <a:cubicBezTo>
                      <a:pt x="46" y="0"/>
                      <a:pt x="59" y="13"/>
                      <a:pt x="59" y="3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D60EE14E-25DB-444C-A3A7-0FE5DC7A3EFE}"/>
                  </a:ext>
                </a:extLst>
              </p:cNvPr>
              <p:cNvSpPr/>
              <p:nvPr/>
            </p:nvSpPr>
            <p:spPr>
              <a:xfrm>
                <a:off x="20340043" y="9921228"/>
                <a:ext cx="89698" cy="89729"/>
              </a:xfrm>
              <a:custGeom>
                <a:avLst/>
                <a:gdLst>
                  <a:gd name="connsiteX0" fmla="*/ 44254 w 89698"/>
                  <a:gd name="connsiteY0" fmla="*/ 16205 h 89729"/>
                  <a:gd name="connsiteX1" fmla="*/ 17442 w 89698"/>
                  <a:gd name="connsiteY1" fmla="*/ 45464 h 89729"/>
                  <a:gd name="connsiteX2" fmla="*/ 44254 w 89698"/>
                  <a:gd name="connsiteY2" fmla="*/ 72285 h 89729"/>
                  <a:gd name="connsiteX3" fmla="*/ 73504 w 89698"/>
                  <a:gd name="connsiteY3" fmla="*/ 45464 h 89729"/>
                  <a:gd name="connsiteX4" fmla="*/ 44254 w 89698"/>
                  <a:gd name="connsiteY4" fmla="*/ 16205 h 89729"/>
                  <a:gd name="connsiteX5" fmla="*/ 44236 w 89698"/>
                  <a:gd name="connsiteY5" fmla="*/ 0 h 89729"/>
                  <a:gd name="connsiteX6" fmla="*/ 89698 w 89698"/>
                  <a:gd name="connsiteY6" fmla="*/ 45479 h 89729"/>
                  <a:gd name="connsiteX7" fmla="*/ 44236 w 89698"/>
                  <a:gd name="connsiteY7" fmla="*/ 89729 h 89729"/>
                  <a:gd name="connsiteX8" fmla="*/ 0 w 89698"/>
                  <a:gd name="connsiteY8" fmla="*/ 45479 h 89729"/>
                  <a:gd name="connsiteX9" fmla="*/ 44236 w 89698"/>
                  <a:gd name="connsiteY9" fmla="*/ 0 h 89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698" h="89729">
                    <a:moveTo>
                      <a:pt x="44254" y="16205"/>
                    </a:moveTo>
                    <a:cubicBezTo>
                      <a:pt x="29630" y="16205"/>
                      <a:pt x="17442" y="29615"/>
                      <a:pt x="17442" y="45464"/>
                    </a:cubicBezTo>
                    <a:cubicBezTo>
                      <a:pt x="17442" y="61313"/>
                      <a:pt x="29630" y="72285"/>
                      <a:pt x="44254" y="72285"/>
                    </a:cubicBezTo>
                    <a:cubicBezTo>
                      <a:pt x="60098" y="72285"/>
                      <a:pt x="73504" y="61313"/>
                      <a:pt x="73504" y="45464"/>
                    </a:cubicBezTo>
                    <a:cubicBezTo>
                      <a:pt x="73504" y="29615"/>
                      <a:pt x="60098" y="16205"/>
                      <a:pt x="44254" y="16205"/>
                    </a:cubicBezTo>
                    <a:close/>
                    <a:moveTo>
                      <a:pt x="44236" y="0"/>
                    </a:moveTo>
                    <a:cubicBezTo>
                      <a:pt x="70038" y="0"/>
                      <a:pt x="89698" y="19667"/>
                      <a:pt x="89698" y="45479"/>
                    </a:cubicBezTo>
                    <a:cubicBezTo>
                      <a:pt x="89698" y="70062"/>
                      <a:pt x="70038" y="89729"/>
                      <a:pt x="44236" y="89729"/>
                    </a:cubicBezTo>
                    <a:cubicBezTo>
                      <a:pt x="19660" y="89729"/>
                      <a:pt x="0" y="70062"/>
                      <a:pt x="0" y="45479"/>
                    </a:cubicBezTo>
                    <a:cubicBezTo>
                      <a:pt x="0" y="19667"/>
                      <a:pt x="19660" y="0"/>
                      <a:pt x="442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14C79EAE-92D7-C347-8540-892618497626}"/>
                  </a:ext>
                </a:extLst>
              </p:cNvPr>
              <p:cNvSpPr/>
              <p:nvPr/>
            </p:nvSpPr>
            <p:spPr>
              <a:xfrm>
                <a:off x="20266540" y="10083242"/>
                <a:ext cx="225488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2" h="14">
                    <a:moveTo>
                      <a:pt x="176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76" y="0"/>
                    </a:lnTo>
                    <a:cubicBezTo>
                      <a:pt x="179" y="0"/>
                      <a:pt x="182" y="3"/>
                      <a:pt x="182" y="7"/>
                    </a:cubicBezTo>
                    <a:cubicBezTo>
                      <a:pt x="182" y="11"/>
                      <a:pt x="179" y="14"/>
                      <a:pt x="17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221B39DC-507A-BC49-9C9A-A73FB31BBA12}"/>
                  </a:ext>
                </a:extLst>
              </p:cNvPr>
              <p:cNvSpPr/>
              <p:nvPr/>
            </p:nvSpPr>
            <p:spPr>
              <a:xfrm>
                <a:off x="20266540" y="10179201"/>
                <a:ext cx="225488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2" h="14">
                    <a:moveTo>
                      <a:pt x="176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76" y="0"/>
                    </a:lnTo>
                    <a:cubicBezTo>
                      <a:pt x="179" y="0"/>
                      <a:pt x="182" y="3"/>
                      <a:pt x="182" y="7"/>
                    </a:cubicBezTo>
                    <a:cubicBezTo>
                      <a:pt x="182" y="11"/>
                      <a:pt x="179" y="14"/>
                      <a:pt x="17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FC25C94D-92E8-F642-89D1-AAE90FA7E1EE}"/>
                  </a:ext>
                </a:extLst>
              </p:cNvPr>
              <p:cNvSpPr/>
              <p:nvPr/>
            </p:nvSpPr>
            <p:spPr>
              <a:xfrm>
                <a:off x="20681392" y="9967339"/>
                <a:ext cx="368754" cy="3277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7" h="264">
                    <a:moveTo>
                      <a:pt x="297" y="264"/>
                    </a:moveTo>
                    <a:lnTo>
                      <a:pt x="0" y="264"/>
                    </a:lnTo>
                    <a:lnTo>
                      <a:pt x="0" y="0"/>
                    </a:lnTo>
                    <a:lnTo>
                      <a:pt x="29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C810BB5D-B907-F745-8131-66C88CE40372}"/>
                  </a:ext>
                </a:extLst>
              </p:cNvPr>
              <p:cNvSpPr/>
              <p:nvPr/>
            </p:nvSpPr>
            <p:spPr>
              <a:xfrm>
                <a:off x="20671425" y="9958615"/>
                <a:ext cx="387442" cy="345206"/>
              </a:xfrm>
              <a:custGeom>
                <a:avLst/>
                <a:gdLst>
                  <a:gd name="connsiteX0" fmla="*/ 17442 w 387442"/>
                  <a:gd name="connsiteY0" fmla="*/ 16205 h 345206"/>
                  <a:gd name="connsiteX1" fmla="*/ 17442 w 387442"/>
                  <a:gd name="connsiteY1" fmla="*/ 326516 h 345206"/>
                  <a:gd name="connsiteX2" fmla="*/ 370000 w 387442"/>
                  <a:gd name="connsiteY2" fmla="*/ 326516 h 345206"/>
                  <a:gd name="connsiteX3" fmla="*/ 370000 w 387442"/>
                  <a:gd name="connsiteY3" fmla="*/ 16205 h 345206"/>
                  <a:gd name="connsiteX4" fmla="*/ 0 w 387442"/>
                  <a:gd name="connsiteY4" fmla="*/ 0 h 345206"/>
                  <a:gd name="connsiteX5" fmla="*/ 387442 w 387442"/>
                  <a:gd name="connsiteY5" fmla="*/ 0 h 345206"/>
                  <a:gd name="connsiteX6" fmla="*/ 387442 w 387442"/>
                  <a:gd name="connsiteY6" fmla="*/ 345206 h 345206"/>
                  <a:gd name="connsiteX7" fmla="*/ 0 w 387442"/>
                  <a:gd name="connsiteY7" fmla="*/ 345206 h 345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7442" h="345206">
                    <a:moveTo>
                      <a:pt x="17442" y="16205"/>
                    </a:moveTo>
                    <a:lnTo>
                      <a:pt x="17442" y="326516"/>
                    </a:lnTo>
                    <a:lnTo>
                      <a:pt x="370000" y="326516"/>
                    </a:lnTo>
                    <a:lnTo>
                      <a:pt x="370000" y="16205"/>
                    </a:lnTo>
                    <a:close/>
                    <a:moveTo>
                      <a:pt x="0" y="0"/>
                    </a:moveTo>
                    <a:lnTo>
                      <a:pt x="387442" y="0"/>
                    </a:lnTo>
                    <a:lnTo>
                      <a:pt x="387442" y="345206"/>
                    </a:lnTo>
                    <a:lnTo>
                      <a:pt x="0" y="34520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B05AE293-453A-FB45-A7D7-CC1C78250350}"/>
                  </a:ext>
                </a:extLst>
              </p:cNvPr>
              <p:cNvSpPr/>
              <p:nvPr/>
            </p:nvSpPr>
            <p:spPr>
              <a:xfrm>
                <a:off x="20829641" y="9929955"/>
                <a:ext cx="74748" cy="735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1" h="60">
                    <a:moveTo>
                      <a:pt x="61" y="30"/>
                    </a:moveTo>
                    <a:cubicBezTo>
                      <a:pt x="61" y="46"/>
                      <a:pt x="47" y="60"/>
                      <a:pt x="30" y="60"/>
                    </a:cubicBezTo>
                    <a:cubicBezTo>
                      <a:pt x="14" y="60"/>
                      <a:pt x="0" y="46"/>
                      <a:pt x="0" y="30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7" y="0"/>
                      <a:pt x="61" y="13"/>
                      <a:pt x="61" y="3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6166425C-4F6E-D948-B143-443C2375852E}"/>
                  </a:ext>
                </a:extLst>
              </p:cNvPr>
              <p:cNvSpPr/>
              <p:nvPr/>
            </p:nvSpPr>
            <p:spPr>
              <a:xfrm>
                <a:off x="20822165" y="9921228"/>
                <a:ext cx="89698" cy="89729"/>
              </a:xfrm>
              <a:custGeom>
                <a:avLst/>
                <a:gdLst>
                  <a:gd name="connsiteX0" fmla="*/ 44252 w 89698"/>
                  <a:gd name="connsiteY0" fmla="*/ 16205 h 89729"/>
                  <a:gd name="connsiteX1" fmla="*/ 17442 w 89698"/>
                  <a:gd name="connsiteY1" fmla="*/ 45464 h 89729"/>
                  <a:gd name="connsiteX2" fmla="*/ 44252 w 89698"/>
                  <a:gd name="connsiteY2" fmla="*/ 72285 h 89729"/>
                  <a:gd name="connsiteX3" fmla="*/ 73502 w 89698"/>
                  <a:gd name="connsiteY3" fmla="*/ 45464 h 89729"/>
                  <a:gd name="connsiteX4" fmla="*/ 44252 w 89698"/>
                  <a:gd name="connsiteY4" fmla="*/ 16205 h 89729"/>
                  <a:gd name="connsiteX5" fmla="*/ 44234 w 89698"/>
                  <a:gd name="connsiteY5" fmla="*/ 0 h 89729"/>
                  <a:gd name="connsiteX6" fmla="*/ 89698 w 89698"/>
                  <a:gd name="connsiteY6" fmla="*/ 45479 h 89729"/>
                  <a:gd name="connsiteX7" fmla="*/ 44234 w 89698"/>
                  <a:gd name="connsiteY7" fmla="*/ 89729 h 89729"/>
                  <a:gd name="connsiteX8" fmla="*/ 0 w 89698"/>
                  <a:gd name="connsiteY8" fmla="*/ 45479 h 89729"/>
                  <a:gd name="connsiteX9" fmla="*/ 44234 w 89698"/>
                  <a:gd name="connsiteY9" fmla="*/ 0 h 89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698" h="89729">
                    <a:moveTo>
                      <a:pt x="44252" y="16205"/>
                    </a:moveTo>
                    <a:cubicBezTo>
                      <a:pt x="29628" y="16205"/>
                      <a:pt x="17442" y="29615"/>
                      <a:pt x="17442" y="45464"/>
                    </a:cubicBezTo>
                    <a:cubicBezTo>
                      <a:pt x="17442" y="61313"/>
                      <a:pt x="29628" y="72285"/>
                      <a:pt x="44252" y="72285"/>
                    </a:cubicBezTo>
                    <a:cubicBezTo>
                      <a:pt x="60096" y="72285"/>
                      <a:pt x="73502" y="61313"/>
                      <a:pt x="73502" y="45464"/>
                    </a:cubicBezTo>
                    <a:cubicBezTo>
                      <a:pt x="73502" y="29615"/>
                      <a:pt x="60096" y="16205"/>
                      <a:pt x="44252" y="16205"/>
                    </a:cubicBezTo>
                    <a:close/>
                    <a:moveTo>
                      <a:pt x="44234" y="0"/>
                    </a:moveTo>
                    <a:cubicBezTo>
                      <a:pt x="70038" y="0"/>
                      <a:pt x="89698" y="19667"/>
                      <a:pt x="89698" y="45479"/>
                    </a:cubicBezTo>
                    <a:cubicBezTo>
                      <a:pt x="89698" y="70062"/>
                      <a:pt x="70038" y="89729"/>
                      <a:pt x="44234" y="89729"/>
                    </a:cubicBezTo>
                    <a:cubicBezTo>
                      <a:pt x="19660" y="89729"/>
                      <a:pt x="0" y="70062"/>
                      <a:pt x="0" y="45479"/>
                    </a:cubicBezTo>
                    <a:cubicBezTo>
                      <a:pt x="0" y="19667"/>
                      <a:pt x="19660" y="0"/>
                      <a:pt x="442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20D2B2CA-2967-C94E-8152-38A5FF42AF0F}"/>
                  </a:ext>
                </a:extLst>
              </p:cNvPr>
              <p:cNvSpPr/>
              <p:nvPr/>
            </p:nvSpPr>
            <p:spPr>
              <a:xfrm>
                <a:off x="20748665" y="10083242"/>
                <a:ext cx="225488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2" h="14">
                    <a:moveTo>
                      <a:pt x="176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76" y="0"/>
                    </a:lnTo>
                    <a:cubicBezTo>
                      <a:pt x="179" y="0"/>
                      <a:pt x="182" y="3"/>
                      <a:pt x="182" y="7"/>
                    </a:cubicBezTo>
                    <a:cubicBezTo>
                      <a:pt x="182" y="11"/>
                      <a:pt x="179" y="14"/>
                      <a:pt x="17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2C1F1FF6-D12A-9C42-A554-EB73D101F9E8}"/>
                  </a:ext>
                </a:extLst>
              </p:cNvPr>
              <p:cNvSpPr/>
              <p:nvPr/>
            </p:nvSpPr>
            <p:spPr>
              <a:xfrm>
                <a:off x="20748665" y="10179201"/>
                <a:ext cx="225488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2" h="14">
                    <a:moveTo>
                      <a:pt x="176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76" y="0"/>
                    </a:lnTo>
                    <a:cubicBezTo>
                      <a:pt x="179" y="0"/>
                      <a:pt x="182" y="3"/>
                      <a:pt x="182" y="7"/>
                    </a:cubicBezTo>
                    <a:cubicBezTo>
                      <a:pt x="182" y="11"/>
                      <a:pt x="179" y="14"/>
                      <a:pt x="17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1C2D9A5E-64E1-7341-9D49-2729339DA75E}"/>
                  </a:ext>
                </a:extLst>
              </p:cNvPr>
              <p:cNvSpPr/>
              <p:nvPr/>
            </p:nvSpPr>
            <p:spPr>
              <a:xfrm>
                <a:off x="21163510" y="9967339"/>
                <a:ext cx="370000" cy="3277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8" h="264">
                    <a:moveTo>
                      <a:pt x="298" y="264"/>
                    </a:moveTo>
                    <a:lnTo>
                      <a:pt x="0" y="264"/>
                    </a:lnTo>
                    <a:lnTo>
                      <a:pt x="0" y="0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AD28E77C-DCED-F54B-9267-5488AFC79E93}"/>
                  </a:ext>
                </a:extLst>
              </p:cNvPr>
              <p:cNvSpPr/>
              <p:nvPr/>
            </p:nvSpPr>
            <p:spPr>
              <a:xfrm>
                <a:off x="21153544" y="9958615"/>
                <a:ext cx="387440" cy="345206"/>
              </a:xfrm>
              <a:custGeom>
                <a:avLst/>
                <a:gdLst>
                  <a:gd name="connsiteX0" fmla="*/ 18686 w 387440"/>
                  <a:gd name="connsiteY0" fmla="*/ 16205 h 345206"/>
                  <a:gd name="connsiteX1" fmla="*/ 18686 w 387440"/>
                  <a:gd name="connsiteY1" fmla="*/ 326516 h 345206"/>
                  <a:gd name="connsiteX2" fmla="*/ 370000 w 387440"/>
                  <a:gd name="connsiteY2" fmla="*/ 326516 h 345206"/>
                  <a:gd name="connsiteX3" fmla="*/ 370000 w 387440"/>
                  <a:gd name="connsiteY3" fmla="*/ 16205 h 345206"/>
                  <a:gd name="connsiteX4" fmla="*/ 0 w 387440"/>
                  <a:gd name="connsiteY4" fmla="*/ 0 h 345206"/>
                  <a:gd name="connsiteX5" fmla="*/ 387440 w 387440"/>
                  <a:gd name="connsiteY5" fmla="*/ 0 h 345206"/>
                  <a:gd name="connsiteX6" fmla="*/ 387440 w 387440"/>
                  <a:gd name="connsiteY6" fmla="*/ 345206 h 345206"/>
                  <a:gd name="connsiteX7" fmla="*/ 0 w 387440"/>
                  <a:gd name="connsiteY7" fmla="*/ 345206 h 345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87440" h="345206">
                    <a:moveTo>
                      <a:pt x="18686" y="16205"/>
                    </a:moveTo>
                    <a:lnTo>
                      <a:pt x="18686" y="326516"/>
                    </a:lnTo>
                    <a:lnTo>
                      <a:pt x="370000" y="326516"/>
                    </a:lnTo>
                    <a:lnTo>
                      <a:pt x="370000" y="16205"/>
                    </a:lnTo>
                    <a:close/>
                    <a:moveTo>
                      <a:pt x="0" y="0"/>
                    </a:moveTo>
                    <a:lnTo>
                      <a:pt x="387440" y="0"/>
                    </a:lnTo>
                    <a:lnTo>
                      <a:pt x="387440" y="345206"/>
                    </a:lnTo>
                    <a:lnTo>
                      <a:pt x="0" y="34520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3" name="Freeform 122">
                <a:extLst>
                  <a:ext uri="{FF2B5EF4-FFF2-40B4-BE49-F238E27FC236}">
                    <a16:creationId xmlns:a16="http://schemas.microsoft.com/office/drawing/2014/main" id="{05AF2665-872E-0A45-B4B2-D0C07B21524B}"/>
                  </a:ext>
                </a:extLst>
              </p:cNvPr>
              <p:cNvSpPr/>
              <p:nvPr/>
            </p:nvSpPr>
            <p:spPr>
              <a:xfrm>
                <a:off x="21313008" y="9929955"/>
                <a:ext cx="73502" cy="735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" h="60">
                    <a:moveTo>
                      <a:pt x="60" y="30"/>
                    </a:moveTo>
                    <a:cubicBezTo>
                      <a:pt x="60" y="46"/>
                      <a:pt x="46" y="60"/>
                      <a:pt x="30" y="60"/>
                    </a:cubicBezTo>
                    <a:cubicBezTo>
                      <a:pt x="13" y="60"/>
                      <a:pt x="0" y="46"/>
                      <a:pt x="0" y="30"/>
                    </a:cubicBezTo>
                    <a:cubicBezTo>
                      <a:pt x="0" y="13"/>
                      <a:pt x="13" y="0"/>
                      <a:pt x="30" y="0"/>
                    </a:cubicBezTo>
                    <a:cubicBezTo>
                      <a:pt x="46" y="0"/>
                      <a:pt x="60" y="13"/>
                      <a:pt x="60" y="3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58E2BA7D-AD16-684F-87B6-F9F4F3AC51C3}"/>
                  </a:ext>
                </a:extLst>
              </p:cNvPr>
              <p:cNvSpPr/>
              <p:nvPr/>
            </p:nvSpPr>
            <p:spPr>
              <a:xfrm>
                <a:off x="21304288" y="9921228"/>
                <a:ext cx="89696" cy="89729"/>
              </a:xfrm>
              <a:custGeom>
                <a:avLst/>
                <a:gdLst>
                  <a:gd name="connsiteX0" fmla="*/ 45472 w 89696"/>
                  <a:gd name="connsiteY0" fmla="*/ 16205 h 89729"/>
                  <a:gd name="connsiteX1" fmla="*/ 17440 w 89696"/>
                  <a:gd name="connsiteY1" fmla="*/ 45464 h 89729"/>
                  <a:gd name="connsiteX2" fmla="*/ 45472 w 89696"/>
                  <a:gd name="connsiteY2" fmla="*/ 72285 h 89729"/>
                  <a:gd name="connsiteX3" fmla="*/ 73502 w 89696"/>
                  <a:gd name="connsiteY3" fmla="*/ 45464 h 89729"/>
                  <a:gd name="connsiteX4" fmla="*/ 45472 w 89696"/>
                  <a:gd name="connsiteY4" fmla="*/ 16205 h 89729"/>
                  <a:gd name="connsiteX5" fmla="*/ 45462 w 89696"/>
                  <a:gd name="connsiteY5" fmla="*/ 0 h 89729"/>
                  <a:gd name="connsiteX6" fmla="*/ 89696 w 89696"/>
                  <a:gd name="connsiteY6" fmla="*/ 45479 h 89729"/>
                  <a:gd name="connsiteX7" fmla="*/ 45462 w 89696"/>
                  <a:gd name="connsiteY7" fmla="*/ 89729 h 89729"/>
                  <a:gd name="connsiteX8" fmla="*/ 0 w 89696"/>
                  <a:gd name="connsiteY8" fmla="*/ 45479 h 89729"/>
                  <a:gd name="connsiteX9" fmla="*/ 45462 w 89696"/>
                  <a:gd name="connsiteY9" fmla="*/ 0 h 897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696" h="89729">
                    <a:moveTo>
                      <a:pt x="45472" y="16205"/>
                    </a:moveTo>
                    <a:cubicBezTo>
                      <a:pt x="30846" y="16205"/>
                      <a:pt x="17440" y="29615"/>
                      <a:pt x="17440" y="45464"/>
                    </a:cubicBezTo>
                    <a:cubicBezTo>
                      <a:pt x="17440" y="61313"/>
                      <a:pt x="30846" y="72285"/>
                      <a:pt x="45472" y="72285"/>
                    </a:cubicBezTo>
                    <a:cubicBezTo>
                      <a:pt x="60096" y="72285"/>
                      <a:pt x="73502" y="61313"/>
                      <a:pt x="73502" y="45464"/>
                    </a:cubicBezTo>
                    <a:cubicBezTo>
                      <a:pt x="73502" y="29615"/>
                      <a:pt x="60096" y="16205"/>
                      <a:pt x="45472" y="16205"/>
                    </a:cubicBezTo>
                    <a:close/>
                    <a:moveTo>
                      <a:pt x="45462" y="0"/>
                    </a:moveTo>
                    <a:cubicBezTo>
                      <a:pt x="70038" y="0"/>
                      <a:pt x="89696" y="19667"/>
                      <a:pt x="89696" y="45479"/>
                    </a:cubicBezTo>
                    <a:cubicBezTo>
                      <a:pt x="89696" y="70062"/>
                      <a:pt x="70038" y="89729"/>
                      <a:pt x="45462" y="89729"/>
                    </a:cubicBezTo>
                    <a:cubicBezTo>
                      <a:pt x="19660" y="89729"/>
                      <a:pt x="0" y="70062"/>
                      <a:pt x="0" y="45479"/>
                    </a:cubicBezTo>
                    <a:cubicBezTo>
                      <a:pt x="0" y="19667"/>
                      <a:pt x="19660" y="0"/>
                      <a:pt x="454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206676B8-142C-9848-9979-E0855EE27941}"/>
                  </a:ext>
                </a:extLst>
              </p:cNvPr>
              <p:cNvSpPr/>
              <p:nvPr/>
            </p:nvSpPr>
            <p:spPr>
              <a:xfrm>
                <a:off x="21230786" y="10083242"/>
                <a:ext cx="225488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2" h="14">
                    <a:moveTo>
                      <a:pt x="176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76" y="0"/>
                    </a:lnTo>
                    <a:cubicBezTo>
                      <a:pt x="179" y="0"/>
                      <a:pt x="182" y="3"/>
                      <a:pt x="182" y="7"/>
                    </a:cubicBezTo>
                    <a:cubicBezTo>
                      <a:pt x="182" y="11"/>
                      <a:pt x="179" y="14"/>
                      <a:pt x="17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2E749BAE-D43D-414E-8864-B775D6E2D784}"/>
                  </a:ext>
                </a:extLst>
              </p:cNvPr>
              <p:cNvSpPr/>
              <p:nvPr/>
            </p:nvSpPr>
            <p:spPr>
              <a:xfrm>
                <a:off x="21230786" y="10179201"/>
                <a:ext cx="225488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2" h="14">
                    <a:moveTo>
                      <a:pt x="176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76" y="0"/>
                    </a:lnTo>
                    <a:cubicBezTo>
                      <a:pt x="179" y="0"/>
                      <a:pt x="182" y="3"/>
                      <a:pt x="182" y="7"/>
                    </a:cubicBezTo>
                    <a:cubicBezTo>
                      <a:pt x="182" y="11"/>
                      <a:pt x="179" y="14"/>
                      <a:pt x="17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2D6E86E-EE04-0542-96BB-96917A219575}"/>
                </a:ext>
              </a:extLst>
            </p:cNvPr>
            <p:cNvGrpSpPr/>
            <p:nvPr/>
          </p:nvGrpSpPr>
          <p:grpSpPr>
            <a:xfrm>
              <a:off x="18797756" y="7719144"/>
              <a:ext cx="2879024" cy="1829465"/>
              <a:chOff x="18797756" y="7719144"/>
              <a:chExt cx="2879024" cy="1829465"/>
            </a:xfrm>
          </p:grpSpPr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4CE5E61C-E1FC-1A44-B9BE-B4977813C144}"/>
                  </a:ext>
                </a:extLst>
              </p:cNvPr>
              <p:cNvSpPr/>
              <p:nvPr/>
            </p:nvSpPr>
            <p:spPr>
              <a:xfrm>
                <a:off x="19304792" y="7727868"/>
                <a:ext cx="2363267" cy="14518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98" h="1166">
                    <a:moveTo>
                      <a:pt x="1764" y="0"/>
                    </a:moveTo>
                    <a:lnTo>
                      <a:pt x="949" y="0"/>
                    </a:lnTo>
                    <a:lnTo>
                      <a:pt x="134" y="0"/>
                    </a:lnTo>
                    <a:cubicBezTo>
                      <a:pt x="97" y="0"/>
                      <a:pt x="64" y="14"/>
                      <a:pt x="39" y="39"/>
                    </a:cubicBezTo>
                    <a:cubicBezTo>
                      <a:pt x="16" y="63"/>
                      <a:pt x="0" y="97"/>
                      <a:pt x="0" y="133"/>
                    </a:cubicBezTo>
                    <a:lnTo>
                      <a:pt x="0" y="583"/>
                    </a:lnTo>
                    <a:lnTo>
                      <a:pt x="0" y="1031"/>
                    </a:lnTo>
                    <a:cubicBezTo>
                      <a:pt x="0" y="1069"/>
                      <a:pt x="16" y="1102"/>
                      <a:pt x="39" y="1126"/>
                    </a:cubicBezTo>
                    <a:cubicBezTo>
                      <a:pt x="64" y="1150"/>
                      <a:pt x="97" y="1166"/>
                      <a:pt x="134" y="1166"/>
                    </a:cubicBezTo>
                    <a:lnTo>
                      <a:pt x="949" y="1166"/>
                    </a:lnTo>
                    <a:lnTo>
                      <a:pt x="1764" y="1166"/>
                    </a:lnTo>
                    <a:cubicBezTo>
                      <a:pt x="1801" y="1166"/>
                      <a:pt x="1835" y="1150"/>
                      <a:pt x="1859" y="1126"/>
                    </a:cubicBezTo>
                    <a:cubicBezTo>
                      <a:pt x="1883" y="1102"/>
                      <a:pt x="1898" y="1069"/>
                      <a:pt x="1898" y="1031"/>
                    </a:cubicBezTo>
                    <a:lnTo>
                      <a:pt x="1898" y="583"/>
                    </a:lnTo>
                    <a:lnTo>
                      <a:pt x="1898" y="133"/>
                    </a:lnTo>
                    <a:cubicBezTo>
                      <a:pt x="1898" y="97"/>
                      <a:pt x="1883" y="63"/>
                      <a:pt x="1859" y="39"/>
                    </a:cubicBezTo>
                    <a:cubicBezTo>
                      <a:pt x="1835" y="14"/>
                      <a:pt x="1801" y="0"/>
                      <a:pt x="176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34F27DCE-CFFB-D54F-97CC-049700DF3FA5}"/>
                  </a:ext>
                </a:extLst>
              </p:cNvPr>
              <p:cNvSpPr/>
              <p:nvPr/>
            </p:nvSpPr>
            <p:spPr>
              <a:xfrm>
                <a:off x="19297316" y="7719144"/>
                <a:ext cx="2379464" cy="1468058"/>
              </a:xfrm>
              <a:custGeom>
                <a:avLst/>
                <a:gdLst>
                  <a:gd name="connsiteX0" fmla="*/ 174328 w 2379464"/>
                  <a:gd name="connsiteY0" fmla="*/ 17448 h 1468058"/>
                  <a:gd name="connsiteX1" fmla="*/ 62266 w 2379464"/>
                  <a:gd name="connsiteY1" fmla="*/ 63519 h 1468058"/>
                  <a:gd name="connsiteX2" fmla="*/ 16196 w 2379464"/>
                  <a:gd name="connsiteY2" fmla="*/ 174337 h 1468058"/>
                  <a:gd name="connsiteX3" fmla="*/ 16196 w 2379464"/>
                  <a:gd name="connsiteY3" fmla="*/ 1292478 h 1468058"/>
                  <a:gd name="connsiteX4" fmla="*/ 62266 w 2379464"/>
                  <a:gd name="connsiteY4" fmla="*/ 1404542 h 1468058"/>
                  <a:gd name="connsiteX5" fmla="*/ 174328 w 2379464"/>
                  <a:gd name="connsiteY5" fmla="*/ 1450612 h 1468058"/>
                  <a:gd name="connsiteX6" fmla="*/ 2203892 w 2379464"/>
                  <a:gd name="connsiteY6" fmla="*/ 1450612 h 1468058"/>
                  <a:gd name="connsiteX7" fmla="*/ 2315954 w 2379464"/>
                  <a:gd name="connsiteY7" fmla="*/ 1404542 h 1468058"/>
                  <a:gd name="connsiteX8" fmla="*/ 2362024 w 2379464"/>
                  <a:gd name="connsiteY8" fmla="*/ 1292478 h 1468058"/>
                  <a:gd name="connsiteX9" fmla="*/ 2362024 w 2379464"/>
                  <a:gd name="connsiteY9" fmla="*/ 174337 h 1468058"/>
                  <a:gd name="connsiteX10" fmla="*/ 2315954 w 2379464"/>
                  <a:gd name="connsiteY10" fmla="*/ 63519 h 1468058"/>
                  <a:gd name="connsiteX11" fmla="*/ 2203892 w 2379464"/>
                  <a:gd name="connsiteY11" fmla="*/ 17448 h 1468058"/>
                  <a:gd name="connsiteX12" fmla="*/ 174320 w 2379464"/>
                  <a:gd name="connsiteY12" fmla="*/ 0 h 1468058"/>
                  <a:gd name="connsiteX13" fmla="*/ 2203898 w 2379464"/>
                  <a:gd name="connsiteY13" fmla="*/ 0 h 1468058"/>
                  <a:gd name="connsiteX14" fmla="*/ 2328412 w 2379464"/>
                  <a:gd name="connsiteY14" fmla="*/ 51052 h 1468058"/>
                  <a:gd name="connsiteX15" fmla="*/ 2379464 w 2379464"/>
                  <a:gd name="connsiteY15" fmla="*/ 174324 h 1468058"/>
                  <a:gd name="connsiteX16" fmla="*/ 2379464 w 2379464"/>
                  <a:gd name="connsiteY16" fmla="*/ 1292489 h 1468058"/>
                  <a:gd name="connsiteX17" fmla="*/ 2328412 w 2379464"/>
                  <a:gd name="connsiteY17" fmla="*/ 1417006 h 1468058"/>
                  <a:gd name="connsiteX18" fmla="*/ 2203898 w 2379464"/>
                  <a:gd name="connsiteY18" fmla="*/ 1468058 h 1468058"/>
                  <a:gd name="connsiteX19" fmla="*/ 174320 w 2379464"/>
                  <a:gd name="connsiteY19" fmla="*/ 1468058 h 1468058"/>
                  <a:gd name="connsiteX20" fmla="*/ 49806 w 2379464"/>
                  <a:gd name="connsiteY20" fmla="*/ 1417006 h 1468058"/>
                  <a:gd name="connsiteX21" fmla="*/ 0 w 2379464"/>
                  <a:gd name="connsiteY21" fmla="*/ 1292489 h 1468058"/>
                  <a:gd name="connsiteX22" fmla="*/ 0 w 2379464"/>
                  <a:gd name="connsiteY22" fmla="*/ 174324 h 1468058"/>
                  <a:gd name="connsiteX23" fmla="*/ 49806 w 2379464"/>
                  <a:gd name="connsiteY23" fmla="*/ 51052 h 1468058"/>
                  <a:gd name="connsiteX24" fmla="*/ 174320 w 2379464"/>
                  <a:gd name="connsiteY24" fmla="*/ 0 h 1468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379464" h="1468058">
                    <a:moveTo>
                      <a:pt x="174328" y="17448"/>
                    </a:moveTo>
                    <a:cubicBezTo>
                      <a:pt x="131994" y="17448"/>
                      <a:pt x="92150" y="33635"/>
                      <a:pt x="62266" y="63519"/>
                    </a:cubicBezTo>
                    <a:cubicBezTo>
                      <a:pt x="32384" y="93402"/>
                      <a:pt x="16196" y="132002"/>
                      <a:pt x="16196" y="174337"/>
                    </a:cubicBezTo>
                    <a:lnTo>
                      <a:pt x="16196" y="1292478"/>
                    </a:lnTo>
                    <a:cubicBezTo>
                      <a:pt x="16196" y="1336058"/>
                      <a:pt x="32384" y="1375903"/>
                      <a:pt x="62266" y="1404542"/>
                    </a:cubicBezTo>
                    <a:cubicBezTo>
                      <a:pt x="92150" y="1434425"/>
                      <a:pt x="131994" y="1450612"/>
                      <a:pt x="174328" y="1450612"/>
                    </a:cubicBezTo>
                    <a:lnTo>
                      <a:pt x="2203892" y="1450612"/>
                    </a:lnTo>
                    <a:cubicBezTo>
                      <a:pt x="2246226" y="1450612"/>
                      <a:pt x="2286070" y="1434425"/>
                      <a:pt x="2315954" y="1404542"/>
                    </a:cubicBezTo>
                    <a:cubicBezTo>
                      <a:pt x="2345836" y="1375903"/>
                      <a:pt x="2362024" y="1336058"/>
                      <a:pt x="2362024" y="1292478"/>
                    </a:cubicBezTo>
                    <a:lnTo>
                      <a:pt x="2362024" y="174337"/>
                    </a:lnTo>
                    <a:cubicBezTo>
                      <a:pt x="2362024" y="132002"/>
                      <a:pt x="2345836" y="93402"/>
                      <a:pt x="2315954" y="63519"/>
                    </a:cubicBezTo>
                    <a:cubicBezTo>
                      <a:pt x="2286070" y="33635"/>
                      <a:pt x="2246226" y="17448"/>
                      <a:pt x="2203892" y="17448"/>
                    </a:cubicBezTo>
                    <a:close/>
                    <a:moveTo>
                      <a:pt x="174320" y="0"/>
                    </a:moveTo>
                    <a:lnTo>
                      <a:pt x="2203898" y="0"/>
                    </a:lnTo>
                    <a:cubicBezTo>
                      <a:pt x="2251214" y="0"/>
                      <a:pt x="2294794" y="18678"/>
                      <a:pt x="2328412" y="51052"/>
                    </a:cubicBezTo>
                    <a:cubicBezTo>
                      <a:pt x="2360786" y="83427"/>
                      <a:pt x="2379464" y="128253"/>
                      <a:pt x="2379464" y="174324"/>
                    </a:cubicBezTo>
                    <a:lnTo>
                      <a:pt x="2379464" y="1292489"/>
                    </a:lnTo>
                    <a:cubicBezTo>
                      <a:pt x="2379464" y="1339805"/>
                      <a:pt x="2360786" y="1383386"/>
                      <a:pt x="2328412" y="1417006"/>
                    </a:cubicBezTo>
                    <a:cubicBezTo>
                      <a:pt x="2294794" y="1449380"/>
                      <a:pt x="2251214" y="1468058"/>
                      <a:pt x="2203898" y="1468058"/>
                    </a:cubicBezTo>
                    <a:lnTo>
                      <a:pt x="174320" y="1468058"/>
                    </a:lnTo>
                    <a:cubicBezTo>
                      <a:pt x="127006" y="1468058"/>
                      <a:pt x="83426" y="1449380"/>
                      <a:pt x="49806" y="1417006"/>
                    </a:cubicBezTo>
                    <a:cubicBezTo>
                      <a:pt x="17432" y="1383386"/>
                      <a:pt x="0" y="1339805"/>
                      <a:pt x="0" y="1292489"/>
                    </a:cubicBezTo>
                    <a:lnTo>
                      <a:pt x="0" y="174324"/>
                    </a:lnTo>
                    <a:cubicBezTo>
                      <a:pt x="0" y="128253"/>
                      <a:pt x="17432" y="83427"/>
                      <a:pt x="49806" y="51052"/>
                    </a:cubicBezTo>
                    <a:cubicBezTo>
                      <a:pt x="83426" y="18678"/>
                      <a:pt x="127006" y="0"/>
                      <a:pt x="1743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09C65D6F-67E6-FB4D-9156-0879FFAB7D3C}"/>
                  </a:ext>
                </a:extLst>
              </p:cNvPr>
              <p:cNvSpPr/>
              <p:nvPr/>
            </p:nvSpPr>
            <p:spPr>
              <a:xfrm>
                <a:off x="19595061" y="7993315"/>
                <a:ext cx="1782724" cy="14082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2" h="114">
                    <a:moveTo>
                      <a:pt x="1375" y="0"/>
                    </a:moveTo>
                    <a:lnTo>
                      <a:pt x="57" y="0"/>
                    </a:lnTo>
                    <a:cubicBezTo>
                      <a:pt x="26" y="0"/>
                      <a:pt x="0" y="25"/>
                      <a:pt x="0" y="57"/>
                    </a:cubicBezTo>
                    <a:cubicBezTo>
                      <a:pt x="0" y="88"/>
                      <a:pt x="26" y="114"/>
                      <a:pt x="57" y="114"/>
                    </a:cubicBezTo>
                    <a:lnTo>
                      <a:pt x="1375" y="114"/>
                    </a:lnTo>
                    <a:cubicBezTo>
                      <a:pt x="1406" y="114"/>
                      <a:pt x="1432" y="88"/>
                      <a:pt x="1432" y="57"/>
                    </a:cubicBezTo>
                    <a:cubicBezTo>
                      <a:pt x="1432" y="25"/>
                      <a:pt x="1406" y="0"/>
                      <a:pt x="137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197A139F-1457-B946-87C5-7561E7EA72CC}"/>
                  </a:ext>
                </a:extLst>
              </p:cNvPr>
              <p:cNvSpPr/>
              <p:nvPr/>
            </p:nvSpPr>
            <p:spPr>
              <a:xfrm>
                <a:off x="19586340" y="7984591"/>
                <a:ext cx="1800168" cy="158271"/>
              </a:xfrm>
              <a:custGeom>
                <a:avLst/>
                <a:gdLst>
                  <a:gd name="connsiteX0" fmla="*/ 79688 w 1800168"/>
                  <a:gd name="connsiteY0" fmla="*/ 17448 h 158271"/>
                  <a:gd name="connsiteX1" fmla="*/ 17442 w 1800168"/>
                  <a:gd name="connsiteY1" fmla="*/ 79137 h 158271"/>
                  <a:gd name="connsiteX2" fmla="*/ 79688 w 1800168"/>
                  <a:gd name="connsiteY2" fmla="*/ 140825 h 158271"/>
                  <a:gd name="connsiteX3" fmla="*/ 1720480 w 1800168"/>
                  <a:gd name="connsiteY3" fmla="*/ 140825 h 158271"/>
                  <a:gd name="connsiteX4" fmla="*/ 1782724 w 1800168"/>
                  <a:gd name="connsiteY4" fmla="*/ 79137 h 158271"/>
                  <a:gd name="connsiteX5" fmla="*/ 1720480 w 1800168"/>
                  <a:gd name="connsiteY5" fmla="*/ 17448 h 158271"/>
                  <a:gd name="connsiteX6" fmla="*/ 79676 w 1800168"/>
                  <a:gd name="connsiteY6" fmla="*/ 0 h 158271"/>
                  <a:gd name="connsiteX7" fmla="*/ 1720492 w 1800168"/>
                  <a:gd name="connsiteY7" fmla="*/ 0 h 158271"/>
                  <a:gd name="connsiteX8" fmla="*/ 1800168 w 1800168"/>
                  <a:gd name="connsiteY8" fmla="*/ 79136 h 158271"/>
                  <a:gd name="connsiteX9" fmla="*/ 1720492 w 1800168"/>
                  <a:gd name="connsiteY9" fmla="*/ 158271 h 158271"/>
                  <a:gd name="connsiteX10" fmla="*/ 79676 w 1800168"/>
                  <a:gd name="connsiteY10" fmla="*/ 158271 h 158271"/>
                  <a:gd name="connsiteX11" fmla="*/ 0 w 1800168"/>
                  <a:gd name="connsiteY11" fmla="*/ 79136 h 158271"/>
                  <a:gd name="connsiteX12" fmla="*/ 79676 w 1800168"/>
                  <a:gd name="connsiteY12" fmla="*/ 0 h 158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00168" h="158271">
                    <a:moveTo>
                      <a:pt x="79688" y="17448"/>
                    </a:moveTo>
                    <a:cubicBezTo>
                      <a:pt x="46074" y="17448"/>
                      <a:pt x="17442" y="45825"/>
                      <a:pt x="17442" y="79137"/>
                    </a:cubicBezTo>
                    <a:cubicBezTo>
                      <a:pt x="17442" y="113682"/>
                      <a:pt x="46074" y="140825"/>
                      <a:pt x="79688" y="140825"/>
                    </a:cubicBezTo>
                    <a:lnTo>
                      <a:pt x="1720480" y="140825"/>
                    </a:lnTo>
                    <a:cubicBezTo>
                      <a:pt x="1755336" y="140825"/>
                      <a:pt x="1782724" y="113682"/>
                      <a:pt x="1782724" y="79137"/>
                    </a:cubicBezTo>
                    <a:cubicBezTo>
                      <a:pt x="1782724" y="45825"/>
                      <a:pt x="1755336" y="17448"/>
                      <a:pt x="1720480" y="17448"/>
                    </a:cubicBezTo>
                    <a:close/>
                    <a:moveTo>
                      <a:pt x="79676" y="0"/>
                    </a:moveTo>
                    <a:lnTo>
                      <a:pt x="1720492" y="0"/>
                    </a:lnTo>
                    <a:cubicBezTo>
                      <a:pt x="1764064" y="0"/>
                      <a:pt x="1800168" y="35859"/>
                      <a:pt x="1800168" y="79136"/>
                    </a:cubicBezTo>
                    <a:cubicBezTo>
                      <a:pt x="1800168" y="123649"/>
                      <a:pt x="1764064" y="158271"/>
                      <a:pt x="1720492" y="158271"/>
                    </a:cubicBezTo>
                    <a:lnTo>
                      <a:pt x="79676" y="158271"/>
                    </a:lnTo>
                    <a:cubicBezTo>
                      <a:pt x="36104" y="158271"/>
                      <a:pt x="0" y="123649"/>
                      <a:pt x="0" y="79136"/>
                    </a:cubicBezTo>
                    <a:cubicBezTo>
                      <a:pt x="0" y="35859"/>
                      <a:pt x="36104" y="0"/>
                      <a:pt x="796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4040A03E-B078-1D49-A0DF-257CBC41E3E0}"/>
                  </a:ext>
                </a:extLst>
              </p:cNvPr>
              <p:cNvSpPr/>
              <p:nvPr/>
            </p:nvSpPr>
            <p:spPr>
              <a:xfrm>
                <a:off x="19595061" y="8304869"/>
                <a:ext cx="1782724" cy="4860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2" h="391">
                    <a:moveTo>
                      <a:pt x="1399" y="0"/>
                    </a:moveTo>
                    <a:lnTo>
                      <a:pt x="33" y="0"/>
                    </a:lnTo>
                    <a:cubicBezTo>
                      <a:pt x="15" y="0"/>
                      <a:pt x="0" y="15"/>
                      <a:pt x="0" y="33"/>
                    </a:cubicBezTo>
                    <a:lnTo>
                      <a:pt x="0" y="358"/>
                    </a:lnTo>
                    <a:cubicBezTo>
                      <a:pt x="0" y="376"/>
                      <a:pt x="15" y="391"/>
                      <a:pt x="33" y="391"/>
                    </a:cubicBezTo>
                    <a:lnTo>
                      <a:pt x="1399" y="391"/>
                    </a:lnTo>
                    <a:cubicBezTo>
                      <a:pt x="1417" y="391"/>
                      <a:pt x="1432" y="376"/>
                      <a:pt x="1432" y="358"/>
                    </a:cubicBezTo>
                    <a:lnTo>
                      <a:pt x="1432" y="33"/>
                    </a:lnTo>
                    <a:cubicBezTo>
                      <a:pt x="1432" y="15"/>
                      <a:pt x="1417" y="0"/>
                      <a:pt x="139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1213304F-EE62-3E47-8EF2-72F7C35CD789}"/>
                  </a:ext>
                </a:extLst>
              </p:cNvPr>
              <p:cNvSpPr/>
              <p:nvPr/>
            </p:nvSpPr>
            <p:spPr>
              <a:xfrm>
                <a:off x="19595061" y="8304869"/>
                <a:ext cx="1782724" cy="4860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2" h="391">
                    <a:moveTo>
                      <a:pt x="1399" y="0"/>
                    </a:moveTo>
                    <a:lnTo>
                      <a:pt x="33" y="0"/>
                    </a:lnTo>
                    <a:cubicBezTo>
                      <a:pt x="15" y="0"/>
                      <a:pt x="0" y="15"/>
                      <a:pt x="0" y="33"/>
                    </a:cubicBezTo>
                    <a:lnTo>
                      <a:pt x="0" y="358"/>
                    </a:lnTo>
                    <a:cubicBezTo>
                      <a:pt x="0" y="376"/>
                      <a:pt x="15" y="391"/>
                      <a:pt x="33" y="391"/>
                    </a:cubicBezTo>
                    <a:lnTo>
                      <a:pt x="1399" y="391"/>
                    </a:lnTo>
                    <a:cubicBezTo>
                      <a:pt x="1417" y="391"/>
                      <a:pt x="1432" y="376"/>
                      <a:pt x="1432" y="358"/>
                    </a:cubicBezTo>
                    <a:lnTo>
                      <a:pt x="1432" y="33"/>
                    </a:lnTo>
                    <a:cubicBezTo>
                      <a:pt x="1432" y="15"/>
                      <a:pt x="1417" y="0"/>
                      <a:pt x="1399" y="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5744E6D1-659D-3C48-B0BF-E78DFCD81628}"/>
                  </a:ext>
                </a:extLst>
              </p:cNvPr>
              <p:cNvSpPr/>
              <p:nvPr/>
            </p:nvSpPr>
            <p:spPr>
              <a:xfrm>
                <a:off x="19586340" y="8297395"/>
                <a:ext cx="1800168" cy="502230"/>
              </a:xfrm>
              <a:custGeom>
                <a:avLst/>
                <a:gdLst>
                  <a:gd name="connsiteX0" fmla="*/ 49810 w 1800168"/>
                  <a:gd name="connsiteY0" fmla="*/ 16197 h 502230"/>
                  <a:gd name="connsiteX1" fmla="*/ 17442 w 1800168"/>
                  <a:gd name="connsiteY1" fmla="*/ 48513 h 502230"/>
                  <a:gd name="connsiteX2" fmla="*/ 17442 w 1800168"/>
                  <a:gd name="connsiteY2" fmla="*/ 452463 h 502230"/>
                  <a:gd name="connsiteX3" fmla="*/ 49810 w 1800168"/>
                  <a:gd name="connsiteY3" fmla="*/ 484779 h 502230"/>
                  <a:gd name="connsiteX4" fmla="*/ 1750358 w 1800168"/>
                  <a:gd name="connsiteY4" fmla="*/ 484779 h 502230"/>
                  <a:gd name="connsiteX5" fmla="*/ 1782724 w 1800168"/>
                  <a:gd name="connsiteY5" fmla="*/ 452463 h 502230"/>
                  <a:gd name="connsiteX6" fmla="*/ 1782724 w 1800168"/>
                  <a:gd name="connsiteY6" fmla="*/ 48513 h 502230"/>
                  <a:gd name="connsiteX7" fmla="*/ 1750358 w 1800168"/>
                  <a:gd name="connsiteY7" fmla="*/ 16197 h 502230"/>
                  <a:gd name="connsiteX8" fmla="*/ 48554 w 1800168"/>
                  <a:gd name="connsiteY8" fmla="*/ 0 h 502230"/>
                  <a:gd name="connsiteX9" fmla="*/ 1750370 w 1800168"/>
                  <a:gd name="connsiteY9" fmla="*/ 0 h 502230"/>
                  <a:gd name="connsiteX10" fmla="*/ 1800168 w 1800168"/>
                  <a:gd name="connsiteY10" fmla="*/ 48483 h 502230"/>
                  <a:gd name="connsiteX11" fmla="*/ 1800168 w 1800168"/>
                  <a:gd name="connsiteY11" fmla="*/ 452504 h 502230"/>
                  <a:gd name="connsiteX12" fmla="*/ 1750370 w 1800168"/>
                  <a:gd name="connsiteY12" fmla="*/ 502230 h 502230"/>
                  <a:gd name="connsiteX13" fmla="*/ 48554 w 1800168"/>
                  <a:gd name="connsiteY13" fmla="*/ 502230 h 502230"/>
                  <a:gd name="connsiteX14" fmla="*/ 0 w 1800168"/>
                  <a:gd name="connsiteY14" fmla="*/ 452504 h 502230"/>
                  <a:gd name="connsiteX15" fmla="*/ 0 w 1800168"/>
                  <a:gd name="connsiteY15" fmla="*/ 48483 h 502230"/>
                  <a:gd name="connsiteX16" fmla="*/ 48554 w 1800168"/>
                  <a:gd name="connsiteY16" fmla="*/ 0 h 5022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00168" h="502230">
                    <a:moveTo>
                      <a:pt x="49810" y="16197"/>
                    </a:moveTo>
                    <a:cubicBezTo>
                      <a:pt x="32380" y="16197"/>
                      <a:pt x="17442" y="31112"/>
                      <a:pt x="17442" y="48513"/>
                    </a:cubicBezTo>
                    <a:lnTo>
                      <a:pt x="17442" y="452463"/>
                    </a:lnTo>
                    <a:cubicBezTo>
                      <a:pt x="17442" y="469864"/>
                      <a:pt x="32380" y="484779"/>
                      <a:pt x="49810" y="484779"/>
                    </a:cubicBezTo>
                    <a:lnTo>
                      <a:pt x="1750358" y="484779"/>
                    </a:lnTo>
                    <a:cubicBezTo>
                      <a:pt x="1769032" y="484779"/>
                      <a:pt x="1782724" y="469864"/>
                      <a:pt x="1782724" y="452463"/>
                    </a:cubicBezTo>
                    <a:lnTo>
                      <a:pt x="1782724" y="48513"/>
                    </a:lnTo>
                    <a:cubicBezTo>
                      <a:pt x="1782724" y="31112"/>
                      <a:pt x="1769032" y="16197"/>
                      <a:pt x="1750358" y="16197"/>
                    </a:cubicBezTo>
                    <a:close/>
                    <a:moveTo>
                      <a:pt x="48554" y="0"/>
                    </a:moveTo>
                    <a:lnTo>
                      <a:pt x="1750370" y="0"/>
                    </a:lnTo>
                    <a:cubicBezTo>
                      <a:pt x="1777758" y="0"/>
                      <a:pt x="1800168" y="21134"/>
                      <a:pt x="1800168" y="48483"/>
                    </a:cubicBezTo>
                    <a:lnTo>
                      <a:pt x="1800168" y="452504"/>
                    </a:lnTo>
                    <a:cubicBezTo>
                      <a:pt x="1800168" y="479853"/>
                      <a:pt x="1777758" y="502230"/>
                      <a:pt x="1750370" y="502230"/>
                    </a:cubicBezTo>
                    <a:lnTo>
                      <a:pt x="48554" y="502230"/>
                    </a:lnTo>
                    <a:cubicBezTo>
                      <a:pt x="22410" y="502230"/>
                      <a:pt x="0" y="479853"/>
                      <a:pt x="0" y="452504"/>
                    </a:cubicBezTo>
                    <a:lnTo>
                      <a:pt x="0" y="48483"/>
                    </a:lnTo>
                    <a:cubicBezTo>
                      <a:pt x="0" y="21134"/>
                      <a:pt x="22410" y="0"/>
                      <a:pt x="485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F12AA585-6404-6247-86FF-09FF4FD2D6DC}"/>
                  </a:ext>
                </a:extLst>
              </p:cNvPr>
              <p:cNvSpPr/>
              <p:nvPr/>
            </p:nvSpPr>
            <p:spPr>
              <a:xfrm>
                <a:off x="20402335" y="8449431"/>
                <a:ext cx="168182" cy="1969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6" h="159">
                    <a:moveTo>
                      <a:pt x="0" y="15"/>
                    </a:moveTo>
                    <a:lnTo>
                      <a:pt x="0" y="144"/>
                    </a:lnTo>
                    <a:cubicBezTo>
                      <a:pt x="0" y="155"/>
                      <a:pt x="13" y="163"/>
                      <a:pt x="22" y="157"/>
                    </a:cubicBezTo>
                    <a:lnTo>
                      <a:pt x="129" y="92"/>
                    </a:lnTo>
                    <a:cubicBezTo>
                      <a:pt x="138" y="86"/>
                      <a:pt x="138" y="73"/>
                      <a:pt x="129" y="67"/>
                    </a:cubicBezTo>
                    <a:lnTo>
                      <a:pt x="22" y="2"/>
                    </a:lnTo>
                    <a:cubicBezTo>
                      <a:pt x="13" y="-4"/>
                      <a:pt x="0" y="4"/>
                      <a:pt x="0" y="1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437AE2AC-948B-5F4B-A54D-33D499803B6E}"/>
                  </a:ext>
                </a:extLst>
              </p:cNvPr>
              <p:cNvSpPr/>
              <p:nvPr/>
            </p:nvSpPr>
            <p:spPr>
              <a:xfrm>
                <a:off x="20393614" y="8441644"/>
                <a:ext cx="185622" cy="213414"/>
              </a:xfrm>
              <a:custGeom>
                <a:avLst/>
                <a:gdLst>
                  <a:gd name="connsiteX0" fmla="*/ 27322 w 185622"/>
                  <a:gd name="connsiteY0" fmla="*/ 16513 h 213414"/>
                  <a:gd name="connsiteX1" fmla="*/ 22380 w 185622"/>
                  <a:gd name="connsiteY1" fmla="*/ 17751 h 213414"/>
                  <a:gd name="connsiteX2" fmla="*/ 17438 w 185622"/>
                  <a:gd name="connsiteY2" fmla="*/ 26414 h 213414"/>
                  <a:gd name="connsiteX3" fmla="*/ 17438 w 185622"/>
                  <a:gd name="connsiteY3" fmla="*/ 186069 h 213414"/>
                  <a:gd name="connsiteX4" fmla="*/ 22380 w 185622"/>
                  <a:gd name="connsiteY4" fmla="*/ 194732 h 213414"/>
                  <a:gd name="connsiteX5" fmla="*/ 32264 w 185622"/>
                  <a:gd name="connsiteY5" fmla="*/ 194732 h 213414"/>
                  <a:gd name="connsiteX6" fmla="*/ 163236 w 185622"/>
                  <a:gd name="connsiteY6" fmla="*/ 114286 h 213414"/>
                  <a:gd name="connsiteX7" fmla="*/ 168178 w 185622"/>
                  <a:gd name="connsiteY7" fmla="*/ 105623 h 213414"/>
                  <a:gd name="connsiteX8" fmla="*/ 163236 w 185622"/>
                  <a:gd name="connsiteY8" fmla="*/ 98197 h 213414"/>
                  <a:gd name="connsiteX9" fmla="*/ 32264 w 185622"/>
                  <a:gd name="connsiteY9" fmla="*/ 17751 h 213414"/>
                  <a:gd name="connsiteX10" fmla="*/ 27322 w 185622"/>
                  <a:gd name="connsiteY10" fmla="*/ 16513 h 213414"/>
                  <a:gd name="connsiteX11" fmla="*/ 13612 w 185622"/>
                  <a:gd name="connsiteY11" fmla="*/ 2787 h 213414"/>
                  <a:gd name="connsiteX12" fmla="*/ 40838 w 185622"/>
                  <a:gd name="connsiteY12" fmla="*/ 2787 h 213414"/>
                  <a:gd name="connsiteX13" fmla="*/ 172010 w 185622"/>
                  <a:gd name="connsiteY13" fmla="*/ 83321 h 213414"/>
                  <a:gd name="connsiteX14" fmla="*/ 185622 w 185622"/>
                  <a:gd name="connsiteY14" fmla="*/ 105623 h 213414"/>
                  <a:gd name="connsiteX15" fmla="*/ 172010 w 185622"/>
                  <a:gd name="connsiteY15" fmla="*/ 129163 h 213414"/>
                  <a:gd name="connsiteX16" fmla="*/ 40838 w 185622"/>
                  <a:gd name="connsiteY16" fmla="*/ 209697 h 213414"/>
                  <a:gd name="connsiteX17" fmla="*/ 27224 w 185622"/>
                  <a:gd name="connsiteY17" fmla="*/ 213414 h 213414"/>
                  <a:gd name="connsiteX18" fmla="*/ 14850 w 185622"/>
                  <a:gd name="connsiteY18" fmla="*/ 209697 h 213414"/>
                  <a:gd name="connsiteX19" fmla="*/ 0 w 185622"/>
                  <a:gd name="connsiteY19" fmla="*/ 186156 h 213414"/>
                  <a:gd name="connsiteX20" fmla="*/ 0 w 185622"/>
                  <a:gd name="connsiteY20" fmla="*/ 26328 h 213414"/>
                  <a:gd name="connsiteX21" fmla="*/ 13612 w 185622"/>
                  <a:gd name="connsiteY21" fmla="*/ 2787 h 2134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85622" h="213414">
                    <a:moveTo>
                      <a:pt x="27322" y="16513"/>
                    </a:moveTo>
                    <a:cubicBezTo>
                      <a:pt x="24852" y="16513"/>
                      <a:pt x="23616" y="17751"/>
                      <a:pt x="22380" y="17751"/>
                    </a:cubicBezTo>
                    <a:cubicBezTo>
                      <a:pt x="21144" y="18988"/>
                      <a:pt x="17438" y="21464"/>
                      <a:pt x="17438" y="26414"/>
                    </a:cubicBezTo>
                    <a:lnTo>
                      <a:pt x="17438" y="186069"/>
                    </a:lnTo>
                    <a:cubicBezTo>
                      <a:pt x="17438" y="191019"/>
                      <a:pt x="21144" y="193495"/>
                      <a:pt x="22380" y="194732"/>
                    </a:cubicBezTo>
                    <a:cubicBezTo>
                      <a:pt x="24852" y="195970"/>
                      <a:pt x="28558" y="197208"/>
                      <a:pt x="32264" y="194732"/>
                    </a:cubicBezTo>
                    <a:lnTo>
                      <a:pt x="163236" y="114286"/>
                    </a:lnTo>
                    <a:cubicBezTo>
                      <a:pt x="166944" y="113048"/>
                      <a:pt x="168178" y="110573"/>
                      <a:pt x="168178" y="105623"/>
                    </a:cubicBezTo>
                    <a:cubicBezTo>
                      <a:pt x="168178" y="103147"/>
                      <a:pt x="166944" y="100672"/>
                      <a:pt x="163236" y="98197"/>
                    </a:cubicBezTo>
                    <a:lnTo>
                      <a:pt x="32264" y="17751"/>
                    </a:lnTo>
                    <a:cubicBezTo>
                      <a:pt x="31030" y="16513"/>
                      <a:pt x="28558" y="16513"/>
                      <a:pt x="27322" y="16513"/>
                    </a:cubicBezTo>
                    <a:close/>
                    <a:moveTo>
                      <a:pt x="13612" y="2787"/>
                    </a:moveTo>
                    <a:cubicBezTo>
                      <a:pt x="22274" y="-930"/>
                      <a:pt x="33412" y="-930"/>
                      <a:pt x="40838" y="2787"/>
                    </a:cubicBezTo>
                    <a:lnTo>
                      <a:pt x="172010" y="83321"/>
                    </a:lnTo>
                    <a:cubicBezTo>
                      <a:pt x="180674" y="88277"/>
                      <a:pt x="185622" y="96950"/>
                      <a:pt x="185622" y="105623"/>
                    </a:cubicBezTo>
                    <a:cubicBezTo>
                      <a:pt x="185622" y="115534"/>
                      <a:pt x="180674" y="124207"/>
                      <a:pt x="172010" y="129163"/>
                    </a:cubicBezTo>
                    <a:lnTo>
                      <a:pt x="40838" y="209697"/>
                    </a:lnTo>
                    <a:cubicBezTo>
                      <a:pt x="35888" y="210936"/>
                      <a:pt x="32174" y="213414"/>
                      <a:pt x="27224" y="213414"/>
                    </a:cubicBezTo>
                    <a:cubicBezTo>
                      <a:pt x="22274" y="213414"/>
                      <a:pt x="18562" y="212175"/>
                      <a:pt x="14850" y="209697"/>
                    </a:cubicBezTo>
                    <a:cubicBezTo>
                      <a:pt x="4950" y="204741"/>
                      <a:pt x="0" y="196068"/>
                      <a:pt x="0" y="186156"/>
                    </a:cubicBezTo>
                    <a:lnTo>
                      <a:pt x="0" y="26328"/>
                    </a:lnTo>
                    <a:cubicBezTo>
                      <a:pt x="0" y="16416"/>
                      <a:pt x="4950" y="7743"/>
                      <a:pt x="13612" y="278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4827721B-1CE6-4C45-A524-68E0C4A9DD9C}"/>
                  </a:ext>
                </a:extLst>
              </p:cNvPr>
              <p:cNvSpPr/>
              <p:nvPr/>
            </p:nvSpPr>
            <p:spPr>
              <a:xfrm>
                <a:off x="19586341" y="8932972"/>
                <a:ext cx="738754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94" h="14">
                    <a:moveTo>
                      <a:pt x="586" y="14"/>
                    </a:moveTo>
                    <a:lnTo>
                      <a:pt x="7" y="14"/>
                    </a:lnTo>
                    <a:cubicBezTo>
                      <a:pt x="4" y="14"/>
                      <a:pt x="0" y="11"/>
                      <a:pt x="0" y="7"/>
                    </a:cubicBezTo>
                    <a:cubicBezTo>
                      <a:pt x="0" y="3"/>
                      <a:pt x="4" y="0"/>
                      <a:pt x="7" y="0"/>
                    </a:cubicBezTo>
                    <a:lnTo>
                      <a:pt x="586" y="0"/>
                    </a:lnTo>
                    <a:cubicBezTo>
                      <a:pt x="591" y="0"/>
                      <a:pt x="594" y="3"/>
                      <a:pt x="594" y="7"/>
                    </a:cubicBezTo>
                    <a:cubicBezTo>
                      <a:pt x="594" y="11"/>
                      <a:pt x="591" y="14"/>
                      <a:pt x="58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CC1E3EB3-CE28-654B-8FDA-2F238863572E}"/>
                  </a:ext>
                </a:extLst>
              </p:cNvPr>
              <p:cNvSpPr/>
              <p:nvPr/>
            </p:nvSpPr>
            <p:spPr>
              <a:xfrm>
                <a:off x="20620348" y="8932972"/>
                <a:ext cx="766162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16" h="14">
                    <a:moveTo>
                      <a:pt x="609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609" y="0"/>
                    </a:lnTo>
                    <a:cubicBezTo>
                      <a:pt x="613" y="0"/>
                      <a:pt x="616" y="3"/>
                      <a:pt x="616" y="7"/>
                    </a:cubicBezTo>
                    <a:cubicBezTo>
                      <a:pt x="616" y="11"/>
                      <a:pt x="613" y="14"/>
                      <a:pt x="609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B4CAEE56-EF30-414D-8F5C-47A64D850D1B}"/>
                  </a:ext>
                </a:extLst>
              </p:cNvPr>
              <p:cNvSpPr/>
              <p:nvPr/>
            </p:nvSpPr>
            <p:spPr>
              <a:xfrm>
                <a:off x="18806475" y="8560349"/>
                <a:ext cx="933098" cy="9795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0" h="787">
                    <a:moveTo>
                      <a:pt x="676" y="616"/>
                    </a:moveTo>
                    <a:lnTo>
                      <a:pt x="750" y="28"/>
                    </a:lnTo>
                    <a:cubicBezTo>
                      <a:pt x="752" y="11"/>
                      <a:pt x="737" y="-3"/>
                      <a:pt x="720" y="0"/>
                    </a:cubicBezTo>
                    <a:lnTo>
                      <a:pt x="139" y="115"/>
                    </a:lnTo>
                    <a:cubicBezTo>
                      <a:pt x="118" y="119"/>
                      <a:pt x="112" y="144"/>
                      <a:pt x="126" y="158"/>
                    </a:cubicBezTo>
                    <a:lnTo>
                      <a:pt x="281" y="303"/>
                    </a:lnTo>
                    <a:lnTo>
                      <a:pt x="7" y="598"/>
                    </a:lnTo>
                    <a:cubicBezTo>
                      <a:pt x="-3" y="608"/>
                      <a:pt x="-2" y="625"/>
                      <a:pt x="8" y="634"/>
                    </a:cubicBezTo>
                    <a:lnTo>
                      <a:pt x="164" y="779"/>
                    </a:lnTo>
                    <a:cubicBezTo>
                      <a:pt x="174" y="789"/>
                      <a:pt x="190" y="789"/>
                      <a:pt x="200" y="778"/>
                    </a:cubicBezTo>
                    <a:lnTo>
                      <a:pt x="475" y="483"/>
                    </a:lnTo>
                    <a:lnTo>
                      <a:pt x="633" y="631"/>
                    </a:lnTo>
                    <a:cubicBezTo>
                      <a:pt x="648" y="645"/>
                      <a:pt x="674" y="636"/>
                      <a:pt x="676" y="616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913E6F6B-B17C-EF46-97E3-90BB272CA1F7}"/>
                  </a:ext>
                </a:extLst>
              </p:cNvPr>
              <p:cNvSpPr/>
              <p:nvPr/>
            </p:nvSpPr>
            <p:spPr>
              <a:xfrm>
                <a:off x="18797756" y="8553201"/>
                <a:ext cx="950727" cy="995408"/>
              </a:xfrm>
              <a:custGeom>
                <a:avLst/>
                <a:gdLst>
                  <a:gd name="connsiteX0" fmla="*/ 910704 w 950727"/>
                  <a:gd name="connsiteY0" fmla="*/ 14626 h 995408"/>
                  <a:gd name="connsiteX1" fmla="*/ 905726 w 950727"/>
                  <a:gd name="connsiteY1" fmla="*/ 15871 h 995408"/>
                  <a:gd name="connsiteX2" fmla="*/ 182906 w 950727"/>
                  <a:gd name="connsiteY2" fmla="*/ 157757 h 995408"/>
                  <a:gd name="connsiteX3" fmla="*/ 165488 w 950727"/>
                  <a:gd name="connsiteY3" fmla="*/ 175182 h 995408"/>
                  <a:gd name="connsiteX4" fmla="*/ 171708 w 950727"/>
                  <a:gd name="connsiteY4" fmla="*/ 197585 h 995408"/>
                  <a:gd name="connsiteX5" fmla="*/ 364544 w 950727"/>
                  <a:gd name="connsiteY5" fmla="*/ 378054 h 995408"/>
                  <a:gd name="connsiteX6" fmla="*/ 365788 w 950727"/>
                  <a:gd name="connsiteY6" fmla="*/ 390500 h 995408"/>
                  <a:gd name="connsiteX7" fmla="*/ 23660 w 950727"/>
                  <a:gd name="connsiteY7" fmla="*/ 757662 h 995408"/>
                  <a:gd name="connsiteX8" fmla="*/ 17440 w 950727"/>
                  <a:gd name="connsiteY8" fmla="*/ 773842 h 995408"/>
                  <a:gd name="connsiteX9" fmla="*/ 23660 w 950727"/>
                  <a:gd name="connsiteY9" fmla="*/ 790022 h 995408"/>
                  <a:gd name="connsiteX10" fmla="*/ 217740 w 950727"/>
                  <a:gd name="connsiteY10" fmla="*/ 971737 h 995408"/>
                  <a:gd name="connsiteX11" fmla="*/ 251330 w 950727"/>
                  <a:gd name="connsiteY11" fmla="*/ 969247 h 995408"/>
                  <a:gd name="connsiteX12" fmla="*/ 593458 w 950727"/>
                  <a:gd name="connsiteY12" fmla="*/ 602085 h 995408"/>
                  <a:gd name="connsiteX13" fmla="*/ 599678 w 950727"/>
                  <a:gd name="connsiteY13" fmla="*/ 600841 h 995408"/>
                  <a:gd name="connsiteX14" fmla="*/ 605898 w 950727"/>
                  <a:gd name="connsiteY14" fmla="*/ 602085 h 995408"/>
                  <a:gd name="connsiteX15" fmla="*/ 802466 w 950727"/>
                  <a:gd name="connsiteY15" fmla="*/ 786289 h 995408"/>
                  <a:gd name="connsiteX16" fmla="*/ 826104 w 950727"/>
                  <a:gd name="connsiteY16" fmla="*/ 791267 h 995408"/>
                  <a:gd name="connsiteX17" fmla="*/ 841034 w 950727"/>
                  <a:gd name="connsiteY17" fmla="*/ 772598 h 995408"/>
                  <a:gd name="connsiteX18" fmla="*/ 933096 w 950727"/>
                  <a:gd name="connsiteY18" fmla="*/ 42008 h 995408"/>
                  <a:gd name="connsiteX19" fmla="*/ 925632 w 950727"/>
                  <a:gd name="connsiteY19" fmla="*/ 22094 h 995408"/>
                  <a:gd name="connsiteX20" fmla="*/ 910704 w 950727"/>
                  <a:gd name="connsiteY20" fmla="*/ 14626 h 995408"/>
                  <a:gd name="connsiteX21" fmla="*/ 902016 w 950727"/>
                  <a:gd name="connsiteY21" fmla="*/ 916 h 995408"/>
                  <a:gd name="connsiteX22" fmla="*/ 938096 w 950727"/>
                  <a:gd name="connsiteY22" fmla="*/ 9628 h 995408"/>
                  <a:gd name="connsiteX23" fmla="*/ 950538 w 950727"/>
                  <a:gd name="connsiteY23" fmla="*/ 44479 h 995408"/>
                  <a:gd name="connsiteX24" fmla="*/ 858470 w 950727"/>
                  <a:gd name="connsiteY24" fmla="*/ 776346 h 995408"/>
                  <a:gd name="connsiteX25" fmla="*/ 832342 w 950727"/>
                  <a:gd name="connsiteY25" fmla="*/ 808707 h 995408"/>
                  <a:gd name="connsiteX26" fmla="*/ 791286 w 950727"/>
                  <a:gd name="connsiteY26" fmla="*/ 799995 h 995408"/>
                  <a:gd name="connsiteX27" fmla="*/ 599684 w 950727"/>
                  <a:gd name="connsiteY27" fmla="*/ 622007 h 995408"/>
                  <a:gd name="connsiteX28" fmla="*/ 263762 w 950727"/>
                  <a:gd name="connsiteY28" fmla="*/ 982961 h 995408"/>
                  <a:gd name="connsiteX29" fmla="*/ 233902 w 950727"/>
                  <a:gd name="connsiteY29" fmla="*/ 995408 h 995408"/>
                  <a:gd name="connsiteX30" fmla="*/ 206530 w 950727"/>
                  <a:gd name="connsiteY30" fmla="*/ 984206 h 995408"/>
                  <a:gd name="connsiteX31" fmla="*/ 12440 w 950727"/>
                  <a:gd name="connsiteY31" fmla="*/ 803729 h 995408"/>
                  <a:gd name="connsiteX32" fmla="*/ 0 w 950727"/>
                  <a:gd name="connsiteY32" fmla="*/ 776346 h 995408"/>
                  <a:gd name="connsiteX33" fmla="*/ 9952 w 950727"/>
                  <a:gd name="connsiteY33" fmla="*/ 746474 h 995408"/>
                  <a:gd name="connsiteX34" fmla="*/ 347120 w 950727"/>
                  <a:gd name="connsiteY34" fmla="*/ 386764 h 995408"/>
                  <a:gd name="connsiteX35" fmla="*/ 160496 w 950727"/>
                  <a:gd name="connsiteY35" fmla="*/ 212510 h 995408"/>
                  <a:gd name="connsiteX36" fmla="*/ 149298 w 950727"/>
                  <a:gd name="connsiteY36" fmla="*/ 171436 h 995408"/>
                  <a:gd name="connsiteX37" fmla="*/ 179158 w 950727"/>
                  <a:gd name="connsiteY37" fmla="*/ 142808 h 9954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950727" h="995408">
                    <a:moveTo>
                      <a:pt x="910704" y="14626"/>
                    </a:moveTo>
                    <a:cubicBezTo>
                      <a:pt x="909460" y="14626"/>
                      <a:pt x="906970" y="15871"/>
                      <a:pt x="905726" y="15871"/>
                    </a:cubicBezTo>
                    <a:lnTo>
                      <a:pt x="182906" y="157757"/>
                    </a:lnTo>
                    <a:cubicBezTo>
                      <a:pt x="174196" y="160246"/>
                      <a:pt x="167976" y="166469"/>
                      <a:pt x="165488" y="175182"/>
                    </a:cubicBezTo>
                    <a:cubicBezTo>
                      <a:pt x="163000" y="183894"/>
                      <a:pt x="165488" y="191362"/>
                      <a:pt x="171708" y="197585"/>
                    </a:cubicBezTo>
                    <a:lnTo>
                      <a:pt x="364544" y="378054"/>
                    </a:lnTo>
                    <a:cubicBezTo>
                      <a:pt x="369520" y="381788"/>
                      <a:pt x="369520" y="386767"/>
                      <a:pt x="365788" y="390500"/>
                    </a:cubicBezTo>
                    <a:lnTo>
                      <a:pt x="23660" y="757662"/>
                    </a:lnTo>
                    <a:cubicBezTo>
                      <a:pt x="18684" y="761396"/>
                      <a:pt x="16196" y="767619"/>
                      <a:pt x="17440" y="773842"/>
                    </a:cubicBezTo>
                    <a:cubicBezTo>
                      <a:pt x="17440" y="780065"/>
                      <a:pt x="19928" y="786289"/>
                      <a:pt x="23660" y="790022"/>
                    </a:cubicBezTo>
                    <a:lnTo>
                      <a:pt x="217740" y="971737"/>
                    </a:lnTo>
                    <a:cubicBezTo>
                      <a:pt x="227692" y="979204"/>
                      <a:pt x="241378" y="979204"/>
                      <a:pt x="251330" y="969247"/>
                    </a:cubicBezTo>
                    <a:lnTo>
                      <a:pt x="593458" y="602085"/>
                    </a:lnTo>
                    <a:cubicBezTo>
                      <a:pt x="594702" y="600841"/>
                      <a:pt x="597190" y="600841"/>
                      <a:pt x="599678" y="600841"/>
                    </a:cubicBezTo>
                    <a:cubicBezTo>
                      <a:pt x="600922" y="599596"/>
                      <a:pt x="603410" y="600841"/>
                      <a:pt x="605898" y="602085"/>
                    </a:cubicBezTo>
                    <a:lnTo>
                      <a:pt x="802466" y="786289"/>
                    </a:lnTo>
                    <a:cubicBezTo>
                      <a:pt x="808688" y="792512"/>
                      <a:pt x="817396" y="793756"/>
                      <a:pt x="826104" y="791267"/>
                    </a:cubicBezTo>
                    <a:cubicBezTo>
                      <a:pt x="834814" y="788778"/>
                      <a:pt x="839790" y="781310"/>
                      <a:pt x="841034" y="772598"/>
                    </a:cubicBezTo>
                    <a:lnTo>
                      <a:pt x="933096" y="42008"/>
                    </a:lnTo>
                    <a:cubicBezTo>
                      <a:pt x="934342" y="34540"/>
                      <a:pt x="930608" y="27072"/>
                      <a:pt x="925632" y="22094"/>
                    </a:cubicBezTo>
                    <a:cubicBezTo>
                      <a:pt x="921900" y="17115"/>
                      <a:pt x="915680" y="14626"/>
                      <a:pt x="910704" y="14626"/>
                    </a:cubicBezTo>
                    <a:close/>
                    <a:moveTo>
                      <a:pt x="902016" y="916"/>
                    </a:moveTo>
                    <a:cubicBezTo>
                      <a:pt x="915702" y="-1574"/>
                      <a:pt x="928144" y="916"/>
                      <a:pt x="938096" y="9628"/>
                    </a:cubicBezTo>
                    <a:cubicBezTo>
                      <a:pt x="946806" y="19586"/>
                      <a:pt x="951782" y="32032"/>
                      <a:pt x="950538" y="44479"/>
                    </a:cubicBezTo>
                    <a:lnTo>
                      <a:pt x="858470" y="776346"/>
                    </a:lnTo>
                    <a:cubicBezTo>
                      <a:pt x="857226" y="791282"/>
                      <a:pt x="846028" y="803729"/>
                      <a:pt x="832342" y="808707"/>
                    </a:cubicBezTo>
                    <a:cubicBezTo>
                      <a:pt x="817412" y="813686"/>
                      <a:pt x="801238" y="811197"/>
                      <a:pt x="791286" y="799995"/>
                    </a:cubicBezTo>
                    <a:lnTo>
                      <a:pt x="599684" y="622007"/>
                    </a:lnTo>
                    <a:lnTo>
                      <a:pt x="263762" y="982961"/>
                    </a:lnTo>
                    <a:cubicBezTo>
                      <a:pt x="255052" y="991674"/>
                      <a:pt x="245098" y="995408"/>
                      <a:pt x="233902" y="995408"/>
                    </a:cubicBezTo>
                    <a:cubicBezTo>
                      <a:pt x="223948" y="995408"/>
                      <a:pt x="213994" y="992919"/>
                      <a:pt x="206530" y="984206"/>
                    </a:cubicBezTo>
                    <a:lnTo>
                      <a:pt x="12440" y="803729"/>
                    </a:lnTo>
                    <a:cubicBezTo>
                      <a:pt x="4976" y="796261"/>
                      <a:pt x="0" y="786303"/>
                      <a:pt x="0" y="776346"/>
                    </a:cubicBezTo>
                    <a:cubicBezTo>
                      <a:pt x="0" y="765144"/>
                      <a:pt x="3732" y="755186"/>
                      <a:pt x="9952" y="746474"/>
                    </a:cubicBezTo>
                    <a:lnTo>
                      <a:pt x="347120" y="386764"/>
                    </a:lnTo>
                    <a:lnTo>
                      <a:pt x="160496" y="212510"/>
                    </a:lnTo>
                    <a:cubicBezTo>
                      <a:pt x="149298" y="201308"/>
                      <a:pt x="144322" y="186372"/>
                      <a:pt x="149298" y="171436"/>
                    </a:cubicBezTo>
                    <a:cubicBezTo>
                      <a:pt x="153030" y="156500"/>
                      <a:pt x="165472" y="145298"/>
                      <a:pt x="179158" y="14280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BEA467F-4B51-874C-BD61-EDD45350FCDF}"/>
                </a:ext>
              </a:extLst>
            </p:cNvPr>
            <p:cNvGrpSpPr/>
            <p:nvPr/>
          </p:nvGrpSpPr>
          <p:grpSpPr>
            <a:xfrm>
              <a:off x="8411900" y="6274765"/>
              <a:ext cx="9380501" cy="5747608"/>
              <a:chOff x="8411900" y="6274765"/>
              <a:chExt cx="9380501" cy="5747608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05FE743-6DB4-7B48-AE10-B0975329DB98}"/>
                  </a:ext>
                </a:extLst>
              </p:cNvPr>
              <p:cNvGrpSpPr/>
              <p:nvPr/>
            </p:nvGrpSpPr>
            <p:grpSpPr>
              <a:xfrm>
                <a:off x="9936438" y="6274765"/>
                <a:ext cx="7855963" cy="4640958"/>
                <a:chOff x="9936438" y="6274765"/>
                <a:chExt cx="7855963" cy="4640958"/>
              </a:xfrm>
            </p:grpSpPr>
            <p:sp>
              <p:nvSpPr>
                <p:cNvPr id="146" name="Freeform 145">
                  <a:extLst>
                    <a:ext uri="{FF2B5EF4-FFF2-40B4-BE49-F238E27FC236}">
                      <a16:creationId xmlns:a16="http://schemas.microsoft.com/office/drawing/2014/main" id="{894EE182-B74C-8C4E-B53C-97F1B735DC05}"/>
                    </a:ext>
                  </a:extLst>
                </p:cNvPr>
                <p:cNvSpPr/>
                <p:nvPr/>
              </p:nvSpPr>
              <p:spPr>
                <a:xfrm>
                  <a:off x="9936438" y="6274765"/>
                  <a:ext cx="7855963" cy="464095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307" h="3725">
                      <a:moveTo>
                        <a:pt x="6131" y="0"/>
                      </a:moveTo>
                      <a:lnTo>
                        <a:pt x="3153" y="0"/>
                      </a:lnTo>
                      <a:lnTo>
                        <a:pt x="176" y="0"/>
                      </a:lnTo>
                      <a:cubicBezTo>
                        <a:pt x="127" y="0"/>
                        <a:pt x="83" y="20"/>
                        <a:pt x="51" y="52"/>
                      </a:cubicBezTo>
                      <a:cubicBezTo>
                        <a:pt x="19" y="84"/>
                        <a:pt x="0" y="128"/>
                        <a:pt x="0" y="177"/>
                      </a:cubicBezTo>
                      <a:lnTo>
                        <a:pt x="0" y="1863"/>
                      </a:lnTo>
                      <a:lnTo>
                        <a:pt x="0" y="3549"/>
                      </a:lnTo>
                      <a:cubicBezTo>
                        <a:pt x="0" y="3598"/>
                        <a:pt x="19" y="3642"/>
                        <a:pt x="51" y="3674"/>
                      </a:cubicBezTo>
                      <a:cubicBezTo>
                        <a:pt x="83" y="3706"/>
                        <a:pt x="127" y="3725"/>
                        <a:pt x="176" y="3725"/>
                      </a:cubicBezTo>
                      <a:lnTo>
                        <a:pt x="3153" y="3725"/>
                      </a:lnTo>
                      <a:lnTo>
                        <a:pt x="6131" y="3725"/>
                      </a:lnTo>
                      <a:cubicBezTo>
                        <a:pt x="6179" y="3725"/>
                        <a:pt x="6223" y="3706"/>
                        <a:pt x="6255" y="3674"/>
                      </a:cubicBezTo>
                      <a:cubicBezTo>
                        <a:pt x="6287" y="3642"/>
                        <a:pt x="6307" y="3598"/>
                        <a:pt x="6307" y="3549"/>
                      </a:cubicBezTo>
                      <a:lnTo>
                        <a:pt x="6307" y="1863"/>
                      </a:lnTo>
                      <a:lnTo>
                        <a:pt x="6307" y="177"/>
                      </a:lnTo>
                      <a:cubicBezTo>
                        <a:pt x="6307" y="128"/>
                        <a:pt x="6287" y="84"/>
                        <a:pt x="6255" y="52"/>
                      </a:cubicBezTo>
                      <a:cubicBezTo>
                        <a:pt x="6223" y="20"/>
                        <a:pt x="6179" y="0"/>
                        <a:pt x="613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47" name="Freeform 146">
                  <a:extLst>
                    <a:ext uri="{FF2B5EF4-FFF2-40B4-BE49-F238E27FC236}">
                      <a16:creationId xmlns:a16="http://schemas.microsoft.com/office/drawing/2014/main" id="{C9AE996D-3BEA-1646-B643-60D6E8D810D5}"/>
                    </a:ext>
                  </a:extLst>
                </p:cNvPr>
                <p:cNvSpPr/>
                <p:nvPr/>
              </p:nvSpPr>
              <p:spPr>
                <a:xfrm>
                  <a:off x="10098388" y="6438021"/>
                  <a:ext cx="7530811" cy="431569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046" h="3464">
                      <a:moveTo>
                        <a:pt x="0" y="3389"/>
                      </a:moveTo>
                      <a:lnTo>
                        <a:pt x="0" y="1732"/>
                      </a:lnTo>
                      <a:lnTo>
                        <a:pt x="0" y="75"/>
                      </a:lnTo>
                      <a:cubicBezTo>
                        <a:pt x="0" y="54"/>
                        <a:pt x="8" y="35"/>
                        <a:pt x="22" y="22"/>
                      </a:cubicBezTo>
                      <a:cubicBezTo>
                        <a:pt x="35" y="8"/>
                        <a:pt x="54" y="0"/>
                        <a:pt x="75" y="0"/>
                      </a:cubicBezTo>
                      <a:lnTo>
                        <a:pt x="3023" y="0"/>
                      </a:lnTo>
                      <a:lnTo>
                        <a:pt x="5972" y="0"/>
                      </a:lnTo>
                      <a:cubicBezTo>
                        <a:pt x="5992" y="0"/>
                        <a:pt x="6011" y="8"/>
                        <a:pt x="6024" y="22"/>
                      </a:cubicBezTo>
                      <a:cubicBezTo>
                        <a:pt x="6038" y="35"/>
                        <a:pt x="6046" y="54"/>
                        <a:pt x="6046" y="75"/>
                      </a:cubicBezTo>
                      <a:lnTo>
                        <a:pt x="6046" y="1732"/>
                      </a:lnTo>
                      <a:lnTo>
                        <a:pt x="6046" y="3389"/>
                      </a:lnTo>
                      <a:cubicBezTo>
                        <a:pt x="6046" y="3410"/>
                        <a:pt x="6038" y="3428"/>
                        <a:pt x="6024" y="3442"/>
                      </a:cubicBezTo>
                      <a:cubicBezTo>
                        <a:pt x="6011" y="3456"/>
                        <a:pt x="5992" y="3464"/>
                        <a:pt x="5972" y="3464"/>
                      </a:cubicBezTo>
                      <a:lnTo>
                        <a:pt x="3023" y="3464"/>
                      </a:lnTo>
                      <a:lnTo>
                        <a:pt x="75" y="3464"/>
                      </a:lnTo>
                      <a:cubicBezTo>
                        <a:pt x="54" y="3464"/>
                        <a:pt x="35" y="3456"/>
                        <a:pt x="22" y="3442"/>
                      </a:cubicBezTo>
                      <a:cubicBezTo>
                        <a:pt x="8" y="3428"/>
                        <a:pt x="0" y="3410"/>
                        <a:pt x="0" y="3389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764AD30-4619-314D-A87E-E3F1D23B63AD}"/>
                  </a:ext>
                </a:extLst>
              </p:cNvPr>
              <p:cNvGrpSpPr/>
              <p:nvPr/>
            </p:nvGrpSpPr>
            <p:grpSpPr>
              <a:xfrm>
                <a:off x="16037079" y="9017715"/>
                <a:ext cx="1300608" cy="645547"/>
                <a:chOff x="16037079" y="9017715"/>
                <a:chExt cx="1300608" cy="645547"/>
              </a:xfrm>
            </p:grpSpPr>
            <p:sp>
              <p:nvSpPr>
                <p:cNvPr id="148" name="Freeform 147">
                  <a:extLst>
                    <a:ext uri="{FF2B5EF4-FFF2-40B4-BE49-F238E27FC236}">
                      <a16:creationId xmlns:a16="http://schemas.microsoft.com/office/drawing/2014/main" id="{D79B4523-7870-D644-BC64-5F0B18E24B9C}"/>
                    </a:ext>
                  </a:extLst>
                </p:cNvPr>
                <p:cNvSpPr/>
                <p:nvPr/>
              </p:nvSpPr>
              <p:spPr>
                <a:xfrm>
                  <a:off x="16044555" y="9026439"/>
                  <a:ext cx="1284408" cy="62934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032" h="506">
                      <a:moveTo>
                        <a:pt x="942" y="0"/>
                      </a:moveTo>
                      <a:lnTo>
                        <a:pt x="516" y="0"/>
                      </a:lnTo>
                      <a:lnTo>
                        <a:pt x="90" y="0"/>
                      </a:lnTo>
                      <a:cubicBezTo>
                        <a:pt x="65" y="0"/>
                        <a:pt x="43" y="10"/>
                        <a:pt x="27" y="26"/>
                      </a:cubicBezTo>
                      <a:cubicBezTo>
                        <a:pt x="11" y="43"/>
                        <a:pt x="0" y="65"/>
                        <a:pt x="0" y="90"/>
                      </a:cubicBezTo>
                      <a:lnTo>
                        <a:pt x="0" y="253"/>
                      </a:lnTo>
                      <a:lnTo>
                        <a:pt x="0" y="417"/>
                      </a:lnTo>
                      <a:cubicBezTo>
                        <a:pt x="0" y="441"/>
                        <a:pt x="11" y="464"/>
                        <a:pt x="27" y="480"/>
                      </a:cubicBezTo>
                      <a:cubicBezTo>
                        <a:pt x="43" y="496"/>
                        <a:pt x="65" y="506"/>
                        <a:pt x="90" y="506"/>
                      </a:cubicBezTo>
                      <a:lnTo>
                        <a:pt x="516" y="506"/>
                      </a:lnTo>
                      <a:lnTo>
                        <a:pt x="942" y="506"/>
                      </a:lnTo>
                      <a:cubicBezTo>
                        <a:pt x="967" y="506"/>
                        <a:pt x="989" y="496"/>
                        <a:pt x="1006" y="480"/>
                      </a:cubicBezTo>
                      <a:cubicBezTo>
                        <a:pt x="1022" y="464"/>
                        <a:pt x="1032" y="441"/>
                        <a:pt x="1032" y="417"/>
                      </a:cubicBezTo>
                      <a:lnTo>
                        <a:pt x="1032" y="253"/>
                      </a:lnTo>
                      <a:lnTo>
                        <a:pt x="1032" y="90"/>
                      </a:lnTo>
                      <a:cubicBezTo>
                        <a:pt x="1032" y="65"/>
                        <a:pt x="1022" y="43"/>
                        <a:pt x="1006" y="26"/>
                      </a:cubicBezTo>
                      <a:cubicBezTo>
                        <a:pt x="989" y="10"/>
                        <a:pt x="967" y="0"/>
                        <a:pt x="942" y="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02" name="Freeform 301">
                  <a:extLst>
                    <a:ext uri="{FF2B5EF4-FFF2-40B4-BE49-F238E27FC236}">
                      <a16:creationId xmlns:a16="http://schemas.microsoft.com/office/drawing/2014/main" id="{3C15FB14-CF68-CD47-A18F-3368B7C6B16C}"/>
                    </a:ext>
                  </a:extLst>
                </p:cNvPr>
                <p:cNvSpPr/>
                <p:nvPr/>
              </p:nvSpPr>
              <p:spPr>
                <a:xfrm>
                  <a:off x="16037079" y="9017715"/>
                  <a:ext cx="1300608" cy="645547"/>
                </a:xfrm>
                <a:custGeom>
                  <a:avLst/>
                  <a:gdLst>
                    <a:gd name="connsiteX0" fmla="*/ 119495 w 1300608"/>
                    <a:gd name="connsiteY0" fmla="*/ 17448 h 645547"/>
                    <a:gd name="connsiteX1" fmla="*/ 46066 w 1300608"/>
                    <a:gd name="connsiteY1" fmla="*/ 47297 h 645547"/>
                    <a:gd name="connsiteX2" fmla="*/ 17441 w 1300608"/>
                    <a:gd name="connsiteY2" fmla="*/ 120675 h 645547"/>
                    <a:gd name="connsiteX3" fmla="*/ 17441 w 1300608"/>
                    <a:gd name="connsiteY3" fmla="*/ 527364 h 645547"/>
                    <a:gd name="connsiteX4" fmla="*/ 46066 w 1300608"/>
                    <a:gd name="connsiteY4" fmla="*/ 599498 h 645547"/>
                    <a:gd name="connsiteX5" fmla="*/ 119495 w 1300608"/>
                    <a:gd name="connsiteY5" fmla="*/ 629347 h 645547"/>
                    <a:gd name="connsiteX6" fmla="*/ 1179866 w 1300608"/>
                    <a:gd name="connsiteY6" fmla="*/ 629347 h 645547"/>
                    <a:gd name="connsiteX7" fmla="*/ 1253296 w 1300608"/>
                    <a:gd name="connsiteY7" fmla="*/ 599498 h 645547"/>
                    <a:gd name="connsiteX8" fmla="*/ 1283164 w 1300608"/>
                    <a:gd name="connsiteY8" fmla="*/ 527364 h 645547"/>
                    <a:gd name="connsiteX9" fmla="*/ 1283164 w 1300608"/>
                    <a:gd name="connsiteY9" fmla="*/ 120675 h 645547"/>
                    <a:gd name="connsiteX10" fmla="*/ 1253296 w 1300608"/>
                    <a:gd name="connsiteY10" fmla="*/ 47297 h 645547"/>
                    <a:gd name="connsiteX11" fmla="*/ 1179866 w 1300608"/>
                    <a:gd name="connsiteY11" fmla="*/ 17448 h 645547"/>
                    <a:gd name="connsiteX12" fmla="*/ 119482 w 1300608"/>
                    <a:gd name="connsiteY12" fmla="*/ 0 h 645547"/>
                    <a:gd name="connsiteX13" fmla="*/ 1179880 w 1300608"/>
                    <a:gd name="connsiteY13" fmla="*/ 0 h 645547"/>
                    <a:gd name="connsiteX14" fmla="*/ 1265758 w 1300608"/>
                    <a:gd name="connsiteY14" fmla="*/ 34827 h 645547"/>
                    <a:gd name="connsiteX15" fmla="*/ 1300608 w 1300608"/>
                    <a:gd name="connsiteY15" fmla="*/ 120651 h 645547"/>
                    <a:gd name="connsiteX16" fmla="*/ 1300608 w 1300608"/>
                    <a:gd name="connsiteY16" fmla="*/ 527383 h 645547"/>
                    <a:gd name="connsiteX17" fmla="*/ 1265758 w 1300608"/>
                    <a:gd name="connsiteY17" fmla="*/ 610720 h 645547"/>
                    <a:gd name="connsiteX18" fmla="*/ 1179880 w 1300608"/>
                    <a:gd name="connsiteY18" fmla="*/ 645547 h 645547"/>
                    <a:gd name="connsiteX19" fmla="*/ 119482 w 1300608"/>
                    <a:gd name="connsiteY19" fmla="*/ 645547 h 645547"/>
                    <a:gd name="connsiteX20" fmla="*/ 34849 w 1300608"/>
                    <a:gd name="connsiteY20" fmla="*/ 610720 h 645547"/>
                    <a:gd name="connsiteX21" fmla="*/ 0 w 1300608"/>
                    <a:gd name="connsiteY21" fmla="*/ 527383 h 645547"/>
                    <a:gd name="connsiteX22" fmla="*/ 0 w 1300608"/>
                    <a:gd name="connsiteY22" fmla="*/ 120651 h 645547"/>
                    <a:gd name="connsiteX23" fmla="*/ 34849 w 1300608"/>
                    <a:gd name="connsiteY23" fmla="*/ 34827 h 645547"/>
                    <a:gd name="connsiteX24" fmla="*/ 119482 w 1300608"/>
                    <a:gd name="connsiteY24" fmla="*/ 0 h 645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300608" h="645547">
                      <a:moveTo>
                        <a:pt x="119495" y="17448"/>
                      </a:moveTo>
                      <a:cubicBezTo>
                        <a:pt x="92115" y="17448"/>
                        <a:pt x="65979" y="28641"/>
                        <a:pt x="46066" y="47297"/>
                      </a:cubicBezTo>
                      <a:cubicBezTo>
                        <a:pt x="27398" y="67196"/>
                        <a:pt x="17441" y="93314"/>
                        <a:pt x="17441" y="120675"/>
                      </a:cubicBezTo>
                      <a:lnTo>
                        <a:pt x="17441" y="527364"/>
                      </a:lnTo>
                      <a:cubicBezTo>
                        <a:pt x="17441" y="553481"/>
                        <a:pt x="27398" y="579599"/>
                        <a:pt x="46066" y="599498"/>
                      </a:cubicBezTo>
                      <a:cubicBezTo>
                        <a:pt x="65979" y="618154"/>
                        <a:pt x="92115" y="629347"/>
                        <a:pt x="119495" y="629347"/>
                      </a:cubicBezTo>
                      <a:lnTo>
                        <a:pt x="1179866" y="629347"/>
                      </a:lnTo>
                      <a:cubicBezTo>
                        <a:pt x="1207246" y="629347"/>
                        <a:pt x="1233382" y="618154"/>
                        <a:pt x="1253296" y="599498"/>
                      </a:cubicBezTo>
                      <a:cubicBezTo>
                        <a:pt x="1271964" y="579599"/>
                        <a:pt x="1283164" y="553481"/>
                        <a:pt x="1283164" y="527364"/>
                      </a:cubicBezTo>
                      <a:lnTo>
                        <a:pt x="1283164" y="120675"/>
                      </a:lnTo>
                      <a:cubicBezTo>
                        <a:pt x="1283164" y="93314"/>
                        <a:pt x="1271964" y="67196"/>
                        <a:pt x="1253296" y="47297"/>
                      </a:cubicBezTo>
                      <a:cubicBezTo>
                        <a:pt x="1233382" y="28641"/>
                        <a:pt x="1207246" y="17448"/>
                        <a:pt x="1179866" y="17448"/>
                      </a:cubicBezTo>
                      <a:close/>
                      <a:moveTo>
                        <a:pt x="119482" y="0"/>
                      </a:moveTo>
                      <a:lnTo>
                        <a:pt x="1179880" y="0"/>
                      </a:lnTo>
                      <a:cubicBezTo>
                        <a:pt x="1212240" y="0"/>
                        <a:pt x="1242110" y="13682"/>
                        <a:pt x="1265758" y="34827"/>
                      </a:cubicBezTo>
                      <a:cubicBezTo>
                        <a:pt x="1286916" y="58460"/>
                        <a:pt x="1300608" y="88312"/>
                        <a:pt x="1300608" y="120651"/>
                      </a:cubicBezTo>
                      <a:lnTo>
                        <a:pt x="1300608" y="527383"/>
                      </a:lnTo>
                      <a:cubicBezTo>
                        <a:pt x="1300608" y="558479"/>
                        <a:pt x="1286916" y="588331"/>
                        <a:pt x="1265758" y="610720"/>
                      </a:cubicBezTo>
                      <a:cubicBezTo>
                        <a:pt x="1242110" y="634353"/>
                        <a:pt x="1212240" y="645547"/>
                        <a:pt x="1179880" y="645547"/>
                      </a:cubicBezTo>
                      <a:lnTo>
                        <a:pt x="119482" y="645547"/>
                      </a:lnTo>
                      <a:cubicBezTo>
                        <a:pt x="87122" y="645547"/>
                        <a:pt x="57252" y="634353"/>
                        <a:pt x="34849" y="610720"/>
                      </a:cubicBezTo>
                      <a:cubicBezTo>
                        <a:pt x="11201" y="588331"/>
                        <a:pt x="0" y="558479"/>
                        <a:pt x="0" y="527383"/>
                      </a:cubicBezTo>
                      <a:lnTo>
                        <a:pt x="0" y="120651"/>
                      </a:lnTo>
                      <a:cubicBezTo>
                        <a:pt x="0" y="88312"/>
                        <a:pt x="11201" y="58460"/>
                        <a:pt x="34849" y="34827"/>
                      </a:cubicBezTo>
                      <a:cubicBezTo>
                        <a:pt x="57252" y="13682"/>
                        <a:pt x="87122" y="0"/>
                        <a:pt x="11948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03" name="Freeform 302">
                  <a:extLst>
                    <a:ext uri="{FF2B5EF4-FFF2-40B4-BE49-F238E27FC236}">
                      <a16:creationId xmlns:a16="http://schemas.microsoft.com/office/drawing/2014/main" id="{240D8114-BF24-FC4E-B193-06844C8C1F79}"/>
                    </a:ext>
                  </a:extLst>
                </p:cNvPr>
                <p:cNvSpPr/>
                <p:nvPr/>
              </p:nvSpPr>
              <p:spPr>
                <a:xfrm>
                  <a:off x="16536643" y="9189695"/>
                  <a:ext cx="300237" cy="301587"/>
                </a:xfrm>
                <a:custGeom>
                  <a:avLst/>
                  <a:gdLst>
                    <a:gd name="connsiteX0" fmla="*/ 150115 w 300237"/>
                    <a:gd name="connsiteY0" fmla="*/ 18694 h 301587"/>
                    <a:gd name="connsiteX1" fmla="*/ 55873 w 300237"/>
                    <a:gd name="connsiteY1" fmla="*/ 57147 h 301587"/>
                    <a:gd name="connsiteX2" fmla="*/ 16192 w 300237"/>
                    <a:gd name="connsiteY2" fmla="*/ 151420 h 301587"/>
                    <a:gd name="connsiteX3" fmla="*/ 55873 w 300237"/>
                    <a:gd name="connsiteY3" fmla="*/ 245693 h 301587"/>
                    <a:gd name="connsiteX4" fmla="*/ 150115 w 300237"/>
                    <a:gd name="connsiteY4" fmla="*/ 285387 h 301587"/>
                    <a:gd name="connsiteX5" fmla="*/ 244357 w 300237"/>
                    <a:gd name="connsiteY5" fmla="*/ 245693 h 301587"/>
                    <a:gd name="connsiteX6" fmla="*/ 284037 w 300237"/>
                    <a:gd name="connsiteY6" fmla="*/ 151420 h 301587"/>
                    <a:gd name="connsiteX7" fmla="*/ 244357 w 300237"/>
                    <a:gd name="connsiteY7" fmla="*/ 57147 h 301587"/>
                    <a:gd name="connsiteX8" fmla="*/ 150115 w 300237"/>
                    <a:gd name="connsiteY8" fmla="*/ 18694 h 301587"/>
                    <a:gd name="connsiteX9" fmla="*/ 150118 w 300237"/>
                    <a:gd name="connsiteY9" fmla="*/ 0 h 301587"/>
                    <a:gd name="connsiteX10" fmla="*/ 256813 w 300237"/>
                    <a:gd name="connsiteY10" fmla="*/ 44680 h 301587"/>
                    <a:gd name="connsiteX11" fmla="*/ 300237 w 300237"/>
                    <a:gd name="connsiteY11" fmla="*/ 151414 h 301587"/>
                    <a:gd name="connsiteX12" fmla="*/ 256813 w 300237"/>
                    <a:gd name="connsiteY12" fmla="*/ 258149 h 301587"/>
                    <a:gd name="connsiteX13" fmla="*/ 150118 w 300237"/>
                    <a:gd name="connsiteY13" fmla="*/ 301587 h 301587"/>
                    <a:gd name="connsiteX14" fmla="*/ 43423 w 300237"/>
                    <a:gd name="connsiteY14" fmla="*/ 258149 h 301587"/>
                    <a:gd name="connsiteX15" fmla="*/ 0 w 300237"/>
                    <a:gd name="connsiteY15" fmla="*/ 151414 h 301587"/>
                    <a:gd name="connsiteX16" fmla="*/ 43423 w 300237"/>
                    <a:gd name="connsiteY16" fmla="*/ 44680 h 301587"/>
                    <a:gd name="connsiteX17" fmla="*/ 150118 w 300237"/>
                    <a:gd name="connsiteY17" fmla="*/ 0 h 30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00237" h="301587">
                      <a:moveTo>
                        <a:pt x="150115" y="18694"/>
                      </a:moveTo>
                      <a:cubicBezTo>
                        <a:pt x="114154" y="18694"/>
                        <a:pt x="80673" y="31098"/>
                        <a:pt x="55873" y="57147"/>
                      </a:cubicBezTo>
                      <a:cubicBezTo>
                        <a:pt x="31072" y="83196"/>
                        <a:pt x="16192" y="115448"/>
                        <a:pt x="16192" y="151420"/>
                      </a:cubicBezTo>
                      <a:cubicBezTo>
                        <a:pt x="16192" y="187393"/>
                        <a:pt x="31072" y="220885"/>
                        <a:pt x="55873" y="245693"/>
                      </a:cubicBezTo>
                      <a:cubicBezTo>
                        <a:pt x="80673" y="270502"/>
                        <a:pt x="114154" y="285387"/>
                        <a:pt x="150115" y="285387"/>
                      </a:cubicBezTo>
                      <a:cubicBezTo>
                        <a:pt x="186075" y="285387"/>
                        <a:pt x="219556" y="270502"/>
                        <a:pt x="244357" y="245693"/>
                      </a:cubicBezTo>
                      <a:cubicBezTo>
                        <a:pt x="270397" y="220885"/>
                        <a:pt x="284037" y="187393"/>
                        <a:pt x="284037" y="151420"/>
                      </a:cubicBezTo>
                      <a:cubicBezTo>
                        <a:pt x="284037" y="115448"/>
                        <a:pt x="270397" y="81956"/>
                        <a:pt x="244357" y="57147"/>
                      </a:cubicBezTo>
                      <a:cubicBezTo>
                        <a:pt x="219556" y="31098"/>
                        <a:pt x="186075" y="18694"/>
                        <a:pt x="150115" y="18694"/>
                      </a:cubicBezTo>
                      <a:close/>
                      <a:moveTo>
                        <a:pt x="150118" y="0"/>
                      </a:moveTo>
                      <a:cubicBezTo>
                        <a:pt x="189819" y="0"/>
                        <a:pt x="228279" y="16134"/>
                        <a:pt x="256813" y="44680"/>
                      </a:cubicBezTo>
                      <a:cubicBezTo>
                        <a:pt x="285349" y="73225"/>
                        <a:pt x="300237" y="111699"/>
                        <a:pt x="300237" y="151414"/>
                      </a:cubicBezTo>
                      <a:cubicBezTo>
                        <a:pt x="300237" y="192370"/>
                        <a:pt x="285349" y="229603"/>
                        <a:pt x="256813" y="258149"/>
                      </a:cubicBezTo>
                      <a:cubicBezTo>
                        <a:pt x="228279" y="286694"/>
                        <a:pt x="189819" y="301587"/>
                        <a:pt x="150118" y="301587"/>
                      </a:cubicBezTo>
                      <a:cubicBezTo>
                        <a:pt x="109177" y="301587"/>
                        <a:pt x="71957" y="286694"/>
                        <a:pt x="43423" y="258149"/>
                      </a:cubicBezTo>
                      <a:cubicBezTo>
                        <a:pt x="16128" y="229603"/>
                        <a:pt x="0" y="192370"/>
                        <a:pt x="0" y="151414"/>
                      </a:cubicBezTo>
                      <a:cubicBezTo>
                        <a:pt x="0" y="111699"/>
                        <a:pt x="16128" y="73225"/>
                        <a:pt x="43423" y="44680"/>
                      </a:cubicBezTo>
                      <a:cubicBezTo>
                        <a:pt x="71957" y="16134"/>
                        <a:pt x="109177" y="0"/>
                        <a:pt x="15011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53" name="Freeform 152">
                  <a:extLst>
                    <a:ext uri="{FF2B5EF4-FFF2-40B4-BE49-F238E27FC236}">
                      <a16:creationId xmlns:a16="http://schemas.microsoft.com/office/drawing/2014/main" id="{466984FC-B4C4-4C49-82A3-01CE4329D93C}"/>
                    </a:ext>
                  </a:extLst>
                </p:cNvPr>
                <p:cNvSpPr/>
                <p:nvPr/>
              </p:nvSpPr>
              <p:spPr>
                <a:xfrm>
                  <a:off x="16129265" y="9536147"/>
                  <a:ext cx="294007" cy="1620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37" h="14">
                      <a:moveTo>
                        <a:pt x="230" y="14"/>
                      </a:moveTo>
                      <a:lnTo>
                        <a:pt x="7" y="14"/>
                      </a:lnTo>
                      <a:cubicBezTo>
                        <a:pt x="2" y="14"/>
                        <a:pt x="0" y="11"/>
                        <a:pt x="0" y="8"/>
                      </a:cubicBezTo>
                      <a:cubicBezTo>
                        <a:pt x="0" y="3"/>
                        <a:pt x="2" y="0"/>
                        <a:pt x="7" y="0"/>
                      </a:cubicBezTo>
                      <a:lnTo>
                        <a:pt x="230" y="0"/>
                      </a:lnTo>
                      <a:cubicBezTo>
                        <a:pt x="235" y="0"/>
                        <a:pt x="237" y="3"/>
                        <a:pt x="237" y="8"/>
                      </a:cubicBezTo>
                      <a:cubicBezTo>
                        <a:pt x="237" y="11"/>
                        <a:pt x="235" y="14"/>
                        <a:pt x="230" y="1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C6A18D8-CAC3-FA43-BF85-4D1D442C5655}"/>
                  </a:ext>
                </a:extLst>
              </p:cNvPr>
              <p:cNvGrpSpPr/>
              <p:nvPr/>
            </p:nvGrpSpPr>
            <p:grpSpPr>
              <a:xfrm>
                <a:off x="16037079" y="9787885"/>
                <a:ext cx="1300608" cy="645547"/>
                <a:chOff x="16037079" y="9787885"/>
                <a:chExt cx="1300608" cy="645547"/>
              </a:xfrm>
            </p:grpSpPr>
            <p:sp>
              <p:nvSpPr>
                <p:cNvPr id="154" name="Freeform 153">
                  <a:extLst>
                    <a:ext uri="{FF2B5EF4-FFF2-40B4-BE49-F238E27FC236}">
                      <a16:creationId xmlns:a16="http://schemas.microsoft.com/office/drawing/2014/main" id="{B536B455-089C-E74D-912E-550CEE582E3C}"/>
                    </a:ext>
                  </a:extLst>
                </p:cNvPr>
                <p:cNvSpPr/>
                <p:nvPr/>
              </p:nvSpPr>
              <p:spPr>
                <a:xfrm>
                  <a:off x="16045801" y="9796609"/>
                  <a:ext cx="1283165" cy="62810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031" h="505">
                      <a:moveTo>
                        <a:pt x="942" y="0"/>
                      </a:moveTo>
                      <a:lnTo>
                        <a:pt x="515" y="0"/>
                      </a:lnTo>
                      <a:lnTo>
                        <a:pt x="89" y="0"/>
                      </a:lnTo>
                      <a:cubicBezTo>
                        <a:pt x="65" y="0"/>
                        <a:pt x="42" y="10"/>
                        <a:pt x="26" y="26"/>
                      </a:cubicBezTo>
                      <a:cubicBezTo>
                        <a:pt x="10" y="42"/>
                        <a:pt x="0" y="64"/>
                        <a:pt x="0" y="89"/>
                      </a:cubicBezTo>
                      <a:lnTo>
                        <a:pt x="0" y="252"/>
                      </a:lnTo>
                      <a:lnTo>
                        <a:pt x="0" y="415"/>
                      </a:lnTo>
                      <a:cubicBezTo>
                        <a:pt x="0" y="441"/>
                        <a:pt x="10" y="462"/>
                        <a:pt x="26" y="479"/>
                      </a:cubicBezTo>
                      <a:cubicBezTo>
                        <a:pt x="42" y="495"/>
                        <a:pt x="65" y="505"/>
                        <a:pt x="89" y="505"/>
                      </a:cubicBezTo>
                      <a:lnTo>
                        <a:pt x="515" y="505"/>
                      </a:lnTo>
                      <a:lnTo>
                        <a:pt x="942" y="505"/>
                      </a:lnTo>
                      <a:cubicBezTo>
                        <a:pt x="966" y="505"/>
                        <a:pt x="989" y="495"/>
                        <a:pt x="1005" y="479"/>
                      </a:cubicBezTo>
                      <a:cubicBezTo>
                        <a:pt x="1021" y="462"/>
                        <a:pt x="1031" y="441"/>
                        <a:pt x="1031" y="415"/>
                      </a:cubicBezTo>
                      <a:lnTo>
                        <a:pt x="1031" y="252"/>
                      </a:lnTo>
                      <a:lnTo>
                        <a:pt x="1031" y="89"/>
                      </a:lnTo>
                      <a:cubicBezTo>
                        <a:pt x="1031" y="64"/>
                        <a:pt x="1021" y="42"/>
                        <a:pt x="1005" y="26"/>
                      </a:cubicBezTo>
                      <a:cubicBezTo>
                        <a:pt x="989" y="10"/>
                        <a:pt x="966" y="0"/>
                        <a:pt x="942" y="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04" name="Freeform 303">
                  <a:extLst>
                    <a:ext uri="{FF2B5EF4-FFF2-40B4-BE49-F238E27FC236}">
                      <a16:creationId xmlns:a16="http://schemas.microsoft.com/office/drawing/2014/main" id="{88277289-EEC8-ED43-8CD7-E117AE59C5C1}"/>
                    </a:ext>
                  </a:extLst>
                </p:cNvPr>
                <p:cNvSpPr/>
                <p:nvPr/>
              </p:nvSpPr>
              <p:spPr>
                <a:xfrm>
                  <a:off x="16037079" y="9787885"/>
                  <a:ext cx="1300608" cy="645547"/>
                </a:xfrm>
                <a:custGeom>
                  <a:avLst/>
                  <a:gdLst>
                    <a:gd name="connsiteX0" fmla="*/ 119495 w 1300608"/>
                    <a:gd name="connsiteY0" fmla="*/ 16201 h 645547"/>
                    <a:gd name="connsiteX1" fmla="*/ 47311 w 1300608"/>
                    <a:gd name="connsiteY1" fmla="*/ 47293 h 645547"/>
                    <a:gd name="connsiteX2" fmla="*/ 17441 w 1300608"/>
                    <a:gd name="connsiteY2" fmla="*/ 119428 h 645547"/>
                    <a:gd name="connsiteX3" fmla="*/ 17441 w 1300608"/>
                    <a:gd name="connsiteY3" fmla="*/ 524873 h 645547"/>
                    <a:gd name="connsiteX4" fmla="*/ 47311 w 1300608"/>
                    <a:gd name="connsiteY4" fmla="*/ 598251 h 645547"/>
                    <a:gd name="connsiteX5" fmla="*/ 119495 w 1300608"/>
                    <a:gd name="connsiteY5" fmla="*/ 628100 h 645547"/>
                    <a:gd name="connsiteX6" fmla="*/ 1181110 w 1300608"/>
                    <a:gd name="connsiteY6" fmla="*/ 628100 h 645547"/>
                    <a:gd name="connsiteX7" fmla="*/ 1253296 w 1300608"/>
                    <a:gd name="connsiteY7" fmla="*/ 598251 h 645547"/>
                    <a:gd name="connsiteX8" fmla="*/ 1283164 w 1300608"/>
                    <a:gd name="connsiteY8" fmla="*/ 524873 h 645547"/>
                    <a:gd name="connsiteX9" fmla="*/ 1283164 w 1300608"/>
                    <a:gd name="connsiteY9" fmla="*/ 119428 h 645547"/>
                    <a:gd name="connsiteX10" fmla="*/ 1253296 w 1300608"/>
                    <a:gd name="connsiteY10" fmla="*/ 47293 h 645547"/>
                    <a:gd name="connsiteX11" fmla="*/ 1181110 w 1300608"/>
                    <a:gd name="connsiteY11" fmla="*/ 16201 h 645547"/>
                    <a:gd name="connsiteX12" fmla="*/ 119482 w 1300608"/>
                    <a:gd name="connsiteY12" fmla="*/ 0 h 645547"/>
                    <a:gd name="connsiteX13" fmla="*/ 1181126 w 1300608"/>
                    <a:gd name="connsiteY13" fmla="*/ 0 h 645547"/>
                    <a:gd name="connsiteX14" fmla="*/ 1265758 w 1300608"/>
                    <a:gd name="connsiteY14" fmla="*/ 34827 h 645547"/>
                    <a:gd name="connsiteX15" fmla="*/ 1300608 w 1300608"/>
                    <a:gd name="connsiteY15" fmla="*/ 119408 h 645547"/>
                    <a:gd name="connsiteX16" fmla="*/ 1300608 w 1300608"/>
                    <a:gd name="connsiteY16" fmla="*/ 524896 h 645547"/>
                    <a:gd name="connsiteX17" fmla="*/ 1265758 w 1300608"/>
                    <a:gd name="connsiteY17" fmla="*/ 610720 h 645547"/>
                    <a:gd name="connsiteX18" fmla="*/ 1181126 w 1300608"/>
                    <a:gd name="connsiteY18" fmla="*/ 645547 h 645547"/>
                    <a:gd name="connsiteX19" fmla="*/ 119482 w 1300608"/>
                    <a:gd name="connsiteY19" fmla="*/ 645547 h 645547"/>
                    <a:gd name="connsiteX20" fmla="*/ 34849 w 1300608"/>
                    <a:gd name="connsiteY20" fmla="*/ 610720 h 645547"/>
                    <a:gd name="connsiteX21" fmla="*/ 0 w 1300608"/>
                    <a:gd name="connsiteY21" fmla="*/ 524896 h 645547"/>
                    <a:gd name="connsiteX22" fmla="*/ 0 w 1300608"/>
                    <a:gd name="connsiteY22" fmla="*/ 119408 h 645547"/>
                    <a:gd name="connsiteX23" fmla="*/ 34849 w 1300608"/>
                    <a:gd name="connsiteY23" fmla="*/ 34827 h 645547"/>
                    <a:gd name="connsiteX24" fmla="*/ 119482 w 1300608"/>
                    <a:gd name="connsiteY24" fmla="*/ 0 h 6455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300608" h="645547">
                      <a:moveTo>
                        <a:pt x="119495" y="16201"/>
                      </a:moveTo>
                      <a:cubicBezTo>
                        <a:pt x="92115" y="16201"/>
                        <a:pt x="65979" y="27394"/>
                        <a:pt x="47311" y="47293"/>
                      </a:cubicBezTo>
                      <a:cubicBezTo>
                        <a:pt x="27398" y="65949"/>
                        <a:pt x="17441" y="92067"/>
                        <a:pt x="17441" y="119428"/>
                      </a:cubicBezTo>
                      <a:lnTo>
                        <a:pt x="17441" y="524873"/>
                      </a:lnTo>
                      <a:cubicBezTo>
                        <a:pt x="17441" y="553478"/>
                        <a:pt x="27398" y="578352"/>
                        <a:pt x="47311" y="598251"/>
                      </a:cubicBezTo>
                      <a:cubicBezTo>
                        <a:pt x="65979" y="616907"/>
                        <a:pt x="92115" y="628100"/>
                        <a:pt x="119495" y="628100"/>
                      </a:cubicBezTo>
                      <a:lnTo>
                        <a:pt x="1181110" y="628100"/>
                      </a:lnTo>
                      <a:cubicBezTo>
                        <a:pt x="1208492" y="628100"/>
                        <a:pt x="1234626" y="616907"/>
                        <a:pt x="1253296" y="598251"/>
                      </a:cubicBezTo>
                      <a:cubicBezTo>
                        <a:pt x="1273208" y="578352"/>
                        <a:pt x="1283164" y="553478"/>
                        <a:pt x="1283164" y="524873"/>
                      </a:cubicBezTo>
                      <a:lnTo>
                        <a:pt x="1283164" y="119428"/>
                      </a:lnTo>
                      <a:cubicBezTo>
                        <a:pt x="1283164" y="92067"/>
                        <a:pt x="1273208" y="65949"/>
                        <a:pt x="1253296" y="47293"/>
                      </a:cubicBezTo>
                      <a:cubicBezTo>
                        <a:pt x="1234626" y="27394"/>
                        <a:pt x="1208492" y="16201"/>
                        <a:pt x="1181110" y="16201"/>
                      </a:cubicBezTo>
                      <a:close/>
                      <a:moveTo>
                        <a:pt x="119482" y="0"/>
                      </a:moveTo>
                      <a:lnTo>
                        <a:pt x="1181126" y="0"/>
                      </a:lnTo>
                      <a:cubicBezTo>
                        <a:pt x="1213484" y="0"/>
                        <a:pt x="1242110" y="12438"/>
                        <a:pt x="1265758" y="34827"/>
                      </a:cubicBezTo>
                      <a:cubicBezTo>
                        <a:pt x="1288160" y="57216"/>
                        <a:pt x="1300608" y="87068"/>
                        <a:pt x="1300608" y="119408"/>
                      </a:cubicBezTo>
                      <a:lnTo>
                        <a:pt x="1300608" y="524896"/>
                      </a:lnTo>
                      <a:cubicBezTo>
                        <a:pt x="1300608" y="557235"/>
                        <a:pt x="1288160" y="588331"/>
                        <a:pt x="1265758" y="610720"/>
                      </a:cubicBezTo>
                      <a:cubicBezTo>
                        <a:pt x="1242110" y="633109"/>
                        <a:pt x="1213484" y="645547"/>
                        <a:pt x="1181126" y="645547"/>
                      </a:cubicBezTo>
                      <a:lnTo>
                        <a:pt x="119482" y="645547"/>
                      </a:lnTo>
                      <a:cubicBezTo>
                        <a:pt x="87122" y="645547"/>
                        <a:pt x="57252" y="633109"/>
                        <a:pt x="34849" y="610720"/>
                      </a:cubicBezTo>
                      <a:cubicBezTo>
                        <a:pt x="12446" y="588331"/>
                        <a:pt x="0" y="557235"/>
                        <a:pt x="0" y="524896"/>
                      </a:cubicBezTo>
                      <a:lnTo>
                        <a:pt x="0" y="119408"/>
                      </a:lnTo>
                      <a:cubicBezTo>
                        <a:pt x="0" y="87068"/>
                        <a:pt x="12446" y="57216"/>
                        <a:pt x="34849" y="34827"/>
                      </a:cubicBezTo>
                      <a:cubicBezTo>
                        <a:pt x="57252" y="12438"/>
                        <a:pt x="87122" y="0"/>
                        <a:pt x="11948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05" name="Freeform 304">
                  <a:extLst>
                    <a:ext uri="{FF2B5EF4-FFF2-40B4-BE49-F238E27FC236}">
                      <a16:creationId xmlns:a16="http://schemas.microsoft.com/office/drawing/2014/main" id="{257BDCE3-A431-A942-8FA5-0D6E2E0EC9C8}"/>
                    </a:ext>
                  </a:extLst>
                </p:cNvPr>
                <p:cNvSpPr/>
                <p:nvPr/>
              </p:nvSpPr>
              <p:spPr>
                <a:xfrm>
                  <a:off x="16536643" y="9959865"/>
                  <a:ext cx="300237" cy="301587"/>
                </a:xfrm>
                <a:custGeom>
                  <a:avLst/>
                  <a:gdLst>
                    <a:gd name="connsiteX0" fmla="*/ 150121 w 300237"/>
                    <a:gd name="connsiteY0" fmla="*/ 17447 h 301587"/>
                    <a:gd name="connsiteX1" fmla="*/ 55881 w 300237"/>
                    <a:gd name="connsiteY1" fmla="*/ 55900 h 301587"/>
                    <a:gd name="connsiteX2" fmla="*/ 17441 w 300237"/>
                    <a:gd name="connsiteY2" fmla="*/ 150173 h 301587"/>
                    <a:gd name="connsiteX3" fmla="*/ 55881 w 300237"/>
                    <a:gd name="connsiteY3" fmla="*/ 245687 h 301587"/>
                    <a:gd name="connsiteX4" fmla="*/ 150121 w 300237"/>
                    <a:gd name="connsiteY4" fmla="*/ 284140 h 301587"/>
                    <a:gd name="connsiteX5" fmla="*/ 244361 w 300237"/>
                    <a:gd name="connsiteY5" fmla="*/ 245687 h 301587"/>
                    <a:gd name="connsiteX6" fmla="*/ 284041 w 300237"/>
                    <a:gd name="connsiteY6" fmla="*/ 150173 h 301587"/>
                    <a:gd name="connsiteX7" fmla="*/ 244361 w 300237"/>
                    <a:gd name="connsiteY7" fmla="*/ 55900 h 301587"/>
                    <a:gd name="connsiteX8" fmla="*/ 150121 w 300237"/>
                    <a:gd name="connsiteY8" fmla="*/ 17447 h 301587"/>
                    <a:gd name="connsiteX9" fmla="*/ 150118 w 300237"/>
                    <a:gd name="connsiteY9" fmla="*/ 0 h 301587"/>
                    <a:gd name="connsiteX10" fmla="*/ 256813 w 300237"/>
                    <a:gd name="connsiteY10" fmla="*/ 44680 h 301587"/>
                    <a:gd name="connsiteX11" fmla="*/ 300237 w 300237"/>
                    <a:gd name="connsiteY11" fmla="*/ 150173 h 301587"/>
                    <a:gd name="connsiteX12" fmla="*/ 256813 w 300237"/>
                    <a:gd name="connsiteY12" fmla="*/ 258149 h 301587"/>
                    <a:gd name="connsiteX13" fmla="*/ 150118 w 300237"/>
                    <a:gd name="connsiteY13" fmla="*/ 301587 h 301587"/>
                    <a:gd name="connsiteX14" fmla="*/ 43423 w 300237"/>
                    <a:gd name="connsiteY14" fmla="*/ 258149 h 301587"/>
                    <a:gd name="connsiteX15" fmla="*/ 0 w 300237"/>
                    <a:gd name="connsiteY15" fmla="*/ 150173 h 301587"/>
                    <a:gd name="connsiteX16" fmla="*/ 43423 w 300237"/>
                    <a:gd name="connsiteY16" fmla="*/ 44680 h 301587"/>
                    <a:gd name="connsiteX17" fmla="*/ 150118 w 300237"/>
                    <a:gd name="connsiteY17" fmla="*/ 0 h 30158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00237" h="301587">
                      <a:moveTo>
                        <a:pt x="150121" y="17447"/>
                      </a:moveTo>
                      <a:cubicBezTo>
                        <a:pt x="115401" y="17447"/>
                        <a:pt x="81921" y="31092"/>
                        <a:pt x="55881" y="55900"/>
                      </a:cubicBezTo>
                      <a:cubicBezTo>
                        <a:pt x="31081" y="81949"/>
                        <a:pt x="17441" y="115441"/>
                        <a:pt x="17441" y="150173"/>
                      </a:cubicBezTo>
                      <a:cubicBezTo>
                        <a:pt x="17441" y="186146"/>
                        <a:pt x="31081" y="219637"/>
                        <a:pt x="55881" y="245687"/>
                      </a:cubicBezTo>
                      <a:cubicBezTo>
                        <a:pt x="81921" y="270495"/>
                        <a:pt x="115401" y="284140"/>
                        <a:pt x="150121" y="284140"/>
                      </a:cubicBezTo>
                      <a:cubicBezTo>
                        <a:pt x="186080" y="284140"/>
                        <a:pt x="219560" y="270495"/>
                        <a:pt x="244361" y="245687"/>
                      </a:cubicBezTo>
                      <a:cubicBezTo>
                        <a:pt x="270401" y="219637"/>
                        <a:pt x="284041" y="186146"/>
                        <a:pt x="284041" y="150173"/>
                      </a:cubicBezTo>
                      <a:cubicBezTo>
                        <a:pt x="284041" y="115441"/>
                        <a:pt x="270401" y="81949"/>
                        <a:pt x="244361" y="55900"/>
                      </a:cubicBezTo>
                      <a:cubicBezTo>
                        <a:pt x="219560" y="31092"/>
                        <a:pt x="186080" y="17447"/>
                        <a:pt x="150121" y="17447"/>
                      </a:cubicBezTo>
                      <a:close/>
                      <a:moveTo>
                        <a:pt x="150118" y="0"/>
                      </a:moveTo>
                      <a:cubicBezTo>
                        <a:pt x="191059" y="0"/>
                        <a:pt x="228279" y="16134"/>
                        <a:pt x="256813" y="44680"/>
                      </a:cubicBezTo>
                      <a:cubicBezTo>
                        <a:pt x="285349" y="71984"/>
                        <a:pt x="300237" y="110458"/>
                        <a:pt x="300237" y="150173"/>
                      </a:cubicBezTo>
                      <a:cubicBezTo>
                        <a:pt x="300237" y="189888"/>
                        <a:pt x="285349" y="228362"/>
                        <a:pt x="256813" y="258149"/>
                      </a:cubicBezTo>
                      <a:cubicBezTo>
                        <a:pt x="228279" y="285453"/>
                        <a:pt x="191059" y="301587"/>
                        <a:pt x="150118" y="301587"/>
                      </a:cubicBezTo>
                      <a:cubicBezTo>
                        <a:pt x="110417" y="301587"/>
                        <a:pt x="71957" y="285453"/>
                        <a:pt x="43423" y="258149"/>
                      </a:cubicBezTo>
                      <a:cubicBezTo>
                        <a:pt x="16128" y="228362"/>
                        <a:pt x="0" y="189888"/>
                        <a:pt x="0" y="150173"/>
                      </a:cubicBezTo>
                      <a:cubicBezTo>
                        <a:pt x="0" y="110458"/>
                        <a:pt x="16128" y="71984"/>
                        <a:pt x="43423" y="44680"/>
                      </a:cubicBezTo>
                      <a:cubicBezTo>
                        <a:pt x="71957" y="16134"/>
                        <a:pt x="110417" y="0"/>
                        <a:pt x="15011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59" name="Freeform 158">
                  <a:extLst>
                    <a:ext uri="{FF2B5EF4-FFF2-40B4-BE49-F238E27FC236}">
                      <a16:creationId xmlns:a16="http://schemas.microsoft.com/office/drawing/2014/main" id="{4CC9D483-EF00-B54F-BB04-7BD6408659D9}"/>
                    </a:ext>
                  </a:extLst>
                </p:cNvPr>
                <p:cNvSpPr/>
                <p:nvPr/>
              </p:nvSpPr>
              <p:spPr>
                <a:xfrm>
                  <a:off x="16129265" y="10306317"/>
                  <a:ext cx="294007" cy="1620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37" h="14">
                      <a:moveTo>
                        <a:pt x="231" y="14"/>
                      </a:moveTo>
                      <a:lnTo>
                        <a:pt x="7" y="14"/>
                      </a:lnTo>
                      <a:cubicBezTo>
                        <a:pt x="3" y="14"/>
                        <a:pt x="0" y="10"/>
                        <a:pt x="0" y="6"/>
                      </a:cubicBezTo>
                      <a:cubicBezTo>
                        <a:pt x="0" y="3"/>
                        <a:pt x="3" y="0"/>
                        <a:pt x="7" y="0"/>
                      </a:cubicBezTo>
                      <a:lnTo>
                        <a:pt x="231" y="0"/>
                      </a:lnTo>
                      <a:cubicBezTo>
                        <a:pt x="235" y="0"/>
                        <a:pt x="237" y="3"/>
                        <a:pt x="237" y="6"/>
                      </a:cubicBezTo>
                      <a:cubicBezTo>
                        <a:pt x="237" y="10"/>
                        <a:pt x="235" y="14"/>
                        <a:pt x="231" y="1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D01DC339-1C8C-B448-B069-DAAF70ED618A}"/>
                  </a:ext>
                </a:extLst>
              </p:cNvPr>
              <p:cNvGrpSpPr/>
              <p:nvPr/>
            </p:nvGrpSpPr>
            <p:grpSpPr>
              <a:xfrm>
                <a:off x="16037079" y="6710945"/>
                <a:ext cx="1300608" cy="2177163"/>
                <a:chOff x="16037079" y="6710945"/>
                <a:chExt cx="1300608" cy="2177163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CEA9633A-28D3-DC48-9029-57737ED94705}"/>
                    </a:ext>
                  </a:extLst>
                </p:cNvPr>
                <p:cNvSpPr/>
                <p:nvPr/>
              </p:nvSpPr>
              <p:spPr>
                <a:xfrm>
                  <a:off x="16045801" y="6719669"/>
                  <a:ext cx="1283165" cy="215971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031" h="1734">
                      <a:moveTo>
                        <a:pt x="941" y="0"/>
                      </a:moveTo>
                      <a:lnTo>
                        <a:pt x="515" y="0"/>
                      </a:lnTo>
                      <a:lnTo>
                        <a:pt x="89" y="0"/>
                      </a:lnTo>
                      <a:cubicBezTo>
                        <a:pt x="65" y="0"/>
                        <a:pt x="42" y="10"/>
                        <a:pt x="26" y="26"/>
                      </a:cubicBezTo>
                      <a:cubicBezTo>
                        <a:pt x="10" y="42"/>
                        <a:pt x="0" y="64"/>
                        <a:pt x="0" y="89"/>
                      </a:cubicBezTo>
                      <a:lnTo>
                        <a:pt x="0" y="867"/>
                      </a:lnTo>
                      <a:lnTo>
                        <a:pt x="0" y="1645"/>
                      </a:lnTo>
                      <a:cubicBezTo>
                        <a:pt x="0" y="1669"/>
                        <a:pt x="10" y="1692"/>
                        <a:pt x="26" y="1708"/>
                      </a:cubicBezTo>
                      <a:cubicBezTo>
                        <a:pt x="42" y="1724"/>
                        <a:pt x="65" y="1734"/>
                        <a:pt x="89" y="1734"/>
                      </a:cubicBezTo>
                      <a:lnTo>
                        <a:pt x="515" y="1734"/>
                      </a:lnTo>
                      <a:lnTo>
                        <a:pt x="941" y="1734"/>
                      </a:lnTo>
                      <a:cubicBezTo>
                        <a:pt x="966" y="1734"/>
                        <a:pt x="988" y="1724"/>
                        <a:pt x="1005" y="1708"/>
                      </a:cubicBezTo>
                      <a:cubicBezTo>
                        <a:pt x="1021" y="1692"/>
                        <a:pt x="1031" y="1669"/>
                        <a:pt x="1031" y="1645"/>
                      </a:cubicBezTo>
                      <a:lnTo>
                        <a:pt x="1031" y="867"/>
                      </a:lnTo>
                      <a:lnTo>
                        <a:pt x="1031" y="89"/>
                      </a:lnTo>
                      <a:cubicBezTo>
                        <a:pt x="1031" y="64"/>
                        <a:pt x="1021" y="42"/>
                        <a:pt x="1005" y="26"/>
                      </a:cubicBezTo>
                      <a:cubicBezTo>
                        <a:pt x="988" y="10"/>
                        <a:pt x="966" y="0"/>
                        <a:pt x="941" y="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06" name="Freeform 305">
                  <a:extLst>
                    <a:ext uri="{FF2B5EF4-FFF2-40B4-BE49-F238E27FC236}">
                      <a16:creationId xmlns:a16="http://schemas.microsoft.com/office/drawing/2014/main" id="{8E2A481A-D5C7-F146-8A91-2440823805F3}"/>
                    </a:ext>
                  </a:extLst>
                </p:cNvPr>
                <p:cNvSpPr/>
                <p:nvPr/>
              </p:nvSpPr>
              <p:spPr>
                <a:xfrm>
                  <a:off x="16037079" y="6710945"/>
                  <a:ext cx="1300608" cy="2177163"/>
                </a:xfrm>
                <a:custGeom>
                  <a:avLst/>
                  <a:gdLst>
                    <a:gd name="connsiteX0" fmla="*/ 119495 w 1300608"/>
                    <a:gd name="connsiteY0" fmla="*/ 17447 h 2177163"/>
                    <a:gd name="connsiteX1" fmla="*/ 47311 w 1300608"/>
                    <a:gd name="connsiteY1" fmla="*/ 47339 h 2177163"/>
                    <a:gd name="connsiteX2" fmla="*/ 17441 w 1300608"/>
                    <a:gd name="connsiteY2" fmla="*/ 119579 h 2177163"/>
                    <a:gd name="connsiteX3" fmla="*/ 17441 w 1300608"/>
                    <a:gd name="connsiteY3" fmla="*/ 2057584 h 2177163"/>
                    <a:gd name="connsiteX4" fmla="*/ 47311 w 1300608"/>
                    <a:gd name="connsiteY4" fmla="*/ 2129823 h 2177163"/>
                    <a:gd name="connsiteX5" fmla="*/ 119495 w 1300608"/>
                    <a:gd name="connsiteY5" fmla="*/ 2159715 h 2177163"/>
                    <a:gd name="connsiteX6" fmla="*/ 1179866 w 1300608"/>
                    <a:gd name="connsiteY6" fmla="*/ 2159715 h 2177163"/>
                    <a:gd name="connsiteX7" fmla="*/ 1253296 w 1300608"/>
                    <a:gd name="connsiteY7" fmla="*/ 2129823 h 2177163"/>
                    <a:gd name="connsiteX8" fmla="*/ 1283164 w 1300608"/>
                    <a:gd name="connsiteY8" fmla="*/ 2057584 h 2177163"/>
                    <a:gd name="connsiteX9" fmla="*/ 1283164 w 1300608"/>
                    <a:gd name="connsiteY9" fmla="*/ 119579 h 2177163"/>
                    <a:gd name="connsiteX10" fmla="*/ 1253296 w 1300608"/>
                    <a:gd name="connsiteY10" fmla="*/ 47339 h 2177163"/>
                    <a:gd name="connsiteX11" fmla="*/ 1179866 w 1300608"/>
                    <a:gd name="connsiteY11" fmla="*/ 17447 h 2177163"/>
                    <a:gd name="connsiteX12" fmla="*/ 119482 w 1300608"/>
                    <a:gd name="connsiteY12" fmla="*/ 0 h 2177163"/>
                    <a:gd name="connsiteX13" fmla="*/ 1179880 w 1300608"/>
                    <a:gd name="connsiteY13" fmla="*/ 0 h 2177163"/>
                    <a:gd name="connsiteX14" fmla="*/ 1265758 w 1300608"/>
                    <a:gd name="connsiteY14" fmla="*/ 34875 h 2177163"/>
                    <a:gd name="connsiteX15" fmla="*/ 1300608 w 1300608"/>
                    <a:gd name="connsiteY15" fmla="*/ 119570 h 2177163"/>
                    <a:gd name="connsiteX16" fmla="*/ 1300608 w 1300608"/>
                    <a:gd name="connsiteY16" fmla="*/ 2057593 h 2177163"/>
                    <a:gd name="connsiteX17" fmla="*/ 1265758 w 1300608"/>
                    <a:gd name="connsiteY17" fmla="*/ 2142289 h 2177163"/>
                    <a:gd name="connsiteX18" fmla="*/ 1179880 w 1300608"/>
                    <a:gd name="connsiteY18" fmla="*/ 2177163 h 2177163"/>
                    <a:gd name="connsiteX19" fmla="*/ 119482 w 1300608"/>
                    <a:gd name="connsiteY19" fmla="*/ 2177163 h 2177163"/>
                    <a:gd name="connsiteX20" fmla="*/ 34849 w 1300608"/>
                    <a:gd name="connsiteY20" fmla="*/ 2142289 h 2177163"/>
                    <a:gd name="connsiteX21" fmla="*/ 0 w 1300608"/>
                    <a:gd name="connsiteY21" fmla="*/ 2057593 h 2177163"/>
                    <a:gd name="connsiteX22" fmla="*/ 0 w 1300608"/>
                    <a:gd name="connsiteY22" fmla="*/ 119570 h 2177163"/>
                    <a:gd name="connsiteX23" fmla="*/ 34849 w 1300608"/>
                    <a:gd name="connsiteY23" fmla="*/ 34875 h 2177163"/>
                    <a:gd name="connsiteX24" fmla="*/ 119482 w 1300608"/>
                    <a:gd name="connsiteY24" fmla="*/ 0 h 21771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300608" h="2177163">
                      <a:moveTo>
                        <a:pt x="119495" y="17447"/>
                      </a:moveTo>
                      <a:cubicBezTo>
                        <a:pt x="92115" y="17447"/>
                        <a:pt x="65979" y="27411"/>
                        <a:pt x="47311" y="47339"/>
                      </a:cubicBezTo>
                      <a:cubicBezTo>
                        <a:pt x="27398" y="67267"/>
                        <a:pt x="17441" y="93423"/>
                        <a:pt x="17441" y="119579"/>
                      </a:cubicBezTo>
                      <a:lnTo>
                        <a:pt x="17441" y="2057584"/>
                      </a:lnTo>
                      <a:cubicBezTo>
                        <a:pt x="17441" y="2084985"/>
                        <a:pt x="27398" y="2111140"/>
                        <a:pt x="47311" y="2129823"/>
                      </a:cubicBezTo>
                      <a:cubicBezTo>
                        <a:pt x="65979" y="2149751"/>
                        <a:pt x="92115" y="2159715"/>
                        <a:pt x="119495" y="2159715"/>
                      </a:cubicBezTo>
                      <a:lnTo>
                        <a:pt x="1179866" y="2159715"/>
                      </a:lnTo>
                      <a:cubicBezTo>
                        <a:pt x="1207246" y="2159715"/>
                        <a:pt x="1233382" y="2149751"/>
                        <a:pt x="1253296" y="2129823"/>
                      </a:cubicBezTo>
                      <a:cubicBezTo>
                        <a:pt x="1271964" y="2111140"/>
                        <a:pt x="1283164" y="2084985"/>
                        <a:pt x="1283164" y="2057584"/>
                      </a:cubicBezTo>
                      <a:lnTo>
                        <a:pt x="1283164" y="119579"/>
                      </a:lnTo>
                      <a:cubicBezTo>
                        <a:pt x="1283164" y="93423"/>
                        <a:pt x="1271964" y="67267"/>
                        <a:pt x="1253296" y="47339"/>
                      </a:cubicBezTo>
                      <a:cubicBezTo>
                        <a:pt x="1233382" y="27411"/>
                        <a:pt x="1207246" y="17447"/>
                        <a:pt x="1179866" y="17447"/>
                      </a:cubicBezTo>
                      <a:close/>
                      <a:moveTo>
                        <a:pt x="119482" y="0"/>
                      </a:moveTo>
                      <a:lnTo>
                        <a:pt x="1179880" y="0"/>
                      </a:lnTo>
                      <a:cubicBezTo>
                        <a:pt x="1212240" y="0"/>
                        <a:pt x="1242110" y="12455"/>
                        <a:pt x="1265758" y="34875"/>
                      </a:cubicBezTo>
                      <a:cubicBezTo>
                        <a:pt x="1286916" y="57294"/>
                        <a:pt x="1300608" y="88432"/>
                        <a:pt x="1300608" y="119570"/>
                      </a:cubicBezTo>
                      <a:lnTo>
                        <a:pt x="1300608" y="2057593"/>
                      </a:lnTo>
                      <a:cubicBezTo>
                        <a:pt x="1300608" y="2088731"/>
                        <a:pt x="1286916" y="2119869"/>
                        <a:pt x="1265758" y="2142289"/>
                      </a:cubicBezTo>
                      <a:cubicBezTo>
                        <a:pt x="1242110" y="2164708"/>
                        <a:pt x="1212240" y="2177163"/>
                        <a:pt x="1179880" y="2177163"/>
                      </a:cubicBezTo>
                      <a:lnTo>
                        <a:pt x="119482" y="2177163"/>
                      </a:lnTo>
                      <a:cubicBezTo>
                        <a:pt x="87122" y="2177163"/>
                        <a:pt x="57252" y="2164708"/>
                        <a:pt x="34849" y="2142289"/>
                      </a:cubicBezTo>
                      <a:cubicBezTo>
                        <a:pt x="12446" y="2119869"/>
                        <a:pt x="0" y="2088731"/>
                        <a:pt x="0" y="2057593"/>
                      </a:cubicBezTo>
                      <a:lnTo>
                        <a:pt x="0" y="119570"/>
                      </a:lnTo>
                      <a:cubicBezTo>
                        <a:pt x="0" y="88432"/>
                        <a:pt x="12446" y="57294"/>
                        <a:pt x="34849" y="34875"/>
                      </a:cubicBezTo>
                      <a:cubicBezTo>
                        <a:pt x="57252" y="12455"/>
                        <a:pt x="87122" y="0"/>
                        <a:pt x="11948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07" name="Freeform 306">
                  <a:extLst>
                    <a:ext uri="{FF2B5EF4-FFF2-40B4-BE49-F238E27FC236}">
                      <a16:creationId xmlns:a16="http://schemas.microsoft.com/office/drawing/2014/main" id="{92EE88B8-325F-D445-8044-75D856C081DD}"/>
                    </a:ext>
                  </a:extLst>
                </p:cNvPr>
                <p:cNvSpPr/>
                <p:nvPr/>
              </p:nvSpPr>
              <p:spPr>
                <a:xfrm>
                  <a:off x="16222703" y="6934020"/>
                  <a:ext cx="928115" cy="306572"/>
                </a:xfrm>
                <a:custGeom>
                  <a:avLst/>
                  <a:gdLst>
                    <a:gd name="connsiteX0" fmla="*/ 88352 w 928115"/>
                    <a:gd name="connsiteY0" fmla="*/ 17447 h 306572"/>
                    <a:gd name="connsiteX1" fmla="*/ 38590 w 928115"/>
                    <a:gd name="connsiteY1" fmla="*/ 38536 h 306572"/>
                    <a:gd name="connsiteX2" fmla="*/ 17441 w 928115"/>
                    <a:gd name="connsiteY2" fmla="*/ 86917 h 306572"/>
                    <a:gd name="connsiteX3" fmla="*/ 17441 w 928115"/>
                    <a:gd name="connsiteY3" fmla="*/ 218415 h 306572"/>
                    <a:gd name="connsiteX4" fmla="*/ 38590 w 928115"/>
                    <a:gd name="connsiteY4" fmla="*/ 269277 h 306572"/>
                    <a:gd name="connsiteX5" fmla="*/ 88352 w 928115"/>
                    <a:gd name="connsiteY5" fmla="*/ 289125 h 306572"/>
                    <a:gd name="connsiteX6" fmla="*/ 841007 w 928115"/>
                    <a:gd name="connsiteY6" fmla="*/ 289125 h 306572"/>
                    <a:gd name="connsiteX7" fmla="*/ 890769 w 928115"/>
                    <a:gd name="connsiteY7" fmla="*/ 269277 h 306572"/>
                    <a:gd name="connsiteX8" fmla="*/ 910673 w 928115"/>
                    <a:gd name="connsiteY8" fmla="*/ 218415 h 306572"/>
                    <a:gd name="connsiteX9" fmla="*/ 910673 w 928115"/>
                    <a:gd name="connsiteY9" fmla="*/ 86917 h 306572"/>
                    <a:gd name="connsiteX10" fmla="*/ 890769 w 928115"/>
                    <a:gd name="connsiteY10" fmla="*/ 38536 h 306572"/>
                    <a:gd name="connsiteX11" fmla="*/ 841007 w 928115"/>
                    <a:gd name="connsiteY11" fmla="*/ 17447 h 306572"/>
                    <a:gd name="connsiteX12" fmla="*/ 88333 w 928115"/>
                    <a:gd name="connsiteY12" fmla="*/ 0 h 306572"/>
                    <a:gd name="connsiteX13" fmla="*/ 841027 w 928115"/>
                    <a:gd name="connsiteY13" fmla="*/ 0 h 306572"/>
                    <a:gd name="connsiteX14" fmla="*/ 903233 w 928115"/>
                    <a:gd name="connsiteY14" fmla="*/ 26065 h 306572"/>
                    <a:gd name="connsiteX15" fmla="*/ 928115 w 928115"/>
                    <a:gd name="connsiteY15" fmla="*/ 86883 h 306572"/>
                    <a:gd name="connsiteX16" fmla="*/ 928115 w 928115"/>
                    <a:gd name="connsiteY16" fmla="*/ 218448 h 306572"/>
                    <a:gd name="connsiteX17" fmla="*/ 903233 w 928115"/>
                    <a:gd name="connsiteY17" fmla="*/ 280507 h 306572"/>
                    <a:gd name="connsiteX18" fmla="*/ 841027 w 928115"/>
                    <a:gd name="connsiteY18" fmla="*/ 306572 h 306572"/>
                    <a:gd name="connsiteX19" fmla="*/ 88333 w 928115"/>
                    <a:gd name="connsiteY19" fmla="*/ 306572 h 306572"/>
                    <a:gd name="connsiteX20" fmla="*/ 26127 w 928115"/>
                    <a:gd name="connsiteY20" fmla="*/ 280507 h 306572"/>
                    <a:gd name="connsiteX21" fmla="*/ 0 w 928115"/>
                    <a:gd name="connsiteY21" fmla="*/ 218448 h 306572"/>
                    <a:gd name="connsiteX22" fmla="*/ 0 w 928115"/>
                    <a:gd name="connsiteY22" fmla="*/ 86883 h 306572"/>
                    <a:gd name="connsiteX23" fmla="*/ 26127 w 928115"/>
                    <a:gd name="connsiteY23" fmla="*/ 26065 h 306572"/>
                    <a:gd name="connsiteX24" fmla="*/ 88333 w 928115"/>
                    <a:gd name="connsiteY24" fmla="*/ 0 h 30657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928115" h="306572">
                      <a:moveTo>
                        <a:pt x="88352" y="17447"/>
                      </a:moveTo>
                      <a:cubicBezTo>
                        <a:pt x="68447" y="17447"/>
                        <a:pt x="51031" y="24890"/>
                        <a:pt x="38590" y="38536"/>
                      </a:cubicBezTo>
                      <a:cubicBezTo>
                        <a:pt x="24905" y="50942"/>
                        <a:pt x="17441" y="68309"/>
                        <a:pt x="17441" y="86917"/>
                      </a:cubicBezTo>
                      <a:lnTo>
                        <a:pt x="17441" y="218415"/>
                      </a:lnTo>
                      <a:cubicBezTo>
                        <a:pt x="17441" y="238263"/>
                        <a:pt x="24905" y="255631"/>
                        <a:pt x="38590" y="269277"/>
                      </a:cubicBezTo>
                      <a:cubicBezTo>
                        <a:pt x="51031" y="281682"/>
                        <a:pt x="68447" y="289125"/>
                        <a:pt x="88352" y="289125"/>
                      </a:cubicBezTo>
                      <a:lnTo>
                        <a:pt x="841007" y="289125"/>
                      </a:lnTo>
                      <a:cubicBezTo>
                        <a:pt x="859667" y="289125"/>
                        <a:pt x="877085" y="281682"/>
                        <a:pt x="890769" y="269277"/>
                      </a:cubicBezTo>
                      <a:cubicBezTo>
                        <a:pt x="903209" y="255631"/>
                        <a:pt x="910673" y="238263"/>
                        <a:pt x="910673" y="218415"/>
                      </a:cubicBezTo>
                      <a:lnTo>
                        <a:pt x="910673" y="86917"/>
                      </a:lnTo>
                      <a:cubicBezTo>
                        <a:pt x="910673" y="68309"/>
                        <a:pt x="903209" y="50942"/>
                        <a:pt x="890769" y="38536"/>
                      </a:cubicBezTo>
                      <a:cubicBezTo>
                        <a:pt x="877085" y="24890"/>
                        <a:pt x="859667" y="17447"/>
                        <a:pt x="841007" y="17447"/>
                      </a:cubicBezTo>
                      <a:close/>
                      <a:moveTo>
                        <a:pt x="88333" y="0"/>
                      </a:moveTo>
                      <a:lnTo>
                        <a:pt x="841027" y="0"/>
                      </a:lnTo>
                      <a:cubicBezTo>
                        <a:pt x="864665" y="0"/>
                        <a:pt x="885815" y="8689"/>
                        <a:pt x="903233" y="26065"/>
                      </a:cubicBezTo>
                      <a:cubicBezTo>
                        <a:pt x="919407" y="42200"/>
                        <a:pt x="928115" y="64542"/>
                        <a:pt x="928115" y="86883"/>
                      </a:cubicBezTo>
                      <a:lnTo>
                        <a:pt x="928115" y="218448"/>
                      </a:lnTo>
                      <a:cubicBezTo>
                        <a:pt x="928115" y="242031"/>
                        <a:pt x="919407" y="264372"/>
                        <a:pt x="903233" y="280507"/>
                      </a:cubicBezTo>
                      <a:cubicBezTo>
                        <a:pt x="885815" y="296643"/>
                        <a:pt x="864665" y="306572"/>
                        <a:pt x="841027" y="306572"/>
                      </a:cubicBezTo>
                      <a:lnTo>
                        <a:pt x="88333" y="306572"/>
                      </a:lnTo>
                      <a:cubicBezTo>
                        <a:pt x="64694" y="306572"/>
                        <a:pt x="42300" y="296643"/>
                        <a:pt x="26127" y="280507"/>
                      </a:cubicBezTo>
                      <a:cubicBezTo>
                        <a:pt x="9953" y="264372"/>
                        <a:pt x="0" y="242031"/>
                        <a:pt x="0" y="218448"/>
                      </a:cubicBezTo>
                      <a:lnTo>
                        <a:pt x="0" y="86883"/>
                      </a:lnTo>
                      <a:cubicBezTo>
                        <a:pt x="0" y="64542"/>
                        <a:pt x="9953" y="42200"/>
                        <a:pt x="26127" y="26065"/>
                      </a:cubicBezTo>
                      <a:cubicBezTo>
                        <a:pt x="42300" y="8689"/>
                        <a:pt x="64694" y="0"/>
                        <a:pt x="8833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65" name="Freeform 164">
                  <a:extLst>
                    <a:ext uri="{FF2B5EF4-FFF2-40B4-BE49-F238E27FC236}">
                      <a16:creationId xmlns:a16="http://schemas.microsoft.com/office/drawing/2014/main" id="{6C28BBBD-5F6A-0A45-BBE6-CBEF973651C4}"/>
                    </a:ext>
                  </a:extLst>
                </p:cNvPr>
                <p:cNvSpPr/>
                <p:nvPr/>
              </p:nvSpPr>
              <p:spPr>
                <a:xfrm>
                  <a:off x="16222703" y="7463667"/>
                  <a:ext cx="928115" cy="1495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46" h="13">
                      <a:moveTo>
                        <a:pt x="739" y="13"/>
                      </a:moveTo>
                      <a:lnTo>
                        <a:pt x="7" y="13"/>
                      </a:lnTo>
                      <a:cubicBezTo>
                        <a:pt x="3" y="13"/>
                        <a:pt x="0" y="10"/>
                        <a:pt x="0" y="6"/>
                      </a:cubicBezTo>
                      <a:cubicBezTo>
                        <a:pt x="0" y="3"/>
                        <a:pt x="3" y="0"/>
                        <a:pt x="7" y="0"/>
                      </a:cubicBezTo>
                      <a:lnTo>
                        <a:pt x="739" y="0"/>
                      </a:lnTo>
                      <a:cubicBezTo>
                        <a:pt x="743" y="0"/>
                        <a:pt x="746" y="3"/>
                        <a:pt x="746" y="6"/>
                      </a:cubicBezTo>
                      <a:cubicBezTo>
                        <a:pt x="746" y="10"/>
                        <a:pt x="743" y="13"/>
                        <a:pt x="739" y="1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66" name="Freeform 165">
                  <a:extLst>
                    <a:ext uri="{FF2B5EF4-FFF2-40B4-BE49-F238E27FC236}">
                      <a16:creationId xmlns:a16="http://schemas.microsoft.com/office/drawing/2014/main" id="{1D573F85-F871-4F42-B918-207A03D1F79B}"/>
                    </a:ext>
                  </a:extLst>
                </p:cNvPr>
                <p:cNvSpPr/>
                <p:nvPr/>
              </p:nvSpPr>
              <p:spPr>
                <a:xfrm>
                  <a:off x="16222703" y="7699205"/>
                  <a:ext cx="928115" cy="1620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46" h="14">
                      <a:moveTo>
                        <a:pt x="739" y="14"/>
                      </a:moveTo>
                      <a:lnTo>
                        <a:pt x="7" y="14"/>
                      </a:lnTo>
                      <a:cubicBezTo>
                        <a:pt x="3" y="14"/>
                        <a:pt x="0" y="11"/>
                        <a:pt x="0" y="7"/>
                      </a:cubicBezTo>
                      <a:cubicBezTo>
                        <a:pt x="0" y="3"/>
                        <a:pt x="3" y="0"/>
                        <a:pt x="7" y="0"/>
                      </a:cubicBezTo>
                      <a:lnTo>
                        <a:pt x="739" y="0"/>
                      </a:lnTo>
                      <a:cubicBezTo>
                        <a:pt x="743" y="0"/>
                        <a:pt x="746" y="3"/>
                        <a:pt x="746" y="7"/>
                      </a:cubicBezTo>
                      <a:cubicBezTo>
                        <a:pt x="746" y="11"/>
                        <a:pt x="743" y="14"/>
                        <a:pt x="739" y="1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67" name="Freeform 166">
                  <a:extLst>
                    <a:ext uri="{FF2B5EF4-FFF2-40B4-BE49-F238E27FC236}">
                      <a16:creationId xmlns:a16="http://schemas.microsoft.com/office/drawing/2014/main" id="{22710192-6D11-8B4C-9617-351FB7856137}"/>
                    </a:ext>
                  </a:extLst>
                </p:cNvPr>
                <p:cNvSpPr/>
                <p:nvPr/>
              </p:nvSpPr>
              <p:spPr>
                <a:xfrm>
                  <a:off x="16222703" y="7934742"/>
                  <a:ext cx="928115" cy="1620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46" h="14">
                      <a:moveTo>
                        <a:pt x="739" y="14"/>
                      </a:moveTo>
                      <a:lnTo>
                        <a:pt x="7" y="14"/>
                      </a:lnTo>
                      <a:cubicBezTo>
                        <a:pt x="3" y="14"/>
                        <a:pt x="0" y="11"/>
                        <a:pt x="0" y="7"/>
                      </a:cubicBezTo>
                      <a:cubicBezTo>
                        <a:pt x="0" y="3"/>
                        <a:pt x="3" y="0"/>
                        <a:pt x="7" y="0"/>
                      </a:cubicBezTo>
                      <a:lnTo>
                        <a:pt x="739" y="0"/>
                      </a:lnTo>
                      <a:cubicBezTo>
                        <a:pt x="743" y="0"/>
                        <a:pt x="746" y="3"/>
                        <a:pt x="746" y="7"/>
                      </a:cubicBezTo>
                      <a:cubicBezTo>
                        <a:pt x="746" y="11"/>
                        <a:pt x="743" y="14"/>
                        <a:pt x="739" y="1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68" name="Freeform 167">
                  <a:extLst>
                    <a:ext uri="{FF2B5EF4-FFF2-40B4-BE49-F238E27FC236}">
                      <a16:creationId xmlns:a16="http://schemas.microsoft.com/office/drawing/2014/main" id="{CA6AB4A7-06BC-F54D-9315-7B3498F7FC23}"/>
                    </a:ext>
                  </a:extLst>
                </p:cNvPr>
                <p:cNvSpPr/>
                <p:nvPr/>
              </p:nvSpPr>
              <p:spPr>
                <a:xfrm>
                  <a:off x="16222703" y="8170279"/>
                  <a:ext cx="928115" cy="1620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46" h="14">
                      <a:moveTo>
                        <a:pt x="739" y="14"/>
                      </a:moveTo>
                      <a:lnTo>
                        <a:pt x="7" y="14"/>
                      </a:lnTo>
                      <a:cubicBezTo>
                        <a:pt x="3" y="14"/>
                        <a:pt x="0" y="11"/>
                        <a:pt x="0" y="7"/>
                      </a:cubicBezTo>
                      <a:cubicBezTo>
                        <a:pt x="0" y="3"/>
                        <a:pt x="3" y="0"/>
                        <a:pt x="7" y="0"/>
                      </a:cubicBezTo>
                      <a:lnTo>
                        <a:pt x="739" y="0"/>
                      </a:lnTo>
                      <a:cubicBezTo>
                        <a:pt x="743" y="0"/>
                        <a:pt x="746" y="3"/>
                        <a:pt x="746" y="7"/>
                      </a:cubicBezTo>
                      <a:cubicBezTo>
                        <a:pt x="746" y="11"/>
                        <a:pt x="743" y="14"/>
                        <a:pt x="739" y="1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08" name="Freeform 307">
                  <a:extLst>
                    <a:ext uri="{FF2B5EF4-FFF2-40B4-BE49-F238E27FC236}">
                      <a16:creationId xmlns:a16="http://schemas.microsoft.com/office/drawing/2014/main" id="{4BCAE53D-D02C-0E4D-A7E8-715FF808A678}"/>
                    </a:ext>
                  </a:extLst>
                </p:cNvPr>
                <p:cNvSpPr/>
                <p:nvPr/>
              </p:nvSpPr>
              <p:spPr>
                <a:xfrm>
                  <a:off x="16222703" y="8400828"/>
                  <a:ext cx="189360" cy="188181"/>
                </a:xfrm>
                <a:custGeom>
                  <a:avLst/>
                  <a:gdLst>
                    <a:gd name="connsiteX0" fmla="*/ 94062 w 189360"/>
                    <a:gd name="connsiteY0" fmla="*/ 17451 h 188181"/>
                    <a:gd name="connsiteX1" fmla="*/ 17441 w 189360"/>
                    <a:gd name="connsiteY1" fmla="*/ 94099 h 188181"/>
                    <a:gd name="connsiteX2" fmla="*/ 94062 w 189360"/>
                    <a:gd name="connsiteY2" fmla="*/ 171983 h 188181"/>
                    <a:gd name="connsiteX3" fmla="*/ 171919 w 189360"/>
                    <a:gd name="connsiteY3" fmla="*/ 94099 h 188181"/>
                    <a:gd name="connsiteX4" fmla="*/ 94062 w 189360"/>
                    <a:gd name="connsiteY4" fmla="*/ 17451 h 188181"/>
                    <a:gd name="connsiteX5" fmla="*/ 94061 w 189360"/>
                    <a:gd name="connsiteY5" fmla="*/ 0 h 188181"/>
                    <a:gd name="connsiteX6" fmla="*/ 189360 w 189360"/>
                    <a:gd name="connsiteY6" fmla="*/ 94090 h 188181"/>
                    <a:gd name="connsiteX7" fmla="*/ 94061 w 189360"/>
                    <a:gd name="connsiteY7" fmla="*/ 188181 h 188181"/>
                    <a:gd name="connsiteX8" fmla="*/ 0 w 189360"/>
                    <a:gd name="connsiteY8" fmla="*/ 94090 h 188181"/>
                    <a:gd name="connsiteX9" fmla="*/ 94061 w 189360"/>
                    <a:gd name="connsiteY9" fmla="*/ 0 h 188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360" h="188181">
                      <a:moveTo>
                        <a:pt x="94062" y="17451"/>
                      </a:moveTo>
                      <a:cubicBezTo>
                        <a:pt x="52044" y="17451"/>
                        <a:pt x="17441" y="52066"/>
                        <a:pt x="17441" y="94099"/>
                      </a:cubicBezTo>
                      <a:cubicBezTo>
                        <a:pt x="17441" y="136132"/>
                        <a:pt x="52044" y="171983"/>
                        <a:pt x="94062" y="171983"/>
                      </a:cubicBezTo>
                      <a:cubicBezTo>
                        <a:pt x="137316" y="171983"/>
                        <a:pt x="171919" y="136132"/>
                        <a:pt x="171919" y="94099"/>
                      </a:cubicBezTo>
                      <a:cubicBezTo>
                        <a:pt x="171919" y="52066"/>
                        <a:pt x="137316" y="17451"/>
                        <a:pt x="94062" y="17451"/>
                      </a:cubicBezTo>
                      <a:close/>
                      <a:moveTo>
                        <a:pt x="94061" y="0"/>
                      </a:moveTo>
                      <a:cubicBezTo>
                        <a:pt x="146042" y="0"/>
                        <a:pt x="189360" y="42093"/>
                        <a:pt x="189360" y="94090"/>
                      </a:cubicBezTo>
                      <a:cubicBezTo>
                        <a:pt x="189360" y="146088"/>
                        <a:pt x="146042" y="188181"/>
                        <a:pt x="94061" y="188181"/>
                      </a:cubicBezTo>
                      <a:cubicBezTo>
                        <a:pt x="43318" y="188181"/>
                        <a:pt x="0" y="146088"/>
                        <a:pt x="0" y="94090"/>
                      </a:cubicBezTo>
                      <a:cubicBezTo>
                        <a:pt x="0" y="42093"/>
                        <a:pt x="43318" y="0"/>
                        <a:pt x="9406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5AD7BE62-D77C-FB48-AFBA-1954AE56058B}"/>
                    </a:ext>
                  </a:extLst>
                </p:cNvPr>
                <p:cNvSpPr/>
                <p:nvPr/>
              </p:nvSpPr>
              <p:spPr>
                <a:xfrm>
                  <a:off x="16601424" y="8409556"/>
                  <a:ext cx="171919" cy="170733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39" h="138">
                      <a:moveTo>
                        <a:pt x="139" y="69"/>
                      </a:moveTo>
                      <a:cubicBezTo>
                        <a:pt x="139" y="107"/>
                        <a:pt x="107" y="138"/>
                        <a:pt x="69" y="138"/>
                      </a:cubicBezTo>
                      <a:cubicBezTo>
                        <a:pt x="31" y="138"/>
                        <a:pt x="0" y="107"/>
                        <a:pt x="0" y="69"/>
                      </a:cubicBezTo>
                      <a:cubicBezTo>
                        <a:pt x="0" y="31"/>
                        <a:pt x="31" y="0"/>
                        <a:pt x="69" y="0"/>
                      </a:cubicBezTo>
                      <a:cubicBezTo>
                        <a:pt x="107" y="0"/>
                        <a:pt x="139" y="31"/>
                        <a:pt x="139" y="6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09" name="Freeform 308">
                  <a:extLst>
                    <a:ext uri="{FF2B5EF4-FFF2-40B4-BE49-F238E27FC236}">
                      <a16:creationId xmlns:a16="http://schemas.microsoft.com/office/drawing/2014/main" id="{8D1312AE-75E8-9346-8F59-AD0C8241BC87}"/>
                    </a:ext>
                  </a:extLst>
                </p:cNvPr>
                <p:cNvSpPr/>
                <p:nvPr/>
              </p:nvSpPr>
              <p:spPr>
                <a:xfrm>
                  <a:off x="16592703" y="8400828"/>
                  <a:ext cx="188115" cy="188181"/>
                </a:xfrm>
                <a:custGeom>
                  <a:avLst/>
                  <a:gdLst>
                    <a:gd name="connsiteX0" fmla="*/ 94063 w 188115"/>
                    <a:gd name="connsiteY0" fmla="*/ 17451 h 188181"/>
                    <a:gd name="connsiteX1" fmla="*/ 17442 w 188115"/>
                    <a:gd name="connsiteY1" fmla="*/ 94099 h 188181"/>
                    <a:gd name="connsiteX2" fmla="*/ 94063 w 188115"/>
                    <a:gd name="connsiteY2" fmla="*/ 171983 h 188181"/>
                    <a:gd name="connsiteX3" fmla="*/ 171920 w 188115"/>
                    <a:gd name="connsiteY3" fmla="*/ 94099 h 188181"/>
                    <a:gd name="connsiteX4" fmla="*/ 94063 w 188115"/>
                    <a:gd name="connsiteY4" fmla="*/ 17451 h 188181"/>
                    <a:gd name="connsiteX5" fmla="*/ 94057 w 188115"/>
                    <a:gd name="connsiteY5" fmla="*/ 0 h 188181"/>
                    <a:gd name="connsiteX6" fmla="*/ 188115 w 188115"/>
                    <a:gd name="connsiteY6" fmla="*/ 94090 h 188181"/>
                    <a:gd name="connsiteX7" fmla="*/ 94057 w 188115"/>
                    <a:gd name="connsiteY7" fmla="*/ 188181 h 188181"/>
                    <a:gd name="connsiteX8" fmla="*/ 0 w 188115"/>
                    <a:gd name="connsiteY8" fmla="*/ 94090 h 188181"/>
                    <a:gd name="connsiteX9" fmla="*/ 94057 w 188115"/>
                    <a:gd name="connsiteY9" fmla="*/ 0 h 188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8115" h="188181">
                      <a:moveTo>
                        <a:pt x="94063" y="17451"/>
                      </a:moveTo>
                      <a:cubicBezTo>
                        <a:pt x="52045" y="17451"/>
                        <a:pt x="17442" y="52066"/>
                        <a:pt x="17442" y="94099"/>
                      </a:cubicBezTo>
                      <a:cubicBezTo>
                        <a:pt x="17442" y="136132"/>
                        <a:pt x="52045" y="171983"/>
                        <a:pt x="94063" y="171983"/>
                      </a:cubicBezTo>
                      <a:cubicBezTo>
                        <a:pt x="137317" y="171983"/>
                        <a:pt x="171920" y="136132"/>
                        <a:pt x="171920" y="94099"/>
                      </a:cubicBezTo>
                      <a:cubicBezTo>
                        <a:pt x="171920" y="52066"/>
                        <a:pt x="137317" y="17451"/>
                        <a:pt x="94063" y="17451"/>
                      </a:cubicBezTo>
                      <a:close/>
                      <a:moveTo>
                        <a:pt x="94057" y="0"/>
                      </a:moveTo>
                      <a:cubicBezTo>
                        <a:pt x="146037" y="0"/>
                        <a:pt x="188115" y="42093"/>
                        <a:pt x="188115" y="94090"/>
                      </a:cubicBezTo>
                      <a:cubicBezTo>
                        <a:pt x="188115" y="146088"/>
                        <a:pt x="146037" y="188181"/>
                        <a:pt x="94057" y="188181"/>
                      </a:cubicBezTo>
                      <a:cubicBezTo>
                        <a:pt x="42078" y="188181"/>
                        <a:pt x="0" y="146088"/>
                        <a:pt x="0" y="94090"/>
                      </a:cubicBezTo>
                      <a:cubicBezTo>
                        <a:pt x="0" y="42093"/>
                        <a:pt x="42078" y="0"/>
                        <a:pt x="9405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10" name="Freeform 309">
                  <a:extLst>
                    <a:ext uri="{FF2B5EF4-FFF2-40B4-BE49-F238E27FC236}">
                      <a16:creationId xmlns:a16="http://schemas.microsoft.com/office/drawing/2014/main" id="{EFB4C810-C750-474E-8620-FDC85497C17A}"/>
                    </a:ext>
                  </a:extLst>
                </p:cNvPr>
                <p:cNvSpPr/>
                <p:nvPr/>
              </p:nvSpPr>
              <p:spPr>
                <a:xfrm>
                  <a:off x="16961458" y="8400828"/>
                  <a:ext cx="189360" cy="188181"/>
                </a:xfrm>
                <a:custGeom>
                  <a:avLst/>
                  <a:gdLst>
                    <a:gd name="connsiteX0" fmla="*/ 95298 w 189360"/>
                    <a:gd name="connsiteY0" fmla="*/ 17451 h 188181"/>
                    <a:gd name="connsiteX1" fmla="*/ 18682 w 189360"/>
                    <a:gd name="connsiteY1" fmla="*/ 94099 h 188181"/>
                    <a:gd name="connsiteX2" fmla="*/ 95298 w 189360"/>
                    <a:gd name="connsiteY2" fmla="*/ 171983 h 188181"/>
                    <a:gd name="connsiteX3" fmla="*/ 171914 w 189360"/>
                    <a:gd name="connsiteY3" fmla="*/ 94099 h 188181"/>
                    <a:gd name="connsiteX4" fmla="*/ 95298 w 189360"/>
                    <a:gd name="connsiteY4" fmla="*/ 17451 h 188181"/>
                    <a:gd name="connsiteX5" fmla="*/ 95298 w 189360"/>
                    <a:gd name="connsiteY5" fmla="*/ 0 h 188181"/>
                    <a:gd name="connsiteX6" fmla="*/ 189360 w 189360"/>
                    <a:gd name="connsiteY6" fmla="*/ 94090 h 188181"/>
                    <a:gd name="connsiteX7" fmla="*/ 95298 w 189360"/>
                    <a:gd name="connsiteY7" fmla="*/ 188181 h 188181"/>
                    <a:gd name="connsiteX8" fmla="*/ 0 w 189360"/>
                    <a:gd name="connsiteY8" fmla="*/ 94090 h 188181"/>
                    <a:gd name="connsiteX9" fmla="*/ 95298 w 189360"/>
                    <a:gd name="connsiteY9" fmla="*/ 0 h 18818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89360" h="188181">
                      <a:moveTo>
                        <a:pt x="95298" y="17451"/>
                      </a:moveTo>
                      <a:cubicBezTo>
                        <a:pt x="53284" y="17451"/>
                        <a:pt x="18682" y="52066"/>
                        <a:pt x="18682" y="94099"/>
                      </a:cubicBezTo>
                      <a:cubicBezTo>
                        <a:pt x="18682" y="136132"/>
                        <a:pt x="53284" y="171983"/>
                        <a:pt x="95298" y="171983"/>
                      </a:cubicBezTo>
                      <a:cubicBezTo>
                        <a:pt x="137314" y="171983"/>
                        <a:pt x="171914" y="136132"/>
                        <a:pt x="171914" y="94099"/>
                      </a:cubicBezTo>
                      <a:cubicBezTo>
                        <a:pt x="171914" y="52066"/>
                        <a:pt x="137314" y="17451"/>
                        <a:pt x="95298" y="17451"/>
                      </a:cubicBezTo>
                      <a:close/>
                      <a:moveTo>
                        <a:pt x="95298" y="0"/>
                      </a:moveTo>
                      <a:cubicBezTo>
                        <a:pt x="147280" y="0"/>
                        <a:pt x="189360" y="42093"/>
                        <a:pt x="189360" y="94090"/>
                      </a:cubicBezTo>
                      <a:cubicBezTo>
                        <a:pt x="189360" y="146088"/>
                        <a:pt x="147280" y="188181"/>
                        <a:pt x="95298" y="188181"/>
                      </a:cubicBezTo>
                      <a:cubicBezTo>
                        <a:pt x="43318" y="188181"/>
                        <a:pt x="0" y="146088"/>
                        <a:pt x="0" y="94090"/>
                      </a:cubicBezTo>
                      <a:cubicBezTo>
                        <a:pt x="0" y="42093"/>
                        <a:pt x="43318" y="0"/>
                        <a:pt x="9529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414CB63-724F-9F49-B475-064EACB30BF9}"/>
                  </a:ext>
                </a:extLst>
              </p:cNvPr>
              <p:cNvGrpSpPr/>
              <p:nvPr/>
            </p:nvGrpSpPr>
            <p:grpSpPr>
              <a:xfrm>
                <a:off x="10376203" y="6710945"/>
                <a:ext cx="2557610" cy="1764661"/>
                <a:chOff x="10376203" y="6710945"/>
                <a:chExt cx="2557610" cy="1764661"/>
              </a:xfrm>
            </p:grpSpPr>
            <p:sp>
              <p:nvSpPr>
                <p:cNvPr id="176" name="Freeform 175">
                  <a:extLst>
                    <a:ext uri="{FF2B5EF4-FFF2-40B4-BE49-F238E27FC236}">
                      <a16:creationId xmlns:a16="http://schemas.microsoft.com/office/drawing/2014/main" id="{EB24D7CA-3CC9-7541-8389-EE4B85340B35}"/>
                    </a:ext>
                  </a:extLst>
                </p:cNvPr>
                <p:cNvSpPr/>
                <p:nvPr/>
              </p:nvSpPr>
              <p:spPr>
                <a:xfrm>
                  <a:off x="10384923" y="6719669"/>
                  <a:ext cx="2540166" cy="174721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040" h="1403">
                      <a:moveTo>
                        <a:pt x="1962" y="1403"/>
                      </a:moveTo>
                      <a:lnTo>
                        <a:pt x="77" y="1403"/>
                      </a:lnTo>
                      <a:cubicBezTo>
                        <a:pt x="34" y="1403"/>
                        <a:pt x="0" y="1369"/>
                        <a:pt x="0" y="1326"/>
                      </a:cubicBezTo>
                      <a:lnTo>
                        <a:pt x="0" y="77"/>
                      </a:lnTo>
                      <a:cubicBezTo>
                        <a:pt x="0" y="34"/>
                        <a:pt x="34" y="0"/>
                        <a:pt x="77" y="0"/>
                      </a:cubicBezTo>
                      <a:lnTo>
                        <a:pt x="1962" y="0"/>
                      </a:lnTo>
                      <a:cubicBezTo>
                        <a:pt x="2005" y="0"/>
                        <a:pt x="2040" y="34"/>
                        <a:pt x="2040" y="77"/>
                      </a:cubicBezTo>
                      <a:lnTo>
                        <a:pt x="2040" y="1326"/>
                      </a:lnTo>
                      <a:cubicBezTo>
                        <a:pt x="2040" y="1369"/>
                        <a:pt x="2005" y="1403"/>
                        <a:pt x="1962" y="1403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11" name="Freeform 310">
                  <a:extLst>
                    <a:ext uri="{FF2B5EF4-FFF2-40B4-BE49-F238E27FC236}">
                      <a16:creationId xmlns:a16="http://schemas.microsoft.com/office/drawing/2014/main" id="{A88D1A2E-8773-134D-B8E5-672D5C0BD0CF}"/>
                    </a:ext>
                  </a:extLst>
                </p:cNvPr>
                <p:cNvSpPr/>
                <p:nvPr/>
              </p:nvSpPr>
              <p:spPr>
                <a:xfrm>
                  <a:off x="10376203" y="6710945"/>
                  <a:ext cx="2557610" cy="1764661"/>
                </a:xfrm>
                <a:custGeom>
                  <a:avLst/>
                  <a:gdLst>
                    <a:gd name="connsiteX0" fmla="*/ 73474 w 2557610"/>
                    <a:gd name="connsiteY0" fmla="*/ 17447 h 1764661"/>
                    <a:gd name="connsiteX1" fmla="*/ 17441 w 2557610"/>
                    <a:gd name="connsiteY1" fmla="*/ 73487 h 1764661"/>
                    <a:gd name="connsiteX2" fmla="*/ 17441 w 2557610"/>
                    <a:gd name="connsiteY2" fmla="*/ 1691173 h 1764661"/>
                    <a:gd name="connsiteX3" fmla="*/ 73474 w 2557610"/>
                    <a:gd name="connsiteY3" fmla="*/ 1747213 h 1764661"/>
                    <a:gd name="connsiteX4" fmla="*/ 2482891 w 2557610"/>
                    <a:gd name="connsiteY4" fmla="*/ 1747213 h 1764661"/>
                    <a:gd name="connsiteX5" fmla="*/ 2540169 w 2557610"/>
                    <a:gd name="connsiteY5" fmla="*/ 1691173 h 1764661"/>
                    <a:gd name="connsiteX6" fmla="*/ 2540169 w 2557610"/>
                    <a:gd name="connsiteY6" fmla="*/ 73487 h 1764661"/>
                    <a:gd name="connsiteX7" fmla="*/ 2482891 w 2557610"/>
                    <a:gd name="connsiteY7" fmla="*/ 17447 h 1764661"/>
                    <a:gd name="connsiteX8" fmla="*/ 73466 w 2557610"/>
                    <a:gd name="connsiteY8" fmla="*/ 0 h 1764661"/>
                    <a:gd name="connsiteX9" fmla="*/ 2482899 w 2557610"/>
                    <a:gd name="connsiteY9" fmla="*/ 0 h 1764661"/>
                    <a:gd name="connsiteX10" fmla="*/ 2557610 w 2557610"/>
                    <a:gd name="connsiteY10" fmla="*/ 73476 h 1764661"/>
                    <a:gd name="connsiteX11" fmla="*/ 2557610 w 2557610"/>
                    <a:gd name="connsiteY11" fmla="*/ 1691185 h 1764661"/>
                    <a:gd name="connsiteX12" fmla="*/ 2482899 w 2557610"/>
                    <a:gd name="connsiteY12" fmla="*/ 1764661 h 1764661"/>
                    <a:gd name="connsiteX13" fmla="*/ 73466 w 2557610"/>
                    <a:gd name="connsiteY13" fmla="*/ 1764661 h 1764661"/>
                    <a:gd name="connsiteX14" fmla="*/ 0 w 2557610"/>
                    <a:gd name="connsiteY14" fmla="*/ 1691185 h 1764661"/>
                    <a:gd name="connsiteX15" fmla="*/ 0 w 2557610"/>
                    <a:gd name="connsiteY15" fmla="*/ 73476 h 1764661"/>
                    <a:gd name="connsiteX16" fmla="*/ 73466 w 2557610"/>
                    <a:gd name="connsiteY16" fmla="*/ 0 h 17646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57610" h="1764661">
                      <a:moveTo>
                        <a:pt x="73474" y="17447"/>
                      </a:moveTo>
                      <a:cubicBezTo>
                        <a:pt x="42345" y="17447"/>
                        <a:pt x="17441" y="42354"/>
                        <a:pt x="17441" y="73487"/>
                      </a:cubicBezTo>
                      <a:lnTo>
                        <a:pt x="17441" y="1691173"/>
                      </a:lnTo>
                      <a:cubicBezTo>
                        <a:pt x="17441" y="1722306"/>
                        <a:pt x="42345" y="1747213"/>
                        <a:pt x="73474" y="1747213"/>
                      </a:cubicBezTo>
                      <a:lnTo>
                        <a:pt x="2482891" y="1747213"/>
                      </a:lnTo>
                      <a:cubicBezTo>
                        <a:pt x="2514020" y="1747213"/>
                        <a:pt x="2540169" y="1722306"/>
                        <a:pt x="2540169" y="1691173"/>
                      </a:cubicBezTo>
                      <a:lnTo>
                        <a:pt x="2540169" y="73487"/>
                      </a:lnTo>
                      <a:cubicBezTo>
                        <a:pt x="2540169" y="42354"/>
                        <a:pt x="2514020" y="17447"/>
                        <a:pt x="2482891" y="17447"/>
                      </a:cubicBezTo>
                      <a:close/>
                      <a:moveTo>
                        <a:pt x="73466" y="0"/>
                      </a:moveTo>
                      <a:lnTo>
                        <a:pt x="2482899" y="0"/>
                      </a:lnTo>
                      <a:cubicBezTo>
                        <a:pt x="2523990" y="0"/>
                        <a:pt x="2557610" y="33625"/>
                        <a:pt x="2557610" y="73476"/>
                      </a:cubicBezTo>
                      <a:lnTo>
                        <a:pt x="2557610" y="1691185"/>
                      </a:lnTo>
                      <a:cubicBezTo>
                        <a:pt x="2557610" y="1732282"/>
                        <a:pt x="2523990" y="1764661"/>
                        <a:pt x="2482899" y="1764661"/>
                      </a:cubicBezTo>
                      <a:lnTo>
                        <a:pt x="73466" y="1764661"/>
                      </a:lnTo>
                      <a:cubicBezTo>
                        <a:pt x="32375" y="1764661"/>
                        <a:pt x="0" y="1732282"/>
                        <a:pt x="0" y="1691185"/>
                      </a:cubicBezTo>
                      <a:lnTo>
                        <a:pt x="0" y="73476"/>
                      </a:lnTo>
                      <a:cubicBezTo>
                        <a:pt x="0" y="33625"/>
                        <a:pt x="32375" y="0"/>
                        <a:pt x="7346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79" name="Freeform 178">
                  <a:extLst>
                    <a:ext uri="{FF2B5EF4-FFF2-40B4-BE49-F238E27FC236}">
                      <a16:creationId xmlns:a16="http://schemas.microsoft.com/office/drawing/2014/main" id="{09419AE8-B493-B347-A02E-1A248F88ED05}"/>
                    </a:ext>
                  </a:extLst>
                </p:cNvPr>
                <p:cNvSpPr/>
                <p:nvPr/>
              </p:nvSpPr>
              <p:spPr>
                <a:xfrm>
                  <a:off x="11108725" y="6773256"/>
                  <a:ext cx="1082593" cy="143939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870" h="1156">
                      <a:moveTo>
                        <a:pt x="771" y="119"/>
                      </a:moveTo>
                      <a:cubicBezTo>
                        <a:pt x="716" y="48"/>
                        <a:pt x="638" y="10"/>
                        <a:pt x="532" y="2"/>
                      </a:cubicBezTo>
                      <a:cubicBezTo>
                        <a:pt x="409" y="-7"/>
                        <a:pt x="310" y="21"/>
                        <a:pt x="238" y="89"/>
                      </a:cubicBezTo>
                      <a:cubicBezTo>
                        <a:pt x="115" y="202"/>
                        <a:pt x="97" y="395"/>
                        <a:pt x="97" y="499"/>
                      </a:cubicBezTo>
                      <a:cubicBezTo>
                        <a:pt x="97" y="677"/>
                        <a:pt x="2" y="1143"/>
                        <a:pt x="0" y="1147"/>
                      </a:cubicBezTo>
                      <a:cubicBezTo>
                        <a:pt x="0" y="1150"/>
                        <a:pt x="0" y="1152"/>
                        <a:pt x="2" y="1153"/>
                      </a:cubicBezTo>
                      <a:cubicBezTo>
                        <a:pt x="3" y="1154"/>
                        <a:pt x="5" y="1156"/>
                        <a:pt x="7" y="1156"/>
                      </a:cubicBezTo>
                      <a:lnTo>
                        <a:pt x="800" y="1140"/>
                      </a:lnTo>
                      <a:cubicBezTo>
                        <a:pt x="803" y="1140"/>
                        <a:pt x="806" y="1137"/>
                        <a:pt x="806" y="1134"/>
                      </a:cubicBezTo>
                      <a:cubicBezTo>
                        <a:pt x="885" y="651"/>
                        <a:pt x="908" y="294"/>
                        <a:pt x="771" y="11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0" name="Freeform 179">
                  <a:extLst>
                    <a:ext uri="{FF2B5EF4-FFF2-40B4-BE49-F238E27FC236}">
                      <a16:creationId xmlns:a16="http://schemas.microsoft.com/office/drawing/2014/main" id="{D48BBB9B-D35B-714E-8AA8-C0A893C02C4E}"/>
                    </a:ext>
                  </a:extLst>
                </p:cNvPr>
                <p:cNvSpPr/>
                <p:nvPr/>
              </p:nvSpPr>
              <p:spPr>
                <a:xfrm>
                  <a:off x="10801018" y="8084290"/>
                  <a:ext cx="1707980" cy="38134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372" h="307">
                      <a:moveTo>
                        <a:pt x="1191" y="33"/>
                      </a:moveTo>
                      <a:cubicBezTo>
                        <a:pt x="1082" y="-10"/>
                        <a:pt x="890" y="1"/>
                        <a:pt x="890" y="1"/>
                      </a:cubicBezTo>
                      <a:lnTo>
                        <a:pt x="686" y="1"/>
                      </a:lnTo>
                      <a:lnTo>
                        <a:pt x="482" y="1"/>
                      </a:lnTo>
                      <a:cubicBezTo>
                        <a:pt x="482" y="1"/>
                        <a:pt x="289" y="-10"/>
                        <a:pt x="181" y="33"/>
                      </a:cubicBezTo>
                      <a:cubicBezTo>
                        <a:pt x="93" y="68"/>
                        <a:pt x="0" y="307"/>
                        <a:pt x="0" y="307"/>
                      </a:cubicBezTo>
                      <a:lnTo>
                        <a:pt x="686" y="307"/>
                      </a:lnTo>
                      <a:lnTo>
                        <a:pt x="1372" y="307"/>
                      </a:lnTo>
                      <a:cubicBezTo>
                        <a:pt x="1372" y="307"/>
                        <a:pt x="1279" y="68"/>
                        <a:pt x="1191" y="33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12" name="Freeform 311">
                  <a:extLst>
                    <a:ext uri="{FF2B5EF4-FFF2-40B4-BE49-F238E27FC236}">
                      <a16:creationId xmlns:a16="http://schemas.microsoft.com/office/drawing/2014/main" id="{E74A42BA-9793-2049-A86D-AFFD4C86143A}"/>
                    </a:ext>
                  </a:extLst>
                </p:cNvPr>
                <p:cNvSpPr/>
                <p:nvPr/>
              </p:nvSpPr>
              <p:spPr>
                <a:xfrm>
                  <a:off x="10791478" y="8075516"/>
                  <a:ext cx="1726240" cy="398843"/>
                </a:xfrm>
                <a:custGeom>
                  <a:avLst/>
                  <a:gdLst>
                    <a:gd name="connsiteX0" fmla="*/ 568923 w 1726240"/>
                    <a:gd name="connsiteY0" fmla="*/ 17420 h 398843"/>
                    <a:gd name="connsiteX1" fmla="*/ 237360 w 1726240"/>
                    <a:gd name="connsiteY1" fmla="*/ 57240 h 398843"/>
                    <a:gd name="connsiteX2" fmla="*/ 20752 w 1726240"/>
                    <a:gd name="connsiteY2" fmla="*/ 381396 h 398843"/>
                    <a:gd name="connsiteX3" fmla="*/ 1705062 w 1726240"/>
                    <a:gd name="connsiteY3" fmla="*/ 381396 h 398843"/>
                    <a:gd name="connsiteX4" fmla="*/ 1489699 w 1726240"/>
                    <a:gd name="connsiteY4" fmla="*/ 57240 h 398843"/>
                    <a:gd name="connsiteX5" fmla="*/ 1117483 w 1726240"/>
                    <a:gd name="connsiteY5" fmla="*/ 18739 h 398843"/>
                    <a:gd name="connsiteX6" fmla="*/ 609576 w 1726240"/>
                    <a:gd name="connsiteY6" fmla="*/ 18739 h 398843"/>
                    <a:gd name="connsiteX7" fmla="*/ 568923 w 1726240"/>
                    <a:gd name="connsiteY7" fmla="*/ 17420 h 398843"/>
                    <a:gd name="connsiteX8" fmla="*/ 566369 w 1726240"/>
                    <a:gd name="connsiteY8" fmla="*/ 167 h 398843"/>
                    <a:gd name="connsiteX9" fmla="*/ 610816 w 1726240"/>
                    <a:gd name="connsiteY9" fmla="*/ 1293 h 398843"/>
                    <a:gd name="connsiteX10" fmla="*/ 1117487 w 1726240"/>
                    <a:gd name="connsiteY10" fmla="*/ 1293 h 398843"/>
                    <a:gd name="connsiteX11" fmla="*/ 1494690 w 1726240"/>
                    <a:gd name="connsiteY11" fmla="*/ 41048 h 398843"/>
                    <a:gd name="connsiteX12" fmla="*/ 1726240 w 1726240"/>
                    <a:gd name="connsiteY12" fmla="*/ 387662 h 398843"/>
                    <a:gd name="connsiteX13" fmla="*/ 1724995 w 1726240"/>
                    <a:gd name="connsiteY13" fmla="*/ 395116 h 398843"/>
                    <a:gd name="connsiteX14" fmla="*/ 1717526 w 1726240"/>
                    <a:gd name="connsiteY14" fmla="*/ 398843 h 398843"/>
                    <a:gd name="connsiteX15" fmla="*/ 9532 w 1726240"/>
                    <a:gd name="connsiteY15" fmla="*/ 398843 h 398843"/>
                    <a:gd name="connsiteX16" fmla="*/ 2063 w 1726240"/>
                    <a:gd name="connsiteY16" fmla="*/ 395116 h 398843"/>
                    <a:gd name="connsiteX17" fmla="*/ 818 w 1726240"/>
                    <a:gd name="connsiteY17" fmla="*/ 387662 h 398843"/>
                    <a:gd name="connsiteX18" fmla="*/ 231123 w 1726240"/>
                    <a:gd name="connsiteY18" fmla="*/ 41048 h 398843"/>
                    <a:gd name="connsiteX19" fmla="*/ 566369 w 1726240"/>
                    <a:gd name="connsiteY19" fmla="*/ 167 h 39884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726240" h="398843">
                      <a:moveTo>
                        <a:pt x="568923" y="17420"/>
                      </a:moveTo>
                      <a:cubicBezTo>
                        <a:pt x="494814" y="16022"/>
                        <a:pt x="336327" y="18118"/>
                        <a:pt x="237360" y="57240"/>
                      </a:cubicBezTo>
                      <a:cubicBezTo>
                        <a:pt x="145239" y="94500"/>
                        <a:pt x="44405" y="326749"/>
                        <a:pt x="20752" y="381396"/>
                      </a:cubicBezTo>
                      <a:lnTo>
                        <a:pt x="1705062" y="381396"/>
                      </a:lnTo>
                      <a:cubicBezTo>
                        <a:pt x="1682654" y="326749"/>
                        <a:pt x="1581820" y="94500"/>
                        <a:pt x="1489699" y="57240"/>
                      </a:cubicBezTo>
                      <a:cubicBezTo>
                        <a:pt x="1356498" y="5077"/>
                        <a:pt x="1119973" y="18739"/>
                        <a:pt x="1117483" y="18739"/>
                      </a:cubicBezTo>
                      <a:lnTo>
                        <a:pt x="609576" y="18739"/>
                      </a:lnTo>
                      <a:cubicBezTo>
                        <a:pt x="608954" y="18739"/>
                        <a:pt x="593626" y="17885"/>
                        <a:pt x="568923" y="17420"/>
                      </a:cubicBezTo>
                      <a:close/>
                      <a:moveTo>
                        <a:pt x="566369" y="167"/>
                      </a:moveTo>
                      <a:cubicBezTo>
                        <a:pt x="591831" y="516"/>
                        <a:pt x="608326" y="1293"/>
                        <a:pt x="610816" y="1293"/>
                      </a:cubicBezTo>
                      <a:lnTo>
                        <a:pt x="1117487" y="1293"/>
                      </a:lnTo>
                      <a:cubicBezTo>
                        <a:pt x="1126201" y="1293"/>
                        <a:pt x="1360241" y="-11131"/>
                        <a:pt x="1494690" y="41048"/>
                      </a:cubicBezTo>
                      <a:cubicBezTo>
                        <a:pt x="1606730" y="85772"/>
                        <a:pt x="1720016" y="375238"/>
                        <a:pt x="1726240" y="387662"/>
                      </a:cubicBezTo>
                      <a:cubicBezTo>
                        <a:pt x="1726240" y="390147"/>
                        <a:pt x="1726240" y="393874"/>
                        <a:pt x="1724995" y="395116"/>
                      </a:cubicBezTo>
                      <a:cubicBezTo>
                        <a:pt x="1722505" y="397601"/>
                        <a:pt x="1720016" y="398843"/>
                        <a:pt x="1717526" y="398843"/>
                      </a:cubicBezTo>
                      <a:lnTo>
                        <a:pt x="9532" y="398843"/>
                      </a:lnTo>
                      <a:cubicBezTo>
                        <a:pt x="5797" y="398843"/>
                        <a:pt x="3308" y="397601"/>
                        <a:pt x="2063" y="395116"/>
                      </a:cubicBezTo>
                      <a:cubicBezTo>
                        <a:pt x="-427" y="393874"/>
                        <a:pt x="-427" y="390147"/>
                        <a:pt x="818" y="387662"/>
                      </a:cubicBezTo>
                      <a:cubicBezTo>
                        <a:pt x="4553" y="375238"/>
                        <a:pt x="119083" y="85772"/>
                        <a:pt x="231123" y="41048"/>
                      </a:cubicBezTo>
                      <a:cubicBezTo>
                        <a:pt x="332894" y="1914"/>
                        <a:pt x="489983" y="-882"/>
                        <a:pt x="566369" y="16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0EED1478-E536-BE40-89DB-74212095D317}"/>
                    </a:ext>
                  </a:extLst>
                </p:cNvPr>
                <p:cNvSpPr/>
                <p:nvPr/>
              </p:nvSpPr>
              <p:spPr>
                <a:xfrm>
                  <a:off x="11381553" y="6947729"/>
                  <a:ext cx="683940" cy="133221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50" h="1070">
                      <a:moveTo>
                        <a:pt x="546" y="198"/>
                      </a:moveTo>
                      <a:cubicBezTo>
                        <a:pt x="543" y="146"/>
                        <a:pt x="519" y="96"/>
                        <a:pt x="482" y="59"/>
                      </a:cubicBezTo>
                      <a:cubicBezTo>
                        <a:pt x="442" y="21"/>
                        <a:pt x="389" y="0"/>
                        <a:pt x="334" y="0"/>
                      </a:cubicBezTo>
                      <a:lnTo>
                        <a:pt x="182" y="0"/>
                      </a:lnTo>
                      <a:cubicBezTo>
                        <a:pt x="82" y="0"/>
                        <a:pt x="0" y="81"/>
                        <a:pt x="0" y="181"/>
                      </a:cubicBezTo>
                      <a:lnTo>
                        <a:pt x="0" y="913"/>
                      </a:lnTo>
                      <a:cubicBezTo>
                        <a:pt x="0" y="913"/>
                        <a:pt x="126" y="1070"/>
                        <a:pt x="235" y="1070"/>
                      </a:cubicBezTo>
                      <a:cubicBezTo>
                        <a:pt x="330" y="1070"/>
                        <a:pt x="362" y="901"/>
                        <a:pt x="362" y="901"/>
                      </a:cubicBezTo>
                      <a:lnTo>
                        <a:pt x="362" y="663"/>
                      </a:lnTo>
                      <a:cubicBezTo>
                        <a:pt x="382" y="664"/>
                        <a:pt x="403" y="662"/>
                        <a:pt x="426" y="658"/>
                      </a:cubicBezTo>
                      <a:cubicBezTo>
                        <a:pt x="557" y="634"/>
                        <a:pt x="555" y="345"/>
                        <a:pt x="546" y="198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13" name="Freeform 312">
                  <a:extLst>
                    <a:ext uri="{FF2B5EF4-FFF2-40B4-BE49-F238E27FC236}">
                      <a16:creationId xmlns:a16="http://schemas.microsoft.com/office/drawing/2014/main" id="{BD6D985F-D939-2946-9721-C41AB19CEEF8}"/>
                    </a:ext>
                  </a:extLst>
                </p:cNvPr>
                <p:cNvSpPr/>
                <p:nvPr/>
              </p:nvSpPr>
              <p:spPr>
                <a:xfrm>
                  <a:off x="11372833" y="6937759"/>
                  <a:ext cx="700283" cy="1350913"/>
                </a:xfrm>
                <a:custGeom>
                  <a:avLst/>
                  <a:gdLst>
                    <a:gd name="connsiteX0" fmla="*/ 235047 w 700283"/>
                    <a:gd name="connsiteY0" fmla="*/ 17443 h 1350913"/>
                    <a:gd name="connsiteX1" fmla="*/ 17441 w 700283"/>
                    <a:gd name="connsiteY1" fmla="*/ 235327 h 1350913"/>
                    <a:gd name="connsiteX2" fmla="*/ 17441 w 700283"/>
                    <a:gd name="connsiteY2" fmla="*/ 1144214 h 1350913"/>
                    <a:gd name="connsiteX3" fmla="*/ 300951 w 700283"/>
                    <a:gd name="connsiteY3" fmla="*/ 1334707 h 1350913"/>
                    <a:gd name="connsiteX4" fmla="*/ 450166 w 700283"/>
                    <a:gd name="connsiteY4" fmla="*/ 1130519 h 1350913"/>
                    <a:gd name="connsiteX5" fmla="*/ 450166 w 700283"/>
                    <a:gd name="connsiteY5" fmla="*/ 835442 h 1350913"/>
                    <a:gd name="connsiteX6" fmla="*/ 452653 w 700283"/>
                    <a:gd name="connsiteY6" fmla="*/ 829216 h 1350913"/>
                    <a:gd name="connsiteX7" fmla="*/ 458871 w 700283"/>
                    <a:gd name="connsiteY7" fmla="*/ 826726 h 1350913"/>
                    <a:gd name="connsiteX8" fmla="*/ 537209 w 700283"/>
                    <a:gd name="connsiteY8" fmla="*/ 820501 h 1350913"/>
                    <a:gd name="connsiteX9" fmla="*/ 678964 w 700283"/>
                    <a:gd name="connsiteY9" fmla="*/ 257738 h 1350913"/>
                    <a:gd name="connsiteX10" fmla="*/ 601869 w 700283"/>
                    <a:gd name="connsiteY10" fmla="*/ 89656 h 1350913"/>
                    <a:gd name="connsiteX11" fmla="*/ 424054 w 700283"/>
                    <a:gd name="connsiteY11" fmla="*/ 17443 h 1350913"/>
                    <a:gd name="connsiteX12" fmla="*/ 235036 w 700283"/>
                    <a:gd name="connsiteY12" fmla="*/ 0 h 1350913"/>
                    <a:gd name="connsiteX13" fmla="*/ 424060 w 700283"/>
                    <a:gd name="connsiteY13" fmla="*/ 0 h 1350913"/>
                    <a:gd name="connsiteX14" fmla="*/ 614328 w 700283"/>
                    <a:gd name="connsiteY14" fmla="*/ 77195 h 1350913"/>
                    <a:gd name="connsiteX15" fmla="*/ 695161 w 700283"/>
                    <a:gd name="connsiteY15" fmla="*/ 256487 h 1350913"/>
                    <a:gd name="connsiteX16" fmla="*/ 540957 w 700283"/>
                    <a:gd name="connsiteY16" fmla="*/ 836695 h 1350913"/>
                    <a:gd name="connsiteX17" fmla="*/ 467586 w 700283"/>
                    <a:gd name="connsiteY17" fmla="*/ 844165 h 1350913"/>
                    <a:gd name="connsiteX18" fmla="*/ 467586 w 700283"/>
                    <a:gd name="connsiteY18" fmla="*/ 1131779 h 1350913"/>
                    <a:gd name="connsiteX19" fmla="*/ 466342 w 700283"/>
                    <a:gd name="connsiteY19" fmla="*/ 1133024 h 1350913"/>
                    <a:gd name="connsiteX20" fmla="*/ 300946 w 700283"/>
                    <a:gd name="connsiteY20" fmla="*/ 1350913 h 1350913"/>
                    <a:gd name="connsiteX21" fmla="*/ 2487 w 700283"/>
                    <a:gd name="connsiteY21" fmla="*/ 1152945 h 1350913"/>
                    <a:gd name="connsiteX22" fmla="*/ 0 w 700283"/>
                    <a:gd name="connsiteY22" fmla="*/ 1146720 h 1350913"/>
                    <a:gd name="connsiteX23" fmla="*/ 0 w 700283"/>
                    <a:gd name="connsiteY23" fmla="*/ 235321 h 1350913"/>
                    <a:gd name="connsiteX24" fmla="*/ 235036 w 700283"/>
                    <a:gd name="connsiteY24" fmla="*/ 0 h 135091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00283" h="1350913">
                      <a:moveTo>
                        <a:pt x="235047" y="17443"/>
                      </a:moveTo>
                      <a:cubicBezTo>
                        <a:pt x="114431" y="17443"/>
                        <a:pt x="17441" y="115802"/>
                        <a:pt x="17441" y="235327"/>
                      </a:cubicBezTo>
                      <a:lnTo>
                        <a:pt x="17441" y="1144214"/>
                      </a:lnTo>
                      <a:cubicBezTo>
                        <a:pt x="34849" y="1165380"/>
                        <a:pt x="179091" y="1334707"/>
                        <a:pt x="300951" y="1334707"/>
                      </a:cubicBezTo>
                      <a:cubicBezTo>
                        <a:pt x="407889" y="1334707"/>
                        <a:pt x="447679" y="1142969"/>
                        <a:pt x="450166" y="1130519"/>
                      </a:cubicBezTo>
                      <a:lnTo>
                        <a:pt x="450166" y="835442"/>
                      </a:lnTo>
                      <a:cubicBezTo>
                        <a:pt x="450166" y="832952"/>
                        <a:pt x="451410" y="831707"/>
                        <a:pt x="452653" y="829216"/>
                      </a:cubicBezTo>
                      <a:cubicBezTo>
                        <a:pt x="455140" y="827971"/>
                        <a:pt x="456384" y="826726"/>
                        <a:pt x="458871" y="826726"/>
                      </a:cubicBezTo>
                      <a:cubicBezTo>
                        <a:pt x="484983" y="826726"/>
                        <a:pt x="511096" y="825481"/>
                        <a:pt x="537209" y="820501"/>
                      </a:cubicBezTo>
                      <a:cubicBezTo>
                        <a:pt x="695129" y="791865"/>
                        <a:pt x="688911" y="417105"/>
                        <a:pt x="678964" y="257738"/>
                      </a:cubicBezTo>
                      <a:cubicBezTo>
                        <a:pt x="673990" y="194240"/>
                        <a:pt x="646634" y="134478"/>
                        <a:pt x="601869" y="89656"/>
                      </a:cubicBezTo>
                      <a:cubicBezTo>
                        <a:pt x="553374" y="43589"/>
                        <a:pt x="489957" y="17443"/>
                        <a:pt x="424054" y="17443"/>
                      </a:cubicBezTo>
                      <a:close/>
                      <a:moveTo>
                        <a:pt x="235036" y="0"/>
                      </a:moveTo>
                      <a:lnTo>
                        <a:pt x="424060" y="0"/>
                      </a:lnTo>
                      <a:cubicBezTo>
                        <a:pt x="494944" y="0"/>
                        <a:pt x="562098" y="27392"/>
                        <a:pt x="614328" y="77195"/>
                      </a:cubicBezTo>
                      <a:cubicBezTo>
                        <a:pt x="662828" y="124508"/>
                        <a:pt x="691430" y="188007"/>
                        <a:pt x="695161" y="256487"/>
                      </a:cubicBezTo>
                      <a:cubicBezTo>
                        <a:pt x="708840" y="460680"/>
                        <a:pt x="706353" y="806813"/>
                        <a:pt x="540957" y="836695"/>
                      </a:cubicBezTo>
                      <a:cubicBezTo>
                        <a:pt x="516085" y="841675"/>
                        <a:pt x="492457" y="844165"/>
                        <a:pt x="467586" y="844165"/>
                      </a:cubicBezTo>
                      <a:lnTo>
                        <a:pt x="467586" y="1131779"/>
                      </a:lnTo>
                      <a:lnTo>
                        <a:pt x="466342" y="1133024"/>
                      </a:lnTo>
                      <a:cubicBezTo>
                        <a:pt x="465099" y="1141740"/>
                        <a:pt x="425304" y="1350913"/>
                        <a:pt x="300946" y="1350913"/>
                      </a:cubicBezTo>
                      <a:cubicBezTo>
                        <a:pt x="161665" y="1350913"/>
                        <a:pt x="8705" y="1160416"/>
                        <a:pt x="2487" y="1152945"/>
                      </a:cubicBezTo>
                      <a:cubicBezTo>
                        <a:pt x="1244" y="1150455"/>
                        <a:pt x="0" y="1147965"/>
                        <a:pt x="0" y="1146720"/>
                      </a:cubicBezTo>
                      <a:lnTo>
                        <a:pt x="0" y="235321"/>
                      </a:lnTo>
                      <a:cubicBezTo>
                        <a:pt x="0" y="105832"/>
                        <a:pt x="105704" y="0"/>
                        <a:pt x="23503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6" name="Freeform 185">
                  <a:extLst>
                    <a:ext uri="{FF2B5EF4-FFF2-40B4-BE49-F238E27FC236}">
                      <a16:creationId xmlns:a16="http://schemas.microsoft.com/office/drawing/2014/main" id="{9504DCAE-B66D-254F-9C17-D835438BB0ED}"/>
                    </a:ext>
                  </a:extLst>
                </p:cNvPr>
                <p:cNvSpPr/>
                <p:nvPr/>
              </p:nvSpPr>
              <p:spPr>
                <a:xfrm>
                  <a:off x="11372833" y="6937759"/>
                  <a:ext cx="697643" cy="115525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61" h="928">
                      <a:moveTo>
                        <a:pt x="559" y="206"/>
                      </a:moveTo>
                      <a:cubicBezTo>
                        <a:pt x="556" y="151"/>
                        <a:pt x="533" y="100"/>
                        <a:pt x="494" y="62"/>
                      </a:cubicBezTo>
                      <a:cubicBezTo>
                        <a:pt x="452" y="22"/>
                        <a:pt x="398" y="0"/>
                        <a:pt x="341" y="0"/>
                      </a:cubicBezTo>
                      <a:lnTo>
                        <a:pt x="189" y="0"/>
                      </a:lnTo>
                      <a:cubicBezTo>
                        <a:pt x="85" y="0"/>
                        <a:pt x="0" y="85"/>
                        <a:pt x="0" y="189"/>
                      </a:cubicBezTo>
                      <a:lnTo>
                        <a:pt x="0" y="921"/>
                      </a:lnTo>
                      <a:cubicBezTo>
                        <a:pt x="0" y="923"/>
                        <a:pt x="1" y="926"/>
                        <a:pt x="3" y="927"/>
                      </a:cubicBezTo>
                      <a:cubicBezTo>
                        <a:pt x="4" y="927"/>
                        <a:pt x="5" y="928"/>
                        <a:pt x="7" y="928"/>
                      </a:cubicBezTo>
                      <a:cubicBezTo>
                        <a:pt x="8" y="928"/>
                        <a:pt x="8" y="928"/>
                        <a:pt x="10" y="927"/>
                      </a:cubicBezTo>
                      <a:cubicBezTo>
                        <a:pt x="132" y="875"/>
                        <a:pt x="132" y="498"/>
                        <a:pt x="132" y="482"/>
                      </a:cubicBezTo>
                      <a:cubicBezTo>
                        <a:pt x="132" y="480"/>
                        <a:pt x="131" y="479"/>
                        <a:pt x="129" y="477"/>
                      </a:cubicBezTo>
                      <a:cubicBezTo>
                        <a:pt x="128" y="475"/>
                        <a:pt x="126" y="475"/>
                        <a:pt x="124" y="475"/>
                      </a:cubicBezTo>
                      <a:cubicBezTo>
                        <a:pt x="75" y="481"/>
                        <a:pt x="60" y="446"/>
                        <a:pt x="55" y="425"/>
                      </a:cubicBezTo>
                      <a:cubicBezTo>
                        <a:pt x="46" y="385"/>
                        <a:pt x="60" y="340"/>
                        <a:pt x="77" y="335"/>
                      </a:cubicBezTo>
                      <a:cubicBezTo>
                        <a:pt x="87" y="332"/>
                        <a:pt x="96" y="332"/>
                        <a:pt x="103" y="336"/>
                      </a:cubicBezTo>
                      <a:cubicBezTo>
                        <a:pt x="115" y="343"/>
                        <a:pt x="118" y="358"/>
                        <a:pt x="118" y="359"/>
                      </a:cubicBezTo>
                      <a:cubicBezTo>
                        <a:pt x="119" y="362"/>
                        <a:pt x="122" y="364"/>
                        <a:pt x="126" y="364"/>
                      </a:cubicBezTo>
                      <a:cubicBezTo>
                        <a:pt x="128" y="364"/>
                        <a:pt x="343" y="332"/>
                        <a:pt x="415" y="107"/>
                      </a:cubicBezTo>
                      <a:cubicBezTo>
                        <a:pt x="432" y="144"/>
                        <a:pt x="479" y="226"/>
                        <a:pt x="553" y="246"/>
                      </a:cubicBezTo>
                      <a:cubicBezTo>
                        <a:pt x="555" y="247"/>
                        <a:pt x="557" y="247"/>
                        <a:pt x="559" y="245"/>
                      </a:cubicBezTo>
                      <a:cubicBezTo>
                        <a:pt x="561" y="244"/>
                        <a:pt x="561" y="242"/>
                        <a:pt x="561" y="239"/>
                      </a:cubicBezTo>
                      <a:cubicBezTo>
                        <a:pt x="561" y="228"/>
                        <a:pt x="560" y="216"/>
                        <a:pt x="559" y="20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7" name="Freeform 186">
                  <a:extLst>
                    <a:ext uri="{FF2B5EF4-FFF2-40B4-BE49-F238E27FC236}">
                      <a16:creationId xmlns:a16="http://schemas.microsoft.com/office/drawing/2014/main" id="{91D33DBD-796C-184C-BB3B-B50180AC6B16}"/>
                    </a:ext>
                  </a:extLst>
                </p:cNvPr>
                <p:cNvSpPr/>
                <p:nvPr/>
              </p:nvSpPr>
              <p:spPr>
                <a:xfrm>
                  <a:off x="11727887" y="7765251"/>
                  <a:ext cx="112121" cy="1620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91" h="14">
                      <a:moveTo>
                        <a:pt x="84" y="14"/>
                      </a:moveTo>
                      <a:lnTo>
                        <a:pt x="7" y="14"/>
                      </a:lnTo>
                      <a:cubicBezTo>
                        <a:pt x="4" y="14"/>
                        <a:pt x="0" y="11"/>
                        <a:pt x="0" y="7"/>
                      </a:cubicBezTo>
                      <a:cubicBezTo>
                        <a:pt x="0" y="4"/>
                        <a:pt x="4" y="0"/>
                        <a:pt x="7" y="0"/>
                      </a:cubicBezTo>
                      <a:lnTo>
                        <a:pt x="84" y="0"/>
                      </a:lnTo>
                      <a:cubicBezTo>
                        <a:pt x="88" y="0"/>
                        <a:pt x="91" y="4"/>
                        <a:pt x="91" y="7"/>
                      </a:cubicBezTo>
                      <a:cubicBezTo>
                        <a:pt x="91" y="11"/>
                        <a:pt x="88" y="14"/>
                        <a:pt x="84" y="1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E14172A-2469-FC48-8CCB-E5EC2CB7E482}"/>
                  </a:ext>
                </a:extLst>
              </p:cNvPr>
              <p:cNvGrpSpPr/>
              <p:nvPr/>
            </p:nvGrpSpPr>
            <p:grpSpPr>
              <a:xfrm>
                <a:off x="13124419" y="6710945"/>
                <a:ext cx="2557610" cy="1764661"/>
                <a:chOff x="13124419" y="6710945"/>
                <a:chExt cx="2557610" cy="1764661"/>
              </a:xfrm>
            </p:grpSpPr>
            <p:sp>
              <p:nvSpPr>
                <p:cNvPr id="188" name="Freeform 187">
                  <a:extLst>
                    <a:ext uri="{FF2B5EF4-FFF2-40B4-BE49-F238E27FC236}">
                      <a16:creationId xmlns:a16="http://schemas.microsoft.com/office/drawing/2014/main" id="{8993F453-0250-9D4D-830B-C018E98F885C}"/>
                    </a:ext>
                  </a:extLst>
                </p:cNvPr>
                <p:cNvSpPr/>
                <p:nvPr/>
              </p:nvSpPr>
              <p:spPr>
                <a:xfrm>
                  <a:off x="13131894" y="6719669"/>
                  <a:ext cx="2540166" cy="174721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040" h="1403">
                      <a:moveTo>
                        <a:pt x="1963" y="1403"/>
                      </a:moveTo>
                      <a:lnTo>
                        <a:pt x="78" y="1403"/>
                      </a:lnTo>
                      <a:cubicBezTo>
                        <a:pt x="35" y="1403"/>
                        <a:pt x="0" y="1369"/>
                        <a:pt x="0" y="1326"/>
                      </a:cubicBezTo>
                      <a:lnTo>
                        <a:pt x="0" y="77"/>
                      </a:lnTo>
                      <a:cubicBezTo>
                        <a:pt x="0" y="34"/>
                        <a:pt x="35" y="0"/>
                        <a:pt x="78" y="0"/>
                      </a:cubicBezTo>
                      <a:lnTo>
                        <a:pt x="1963" y="0"/>
                      </a:lnTo>
                      <a:cubicBezTo>
                        <a:pt x="2006" y="0"/>
                        <a:pt x="2040" y="34"/>
                        <a:pt x="2040" y="77"/>
                      </a:cubicBezTo>
                      <a:lnTo>
                        <a:pt x="2040" y="1326"/>
                      </a:lnTo>
                      <a:cubicBezTo>
                        <a:pt x="2040" y="1369"/>
                        <a:pt x="2006" y="1403"/>
                        <a:pt x="1963" y="1403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14" name="Freeform 313">
                  <a:extLst>
                    <a:ext uri="{FF2B5EF4-FFF2-40B4-BE49-F238E27FC236}">
                      <a16:creationId xmlns:a16="http://schemas.microsoft.com/office/drawing/2014/main" id="{0B9938C0-5A99-334B-8215-939B73119EB3}"/>
                    </a:ext>
                  </a:extLst>
                </p:cNvPr>
                <p:cNvSpPr/>
                <p:nvPr/>
              </p:nvSpPr>
              <p:spPr>
                <a:xfrm>
                  <a:off x="13124419" y="6710945"/>
                  <a:ext cx="2557610" cy="1764661"/>
                </a:xfrm>
                <a:custGeom>
                  <a:avLst/>
                  <a:gdLst>
                    <a:gd name="connsiteX0" fmla="*/ 73474 w 2557610"/>
                    <a:gd name="connsiteY0" fmla="*/ 17447 h 1764661"/>
                    <a:gd name="connsiteX1" fmla="*/ 16196 w 2557610"/>
                    <a:gd name="connsiteY1" fmla="*/ 73487 h 1764661"/>
                    <a:gd name="connsiteX2" fmla="*/ 16196 w 2557610"/>
                    <a:gd name="connsiteY2" fmla="*/ 1691173 h 1764661"/>
                    <a:gd name="connsiteX3" fmla="*/ 73474 w 2557610"/>
                    <a:gd name="connsiteY3" fmla="*/ 1747213 h 1764661"/>
                    <a:gd name="connsiteX4" fmla="*/ 2482889 w 2557610"/>
                    <a:gd name="connsiteY4" fmla="*/ 1747213 h 1764661"/>
                    <a:gd name="connsiteX5" fmla="*/ 2540167 w 2557610"/>
                    <a:gd name="connsiteY5" fmla="*/ 1691173 h 1764661"/>
                    <a:gd name="connsiteX6" fmla="*/ 2540167 w 2557610"/>
                    <a:gd name="connsiteY6" fmla="*/ 73487 h 1764661"/>
                    <a:gd name="connsiteX7" fmla="*/ 2482889 w 2557610"/>
                    <a:gd name="connsiteY7" fmla="*/ 17447 h 1764661"/>
                    <a:gd name="connsiteX8" fmla="*/ 73466 w 2557610"/>
                    <a:gd name="connsiteY8" fmla="*/ 0 h 1764661"/>
                    <a:gd name="connsiteX9" fmla="*/ 2482899 w 2557610"/>
                    <a:gd name="connsiteY9" fmla="*/ 0 h 1764661"/>
                    <a:gd name="connsiteX10" fmla="*/ 2557610 w 2557610"/>
                    <a:gd name="connsiteY10" fmla="*/ 73476 h 1764661"/>
                    <a:gd name="connsiteX11" fmla="*/ 2557610 w 2557610"/>
                    <a:gd name="connsiteY11" fmla="*/ 1691185 h 1764661"/>
                    <a:gd name="connsiteX12" fmla="*/ 2482899 w 2557610"/>
                    <a:gd name="connsiteY12" fmla="*/ 1764661 h 1764661"/>
                    <a:gd name="connsiteX13" fmla="*/ 73466 w 2557610"/>
                    <a:gd name="connsiteY13" fmla="*/ 1764661 h 1764661"/>
                    <a:gd name="connsiteX14" fmla="*/ 0 w 2557610"/>
                    <a:gd name="connsiteY14" fmla="*/ 1691185 h 1764661"/>
                    <a:gd name="connsiteX15" fmla="*/ 0 w 2557610"/>
                    <a:gd name="connsiteY15" fmla="*/ 73476 h 1764661"/>
                    <a:gd name="connsiteX16" fmla="*/ 73466 w 2557610"/>
                    <a:gd name="connsiteY16" fmla="*/ 0 h 176466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57610" h="1764661">
                      <a:moveTo>
                        <a:pt x="73474" y="17447"/>
                      </a:moveTo>
                      <a:cubicBezTo>
                        <a:pt x="42345" y="17447"/>
                        <a:pt x="16196" y="42354"/>
                        <a:pt x="16196" y="73487"/>
                      </a:cubicBezTo>
                      <a:lnTo>
                        <a:pt x="16196" y="1691173"/>
                      </a:lnTo>
                      <a:cubicBezTo>
                        <a:pt x="16196" y="1722306"/>
                        <a:pt x="42345" y="1747213"/>
                        <a:pt x="73474" y="1747213"/>
                      </a:cubicBezTo>
                      <a:lnTo>
                        <a:pt x="2482889" y="1747213"/>
                      </a:lnTo>
                      <a:cubicBezTo>
                        <a:pt x="2515263" y="1747213"/>
                        <a:pt x="2540167" y="1722306"/>
                        <a:pt x="2540167" y="1691173"/>
                      </a:cubicBezTo>
                      <a:lnTo>
                        <a:pt x="2540167" y="73487"/>
                      </a:lnTo>
                      <a:cubicBezTo>
                        <a:pt x="2540167" y="42354"/>
                        <a:pt x="2515263" y="17447"/>
                        <a:pt x="2482889" y="17447"/>
                      </a:cubicBezTo>
                      <a:close/>
                      <a:moveTo>
                        <a:pt x="73466" y="0"/>
                      </a:moveTo>
                      <a:lnTo>
                        <a:pt x="2482899" y="0"/>
                      </a:lnTo>
                      <a:cubicBezTo>
                        <a:pt x="2523990" y="0"/>
                        <a:pt x="2557610" y="33625"/>
                        <a:pt x="2557610" y="73476"/>
                      </a:cubicBezTo>
                      <a:lnTo>
                        <a:pt x="2557610" y="1691185"/>
                      </a:lnTo>
                      <a:cubicBezTo>
                        <a:pt x="2557610" y="1732282"/>
                        <a:pt x="2523990" y="1764661"/>
                        <a:pt x="2482899" y="1764661"/>
                      </a:cubicBezTo>
                      <a:lnTo>
                        <a:pt x="73466" y="1764661"/>
                      </a:lnTo>
                      <a:cubicBezTo>
                        <a:pt x="32375" y="1764661"/>
                        <a:pt x="0" y="1732282"/>
                        <a:pt x="0" y="1691185"/>
                      </a:cubicBezTo>
                      <a:lnTo>
                        <a:pt x="0" y="73476"/>
                      </a:lnTo>
                      <a:cubicBezTo>
                        <a:pt x="0" y="33625"/>
                        <a:pt x="32375" y="0"/>
                        <a:pt x="7346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91" name="Freeform 190">
                  <a:extLst>
                    <a:ext uri="{FF2B5EF4-FFF2-40B4-BE49-F238E27FC236}">
                      <a16:creationId xmlns:a16="http://schemas.microsoft.com/office/drawing/2014/main" id="{E8FF115B-632E-F148-B25B-2E5CCD8806B4}"/>
                    </a:ext>
                  </a:extLst>
                </p:cNvPr>
                <p:cNvSpPr/>
                <p:nvPr/>
              </p:nvSpPr>
              <p:spPr>
                <a:xfrm>
                  <a:off x="13523073" y="8101737"/>
                  <a:ext cx="1759058" cy="36389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413" h="293">
                      <a:moveTo>
                        <a:pt x="1226" y="32"/>
                      </a:moveTo>
                      <a:cubicBezTo>
                        <a:pt x="1114" y="-9"/>
                        <a:pt x="916" y="1"/>
                        <a:pt x="916" y="1"/>
                      </a:cubicBezTo>
                      <a:lnTo>
                        <a:pt x="706" y="1"/>
                      </a:lnTo>
                      <a:lnTo>
                        <a:pt x="497" y="1"/>
                      </a:lnTo>
                      <a:cubicBezTo>
                        <a:pt x="497" y="1"/>
                        <a:pt x="298" y="-9"/>
                        <a:pt x="187" y="32"/>
                      </a:cubicBezTo>
                      <a:cubicBezTo>
                        <a:pt x="96" y="65"/>
                        <a:pt x="0" y="293"/>
                        <a:pt x="0" y="293"/>
                      </a:cubicBezTo>
                      <a:lnTo>
                        <a:pt x="706" y="293"/>
                      </a:lnTo>
                      <a:lnTo>
                        <a:pt x="1413" y="293"/>
                      </a:lnTo>
                      <a:cubicBezTo>
                        <a:pt x="1413" y="293"/>
                        <a:pt x="1317" y="65"/>
                        <a:pt x="1226" y="3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15" name="Freeform 314">
                  <a:extLst>
                    <a:ext uri="{FF2B5EF4-FFF2-40B4-BE49-F238E27FC236}">
                      <a16:creationId xmlns:a16="http://schemas.microsoft.com/office/drawing/2014/main" id="{72A7D486-8725-5948-8827-0176DEB381D0}"/>
                    </a:ext>
                  </a:extLst>
                </p:cNvPr>
                <p:cNvSpPr/>
                <p:nvPr/>
              </p:nvSpPr>
              <p:spPr>
                <a:xfrm>
                  <a:off x="13515909" y="8094525"/>
                  <a:ext cx="1776188" cy="381080"/>
                </a:xfrm>
                <a:custGeom>
                  <a:avLst/>
                  <a:gdLst>
                    <a:gd name="connsiteX0" fmla="*/ 584007 w 1776188"/>
                    <a:gd name="connsiteY0" fmla="*/ 17803 h 381080"/>
                    <a:gd name="connsiteX1" fmla="*/ 242458 w 1776188"/>
                    <a:gd name="connsiteY1" fmla="*/ 56919 h 381080"/>
                    <a:gd name="connsiteX2" fmla="*/ 20867 w 1776188"/>
                    <a:gd name="connsiteY2" fmla="*/ 363634 h 381080"/>
                    <a:gd name="connsiteX3" fmla="*/ 1752517 w 1776188"/>
                    <a:gd name="connsiteY3" fmla="*/ 363634 h 381080"/>
                    <a:gd name="connsiteX4" fmla="*/ 1530925 w 1776188"/>
                    <a:gd name="connsiteY4" fmla="*/ 56919 h 381080"/>
                    <a:gd name="connsiteX5" fmla="*/ 1147498 w 1776188"/>
                    <a:gd name="connsiteY5" fmla="*/ 19666 h 381080"/>
                    <a:gd name="connsiteX6" fmla="*/ 625886 w 1776188"/>
                    <a:gd name="connsiteY6" fmla="*/ 19666 h 381080"/>
                    <a:gd name="connsiteX7" fmla="*/ 584007 w 1776188"/>
                    <a:gd name="connsiteY7" fmla="*/ 17803 h 381080"/>
                    <a:gd name="connsiteX8" fmla="*/ 581669 w 1776188"/>
                    <a:gd name="connsiteY8" fmla="*/ 355 h 381080"/>
                    <a:gd name="connsiteX9" fmla="*/ 627128 w 1776188"/>
                    <a:gd name="connsiteY9" fmla="*/ 2219 h 381080"/>
                    <a:gd name="connsiteX10" fmla="*/ 1148749 w 1776188"/>
                    <a:gd name="connsiteY10" fmla="*/ 2219 h 381080"/>
                    <a:gd name="connsiteX11" fmla="*/ 1538409 w 1776188"/>
                    <a:gd name="connsiteY11" fmla="*/ 39484 h 381080"/>
                    <a:gd name="connsiteX12" fmla="*/ 1776188 w 1776188"/>
                    <a:gd name="connsiteY12" fmla="*/ 369900 h 381080"/>
                    <a:gd name="connsiteX13" fmla="*/ 1774943 w 1776188"/>
                    <a:gd name="connsiteY13" fmla="*/ 377353 h 381080"/>
                    <a:gd name="connsiteX14" fmla="*/ 1767474 w 1776188"/>
                    <a:gd name="connsiteY14" fmla="*/ 381080 h 381080"/>
                    <a:gd name="connsiteX15" fmla="*/ 8403 w 1776188"/>
                    <a:gd name="connsiteY15" fmla="*/ 381080 h 381080"/>
                    <a:gd name="connsiteX16" fmla="*/ 934 w 1776188"/>
                    <a:gd name="connsiteY16" fmla="*/ 377353 h 381080"/>
                    <a:gd name="connsiteX17" fmla="*/ 934 w 1776188"/>
                    <a:gd name="connsiteY17" fmla="*/ 369900 h 381080"/>
                    <a:gd name="connsiteX18" fmla="*/ 238713 w 1776188"/>
                    <a:gd name="connsiteY18" fmla="*/ 39484 h 381080"/>
                    <a:gd name="connsiteX19" fmla="*/ 581669 w 1776188"/>
                    <a:gd name="connsiteY19" fmla="*/ 355 h 381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776188" h="381080">
                      <a:moveTo>
                        <a:pt x="584007" y="17803"/>
                      </a:moveTo>
                      <a:cubicBezTo>
                        <a:pt x="507621" y="16173"/>
                        <a:pt x="344229" y="18734"/>
                        <a:pt x="242458" y="56919"/>
                      </a:cubicBezTo>
                      <a:cubicBezTo>
                        <a:pt x="147846" y="90446"/>
                        <a:pt x="44520" y="310238"/>
                        <a:pt x="20867" y="363634"/>
                      </a:cubicBezTo>
                      <a:lnTo>
                        <a:pt x="1752517" y="363634"/>
                      </a:lnTo>
                      <a:cubicBezTo>
                        <a:pt x="1728864" y="310238"/>
                        <a:pt x="1625538" y="90446"/>
                        <a:pt x="1530925" y="56919"/>
                      </a:cubicBezTo>
                      <a:cubicBezTo>
                        <a:pt x="1395232" y="6006"/>
                        <a:pt x="1151232" y="18424"/>
                        <a:pt x="1147498" y="19666"/>
                      </a:cubicBezTo>
                      <a:lnTo>
                        <a:pt x="625886" y="19666"/>
                      </a:lnTo>
                      <a:cubicBezTo>
                        <a:pt x="625264" y="19355"/>
                        <a:pt x="609469" y="18346"/>
                        <a:pt x="584007" y="17803"/>
                      </a:cubicBezTo>
                      <a:close/>
                      <a:moveTo>
                        <a:pt x="581669" y="355"/>
                      </a:moveTo>
                      <a:cubicBezTo>
                        <a:pt x="607754" y="899"/>
                        <a:pt x="624638" y="1908"/>
                        <a:pt x="627128" y="2219"/>
                      </a:cubicBezTo>
                      <a:lnTo>
                        <a:pt x="1148749" y="2219"/>
                      </a:lnTo>
                      <a:cubicBezTo>
                        <a:pt x="1158708" y="976"/>
                        <a:pt x="1398978" y="-11446"/>
                        <a:pt x="1538409" y="39484"/>
                      </a:cubicBezTo>
                      <a:cubicBezTo>
                        <a:pt x="1652941" y="81717"/>
                        <a:pt x="1769963" y="357479"/>
                        <a:pt x="1776188" y="369900"/>
                      </a:cubicBezTo>
                      <a:cubicBezTo>
                        <a:pt x="1776188" y="372385"/>
                        <a:pt x="1776188" y="376111"/>
                        <a:pt x="1774943" y="377353"/>
                      </a:cubicBezTo>
                      <a:cubicBezTo>
                        <a:pt x="1772453" y="379838"/>
                        <a:pt x="1769963" y="381080"/>
                        <a:pt x="1767474" y="381080"/>
                      </a:cubicBezTo>
                      <a:lnTo>
                        <a:pt x="8403" y="381080"/>
                      </a:lnTo>
                      <a:cubicBezTo>
                        <a:pt x="5914" y="381080"/>
                        <a:pt x="3424" y="379838"/>
                        <a:pt x="934" y="377353"/>
                      </a:cubicBezTo>
                      <a:cubicBezTo>
                        <a:pt x="-311" y="376111"/>
                        <a:pt x="-311" y="372385"/>
                        <a:pt x="934" y="369900"/>
                      </a:cubicBezTo>
                      <a:cubicBezTo>
                        <a:pt x="5914" y="357479"/>
                        <a:pt x="122936" y="81717"/>
                        <a:pt x="238713" y="39484"/>
                      </a:cubicBezTo>
                      <a:cubicBezTo>
                        <a:pt x="342353" y="1287"/>
                        <a:pt x="503414" y="-1276"/>
                        <a:pt x="581669" y="35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94" name="Freeform 193">
                  <a:extLst>
                    <a:ext uri="{FF2B5EF4-FFF2-40B4-BE49-F238E27FC236}">
                      <a16:creationId xmlns:a16="http://schemas.microsoft.com/office/drawing/2014/main" id="{2321A2D1-ED51-3146-A92C-AEC69E7904B1}"/>
                    </a:ext>
                  </a:extLst>
                </p:cNvPr>
                <p:cNvSpPr/>
                <p:nvPr/>
              </p:nvSpPr>
              <p:spPr>
                <a:xfrm>
                  <a:off x="14142231" y="7018764"/>
                  <a:ext cx="646566" cy="1271154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20" h="1021">
                      <a:moveTo>
                        <a:pt x="520" y="190"/>
                      </a:moveTo>
                      <a:cubicBezTo>
                        <a:pt x="520" y="0"/>
                        <a:pt x="371" y="0"/>
                        <a:pt x="318" y="0"/>
                      </a:cubicBezTo>
                      <a:lnTo>
                        <a:pt x="173" y="0"/>
                      </a:lnTo>
                      <a:cubicBezTo>
                        <a:pt x="78" y="0"/>
                        <a:pt x="0" y="78"/>
                        <a:pt x="0" y="173"/>
                      </a:cubicBezTo>
                      <a:lnTo>
                        <a:pt x="0" y="870"/>
                      </a:lnTo>
                      <a:cubicBezTo>
                        <a:pt x="0" y="870"/>
                        <a:pt x="120" y="1021"/>
                        <a:pt x="224" y="1021"/>
                      </a:cubicBezTo>
                      <a:cubicBezTo>
                        <a:pt x="315" y="1021"/>
                        <a:pt x="345" y="858"/>
                        <a:pt x="345" y="858"/>
                      </a:cubicBezTo>
                      <a:lnTo>
                        <a:pt x="345" y="684"/>
                      </a:lnTo>
                      <a:cubicBezTo>
                        <a:pt x="364" y="684"/>
                        <a:pt x="385" y="683"/>
                        <a:pt x="407" y="679"/>
                      </a:cubicBezTo>
                      <a:cubicBezTo>
                        <a:pt x="530" y="657"/>
                        <a:pt x="520" y="330"/>
                        <a:pt x="520" y="19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16" name="Freeform 315">
                  <a:extLst>
                    <a:ext uri="{FF2B5EF4-FFF2-40B4-BE49-F238E27FC236}">
                      <a16:creationId xmlns:a16="http://schemas.microsoft.com/office/drawing/2014/main" id="{010BCA44-88F0-3640-878C-B3EDBCF7B719}"/>
                    </a:ext>
                  </a:extLst>
                </p:cNvPr>
                <p:cNvSpPr/>
                <p:nvPr/>
              </p:nvSpPr>
              <p:spPr>
                <a:xfrm>
                  <a:off x="14133510" y="7010040"/>
                  <a:ext cx="664232" cy="1288601"/>
                </a:xfrm>
                <a:custGeom>
                  <a:avLst/>
                  <a:gdLst>
                    <a:gd name="connsiteX0" fmla="*/ 223834 w 664232"/>
                    <a:gd name="connsiteY0" fmla="*/ 17447 h 1288601"/>
                    <a:gd name="connsiteX1" fmla="*/ 17441 w 664232"/>
                    <a:gd name="connsiteY1" fmla="*/ 224115 h 1288601"/>
                    <a:gd name="connsiteX2" fmla="*/ 17441 w 664232"/>
                    <a:gd name="connsiteY2" fmla="*/ 1089381 h 1288601"/>
                    <a:gd name="connsiteX3" fmla="*/ 287244 w 664232"/>
                    <a:gd name="connsiteY3" fmla="*/ 1269904 h 1288601"/>
                    <a:gd name="connsiteX4" fmla="*/ 428983 w 664232"/>
                    <a:gd name="connsiteY4" fmla="*/ 1075686 h 1288601"/>
                    <a:gd name="connsiteX5" fmla="*/ 428983 w 664232"/>
                    <a:gd name="connsiteY5" fmla="*/ 860303 h 1288601"/>
                    <a:gd name="connsiteX6" fmla="*/ 431470 w 664232"/>
                    <a:gd name="connsiteY6" fmla="*/ 854079 h 1288601"/>
                    <a:gd name="connsiteX7" fmla="*/ 437687 w 664232"/>
                    <a:gd name="connsiteY7" fmla="*/ 852834 h 1288601"/>
                    <a:gd name="connsiteX8" fmla="*/ 513530 w 664232"/>
                    <a:gd name="connsiteY8" fmla="*/ 845364 h 1288601"/>
                    <a:gd name="connsiteX9" fmla="*/ 646566 w 664232"/>
                    <a:gd name="connsiteY9" fmla="*/ 282629 h 1288601"/>
                    <a:gd name="connsiteX10" fmla="*/ 646566 w 664232"/>
                    <a:gd name="connsiteY10" fmla="*/ 245280 h 1288601"/>
                    <a:gd name="connsiteX11" fmla="*/ 404117 w 664232"/>
                    <a:gd name="connsiteY11" fmla="*/ 17447 h 1288601"/>
                    <a:gd name="connsiteX12" fmla="*/ 223823 w 664232"/>
                    <a:gd name="connsiteY12" fmla="*/ 0 h 1288601"/>
                    <a:gd name="connsiteX13" fmla="*/ 404124 w 664232"/>
                    <a:gd name="connsiteY13" fmla="*/ 0 h 1288601"/>
                    <a:gd name="connsiteX14" fmla="*/ 664007 w 664232"/>
                    <a:gd name="connsiteY14" fmla="*/ 245270 h 1288601"/>
                    <a:gd name="connsiteX15" fmla="*/ 664007 w 664232"/>
                    <a:gd name="connsiteY15" fmla="*/ 282621 h 1288601"/>
                    <a:gd name="connsiteX16" fmla="*/ 516035 w 664232"/>
                    <a:gd name="connsiteY16" fmla="*/ 862803 h 1288601"/>
                    <a:gd name="connsiteX17" fmla="*/ 446402 w 664232"/>
                    <a:gd name="connsiteY17" fmla="*/ 869028 h 1288601"/>
                    <a:gd name="connsiteX18" fmla="*/ 446402 w 664232"/>
                    <a:gd name="connsiteY18" fmla="*/ 1076947 h 1288601"/>
                    <a:gd name="connsiteX19" fmla="*/ 446402 w 664232"/>
                    <a:gd name="connsiteY19" fmla="*/ 1079437 h 1288601"/>
                    <a:gd name="connsiteX20" fmla="*/ 287239 w 664232"/>
                    <a:gd name="connsiteY20" fmla="*/ 1288601 h 1288601"/>
                    <a:gd name="connsiteX21" fmla="*/ 2487 w 664232"/>
                    <a:gd name="connsiteY21" fmla="*/ 1098112 h 1288601"/>
                    <a:gd name="connsiteX22" fmla="*/ 0 w 664232"/>
                    <a:gd name="connsiteY22" fmla="*/ 1091887 h 1288601"/>
                    <a:gd name="connsiteX23" fmla="*/ 0 w 664232"/>
                    <a:gd name="connsiteY23" fmla="*/ 224105 h 1288601"/>
                    <a:gd name="connsiteX24" fmla="*/ 223823 w 664232"/>
                    <a:gd name="connsiteY24" fmla="*/ 0 h 128860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664232" h="1288601">
                      <a:moveTo>
                        <a:pt x="223834" y="17447"/>
                      </a:moveTo>
                      <a:cubicBezTo>
                        <a:pt x="109447" y="17447"/>
                        <a:pt x="17441" y="109576"/>
                        <a:pt x="17441" y="224115"/>
                      </a:cubicBezTo>
                      <a:lnTo>
                        <a:pt x="17441" y="1089381"/>
                      </a:lnTo>
                      <a:cubicBezTo>
                        <a:pt x="34848" y="1110546"/>
                        <a:pt x="171614" y="1269904"/>
                        <a:pt x="287244" y="1269904"/>
                      </a:cubicBezTo>
                      <a:cubicBezTo>
                        <a:pt x="387953" y="1269904"/>
                        <a:pt x="426497" y="1089381"/>
                        <a:pt x="428983" y="1075686"/>
                      </a:cubicBezTo>
                      <a:lnTo>
                        <a:pt x="428983" y="860303"/>
                      </a:lnTo>
                      <a:cubicBezTo>
                        <a:pt x="428983" y="859058"/>
                        <a:pt x="430227" y="856569"/>
                        <a:pt x="431470" y="854079"/>
                      </a:cubicBezTo>
                      <a:cubicBezTo>
                        <a:pt x="432713" y="852834"/>
                        <a:pt x="435200" y="852834"/>
                        <a:pt x="437687" y="852834"/>
                      </a:cubicBezTo>
                      <a:cubicBezTo>
                        <a:pt x="462553" y="852834"/>
                        <a:pt x="487420" y="850344"/>
                        <a:pt x="513530" y="845364"/>
                      </a:cubicBezTo>
                      <a:cubicBezTo>
                        <a:pt x="649053" y="821709"/>
                        <a:pt x="647809" y="458173"/>
                        <a:pt x="646566" y="282629"/>
                      </a:cubicBezTo>
                      <a:cubicBezTo>
                        <a:pt x="646566" y="268935"/>
                        <a:pt x="646566" y="256485"/>
                        <a:pt x="646566" y="245280"/>
                      </a:cubicBezTo>
                      <a:cubicBezTo>
                        <a:pt x="646566" y="17447"/>
                        <a:pt x="471256" y="17447"/>
                        <a:pt x="404117" y="17447"/>
                      </a:cubicBezTo>
                      <a:close/>
                      <a:moveTo>
                        <a:pt x="223823" y="0"/>
                      </a:moveTo>
                      <a:lnTo>
                        <a:pt x="404124" y="0"/>
                      </a:lnTo>
                      <a:cubicBezTo>
                        <a:pt x="468784" y="0"/>
                        <a:pt x="664007" y="0"/>
                        <a:pt x="664007" y="245270"/>
                      </a:cubicBezTo>
                      <a:cubicBezTo>
                        <a:pt x="664007" y="256475"/>
                        <a:pt x="664007" y="268926"/>
                        <a:pt x="664007" y="282621"/>
                      </a:cubicBezTo>
                      <a:cubicBezTo>
                        <a:pt x="665250" y="475600"/>
                        <a:pt x="666494" y="835412"/>
                        <a:pt x="516035" y="862803"/>
                      </a:cubicBezTo>
                      <a:cubicBezTo>
                        <a:pt x="492410" y="866538"/>
                        <a:pt x="468784" y="869028"/>
                        <a:pt x="446402" y="869028"/>
                      </a:cubicBezTo>
                      <a:lnTo>
                        <a:pt x="446402" y="1076947"/>
                      </a:lnTo>
                      <a:cubicBezTo>
                        <a:pt x="446402" y="1078192"/>
                        <a:pt x="446402" y="1078192"/>
                        <a:pt x="446402" y="1079437"/>
                      </a:cubicBezTo>
                      <a:cubicBezTo>
                        <a:pt x="445158" y="1088152"/>
                        <a:pt x="406611" y="1288601"/>
                        <a:pt x="287239" y="1288601"/>
                      </a:cubicBezTo>
                      <a:cubicBezTo>
                        <a:pt x="155432" y="1288601"/>
                        <a:pt x="8704" y="1105582"/>
                        <a:pt x="2487" y="1098112"/>
                      </a:cubicBezTo>
                      <a:cubicBezTo>
                        <a:pt x="0" y="1095622"/>
                        <a:pt x="0" y="1094377"/>
                        <a:pt x="0" y="1091887"/>
                      </a:cubicBezTo>
                      <a:lnTo>
                        <a:pt x="0" y="224105"/>
                      </a:lnTo>
                      <a:cubicBezTo>
                        <a:pt x="0" y="100847"/>
                        <a:pt x="100720" y="0"/>
                        <a:pt x="223823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FCCBBDC9-AF53-134B-BCDC-B22E1B2FA2B3}"/>
                    </a:ext>
                  </a:extLst>
                </p:cNvPr>
                <p:cNvSpPr/>
                <p:nvPr/>
              </p:nvSpPr>
              <p:spPr>
                <a:xfrm>
                  <a:off x="14472362" y="7863707"/>
                  <a:ext cx="107138" cy="1495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87" h="13">
                      <a:moveTo>
                        <a:pt x="80" y="13"/>
                      </a:moveTo>
                      <a:lnTo>
                        <a:pt x="7" y="13"/>
                      </a:lnTo>
                      <a:cubicBezTo>
                        <a:pt x="3" y="13"/>
                        <a:pt x="0" y="10"/>
                        <a:pt x="0" y="6"/>
                      </a:cubicBezTo>
                      <a:cubicBezTo>
                        <a:pt x="0" y="3"/>
                        <a:pt x="3" y="0"/>
                        <a:pt x="7" y="0"/>
                      </a:cubicBezTo>
                      <a:lnTo>
                        <a:pt x="80" y="0"/>
                      </a:lnTo>
                      <a:cubicBezTo>
                        <a:pt x="84" y="0"/>
                        <a:pt x="87" y="3"/>
                        <a:pt x="87" y="6"/>
                      </a:cubicBezTo>
                      <a:cubicBezTo>
                        <a:pt x="87" y="10"/>
                        <a:pt x="84" y="13"/>
                        <a:pt x="80" y="1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98" name="Freeform 197">
                  <a:extLst>
                    <a:ext uri="{FF2B5EF4-FFF2-40B4-BE49-F238E27FC236}">
                      <a16:creationId xmlns:a16="http://schemas.microsoft.com/office/drawing/2014/main" id="{092E217E-4A2F-8B44-BEEC-3D481C05F33C}"/>
                    </a:ext>
                  </a:extLst>
                </p:cNvPr>
                <p:cNvSpPr/>
                <p:nvPr/>
              </p:nvSpPr>
              <p:spPr>
                <a:xfrm>
                  <a:off x="13891827" y="6795689"/>
                  <a:ext cx="949293" cy="100196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63" h="805">
                      <a:moveTo>
                        <a:pt x="742" y="173"/>
                      </a:moveTo>
                      <a:cubicBezTo>
                        <a:pt x="753" y="164"/>
                        <a:pt x="757" y="148"/>
                        <a:pt x="750" y="135"/>
                      </a:cubicBezTo>
                      <a:cubicBezTo>
                        <a:pt x="744" y="123"/>
                        <a:pt x="729" y="117"/>
                        <a:pt x="717" y="119"/>
                      </a:cubicBezTo>
                      <a:cubicBezTo>
                        <a:pt x="722" y="107"/>
                        <a:pt x="719" y="93"/>
                        <a:pt x="709" y="84"/>
                      </a:cubicBezTo>
                      <a:cubicBezTo>
                        <a:pt x="699" y="76"/>
                        <a:pt x="684" y="74"/>
                        <a:pt x="673" y="80"/>
                      </a:cubicBezTo>
                      <a:cubicBezTo>
                        <a:pt x="675" y="68"/>
                        <a:pt x="669" y="56"/>
                        <a:pt x="657" y="50"/>
                      </a:cubicBezTo>
                      <a:cubicBezTo>
                        <a:pt x="646" y="44"/>
                        <a:pt x="632" y="46"/>
                        <a:pt x="624" y="54"/>
                      </a:cubicBezTo>
                      <a:cubicBezTo>
                        <a:pt x="623" y="42"/>
                        <a:pt x="615" y="31"/>
                        <a:pt x="603" y="27"/>
                      </a:cubicBezTo>
                      <a:cubicBezTo>
                        <a:pt x="591" y="23"/>
                        <a:pt x="579" y="26"/>
                        <a:pt x="571" y="36"/>
                      </a:cubicBezTo>
                      <a:cubicBezTo>
                        <a:pt x="568" y="24"/>
                        <a:pt x="559" y="14"/>
                        <a:pt x="547" y="12"/>
                      </a:cubicBezTo>
                      <a:cubicBezTo>
                        <a:pt x="534" y="9"/>
                        <a:pt x="522" y="14"/>
                        <a:pt x="516" y="24"/>
                      </a:cubicBezTo>
                      <a:cubicBezTo>
                        <a:pt x="512" y="13"/>
                        <a:pt x="502" y="4"/>
                        <a:pt x="490" y="3"/>
                      </a:cubicBezTo>
                      <a:cubicBezTo>
                        <a:pt x="477" y="2"/>
                        <a:pt x="466" y="8"/>
                        <a:pt x="460" y="19"/>
                      </a:cubicBezTo>
                      <a:cubicBezTo>
                        <a:pt x="456" y="8"/>
                        <a:pt x="445" y="0"/>
                        <a:pt x="432" y="0"/>
                      </a:cubicBezTo>
                      <a:cubicBezTo>
                        <a:pt x="419" y="0"/>
                        <a:pt x="409" y="8"/>
                        <a:pt x="404" y="19"/>
                      </a:cubicBezTo>
                      <a:cubicBezTo>
                        <a:pt x="399" y="8"/>
                        <a:pt x="387" y="2"/>
                        <a:pt x="375" y="3"/>
                      </a:cubicBezTo>
                      <a:cubicBezTo>
                        <a:pt x="362" y="4"/>
                        <a:pt x="352" y="13"/>
                        <a:pt x="349" y="25"/>
                      </a:cubicBezTo>
                      <a:cubicBezTo>
                        <a:pt x="342" y="15"/>
                        <a:pt x="330" y="10"/>
                        <a:pt x="317" y="13"/>
                      </a:cubicBezTo>
                      <a:cubicBezTo>
                        <a:pt x="305" y="15"/>
                        <a:pt x="296" y="25"/>
                        <a:pt x="294" y="37"/>
                      </a:cubicBezTo>
                      <a:cubicBezTo>
                        <a:pt x="286" y="28"/>
                        <a:pt x="273" y="25"/>
                        <a:pt x="261" y="28"/>
                      </a:cubicBezTo>
                      <a:cubicBezTo>
                        <a:pt x="249" y="33"/>
                        <a:pt x="241" y="44"/>
                        <a:pt x="241" y="56"/>
                      </a:cubicBezTo>
                      <a:cubicBezTo>
                        <a:pt x="232" y="48"/>
                        <a:pt x="219" y="46"/>
                        <a:pt x="207" y="52"/>
                      </a:cubicBezTo>
                      <a:cubicBezTo>
                        <a:pt x="196" y="59"/>
                        <a:pt x="190" y="71"/>
                        <a:pt x="191" y="83"/>
                      </a:cubicBezTo>
                      <a:cubicBezTo>
                        <a:pt x="181" y="76"/>
                        <a:pt x="167" y="77"/>
                        <a:pt x="157" y="84"/>
                      </a:cubicBezTo>
                      <a:cubicBezTo>
                        <a:pt x="147" y="92"/>
                        <a:pt x="143" y="106"/>
                        <a:pt x="147" y="117"/>
                      </a:cubicBezTo>
                      <a:cubicBezTo>
                        <a:pt x="135" y="112"/>
                        <a:pt x="122" y="115"/>
                        <a:pt x="113" y="125"/>
                      </a:cubicBezTo>
                      <a:cubicBezTo>
                        <a:pt x="104" y="134"/>
                        <a:pt x="103" y="148"/>
                        <a:pt x="108" y="159"/>
                      </a:cubicBezTo>
                      <a:cubicBezTo>
                        <a:pt x="97" y="157"/>
                        <a:pt x="84" y="162"/>
                        <a:pt x="77" y="173"/>
                      </a:cubicBezTo>
                      <a:cubicBezTo>
                        <a:pt x="70" y="183"/>
                        <a:pt x="72" y="197"/>
                        <a:pt x="78" y="206"/>
                      </a:cubicBezTo>
                      <a:cubicBezTo>
                        <a:pt x="66" y="206"/>
                        <a:pt x="54" y="212"/>
                        <a:pt x="49" y="223"/>
                      </a:cubicBezTo>
                      <a:cubicBezTo>
                        <a:pt x="43" y="234"/>
                        <a:pt x="46" y="247"/>
                        <a:pt x="54" y="256"/>
                      </a:cubicBezTo>
                      <a:cubicBezTo>
                        <a:pt x="41" y="257"/>
                        <a:pt x="31" y="265"/>
                        <a:pt x="27" y="277"/>
                      </a:cubicBezTo>
                      <a:cubicBezTo>
                        <a:pt x="23" y="288"/>
                        <a:pt x="26" y="301"/>
                        <a:pt x="35" y="309"/>
                      </a:cubicBezTo>
                      <a:cubicBezTo>
                        <a:pt x="24" y="312"/>
                        <a:pt x="13" y="320"/>
                        <a:pt x="11" y="332"/>
                      </a:cubicBezTo>
                      <a:cubicBezTo>
                        <a:pt x="8" y="345"/>
                        <a:pt x="13" y="358"/>
                        <a:pt x="23" y="364"/>
                      </a:cubicBezTo>
                      <a:cubicBezTo>
                        <a:pt x="12" y="367"/>
                        <a:pt x="3" y="377"/>
                        <a:pt x="2" y="390"/>
                      </a:cubicBezTo>
                      <a:cubicBezTo>
                        <a:pt x="0" y="403"/>
                        <a:pt x="7" y="414"/>
                        <a:pt x="18" y="420"/>
                      </a:cubicBezTo>
                      <a:cubicBezTo>
                        <a:pt x="7" y="425"/>
                        <a:pt x="-1" y="436"/>
                        <a:pt x="0" y="449"/>
                      </a:cubicBezTo>
                      <a:cubicBezTo>
                        <a:pt x="0" y="461"/>
                        <a:pt x="8" y="472"/>
                        <a:pt x="19" y="476"/>
                      </a:cubicBezTo>
                      <a:cubicBezTo>
                        <a:pt x="9" y="482"/>
                        <a:pt x="3" y="494"/>
                        <a:pt x="5" y="506"/>
                      </a:cubicBezTo>
                      <a:cubicBezTo>
                        <a:pt x="7" y="519"/>
                        <a:pt x="16" y="529"/>
                        <a:pt x="28" y="531"/>
                      </a:cubicBezTo>
                      <a:cubicBezTo>
                        <a:pt x="18" y="538"/>
                        <a:pt x="14" y="551"/>
                        <a:pt x="17" y="564"/>
                      </a:cubicBezTo>
                      <a:cubicBezTo>
                        <a:pt x="21" y="576"/>
                        <a:pt x="31" y="584"/>
                        <a:pt x="43" y="585"/>
                      </a:cubicBezTo>
                      <a:cubicBezTo>
                        <a:pt x="35" y="594"/>
                        <a:pt x="32" y="607"/>
                        <a:pt x="37" y="618"/>
                      </a:cubicBezTo>
                      <a:cubicBezTo>
                        <a:pt x="41" y="630"/>
                        <a:pt x="53" y="637"/>
                        <a:pt x="65" y="637"/>
                      </a:cubicBezTo>
                      <a:cubicBezTo>
                        <a:pt x="58" y="646"/>
                        <a:pt x="57" y="659"/>
                        <a:pt x="64" y="670"/>
                      </a:cubicBezTo>
                      <a:cubicBezTo>
                        <a:pt x="70" y="681"/>
                        <a:pt x="82" y="686"/>
                        <a:pt x="94" y="685"/>
                      </a:cubicBezTo>
                      <a:cubicBezTo>
                        <a:pt x="88" y="696"/>
                        <a:pt x="89" y="709"/>
                        <a:pt x="97" y="719"/>
                      </a:cubicBezTo>
                      <a:cubicBezTo>
                        <a:pt x="105" y="729"/>
                        <a:pt x="118" y="732"/>
                        <a:pt x="130" y="729"/>
                      </a:cubicBezTo>
                      <a:cubicBezTo>
                        <a:pt x="125" y="740"/>
                        <a:pt x="128" y="753"/>
                        <a:pt x="137" y="762"/>
                      </a:cubicBezTo>
                      <a:cubicBezTo>
                        <a:pt x="146" y="770"/>
                        <a:pt x="160" y="772"/>
                        <a:pt x="171" y="767"/>
                      </a:cubicBezTo>
                      <a:cubicBezTo>
                        <a:pt x="168" y="779"/>
                        <a:pt x="172" y="792"/>
                        <a:pt x="183" y="799"/>
                      </a:cubicBezTo>
                      <a:cubicBezTo>
                        <a:pt x="188" y="802"/>
                        <a:pt x="194" y="805"/>
                        <a:pt x="200" y="805"/>
                      </a:cubicBezTo>
                      <a:lnTo>
                        <a:pt x="201" y="805"/>
                      </a:lnTo>
                      <a:cubicBezTo>
                        <a:pt x="217" y="805"/>
                        <a:pt x="230" y="792"/>
                        <a:pt x="231" y="776"/>
                      </a:cubicBezTo>
                      <a:cubicBezTo>
                        <a:pt x="231" y="775"/>
                        <a:pt x="231" y="774"/>
                        <a:pt x="231" y="774"/>
                      </a:cubicBezTo>
                      <a:cubicBezTo>
                        <a:pt x="245" y="782"/>
                        <a:pt x="261" y="779"/>
                        <a:pt x="271" y="767"/>
                      </a:cubicBezTo>
                      <a:cubicBezTo>
                        <a:pt x="280" y="755"/>
                        <a:pt x="279" y="740"/>
                        <a:pt x="270" y="729"/>
                      </a:cubicBezTo>
                      <a:cubicBezTo>
                        <a:pt x="284" y="729"/>
                        <a:pt x="295" y="720"/>
                        <a:pt x="298" y="707"/>
                      </a:cubicBezTo>
                      <a:cubicBezTo>
                        <a:pt x="302" y="694"/>
                        <a:pt x="297" y="681"/>
                        <a:pt x="287" y="674"/>
                      </a:cubicBezTo>
                      <a:cubicBezTo>
                        <a:pt x="298" y="670"/>
                        <a:pt x="307" y="659"/>
                        <a:pt x="308" y="647"/>
                      </a:cubicBezTo>
                      <a:cubicBezTo>
                        <a:pt x="308" y="639"/>
                        <a:pt x="306" y="633"/>
                        <a:pt x="302" y="627"/>
                      </a:cubicBezTo>
                      <a:cubicBezTo>
                        <a:pt x="212" y="618"/>
                        <a:pt x="214" y="502"/>
                        <a:pt x="259" y="482"/>
                      </a:cubicBezTo>
                      <a:cubicBezTo>
                        <a:pt x="292" y="468"/>
                        <a:pt x="314" y="489"/>
                        <a:pt x="320" y="497"/>
                      </a:cubicBezTo>
                      <a:cubicBezTo>
                        <a:pt x="321" y="494"/>
                        <a:pt x="322" y="492"/>
                        <a:pt x="323" y="489"/>
                      </a:cubicBezTo>
                      <a:cubicBezTo>
                        <a:pt x="325" y="478"/>
                        <a:pt x="322" y="467"/>
                        <a:pt x="314" y="460"/>
                      </a:cubicBezTo>
                      <a:cubicBezTo>
                        <a:pt x="324" y="458"/>
                        <a:pt x="333" y="451"/>
                        <a:pt x="337" y="440"/>
                      </a:cubicBezTo>
                      <a:cubicBezTo>
                        <a:pt x="341" y="430"/>
                        <a:pt x="339" y="419"/>
                        <a:pt x="333" y="411"/>
                      </a:cubicBezTo>
                      <a:cubicBezTo>
                        <a:pt x="343" y="411"/>
                        <a:pt x="352" y="406"/>
                        <a:pt x="358" y="397"/>
                      </a:cubicBezTo>
                      <a:cubicBezTo>
                        <a:pt x="363" y="389"/>
                        <a:pt x="364" y="377"/>
                        <a:pt x="360" y="369"/>
                      </a:cubicBezTo>
                      <a:cubicBezTo>
                        <a:pt x="369" y="371"/>
                        <a:pt x="379" y="369"/>
                        <a:pt x="387" y="363"/>
                      </a:cubicBezTo>
                      <a:cubicBezTo>
                        <a:pt x="395" y="357"/>
                        <a:pt x="398" y="348"/>
                        <a:pt x="397" y="338"/>
                      </a:cubicBezTo>
                      <a:cubicBezTo>
                        <a:pt x="405" y="343"/>
                        <a:pt x="414" y="345"/>
                        <a:pt x="424" y="342"/>
                      </a:cubicBezTo>
                      <a:cubicBezTo>
                        <a:pt x="433" y="340"/>
                        <a:pt x="440" y="332"/>
                        <a:pt x="443" y="324"/>
                      </a:cubicBezTo>
                      <a:cubicBezTo>
                        <a:pt x="449" y="332"/>
                        <a:pt x="458" y="337"/>
                        <a:pt x="469" y="337"/>
                      </a:cubicBezTo>
                      <a:cubicBezTo>
                        <a:pt x="480" y="337"/>
                        <a:pt x="490" y="330"/>
                        <a:pt x="495" y="321"/>
                      </a:cubicBezTo>
                      <a:cubicBezTo>
                        <a:pt x="500" y="330"/>
                        <a:pt x="510" y="338"/>
                        <a:pt x="521" y="338"/>
                      </a:cubicBezTo>
                      <a:cubicBezTo>
                        <a:pt x="533" y="339"/>
                        <a:pt x="544" y="333"/>
                        <a:pt x="550" y="323"/>
                      </a:cubicBezTo>
                      <a:cubicBezTo>
                        <a:pt x="554" y="334"/>
                        <a:pt x="564" y="341"/>
                        <a:pt x="577" y="342"/>
                      </a:cubicBezTo>
                      <a:cubicBezTo>
                        <a:pt x="589" y="342"/>
                        <a:pt x="600" y="334"/>
                        <a:pt x="605" y="324"/>
                      </a:cubicBezTo>
                      <a:cubicBezTo>
                        <a:pt x="611" y="334"/>
                        <a:pt x="623" y="341"/>
                        <a:pt x="636" y="340"/>
                      </a:cubicBezTo>
                      <a:cubicBezTo>
                        <a:pt x="649" y="338"/>
                        <a:pt x="659" y="328"/>
                        <a:pt x="662" y="314"/>
                      </a:cubicBezTo>
                      <a:cubicBezTo>
                        <a:pt x="671" y="325"/>
                        <a:pt x="687" y="328"/>
                        <a:pt x="699" y="320"/>
                      </a:cubicBezTo>
                      <a:cubicBezTo>
                        <a:pt x="712" y="313"/>
                        <a:pt x="717" y="297"/>
                        <a:pt x="712" y="283"/>
                      </a:cubicBezTo>
                      <a:cubicBezTo>
                        <a:pt x="726" y="287"/>
                        <a:pt x="741" y="280"/>
                        <a:pt x="747" y="267"/>
                      </a:cubicBezTo>
                      <a:cubicBezTo>
                        <a:pt x="753" y="255"/>
                        <a:pt x="749" y="240"/>
                        <a:pt x="739" y="232"/>
                      </a:cubicBezTo>
                      <a:cubicBezTo>
                        <a:pt x="752" y="228"/>
                        <a:pt x="761" y="218"/>
                        <a:pt x="763" y="204"/>
                      </a:cubicBezTo>
                      <a:cubicBezTo>
                        <a:pt x="764" y="190"/>
                        <a:pt x="755" y="177"/>
                        <a:pt x="742" y="17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9D06BF6-247E-B04F-ACD1-F4EE1ED7A4A4}"/>
                  </a:ext>
                </a:extLst>
              </p:cNvPr>
              <p:cNvGrpSpPr/>
              <p:nvPr/>
            </p:nvGrpSpPr>
            <p:grpSpPr>
              <a:xfrm>
                <a:off x="10376203" y="8667525"/>
                <a:ext cx="2557610" cy="1765906"/>
                <a:chOff x="10376203" y="8667525"/>
                <a:chExt cx="2557610" cy="1765906"/>
              </a:xfrm>
            </p:grpSpPr>
            <p:sp>
              <p:nvSpPr>
                <p:cNvPr id="199" name="Freeform 198">
                  <a:extLst>
                    <a:ext uri="{FF2B5EF4-FFF2-40B4-BE49-F238E27FC236}">
                      <a16:creationId xmlns:a16="http://schemas.microsoft.com/office/drawing/2014/main" id="{47BB6D01-F6A6-6243-BEB4-6281F24A3F07}"/>
                    </a:ext>
                  </a:extLst>
                </p:cNvPr>
                <p:cNvSpPr/>
                <p:nvPr/>
              </p:nvSpPr>
              <p:spPr>
                <a:xfrm>
                  <a:off x="10384923" y="8677495"/>
                  <a:ext cx="2540166" cy="174721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040" h="1403">
                      <a:moveTo>
                        <a:pt x="1962" y="1403"/>
                      </a:moveTo>
                      <a:lnTo>
                        <a:pt x="77" y="1403"/>
                      </a:lnTo>
                      <a:cubicBezTo>
                        <a:pt x="34" y="1403"/>
                        <a:pt x="0" y="1369"/>
                        <a:pt x="0" y="1326"/>
                      </a:cubicBezTo>
                      <a:lnTo>
                        <a:pt x="0" y="77"/>
                      </a:lnTo>
                      <a:cubicBezTo>
                        <a:pt x="0" y="34"/>
                        <a:pt x="34" y="0"/>
                        <a:pt x="77" y="0"/>
                      </a:cubicBezTo>
                      <a:lnTo>
                        <a:pt x="1962" y="0"/>
                      </a:lnTo>
                      <a:cubicBezTo>
                        <a:pt x="2005" y="0"/>
                        <a:pt x="2040" y="34"/>
                        <a:pt x="2040" y="77"/>
                      </a:cubicBezTo>
                      <a:lnTo>
                        <a:pt x="2040" y="1326"/>
                      </a:lnTo>
                      <a:cubicBezTo>
                        <a:pt x="2040" y="1369"/>
                        <a:pt x="2005" y="1403"/>
                        <a:pt x="1962" y="1403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17" name="Freeform 316">
                  <a:extLst>
                    <a:ext uri="{FF2B5EF4-FFF2-40B4-BE49-F238E27FC236}">
                      <a16:creationId xmlns:a16="http://schemas.microsoft.com/office/drawing/2014/main" id="{36E30B8D-62E7-864F-8121-26FF06E7C61C}"/>
                    </a:ext>
                  </a:extLst>
                </p:cNvPr>
                <p:cNvSpPr/>
                <p:nvPr/>
              </p:nvSpPr>
              <p:spPr>
                <a:xfrm>
                  <a:off x="10376203" y="8667525"/>
                  <a:ext cx="2557610" cy="1765903"/>
                </a:xfrm>
                <a:custGeom>
                  <a:avLst/>
                  <a:gdLst>
                    <a:gd name="connsiteX0" fmla="*/ 73474 w 2557610"/>
                    <a:gd name="connsiteY0" fmla="*/ 18693 h 1765903"/>
                    <a:gd name="connsiteX1" fmla="*/ 17441 w 2557610"/>
                    <a:gd name="connsiteY1" fmla="*/ 74733 h 1765903"/>
                    <a:gd name="connsiteX2" fmla="*/ 17441 w 2557610"/>
                    <a:gd name="connsiteY2" fmla="*/ 1692419 h 1765903"/>
                    <a:gd name="connsiteX3" fmla="*/ 73474 w 2557610"/>
                    <a:gd name="connsiteY3" fmla="*/ 1748459 h 1765903"/>
                    <a:gd name="connsiteX4" fmla="*/ 2482891 w 2557610"/>
                    <a:gd name="connsiteY4" fmla="*/ 1748459 h 1765903"/>
                    <a:gd name="connsiteX5" fmla="*/ 2540169 w 2557610"/>
                    <a:gd name="connsiteY5" fmla="*/ 1692419 h 1765903"/>
                    <a:gd name="connsiteX6" fmla="*/ 2540169 w 2557610"/>
                    <a:gd name="connsiteY6" fmla="*/ 74733 h 1765903"/>
                    <a:gd name="connsiteX7" fmla="*/ 2482891 w 2557610"/>
                    <a:gd name="connsiteY7" fmla="*/ 18693 h 1765903"/>
                    <a:gd name="connsiteX8" fmla="*/ 73466 w 2557610"/>
                    <a:gd name="connsiteY8" fmla="*/ 0 h 1765903"/>
                    <a:gd name="connsiteX9" fmla="*/ 2482899 w 2557610"/>
                    <a:gd name="connsiteY9" fmla="*/ 0 h 1765903"/>
                    <a:gd name="connsiteX10" fmla="*/ 2557610 w 2557610"/>
                    <a:gd name="connsiteY10" fmla="*/ 74721 h 1765903"/>
                    <a:gd name="connsiteX11" fmla="*/ 2557610 w 2557610"/>
                    <a:gd name="connsiteY11" fmla="*/ 1692427 h 1765903"/>
                    <a:gd name="connsiteX12" fmla="*/ 2482899 w 2557610"/>
                    <a:gd name="connsiteY12" fmla="*/ 1765903 h 1765903"/>
                    <a:gd name="connsiteX13" fmla="*/ 73466 w 2557610"/>
                    <a:gd name="connsiteY13" fmla="*/ 1765903 h 1765903"/>
                    <a:gd name="connsiteX14" fmla="*/ 0 w 2557610"/>
                    <a:gd name="connsiteY14" fmla="*/ 1692427 h 1765903"/>
                    <a:gd name="connsiteX15" fmla="*/ 0 w 2557610"/>
                    <a:gd name="connsiteY15" fmla="*/ 74721 h 1765903"/>
                    <a:gd name="connsiteX16" fmla="*/ 73466 w 2557610"/>
                    <a:gd name="connsiteY16" fmla="*/ 0 h 1765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57610" h="1765903">
                      <a:moveTo>
                        <a:pt x="73474" y="18693"/>
                      </a:moveTo>
                      <a:cubicBezTo>
                        <a:pt x="42345" y="18693"/>
                        <a:pt x="17441" y="43600"/>
                        <a:pt x="17441" y="74733"/>
                      </a:cubicBezTo>
                      <a:lnTo>
                        <a:pt x="17441" y="1692419"/>
                      </a:lnTo>
                      <a:cubicBezTo>
                        <a:pt x="17441" y="1723552"/>
                        <a:pt x="42345" y="1748459"/>
                        <a:pt x="73474" y="1748459"/>
                      </a:cubicBezTo>
                      <a:lnTo>
                        <a:pt x="2482891" y="1748459"/>
                      </a:lnTo>
                      <a:cubicBezTo>
                        <a:pt x="2514020" y="1748459"/>
                        <a:pt x="2540169" y="1723552"/>
                        <a:pt x="2540169" y="1692419"/>
                      </a:cubicBezTo>
                      <a:lnTo>
                        <a:pt x="2540169" y="74733"/>
                      </a:lnTo>
                      <a:cubicBezTo>
                        <a:pt x="2540169" y="43600"/>
                        <a:pt x="2514020" y="18693"/>
                        <a:pt x="2482891" y="18693"/>
                      </a:cubicBezTo>
                      <a:close/>
                      <a:moveTo>
                        <a:pt x="73466" y="0"/>
                      </a:moveTo>
                      <a:lnTo>
                        <a:pt x="2482899" y="0"/>
                      </a:lnTo>
                      <a:cubicBezTo>
                        <a:pt x="2523990" y="0"/>
                        <a:pt x="2557610" y="33624"/>
                        <a:pt x="2557610" y="74721"/>
                      </a:cubicBezTo>
                      <a:lnTo>
                        <a:pt x="2557610" y="1692427"/>
                      </a:lnTo>
                      <a:cubicBezTo>
                        <a:pt x="2557610" y="1732279"/>
                        <a:pt x="2523990" y="1765903"/>
                        <a:pt x="2482899" y="1765903"/>
                      </a:cubicBezTo>
                      <a:lnTo>
                        <a:pt x="73466" y="1765903"/>
                      </a:lnTo>
                      <a:cubicBezTo>
                        <a:pt x="32375" y="1765903"/>
                        <a:pt x="0" y="1732279"/>
                        <a:pt x="0" y="1692427"/>
                      </a:cubicBezTo>
                      <a:lnTo>
                        <a:pt x="0" y="74721"/>
                      </a:lnTo>
                      <a:cubicBezTo>
                        <a:pt x="0" y="33624"/>
                        <a:pt x="32375" y="0"/>
                        <a:pt x="7346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2" name="Freeform 201">
                  <a:extLst>
                    <a:ext uri="{FF2B5EF4-FFF2-40B4-BE49-F238E27FC236}">
                      <a16:creationId xmlns:a16="http://schemas.microsoft.com/office/drawing/2014/main" id="{24911A34-95A1-764C-A265-3FE467BED494}"/>
                    </a:ext>
                  </a:extLst>
                </p:cNvPr>
                <p:cNvSpPr/>
                <p:nvPr/>
              </p:nvSpPr>
              <p:spPr>
                <a:xfrm>
                  <a:off x="11187213" y="8775947"/>
                  <a:ext cx="945556" cy="108546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60" h="872">
                      <a:moveTo>
                        <a:pt x="756" y="384"/>
                      </a:moveTo>
                      <a:cubicBezTo>
                        <a:pt x="749" y="261"/>
                        <a:pt x="730" y="104"/>
                        <a:pt x="678" y="56"/>
                      </a:cubicBezTo>
                      <a:cubicBezTo>
                        <a:pt x="606" y="-11"/>
                        <a:pt x="525" y="-4"/>
                        <a:pt x="455" y="8"/>
                      </a:cubicBezTo>
                      <a:cubicBezTo>
                        <a:pt x="420" y="14"/>
                        <a:pt x="371" y="11"/>
                        <a:pt x="332" y="9"/>
                      </a:cubicBezTo>
                      <a:cubicBezTo>
                        <a:pt x="323" y="8"/>
                        <a:pt x="315" y="7"/>
                        <a:pt x="307" y="7"/>
                      </a:cubicBezTo>
                      <a:cubicBezTo>
                        <a:pt x="99" y="-3"/>
                        <a:pt x="47" y="280"/>
                        <a:pt x="35" y="401"/>
                      </a:cubicBezTo>
                      <a:cubicBezTo>
                        <a:pt x="25" y="497"/>
                        <a:pt x="5" y="682"/>
                        <a:pt x="0" y="730"/>
                      </a:cubicBezTo>
                      <a:cubicBezTo>
                        <a:pt x="0" y="736"/>
                        <a:pt x="2" y="741"/>
                        <a:pt x="5" y="744"/>
                      </a:cubicBezTo>
                      <a:cubicBezTo>
                        <a:pt x="8" y="748"/>
                        <a:pt x="13" y="751"/>
                        <a:pt x="18" y="751"/>
                      </a:cubicBezTo>
                      <a:lnTo>
                        <a:pt x="55" y="751"/>
                      </a:lnTo>
                      <a:cubicBezTo>
                        <a:pt x="58" y="751"/>
                        <a:pt x="60" y="752"/>
                        <a:pt x="60" y="755"/>
                      </a:cubicBezTo>
                      <a:lnTo>
                        <a:pt x="60" y="831"/>
                      </a:lnTo>
                      <a:cubicBezTo>
                        <a:pt x="60" y="853"/>
                        <a:pt x="78" y="872"/>
                        <a:pt x="100" y="872"/>
                      </a:cubicBezTo>
                      <a:lnTo>
                        <a:pt x="107" y="872"/>
                      </a:lnTo>
                      <a:cubicBezTo>
                        <a:pt x="126" y="872"/>
                        <a:pt x="141" y="856"/>
                        <a:pt x="141" y="837"/>
                      </a:cubicBezTo>
                      <a:cubicBezTo>
                        <a:pt x="141" y="835"/>
                        <a:pt x="144" y="833"/>
                        <a:pt x="146" y="833"/>
                      </a:cubicBezTo>
                      <a:lnTo>
                        <a:pt x="151" y="833"/>
                      </a:lnTo>
                      <a:cubicBezTo>
                        <a:pt x="153" y="833"/>
                        <a:pt x="155" y="835"/>
                        <a:pt x="155" y="837"/>
                      </a:cubicBezTo>
                      <a:cubicBezTo>
                        <a:pt x="155" y="856"/>
                        <a:pt x="171" y="872"/>
                        <a:pt x="190" y="872"/>
                      </a:cubicBezTo>
                      <a:lnTo>
                        <a:pt x="223" y="872"/>
                      </a:lnTo>
                      <a:cubicBezTo>
                        <a:pt x="224" y="872"/>
                        <a:pt x="224" y="872"/>
                        <a:pt x="225" y="872"/>
                      </a:cubicBezTo>
                      <a:lnTo>
                        <a:pt x="519" y="850"/>
                      </a:lnTo>
                      <a:lnTo>
                        <a:pt x="584" y="850"/>
                      </a:lnTo>
                      <a:cubicBezTo>
                        <a:pt x="609" y="850"/>
                        <a:pt x="630" y="829"/>
                        <a:pt x="630" y="804"/>
                      </a:cubicBezTo>
                      <a:lnTo>
                        <a:pt x="630" y="776"/>
                      </a:lnTo>
                      <a:cubicBezTo>
                        <a:pt x="630" y="774"/>
                        <a:pt x="632" y="772"/>
                        <a:pt x="634" y="772"/>
                      </a:cubicBezTo>
                      <a:cubicBezTo>
                        <a:pt x="636" y="772"/>
                        <a:pt x="638" y="774"/>
                        <a:pt x="638" y="776"/>
                      </a:cubicBezTo>
                      <a:lnTo>
                        <a:pt x="638" y="786"/>
                      </a:lnTo>
                      <a:cubicBezTo>
                        <a:pt x="638" y="804"/>
                        <a:pt x="653" y="819"/>
                        <a:pt x="671" y="819"/>
                      </a:cubicBezTo>
                      <a:lnTo>
                        <a:pt x="712" y="819"/>
                      </a:lnTo>
                      <a:cubicBezTo>
                        <a:pt x="728" y="819"/>
                        <a:pt x="742" y="807"/>
                        <a:pt x="744" y="790"/>
                      </a:cubicBezTo>
                      <a:cubicBezTo>
                        <a:pt x="759" y="686"/>
                        <a:pt x="764" y="522"/>
                        <a:pt x="756" y="38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3" name="Freeform 202">
                  <a:extLst>
                    <a:ext uri="{FF2B5EF4-FFF2-40B4-BE49-F238E27FC236}">
                      <a16:creationId xmlns:a16="http://schemas.microsoft.com/office/drawing/2014/main" id="{85E4307D-B2EF-7945-9E9B-CDC20BB1E25B}"/>
                    </a:ext>
                  </a:extLst>
                </p:cNvPr>
                <p:cNvSpPr/>
                <p:nvPr/>
              </p:nvSpPr>
              <p:spPr>
                <a:xfrm>
                  <a:off x="10832163" y="9982297"/>
                  <a:ext cx="1645691" cy="44241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322" h="356">
                      <a:moveTo>
                        <a:pt x="1147" y="39"/>
                      </a:moveTo>
                      <a:cubicBezTo>
                        <a:pt x="1043" y="-11"/>
                        <a:pt x="857" y="2"/>
                        <a:pt x="857" y="2"/>
                      </a:cubicBezTo>
                      <a:lnTo>
                        <a:pt x="661" y="2"/>
                      </a:lnTo>
                      <a:lnTo>
                        <a:pt x="464" y="2"/>
                      </a:lnTo>
                      <a:cubicBezTo>
                        <a:pt x="464" y="2"/>
                        <a:pt x="279" y="-11"/>
                        <a:pt x="174" y="39"/>
                      </a:cubicBezTo>
                      <a:cubicBezTo>
                        <a:pt x="90" y="79"/>
                        <a:pt x="0" y="356"/>
                        <a:pt x="0" y="356"/>
                      </a:cubicBezTo>
                      <a:lnTo>
                        <a:pt x="661" y="356"/>
                      </a:lnTo>
                      <a:lnTo>
                        <a:pt x="1322" y="356"/>
                      </a:lnTo>
                      <a:cubicBezTo>
                        <a:pt x="1322" y="356"/>
                        <a:pt x="1232" y="79"/>
                        <a:pt x="1147" y="3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18" name="Freeform 317">
                  <a:extLst>
                    <a:ext uri="{FF2B5EF4-FFF2-40B4-BE49-F238E27FC236}">
                      <a16:creationId xmlns:a16="http://schemas.microsoft.com/office/drawing/2014/main" id="{69EC191A-3011-5E4B-97D6-72678D00559D}"/>
                    </a:ext>
                  </a:extLst>
                </p:cNvPr>
                <p:cNvSpPr/>
                <p:nvPr/>
              </p:nvSpPr>
              <p:spPr>
                <a:xfrm>
                  <a:off x="10822621" y="9973203"/>
                  <a:ext cx="1663951" cy="460228"/>
                </a:xfrm>
                <a:custGeom>
                  <a:avLst/>
                  <a:gdLst>
                    <a:gd name="connsiteX0" fmla="*/ 548138 w 1663951"/>
                    <a:gd name="connsiteY0" fmla="*/ 17658 h 460228"/>
                    <a:gd name="connsiteX1" fmla="*/ 229888 w 1663951"/>
                    <a:gd name="connsiteY1" fmla="*/ 63789 h 460228"/>
                    <a:gd name="connsiteX2" fmla="*/ 20755 w 1663951"/>
                    <a:gd name="connsiteY2" fmla="*/ 442777 h 460228"/>
                    <a:gd name="connsiteX3" fmla="*/ 1644022 w 1663951"/>
                    <a:gd name="connsiteY3" fmla="*/ 442777 h 460228"/>
                    <a:gd name="connsiteX4" fmla="*/ 1433645 w 1663951"/>
                    <a:gd name="connsiteY4" fmla="*/ 63789 h 460228"/>
                    <a:gd name="connsiteX5" fmla="*/ 1076376 w 1663951"/>
                    <a:gd name="connsiteY5" fmla="*/ 19056 h 460228"/>
                    <a:gd name="connsiteX6" fmla="*/ 587156 w 1663951"/>
                    <a:gd name="connsiteY6" fmla="*/ 19056 h 460228"/>
                    <a:gd name="connsiteX7" fmla="*/ 548138 w 1663951"/>
                    <a:gd name="connsiteY7" fmla="*/ 17658 h 460228"/>
                    <a:gd name="connsiteX8" fmla="*/ 545386 w 1663951"/>
                    <a:gd name="connsiteY8" fmla="*/ 233 h 460228"/>
                    <a:gd name="connsiteX9" fmla="*/ 588392 w 1663951"/>
                    <a:gd name="connsiteY9" fmla="*/ 1612 h 460228"/>
                    <a:gd name="connsiteX10" fmla="*/ 1076377 w 1663951"/>
                    <a:gd name="connsiteY10" fmla="*/ 1612 h 460228"/>
                    <a:gd name="connsiteX11" fmla="*/ 1441121 w 1663951"/>
                    <a:gd name="connsiteY11" fmla="*/ 47598 h 460228"/>
                    <a:gd name="connsiteX12" fmla="*/ 1663951 w 1663951"/>
                    <a:gd name="connsiteY12" fmla="*/ 449042 h 460228"/>
                    <a:gd name="connsiteX13" fmla="*/ 1661461 w 1663951"/>
                    <a:gd name="connsiteY13" fmla="*/ 456499 h 460228"/>
                    <a:gd name="connsiteX14" fmla="*/ 1655237 w 1663951"/>
                    <a:gd name="connsiteY14" fmla="*/ 460228 h 460228"/>
                    <a:gd name="connsiteX15" fmla="*/ 9532 w 1663951"/>
                    <a:gd name="connsiteY15" fmla="*/ 460228 h 460228"/>
                    <a:gd name="connsiteX16" fmla="*/ 2063 w 1663951"/>
                    <a:gd name="connsiteY16" fmla="*/ 456499 h 460228"/>
                    <a:gd name="connsiteX17" fmla="*/ 818 w 1663951"/>
                    <a:gd name="connsiteY17" fmla="*/ 449042 h 460228"/>
                    <a:gd name="connsiteX18" fmla="*/ 222403 w 1663951"/>
                    <a:gd name="connsiteY18" fmla="*/ 47598 h 460228"/>
                    <a:gd name="connsiteX19" fmla="*/ 545386 w 1663951"/>
                    <a:gd name="connsiteY19" fmla="*/ 233 h 46022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663951" h="460228">
                      <a:moveTo>
                        <a:pt x="548138" y="17658"/>
                      </a:moveTo>
                      <a:cubicBezTo>
                        <a:pt x="477066" y="16260"/>
                        <a:pt x="325118" y="19056"/>
                        <a:pt x="229888" y="63789"/>
                      </a:cubicBezTo>
                      <a:cubicBezTo>
                        <a:pt x="139014" y="107279"/>
                        <a:pt x="40672" y="383133"/>
                        <a:pt x="20755" y="442777"/>
                      </a:cubicBezTo>
                      <a:lnTo>
                        <a:pt x="1644022" y="442777"/>
                      </a:lnTo>
                      <a:cubicBezTo>
                        <a:pt x="1622860" y="383133"/>
                        <a:pt x="1524518" y="107279"/>
                        <a:pt x="1433645" y="63789"/>
                      </a:cubicBezTo>
                      <a:cubicBezTo>
                        <a:pt x="1307916" y="4145"/>
                        <a:pt x="1078866" y="19056"/>
                        <a:pt x="1076376" y="19056"/>
                      </a:cubicBezTo>
                      <a:lnTo>
                        <a:pt x="587156" y="19056"/>
                      </a:lnTo>
                      <a:cubicBezTo>
                        <a:pt x="586534" y="19056"/>
                        <a:pt x="571829" y="18124"/>
                        <a:pt x="548138" y="17658"/>
                      </a:cubicBezTo>
                      <a:close/>
                      <a:moveTo>
                        <a:pt x="545386" y="233"/>
                      </a:moveTo>
                      <a:cubicBezTo>
                        <a:pt x="569952" y="680"/>
                        <a:pt x="585902" y="1612"/>
                        <a:pt x="588392" y="1612"/>
                      </a:cubicBezTo>
                      <a:lnTo>
                        <a:pt x="1076377" y="1612"/>
                      </a:lnTo>
                      <a:cubicBezTo>
                        <a:pt x="1085091" y="1612"/>
                        <a:pt x="1310411" y="-13302"/>
                        <a:pt x="1441121" y="47598"/>
                      </a:cubicBezTo>
                      <a:cubicBezTo>
                        <a:pt x="1549424" y="99798"/>
                        <a:pt x="1658972" y="434128"/>
                        <a:pt x="1663951" y="449042"/>
                      </a:cubicBezTo>
                      <a:cubicBezTo>
                        <a:pt x="1663951" y="451528"/>
                        <a:pt x="1663951" y="454014"/>
                        <a:pt x="1661461" y="456499"/>
                      </a:cubicBezTo>
                      <a:cubicBezTo>
                        <a:pt x="1660216" y="458985"/>
                        <a:pt x="1657727" y="460228"/>
                        <a:pt x="1655237" y="460228"/>
                      </a:cubicBezTo>
                      <a:lnTo>
                        <a:pt x="9532" y="460228"/>
                      </a:lnTo>
                      <a:cubicBezTo>
                        <a:pt x="5797" y="460228"/>
                        <a:pt x="3308" y="458985"/>
                        <a:pt x="2063" y="456499"/>
                      </a:cubicBezTo>
                      <a:cubicBezTo>
                        <a:pt x="-427" y="454014"/>
                        <a:pt x="-427" y="451528"/>
                        <a:pt x="818" y="449042"/>
                      </a:cubicBezTo>
                      <a:cubicBezTo>
                        <a:pt x="5797" y="434128"/>
                        <a:pt x="115345" y="99798"/>
                        <a:pt x="222403" y="47598"/>
                      </a:cubicBezTo>
                      <a:cubicBezTo>
                        <a:pt x="320436" y="1923"/>
                        <a:pt x="471686" y="-1107"/>
                        <a:pt x="545386" y="23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6" name="Freeform 205">
                  <a:extLst>
                    <a:ext uri="{FF2B5EF4-FFF2-40B4-BE49-F238E27FC236}">
                      <a16:creationId xmlns:a16="http://schemas.microsoft.com/office/drawing/2014/main" id="{2236EBCC-1679-FF43-A1C2-BBD16DFE1334}"/>
                    </a:ext>
                  </a:extLst>
                </p:cNvPr>
                <p:cNvSpPr/>
                <p:nvPr/>
              </p:nvSpPr>
              <p:spPr>
                <a:xfrm>
                  <a:off x="11370341" y="8927983"/>
                  <a:ext cx="693906" cy="122878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58" h="987">
                      <a:moveTo>
                        <a:pt x="555" y="162"/>
                      </a:moveTo>
                      <a:cubicBezTo>
                        <a:pt x="552" y="116"/>
                        <a:pt x="532" y="73"/>
                        <a:pt x="499" y="40"/>
                      </a:cubicBezTo>
                      <a:cubicBezTo>
                        <a:pt x="443" y="-17"/>
                        <a:pt x="0" y="-67"/>
                        <a:pt x="0" y="288"/>
                      </a:cubicBezTo>
                      <a:cubicBezTo>
                        <a:pt x="0" y="453"/>
                        <a:pt x="77" y="603"/>
                        <a:pt x="77" y="603"/>
                      </a:cubicBezTo>
                      <a:lnTo>
                        <a:pt x="77" y="849"/>
                      </a:lnTo>
                      <a:cubicBezTo>
                        <a:pt x="77" y="849"/>
                        <a:pt x="187" y="987"/>
                        <a:pt x="283" y="987"/>
                      </a:cubicBezTo>
                      <a:cubicBezTo>
                        <a:pt x="366" y="987"/>
                        <a:pt x="394" y="838"/>
                        <a:pt x="394" y="838"/>
                      </a:cubicBezTo>
                      <a:lnTo>
                        <a:pt x="394" y="630"/>
                      </a:lnTo>
                      <a:cubicBezTo>
                        <a:pt x="412" y="630"/>
                        <a:pt x="430" y="629"/>
                        <a:pt x="451" y="626"/>
                      </a:cubicBezTo>
                      <a:cubicBezTo>
                        <a:pt x="565" y="605"/>
                        <a:pt x="563" y="290"/>
                        <a:pt x="555" y="16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 dirty="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19" name="Freeform 318">
                  <a:extLst>
                    <a:ext uri="{FF2B5EF4-FFF2-40B4-BE49-F238E27FC236}">
                      <a16:creationId xmlns:a16="http://schemas.microsoft.com/office/drawing/2014/main" id="{4BFE2010-69C4-3A45-BFDD-D22E6EB1D61C}"/>
                    </a:ext>
                  </a:extLst>
                </p:cNvPr>
                <p:cNvSpPr/>
                <p:nvPr/>
              </p:nvSpPr>
              <p:spPr>
                <a:xfrm>
                  <a:off x="11361621" y="8919370"/>
                  <a:ext cx="712282" cy="1246122"/>
                </a:xfrm>
                <a:custGeom>
                  <a:avLst/>
                  <a:gdLst>
                    <a:gd name="connsiteX0" fmla="*/ 467438 w 712282"/>
                    <a:gd name="connsiteY0" fmla="*/ 19205 h 1246122"/>
                    <a:gd name="connsiteX1" fmla="*/ 217649 w 712282"/>
                    <a:gd name="connsiteY1" fmla="*/ 52196 h 1246122"/>
                    <a:gd name="connsiteX2" fmla="*/ 17444 w 712282"/>
                    <a:gd name="connsiteY2" fmla="*/ 367168 h 1246122"/>
                    <a:gd name="connsiteX3" fmla="*/ 111950 w 712282"/>
                    <a:gd name="connsiteY3" fmla="*/ 755592 h 1246122"/>
                    <a:gd name="connsiteX4" fmla="*/ 111950 w 712282"/>
                    <a:gd name="connsiteY4" fmla="*/ 759326 h 1246122"/>
                    <a:gd name="connsiteX5" fmla="*/ 111950 w 712282"/>
                    <a:gd name="connsiteY5" fmla="*/ 1063094 h 1246122"/>
                    <a:gd name="connsiteX6" fmla="*/ 360652 w 712282"/>
                    <a:gd name="connsiteY6" fmla="*/ 1228672 h 1246122"/>
                    <a:gd name="connsiteX7" fmla="*/ 489976 w 712282"/>
                    <a:gd name="connsiteY7" fmla="*/ 1050644 h 1246122"/>
                    <a:gd name="connsiteX8" fmla="*/ 489976 w 712282"/>
                    <a:gd name="connsiteY8" fmla="*/ 792940 h 1246122"/>
                    <a:gd name="connsiteX9" fmla="*/ 492463 w 712282"/>
                    <a:gd name="connsiteY9" fmla="*/ 786715 h 1246122"/>
                    <a:gd name="connsiteX10" fmla="*/ 498681 w 712282"/>
                    <a:gd name="connsiteY10" fmla="*/ 784225 h 1246122"/>
                    <a:gd name="connsiteX11" fmla="*/ 568317 w 712282"/>
                    <a:gd name="connsiteY11" fmla="*/ 778001 h 1246122"/>
                    <a:gd name="connsiteX12" fmla="*/ 691425 w 712282"/>
                    <a:gd name="connsiteY12" fmla="*/ 210304 h 1246122"/>
                    <a:gd name="connsiteX13" fmla="*/ 623032 w 712282"/>
                    <a:gd name="connsiteY13" fmla="*/ 64645 h 1246122"/>
                    <a:gd name="connsiteX14" fmla="*/ 467438 w 712282"/>
                    <a:gd name="connsiteY14" fmla="*/ 19205 h 1246122"/>
                    <a:gd name="connsiteX15" fmla="*/ 469621 w 712282"/>
                    <a:gd name="connsiteY15" fmla="*/ 2227 h 1246122"/>
                    <a:gd name="connsiteX16" fmla="*/ 635489 w 712282"/>
                    <a:gd name="connsiteY16" fmla="*/ 52182 h 1246122"/>
                    <a:gd name="connsiteX17" fmla="*/ 707619 w 712282"/>
                    <a:gd name="connsiteY17" fmla="*/ 210295 h 1246122"/>
                    <a:gd name="connsiteX18" fmla="*/ 700157 w 712282"/>
                    <a:gd name="connsiteY18" fmla="*/ 550176 h 1246122"/>
                    <a:gd name="connsiteX19" fmla="*/ 570821 w 712282"/>
                    <a:gd name="connsiteY19" fmla="*/ 795438 h 1246122"/>
                    <a:gd name="connsiteX20" fmla="*/ 507396 w 712282"/>
                    <a:gd name="connsiteY20" fmla="*/ 801663 h 1246122"/>
                    <a:gd name="connsiteX21" fmla="*/ 507396 w 712282"/>
                    <a:gd name="connsiteY21" fmla="*/ 1051904 h 1246122"/>
                    <a:gd name="connsiteX22" fmla="*/ 507396 w 712282"/>
                    <a:gd name="connsiteY22" fmla="*/ 1053150 h 1246122"/>
                    <a:gd name="connsiteX23" fmla="*/ 360649 w 712282"/>
                    <a:gd name="connsiteY23" fmla="*/ 1246122 h 1246122"/>
                    <a:gd name="connsiteX24" fmla="*/ 97002 w 712282"/>
                    <a:gd name="connsiteY24" fmla="*/ 1071824 h 1246122"/>
                    <a:gd name="connsiteX25" fmla="*/ 95759 w 712282"/>
                    <a:gd name="connsiteY25" fmla="*/ 1065599 h 1246122"/>
                    <a:gd name="connsiteX26" fmla="*/ 95759 w 712282"/>
                    <a:gd name="connsiteY26" fmla="*/ 761823 h 1246122"/>
                    <a:gd name="connsiteX27" fmla="*/ 0 w 712282"/>
                    <a:gd name="connsiteY27" fmla="*/ 367163 h 1246122"/>
                    <a:gd name="connsiteX28" fmla="*/ 211415 w 712282"/>
                    <a:gd name="connsiteY28" fmla="*/ 37243 h 1246122"/>
                    <a:gd name="connsiteX29" fmla="*/ 469621 w 712282"/>
                    <a:gd name="connsiteY29" fmla="*/ 2227 h 12461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712282" h="1246122">
                      <a:moveTo>
                        <a:pt x="467438" y="19205"/>
                      </a:moveTo>
                      <a:cubicBezTo>
                        <a:pt x="391118" y="12669"/>
                        <a:pt x="299099" y="19205"/>
                        <a:pt x="217649" y="52196"/>
                      </a:cubicBezTo>
                      <a:cubicBezTo>
                        <a:pt x="125629" y="89544"/>
                        <a:pt x="17444" y="174201"/>
                        <a:pt x="17444" y="367168"/>
                      </a:cubicBezTo>
                      <a:cubicBezTo>
                        <a:pt x="17444" y="568849"/>
                        <a:pt x="110707" y="754347"/>
                        <a:pt x="111950" y="755592"/>
                      </a:cubicBezTo>
                      <a:cubicBezTo>
                        <a:pt x="111950" y="756836"/>
                        <a:pt x="111950" y="758081"/>
                        <a:pt x="111950" y="759326"/>
                      </a:cubicBezTo>
                      <a:lnTo>
                        <a:pt x="111950" y="1063094"/>
                      </a:lnTo>
                      <a:cubicBezTo>
                        <a:pt x="129360" y="1083013"/>
                        <a:pt x="253710" y="1228672"/>
                        <a:pt x="360652" y="1228672"/>
                      </a:cubicBezTo>
                      <a:cubicBezTo>
                        <a:pt x="452671" y="1228672"/>
                        <a:pt x="487489" y="1064339"/>
                        <a:pt x="489976" y="1050644"/>
                      </a:cubicBezTo>
                      <a:lnTo>
                        <a:pt x="489976" y="792940"/>
                      </a:lnTo>
                      <a:cubicBezTo>
                        <a:pt x="489976" y="790450"/>
                        <a:pt x="491220" y="787960"/>
                        <a:pt x="492463" y="786715"/>
                      </a:cubicBezTo>
                      <a:cubicBezTo>
                        <a:pt x="493707" y="785470"/>
                        <a:pt x="496194" y="784225"/>
                        <a:pt x="498681" y="784225"/>
                      </a:cubicBezTo>
                      <a:cubicBezTo>
                        <a:pt x="521064" y="784225"/>
                        <a:pt x="544691" y="782980"/>
                        <a:pt x="568317" y="778001"/>
                      </a:cubicBezTo>
                      <a:cubicBezTo>
                        <a:pt x="691425" y="756836"/>
                        <a:pt x="702616" y="410741"/>
                        <a:pt x="691425" y="210304"/>
                      </a:cubicBezTo>
                      <a:cubicBezTo>
                        <a:pt x="686450" y="158016"/>
                        <a:pt x="664067" y="105728"/>
                        <a:pt x="623032" y="64645"/>
                      </a:cubicBezTo>
                      <a:cubicBezTo>
                        <a:pt x="604379" y="45349"/>
                        <a:pt x="543758" y="25741"/>
                        <a:pt x="467438" y="19205"/>
                      </a:cubicBezTo>
                      <a:close/>
                      <a:moveTo>
                        <a:pt x="469621" y="2227"/>
                      </a:moveTo>
                      <a:cubicBezTo>
                        <a:pt x="549368" y="8919"/>
                        <a:pt x="613725" y="29773"/>
                        <a:pt x="635489" y="52182"/>
                      </a:cubicBezTo>
                      <a:cubicBezTo>
                        <a:pt x="677772" y="95757"/>
                        <a:pt x="703888" y="153026"/>
                        <a:pt x="707619" y="210295"/>
                      </a:cubicBezTo>
                      <a:cubicBezTo>
                        <a:pt x="711349" y="253870"/>
                        <a:pt x="718811" y="409493"/>
                        <a:pt x="700157" y="550176"/>
                      </a:cubicBezTo>
                      <a:cubicBezTo>
                        <a:pt x="679015" y="700819"/>
                        <a:pt x="635489" y="784233"/>
                        <a:pt x="570821" y="795438"/>
                      </a:cubicBezTo>
                      <a:cubicBezTo>
                        <a:pt x="549679" y="799173"/>
                        <a:pt x="528538" y="801663"/>
                        <a:pt x="507396" y="801663"/>
                      </a:cubicBezTo>
                      <a:lnTo>
                        <a:pt x="507396" y="1051904"/>
                      </a:lnTo>
                      <a:lnTo>
                        <a:pt x="507396" y="1053150"/>
                      </a:lnTo>
                      <a:cubicBezTo>
                        <a:pt x="504909" y="1061864"/>
                        <a:pt x="470088" y="1246122"/>
                        <a:pt x="360649" y="1246122"/>
                      </a:cubicBezTo>
                      <a:cubicBezTo>
                        <a:pt x="238775" y="1246122"/>
                        <a:pt x="103220" y="1078049"/>
                        <a:pt x="97002" y="1071824"/>
                      </a:cubicBezTo>
                      <a:cubicBezTo>
                        <a:pt x="95759" y="1070579"/>
                        <a:pt x="95759" y="1068089"/>
                        <a:pt x="95759" y="1065599"/>
                      </a:cubicBezTo>
                      <a:lnTo>
                        <a:pt x="95759" y="761823"/>
                      </a:lnTo>
                      <a:cubicBezTo>
                        <a:pt x="85810" y="740658"/>
                        <a:pt x="0" y="561381"/>
                        <a:pt x="0" y="367163"/>
                      </a:cubicBezTo>
                      <a:cubicBezTo>
                        <a:pt x="0" y="164231"/>
                        <a:pt x="115656" y="75837"/>
                        <a:pt x="211415" y="37243"/>
                      </a:cubicBezTo>
                      <a:cubicBezTo>
                        <a:pt x="294738" y="3006"/>
                        <a:pt x="389874" y="-4464"/>
                        <a:pt x="469621" y="222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9" name="Freeform 208">
                  <a:extLst>
                    <a:ext uri="{FF2B5EF4-FFF2-40B4-BE49-F238E27FC236}">
                      <a16:creationId xmlns:a16="http://schemas.microsoft.com/office/drawing/2014/main" id="{E1A22548-BDE6-A04A-9D5E-36353B05972F}"/>
                    </a:ext>
                  </a:extLst>
                </p:cNvPr>
                <p:cNvSpPr/>
                <p:nvPr/>
              </p:nvSpPr>
              <p:spPr>
                <a:xfrm>
                  <a:off x="11768994" y="9704388"/>
                  <a:ext cx="99663" cy="1620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81" h="14">
                      <a:moveTo>
                        <a:pt x="74" y="14"/>
                      </a:moveTo>
                      <a:lnTo>
                        <a:pt x="7" y="14"/>
                      </a:lnTo>
                      <a:cubicBezTo>
                        <a:pt x="3" y="14"/>
                        <a:pt x="0" y="11"/>
                        <a:pt x="0" y="7"/>
                      </a:cubicBezTo>
                      <a:cubicBezTo>
                        <a:pt x="0" y="3"/>
                        <a:pt x="3" y="0"/>
                        <a:pt x="7" y="0"/>
                      </a:cubicBezTo>
                      <a:lnTo>
                        <a:pt x="74" y="0"/>
                      </a:lnTo>
                      <a:cubicBezTo>
                        <a:pt x="78" y="0"/>
                        <a:pt x="81" y="3"/>
                        <a:pt x="81" y="7"/>
                      </a:cubicBezTo>
                      <a:cubicBezTo>
                        <a:pt x="81" y="11"/>
                        <a:pt x="78" y="14"/>
                        <a:pt x="74" y="1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10" name="Freeform 209">
                  <a:extLst>
                    <a:ext uri="{FF2B5EF4-FFF2-40B4-BE49-F238E27FC236}">
                      <a16:creationId xmlns:a16="http://schemas.microsoft.com/office/drawing/2014/main" id="{AF480797-1BAE-AC4A-8A03-74EC224F8B7A}"/>
                    </a:ext>
                  </a:extLst>
                </p:cNvPr>
                <p:cNvSpPr/>
                <p:nvPr/>
              </p:nvSpPr>
              <p:spPr>
                <a:xfrm>
                  <a:off x="11318021" y="8874399"/>
                  <a:ext cx="746229" cy="985767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00" h="792">
                      <a:moveTo>
                        <a:pt x="600" y="175"/>
                      </a:moveTo>
                      <a:cubicBezTo>
                        <a:pt x="592" y="140"/>
                        <a:pt x="594" y="80"/>
                        <a:pt x="546" y="36"/>
                      </a:cubicBezTo>
                      <a:cubicBezTo>
                        <a:pt x="509" y="2"/>
                        <a:pt x="322" y="-23"/>
                        <a:pt x="188" y="31"/>
                      </a:cubicBezTo>
                      <a:cubicBezTo>
                        <a:pt x="110" y="63"/>
                        <a:pt x="0" y="171"/>
                        <a:pt x="0" y="333"/>
                      </a:cubicBezTo>
                      <a:cubicBezTo>
                        <a:pt x="0" y="713"/>
                        <a:pt x="112" y="785"/>
                        <a:pt x="112" y="785"/>
                      </a:cubicBezTo>
                      <a:cubicBezTo>
                        <a:pt x="112" y="787"/>
                        <a:pt x="112" y="789"/>
                        <a:pt x="114" y="790"/>
                      </a:cubicBezTo>
                      <a:cubicBezTo>
                        <a:pt x="115" y="792"/>
                        <a:pt x="117" y="792"/>
                        <a:pt x="119" y="792"/>
                      </a:cubicBezTo>
                      <a:lnTo>
                        <a:pt x="120" y="792"/>
                      </a:lnTo>
                      <a:cubicBezTo>
                        <a:pt x="208" y="775"/>
                        <a:pt x="174" y="519"/>
                        <a:pt x="170" y="490"/>
                      </a:cubicBezTo>
                      <a:cubicBezTo>
                        <a:pt x="169" y="488"/>
                        <a:pt x="169" y="487"/>
                        <a:pt x="167" y="485"/>
                      </a:cubicBezTo>
                      <a:cubicBezTo>
                        <a:pt x="165" y="484"/>
                        <a:pt x="163" y="483"/>
                        <a:pt x="161" y="484"/>
                      </a:cubicBezTo>
                      <a:cubicBezTo>
                        <a:pt x="112" y="496"/>
                        <a:pt x="92" y="455"/>
                        <a:pt x="86" y="436"/>
                      </a:cubicBezTo>
                      <a:cubicBezTo>
                        <a:pt x="70" y="390"/>
                        <a:pt x="79" y="322"/>
                        <a:pt x="116" y="305"/>
                      </a:cubicBezTo>
                      <a:cubicBezTo>
                        <a:pt x="130" y="299"/>
                        <a:pt x="141" y="298"/>
                        <a:pt x="149" y="303"/>
                      </a:cubicBezTo>
                      <a:cubicBezTo>
                        <a:pt x="168" y="314"/>
                        <a:pt x="171" y="350"/>
                        <a:pt x="171" y="350"/>
                      </a:cubicBezTo>
                      <a:lnTo>
                        <a:pt x="171" y="426"/>
                      </a:lnTo>
                      <a:cubicBezTo>
                        <a:pt x="171" y="430"/>
                        <a:pt x="174" y="433"/>
                        <a:pt x="178" y="433"/>
                      </a:cubicBezTo>
                      <a:lnTo>
                        <a:pt x="268" y="433"/>
                      </a:lnTo>
                      <a:cubicBezTo>
                        <a:pt x="272" y="433"/>
                        <a:pt x="275" y="430"/>
                        <a:pt x="275" y="426"/>
                      </a:cubicBezTo>
                      <a:lnTo>
                        <a:pt x="282" y="283"/>
                      </a:lnTo>
                      <a:cubicBezTo>
                        <a:pt x="350" y="281"/>
                        <a:pt x="354" y="256"/>
                        <a:pt x="361" y="203"/>
                      </a:cubicBezTo>
                      <a:cubicBezTo>
                        <a:pt x="361" y="197"/>
                        <a:pt x="362" y="191"/>
                        <a:pt x="363" y="184"/>
                      </a:cubicBezTo>
                      <a:cubicBezTo>
                        <a:pt x="372" y="127"/>
                        <a:pt x="408" y="118"/>
                        <a:pt x="415" y="116"/>
                      </a:cubicBezTo>
                      <a:cubicBezTo>
                        <a:pt x="458" y="129"/>
                        <a:pt x="500" y="125"/>
                        <a:pt x="522" y="122"/>
                      </a:cubicBezTo>
                      <a:cubicBezTo>
                        <a:pt x="531" y="120"/>
                        <a:pt x="541" y="124"/>
                        <a:pt x="547" y="131"/>
                      </a:cubicBezTo>
                      <a:lnTo>
                        <a:pt x="587" y="181"/>
                      </a:lnTo>
                      <a:cubicBezTo>
                        <a:pt x="590" y="184"/>
                        <a:pt x="593" y="184"/>
                        <a:pt x="596" y="183"/>
                      </a:cubicBezTo>
                      <a:cubicBezTo>
                        <a:pt x="599" y="181"/>
                        <a:pt x="600" y="178"/>
                        <a:pt x="600" y="17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1E2F9F92-9A41-4A49-9110-1449DB3ED92A}"/>
                  </a:ext>
                </a:extLst>
              </p:cNvPr>
              <p:cNvGrpSpPr/>
              <p:nvPr/>
            </p:nvGrpSpPr>
            <p:grpSpPr>
              <a:xfrm>
                <a:off x="13124419" y="8667525"/>
                <a:ext cx="2557610" cy="1765904"/>
                <a:chOff x="13124419" y="8667525"/>
                <a:chExt cx="2557610" cy="1765904"/>
              </a:xfrm>
            </p:grpSpPr>
            <p:sp>
              <p:nvSpPr>
                <p:cNvPr id="211" name="Freeform 210">
                  <a:extLst>
                    <a:ext uri="{FF2B5EF4-FFF2-40B4-BE49-F238E27FC236}">
                      <a16:creationId xmlns:a16="http://schemas.microsoft.com/office/drawing/2014/main" id="{5A8928C4-0C41-9346-9D6B-848E1B585B79}"/>
                    </a:ext>
                  </a:extLst>
                </p:cNvPr>
                <p:cNvSpPr/>
                <p:nvPr/>
              </p:nvSpPr>
              <p:spPr>
                <a:xfrm>
                  <a:off x="13131894" y="8677495"/>
                  <a:ext cx="2540166" cy="174721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040" h="1403">
                      <a:moveTo>
                        <a:pt x="1963" y="1403"/>
                      </a:moveTo>
                      <a:lnTo>
                        <a:pt x="78" y="1403"/>
                      </a:lnTo>
                      <a:cubicBezTo>
                        <a:pt x="35" y="1403"/>
                        <a:pt x="0" y="1369"/>
                        <a:pt x="0" y="1326"/>
                      </a:cubicBezTo>
                      <a:lnTo>
                        <a:pt x="0" y="77"/>
                      </a:lnTo>
                      <a:cubicBezTo>
                        <a:pt x="0" y="34"/>
                        <a:pt x="35" y="0"/>
                        <a:pt x="78" y="0"/>
                      </a:cubicBezTo>
                      <a:lnTo>
                        <a:pt x="1963" y="0"/>
                      </a:lnTo>
                      <a:cubicBezTo>
                        <a:pt x="2006" y="0"/>
                        <a:pt x="2040" y="34"/>
                        <a:pt x="2040" y="77"/>
                      </a:cubicBezTo>
                      <a:lnTo>
                        <a:pt x="2040" y="1326"/>
                      </a:lnTo>
                      <a:cubicBezTo>
                        <a:pt x="2040" y="1369"/>
                        <a:pt x="2006" y="1403"/>
                        <a:pt x="1963" y="1403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20" name="Freeform 319">
                  <a:extLst>
                    <a:ext uri="{FF2B5EF4-FFF2-40B4-BE49-F238E27FC236}">
                      <a16:creationId xmlns:a16="http://schemas.microsoft.com/office/drawing/2014/main" id="{9C6853C7-6B67-4F45-BB61-116BE8B2233B}"/>
                    </a:ext>
                  </a:extLst>
                </p:cNvPr>
                <p:cNvSpPr/>
                <p:nvPr/>
              </p:nvSpPr>
              <p:spPr>
                <a:xfrm>
                  <a:off x="13124419" y="8667525"/>
                  <a:ext cx="2557610" cy="1765903"/>
                </a:xfrm>
                <a:custGeom>
                  <a:avLst/>
                  <a:gdLst>
                    <a:gd name="connsiteX0" fmla="*/ 73474 w 2557610"/>
                    <a:gd name="connsiteY0" fmla="*/ 18693 h 1765903"/>
                    <a:gd name="connsiteX1" fmla="*/ 16196 w 2557610"/>
                    <a:gd name="connsiteY1" fmla="*/ 74733 h 1765903"/>
                    <a:gd name="connsiteX2" fmla="*/ 16196 w 2557610"/>
                    <a:gd name="connsiteY2" fmla="*/ 1692419 h 1765903"/>
                    <a:gd name="connsiteX3" fmla="*/ 73474 w 2557610"/>
                    <a:gd name="connsiteY3" fmla="*/ 1748459 h 1765903"/>
                    <a:gd name="connsiteX4" fmla="*/ 2482889 w 2557610"/>
                    <a:gd name="connsiteY4" fmla="*/ 1748459 h 1765903"/>
                    <a:gd name="connsiteX5" fmla="*/ 2540167 w 2557610"/>
                    <a:gd name="connsiteY5" fmla="*/ 1692419 h 1765903"/>
                    <a:gd name="connsiteX6" fmla="*/ 2540167 w 2557610"/>
                    <a:gd name="connsiteY6" fmla="*/ 74733 h 1765903"/>
                    <a:gd name="connsiteX7" fmla="*/ 2482889 w 2557610"/>
                    <a:gd name="connsiteY7" fmla="*/ 18693 h 1765903"/>
                    <a:gd name="connsiteX8" fmla="*/ 73466 w 2557610"/>
                    <a:gd name="connsiteY8" fmla="*/ 0 h 1765903"/>
                    <a:gd name="connsiteX9" fmla="*/ 2482899 w 2557610"/>
                    <a:gd name="connsiteY9" fmla="*/ 0 h 1765903"/>
                    <a:gd name="connsiteX10" fmla="*/ 2557610 w 2557610"/>
                    <a:gd name="connsiteY10" fmla="*/ 74721 h 1765903"/>
                    <a:gd name="connsiteX11" fmla="*/ 2557610 w 2557610"/>
                    <a:gd name="connsiteY11" fmla="*/ 1692427 h 1765903"/>
                    <a:gd name="connsiteX12" fmla="*/ 2482899 w 2557610"/>
                    <a:gd name="connsiteY12" fmla="*/ 1765903 h 1765903"/>
                    <a:gd name="connsiteX13" fmla="*/ 73466 w 2557610"/>
                    <a:gd name="connsiteY13" fmla="*/ 1765903 h 1765903"/>
                    <a:gd name="connsiteX14" fmla="*/ 0 w 2557610"/>
                    <a:gd name="connsiteY14" fmla="*/ 1692427 h 1765903"/>
                    <a:gd name="connsiteX15" fmla="*/ 0 w 2557610"/>
                    <a:gd name="connsiteY15" fmla="*/ 74721 h 1765903"/>
                    <a:gd name="connsiteX16" fmla="*/ 73466 w 2557610"/>
                    <a:gd name="connsiteY16" fmla="*/ 0 h 17659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2557610" h="1765903">
                      <a:moveTo>
                        <a:pt x="73474" y="18693"/>
                      </a:moveTo>
                      <a:cubicBezTo>
                        <a:pt x="42345" y="18693"/>
                        <a:pt x="16196" y="43600"/>
                        <a:pt x="16196" y="74733"/>
                      </a:cubicBezTo>
                      <a:lnTo>
                        <a:pt x="16196" y="1692419"/>
                      </a:lnTo>
                      <a:cubicBezTo>
                        <a:pt x="16196" y="1723552"/>
                        <a:pt x="42345" y="1748459"/>
                        <a:pt x="73474" y="1748459"/>
                      </a:cubicBezTo>
                      <a:lnTo>
                        <a:pt x="2482889" y="1748459"/>
                      </a:lnTo>
                      <a:cubicBezTo>
                        <a:pt x="2515263" y="1748459"/>
                        <a:pt x="2540167" y="1723552"/>
                        <a:pt x="2540167" y="1692419"/>
                      </a:cubicBezTo>
                      <a:lnTo>
                        <a:pt x="2540167" y="74733"/>
                      </a:lnTo>
                      <a:cubicBezTo>
                        <a:pt x="2540167" y="43600"/>
                        <a:pt x="2515263" y="18693"/>
                        <a:pt x="2482889" y="18693"/>
                      </a:cubicBezTo>
                      <a:close/>
                      <a:moveTo>
                        <a:pt x="73466" y="0"/>
                      </a:moveTo>
                      <a:lnTo>
                        <a:pt x="2482899" y="0"/>
                      </a:lnTo>
                      <a:cubicBezTo>
                        <a:pt x="2523990" y="0"/>
                        <a:pt x="2557610" y="33624"/>
                        <a:pt x="2557610" y="74721"/>
                      </a:cubicBezTo>
                      <a:lnTo>
                        <a:pt x="2557610" y="1692427"/>
                      </a:lnTo>
                      <a:cubicBezTo>
                        <a:pt x="2557610" y="1732279"/>
                        <a:pt x="2523990" y="1765903"/>
                        <a:pt x="2482899" y="1765903"/>
                      </a:cubicBezTo>
                      <a:lnTo>
                        <a:pt x="73466" y="1765903"/>
                      </a:lnTo>
                      <a:cubicBezTo>
                        <a:pt x="32375" y="1765903"/>
                        <a:pt x="0" y="1732279"/>
                        <a:pt x="0" y="1692427"/>
                      </a:cubicBezTo>
                      <a:lnTo>
                        <a:pt x="0" y="74721"/>
                      </a:lnTo>
                      <a:cubicBezTo>
                        <a:pt x="0" y="33624"/>
                        <a:pt x="32375" y="0"/>
                        <a:pt x="7346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14" name="Freeform 213">
                  <a:extLst>
                    <a:ext uri="{FF2B5EF4-FFF2-40B4-BE49-F238E27FC236}">
                      <a16:creationId xmlns:a16="http://schemas.microsoft.com/office/drawing/2014/main" id="{14A213A8-FA6E-9D4B-8481-B3E4E2FC9DCD}"/>
                    </a:ext>
                  </a:extLst>
                </p:cNvPr>
                <p:cNvSpPr/>
                <p:nvPr/>
              </p:nvSpPr>
              <p:spPr>
                <a:xfrm>
                  <a:off x="13611524" y="9998494"/>
                  <a:ext cx="1582155" cy="42621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271" h="343">
                      <a:moveTo>
                        <a:pt x="1103" y="37"/>
                      </a:moveTo>
                      <a:cubicBezTo>
                        <a:pt x="1003" y="-11"/>
                        <a:pt x="824" y="1"/>
                        <a:pt x="824" y="1"/>
                      </a:cubicBezTo>
                      <a:lnTo>
                        <a:pt x="635" y="1"/>
                      </a:lnTo>
                      <a:lnTo>
                        <a:pt x="447" y="1"/>
                      </a:lnTo>
                      <a:cubicBezTo>
                        <a:pt x="447" y="1"/>
                        <a:pt x="268" y="-11"/>
                        <a:pt x="167" y="37"/>
                      </a:cubicBezTo>
                      <a:cubicBezTo>
                        <a:pt x="86" y="76"/>
                        <a:pt x="0" y="343"/>
                        <a:pt x="0" y="343"/>
                      </a:cubicBezTo>
                      <a:lnTo>
                        <a:pt x="635" y="343"/>
                      </a:lnTo>
                      <a:lnTo>
                        <a:pt x="1271" y="343"/>
                      </a:lnTo>
                      <a:cubicBezTo>
                        <a:pt x="1271" y="343"/>
                        <a:pt x="1185" y="76"/>
                        <a:pt x="1103" y="3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21" name="Freeform 320">
                  <a:extLst>
                    <a:ext uri="{FF2B5EF4-FFF2-40B4-BE49-F238E27FC236}">
                      <a16:creationId xmlns:a16="http://schemas.microsoft.com/office/drawing/2014/main" id="{1119B1A3-B13A-8B41-A214-905B79034B63}"/>
                    </a:ext>
                  </a:extLst>
                </p:cNvPr>
                <p:cNvSpPr/>
                <p:nvPr/>
              </p:nvSpPr>
              <p:spPr>
                <a:xfrm>
                  <a:off x="13602802" y="9990047"/>
                  <a:ext cx="1600112" cy="443382"/>
                </a:xfrm>
                <a:custGeom>
                  <a:avLst/>
                  <a:gdLst>
                    <a:gd name="connsiteX0" fmla="*/ 526877 w 1600112"/>
                    <a:gd name="connsiteY0" fmla="*/ 17175 h 443382"/>
                    <a:gd name="connsiteX1" fmla="*/ 221590 w 1600112"/>
                    <a:gd name="connsiteY1" fmla="*/ 61903 h 443382"/>
                    <a:gd name="connsiteX2" fmla="*/ 19933 w 1600112"/>
                    <a:gd name="connsiteY2" fmla="*/ 425938 h 443382"/>
                    <a:gd name="connsiteX3" fmla="*/ 1579664 w 1600112"/>
                    <a:gd name="connsiteY3" fmla="*/ 425938 h 443382"/>
                    <a:gd name="connsiteX4" fmla="*/ 1378007 w 1600112"/>
                    <a:gd name="connsiteY4" fmla="*/ 61903 h 443382"/>
                    <a:gd name="connsiteX5" fmla="*/ 1034443 w 1600112"/>
                    <a:gd name="connsiteY5" fmla="*/ 18417 h 443382"/>
                    <a:gd name="connsiteX6" fmla="*/ 565154 w 1600112"/>
                    <a:gd name="connsiteY6" fmla="*/ 18417 h 443382"/>
                    <a:gd name="connsiteX7" fmla="*/ 526877 w 1600112"/>
                    <a:gd name="connsiteY7" fmla="*/ 17175 h 443382"/>
                    <a:gd name="connsiteX8" fmla="*/ 524829 w 1600112"/>
                    <a:gd name="connsiteY8" fmla="*/ 287 h 443382"/>
                    <a:gd name="connsiteX9" fmla="*/ 566394 w 1600112"/>
                    <a:gd name="connsiteY9" fmla="*/ 2209 h 443382"/>
                    <a:gd name="connsiteX10" fmla="*/ 1034448 w 1600112"/>
                    <a:gd name="connsiteY10" fmla="*/ 2209 h 443382"/>
                    <a:gd name="connsiteX11" fmla="*/ 1385487 w 1600112"/>
                    <a:gd name="connsiteY11" fmla="*/ 46948 h 443382"/>
                    <a:gd name="connsiteX12" fmla="*/ 1599597 w 1600112"/>
                    <a:gd name="connsiteY12" fmla="*/ 432197 h 443382"/>
                    <a:gd name="connsiteX13" fmla="*/ 1598352 w 1600112"/>
                    <a:gd name="connsiteY13" fmla="*/ 439654 h 443382"/>
                    <a:gd name="connsiteX14" fmla="*/ 1590883 w 1600112"/>
                    <a:gd name="connsiteY14" fmla="*/ 443382 h 443382"/>
                    <a:gd name="connsiteX15" fmla="*/ 8714 w 1600112"/>
                    <a:gd name="connsiteY15" fmla="*/ 443382 h 443382"/>
                    <a:gd name="connsiteX16" fmla="*/ 1245 w 1600112"/>
                    <a:gd name="connsiteY16" fmla="*/ 439654 h 443382"/>
                    <a:gd name="connsiteX17" fmla="*/ 0 w 1600112"/>
                    <a:gd name="connsiteY17" fmla="*/ 432197 h 443382"/>
                    <a:gd name="connsiteX18" fmla="*/ 214109 w 1600112"/>
                    <a:gd name="connsiteY18" fmla="*/ 46948 h 443382"/>
                    <a:gd name="connsiteX19" fmla="*/ 524829 w 1600112"/>
                    <a:gd name="connsiteY19" fmla="*/ 287 h 44338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1600112" h="443382">
                      <a:moveTo>
                        <a:pt x="526877" y="17175"/>
                      </a:moveTo>
                      <a:cubicBezTo>
                        <a:pt x="458024" y="16010"/>
                        <a:pt x="312149" y="19039"/>
                        <a:pt x="221590" y="61903"/>
                      </a:cubicBezTo>
                      <a:cubicBezTo>
                        <a:pt x="134454" y="104146"/>
                        <a:pt x="39850" y="367543"/>
                        <a:pt x="19933" y="425938"/>
                      </a:cubicBezTo>
                      <a:lnTo>
                        <a:pt x="1579664" y="425938"/>
                      </a:lnTo>
                      <a:cubicBezTo>
                        <a:pt x="1559747" y="367543"/>
                        <a:pt x="1465143" y="104146"/>
                        <a:pt x="1378007" y="61903"/>
                      </a:cubicBezTo>
                      <a:cubicBezTo>
                        <a:pt x="1256017" y="4751"/>
                        <a:pt x="1036932" y="18417"/>
                        <a:pt x="1034443" y="18417"/>
                      </a:cubicBezTo>
                      <a:lnTo>
                        <a:pt x="565154" y="18417"/>
                      </a:lnTo>
                      <a:cubicBezTo>
                        <a:pt x="564221" y="18417"/>
                        <a:pt x="549828" y="17563"/>
                        <a:pt x="526877" y="17175"/>
                      </a:cubicBezTo>
                      <a:close/>
                      <a:moveTo>
                        <a:pt x="524829" y="287"/>
                      </a:moveTo>
                      <a:cubicBezTo>
                        <a:pt x="548500" y="811"/>
                        <a:pt x="563905" y="1899"/>
                        <a:pt x="566394" y="2209"/>
                      </a:cubicBezTo>
                      <a:lnTo>
                        <a:pt x="1034448" y="2209"/>
                      </a:lnTo>
                      <a:cubicBezTo>
                        <a:pt x="1043161" y="967"/>
                        <a:pt x="1259761" y="-12703"/>
                        <a:pt x="1385487" y="46948"/>
                      </a:cubicBezTo>
                      <a:cubicBezTo>
                        <a:pt x="1488808" y="95415"/>
                        <a:pt x="1594618" y="418527"/>
                        <a:pt x="1599597" y="432197"/>
                      </a:cubicBezTo>
                      <a:cubicBezTo>
                        <a:pt x="1600842" y="434683"/>
                        <a:pt x="1599597" y="437168"/>
                        <a:pt x="1598352" y="439654"/>
                      </a:cubicBezTo>
                      <a:cubicBezTo>
                        <a:pt x="1597107" y="442139"/>
                        <a:pt x="1594618" y="443382"/>
                        <a:pt x="1590883" y="443382"/>
                      </a:cubicBezTo>
                      <a:lnTo>
                        <a:pt x="8714" y="443382"/>
                      </a:lnTo>
                      <a:cubicBezTo>
                        <a:pt x="4979" y="443382"/>
                        <a:pt x="3734" y="442139"/>
                        <a:pt x="1245" y="439654"/>
                      </a:cubicBezTo>
                      <a:cubicBezTo>
                        <a:pt x="0" y="437168"/>
                        <a:pt x="0" y="434683"/>
                        <a:pt x="0" y="432197"/>
                      </a:cubicBezTo>
                      <a:cubicBezTo>
                        <a:pt x="4979" y="418527"/>
                        <a:pt x="109544" y="95415"/>
                        <a:pt x="214109" y="46948"/>
                      </a:cubicBezTo>
                      <a:cubicBezTo>
                        <a:pt x="308405" y="2210"/>
                        <a:pt x="453816" y="-1285"/>
                        <a:pt x="524829" y="287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17" name="Freeform 216">
                  <a:extLst>
                    <a:ext uri="{FF2B5EF4-FFF2-40B4-BE49-F238E27FC236}">
                      <a16:creationId xmlns:a16="http://schemas.microsoft.com/office/drawing/2014/main" id="{5569CFFE-CFBB-B643-96CB-D283A668E63F}"/>
                    </a:ext>
                  </a:extLst>
                </p:cNvPr>
                <p:cNvSpPr/>
                <p:nvPr/>
              </p:nvSpPr>
              <p:spPr>
                <a:xfrm>
                  <a:off x="14129773" y="8985313"/>
                  <a:ext cx="667744" cy="118267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37" h="950">
                      <a:moveTo>
                        <a:pt x="534" y="156"/>
                      </a:moveTo>
                      <a:cubicBezTo>
                        <a:pt x="531" y="111"/>
                        <a:pt x="510" y="70"/>
                        <a:pt x="479" y="38"/>
                      </a:cubicBezTo>
                      <a:cubicBezTo>
                        <a:pt x="426" y="-16"/>
                        <a:pt x="0" y="-64"/>
                        <a:pt x="0" y="277"/>
                      </a:cubicBezTo>
                      <a:cubicBezTo>
                        <a:pt x="0" y="436"/>
                        <a:pt x="73" y="580"/>
                        <a:pt x="73" y="580"/>
                      </a:cubicBezTo>
                      <a:lnTo>
                        <a:pt x="73" y="817"/>
                      </a:lnTo>
                      <a:cubicBezTo>
                        <a:pt x="73" y="817"/>
                        <a:pt x="179" y="950"/>
                        <a:pt x="271" y="950"/>
                      </a:cubicBezTo>
                      <a:cubicBezTo>
                        <a:pt x="351" y="950"/>
                        <a:pt x="378" y="806"/>
                        <a:pt x="378" y="806"/>
                      </a:cubicBezTo>
                      <a:lnTo>
                        <a:pt x="378" y="606"/>
                      </a:lnTo>
                      <a:cubicBezTo>
                        <a:pt x="395" y="607"/>
                        <a:pt x="414" y="605"/>
                        <a:pt x="433" y="602"/>
                      </a:cubicBezTo>
                      <a:cubicBezTo>
                        <a:pt x="543" y="582"/>
                        <a:pt x="542" y="279"/>
                        <a:pt x="534" y="156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22" name="Freeform 321">
                  <a:extLst>
                    <a:ext uri="{FF2B5EF4-FFF2-40B4-BE49-F238E27FC236}">
                      <a16:creationId xmlns:a16="http://schemas.microsoft.com/office/drawing/2014/main" id="{71BEF9F8-37DC-C442-BCE4-DD5289068381}"/>
                    </a:ext>
                  </a:extLst>
                </p:cNvPr>
                <p:cNvSpPr/>
                <p:nvPr/>
              </p:nvSpPr>
              <p:spPr>
                <a:xfrm>
                  <a:off x="14121053" y="8978055"/>
                  <a:ext cx="684413" cy="1198654"/>
                </a:xfrm>
                <a:custGeom>
                  <a:avLst/>
                  <a:gdLst>
                    <a:gd name="connsiteX0" fmla="*/ 449214 w 684413"/>
                    <a:gd name="connsiteY0" fmla="*/ 17849 h 1198654"/>
                    <a:gd name="connsiteX1" fmla="*/ 208924 w 684413"/>
                    <a:gd name="connsiteY1" fmla="*/ 49594 h 1198654"/>
                    <a:gd name="connsiteX2" fmla="*/ 16195 w 684413"/>
                    <a:gd name="connsiteY2" fmla="*/ 352104 h 1198654"/>
                    <a:gd name="connsiteX3" fmla="*/ 106964 w 684413"/>
                    <a:gd name="connsiteY3" fmla="*/ 725574 h 1198654"/>
                    <a:gd name="connsiteX4" fmla="*/ 108208 w 684413"/>
                    <a:gd name="connsiteY4" fmla="*/ 729308 h 1198654"/>
                    <a:gd name="connsiteX5" fmla="*/ 108208 w 684413"/>
                    <a:gd name="connsiteY5" fmla="*/ 1020614 h 1198654"/>
                    <a:gd name="connsiteX6" fmla="*/ 345700 w 684413"/>
                    <a:gd name="connsiteY6" fmla="*/ 1181206 h 1198654"/>
                    <a:gd name="connsiteX7" fmla="*/ 471285 w 684413"/>
                    <a:gd name="connsiteY7" fmla="*/ 1009410 h 1198654"/>
                    <a:gd name="connsiteX8" fmla="*/ 471285 w 684413"/>
                    <a:gd name="connsiteY8" fmla="*/ 761676 h 1198654"/>
                    <a:gd name="connsiteX9" fmla="*/ 472528 w 684413"/>
                    <a:gd name="connsiteY9" fmla="*/ 755451 h 1198654"/>
                    <a:gd name="connsiteX10" fmla="*/ 478745 w 684413"/>
                    <a:gd name="connsiteY10" fmla="*/ 752961 h 1198654"/>
                    <a:gd name="connsiteX11" fmla="*/ 545889 w 684413"/>
                    <a:gd name="connsiteY11" fmla="*/ 747982 h 1198654"/>
                    <a:gd name="connsiteX12" fmla="*/ 662770 w 684413"/>
                    <a:gd name="connsiteY12" fmla="*/ 202717 h 1198654"/>
                    <a:gd name="connsiteX13" fmla="*/ 598113 w 684413"/>
                    <a:gd name="connsiteY13" fmla="*/ 60798 h 1198654"/>
                    <a:gd name="connsiteX14" fmla="*/ 449214 w 684413"/>
                    <a:gd name="connsiteY14" fmla="*/ 17849 h 1198654"/>
                    <a:gd name="connsiteX15" fmla="*/ 451400 w 684413"/>
                    <a:gd name="connsiteY15" fmla="*/ 2116 h 1198654"/>
                    <a:gd name="connsiteX16" fmla="*/ 610572 w 684413"/>
                    <a:gd name="connsiteY16" fmla="*/ 49578 h 1198654"/>
                    <a:gd name="connsiteX17" fmla="*/ 680209 w 684413"/>
                    <a:gd name="connsiteY17" fmla="*/ 201461 h 1198654"/>
                    <a:gd name="connsiteX18" fmla="*/ 672748 w 684413"/>
                    <a:gd name="connsiteY18" fmla="*/ 530124 h 1198654"/>
                    <a:gd name="connsiteX19" fmla="*/ 549639 w 684413"/>
                    <a:gd name="connsiteY19" fmla="*/ 765416 h 1198654"/>
                    <a:gd name="connsiteX20" fmla="*/ 487463 w 684413"/>
                    <a:gd name="connsiteY20" fmla="*/ 771641 h 1198654"/>
                    <a:gd name="connsiteX21" fmla="*/ 487463 w 684413"/>
                    <a:gd name="connsiteY21" fmla="*/ 1011914 h 1198654"/>
                    <a:gd name="connsiteX22" fmla="*/ 487463 w 684413"/>
                    <a:gd name="connsiteY22" fmla="*/ 1013159 h 1198654"/>
                    <a:gd name="connsiteX23" fmla="*/ 345701 w 684413"/>
                    <a:gd name="connsiteY23" fmla="*/ 1198654 h 1198654"/>
                    <a:gd name="connsiteX24" fmla="*/ 93265 w 684413"/>
                    <a:gd name="connsiteY24" fmla="*/ 1030588 h 1198654"/>
                    <a:gd name="connsiteX25" fmla="*/ 90777 w 684413"/>
                    <a:gd name="connsiteY25" fmla="*/ 1025608 h 1198654"/>
                    <a:gd name="connsiteX26" fmla="*/ 90777 w 684413"/>
                    <a:gd name="connsiteY26" fmla="*/ 733048 h 1198654"/>
                    <a:gd name="connsiteX27" fmla="*/ 0 w 684413"/>
                    <a:gd name="connsiteY27" fmla="*/ 353343 h 1198654"/>
                    <a:gd name="connsiteX28" fmla="*/ 202695 w 684413"/>
                    <a:gd name="connsiteY28" fmla="*/ 35884 h 1198654"/>
                    <a:gd name="connsiteX29" fmla="*/ 451400 w 684413"/>
                    <a:gd name="connsiteY29" fmla="*/ 2116 h 119865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</a:cxnLst>
                  <a:rect l="l" t="t" r="r" b="b"/>
                  <a:pathLst>
                    <a:path w="684413" h="1198654">
                      <a:moveTo>
                        <a:pt x="449214" y="17849"/>
                      </a:moveTo>
                      <a:cubicBezTo>
                        <a:pt x="375852" y="11625"/>
                        <a:pt x="287259" y="17849"/>
                        <a:pt x="208924" y="49594"/>
                      </a:cubicBezTo>
                      <a:cubicBezTo>
                        <a:pt x="121885" y="85696"/>
                        <a:pt x="16195" y="166615"/>
                        <a:pt x="16195" y="352104"/>
                      </a:cubicBezTo>
                      <a:cubicBezTo>
                        <a:pt x="16195" y="545063"/>
                        <a:pt x="106964" y="724329"/>
                        <a:pt x="106964" y="725574"/>
                      </a:cubicBezTo>
                      <a:cubicBezTo>
                        <a:pt x="108208" y="726818"/>
                        <a:pt x="108208" y="728063"/>
                        <a:pt x="108208" y="729308"/>
                      </a:cubicBezTo>
                      <a:lnTo>
                        <a:pt x="108208" y="1020614"/>
                      </a:lnTo>
                      <a:cubicBezTo>
                        <a:pt x="124372" y="1040533"/>
                        <a:pt x="243740" y="1181206"/>
                        <a:pt x="345700" y="1181206"/>
                      </a:cubicBezTo>
                      <a:cubicBezTo>
                        <a:pt x="433982" y="1181206"/>
                        <a:pt x="468798" y="1021859"/>
                        <a:pt x="471285" y="1009410"/>
                      </a:cubicBezTo>
                      <a:lnTo>
                        <a:pt x="471285" y="761676"/>
                      </a:lnTo>
                      <a:cubicBezTo>
                        <a:pt x="471285" y="759186"/>
                        <a:pt x="471285" y="756696"/>
                        <a:pt x="472528" y="755451"/>
                      </a:cubicBezTo>
                      <a:cubicBezTo>
                        <a:pt x="475015" y="754206"/>
                        <a:pt x="477502" y="752961"/>
                        <a:pt x="478745" y="752961"/>
                      </a:cubicBezTo>
                      <a:cubicBezTo>
                        <a:pt x="501127" y="754206"/>
                        <a:pt x="523508" y="751716"/>
                        <a:pt x="545889" y="747982"/>
                      </a:cubicBezTo>
                      <a:cubicBezTo>
                        <a:pt x="664014" y="725574"/>
                        <a:pt x="676448" y="394431"/>
                        <a:pt x="662770" y="202717"/>
                      </a:cubicBezTo>
                      <a:cubicBezTo>
                        <a:pt x="660283" y="151676"/>
                        <a:pt x="636659" y="100635"/>
                        <a:pt x="598113" y="60798"/>
                      </a:cubicBezTo>
                      <a:cubicBezTo>
                        <a:pt x="580705" y="42747"/>
                        <a:pt x="522575" y="24074"/>
                        <a:pt x="449214" y="17849"/>
                      </a:cubicBezTo>
                      <a:close/>
                      <a:moveTo>
                        <a:pt x="451400" y="2116"/>
                      </a:moveTo>
                      <a:cubicBezTo>
                        <a:pt x="528188" y="8496"/>
                        <a:pt x="590053" y="28415"/>
                        <a:pt x="610572" y="49578"/>
                      </a:cubicBezTo>
                      <a:cubicBezTo>
                        <a:pt x="652852" y="93151"/>
                        <a:pt x="676479" y="146683"/>
                        <a:pt x="680209" y="201461"/>
                      </a:cubicBezTo>
                      <a:cubicBezTo>
                        <a:pt x="683940" y="243788"/>
                        <a:pt x="690158" y="394426"/>
                        <a:pt x="672748" y="530124"/>
                      </a:cubicBezTo>
                      <a:cubicBezTo>
                        <a:pt x="654095" y="674536"/>
                        <a:pt x="611815" y="754212"/>
                        <a:pt x="549639" y="765416"/>
                      </a:cubicBezTo>
                      <a:cubicBezTo>
                        <a:pt x="528499" y="769151"/>
                        <a:pt x="507359" y="771641"/>
                        <a:pt x="487463" y="771641"/>
                      </a:cubicBezTo>
                      <a:lnTo>
                        <a:pt x="487463" y="1011914"/>
                      </a:lnTo>
                      <a:cubicBezTo>
                        <a:pt x="487463" y="1013159"/>
                        <a:pt x="487463" y="1013159"/>
                        <a:pt x="487463" y="1013159"/>
                      </a:cubicBezTo>
                      <a:cubicBezTo>
                        <a:pt x="486219" y="1020628"/>
                        <a:pt x="451400" y="1198654"/>
                        <a:pt x="345701" y="1198654"/>
                      </a:cubicBezTo>
                      <a:cubicBezTo>
                        <a:pt x="228809" y="1198654"/>
                        <a:pt x="99482" y="1038057"/>
                        <a:pt x="93265" y="1030588"/>
                      </a:cubicBezTo>
                      <a:cubicBezTo>
                        <a:pt x="92021" y="1029343"/>
                        <a:pt x="90777" y="1026853"/>
                        <a:pt x="90777" y="1025608"/>
                      </a:cubicBezTo>
                      <a:lnTo>
                        <a:pt x="90777" y="733048"/>
                      </a:lnTo>
                      <a:cubicBezTo>
                        <a:pt x="80829" y="713129"/>
                        <a:pt x="0" y="540083"/>
                        <a:pt x="0" y="353343"/>
                      </a:cubicBezTo>
                      <a:cubicBezTo>
                        <a:pt x="0" y="157888"/>
                        <a:pt x="110674" y="73232"/>
                        <a:pt x="202695" y="35884"/>
                      </a:cubicBezTo>
                      <a:cubicBezTo>
                        <a:pt x="282903" y="2894"/>
                        <a:pt x="374613" y="-4265"/>
                        <a:pt x="451400" y="211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20" name="Freeform 219">
                  <a:extLst>
                    <a:ext uri="{FF2B5EF4-FFF2-40B4-BE49-F238E27FC236}">
                      <a16:creationId xmlns:a16="http://schemas.microsoft.com/office/drawing/2014/main" id="{B6A99B02-4B5B-1D4F-9946-DB1E1A872FDC}"/>
                    </a:ext>
                  </a:extLst>
                </p:cNvPr>
                <p:cNvSpPr/>
                <p:nvPr/>
              </p:nvSpPr>
              <p:spPr>
                <a:xfrm>
                  <a:off x="14512231" y="9731805"/>
                  <a:ext cx="95926" cy="1620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8" h="14">
                      <a:moveTo>
                        <a:pt x="71" y="14"/>
                      </a:moveTo>
                      <a:lnTo>
                        <a:pt x="7" y="14"/>
                      </a:lnTo>
                      <a:cubicBezTo>
                        <a:pt x="3" y="14"/>
                        <a:pt x="0" y="11"/>
                        <a:pt x="0" y="7"/>
                      </a:cubicBezTo>
                      <a:cubicBezTo>
                        <a:pt x="0" y="3"/>
                        <a:pt x="3" y="0"/>
                        <a:pt x="7" y="0"/>
                      </a:cubicBezTo>
                      <a:lnTo>
                        <a:pt x="71" y="0"/>
                      </a:lnTo>
                      <a:cubicBezTo>
                        <a:pt x="75" y="0"/>
                        <a:pt x="78" y="3"/>
                        <a:pt x="78" y="7"/>
                      </a:cubicBezTo>
                      <a:cubicBezTo>
                        <a:pt x="78" y="11"/>
                        <a:pt x="75" y="14"/>
                        <a:pt x="71" y="1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21" name="Freeform 220">
                  <a:extLst>
                    <a:ext uri="{FF2B5EF4-FFF2-40B4-BE49-F238E27FC236}">
                      <a16:creationId xmlns:a16="http://schemas.microsoft.com/office/drawing/2014/main" id="{C0D38CA1-77F7-0C41-8858-9836E47E5B32}"/>
                    </a:ext>
                  </a:extLst>
                </p:cNvPr>
                <p:cNvSpPr/>
                <p:nvPr/>
              </p:nvSpPr>
              <p:spPr>
                <a:xfrm>
                  <a:off x="13777214" y="8731083"/>
                  <a:ext cx="1081347" cy="1198873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869" h="963">
                      <a:moveTo>
                        <a:pt x="843" y="151"/>
                      </a:moveTo>
                      <a:cubicBezTo>
                        <a:pt x="835" y="142"/>
                        <a:pt x="832" y="130"/>
                        <a:pt x="835" y="119"/>
                      </a:cubicBezTo>
                      <a:cubicBezTo>
                        <a:pt x="841" y="88"/>
                        <a:pt x="831" y="62"/>
                        <a:pt x="804" y="46"/>
                      </a:cubicBezTo>
                      <a:cubicBezTo>
                        <a:pt x="779" y="31"/>
                        <a:pt x="747" y="28"/>
                        <a:pt x="713" y="39"/>
                      </a:cubicBezTo>
                      <a:cubicBezTo>
                        <a:pt x="697" y="45"/>
                        <a:pt x="679" y="39"/>
                        <a:pt x="668" y="26"/>
                      </a:cubicBezTo>
                      <a:cubicBezTo>
                        <a:pt x="655" y="11"/>
                        <a:pt x="637" y="2"/>
                        <a:pt x="614" y="0"/>
                      </a:cubicBezTo>
                      <a:cubicBezTo>
                        <a:pt x="586" y="-1"/>
                        <a:pt x="561" y="8"/>
                        <a:pt x="539" y="28"/>
                      </a:cubicBezTo>
                      <a:cubicBezTo>
                        <a:pt x="527" y="39"/>
                        <a:pt x="510" y="42"/>
                        <a:pt x="496" y="35"/>
                      </a:cubicBezTo>
                      <a:cubicBezTo>
                        <a:pt x="478" y="25"/>
                        <a:pt x="458" y="22"/>
                        <a:pt x="438" y="25"/>
                      </a:cubicBezTo>
                      <a:cubicBezTo>
                        <a:pt x="409" y="31"/>
                        <a:pt x="386" y="53"/>
                        <a:pt x="373" y="70"/>
                      </a:cubicBezTo>
                      <a:cubicBezTo>
                        <a:pt x="366" y="79"/>
                        <a:pt x="353" y="85"/>
                        <a:pt x="340" y="83"/>
                      </a:cubicBezTo>
                      <a:cubicBezTo>
                        <a:pt x="314" y="80"/>
                        <a:pt x="265" y="82"/>
                        <a:pt x="235" y="124"/>
                      </a:cubicBezTo>
                      <a:cubicBezTo>
                        <a:pt x="209" y="158"/>
                        <a:pt x="207" y="207"/>
                        <a:pt x="209" y="242"/>
                      </a:cubicBezTo>
                      <a:cubicBezTo>
                        <a:pt x="210" y="257"/>
                        <a:pt x="203" y="270"/>
                        <a:pt x="190" y="277"/>
                      </a:cubicBezTo>
                      <a:cubicBezTo>
                        <a:pt x="174" y="287"/>
                        <a:pt x="151" y="306"/>
                        <a:pt x="141" y="343"/>
                      </a:cubicBezTo>
                      <a:cubicBezTo>
                        <a:pt x="134" y="370"/>
                        <a:pt x="138" y="400"/>
                        <a:pt x="151" y="430"/>
                      </a:cubicBezTo>
                      <a:cubicBezTo>
                        <a:pt x="158" y="446"/>
                        <a:pt x="155" y="463"/>
                        <a:pt x="144" y="473"/>
                      </a:cubicBezTo>
                      <a:cubicBezTo>
                        <a:pt x="134" y="483"/>
                        <a:pt x="126" y="495"/>
                        <a:pt x="121" y="509"/>
                      </a:cubicBezTo>
                      <a:cubicBezTo>
                        <a:pt x="116" y="522"/>
                        <a:pt x="115" y="536"/>
                        <a:pt x="117" y="550"/>
                      </a:cubicBezTo>
                      <a:cubicBezTo>
                        <a:pt x="121" y="568"/>
                        <a:pt x="110" y="586"/>
                        <a:pt x="92" y="592"/>
                      </a:cubicBezTo>
                      <a:cubicBezTo>
                        <a:pt x="70" y="599"/>
                        <a:pt x="43" y="617"/>
                        <a:pt x="42" y="662"/>
                      </a:cubicBezTo>
                      <a:cubicBezTo>
                        <a:pt x="42" y="672"/>
                        <a:pt x="36" y="682"/>
                        <a:pt x="28" y="688"/>
                      </a:cubicBezTo>
                      <a:cubicBezTo>
                        <a:pt x="12" y="698"/>
                        <a:pt x="-12" y="723"/>
                        <a:pt x="8" y="773"/>
                      </a:cubicBezTo>
                      <a:cubicBezTo>
                        <a:pt x="12" y="782"/>
                        <a:pt x="13" y="791"/>
                        <a:pt x="11" y="800"/>
                      </a:cubicBezTo>
                      <a:cubicBezTo>
                        <a:pt x="6" y="818"/>
                        <a:pt x="4" y="844"/>
                        <a:pt x="18" y="863"/>
                      </a:cubicBezTo>
                      <a:cubicBezTo>
                        <a:pt x="29" y="878"/>
                        <a:pt x="48" y="886"/>
                        <a:pt x="73" y="888"/>
                      </a:cubicBezTo>
                      <a:cubicBezTo>
                        <a:pt x="78" y="888"/>
                        <a:pt x="82" y="892"/>
                        <a:pt x="84" y="897"/>
                      </a:cubicBezTo>
                      <a:cubicBezTo>
                        <a:pt x="91" y="913"/>
                        <a:pt x="108" y="940"/>
                        <a:pt x="152" y="935"/>
                      </a:cubicBezTo>
                      <a:cubicBezTo>
                        <a:pt x="163" y="934"/>
                        <a:pt x="174" y="937"/>
                        <a:pt x="182" y="943"/>
                      </a:cubicBezTo>
                      <a:cubicBezTo>
                        <a:pt x="193" y="952"/>
                        <a:pt x="211" y="963"/>
                        <a:pt x="234" y="963"/>
                      </a:cubicBezTo>
                      <a:cubicBezTo>
                        <a:pt x="248" y="963"/>
                        <a:pt x="262" y="959"/>
                        <a:pt x="278" y="949"/>
                      </a:cubicBezTo>
                      <a:cubicBezTo>
                        <a:pt x="291" y="941"/>
                        <a:pt x="302" y="942"/>
                        <a:pt x="314" y="943"/>
                      </a:cubicBezTo>
                      <a:cubicBezTo>
                        <a:pt x="329" y="943"/>
                        <a:pt x="346" y="944"/>
                        <a:pt x="362" y="928"/>
                      </a:cubicBezTo>
                      <a:cubicBezTo>
                        <a:pt x="423" y="866"/>
                        <a:pt x="401" y="660"/>
                        <a:pt x="400" y="650"/>
                      </a:cubicBezTo>
                      <a:cubicBezTo>
                        <a:pt x="400" y="648"/>
                        <a:pt x="399" y="646"/>
                        <a:pt x="396" y="645"/>
                      </a:cubicBezTo>
                      <a:cubicBezTo>
                        <a:pt x="393" y="644"/>
                        <a:pt x="319" y="607"/>
                        <a:pt x="323" y="524"/>
                      </a:cubicBezTo>
                      <a:cubicBezTo>
                        <a:pt x="325" y="500"/>
                        <a:pt x="337" y="483"/>
                        <a:pt x="357" y="480"/>
                      </a:cubicBezTo>
                      <a:cubicBezTo>
                        <a:pt x="380" y="475"/>
                        <a:pt x="405" y="488"/>
                        <a:pt x="416" y="509"/>
                      </a:cubicBezTo>
                      <a:cubicBezTo>
                        <a:pt x="417" y="512"/>
                        <a:pt x="420" y="513"/>
                        <a:pt x="423" y="512"/>
                      </a:cubicBezTo>
                      <a:cubicBezTo>
                        <a:pt x="427" y="512"/>
                        <a:pt x="429" y="509"/>
                        <a:pt x="429" y="506"/>
                      </a:cubicBezTo>
                      <a:lnTo>
                        <a:pt x="430" y="377"/>
                      </a:lnTo>
                      <a:cubicBezTo>
                        <a:pt x="430" y="367"/>
                        <a:pt x="434" y="357"/>
                        <a:pt x="442" y="350"/>
                      </a:cubicBezTo>
                      <a:cubicBezTo>
                        <a:pt x="449" y="342"/>
                        <a:pt x="460" y="338"/>
                        <a:pt x="472" y="338"/>
                      </a:cubicBezTo>
                      <a:cubicBezTo>
                        <a:pt x="497" y="339"/>
                        <a:pt x="522" y="332"/>
                        <a:pt x="544" y="319"/>
                      </a:cubicBezTo>
                      <a:cubicBezTo>
                        <a:pt x="556" y="311"/>
                        <a:pt x="572" y="310"/>
                        <a:pt x="585" y="316"/>
                      </a:cubicBezTo>
                      <a:cubicBezTo>
                        <a:pt x="605" y="326"/>
                        <a:pt x="638" y="333"/>
                        <a:pt x="675" y="311"/>
                      </a:cubicBezTo>
                      <a:cubicBezTo>
                        <a:pt x="685" y="306"/>
                        <a:pt x="696" y="305"/>
                        <a:pt x="706" y="308"/>
                      </a:cubicBezTo>
                      <a:cubicBezTo>
                        <a:pt x="739" y="318"/>
                        <a:pt x="819" y="334"/>
                        <a:pt x="853" y="274"/>
                      </a:cubicBezTo>
                      <a:cubicBezTo>
                        <a:pt x="886" y="216"/>
                        <a:pt x="861" y="172"/>
                        <a:pt x="843" y="15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DF2A5DAB-9483-5246-A038-70B52E217019}"/>
                  </a:ext>
                </a:extLst>
              </p:cNvPr>
              <p:cNvGrpSpPr/>
              <p:nvPr/>
            </p:nvGrpSpPr>
            <p:grpSpPr>
              <a:xfrm>
                <a:off x="8411900" y="7287405"/>
                <a:ext cx="3308508" cy="4734968"/>
                <a:chOff x="8411900" y="7287405"/>
                <a:chExt cx="3308508" cy="4734968"/>
              </a:xfrm>
            </p:grpSpPr>
            <p:sp>
              <p:nvSpPr>
                <p:cNvPr id="222" name="Freeform 221">
                  <a:extLst>
                    <a:ext uri="{FF2B5EF4-FFF2-40B4-BE49-F238E27FC236}">
                      <a16:creationId xmlns:a16="http://schemas.microsoft.com/office/drawing/2014/main" id="{C3012603-608B-E64B-B23C-86576C7AC0A4}"/>
                    </a:ext>
                  </a:extLst>
                </p:cNvPr>
                <p:cNvSpPr/>
                <p:nvPr/>
              </p:nvSpPr>
              <p:spPr>
                <a:xfrm>
                  <a:off x="8421556" y="7296673"/>
                  <a:ext cx="3291382" cy="471697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643" h="3786">
                      <a:moveTo>
                        <a:pt x="0" y="3786"/>
                      </a:moveTo>
                      <a:lnTo>
                        <a:pt x="485" y="3116"/>
                      </a:lnTo>
                      <a:cubicBezTo>
                        <a:pt x="550" y="3030"/>
                        <a:pt x="693" y="2826"/>
                        <a:pt x="680" y="2719"/>
                      </a:cubicBezTo>
                      <a:lnTo>
                        <a:pt x="601" y="2057"/>
                      </a:lnTo>
                      <a:cubicBezTo>
                        <a:pt x="572" y="1822"/>
                        <a:pt x="586" y="1668"/>
                        <a:pt x="694" y="1459"/>
                      </a:cubicBezTo>
                      <a:lnTo>
                        <a:pt x="901" y="1054"/>
                      </a:lnTo>
                      <a:cubicBezTo>
                        <a:pt x="901" y="1054"/>
                        <a:pt x="924" y="392"/>
                        <a:pt x="930" y="177"/>
                      </a:cubicBezTo>
                      <a:cubicBezTo>
                        <a:pt x="939" y="-153"/>
                        <a:pt x="1494" y="-87"/>
                        <a:pt x="1464" y="952"/>
                      </a:cubicBezTo>
                      <a:cubicBezTo>
                        <a:pt x="1464" y="952"/>
                        <a:pt x="1935" y="2002"/>
                        <a:pt x="1730" y="2898"/>
                      </a:cubicBezTo>
                      <a:lnTo>
                        <a:pt x="2643" y="2898"/>
                      </a:lnTo>
                      <a:cubicBezTo>
                        <a:pt x="2643" y="2898"/>
                        <a:pt x="2521" y="3366"/>
                        <a:pt x="2062" y="3405"/>
                      </a:cubicBezTo>
                      <a:cubicBezTo>
                        <a:pt x="2042" y="3407"/>
                        <a:pt x="1678" y="3786"/>
                        <a:pt x="1678" y="3786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23" name="Freeform 322">
                  <a:extLst>
                    <a:ext uri="{FF2B5EF4-FFF2-40B4-BE49-F238E27FC236}">
                      <a16:creationId xmlns:a16="http://schemas.microsoft.com/office/drawing/2014/main" id="{C76314DF-436D-2648-9D56-06D8FDDCAED3}"/>
                    </a:ext>
                  </a:extLst>
                </p:cNvPr>
                <p:cNvSpPr/>
                <p:nvPr/>
              </p:nvSpPr>
              <p:spPr>
                <a:xfrm>
                  <a:off x="8411900" y="7287405"/>
                  <a:ext cx="3308508" cy="4734968"/>
                </a:xfrm>
                <a:custGeom>
                  <a:avLst/>
                  <a:gdLst>
                    <a:gd name="connsiteX0" fmla="*/ 1373594 w 3308508"/>
                    <a:gd name="connsiteY0" fmla="*/ 18613 h 4734968"/>
                    <a:gd name="connsiteX1" fmla="*/ 1274903 w 3308508"/>
                    <a:gd name="connsiteY1" fmla="*/ 36679 h 4734968"/>
                    <a:gd name="connsiteX2" fmla="*/ 1176523 w 3308508"/>
                    <a:gd name="connsiteY2" fmla="*/ 228547 h 4734968"/>
                    <a:gd name="connsiteX3" fmla="*/ 1140409 w 3308508"/>
                    <a:gd name="connsiteY3" fmla="*/ 1321200 h 4734968"/>
                    <a:gd name="connsiteX4" fmla="*/ 1139164 w 3308508"/>
                    <a:gd name="connsiteY4" fmla="*/ 1326184 h 4734968"/>
                    <a:gd name="connsiteX5" fmla="*/ 882629 w 3308508"/>
                    <a:gd name="connsiteY5" fmla="*/ 1829527 h 4734968"/>
                    <a:gd name="connsiteX6" fmla="*/ 766814 w 3308508"/>
                    <a:gd name="connsiteY6" fmla="*/ 2570837 h 4734968"/>
                    <a:gd name="connsiteX7" fmla="*/ 865194 w 3308508"/>
                    <a:gd name="connsiteY7" fmla="*/ 3396868 h 4734968"/>
                    <a:gd name="connsiteX8" fmla="*/ 619867 w 3308508"/>
                    <a:gd name="connsiteY8" fmla="*/ 3896474 h 4734968"/>
                    <a:gd name="connsiteX9" fmla="*/ 25851 w 3308508"/>
                    <a:gd name="connsiteY9" fmla="*/ 4717521 h 4734968"/>
                    <a:gd name="connsiteX10" fmla="*/ 2095567 w 3308508"/>
                    <a:gd name="connsiteY10" fmla="*/ 4717521 h 4734968"/>
                    <a:gd name="connsiteX11" fmla="*/ 2577504 w 3308508"/>
                    <a:gd name="connsiteY11" fmla="*/ 4242834 h 4734968"/>
                    <a:gd name="connsiteX12" fmla="*/ 3146614 w 3308508"/>
                    <a:gd name="connsiteY12" fmla="*/ 3912670 h 4734968"/>
                    <a:gd name="connsiteX13" fmla="*/ 3289825 w 3308508"/>
                    <a:gd name="connsiteY13" fmla="*/ 3627360 h 4734968"/>
                    <a:gd name="connsiteX14" fmla="*/ 2164059 w 3308508"/>
                    <a:gd name="connsiteY14" fmla="*/ 3627360 h 4734968"/>
                    <a:gd name="connsiteX15" fmla="*/ 2157832 w 3308508"/>
                    <a:gd name="connsiteY15" fmla="*/ 3624868 h 4734968"/>
                    <a:gd name="connsiteX16" fmla="*/ 2156587 w 3308508"/>
                    <a:gd name="connsiteY16" fmla="*/ 3617392 h 4734968"/>
                    <a:gd name="connsiteX17" fmla="*/ 2085604 w 3308508"/>
                    <a:gd name="connsiteY17" fmla="*/ 1990248 h 4734968"/>
                    <a:gd name="connsiteX18" fmla="*/ 1824088 w 3308508"/>
                    <a:gd name="connsiteY18" fmla="*/ 1197856 h 4734968"/>
                    <a:gd name="connsiteX19" fmla="*/ 1824088 w 3308508"/>
                    <a:gd name="connsiteY19" fmla="*/ 1194119 h 4734968"/>
                    <a:gd name="connsiteX20" fmla="*/ 1481626 w 3308508"/>
                    <a:gd name="connsiteY20" fmla="*/ 56613 h 4734968"/>
                    <a:gd name="connsiteX21" fmla="*/ 1373594 w 3308508"/>
                    <a:gd name="connsiteY21" fmla="*/ 18613 h 4734968"/>
                    <a:gd name="connsiteX22" fmla="*/ 1373123 w 3308508"/>
                    <a:gd name="connsiteY22" fmla="*/ 855 h 4734968"/>
                    <a:gd name="connsiteX23" fmla="*/ 1490339 w 3308508"/>
                    <a:gd name="connsiteY23" fmla="*/ 41658 h 4734968"/>
                    <a:gd name="connsiteX24" fmla="*/ 1741894 w 3308508"/>
                    <a:gd name="connsiteY24" fmla="*/ 402969 h 4734968"/>
                    <a:gd name="connsiteX25" fmla="*/ 1839029 w 3308508"/>
                    <a:gd name="connsiteY25" fmla="*/ 1191625 h 4734968"/>
                    <a:gd name="connsiteX26" fmla="*/ 2100546 w 3308508"/>
                    <a:gd name="connsiteY26" fmla="*/ 1986510 h 4734968"/>
                    <a:gd name="connsiteX27" fmla="*/ 2174020 w 3308508"/>
                    <a:gd name="connsiteY27" fmla="*/ 3611165 h 4734968"/>
                    <a:gd name="connsiteX28" fmla="*/ 3299791 w 3308508"/>
                    <a:gd name="connsiteY28" fmla="*/ 3611165 h 4734968"/>
                    <a:gd name="connsiteX29" fmla="*/ 3306017 w 3308508"/>
                    <a:gd name="connsiteY29" fmla="*/ 3613657 h 4734968"/>
                    <a:gd name="connsiteX30" fmla="*/ 3308508 w 3308508"/>
                    <a:gd name="connsiteY30" fmla="*/ 3622378 h 4734968"/>
                    <a:gd name="connsiteX31" fmla="*/ 3159070 w 3308508"/>
                    <a:gd name="connsiteY31" fmla="*/ 3922640 h 4734968"/>
                    <a:gd name="connsiteX32" fmla="*/ 2577504 w 3308508"/>
                    <a:gd name="connsiteY32" fmla="*/ 4260280 h 4734968"/>
                    <a:gd name="connsiteX33" fmla="*/ 2104282 w 3308508"/>
                    <a:gd name="connsiteY33" fmla="*/ 4732476 h 4734968"/>
                    <a:gd name="connsiteX34" fmla="*/ 2098056 w 3308508"/>
                    <a:gd name="connsiteY34" fmla="*/ 4734968 h 4734968"/>
                    <a:gd name="connsiteX35" fmla="*/ 8406 w 3308508"/>
                    <a:gd name="connsiteY35" fmla="*/ 4734968 h 4734968"/>
                    <a:gd name="connsiteX36" fmla="*/ 934 w 3308508"/>
                    <a:gd name="connsiteY36" fmla="*/ 4729984 h 4734968"/>
                    <a:gd name="connsiteX37" fmla="*/ 934 w 3308508"/>
                    <a:gd name="connsiteY37" fmla="*/ 4721263 h 4734968"/>
                    <a:gd name="connsiteX38" fmla="*/ 604915 w 3308508"/>
                    <a:gd name="connsiteY38" fmla="*/ 3886509 h 4734968"/>
                    <a:gd name="connsiteX39" fmla="*/ 847753 w 3308508"/>
                    <a:gd name="connsiteY39" fmla="*/ 3398116 h 4734968"/>
                    <a:gd name="connsiteX40" fmla="*/ 746882 w 3308508"/>
                    <a:gd name="connsiteY40" fmla="*/ 2573329 h 4734968"/>
                    <a:gd name="connsiteX41" fmla="*/ 865187 w 3308508"/>
                    <a:gd name="connsiteY41" fmla="*/ 1822051 h 4734968"/>
                    <a:gd name="connsiteX42" fmla="*/ 1121724 w 3308508"/>
                    <a:gd name="connsiteY42" fmla="*/ 1319952 h 4734968"/>
                    <a:gd name="connsiteX43" fmla="*/ 1157838 w 3308508"/>
                    <a:gd name="connsiteY43" fmla="*/ 228543 h 4734968"/>
                    <a:gd name="connsiteX44" fmla="*/ 1266181 w 3308508"/>
                    <a:gd name="connsiteY44" fmla="*/ 21724 h 4734968"/>
                    <a:gd name="connsiteX45" fmla="*/ 1373123 w 3308508"/>
                    <a:gd name="connsiteY45" fmla="*/ 855 h 47349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</a:cxnLst>
                  <a:rect l="l" t="t" r="r" b="b"/>
                  <a:pathLst>
                    <a:path w="3308508" h="4734968">
                      <a:moveTo>
                        <a:pt x="1373594" y="18613"/>
                      </a:moveTo>
                      <a:cubicBezTo>
                        <a:pt x="1338414" y="15187"/>
                        <a:pt x="1304791" y="21105"/>
                        <a:pt x="1274903" y="36679"/>
                      </a:cubicBezTo>
                      <a:cubicBezTo>
                        <a:pt x="1215128" y="70318"/>
                        <a:pt x="1177769" y="140088"/>
                        <a:pt x="1176523" y="228547"/>
                      </a:cubicBezTo>
                      <a:cubicBezTo>
                        <a:pt x="1167806" y="493924"/>
                        <a:pt x="1140409" y="1313725"/>
                        <a:pt x="1140409" y="1321200"/>
                      </a:cubicBezTo>
                      <a:cubicBezTo>
                        <a:pt x="1140409" y="1323692"/>
                        <a:pt x="1140409" y="1323692"/>
                        <a:pt x="1139164" y="1326184"/>
                      </a:cubicBezTo>
                      <a:lnTo>
                        <a:pt x="882629" y="1829527"/>
                      </a:lnTo>
                      <a:cubicBezTo>
                        <a:pt x="741908" y="2101133"/>
                        <a:pt x="733191" y="2300477"/>
                        <a:pt x="766814" y="2570837"/>
                      </a:cubicBezTo>
                      <a:lnTo>
                        <a:pt x="865194" y="3396868"/>
                      </a:lnTo>
                      <a:cubicBezTo>
                        <a:pt x="881383" y="3526442"/>
                        <a:pt x="718247" y="3765654"/>
                        <a:pt x="619867" y="3896474"/>
                      </a:cubicBezTo>
                      <a:lnTo>
                        <a:pt x="25851" y="4717521"/>
                      </a:lnTo>
                      <a:lnTo>
                        <a:pt x="2095567" y="4717521"/>
                      </a:lnTo>
                      <a:cubicBezTo>
                        <a:pt x="2233797" y="4572996"/>
                        <a:pt x="2551352" y="4245326"/>
                        <a:pt x="2577504" y="4242834"/>
                      </a:cubicBezTo>
                      <a:cubicBezTo>
                        <a:pt x="2868908" y="4217916"/>
                        <a:pt x="3048234" y="4049719"/>
                        <a:pt x="3146614" y="3912670"/>
                      </a:cubicBezTo>
                      <a:cubicBezTo>
                        <a:pt x="3236276" y="3786834"/>
                        <a:pt x="3278617" y="3664736"/>
                        <a:pt x="3289825" y="3627360"/>
                      </a:cubicBezTo>
                      <a:lnTo>
                        <a:pt x="2164059" y="3627360"/>
                      </a:lnTo>
                      <a:cubicBezTo>
                        <a:pt x="2161568" y="3627360"/>
                        <a:pt x="2159078" y="3627360"/>
                        <a:pt x="2157832" y="3624868"/>
                      </a:cubicBezTo>
                      <a:cubicBezTo>
                        <a:pt x="2156587" y="3622376"/>
                        <a:pt x="2155342" y="3619884"/>
                        <a:pt x="2156587" y="3617392"/>
                      </a:cubicBezTo>
                      <a:cubicBezTo>
                        <a:pt x="2287346" y="3043033"/>
                        <a:pt x="2190211" y="2416346"/>
                        <a:pt x="2085604" y="1990248"/>
                      </a:cubicBezTo>
                      <a:cubicBezTo>
                        <a:pt x="1972280" y="1529266"/>
                        <a:pt x="1825333" y="1201594"/>
                        <a:pt x="1824088" y="1197856"/>
                      </a:cubicBezTo>
                      <a:cubicBezTo>
                        <a:pt x="1824088" y="1196610"/>
                        <a:pt x="1824088" y="1195364"/>
                        <a:pt x="1824088" y="1194119"/>
                      </a:cubicBezTo>
                      <a:cubicBezTo>
                        <a:pt x="1848994" y="350645"/>
                        <a:pt x="1568798" y="111433"/>
                        <a:pt x="1481626" y="56613"/>
                      </a:cubicBezTo>
                      <a:cubicBezTo>
                        <a:pt x="1445512" y="34810"/>
                        <a:pt x="1408775" y="22040"/>
                        <a:pt x="1373594" y="18613"/>
                      </a:cubicBezTo>
                      <a:close/>
                      <a:moveTo>
                        <a:pt x="1373123" y="855"/>
                      </a:moveTo>
                      <a:cubicBezTo>
                        <a:pt x="1411261" y="4281"/>
                        <a:pt x="1451112" y="17986"/>
                        <a:pt x="1490339" y="41658"/>
                      </a:cubicBezTo>
                      <a:cubicBezTo>
                        <a:pt x="1562567" y="87756"/>
                        <a:pt x="1664684" y="184937"/>
                        <a:pt x="1741894" y="402969"/>
                      </a:cubicBezTo>
                      <a:cubicBezTo>
                        <a:pt x="1816613" y="612281"/>
                        <a:pt x="1848991" y="876412"/>
                        <a:pt x="1839029" y="1191625"/>
                      </a:cubicBezTo>
                      <a:cubicBezTo>
                        <a:pt x="1851482" y="1220280"/>
                        <a:pt x="1990958" y="1541723"/>
                        <a:pt x="2100546" y="1986510"/>
                      </a:cubicBezTo>
                      <a:cubicBezTo>
                        <a:pt x="2205153" y="2410116"/>
                        <a:pt x="2302288" y="3035558"/>
                        <a:pt x="2174020" y="3611165"/>
                      </a:cubicBezTo>
                      <a:lnTo>
                        <a:pt x="3299791" y="3611165"/>
                      </a:lnTo>
                      <a:cubicBezTo>
                        <a:pt x="3302282" y="3611165"/>
                        <a:pt x="3304772" y="3612411"/>
                        <a:pt x="3306017" y="3613657"/>
                      </a:cubicBezTo>
                      <a:cubicBezTo>
                        <a:pt x="3308508" y="3617394"/>
                        <a:pt x="3308508" y="3618640"/>
                        <a:pt x="3308508" y="3622378"/>
                      </a:cubicBezTo>
                      <a:cubicBezTo>
                        <a:pt x="3308508" y="3623624"/>
                        <a:pt x="3268658" y="3770640"/>
                        <a:pt x="3159070" y="3922640"/>
                      </a:cubicBezTo>
                      <a:cubicBezTo>
                        <a:pt x="3059444" y="4062181"/>
                        <a:pt x="2876382" y="4234116"/>
                        <a:pt x="2577504" y="4260280"/>
                      </a:cubicBezTo>
                      <a:cubicBezTo>
                        <a:pt x="2550107" y="4272738"/>
                        <a:pt x="2279872" y="4548083"/>
                        <a:pt x="2104282" y="4732476"/>
                      </a:cubicBezTo>
                      <a:cubicBezTo>
                        <a:pt x="2103037" y="4733722"/>
                        <a:pt x="2100546" y="4734968"/>
                        <a:pt x="2098056" y="4734968"/>
                      </a:cubicBezTo>
                      <a:lnTo>
                        <a:pt x="8406" y="4734968"/>
                      </a:lnTo>
                      <a:cubicBezTo>
                        <a:pt x="4670" y="4734968"/>
                        <a:pt x="2180" y="4732476"/>
                        <a:pt x="934" y="4729984"/>
                      </a:cubicBezTo>
                      <a:cubicBezTo>
                        <a:pt x="-311" y="4727492"/>
                        <a:pt x="-311" y="4723755"/>
                        <a:pt x="934" y="4721263"/>
                      </a:cubicBezTo>
                      <a:lnTo>
                        <a:pt x="604915" y="3886509"/>
                      </a:lnTo>
                      <a:cubicBezTo>
                        <a:pt x="683370" y="3783100"/>
                        <a:pt x="862697" y="3527690"/>
                        <a:pt x="847753" y="3398116"/>
                      </a:cubicBezTo>
                      <a:lnTo>
                        <a:pt x="746882" y="2573329"/>
                      </a:lnTo>
                      <a:cubicBezTo>
                        <a:pt x="714504" y="2297985"/>
                        <a:pt x="723221" y="2097395"/>
                        <a:pt x="865187" y="1822051"/>
                      </a:cubicBezTo>
                      <a:lnTo>
                        <a:pt x="1121724" y="1319952"/>
                      </a:lnTo>
                      <a:cubicBezTo>
                        <a:pt x="1124214" y="1273854"/>
                        <a:pt x="1150366" y="486445"/>
                        <a:pt x="1157838" y="228543"/>
                      </a:cubicBezTo>
                      <a:cubicBezTo>
                        <a:pt x="1160328" y="132609"/>
                        <a:pt x="1200179" y="57855"/>
                        <a:pt x="1266181" y="21724"/>
                      </a:cubicBezTo>
                      <a:cubicBezTo>
                        <a:pt x="1298560" y="4281"/>
                        <a:pt x="1334985" y="-2572"/>
                        <a:pt x="1373123" y="85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25" name="Freeform 224">
                  <a:extLst>
                    <a:ext uri="{FF2B5EF4-FFF2-40B4-BE49-F238E27FC236}">
                      <a16:creationId xmlns:a16="http://schemas.microsoft.com/office/drawing/2014/main" id="{95E46698-75CA-B548-8033-7AED829EBC6C}"/>
                    </a:ext>
                  </a:extLst>
                </p:cNvPr>
                <p:cNvSpPr/>
                <p:nvPr/>
              </p:nvSpPr>
              <p:spPr>
                <a:xfrm>
                  <a:off x="9505391" y="8601475"/>
                  <a:ext cx="46094" cy="68916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8" h="554">
                      <a:moveTo>
                        <a:pt x="7" y="554"/>
                      </a:moveTo>
                      <a:cubicBezTo>
                        <a:pt x="2" y="554"/>
                        <a:pt x="0" y="551"/>
                        <a:pt x="0" y="546"/>
                      </a:cubicBezTo>
                      <a:lnTo>
                        <a:pt x="24" y="6"/>
                      </a:lnTo>
                      <a:cubicBezTo>
                        <a:pt x="24" y="2"/>
                        <a:pt x="28" y="-1"/>
                        <a:pt x="32" y="0"/>
                      </a:cubicBezTo>
                      <a:cubicBezTo>
                        <a:pt x="36" y="0"/>
                        <a:pt x="38" y="3"/>
                        <a:pt x="38" y="6"/>
                      </a:cubicBezTo>
                      <a:lnTo>
                        <a:pt x="13" y="547"/>
                      </a:lnTo>
                      <a:cubicBezTo>
                        <a:pt x="13" y="551"/>
                        <a:pt x="10" y="554"/>
                        <a:pt x="7" y="55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26" name="Freeform 225">
                  <a:extLst>
                    <a:ext uri="{FF2B5EF4-FFF2-40B4-BE49-F238E27FC236}">
                      <a16:creationId xmlns:a16="http://schemas.microsoft.com/office/drawing/2014/main" id="{D46646D9-5834-C54A-84A6-EB6703192975}"/>
                    </a:ext>
                  </a:extLst>
                </p:cNvPr>
                <p:cNvSpPr/>
                <p:nvPr/>
              </p:nvSpPr>
              <p:spPr>
                <a:xfrm>
                  <a:off x="10453442" y="10899522"/>
                  <a:ext cx="130808" cy="33523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06" h="270">
                      <a:moveTo>
                        <a:pt x="7" y="270"/>
                      </a:moveTo>
                      <a:cubicBezTo>
                        <a:pt x="5" y="270"/>
                        <a:pt x="4" y="270"/>
                        <a:pt x="4" y="269"/>
                      </a:cubicBezTo>
                      <a:cubicBezTo>
                        <a:pt x="0" y="267"/>
                        <a:pt x="-1" y="263"/>
                        <a:pt x="0" y="260"/>
                      </a:cubicBezTo>
                      <a:cubicBezTo>
                        <a:pt x="68" y="137"/>
                        <a:pt x="91" y="7"/>
                        <a:pt x="92" y="6"/>
                      </a:cubicBezTo>
                      <a:cubicBezTo>
                        <a:pt x="92" y="2"/>
                        <a:pt x="95" y="0"/>
                        <a:pt x="100" y="0"/>
                      </a:cubicBezTo>
                      <a:cubicBezTo>
                        <a:pt x="103" y="1"/>
                        <a:pt x="106" y="5"/>
                        <a:pt x="105" y="8"/>
                      </a:cubicBezTo>
                      <a:cubicBezTo>
                        <a:pt x="105" y="9"/>
                        <a:pt x="81" y="141"/>
                        <a:pt x="13" y="266"/>
                      </a:cubicBezTo>
                      <a:cubicBezTo>
                        <a:pt x="11" y="269"/>
                        <a:pt x="9" y="270"/>
                        <a:pt x="7" y="27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53B918D-C67F-7243-9433-E3117346CE98}"/>
                </a:ext>
              </a:extLst>
            </p:cNvPr>
            <p:cNvGrpSpPr/>
            <p:nvPr/>
          </p:nvGrpSpPr>
          <p:grpSpPr>
            <a:xfrm>
              <a:off x="10371220" y="5573138"/>
              <a:ext cx="7105996" cy="332743"/>
              <a:chOff x="10371220" y="5573138"/>
              <a:chExt cx="7105996" cy="332743"/>
            </a:xfrm>
          </p:grpSpPr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A9F2B4CD-214B-334B-9AB5-D7EEB668A999}"/>
                  </a:ext>
                </a:extLst>
              </p:cNvPr>
              <p:cNvSpPr/>
              <p:nvPr/>
            </p:nvSpPr>
            <p:spPr>
              <a:xfrm>
                <a:off x="10379940" y="5581861"/>
                <a:ext cx="7088551" cy="315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691" h="254">
                    <a:moveTo>
                      <a:pt x="5563" y="0"/>
                    </a:moveTo>
                    <a:lnTo>
                      <a:pt x="2846" y="0"/>
                    </a:lnTo>
                    <a:lnTo>
                      <a:pt x="127" y="0"/>
                    </a:lnTo>
                    <a:cubicBezTo>
                      <a:pt x="92" y="0"/>
                      <a:pt x="60" y="14"/>
                      <a:pt x="37" y="37"/>
                    </a:cubicBezTo>
                    <a:cubicBezTo>
                      <a:pt x="14" y="60"/>
                      <a:pt x="0" y="92"/>
                      <a:pt x="0" y="127"/>
                    </a:cubicBezTo>
                    <a:cubicBezTo>
                      <a:pt x="0" y="162"/>
                      <a:pt x="14" y="195"/>
                      <a:pt x="37" y="217"/>
                    </a:cubicBezTo>
                    <a:cubicBezTo>
                      <a:pt x="60" y="240"/>
                      <a:pt x="92" y="254"/>
                      <a:pt x="127" y="254"/>
                    </a:cubicBezTo>
                    <a:lnTo>
                      <a:pt x="2846" y="254"/>
                    </a:lnTo>
                    <a:lnTo>
                      <a:pt x="5563" y="254"/>
                    </a:lnTo>
                    <a:cubicBezTo>
                      <a:pt x="5599" y="254"/>
                      <a:pt x="5631" y="240"/>
                      <a:pt x="5654" y="217"/>
                    </a:cubicBezTo>
                    <a:cubicBezTo>
                      <a:pt x="5677" y="195"/>
                      <a:pt x="5691" y="162"/>
                      <a:pt x="5691" y="127"/>
                    </a:cubicBezTo>
                    <a:cubicBezTo>
                      <a:pt x="5691" y="92"/>
                      <a:pt x="5677" y="60"/>
                      <a:pt x="5654" y="37"/>
                    </a:cubicBezTo>
                    <a:cubicBezTo>
                      <a:pt x="5631" y="14"/>
                      <a:pt x="5599" y="0"/>
                      <a:pt x="556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919287CB-0128-7041-8606-144706F06CA7}"/>
                  </a:ext>
                </a:extLst>
              </p:cNvPr>
              <p:cNvSpPr/>
              <p:nvPr/>
            </p:nvSpPr>
            <p:spPr>
              <a:xfrm>
                <a:off x="10371220" y="5573138"/>
                <a:ext cx="7105996" cy="332743"/>
              </a:xfrm>
              <a:custGeom>
                <a:avLst/>
                <a:gdLst>
                  <a:gd name="connsiteX0" fmla="*/ 166910 w 7105996"/>
                  <a:gd name="connsiteY0" fmla="*/ 17447 h 332743"/>
                  <a:gd name="connsiteX1" fmla="*/ 61036 w 7105996"/>
                  <a:gd name="connsiteY1" fmla="*/ 60884 h 332743"/>
                  <a:gd name="connsiteX2" fmla="*/ 17441 w 7105996"/>
                  <a:gd name="connsiteY2" fmla="*/ 166374 h 332743"/>
                  <a:gd name="connsiteX3" fmla="*/ 61036 w 7105996"/>
                  <a:gd name="connsiteY3" fmla="*/ 271864 h 332743"/>
                  <a:gd name="connsiteX4" fmla="*/ 166910 w 7105996"/>
                  <a:gd name="connsiteY4" fmla="*/ 316542 h 332743"/>
                  <a:gd name="connsiteX5" fmla="*/ 3553621 w 7105996"/>
                  <a:gd name="connsiteY5" fmla="*/ 316542 h 332743"/>
                  <a:gd name="connsiteX6" fmla="*/ 6937840 w 7105996"/>
                  <a:gd name="connsiteY6" fmla="*/ 316542 h 332743"/>
                  <a:gd name="connsiteX7" fmla="*/ 7044960 w 7105996"/>
                  <a:gd name="connsiteY7" fmla="*/ 271864 h 332743"/>
                  <a:gd name="connsiteX8" fmla="*/ 7088556 w 7105996"/>
                  <a:gd name="connsiteY8" fmla="*/ 166374 h 332743"/>
                  <a:gd name="connsiteX9" fmla="*/ 7044960 w 7105996"/>
                  <a:gd name="connsiteY9" fmla="*/ 60884 h 332743"/>
                  <a:gd name="connsiteX10" fmla="*/ 6937840 w 7105996"/>
                  <a:gd name="connsiteY10" fmla="*/ 17447 h 332743"/>
                  <a:gd name="connsiteX11" fmla="*/ 3553621 w 7105996"/>
                  <a:gd name="connsiteY11" fmla="*/ 17447 h 332743"/>
                  <a:gd name="connsiteX12" fmla="*/ 166907 w 7105996"/>
                  <a:gd name="connsiteY12" fmla="*/ 0 h 332743"/>
                  <a:gd name="connsiteX13" fmla="*/ 3553621 w 7105996"/>
                  <a:gd name="connsiteY13" fmla="*/ 0 h 332743"/>
                  <a:gd name="connsiteX14" fmla="*/ 6937844 w 7105996"/>
                  <a:gd name="connsiteY14" fmla="*/ 0 h 332743"/>
                  <a:gd name="connsiteX15" fmla="*/ 7057418 w 7105996"/>
                  <a:gd name="connsiteY15" fmla="*/ 49663 h 332743"/>
                  <a:gd name="connsiteX16" fmla="*/ 7105996 w 7105996"/>
                  <a:gd name="connsiteY16" fmla="*/ 166372 h 332743"/>
                  <a:gd name="connsiteX17" fmla="*/ 7057418 w 7105996"/>
                  <a:gd name="connsiteY17" fmla="*/ 284322 h 332743"/>
                  <a:gd name="connsiteX18" fmla="*/ 6937844 w 7105996"/>
                  <a:gd name="connsiteY18" fmla="*/ 332743 h 332743"/>
                  <a:gd name="connsiteX19" fmla="*/ 3553621 w 7105996"/>
                  <a:gd name="connsiteY19" fmla="*/ 332743 h 332743"/>
                  <a:gd name="connsiteX20" fmla="*/ 166907 w 7105996"/>
                  <a:gd name="connsiteY20" fmla="*/ 332743 h 332743"/>
                  <a:gd name="connsiteX21" fmla="*/ 48577 w 7105996"/>
                  <a:gd name="connsiteY21" fmla="*/ 284322 h 332743"/>
                  <a:gd name="connsiteX22" fmla="*/ 0 w 7105996"/>
                  <a:gd name="connsiteY22" fmla="*/ 166372 h 332743"/>
                  <a:gd name="connsiteX23" fmla="*/ 48577 w 7105996"/>
                  <a:gd name="connsiteY23" fmla="*/ 49663 h 332743"/>
                  <a:gd name="connsiteX24" fmla="*/ 166907 w 7105996"/>
                  <a:gd name="connsiteY24" fmla="*/ 0 h 332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105996" h="332743">
                    <a:moveTo>
                      <a:pt x="166910" y="17447"/>
                    </a:moveTo>
                    <a:cubicBezTo>
                      <a:pt x="125806" y="17447"/>
                      <a:pt x="88439" y="33581"/>
                      <a:pt x="61036" y="60884"/>
                    </a:cubicBezTo>
                    <a:cubicBezTo>
                      <a:pt x="33633" y="88188"/>
                      <a:pt x="17441" y="125419"/>
                      <a:pt x="17441" y="166374"/>
                    </a:cubicBezTo>
                    <a:cubicBezTo>
                      <a:pt x="17441" y="207329"/>
                      <a:pt x="33633" y="244561"/>
                      <a:pt x="61036" y="271864"/>
                    </a:cubicBezTo>
                    <a:cubicBezTo>
                      <a:pt x="88439" y="299167"/>
                      <a:pt x="125806" y="316542"/>
                      <a:pt x="166910" y="316542"/>
                    </a:cubicBezTo>
                    <a:lnTo>
                      <a:pt x="3553621" y="316542"/>
                    </a:lnTo>
                    <a:lnTo>
                      <a:pt x="6937840" y="316542"/>
                    </a:lnTo>
                    <a:cubicBezTo>
                      <a:pt x="6980190" y="316542"/>
                      <a:pt x="7017558" y="299167"/>
                      <a:pt x="7044960" y="271864"/>
                    </a:cubicBezTo>
                    <a:cubicBezTo>
                      <a:pt x="7072362" y="244561"/>
                      <a:pt x="7088556" y="207329"/>
                      <a:pt x="7088556" y="166374"/>
                    </a:cubicBezTo>
                    <a:cubicBezTo>
                      <a:pt x="7088556" y="125419"/>
                      <a:pt x="7072362" y="88188"/>
                      <a:pt x="7044960" y="60884"/>
                    </a:cubicBezTo>
                    <a:cubicBezTo>
                      <a:pt x="7017558" y="33581"/>
                      <a:pt x="6980190" y="17447"/>
                      <a:pt x="6937840" y="17447"/>
                    </a:cubicBezTo>
                    <a:lnTo>
                      <a:pt x="3553621" y="17447"/>
                    </a:lnTo>
                    <a:close/>
                    <a:moveTo>
                      <a:pt x="166907" y="0"/>
                    </a:moveTo>
                    <a:lnTo>
                      <a:pt x="3553621" y="0"/>
                    </a:lnTo>
                    <a:lnTo>
                      <a:pt x="6937844" y="0"/>
                    </a:lnTo>
                    <a:cubicBezTo>
                      <a:pt x="6985176" y="0"/>
                      <a:pt x="7026280" y="18624"/>
                      <a:pt x="7057418" y="49663"/>
                    </a:cubicBezTo>
                    <a:cubicBezTo>
                      <a:pt x="7087312" y="79461"/>
                      <a:pt x="7105996" y="120433"/>
                      <a:pt x="7105996" y="166372"/>
                    </a:cubicBezTo>
                    <a:cubicBezTo>
                      <a:pt x="7105996" y="212310"/>
                      <a:pt x="7087312" y="254524"/>
                      <a:pt x="7057418" y="284322"/>
                    </a:cubicBezTo>
                    <a:cubicBezTo>
                      <a:pt x="7026280" y="315361"/>
                      <a:pt x="6985176" y="332743"/>
                      <a:pt x="6937844" y="332743"/>
                    </a:cubicBezTo>
                    <a:lnTo>
                      <a:pt x="3553621" y="332743"/>
                    </a:lnTo>
                    <a:lnTo>
                      <a:pt x="166907" y="332743"/>
                    </a:lnTo>
                    <a:cubicBezTo>
                      <a:pt x="122066" y="332743"/>
                      <a:pt x="79717" y="315361"/>
                      <a:pt x="48577" y="284322"/>
                    </a:cubicBezTo>
                    <a:cubicBezTo>
                      <a:pt x="18684" y="254524"/>
                      <a:pt x="0" y="212310"/>
                      <a:pt x="0" y="166372"/>
                    </a:cubicBezTo>
                    <a:cubicBezTo>
                      <a:pt x="0" y="120433"/>
                      <a:pt x="18684" y="79461"/>
                      <a:pt x="48577" y="49663"/>
                    </a:cubicBezTo>
                    <a:cubicBezTo>
                      <a:pt x="79717" y="18624"/>
                      <a:pt x="122066" y="0"/>
                      <a:pt x="1669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2B583DFC-E749-E84B-A6FA-A7A479C253CD}"/>
                  </a:ext>
                </a:extLst>
              </p:cNvPr>
              <p:cNvSpPr/>
              <p:nvPr/>
            </p:nvSpPr>
            <p:spPr>
              <a:xfrm>
                <a:off x="16532905" y="5573138"/>
                <a:ext cx="943064" cy="3327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8" h="268">
                    <a:moveTo>
                      <a:pt x="623" y="0"/>
                    </a:moveTo>
                    <a:lnTo>
                      <a:pt x="315" y="0"/>
                    </a:lnTo>
                    <a:lnTo>
                      <a:pt x="7" y="0"/>
                    </a:lnTo>
                    <a:cubicBezTo>
                      <a:pt x="5" y="0"/>
                      <a:pt x="4" y="1"/>
                      <a:pt x="2" y="2"/>
                    </a:cubicBezTo>
                    <a:cubicBezTo>
                      <a:pt x="1" y="3"/>
                      <a:pt x="0" y="5"/>
                      <a:pt x="0" y="7"/>
                    </a:cubicBezTo>
                    <a:lnTo>
                      <a:pt x="0" y="134"/>
                    </a:lnTo>
                    <a:lnTo>
                      <a:pt x="0" y="261"/>
                    </a:lnTo>
                    <a:cubicBezTo>
                      <a:pt x="0" y="263"/>
                      <a:pt x="1" y="265"/>
                      <a:pt x="2" y="266"/>
                    </a:cubicBezTo>
                    <a:cubicBezTo>
                      <a:pt x="4" y="268"/>
                      <a:pt x="5" y="268"/>
                      <a:pt x="7" y="268"/>
                    </a:cubicBezTo>
                    <a:lnTo>
                      <a:pt x="315" y="268"/>
                    </a:lnTo>
                    <a:lnTo>
                      <a:pt x="623" y="268"/>
                    </a:lnTo>
                    <a:cubicBezTo>
                      <a:pt x="661" y="268"/>
                      <a:pt x="694" y="254"/>
                      <a:pt x="719" y="229"/>
                    </a:cubicBezTo>
                    <a:cubicBezTo>
                      <a:pt x="743" y="205"/>
                      <a:pt x="758" y="171"/>
                      <a:pt x="758" y="134"/>
                    </a:cubicBezTo>
                    <a:cubicBezTo>
                      <a:pt x="758" y="97"/>
                      <a:pt x="743" y="64"/>
                      <a:pt x="719" y="40"/>
                    </a:cubicBezTo>
                    <a:cubicBezTo>
                      <a:pt x="694" y="15"/>
                      <a:pt x="661" y="0"/>
                      <a:pt x="6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D55B120B-4127-FA44-8168-1B50325967E7}"/>
                  </a:ext>
                </a:extLst>
              </p:cNvPr>
              <p:cNvSpPr/>
              <p:nvPr/>
            </p:nvSpPr>
            <p:spPr>
              <a:xfrm>
                <a:off x="16829853" y="5623790"/>
                <a:ext cx="258723" cy="201133"/>
              </a:xfrm>
              <a:custGeom>
                <a:avLst/>
                <a:gdLst>
                  <a:gd name="connsiteX0" fmla="*/ 99393 w 258723"/>
                  <a:gd name="connsiteY0" fmla="*/ 38254 h 201133"/>
                  <a:gd name="connsiteX1" fmla="*/ 44303 w 258723"/>
                  <a:gd name="connsiteY1" fmla="*/ 64946 h 201133"/>
                  <a:gd name="connsiteX2" fmla="*/ 62781 w 258723"/>
                  <a:gd name="connsiteY2" fmla="*/ 141363 h 201133"/>
                  <a:gd name="connsiteX3" fmla="*/ 139163 w 258723"/>
                  <a:gd name="connsiteY3" fmla="*/ 122875 h 201133"/>
                  <a:gd name="connsiteX4" fmla="*/ 120683 w 258723"/>
                  <a:gd name="connsiteY4" fmla="*/ 45225 h 201133"/>
                  <a:gd name="connsiteX5" fmla="*/ 99393 w 258723"/>
                  <a:gd name="connsiteY5" fmla="*/ 38254 h 201133"/>
                  <a:gd name="connsiteX6" fmla="*/ 105247 w 258723"/>
                  <a:gd name="connsiteY6" fmla="*/ 1121 h 201133"/>
                  <a:gd name="connsiteX7" fmla="*/ 139653 w 258723"/>
                  <a:gd name="connsiteY7" fmla="*/ 14067 h 201133"/>
                  <a:gd name="connsiteX8" fmla="*/ 178087 w 258723"/>
                  <a:gd name="connsiteY8" fmla="*/ 124297 h 201133"/>
                  <a:gd name="connsiteX9" fmla="*/ 249997 w 258723"/>
                  <a:gd name="connsiteY9" fmla="*/ 167646 h 201133"/>
                  <a:gd name="connsiteX10" fmla="*/ 256197 w 258723"/>
                  <a:gd name="connsiteY10" fmla="*/ 192416 h 201133"/>
                  <a:gd name="connsiteX11" fmla="*/ 231399 w 258723"/>
                  <a:gd name="connsiteY11" fmla="*/ 198609 h 201133"/>
                  <a:gd name="connsiteX12" fmla="*/ 159489 w 258723"/>
                  <a:gd name="connsiteY12" fmla="*/ 155260 h 201133"/>
                  <a:gd name="connsiteX13" fmla="*/ 44185 w 258723"/>
                  <a:gd name="connsiteY13" fmla="*/ 170123 h 201133"/>
                  <a:gd name="connsiteX14" fmla="*/ 13189 w 258723"/>
                  <a:gd name="connsiteY14" fmla="*/ 43792 h 201133"/>
                  <a:gd name="connsiteX15" fmla="*/ 105247 w 258723"/>
                  <a:gd name="connsiteY15" fmla="*/ 1121 h 201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8723" h="201133">
                    <a:moveTo>
                      <a:pt x="99393" y="38254"/>
                    </a:moveTo>
                    <a:cubicBezTo>
                      <a:pt x="77565" y="35365"/>
                      <a:pt x="55389" y="44609"/>
                      <a:pt x="44303" y="64946"/>
                    </a:cubicBezTo>
                    <a:cubicBezTo>
                      <a:pt x="28287" y="90829"/>
                      <a:pt x="35679" y="125340"/>
                      <a:pt x="62781" y="141363"/>
                    </a:cubicBezTo>
                    <a:cubicBezTo>
                      <a:pt x="88653" y="157386"/>
                      <a:pt x="123147" y="148759"/>
                      <a:pt x="139163" y="122875"/>
                    </a:cubicBezTo>
                    <a:cubicBezTo>
                      <a:pt x="155177" y="95760"/>
                      <a:pt x="146555" y="61248"/>
                      <a:pt x="120683" y="45225"/>
                    </a:cubicBezTo>
                    <a:cubicBezTo>
                      <a:pt x="113907" y="41528"/>
                      <a:pt x="106669" y="39217"/>
                      <a:pt x="99393" y="38254"/>
                    </a:cubicBezTo>
                    <a:close/>
                    <a:moveTo>
                      <a:pt x="105247" y="1121"/>
                    </a:moveTo>
                    <a:cubicBezTo>
                      <a:pt x="117103" y="2998"/>
                      <a:pt x="128805" y="7255"/>
                      <a:pt x="139653" y="14067"/>
                    </a:cubicBezTo>
                    <a:cubicBezTo>
                      <a:pt x="178087" y="36361"/>
                      <a:pt x="192965" y="83425"/>
                      <a:pt x="178087" y="124297"/>
                    </a:cubicBezTo>
                    <a:lnTo>
                      <a:pt x="249997" y="167646"/>
                    </a:lnTo>
                    <a:cubicBezTo>
                      <a:pt x="258675" y="172600"/>
                      <a:pt x="261155" y="183747"/>
                      <a:pt x="256197" y="192416"/>
                    </a:cubicBezTo>
                    <a:cubicBezTo>
                      <a:pt x="251237" y="201086"/>
                      <a:pt x="240079" y="203563"/>
                      <a:pt x="231399" y="198609"/>
                    </a:cubicBezTo>
                    <a:lnTo>
                      <a:pt x="159489" y="155260"/>
                    </a:lnTo>
                    <a:cubicBezTo>
                      <a:pt x="130973" y="186224"/>
                      <a:pt x="81379" y="193655"/>
                      <a:pt x="44185" y="170123"/>
                    </a:cubicBezTo>
                    <a:cubicBezTo>
                      <a:pt x="791" y="144114"/>
                      <a:pt x="-12847" y="88379"/>
                      <a:pt x="13189" y="43792"/>
                    </a:cubicBezTo>
                    <a:cubicBezTo>
                      <a:pt x="32717" y="11281"/>
                      <a:pt x="69679" y="-4511"/>
                      <a:pt x="105247" y="112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5BA792E-7FB0-5542-81DF-A9BB8EC2FAC6}"/>
                </a:ext>
              </a:extLst>
            </p:cNvPr>
            <p:cNvGrpSpPr/>
            <p:nvPr/>
          </p:nvGrpSpPr>
          <p:grpSpPr>
            <a:xfrm>
              <a:off x="8412716" y="4241581"/>
              <a:ext cx="2971333" cy="1093523"/>
              <a:chOff x="8412716" y="4241581"/>
              <a:chExt cx="2971333" cy="1093523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6420787F-0ABA-2D4C-8D17-F335D239F812}"/>
                  </a:ext>
                </a:extLst>
              </p:cNvPr>
              <p:cNvGrpSpPr/>
              <p:nvPr/>
            </p:nvGrpSpPr>
            <p:grpSpPr>
              <a:xfrm>
                <a:off x="8412716" y="4241581"/>
                <a:ext cx="930337" cy="930270"/>
                <a:chOff x="8412716" y="4241581"/>
                <a:chExt cx="930337" cy="930270"/>
              </a:xfrm>
            </p:grpSpPr>
            <p:sp>
              <p:nvSpPr>
                <p:cNvPr id="233" name="Freeform 232">
                  <a:extLst>
                    <a:ext uri="{FF2B5EF4-FFF2-40B4-BE49-F238E27FC236}">
                      <a16:creationId xmlns:a16="http://schemas.microsoft.com/office/drawing/2014/main" id="{9300CF82-D163-384F-ADEE-F4EFDA50C6A0}"/>
                    </a:ext>
                  </a:extLst>
                </p:cNvPr>
                <p:cNvSpPr/>
                <p:nvPr/>
              </p:nvSpPr>
              <p:spPr>
                <a:xfrm>
                  <a:off x="8420310" y="4252134"/>
                  <a:ext cx="914411" cy="91348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35" h="734">
                      <a:moveTo>
                        <a:pt x="458" y="732"/>
                      </a:moveTo>
                      <a:lnTo>
                        <a:pt x="525" y="708"/>
                      </a:lnTo>
                      <a:cubicBezTo>
                        <a:pt x="544" y="702"/>
                        <a:pt x="553" y="682"/>
                        <a:pt x="547" y="664"/>
                      </a:cubicBezTo>
                      <a:lnTo>
                        <a:pt x="533" y="625"/>
                      </a:lnTo>
                      <a:cubicBezTo>
                        <a:pt x="529" y="612"/>
                        <a:pt x="533" y="596"/>
                        <a:pt x="545" y="586"/>
                      </a:cubicBezTo>
                      <a:cubicBezTo>
                        <a:pt x="552" y="580"/>
                        <a:pt x="560" y="573"/>
                        <a:pt x="566" y="567"/>
                      </a:cubicBezTo>
                      <a:cubicBezTo>
                        <a:pt x="577" y="556"/>
                        <a:pt x="593" y="553"/>
                        <a:pt x="607" y="560"/>
                      </a:cubicBezTo>
                      <a:lnTo>
                        <a:pt x="643" y="577"/>
                      </a:lnTo>
                      <a:cubicBezTo>
                        <a:pt x="661" y="586"/>
                        <a:pt x="681" y="578"/>
                        <a:pt x="690" y="561"/>
                      </a:cubicBezTo>
                      <a:lnTo>
                        <a:pt x="720" y="497"/>
                      </a:lnTo>
                      <a:cubicBezTo>
                        <a:pt x="729" y="479"/>
                        <a:pt x="722" y="458"/>
                        <a:pt x="704" y="450"/>
                      </a:cubicBezTo>
                      <a:lnTo>
                        <a:pt x="668" y="432"/>
                      </a:lnTo>
                      <a:cubicBezTo>
                        <a:pt x="655" y="426"/>
                        <a:pt x="646" y="412"/>
                        <a:pt x="648" y="396"/>
                      </a:cubicBezTo>
                      <a:cubicBezTo>
                        <a:pt x="649" y="387"/>
                        <a:pt x="650" y="377"/>
                        <a:pt x="650" y="368"/>
                      </a:cubicBezTo>
                      <a:cubicBezTo>
                        <a:pt x="650" y="353"/>
                        <a:pt x="659" y="339"/>
                        <a:pt x="673" y="334"/>
                      </a:cubicBezTo>
                      <a:lnTo>
                        <a:pt x="711" y="321"/>
                      </a:lnTo>
                      <a:cubicBezTo>
                        <a:pt x="730" y="314"/>
                        <a:pt x="740" y="295"/>
                        <a:pt x="733" y="276"/>
                      </a:cubicBezTo>
                      <a:lnTo>
                        <a:pt x="709" y="209"/>
                      </a:lnTo>
                      <a:cubicBezTo>
                        <a:pt x="703" y="191"/>
                        <a:pt x="683" y="181"/>
                        <a:pt x="664" y="188"/>
                      </a:cubicBezTo>
                      <a:lnTo>
                        <a:pt x="626" y="201"/>
                      </a:lnTo>
                      <a:cubicBezTo>
                        <a:pt x="612" y="206"/>
                        <a:pt x="596" y="201"/>
                        <a:pt x="587" y="189"/>
                      </a:cubicBezTo>
                      <a:cubicBezTo>
                        <a:pt x="581" y="182"/>
                        <a:pt x="575" y="175"/>
                        <a:pt x="568" y="168"/>
                      </a:cubicBezTo>
                      <a:cubicBezTo>
                        <a:pt x="557" y="158"/>
                        <a:pt x="554" y="141"/>
                        <a:pt x="561" y="128"/>
                      </a:cubicBezTo>
                      <a:lnTo>
                        <a:pt x="578" y="91"/>
                      </a:lnTo>
                      <a:cubicBezTo>
                        <a:pt x="587" y="74"/>
                        <a:pt x="579" y="53"/>
                        <a:pt x="562" y="44"/>
                      </a:cubicBezTo>
                      <a:lnTo>
                        <a:pt x="498" y="14"/>
                      </a:lnTo>
                      <a:cubicBezTo>
                        <a:pt x="480" y="5"/>
                        <a:pt x="459" y="13"/>
                        <a:pt x="451" y="31"/>
                      </a:cubicBezTo>
                      <a:lnTo>
                        <a:pt x="433" y="67"/>
                      </a:lnTo>
                      <a:cubicBezTo>
                        <a:pt x="427" y="81"/>
                        <a:pt x="412" y="88"/>
                        <a:pt x="397" y="86"/>
                      </a:cubicBezTo>
                      <a:cubicBezTo>
                        <a:pt x="388" y="85"/>
                        <a:pt x="378" y="85"/>
                        <a:pt x="369" y="85"/>
                      </a:cubicBezTo>
                      <a:cubicBezTo>
                        <a:pt x="353" y="85"/>
                        <a:pt x="340" y="76"/>
                        <a:pt x="335" y="61"/>
                      </a:cubicBezTo>
                      <a:lnTo>
                        <a:pt x="322" y="23"/>
                      </a:lnTo>
                      <a:cubicBezTo>
                        <a:pt x="316" y="5"/>
                        <a:pt x="295" y="-4"/>
                        <a:pt x="277" y="2"/>
                      </a:cubicBezTo>
                      <a:lnTo>
                        <a:pt x="210" y="26"/>
                      </a:lnTo>
                      <a:cubicBezTo>
                        <a:pt x="191" y="32"/>
                        <a:pt x="182" y="52"/>
                        <a:pt x="189" y="70"/>
                      </a:cubicBezTo>
                      <a:lnTo>
                        <a:pt x="202" y="108"/>
                      </a:lnTo>
                      <a:cubicBezTo>
                        <a:pt x="207" y="122"/>
                        <a:pt x="202" y="138"/>
                        <a:pt x="190" y="147"/>
                      </a:cubicBezTo>
                      <a:cubicBezTo>
                        <a:pt x="183" y="153"/>
                        <a:pt x="176" y="160"/>
                        <a:pt x="169" y="166"/>
                      </a:cubicBezTo>
                      <a:cubicBezTo>
                        <a:pt x="158" y="177"/>
                        <a:pt x="143" y="180"/>
                        <a:pt x="128" y="174"/>
                      </a:cubicBezTo>
                      <a:lnTo>
                        <a:pt x="92" y="156"/>
                      </a:lnTo>
                      <a:cubicBezTo>
                        <a:pt x="75" y="148"/>
                        <a:pt x="54" y="155"/>
                        <a:pt x="45" y="173"/>
                      </a:cubicBezTo>
                      <a:lnTo>
                        <a:pt x="15" y="237"/>
                      </a:lnTo>
                      <a:cubicBezTo>
                        <a:pt x="6" y="254"/>
                        <a:pt x="13" y="275"/>
                        <a:pt x="31" y="284"/>
                      </a:cubicBezTo>
                      <a:lnTo>
                        <a:pt x="67" y="301"/>
                      </a:lnTo>
                      <a:cubicBezTo>
                        <a:pt x="81" y="308"/>
                        <a:pt x="89" y="322"/>
                        <a:pt x="87" y="337"/>
                      </a:cubicBezTo>
                      <a:cubicBezTo>
                        <a:pt x="86" y="347"/>
                        <a:pt x="86" y="356"/>
                        <a:pt x="86" y="366"/>
                      </a:cubicBezTo>
                      <a:cubicBezTo>
                        <a:pt x="86" y="381"/>
                        <a:pt x="76" y="394"/>
                        <a:pt x="63" y="399"/>
                      </a:cubicBezTo>
                      <a:lnTo>
                        <a:pt x="24" y="413"/>
                      </a:lnTo>
                      <a:cubicBezTo>
                        <a:pt x="6" y="419"/>
                        <a:pt x="-4" y="439"/>
                        <a:pt x="2" y="457"/>
                      </a:cubicBezTo>
                      <a:lnTo>
                        <a:pt x="26" y="525"/>
                      </a:lnTo>
                      <a:cubicBezTo>
                        <a:pt x="32" y="543"/>
                        <a:pt x="53" y="553"/>
                        <a:pt x="71" y="546"/>
                      </a:cubicBezTo>
                      <a:lnTo>
                        <a:pt x="109" y="533"/>
                      </a:lnTo>
                      <a:cubicBezTo>
                        <a:pt x="123" y="528"/>
                        <a:pt x="139" y="533"/>
                        <a:pt x="149" y="544"/>
                      </a:cubicBezTo>
                      <a:cubicBezTo>
                        <a:pt x="154" y="551"/>
                        <a:pt x="161" y="559"/>
                        <a:pt x="168" y="566"/>
                      </a:cubicBezTo>
                      <a:cubicBezTo>
                        <a:pt x="178" y="576"/>
                        <a:pt x="181" y="592"/>
                        <a:pt x="174" y="606"/>
                      </a:cubicBezTo>
                      <a:lnTo>
                        <a:pt x="157" y="642"/>
                      </a:lnTo>
                      <a:cubicBezTo>
                        <a:pt x="149" y="660"/>
                        <a:pt x="156" y="681"/>
                        <a:pt x="174" y="689"/>
                      </a:cubicBezTo>
                      <a:lnTo>
                        <a:pt x="238" y="720"/>
                      </a:lnTo>
                      <a:cubicBezTo>
                        <a:pt x="255" y="728"/>
                        <a:pt x="276" y="721"/>
                        <a:pt x="284" y="703"/>
                      </a:cubicBezTo>
                      <a:lnTo>
                        <a:pt x="302" y="667"/>
                      </a:lnTo>
                      <a:cubicBezTo>
                        <a:pt x="309" y="653"/>
                        <a:pt x="323" y="646"/>
                        <a:pt x="338" y="648"/>
                      </a:cubicBezTo>
                      <a:cubicBezTo>
                        <a:pt x="347" y="648"/>
                        <a:pt x="357" y="649"/>
                        <a:pt x="367" y="649"/>
                      </a:cubicBezTo>
                      <a:cubicBezTo>
                        <a:pt x="382" y="649"/>
                        <a:pt x="395" y="658"/>
                        <a:pt x="400" y="673"/>
                      </a:cubicBezTo>
                      <a:lnTo>
                        <a:pt x="414" y="711"/>
                      </a:lnTo>
                      <a:cubicBezTo>
                        <a:pt x="420" y="729"/>
                        <a:pt x="440" y="738"/>
                        <a:pt x="458" y="73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34" name="Freeform 233">
                  <a:extLst>
                    <a:ext uri="{FF2B5EF4-FFF2-40B4-BE49-F238E27FC236}">
                      <a16:creationId xmlns:a16="http://schemas.microsoft.com/office/drawing/2014/main" id="{3FB794D4-6249-B040-9BE8-5C5681EAF09D}"/>
                    </a:ext>
                  </a:extLst>
                </p:cNvPr>
                <p:cNvSpPr/>
                <p:nvPr/>
              </p:nvSpPr>
              <p:spPr>
                <a:xfrm>
                  <a:off x="8728020" y="4558707"/>
                  <a:ext cx="298990" cy="30034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41" h="242">
                      <a:moveTo>
                        <a:pt x="13" y="175"/>
                      </a:moveTo>
                      <a:cubicBezTo>
                        <a:pt x="-22" y="104"/>
                        <a:pt x="18" y="19"/>
                        <a:pt x="96" y="3"/>
                      </a:cubicBezTo>
                      <a:cubicBezTo>
                        <a:pt x="149" y="-9"/>
                        <a:pt x="204" y="18"/>
                        <a:pt x="228" y="67"/>
                      </a:cubicBezTo>
                      <a:cubicBezTo>
                        <a:pt x="264" y="137"/>
                        <a:pt x="223" y="222"/>
                        <a:pt x="146" y="239"/>
                      </a:cubicBezTo>
                      <a:cubicBezTo>
                        <a:pt x="92" y="251"/>
                        <a:pt x="37" y="224"/>
                        <a:pt x="13" y="175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27" name="Freeform 326">
                  <a:extLst>
                    <a:ext uri="{FF2B5EF4-FFF2-40B4-BE49-F238E27FC236}">
                      <a16:creationId xmlns:a16="http://schemas.microsoft.com/office/drawing/2014/main" id="{1D636E56-8E34-4949-A6A7-56DA2E61195F}"/>
                    </a:ext>
                  </a:extLst>
                </p:cNvPr>
                <p:cNvSpPr/>
                <p:nvPr/>
              </p:nvSpPr>
              <p:spPr>
                <a:xfrm>
                  <a:off x="8412716" y="4241581"/>
                  <a:ext cx="930337" cy="930270"/>
                </a:xfrm>
                <a:custGeom>
                  <a:avLst/>
                  <a:gdLst>
                    <a:gd name="connsiteX0" fmla="*/ 354700 w 930337"/>
                    <a:gd name="connsiteY0" fmla="*/ 21765 h 930270"/>
                    <a:gd name="connsiteX1" fmla="*/ 270104 w 930337"/>
                    <a:gd name="connsiteY1" fmla="*/ 50389 h 930270"/>
                    <a:gd name="connsiteX2" fmla="*/ 250199 w 930337"/>
                    <a:gd name="connsiteY2" fmla="*/ 67812 h 930270"/>
                    <a:gd name="connsiteX3" fmla="*/ 248955 w 930337"/>
                    <a:gd name="connsiteY3" fmla="*/ 95191 h 930270"/>
                    <a:gd name="connsiteX4" fmla="*/ 265128 w 930337"/>
                    <a:gd name="connsiteY4" fmla="*/ 142482 h 930270"/>
                    <a:gd name="connsiteX5" fmla="*/ 248955 w 930337"/>
                    <a:gd name="connsiteY5" fmla="*/ 200973 h 930270"/>
                    <a:gd name="connsiteX6" fmla="*/ 222830 w 930337"/>
                    <a:gd name="connsiteY6" fmla="*/ 223374 h 930270"/>
                    <a:gd name="connsiteX7" fmla="*/ 163115 w 930337"/>
                    <a:gd name="connsiteY7" fmla="*/ 234575 h 930270"/>
                    <a:gd name="connsiteX8" fmla="*/ 117084 w 930337"/>
                    <a:gd name="connsiteY8" fmla="*/ 213418 h 930270"/>
                    <a:gd name="connsiteX9" fmla="*/ 90959 w 930337"/>
                    <a:gd name="connsiteY9" fmla="*/ 210929 h 930270"/>
                    <a:gd name="connsiteX10" fmla="*/ 71054 w 930337"/>
                    <a:gd name="connsiteY10" fmla="*/ 229597 h 930270"/>
                    <a:gd name="connsiteX11" fmla="*/ 32488 w 930337"/>
                    <a:gd name="connsiteY11" fmla="*/ 309244 h 930270"/>
                    <a:gd name="connsiteX12" fmla="*/ 30000 w 930337"/>
                    <a:gd name="connsiteY12" fmla="*/ 336623 h 930270"/>
                    <a:gd name="connsiteX13" fmla="*/ 48661 w 930337"/>
                    <a:gd name="connsiteY13" fmla="*/ 356535 h 930270"/>
                    <a:gd name="connsiteX14" fmla="*/ 93447 w 930337"/>
                    <a:gd name="connsiteY14" fmla="*/ 377692 h 930270"/>
                    <a:gd name="connsiteX15" fmla="*/ 123304 w 930337"/>
                    <a:gd name="connsiteY15" fmla="*/ 431205 h 930270"/>
                    <a:gd name="connsiteX16" fmla="*/ 120816 w 930337"/>
                    <a:gd name="connsiteY16" fmla="*/ 466051 h 930270"/>
                    <a:gd name="connsiteX17" fmla="*/ 85983 w 930337"/>
                    <a:gd name="connsiteY17" fmla="*/ 515831 h 930270"/>
                    <a:gd name="connsiteX18" fmla="*/ 38708 w 930337"/>
                    <a:gd name="connsiteY18" fmla="*/ 532010 h 930270"/>
                    <a:gd name="connsiteX19" fmla="*/ 17559 w 930337"/>
                    <a:gd name="connsiteY19" fmla="*/ 578056 h 930270"/>
                    <a:gd name="connsiteX20" fmla="*/ 46173 w 930337"/>
                    <a:gd name="connsiteY20" fmla="*/ 660193 h 930270"/>
                    <a:gd name="connsiteX21" fmla="*/ 64833 w 930337"/>
                    <a:gd name="connsiteY21" fmla="*/ 681349 h 930270"/>
                    <a:gd name="connsiteX22" fmla="*/ 92203 w 930337"/>
                    <a:gd name="connsiteY22" fmla="*/ 681349 h 930270"/>
                    <a:gd name="connsiteX23" fmla="*/ 138233 w 930337"/>
                    <a:gd name="connsiteY23" fmla="*/ 665171 h 930270"/>
                    <a:gd name="connsiteX24" fmla="*/ 197948 w 930337"/>
                    <a:gd name="connsiteY24" fmla="*/ 682594 h 930270"/>
                    <a:gd name="connsiteX25" fmla="*/ 221586 w 930337"/>
                    <a:gd name="connsiteY25" fmla="*/ 708728 h 930270"/>
                    <a:gd name="connsiteX26" fmla="*/ 231538 w 930337"/>
                    <a:gd name="connsiteY26" fmla="*/ 768464 h 930270"/>
                    <a:gd name="connsiteX27" fmla="*/ 209145 w 930337"/>
                    <a:gd name="connsiteY27" fmla="*/ 813266 h 930270"/>
                    <a:gd name="connsiteX28" fmla="*/ 207901 w 930337"/>
                    <a:gd name="connsiteY28" fmla="*/ 839401 h 930270"/>
                    <a:gd name="connsiteX29" fmla="*/ 226562 w 930337"/>
                    <a:gd name="connsiteY29" fmla="*/ 860557 h 930270"/>
                    <a:gd name="connsiteX30" fmla="*/ 306182 w 930337"/>
                    <a:gd name="connsiteY30" fmla="*/ 899137 h 930270"/>
                    <a:gd name="connsiteX31" fmla="*/ 332307 w 930337"/>
                    <a:gd name="connsiteY31" fmla="*/ 900381 h 930270"/>
                    <a:gd name="connsiteX32" fmla="*/ 352212 w 930337"/>
                    <a:gd name="connsiteY32" fmla="*/ 881714 h 930270"/>
                    <a:gd name="connsiteX33" fmla="*/ 374605 w 930337"/>
                    <a:gd name="connsiteY33" fmla="*/ 836912 h 930270"/>
                    <a:gd name="connsiteX34" fmla="*/ 421880 w 930337"/>
                    <a:gd name="connsiteY34" fmla="*/ 807044 h 930270"/>
                    <a:gd name="connsiteX35" fmla="*/ 428100 w 930337"/>
                    <a:gd name="connsiteY35" fmla="*/ 807044 h 930270"/>
                    <a:gd name="connsiteX36" fmla="*/ 462934 w 930337"/>
                    <a:gd name="connsiteY36" fmla="*/ 809533 h 930270"/>
                    <a:gd name="connsiteX37" fmla="*/ 512696 w 930337"/>
                    <a:gd name="connsiteY37" fmla="*/ 844379 h 930270"/>
                    <a:gd name="connsiteX38" fmla="*/ 528869 w 930337"/>
                    <a:gd name="connsiteY38" fmla="*/ 891670 h 930270"/>
                    <a:gd name="connsiteX39" fmla="*/ 546286 w 930337"/>
                    <a:gd name="connsiteY39" fmla="*/ 911582 h 930270"/>
                    <a:gd name="connsiteX40" fmla="*/ 573656 w 930337"/>
                    <a:gd name="connsiteY40" fmla="*/ 912826 h 930270"/>
                    <a:gd name="connsiteX41" fmla="*/ 657008 w 930337"/>
                    <a:gd name="connsiteY41" fmla="*/ 884203 h 930270"/>
                    <a:gd name="connsiteX42" fmla="*/ 679401 w 930337"/>
                    <a:gd name="connsiteY42" fmla="*/ 839401 h 930270"/>
                    <a:gd name="connsiteX43" fmla="*/ 661984 w 930337"/>
                    <a:gd name="connsiteY43" fmla="*/ 792110 h 930270"/>
                    <a:gd name="connsiteX44" fmla="*/ 679401 w 930337"/>
                    <a:gd name="connsiteY44" fmla="*/ 733618 h 930270"/>
                    <a:gd name="connsiteX45" fmla="*/ 705526 w 930337"/>
                    <a:gd name="connsiteY45" fmla="*/ 709973 h 930270"/>
                    <a:gd name="connsiteX46" fmla="*/ 765241 w 930337"/>
                    <a:gd name="connsiteY46" fmla="*/ 698772 h 930270"/>
                    <a:gd name="connsiteX47" fmla="*/ 810028 w 930337"/>
                    <a:gd name="connsiteY47" fmla="*/ 721173 h 930270"/>
                    <a:gd name="connsiteX48" fmla="*/ 837397 w 930337"/>
                    <a:gd name="connsiteY48" fmla="*/ 722418 h 930270"/>
                    <a:gd name="connsiteX49" fmla="*/ 857302 w 930337"/>
                    <a:gd name="connsiteY49" fmla="*/ 704995 h 930270"/>
                    <a:gd name="connsiteX50" fmla="*/ 894624 w 930337"/>
                    <a:gd name="connsiteY50" fmla="*/ 625347 h 930270"/>
                    <a:gd name="connsiteX51" fmla="*/ 897112 w 930337"/>
                    <a:gd name="connsiteY51" fmla="*/ 597968 h 930270"/>
                    <a:gd name="connsiteX52" fmla="*/ 879695 w 930337"/>
                    <a:gd name="connsiteY52" fmla="*/ 578056 h 930270"/>
                    <a:gd name="connsiteX53" fmla="*/ 833665 w 930337"/>
                    <a:gd name="connsiteY53" fmla="*/ 555655 h 930270"/>
                    <a:gd name="connsiteX54" fmla="*/ 805051 w 930337"/>
                    <a:gd name="connsiteY54" fmla="*/ 502142 h 930270"/>
                    <a:gd name="connsiteX55" fmla="*/ 806295 w 930337"/>
                    <a:gd name="connsiteY55" fmla="*/ 468540 h 930270"/>
                    <a:gd name="connsiteX56" fmla="*/ 841129 w 930337"/>
                    <a:gd name="connsiteY56" fmla="*/ 418760 h 930270"/>
                    <a:gd name="connsiteX57" fmla="*/ 888404 w 930337"/>
                    <a:gd name="connsiteY57" fmla="*/ 401337 h 930270"/>
                    <a:gd name="connsiteX58" fmla="*/ 908309 w 930337"/>
                    <a:gd name="connsiteY58" fmla="*/ 383914 h 930270"/>
                    <a:gd name="connsiteX59" fmla="*/ 909553 w 930337"/>
                    <a:gd name="connsiteY59" fmla="*/ 356535 h 930270"/>
                    <a:gd name="connsiteX60" fmla="*/ 880939 w 930337"/>
                    <a:gd name="connsiteY60" fmla="*/ 273154 h 930270"/>
                    <a:gd name="connsiteX61" fmla="*/ 862278 w 930337"/>
                    <a:gd name="connsiteY61" fmla="*/ 253242 h 930270"/>
                    <a:gd name="connsiteX62" fmla="*/ 836153 w 930337"/>
                    <a:gd name="connsiteY62" fmla="*/ 251997 h 930270"/>
                    <a:gd name="connsiteX63" fmla="*/ 788879 w 930337"/>
                    <a:gd name="connsiteY63" fmla="*/ 268176 h 930270"/>
                    <a:gd name="connsiteX64" fmla="*/ 730408 w 930337"/>
                    <a:gd name="connsiteY64" fmla="*/ 251997 h 930270"/>
                    <a:gd name="connsiteX65" fmla="*/ 706770 w 930337"/>
                    <a:gd name="connsiteY65" fmla="*/ 225863 h 930270"/>
                    <a:gd name="connsiteX66" fmla="*/ 696818 w 930337"/>
                    <a:gd name="connsiteY66" fmla="*/ 166127 h 930270"/>
                    <a:gd name="connsiteX67" fmla="*/ 717967 w 930337"/>
                    <a:gd name="connsiteY67" fmla="*/ 121325 h 930270"/>
                    <a:gd name="connsiteX68" fmla="*/ 700550 w 930337"/>
                    <a:gd name="connsiteY68" fmla="*/ 74034 h 930270"/>
                    <a:gd name="connsiteX69" fmla="*/ 622174 w 930337"/>
                    <a:gd name="connsiteY69" fmla="*/ 35455 h 930270"/>
                    <a:gd name="connsiteX70" fmla="*/ 594805 w 930337"/>
                    <a:gd name="connsiteY70" fmla="*/ 34210 h 930270"/>
                    <a:gd name="connsiteX71" fmla="*/ 574900 w 930337"/>
                    <a:gd name="connsiteY71" fmla="*/ 51633 h 930270"/>
                    <a:gd name="connsiteX72" fmla="*/ 552507 w 930337"/>
                    <a:gd name="connsiteY72" fmla="*/ 97680 h 930270"/>
                    <a:gd name="connsiteX73" fmla="*/ 499012 w 930337"/>
                    <a:gd name="connsiteY73" fmla="*/ 127548 h 930270"/>
                    <a:gd name="connsiteX74" fmla="*/ 465422 w 930337"/>
                    <a:gd name="connsiteY74" fmla="*/ 123814 h 930270"/>
                    <a:gd name="connsiteX75" fmla="*/ 414415 w 930337"/>
                    <a:gd name="connsiteY75" fmla="*/ 88968 h 930270"/>
                    <a:gd name="connsiteX76" fmla="*/ 398243 w 930337"/>
                    <a:gd name="connsiteY76" fmla="*/ 42922 h 930270"/>
                    <a:gd name="connsiteX77" fmla="*/ 380826 w 930337"/>
                    <a:gd name="connsiteY77" fmla="*/ 23010 h 930270"/>
                    <a:gd name="connsiteX78" fmla="*/ 354700 w 930337"/>
                    <a:gd name="connsiteY78" fmla="*/ 21765 h 930270"/>
                    <a:gd name="connsiteX79" fmla="*/ 369625 w 930337"/>
                    <a:gd name="connsiteY79" fmla="*/ 116 h 930270"/>
                    <a:gd name="connsiteX80" fmla="*/ 389531 w 930337"/>
                    <a:gd name="connsiteY80" fmla="*/ 5561 h 930270"/>
                    <a:gd name="connsiteX81" fmla="*/ 415658 w 930337"/>
                    <a:gd name="connsiteY81" fmla="*/ 35431 h 930270"/>
                    <a:gd name="connsiteX82" fmla="*/ 433076 w 930337"/>
                    <a:gd name="connsiteY82" fmla="*/ 82724 h 930270"/>
                    <a:gd name="connsiteX83" fmla="*/ 466667 w 930337"/>
                    <a:gd name="connsiteY83" fmla="*/ 106371 h 930270"/>
                    <a:gd name="connsiteX84" fmla="*/ 502747 w 930337"/>
                    <a:gd name="connsiteY84" fmla="*/ 107615 h 930270"/>
                    <a:gd name="connsiteX85" fmla="*/ 538826 w 930337"/>
                    <a:gd name="connsiteY85" fmla="*/ 87703 h 930270"/>
                    <a:gd name="connsiteX86" fmla="*/ 561221 w 930337"/>
                    <a:gd name="connsiteY86" fmla="*/ 42898 h 930270"/>
                    <a:gd name="connsiteX87" fmla="*/ 629648 w 930337"/>
                    <a:gd name="connsiteY87" fmla="*/ 19252 h 930270"/>
                    <a:gd name="connsiteX88" fmla="*/ 709272 w 930337"/>
                    <a:gd name="connsiteY88" fmla="*/ 56588 h 930270"/>
                    <a:gd name="connsiteX89" fmla="*/ 734154 w 930337"/>
                    <a:gd name="connsiteY89" fmla="*/ 127528 h 930270"/>
                    <a:gd name="connsiteX90" fmla="*/ 713004 w 930337"/>
                    <a:gd name="connsiteY90" fmla="*/ 172333 h 930270"/>
                    <a:gd name="connsiteX91" fmla="*/ 720469 w 930337"/>
                    <a:gd name="connsiteY91" fmla="*/ 212159 h 930270"/>
                    <a:gd name="connsiteX92" fmla="*/ 744107 w 930337"/>
                    <a:gd name="connsiteY92" fmla="*/ 239539 h 930270"/>
                    <a:gd name="connsiteX93" fmla="*/ 783919 w 930337"/>
                    <a:gd name="connsiteY93" fmla="*/ 250740 h 930270"/>
                    <a:gd name="connsiteX94" fmla="*/ 831196 w 930337"/>
                    <a:gd name="connsiteY94" fmla="*/ 234561 h 930270"/>
                    <a:gd name="connsiteX95" fmla="*/ 871008 w 930337"/>
                    <a:gd name="connsiteY95" fmla="*/ 237050 h 930270"/>
                    <a:gd name="connsiteX96" fmla="*/ 898379 w 930337"/>
                    <a:gd name="connsiteY96" fmla="*/ 265675 h 930270"/>
                    <a:gd name="connsiteX97" fmla="*/ 928238 w 930337"/>
                    <a:gd name="connsiteY97" fmla="*/ 350305 h 930270"/>
                    <a:gd name="connsiteX98" fmla="*/ 924505 w 930337"/>
                    <a:gd name="connsiteY98" fmla="*/ 390131 h 930270"/>
                    <a:gd name="connsiteX99" fmla="*/ 895891 w 930337"/>
                    <a:gd name="connsiteY99" fmla="*/ 417511 h 930270"/>
                    <a:gd name="connsiteX100" fmla="*/ 847370 w 930337"/>
                    <a:gd name="connsiteY100" fmla="*/ 433690 h 930270"/>
                    <a:gd name="connsiteX101" fmla="*/ 824975 w 930337"/>
                    <a:gd name="connsiteY101" fmla="*/ 467294 h 930270"/>
                    <a:gd name="connsiteX102" fmla="*/ 822487 w 930337"/>
                    <a:gd name="connsiteY102" fmla="*/ 503386 h 930270"/>
                    <a:gd name="connsiteX103" fmla="*/ 842393 w 930337"/>
                    <a:gd name="connsiteY103" fmla="*/ 539478 h 930270"/>
                    <a:gd name="connsiteX104" fmla="*/ 887182 w 930337"/>
                    <a:gd name="connsiteY104" fmla="*/ 561880 h 930270"/>
                    <a:gd name="connsiteX105" fmla="*/ 914552 w 930337"/>
                    <a:gd name="connsiteY105" fmla="*/ 591750 h 930270"/>
                    <a:gd name="connsiteX106" fmla="*/ 912064 w 930337"/>
                    <a:gd name="connsiteY106" fmla="*/ 630331 h 930270"/>
                    <a:gd name="connsiteX107" fmla="*/ 873496 w 930337"/>
                    <a:gd name="connsiteY107" fmla="*/ 711227 h 930270"/>
                    <a:gd name="connsiteX108" fmla="*/ 843637 w 930337"/>
                    <a:gd name="connsiteY108" fmla="*/ 737363 h 930270"/>
                    <a:gd name="connsiteX109" fmla="*/ 803825 w 930337"/>
                    <a:gd name="connsiteY109" fmla="*/ 734874 h 930270"/>
                    <a:gd name="connsiteX110" fmla="*/ 759037 w 930337"/>
                    <a:gd name="connsiteY110" fmla="*/ 713717 h 930270"/>
                    <a:gd name="connsiteX111" fmla="*/ 717981 w 930337"/>
                    <a:gd name="connsiteY111" fmla="*/ 721184 h 930270"/>
                    <a:gd name="connsiteX112" fmla="*/ 690610 w 930337"/>
                    <a:gd name="connsiteY112" fmla="*/ 744831 h 930270"/>
                    <a:gd name="connsiteX113" fmla="*/ 679413 w 930337"/>
                    <a:gd name="connsiteY113" fmla="*/ 784657 h 930270"/>
                    <a:gd name="connsiteX114" fmla="*/ 695586 w 930337"/>
                    <a:gd name="connsiteY114" fmla="*/ 831950 h 930270"/>
                    <a:gd name="connsiteX115" fmla="*/ 664483 w 930337"/>
                    <a:gd name="connsiteY115" fmla="*/ 899156 h 930270"/>
                    <a:gd name="connsiteX116" fmla="*/ 581127 w 930337"/>
                    <a:gd name="connsiteY116" fmla="*/ 929026 h 930270"/>
                    <a:gd name="connsiteX117" fmla="*/ 563709 w 930337"/>
                    <a:gd name="connsiteY117" fmla="*/ 930270 h 930270"/>
                    <a:gd name="connsiteX118" fmla="*/ 541315 w 930337"/>
                    <a:gd name="connsiteY118" fmla="*/ 926537 h 930270"/>
                    <a:gd name="connsiteX119" fmla="*/ 513944 w 930337"/>
                    <a:gd name="connsiteY119" fmla="*/ 896667 h 930270"/>
                    <a:gd name="connsiteX120" fmla="*/ 497770 w 930337"/>
                    <a:gd name="connsiteY120" fmla="*/ 849374 h 930270"/>
                    <a:gd name="connsiteX121" fmla="*/ 464179 w 930337"/>
                    <a:gd name="connsiteY121" fmla="*/ 825727 h 930270"/>
                    <a:gd name="connsiteX122" fmla="*/ 428099 w 930337"/>
                    <a:gd name="connsiteY122" fmla="*/ 823238 h 930270"/>
                    <a:gd name="connsiteX123" fmla="*/ 390775 w 930337"/>
                    <a:gd name="connsiteY123" fmla="*/ 843151 h 930270"/>
                    <a:gd name="connsiteX124" fmla="*/ 369625 w 930337"/>
                    <a:gd name="connsiteY124" fmla="*/ 887955 h 930270"/>
                    <a:gd name="connsiteX125" fmla="*/ 339766 w 930337"/>
                    <a:gd name="connsiteY125" fmla="*/ 915335 h 930270"/>
                    <a:gd name="connsiteX126" fmla="*/ 299954 w 930337"/>
                    <a:gd name="connsiteY126" fmla="*/ 912846 h 930270"/>
                    <a:gd name="connsiteX127" fmla="*/ 220330 w 930337"/>
                    <a:gd name="connsiteY127" fmla="*/ 874265 h 930270"/>
                    <a:gd name="connsiteX128" fmla="*/ 195448 w 930337"/>
                    <a:gd name="connsiteY128" fmla="*/ 804570 h 930270"/>
                    <a:gd name="connsiteX129" fmla="*/ 216598 w 930337"/>
                    <a:gd name="connsiteY129" fmla="*/ 759765 h 930270"/>
                    <a:gd name="connsiteX130" fmla="*/ 210377 w 930337"/>
                    <a:gd name="connsiteY130" fmla="*/ 719939 h 930270"/>
                    <a:gd name="connsiteX131" fmla="*/ 185495 w 930337"/>
                    <a:gd name="connsiteY131" fmla="*/ 692559 h 930270"/>
                    <a:gd name="connsiteX132" fmla="*/ 145683 w 930337"/>
                    <a:gd name="connsiteY132" fmla="*/ 680113 h 930270"/>
                    <a:gd name="connsiteX133" fmla="*/ 99650 w 930337"/>
                    <a:gd name="connsiteY133" fmla="*/ 697537 h 930270"/>
                    <a:gd name="connsiteX134" fmla="*/ 58594 w 930337"/>
                    <a:gd name="connsiteY134" fmla="*/ 695048 h 930270"/>
                    <a:gd name="connsiteX135" fmla="*/ 31223 w 930337"/>
                    <a:gd name="connsiteY135" fmla="*/ 665179 h 930270"/>
                    <a:gd name="connsiteX136" fmla="*/ 2608 w 930337"/>
                    <a:gd name="connsiteY136" fmla="*/ 581793 h 930270"/>
                    <a:gd name="connsiteX137" fmla="*/ 34956 w 930337"/>
                    <a:gd name="connsiteY137" fmla="*/ 514587 h 930270"/>
                    <a:gd name="connsiteX138" fmla="*/ 82232 w 930337"/>
                    <a:gd name="connsiteY138" fmla="*/ 498408 h 930270"/>
                    <a:gd name="connsiteX139" fmla="*/ 105871 w 930337"/>
                    <a:gd name="connsiteY139" fmla="*/ 464804 h 930270"/>
                    <a:gd name="connsiteX140" fmla="*/ 107115 w 930337"/>
                    <a:gd name="connsiteY140" fmla="*/ 428712 h 930270"/>
                    <a:gd name="connsiteX141" fmla="*/ 87209 w 930337"/>
                    <a:gd name="connsiteY141" fmla="*/ 392620 h 930270"/>
                    <a:gd name="connsiteX142" fmla="*/ 42420 w 930337"/>
                    <a:gd name="connsiteY142" fmla="*/ 370218 h 930270"/>
                    <a:gd name="connsiteX143" fmla="*/ 16294 w 930337"/>
                    <a:gd name="connsiteY143" fmla="*/ 340348 h 930270"/>
                    <a:gd name="connsiteX144" fmla="*/ 18782 w 930337"/>
                    <a:gd name="connsiteY144" fmla="*/ 300522 h 930270"/>
                    <a:gd name="connsiteX145" fmla="*/ 56106 w 930337"/>
                    <a:gd name="connsiteY145" fmla="*/ 220871 h 930270"/>
                    <a:gd name="connsiteX146" fmla="*/ 85965 w 930337"/>
                    <a:gd name="connsiteY146" fmla="*/ 193490 h 930270"/>
                    <a:gd name="connsiteX147" fmla="*/ 125777 w 930337"/>
                    <a:gd name="connsiteY147" fmla="*/ 195979 h 930270"/>
                    <a:gd name="connsiteX148" fmla="*/ 171809 w 930337"/>
                    <a:gd name="connsiteY148" fmla="*/ 217137 h 930270"/>
                    <a:gd name="connsiteX149" fmla="*/ 211621 w 930337"/>
                    <a:gd name="connsiteY149" fmla="*/ 209669 h 930270"/>
                    <a:gd name="connsiteX150" fmla="*/ 238992 w 930337"/>
                    <a:gd name="connsiteY150" fmla="*/ 186023 h 930270"/>
                    <a:gd name="connsiteX151" fmla="*/ 250189 w 930337"/>
                    <a:gd name="connsiteY151" fmla="*/ 147441 h 930270"/>
                    <a:gd name="connsiteX152" fmla="*/ 234016 w 930337"/>
                    <a:gd name="connsiteY152" fmla="*/ 100148 h 930270"/>
                    <a:gd name="connsiteX153" fmla="*/ 236504 w 930337"/>
                    <a:gd name="connsiteY153" fmla="*/ 59078 h 930270"/>
                    <a:gd name="connsiteX154" fmla="*/ 265119 w 930337"/>
                    <a:gd name="connsiteY154" fmla="*/ 32942 h 930270"/>
                    <a:gd name="connsiteX155" fmla="*/ 349719 w 930337"/>
                    <a:gd name="connsiteY155" fmla="*/ 3072 h 930270"/>
                    <a:gd name="connsiteX156" fmla="*/ 369625 w 930337"/>
                    <a:gd name="connsiteY156" fmla="*/ 116 h 9302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  <a:cxn ang="0">
                      <a:pos x="connsiteX145" y="connsiteY145"/>
                    </a:cxn>
                    <a:cxn ang="0">
                      <a:pos x="connsiteX146" y="connsiteY146"/>
                    </a:cxn>
                    <a:cxn ang="0">
                      <a:pos x="connsiteX147" y="connsiteY147"/>
                    </a:cxn>
                    <a:cxn ang="0">
                      <a:pos x="connsiteX148" y="connsiteY148"/>
                    </a:cxn>
                    <a:cxn ang="0">
                      <a:pos x="connsiteX149" y="connsiteY149"/>
                    </a:cxn>
                    <a:cxn ang="0">
                      <a:pos x="connsiteX150" y="connsiteY150"/>
                    </a:cxn>
                    <a:cxn ang="0">
                      <a:pos x="connsiteX151" y="connsiteY151"/>
                    </a:cxn>
                    <a:cxn ang="0">
                      <a:pos x="connsiteX152" y="connsiteY152"/>
                    </a:cxn>
                    <a:cxn ang="0">
                      <a:pos x="connsiteX153" y="connsiteY153"/>
                    </a:cxn>
                    <a:cxn ang="0">
                      <a:pos x="connsiteX154" y="connsiteY154"/>
                    </a:cxn>
                    <a:cxn ang="0">
                      <a:pos x="connsiteX155" y="connsiteY155"/>
                    </a:cxn>
                    <a:cxn ang="0">
                      <a:pos x="connsiteX156" y="connsiteY156"/>
                    </a:cxn>
                  </a:cxnLst>
                  <a:rect l="l" t="t" r="r" b="b"/>
                  <a:pathLst>
                    <a:path w="930337" h="930270">
                      <a:moveTo>
                        <a:pt x="354700" y="21765"/>
                      </a:moveTo>
                      <a:lnTo>
                        <a:pt x="270104" y="50389"/>
                      </a:lnTo>
                      <a:cubicBezTo>
                        <a:pt x="261396" y="52878"/>
                        <a:pt x="253931" y="60345"/>
                        <a:pt x="250199" y="67812"/>
                      </a:cubicBezTo>
                      <a:cubicBezTo>
                        <a:pt x="246467" y="76523"/>
                        <a:pt x="246467" y="86479"/>
                        <a:pt x="248955" y="95191"/>
                      </a:cubicBezTo>
                      <a:lnTo>
                        <a:pt x="265128" y="142482"/>
                      </a:lnTo>
                      <a:cubicBezTo>
                        <a:pt x="272592" y="163638"/>
                        <a:pt x="266372" y="186039"/>
                        <a:pt x="248955" y="200973"/>
                      </a:cubicBezTo>
                      <a:cubicBezTo>
                        <a:pt x="239002" y="208440"/>
                        <a:pt x="230294" y="215907"/>
                        <a:pt x="222830" y="223374"/>
                      </a:cubicBezTo>
                      <a:cubicBezTo>
                        <a:pt x="206657" y="239552"/>
                        <a:pt x="183020" y="244530"/>
                        <a:pt x="163115" y="234575"/>
                      </a:cubicBezTo>
                      <a:lnTo>
                        <a:pt x="117084" y="213418"/>
                      </a:lnTo>
                      <a:cubicBezTo>
                        <a:pt x="109620" y="208440"/>
                        <a:pt x="99667" y="208440"/>
                        <a:pt x="90959" y="210929"/>
                      </a:cubicBezTo>
                      <a:cubicBezTo>
                        <a:pt x="82250" y="214663"/>
                        <a:pt x="74786" y="220885"/>
                        <a:pt x="71054" y="229597"/>
                      </a:cubicBezTo>
                      <a:lnTo>
                        <a:pt x="32488" y="309244"/>
                      </a:lnTo>
                      <a:cubicBezTo>
                        <a:pt x="28756" y="317956"/>
                        <a:pt x="27512" y="326667"/>
                        <a:pt x="30000" y="336623"/>
                      </a:cubicBezTo>
                      <a:cubicBezTo>
                        <a:pt x="33732" y="344090"/>
                        <a:pt x="41196" y="351557"/>
                        <a:pt x="48661" y="356535"/>
                      </a:cubicBezTo>
                      <a:lnTo>
                        <a:pt x="93447" y="377692"/>
                      </a:lnTo>
                      <a:cubicBezTo>
                        <a:pt x="113352" y="387648"/>
                        <a:pt x="125793" y="408804"/>
                        <a:pt x="123304" y="431205"/>
                      </a:cubicBezTo>
                      <a:cubicBezTo>
                        <a:pt x="122060" y="442406"/>
                        <a:pt x="120816" y="453606"/>
                        <a:pt x="120816" y="466051"/>
                      </a:cubicBezTo>
                      <a:cubicBezTo>
                        <a:pt x="120816" y="488452"/>
                        <a:pt x="107132" y="508364"/>
                        <a:pt x="85983" y="515831"/>
                      </a:cubicBezTo>
                      <a:lnTo>
                        <a:pt x="38708" y="532010"/>
                      </a:lnTo>
                      <a:cubicBezTo>
                        <a:pt x="21291" y="538232"/>
                        <a:pt x="11339" y="559389"/>
                        <a:pt x="17559" y="578056"/>
                      </a:cubicBezTo>
                      <a:lnTo>
                        <a:pt x="46173" y="660193"/>
                      </a:lnTo>
                      <a:cubicBezTo>
                        <a:pt x="49905" y="668904"/>
                        <a:pt x="56125" y="676371"/>
                        <a:pt x="64833" y="681349"/>
                      </a:cubicBezTo>
                      <a:cubicBezTo>
                        <a:pt x="73542" y="685083"/>
                        <a:pt x="83494" y="685083"/>
                        <a:pt x="92203" y="681349"/>
                      </a:cubicBezTo>
                      <a:lnTo>
                        <a:pt x="138233" y="665171"/>
                      </a:lnTo>
                      <a:cubicBezTo>
                        <a:pt x="160626" y="657704"/>
                        <a:pt x="184264" y="665171"/>
                        <a:pt x="197948" y="682594"/>
                      </a:cubicBezTo>
                      <a:cubicBezTo>
                        <a:pt x="205413" y="691305"/>
                        <a:pt x="212877" y="700017"/>
                        <a:pt x="221586" y="708728"/>
                      </a:cubicBezTo>
                      <a:cubicBezTo>
                        <a:pt x="236514" y="723662"/>
                        <a:pt x="241491" y="748552"/>
                        <a:pt x="231538" y="768464"/>
                      </a:cubicBezTo>
                      <a:lnTo>
                        <a:pt x="209145" y="813266"/>
                      </a:lnTo>
                      <a:cubicBezTo>
                        <a:pt x="205413" y="821978"/>
                        <a:pt x="205413" y="831934"/>
                        <a:pt x="207901" y="839401"/>
                      </a:cubicBezTo>
                      <a:cubicBezTo>
                        <a:pt x="211633" y="849357"/>
                        <a:pt x="217853" y="855579"/>
                        <a:pt x="226562" y="860557"/>
                      </a:cubicBezTo>
                      <a:lnTo>
                        <a:pt x="306182" y="899137"/>
                      </a:lnTo>
                      <a:cubicBezTo>
                        <a:pt x="314890" y="902870"/>
                        <a:pt x="323599" y="902870"/>
                        <a:pt x="332307" y="900381"/>
                      </a:cubicBezTo>
                      <a:cubicBezTo>
                        <a:pt x="341016" y="896648"/>
                        <a:pt x="348480" y="890425"/>
                        <a:pt x="352212" y="881714"/>
                      </a:cubicBezTo>
                      <a:lnTo>
                        <a:pt x="374605" y="836912"/>
                      </a:lnTo>
                      <a:cubicBezTo>
                        <a:pt x="383314" y="818244"/>
                        <a:pt x="401975" y="807044"/>
                        <a:pt x="421880" y="807044"/>
                      </a:cubicBezTo>
                      <a:cubicBezTo>
                        <a:pt x="424368" y="807044"/>
                        <a:pt x="426856" y="807044"/>
                        <a:pt x="428100" y="807044"/>
                      </a:cubicBezTo>
                      <a:cubicBezTo>
                        <a:pt x="439297" y="808288"/>
                        <a:pt x="450493" y="809533"/>
                        <a:pt x="462934" y="809533"/>
                      </a:cubicBezTo>
                      <a:cubicBezTo>
                        <a:pt x="485327" y="809533"/>
                        <a:pt x="505232" y="824467"/>
                        <a:pt x="512696" y="844379"/>
                      </a:cubicBezTo>
                      <a:lnTo>
                        <a:pt x="528869" y="891670"/>
                      </a:lnTo>
                      <a:cubicBezTo>
                        <a:pt x="532601" y="900381"/>
                        <a:pt x="537578" y="907848"/>
                        <a:pt x="546286" y="911582"/>
                      </a:cubicBezTo>
                      <a:cubicBezTo>
                        <a:pt x="554995" y="916560"/>
                        <a:pt x="564947" y="916560"/>
                        <a:pt x="573656" y="912826"/>
                      </a:cubicBezTo>
                      <a:lnTo>
                        <a:pt x="657008" y="884203"/>
                      </a:lnTo>
                      <a:cubicBezTo>
                        <a:pt x="675669" y="876736"/>
                        <a:pt x="685621" y="858068"/>
                        <a:pt x="679401" y="839401"/>
                      </a:cubicBezTo>
                      <a:lnTo>
                        <a:pt x="661984" y="792110"/>
                      </a:lnTo>
                      <a:cubicBezTo>
                        <a:pt x="654520" y="770953"/>
                        <a:pt x="661984" y="747308"/>
                        <a:pt x="679401" y="733618"/>
                      </a:cubicBezTo>
                      <a:cubicBezTo>
                        <a:pt x="688109" y="726151"/>
                        <a:pt x="696818" y="718684"/>
                        <a:pt x="705526" y="709973"/>
                      </a:cubicBezTo>
                      <a:cubicBezTo>
                        <a:pt x="720455" y="695039"/>
                        <a:pt x="745336" y="690061"/>
                        <a:pt x="765241" y="698772"/>
                      </a:cubicBezTo>
                      <a:lnTo>
                        <a:pt x="810028" y="721173"/>
                      </a:lnTo>
                      <a:cubicBezTo>
                        <a:pt x="818736" y="724907"/>
                        <a:pt x="828689" y="726151"/>
                        <a:pt x="837397" y="722418"/>
                      </a:cubicBezTo>
                      <a:cubicBezTo>
                        <a:pt x="846106" y="719929"/>
                        <a:pt x="853570" y="712462"/>
                        <a:pt x="857302" y="704995"/>
                      </a:cubicBezTo>
                      <a:lnTo>
                        <a:pt x="894624" y="625347"/>
                      </a:lnTo>
                      <a:cubicBezTo>
                        <a:pt x="899600" y="616636"/>
                        <a:pt x="899600" y="606680"/>
                        <a:pt x="897112" y="597968"/>
                      </a:cubicBezTo>
                      <a:cubicBezTo>
                        <a:pt x="893380" y="589257"/>
                        <a:pt x="887160" y="581790"/>
                        <a:pt x="879695" y="578056"/>
                      </a:cubicBezTo>
                      <a:lnTo>
                        <a:pt x="833665" y="555655"/>
                      </a:lnTo>
                      <a:cubicBezTo>
                        <a:pt x="813760" y="546944"/>
                        <a:pt x="801319" y="525787"/>
                        <a:pt x="805051" y="502142"/>
                      </a:cubicBezTo>
                      <a:cubicBezTo>
                        <a:pt x="805051" y="490941"/>
                        <a:pt x="806295" y="479741"/>
                        <a:pt x="806295" y="468540"/>
                      </a:cubicBezTo>
                      <a:cubicBezTo>
                        <a:pt x="806295" y="446139"/>
                        <a:pt x="821224" y="426227"/>
                        <a:pt x="841129" y="418760"/>
                      </a:cubicBezTo>
                      <a:lnTo>
                        <a:pt x="888404" y="401337"/>
                      </a:lnTo>
                      <a:cubicBezTo>
                        <a:pt x="897112" y="398848"/>
                        <a:pt x="904577" y="392626"/>
                        <a:pt x="908309" y="383914"/>
                      </a:cubicBezTo>
                      <a:cubicBezTo>
                        <a:pt x="913285" y="375203"/>
                        <a:pt x="913285" y="365247"/>
                        <a:pt x="909553" y="356535"/>
                      </a:cubicBezTo>
                      <a:lnTo>
                        <a:pt x="880939" y="273154"/>
                      </a:lnTo>
                      <a:cubicBezTo>
                        <a:pt x="877207" y="264442"/>
                        <a:pt x="870987" y="258220"/>
                        <a:pt x="862278" y="253242"/>
                      </a:cubicBezTo>
                      <a:cubicBezTo>
                        <a:pt x="853570" y="249508"/>
                        <a:pt x="844861" y="248264"/>
                        <a:pt x="836153" y="251997"/>
                      </a:cubicBezTo>
                      <a:lnTo>
                        <a:pt x="788879" y="268176"/>
                      </a:lnTo>
                      <a:cubicBezTo>
                        <a:pt x="767730" y="275643"/>
                        <a:pt x="744092" y="269420"/>
                        <a:pt x="730408" y="251997"/>
                      </a:cubicBezTo>
                      <a:cubicBezTo>
                        <a:pt x="722943" y="243286"/>
                        <a:pt x="714235" y="234575"/>
                        <a:pt x="706770" y="225863"/>
                      </a:cubicBezTo>
                      <a:cubicBezTo>
                        <a:pt x="691842" y="209685"/>
                        <a:pt x="686865" y="186039"/>
                        <a:pt x="696818" y="166127"/>
                      </a:cubicBezTo>
                      <a:lnTo>
                        <a:pt x="717967" y="121325"/>
                      </a:lnTo>
                      <a:cubicBezTo>
                        <a:pt x="726675" y="102658"/>
                        <a:pt x="719211" y="81501"/>
                        <a:pt x="700550" y="74034"/>
                      </a:cubicBezTo>
                      <a:lnTo>
                        <a:pt x="622174" y="35455"/>
                      </a:lnTo>
                      <a:cubicBezTo>
                        <a:pt x="613466" y="31721"/>
                        <a:pt x="603513" y="30477"/>
                        <a:pt x="594805" y="34210"/>
                      </a:cubicBezTo>
                      <a:cubicBezTo>
                        <a:pt x="586096" y="36699"/>
                        <a:pt x="578632" y="42922"/>
                        <a:pt x="574900" y="51633"/>
                      </a:cubicBezTo>
                      <a:lnTo>
                        <a:pt x="552507" y="97680"/>
                      </a:lnTo>
                      <a:cubicBezTo>
                        <a:pt x="543798" y="116347"/>
                        <a:pt x="522649" y="128792"/>
                        <a:pt x="499012" y="127548"/>
                      </a:cubicBezTo>
                      <a:cubicBezTo>
                        <a:pt x="487815" y="125059"/>
                        <a:pt x="476619" y="123814"/>
                        <a:pt x="465422" y="123814"/>
                      </a:cubicBezTo>
                      <a:cubicBezTo>
                        <a:pt x="443029" y="123814"/>
                        <a:pt x="423124" y="110125"/>
                        <a:pt x="414415" y="88968"/>
                      </a:cubicBezTo>
                      <a:lnTo>
                        <a:pt x="398243" y="42922"/>
                      </a:lnTo>
                      <a:cubicBezTo>
                        <a:pt x="394510" y="32966"/>
                        <a:pt x="389534" y="26743"/>
                        <a:pt x="380826" y="23010"/>
                      </a:cubicBezTo>
                      <a:cubicBezTo>
                        <a:pt x="372117" y="18032"/>
                        <a:pt x="362165" y="18032"/>
                        <a:pt x="354700" y="21765"/>
                      </a:cubicBezTo>
                      <a:close/>
                      <a:moveTo>
                        <a:pt x="369625" y="116"/>
                      </a:moveTo>
                      <a:cubicBezTo>
                        <a:pt x="376468" y="583"/>
                        <a:pt x="383311" y="2450"/>
                        <a:pt x="389531" y="5561"/>
                      </a:cubicBezTo>
                      <a:cubicBezTo>
                        <a:pt x="401973" y="11784"/>
                        <a:pt x="411926" y="21741"/>
                        <a:pt x="415658" y="35431"/>
                      </a:cubicBezTo>
                      <a:lnTo>
                        <a:pt x="433076" y="82724"/>
                      </a:lnTo>
                      <a:cubicBezTo>
                        <a:pt x="438052" y="96414"/>
                        <a:pt x="451738" y="106371"/>
                        <a:pt x="466667" y="106371"/>
                      </a:cubicBezTo>
                      <a:cubicBezTo>
                        <a:pt x="479108" y="106371"/>
                        <a:pt x="490305" y="106371"/>
                        <a:pt x="502747" y="107615"/>
                      </a:cubicBezTo>
                      <a:cubicBezTo>
                        <a:pt x="517676" y="110105"/>
                        <a:pt x="532606" y="101393"/>
                        <a:pt x="538826" y="87703"/>
                      </a:cubicBezTo>
                      <a:lnTo>
                        <a:pt x="561221" y="42898"/>
                      </a:lnTo>
                      <a:cubicBezTo>
                        <a:pt x="572418" y="18007"/>
                        <a:pt x="603521" y="6806"/>
                        <a:pt x="629648" y="19252"/>
                      </a:cubicBezTo>
                      <a:lnTo>
                        <a:pt x="709272" y="56588"/>
                      </a:lnTo>
                      <a:cubicBezTo>
                        <a:pt x="735398" y="69034"/>
                        <a:pt x="746595" y="100148"/>
                        <a:pt x="734154" y="127528"/>
                      </a:cubicBezTo>
                      <a:lnTo>
                        <a:pt x="713004" y="172333"/>
                      </a:lnTo>
                      <a:cubicBezTo>
                        <a:pt x="706783" y="186023"/>
                        <a:pt x="709272" y="200958"/>
                        <a:pt x="720469" y="212159"/>
                      </a:cubicBezTo>
                      <a:cubicBezTo>
                        <a:pt x="729178" y="222115"/>
                        <a:pt x="737887" y="230827"/>
                        <a:pt x="744107" y="239539"/>
                      </a:cubicBezTo>
                      <a:cubicBezTo>
                        <a:pt x="754060" y="250740"/>
                        <a:pt x="770234" y="256963"/>
                        <a:pt x="783919" y="250740"/>
                      </a:cubicBezTo>
                      <a:lnTo>
                        <a:pt x="831196" y="234561"/>
                      </a:lnTo>
                      <a:cubicBezTo>
                        <a:pt x="844881" y="229582"/>
                        <a:pt x="858567" y="230827"/>
                        <a:pt x="871008" y="237050"/>
                      </a:cubicBezTo>
                      <a:cubicBezTo>
                        <a:pt x="884693" y="243273"/>
                        <a:pt x="893402" y="253229"/>
                        <a:pt x="898379" y="265675"/>
                      </a:cubicBezTo>
                      <a:lnTo>
                        <a:pt x="928238" y="350305"/>
                      </a:lnTo>
                      <a:cubicBezTo>
                        <a:pt x="931970" y="362750"/>
                        <a:pt x="930726" y="377685"/>
                        <a:pt x="924505" y="390131"/>
                      </a:cubicBezTo>
                      <a:cubicBezTo>
                        <a:pt x="919529" y="402576"/>
                        <a:pt x="908332" y="411288"/>
                        <a:pt x="895891" y="417511"/>
                      </a:cubicBezTo>
                      <a:lnTo>
                        <a:pt x="847370" y="433690"/>
                      </a:lnTo>
                      <a:cubicBezTo>
                        <a:pt x="833684" y="438669"/>
                        <a:pt x="824975" y="452359"/>
                        <a:pt x="824975" y="467294"/>
                      </a:cubicBezTo>
                      <a:cubicBezTo>
                        <a:pt x="824975" y="479739"/>
                        <a:pt x="823731" y="492185"/>
                        <a:pt x="822487" y="503386"/>
                      </a:cubicBezTo>
                      <a:cubicBezTo>
                        <a:pt x="821243" y="518321"/>
                        <a:pt x="828708" y="533255"/>
                        <a:pt x="842393" y="539478"/>
                      </a:cubicBezTo>
                      <a:lnTo>
                        <a:pt x="887182" y="561880"/>
                      </a:lnTo>
                      <a:cubicBezTo>
                        <a:pt x="900867" y="568103"/>
                        <a:pt x="909576" y="578059"/>
                        <a:pt x="914552" y="591750"/>
                      </a:cubicBezTo>
                      <a:cubicBezTo>
                        <a:pt x="918285" y="604195"/>
                        <a:pt x="917041" y="619130"/>
                        <a:pt x="912064" y="630331"/>
                      </a:cubicBezTo>
                      <a:lnTo>
                        <a:pt x="873496" y="711227"/>
                      </a:lnTo>
                      <a:cubicBezTo>
                        <a:pt x="867276" y="723673"/>
                        <a:pt x="857323" y="733630"/>
                        <a:pt x="843637" y="737363"/>
                      </a:cubicBezTo>
                      <a:cubicBezTo>
                        <a:pt x="831196" y="742342"/>
                        <a:pt x="816266" y="741097"/>
                        <a:pt x="803825" y="734874"/>
                      </a:cubicBezTo>
                      <a:lnTo>
                        <a:pt x="759037" y="713717"/>
                      </a:lnTo>
                      <a:cubicBezTo>
                        <a:pt x="745351" y="707494"/>
                        <a:pt x="729178" y="709983"/>
                        <a:pt x="717981" y="721184"/>
                      </a:cubicBezTo>
                      <a:cubicBezTo>
                        <a:pt x="709272" y="729896"/>
                        <a:pt x="700563" y="737363"/>
                        <a:pt x="690610" y="744831"/>
                      </a:cubicBezTo>
                      <a:cubicBezTo>
                        <a:pt x="679413" y="754787"/>
                        <a:pt x="674436" y="770966"/>
                        <a:pt x="679413" y="784657"/>
                      </a:cubicBezTo>
                      <a:lnTo>
                        <a:pt x="695586" y="831950"/>
                      </a:lnTo>
                      <a:cubicBezTo>
                        <a:pt x="705539" y="859330"/>
                        <a:pt x="691854" y="889200"/>
                        <a:pt x="664483" y="899156"/>
                      </a:cubicBezTo>
                      <a:lnTo>
                        <a:pt x="581127" y="929026"/>
                      </a:lnTo>
                      <a:cubicBezTo>
                        <a:pt x="574906" y="930270"/>
                        <a:pt x="568685" y="930270"/>
                        <a:pt x="563709" y="930270"/>
                      </a:cubicBezTo>
                      <a:cubicBezTo>
                        <a:pt x="555000" y="930270"/>
                        <a:pt x="547535" y="929026"/>
                        <a:pt x="541315" y="926537"/>
                      </a:cubicBezTo>
                      <a:cubicBezTo>
                        <a:pt x="528873" y="920314"/>
                        <a:pt x="518920" y="909113"/>
                        <a:pt x="513944" y="896667"/>
                      </a:cubicBezTo>
                      <a:lnTo>
                        <a:pt x="497770" y="849374"/>
                      </a:lnTo>
                      <a:cubicBezTo>
                        <a:pt x="492794" y="835684"/>
                        <a:pt x="479108" y="825727"/>
                        <a:pt x="464179" y="825727"/>
                      </a:cubicBezTo>
                      <a:cubicBezTo>
                        <a:pt x="451738" y="824483"/>
                        <a:pt x="439296" y="824483"/>
                        <a:pt x="428099" y="823238"/>
                      </a:cubicBezTo>
                      <a:cubicBezTo>
                        <a:pt x="411926" y="821993"/>
                        <a:pt x="396996" y="829461"/>
                        <a:pt x="390775" y="843151"/>
                      </a:cubicBezTo>
                      <a:lnTo>
                        <a:pt x="369625" y="887955"/>
                      </a:lnTo>
                      <a:cubicBezTo>
                        <a:pt x="363405" y="901645"/>
                        <a:pt x="353452" y="910357"/>
                        <a:pt x="339766" y="915335"/>
                      </a:cubicBezTo>
                      <a:cubicBezTo>
                        <a:pt x="326081" y="919069"/>
                        <a:pt x="312396" y="919069"/>
                        <a:pt x="299954" y="912846"/>
                      </a:cubicBezTo>
                      <a:lnTo>
                        <a:pt x="220330" y="874265"/>
                      </a:lnTo>
                      <a:cubicBezTo>
                        <a:pt x="194204" y="863064"/>
                        <a:pt x="183006" y="830705"/>
                        <a:pt x="195448" y="804570"/>
                      </a:cubicBezTo>
                      <a:lnTo>
                        <a:pt x="216598" y="759765"/>
                      </a:lnTo>
                      <a:cubicBezTo>
                        <a:pt x="224063" y="746075"/>
                        <a:pt x="220330" y="729896"/>
                        <a:pt x="210377" y="719939"/>
                      </a:cubicBezTo>
                      <a:cubicBezTo>
                        <a:pt x="200424" y="709983"/>
                        <a:pt x="192959" y="701271"/>
                        <a:pt x="185495" y="692559"/>
                      </a:cubicBezTo>
                      <a:cubicBezTo>
                        <a:pt x="175542" y="680113"/>
                        <a:pt x="159368" y="675135"/>
                        <a:pt x="145683" y="680113"/>
                      </a:cubicBezTo>
                      <a:lnTo>
                        <a:pt x="99650" y="697537"/>
                      </a:lnTo>
                      <a:cubicBezTo>
                        <a:pt x="85965" y="701271"/>
                        <a:pt x="72279" y="701271"/>
                        <a:pt x="58594" y="695048"/>
                      </a:cubicBezTo>
                      <a:cubicBezTo>
                        <a:pt x="46153" y="688825"/>
                        <a:pt x="36200" y="678869"/>
                        <a:pt x="31223" y="665179"/>
                      </a:cubicBezTo>
                      <a:lnTo>
                        <a:pt x="2608" y="581793"/>
                      </a:lnTo>
                      <a:cubicBezTo>
                        <a:pt x="-6101" y="554413"/>
                        <a:pt x="7585" y="524543"/>
                        <a:pt x="34956" y="514587"/>
                      </a:cubicBezTo>
                      <a:lnTo>
                        <a:pt x="82232" y="498408"/>
                      </a:lnTo>
                      <a:cubicBezTo>
                        <a:pt x="95918" y="493429"/>
                        <a:pt x="104627" y="479739"/>
                        <a:pt x="105871" y="464804"/>
                      </a:cubicBezTo>
                      <a:cubicBezTo>
                        <a:pt x="105871" y="452359"/>
                        <a:pt x="107115" y="439913"/>
                        <a:pt x="107115" y="428712"/>
                      </a:cubicBezTo>
                      <a:cubicBezTo>
                        <a:pt x="108359" y="412533"/>
                        <a:pt x="100894" y="398843"/>
                        <a:pt x="87209" y="392620"/>
                      </a:cubicBezTo>
                      <a:lnTo>
                        <a:pt x="42420" y="370218"/>
                      </a:lnTo>
                      <a:cubicBezTo>
                        <a:pt x="29979" y="363995"/>
                        <a:pt x="21270" y="354039"/>
                        <a:pt x="16294" y="340348"/>
                      </a:cubicBezTo>
                      <a:cubicBezTo>
                        <a:pt x="11317" y="327903"/>
                        <a:pt x="12561" y="312968"/>
                        <a:pt x="18782" y="300522"/>
                      </a:cubicBezTo>
                      <a:lnTo>
                        <a:pt x="56106" y="220871"/>
                      </a:lnTo>
                      <a:cubicBezTo>
                        <a:pt x="62326" y="207180"/>
                        <a:pt x="73523" y="198468"/>
                        <a:pt x="85965" y="193490"/>
                      </a:cubicBezTo>
                      <a:cubicBezTo>
                        <a:pt x="99650" y="189757"/>
                        <a:pt x="113335" y="191001"/>
                        <a:pt x="125777" y="195979"/>
                      </a:cubicBezTo>
                      <a:lnTo>
                        <a:pt x="171809" y="217137"/>
                      </a:lnTo>
                      <a:cubicBezTo>
                        <a:pt x="185495" y="224604"/>
                        <a:pt x="200424" y="222115"/>
                        <a:pt x="211621" y="209669"/>
                      </a:cubicBezTo>
                      <a:cubicBezTo>
                        <a:pt x="220330" y="200958"/>
                        <a:pt x="230283" y="193490"/>
                        <a:pt x="238992" y="186023"/>
                      </a:cubicBezTo>
                      <a:cubicBezTo>
                        <a:pt x="251433" y="177311"/>
                        <a:pt x="255166" y="161132"/>
                        <a:pt x="250189" y="147441"/>
                      </a:cubicBezTo>
                      <a:lnTo>
                        <a:pt x="234016" y="100148"/>
                      </a:lnTo>
                      <a:cubicBezTo>
                        <a:pt x="229039" y="86458"/>
                        <a:pt x="230283" y="72768"/>
                        <a:pt x="236504" y="59078"/>
                      </a:cubicBezTo>
                      <a:cubicBezTo>
                        <a:pt x="242725" y="47877"/>
                        <a:pt x="252678" y="36676"/>
                        <a:pt x="265119" y="32942"/>
                      </a:cubicBezTo>
                      <a:lnTo>
                        <a:pt x="349719" y="3072"/>
                      </a:lnTo>
                      <a:cubicBezTo>
                        <a:pt x="355940" y="583"/>
                        <a:pt x="362783" y="-351"/>
                        <a:pt x="369625" y="11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28" name="Freeform 327">
                  <a:extLst>
                    <a:ext uri="{FF2B5EF4-FFF2-40B4-BE49-F238E27FC236}">
                      <a16:creationId xmlns:a16="http://schemas.microsoft.com/office/drawing/2014/main" id="{CDB43C46-B9C5-034B-8323-6D24AF1951CB}"/>
                    </a:ext>
                  </a:extLst>
                </p:cNvPr>
                <p:cNvSpPr/>
                <p:nvPr/>
              </p:nvSpPr>
              <p:spPr>
                <a:xfrm>
                  <a:off x="8719761" y="4550278"/>
                  <a:ext cx="316603" cy="317491"/>
                </a:xfrm>
                <a:custGeom>
                  <a:avLst/>
                  <a:gdLst>
                    <a:gd name="connsiteX0" fmla="*/ 158372 w 316603"/>
                    <a:gd name="connsiteY0" fmla="*/ 17153 h 317491"/>
                    <a:gd name="connsiteX1" fmla="*/ 128604 w 316603"/>
                    <a:gd name="connsiteY1" fmla="*/ 20875 h 317491"/>
                    <a:gd name="connsiteX2" fmla="*/ 30618 w 316603"/>
                    <a:gd name="connsiteY2" fmla="*/ 97801 h 317491"/>
                    <a:gd name="connsiteX3" fmla="*/ 31858 w 316603"/>
                    <a:gd name="connsiteY3" fmla="*/ 221875 h 317491"/>
                    <a:gd name="connsiteX4" fmla="*/ 186899 w 316603"/>
                    <a:gd name="connsiteY4" fmla="*/ 296320 h 317491"/>
                    <a:gd name="connsiteX5" fmla="*/ 284885 w 316603"/>
                    <a:gd name="connsiteY5" fmla="*/ 219394 h 317491"/>
                    <a:gd name="connsiteX6" fmla="*/ 283645 w 316603"/>
                    <a:gd name="connsiteY6" fmla="*/ 94079 h 317491"/>
                    <a:gd name="connsiteX7" fmla="*/ 158372 w 316603"/>
                    <a:gd name="connsiteY7" fmla="*/ 17153 h 317491"/>
                    <a:gd name="connsiteX8" fmla="*/ 176969 w 316603"/>
                    <a:gd name="connsiteY8" fmla="*/ 1236 h 317491"/>
                    <a:gd name="connsiteX9" fmla="*/ 298597 w 316603"/>
                    <a:gd name="connsiteY9" fmla="*/ 86598 h 317491"/>
                    <a:gd name="connsiteX10" fmla="*/ 301079 w 316603"/>
                    <a:gd name="connsiteY10" fmla="*/ 226872 h 317491"/>
                    <a:gd name="connsiteX11" fmla="*/ 190639 w 316603"/>
                    <a:gd name="connsiteY11" fmla="*/ 313767 h 317491"/>
                    <a:gd name="connsiteX12" fmla="*/ 158375 w 316603"/>
                    <a:gd name="connsiteY12" fmla="*/ 317491 h 317491"/>
                    <a:gd name="connsiteX13" fmla="*/ 16912 w 316603"/>
                    <a:gd name="connsiteY13" fmla="*/ 229355 h 317491"/>
                    <a:gd name="connsiteX14" fmla="*/ 15671 w 316603"/>
                    <a:gd name="connsiteY14" fmla="*/ 90322 h 317491"/>
                    <a:gd name="connsiteX15" fmla="*/ 124870 w 316603"/>
                    <a:gd name="connsiteY15" fmla="*/ 3427 h 317491"/>
                    <a:gd name="connsiteX16" fmla="*/ 176969 w 316603"/>
                    <a:gd name="connsiteY16" fmla="*/ 1236 h 31749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316603" h="317491">
                      <a:moveTo>
                        <a:pt x="158372" y="17153"/>
                      </a:moveTo>
                      <a:cubicBezTo>
                        <a:pt x="148449" y="17153"/>
                        <a:pt x="138527" y="18394"/>
                        <a:pt x="128604" y="20875"/>
                      </a:cubicBezTo>
                      <a:cubicBezTo>
                        <a:pt x="86433" y="29561"/>
                        <a:pt x="49223" y="56857"/>
                        <a:pt x="30618" y="97801"/>
                      </a:cubicBezTo>
                      <a:cubicBezTo>
                        <a:pt x="10773" y="137505"/>
                        <a:pt x="12013" y="182172"/>
                        <a:pt x="31858" y="221875"/>
                      </a:cubicBezTo>
                      <a:cubicBezTo>
                        <a:pt x="60386" y="277709"/>
                        <a:pt x="124883" y="309968"/>
                        <a:pt x="186899" y="296320"/>
                      </a:cubicBezTo>
                      <a:cubicBezTo>
                        <a:pt x="230311" y="287635"/>
                        <a:pt x="266280" y="259098"/>
                        <a:pt x="284885" y="219394"/>
                      </a:cubicBezTo>
                      <a:cubicBezTo>
                        <a:pt x="303490" y="179690"/>
                        <a:pt x="302250" y="133783"/>
                        <a:pt x="283645" y="94079"/>
                      </a:cubicBezTo>
                      <a:cubicBezTo>
                        <a:pt x="260079" y="46931"/>
                        <a:pt x="209225" y="17153"/>
                        <a:pt x="158372" y="17153"/>
                      </a:cubicBezTo>
                      <a:close/>
                      <a:moveTo>
                        <a:pt x="176969" y="1236"/>
                      </a:moveTo>
                      <a:cubicBezTo>
                        <a:pt x="228331" y="7695"/>
                        <a:pt x="275330" y="39117"/>
                        <a:pt x="298597" y="86598"/>
                      </a:cubicBezTo>
                      <a:cubicBezTo>
                        <a:pt x="322175" y="131287"/>
                        <a:pt x="322175" y="182183"/>
                        <a:pt x="301079" y="226872"/>
                      </a:cubicBezTo>
                      <a:cubicBezTo>
                        <a:pt x="279984" y="271561"/>
                        <a:pt x="239034" y="302595"/>
                        <a:pt x="190639" y="313767"/>
                      </a:cubicBezTo>
                      <a:cubicBezTo>
                        <a:pt x="179470" y="315009"/>
                        <a:pt x="169543" y="317491"/>
                        <a:pt x="158375" y="317491"/>
                      </a:cubicBezTo>
                      <a:cubicBezTo>
                        <a:pt x="100052" y="317491"/>
                        <a:pt x="42971" y="283975"/>
                        <a:pt x="16912" y="229355"/>
                      </a:cubicBezTo>
                      <a:cubicBezTo>
                        <a:pt x="-5425" y="185907"/>
                        <a:pt x="-5425" y="133770"/>
                        <a:pt x="15671" y="90322"/>
                      </a:cubicBezTo>
                      <a:cubicBezTo>
                        <a:pt x="36766" y="45634"/>
                        <a:pt x="76475" y="14600"/>
                        <a:pt x="124870" y="3427"/>
                      </a:cubicBezTo>
                      <a:cubicBezTo>
                        <a:pt x="142243" y="-297"/>
                        <a:pt x="159848" y="-918"/>
                        <a:pt x="176969" y="123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653BABF-F6C7-344D-BEE9-07DCEF23FC3F}"/>
                  </a:ext>
                </a:extLst>
              </p:cNvPr>
              <p:cNvGrpSpPr/>
              <p:nvPr/>
            </p:nvGrpSpPr>
            <p:grpSpPr>
              <a:xfrm>
                <a:off x="9495425" y="4685819"/>
                <a:ext cx="649057" cy="649285"/>
                <a:chOff x="9495425" y="4685819"/>
                <a:chExt cx="649057" cy="649285"/>
              </a:xfrm>
            </p:grpSpPr>
            <p:sp>
              <p:nvSpPr>
                <p:cNvPr id="372" name="Freeform 371">
                  <a:extLst>
                    <a:ext uri="{FF2B5EF4-FFF2-40B4-BE49-F238E27FC236}">
                      <a16:creationId xmlns:a16="http://schemas.microsoft.com/office/drawing/2014/main" id="{334A3C08-677D-4949-9F76-5F983F52E2AF}"/>
                    </a:ext>
                  </a:extLst>
                </p:cNvPr>
                <p:cNvSpPr/>
                <p:nvPr/>
              </p:nvSpPr>
              <p:spPr>
                <a:xfrm>
                  <a:off x="9505306" y="4694542"/>
                  <a:ext cx="630541" cy="631838"/>
                </a:xfrm>
                <a:custGeom>
                  <a:avLst/>
                  <a:gdLst>
                    <a:gd name="connsiteX0" fmla="*/ 306855 w 630541"/>
                    <a:gd name="connsiteY0" fmla="*/ 215054 h 631838"/>
                    <a:gd name="connsiteX1" fmla="*/ 216833 w 630541"/>
                    <a:gd name="connsiteY1" fmla="*/ 346884 h 631838"/>
                    <a:gd name="connsiteX2" fmla="*/ 293599 w 630541"/>
                    <a:gd name="connsiteY2" fmla="*/ 415006 h 631838"/>
                    <a:gd name="connsiteX3" fmla="*/ 409984 w 630541"/>
                    <a:gd name="connsiteY3" fmla="*/ 286193 h 631838"/>
                    <a:gd name="connsiteX4" fmla="*/ 334457 w 630541"/>
                    <a:gd name="connsiteY4" fmla="*/ 216832 h 631838"/>
                    <a:gd name="connsiteX5" fmla="*/ 306855 w 630541"/>
                    <a:gd name="connsiteY5" fmla="*/ 215054 h 631838"/>
                    <a:gd name="connsiteX6" fmla="*/ 332056 w 630541"/>
                    <a:gd name="connsiteY6" fmla="*/ 0 h 631838"/>
                    <a:gd name="connsiteX7" fmla="*/ 360652 w 630541"/>
                    <a:gd name="connsiteY7" fmla="*/ 27363 h 631838"/>
                    <a:gd name="connsiteX8" fmla="*/ 363139 w 630541"/>
                    <a:gd name="connsiteY8" fmla="*/ 63433 h 631838"/>
                    <a:gd name="connsiteX9" fmla="*/ 383032 w 630541"/>
                    <a:gd name="connsiteY9" fmla="*/ 89552 h 631838"/>
                    <a:gd name="connsiteX10" fmla="*/ 407899 w 630541"/>
                    <a:gd name="connsiteY10" fmla="*/ 98259 h 631838"/>
                    <a:gd name="connsiteX11" fmla="*/ 438982 w 630541"/>
                    <a:gd name="connsiteY11" fmla="*/ 90796 h 631838"/>
                    <a:gd name="connsiteX12" fmla="*/ 463849 w 630541"/>
                    <a:gd name="connsiteY12" fmla="*/ 64677 h 631838"/>
                    <a:gd name="connsiteX13" fmla="*/ 503636 w 630541"/>
                    <a:gd name="connsiteY13" fmla="*/ 62189 h 631838"/>
                    <a:gd name="connsiteX14" fmla="*/ 549639 w 630541"/>
                    <a:gd name="connsiteY14" fmla="*/ 104477 h 631838"/>
                    <a:gd name="connsiteX15" fmla="*/ 550883 w 630541"/>
                    <a:gd name="connsiteY15" fmla="*/ 144278 h 631838"/>
                    <a:gd name="connsiteX16" fmla="*/ 527259 w 630541"/>
                    <a:gd name="connsiteY16" fmla="*/ 170397 h 631838"/>
                    <a:gd name="connsiteX17" fmla="*/ 523529 w 630541"/>
                    <a:gd name="connsiteY17" fmla="*/ 203979 h 631838"/>
                    <a:gd name="connsiteX18" fmla="*/ 534719 w 630541"/>
                    <a:gd name="connsiteY18" fmla="*/ 227611 h 631838"/>
                    <a:gd name="connsiteX19" fmla="*/ 562073 w 630541"/>
                    <a:gd name="connsiteY19" fmla="*/ 245024 h 631838"/>
                    <a:gd name="connsiteX20" fmla="*/ 596886 w 630541"/>
                    <a:gd name="connsiteY20" fmla="*/ 243780 h 631838"/>
                    <a:gd name="connsiteX21" fmla="*/ 626726 w 630541"/>
                    <a:gd name="connsiteY21" fmla="*/ 269900 h 631838"/>
                    <a:gd name="connsiteX22" fmla="*/ 630456 w 630541"/>
                    <a:gd name="connsiteY22" fmla="*/ 333332 h 631838"/>
                    <a:gd name="connsiteX23" fmla="*/ 603103 w 630541"/>
                    <a:gd name="connsiteY23" fmla="*/ 361939 h 631838"/>
                    <a:gd name="connsiteX24" fmla="*/ 568289 w 630541"/>
                    <a:gd name="connsiteY24" fmla="*/ 364426 h 631838"/>
                    <a:gd name="connsiteX25" fmla="*/ 542179 w 630541"/>
                    <a:gd name="connsiteY25" fmla="*/ 384327 h 631838"/>
                    <a:gd name="connsiteX26" fmla="*/ 533476 w 630541"/>
                    <a:gd name="connsiteY26" fmla="*/ 407959 h 631838"/>
                    <a:gd name="connsiteX27" fmla="*/ 539692 w 630541"/>
                    <a:gd name="connsiteY27" fmla="*/ 440297 h 631838"/>
                    <a:gd name="connsiteX28" fmla="*/ 567046 w 630541"/>
                    <a:gd name="connsiteY28" fmla="*/ 465172 h 631838"/>
                    <a:gd name="connsiteX29" fmla="*/ 568289 w 630541"/>
                    <a:gd name="connsiteY29" fmla="*/ 504973 h 631838"/>
                    <a:gd name="connsiteX30" fmla="*/ 526016 w 630541"/>
                    <a:gd name="connsiteY30" fmla="*/ 550993 h 631838"/>
                    <a:gd name="connsiteX31" fmla="*/ 486229 w 630541"/>
                    <a:gd name="connsiteY31" fmla="*/ 552237 h 631838"/>
                    <a:gd name="connsiteX32" fmla="*/ 460119 w 630541"/>
                    <a:gd name="connsiteY32" fmla="*/ 528605 h 631838"/>
                    <a:gd name="connsiteX33" fmla="*/ 427792 w 630541"/>
                    <a:gd name="connsiteY33" fmla="*/ 524874 h 631838"/>
                    <a:gd name="connsiteX34" fmla="*/ 404169 w 630541"/>
                    <a:gd name="connsiteY34" fmla="*/ 536067 h 631838"/>
                    <a:gd name="connsiteX35" fmla="*/ 386762 w 630541"/>
                    <a:gd name="connsiteY35" fmla="*/ 563431 h 631838"/>
                    <a:gd name="connsiteX36" fmla="*/ 388006 w 630541"/>
                    <a:gd name="connsiteY36" fmla="*/ 599500 h 631838"/>
                    <a:gd name="connsiteX37" fmla="*/ 360652 w 630541"/>
                    <a:gd name="connsiteY37" fmla="*/ 628107 h 631838"/>
                    <a:gd name="connsiteX38" fmla="*/ 298485 w 630541"/>
                    <a:gd name="connsiteY38" fmla="*/ 631838 h 631838"/>
                    <a:gd name="connsiteX39" fmla="*/ 268645 w 630541"/>
                    <a:gd name="connsiteY39" fmla="*/ 604475 h 631838"/>
                    <a:gd name="connsiteX40" fmla="*/ 267402 w 630541"/>
                    <a:gd name="connsiteY40" fmla="*/ 568406 h 631838"/>
                    <a:gd name="connsiteX41" fmla="*/ 247509 w 630541"/>
                    <a:gd name="connsiteY41" fmla="*/ 542286 h 631838"/>
                    <a:gd name="connsiteX42" fmla="*/ 222642 w 630541"/>
                    <a:gd name="connsiteY42" fmla="*/ 534824 h 631838"/>
                    <a:gd name="connsiteX43" fmla="*/ 190315 w 630541"/>
                    <a:gd name="connsiteY43" fmla="*/ 541043 h 631838"/>
                    <a:gd name="connsiteX44" fmla="*/ 166692 w 630541"/>
                    <a:gd name="connsiteY44" fmla="*/ 567162 h 631838"/>
                    <a:gd name="connsiteX45" fmla="*/ 125662 w 630541"/>
                    <a:gd name="connsiteY45" fmla="*/ 569649 h 631838"/>
                    <a:gd name="connsiteX46" fmla="*/ 80902 w 630541"/>
                    <a:gd name="connsiteY46" fmla="*/ 527361 h 631838"/>
                    <a:gd name="connsiteX47" fmla="*/ 78415 w 630541"/>
                    <a:gd name="connsiteY47" fmla="*/ 486316 h 631838"/>
                    <a:gd name="connsiteX48" fmla="*/ 103282 w 630541"/>
                    <a:gd name="connsiteY48" fmla="*/ 461441 h 631838"/>
                    <a:gd name="connsiteX49" fmla="*/ 107012 w 630541"/>
                    <a:gd name="connsiteY49" fmla="*/ 427859 h 631838"/>
                    <a:gd name="connsiteX50" fmla="*/ 95822 w 630541"/>
                    <a:gd name="connsiteY50" fmla="*/ 405471 h 631838"/>
                    <a:gd name="connsiteX51" fmla="*/ 67225 w 630541"/>
                    <a:gd name="connsiteY51" fmla="*/ 386814 h 631838"/>
                    <a:gd name="connsiteX52" fmla="*/ 32412 w 630541"/>
                    <a:gd name="connsiteY52" fmla="*/ 388058 h 631838"/>
                    <a:gd name="connsiteX53" fmla="*/ 2572 w 630541"/>
                    <a:gd name="connsiteY53" fmla="*/ 361939 h 631838"/>
                    <a:gd name="connsiteX54" fmla="*/ 85 w 630541"/>
                    <a:gd name="connsiteY54" fmla="*/ 299750 h 631838"/>
                    <a:gd name="connsiteX55" fmla="*/ 26195 w 630541"/>
                    <a:gd name="connsiteY55" fmla="*/ 269900 h 631838"/>
                    <a:gd name="connsiteX56" fmla="*/ 62252 w 630541"/>
                    <a:gd name="connsiteY56" fmla="*/ 268656 h 631838"/>
                    <a:gd name="connsiteX57" fmla="*/ 88362 w 630541"/>
                    <a:gd name="connsiteY57" fmla="*/ 248755 h 631838"/>
                    <a:gd name="connsiteX58" fmla="*/ 97065 w 630541"/>
                    <a:gd name="connsiteY58" fmla="*/ 222636 h 631838"/>
                    <a:gd name="connsiteX59" fmla="*/ 90848 w 630541"/>
                    <a:gd name="connsiteY59" fmla="*/ 191542 h 631838"/>
                    <a:gd name="connsiteX60" fmla="*/ 63495 w 630541"/>
                    <a:gd name="connsiteY60" fmla="*/ 166666 h 631838"/>
                    <a:gd name="connsiteX61" fmla="*/ 61008 w 630541"/>
                    <a:gd name="connsiteY61" fmla="*/ 126865 h 631838"/>
                    <a:gd name="connsiteX62" fmla="*/ 103282 w 630541"/>
                    <a:gd name="connsiteY62" fmla="*/ 80846 h 631838"/>
                    <a:gd name="connsiteX63" fmla="*/ 144312 w 630541"/>
                    <a:gd name="connsiteY63" fmla="*/ 79602 h 631838"/>
                    <a:gd name="connsiteX64" fmla="*/ 170422 w 630541"/>
                    <a:gd name="connsiteY64" fmla="*/ 103234 h 631838"/>
                    <a:gd name="connsiteX65" fmla="*/ 202749 w 630541"/>
                    <a:gd name="connsiteY65" fmla="*/ 106965 h 631838"/>
                    <a:gd name="connsiteX66" fmla="*/ 226372 w 630541"/>
                    <a:gd name="connsiteY66" fmla="*/ 95771 h 631838"/>
                    <a:gd name="connsiteX67" fmla="*/ 243779 w 630541"/>
                    <a:gd name="connsiteY67" fmla="*/ 68408 h 631838"/>
                    <a:gd name="connsiteX68" fmla="*/ 242535 w 630541"/>
                    <a:gd name="connsiteY68" fmla="*/ 33582 h 631838"/>
                    <a:gd name="connsiteX69" fmla="*/ 269889 w 630541"/>
                    <a:gd name="connsiteY69" fmla="*/ 3732 h 63183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</a:cxnLst>
                  <a:rect l="l" t="t" r="r" b="b"/>
                  <a:pathLst>
                    <a:path w="630541" h="631838">
                      <a:moveTo>
                        <a:pt x="306855" y="215054"/>
                      </a:moveTo>
                      <a:cubicBezTo>
                        <a:pt x="244459" y="219406"/>
                        <a:pt x="198416" y="280774"/>
                        <a:pt x="216833" y="346884"/>
                      </a:cubicBezTo>
                      <a:cubicBezTo>
                        <a:pt x="227977" y="381564"/>
                        <a:pt x="257692" y="407574"/>
                        <a:pt x="293599" y="415006"/>
                      </a:cubicBezTo>
                      <a:cubicBezTo>
                        <a:pt x="369126" y="429869"/>
                        <a:pt x="432271" y="360508"/>
                        <a:pt x="409984" y="286193"/>
                      </a:cubicBezTo>
                      <a:cubicBezTo>
                        <a:pt x="400079" y="250274"/>
                        <a:pt x="370364" y="224264"/>
                        <a:pt x="334457" y="216832"/>
                      </a:cubicBezTo>
                      <a:cubicBezTo>
                        <a:pt x="325016" y="214974"/>
                        <a:pt x="315769" y="214433"/>
                        <a:pt x="306855" y="215054"/>
                      </a:cubicBezTo>
                      <a:close/>
                      <a:moveTo>
                        <a:pt x="332056" y="0"/>
                      </a:moveTo>
                      <a:cubicBezTo>
                        <a:pt x="346976" y="0"/>
                        <a:pt x="360652" y="12438"/>
                        <a:pt x="360652" y="27363"/>
                      </a:cubicBezTo>
                      <a:lnTo>
                        <a:pt x="363139" y="63433"/>
                      </a:lnTo>
                      <a:cubicBezTo>
                        <a:pt x="363139" y="75871"/>
                        <a:pt x="370599" y="85821"/>
                        <a:pt x="383032" y="89552"/>
                      </a:cubicBezTo>
                      <a:cubicBezTo>
                        <a:pt x="391736" y="92040"/>
                        <a:pt x="399196" y="94527"/>
                        <a:pt x="407899" y="98259"/>
                      </a:cubicBezTo>
                      <a:cubicBezTo>
                        <a:pt x="419089" y="103234"/>
                        <a:pt x="431522" y="99502"/>
                        <a:pt x="438982" y="90796"/>
                      </a:cubicBezTo>
                      <a:lnTo>
                        <a:pt x="463849" y="64677"/>
                      </a:lnTo>
                      <a:cubicBezTo>
                        <a:pt x="475039" y="52239"/>
                        <a:pt x="492446" y="52239"/>
                        <a:pt x="503636" y="62189"/>
                      </a:cubicBezTo>
                      <a:lnTo>
                        <a:pt x="549639" y="104477"/>
                      </a:lnTo>
                      <a:cubicBezTo>
                        <a:pt x="560829" y="114428"/>
                        <a:pt x="562073" y="133084"/>
                        <a:pt x="550883" y="144278"/>
                      </a:cubicBezTo>
                      <a:lnTo>
                        <a:pt x="527259" y="170397"/>
                      </a:lnTo>
                      <a:cubicBezTo>
                        <a:pt x="519799" y="179104"/>
                        <a:pt x="517312" y="192785"/>
                        <a:pt x="523529" y="203979"/>
                      </a:cubicBezTo>
                      <a:cubicBezTo>
                        <a:pt x="527259" y="211442"/>
                        <a:pt x="530989" y="218905"/>
                        <a:pt x="534719" y="227611"/>
                      </a:cubicBezTo>
                      <a:cubicBezTo>
                        <a:pt x="538449" y="238805"/>
                        <a:pt x="550883" y="246268"/>
                        <a:pt x="562073" y="245024"/>
                      </a:cubicBezTo>
                      <a:lnTo>
                        <a:pt x="596886" y="243780"/>
                      </a:lnTo>
                      <a:cubicBezTo>
                        <a:pt x="613049" y="242536"/>
                        <a:pt x="626726" y="254974"/>
                        <a:pt x="626726" y="269900"/>
                      </a:cubicBezTo>
                      <a:lnTo>
                        <a:pt x="630456" y="333332"/>
                      </a:lnTo>
                      <a:cubicBezTo>
                        <a:pt x="631699" y="348257"/>
                        <a:pt x="619266" y="361939"/>
                        <a:pt x="603103" y="361939"/>
                      </a:cubicBezTo>
                      <a:lnTo>
                        <a:pt x="568289" y="364426"/>
                      </a:lnTo>
                      <a:cubicBezTo>
                        <a:pt x="555856" y="364426"/>
                        <a:pt x="544666" y="371889"/>
                        <a:pt x="542179" y="384327"/>
                      </a:cubicBezTo>
                      <a:cubicBezTo>
                        <a:pt x="538449" y="391790"/>
                        <a:pt x="535962" y="400496"/>
                        <a:pt x="533476" y="407959"/>
                      </a:cubicBezTo>
                      <a:cubicBezTo>
                        <a:pt x="528502" y="419153"/>
                        <a:pt x="530989" y="432834"/>
                        <a:pt x="539692" y="440297"/>
                      </a:cubicBezTo>
                      <a:lnTo>
                        <a:pt x="567046" y="465172"/>
                      </a:lnTo>
                      <a:cubicBezTo>
                        <a:pt x="578236" y="476366"/>
                        <a:pt x="578236" y="492535"/>
                        <a:pt x="568289" y="504973"/>
                      </a:cubicBezTo>
                      <a:lnTo>
                        <a:pt x="526016" y="550993"/>
                      </a:lnTo>
                      <a:cubicBezTo>
                        <a:pt x="516069" y="562187"/>
                        <a:pt x="497419" y="563431"/>
                        <a:pt x="486229" y="552237"/>
                      </a:cubicBezTo>
                      <a:lnTo>
                        <a:pt x="460119" y="528605"/>
                      </a:lnTo>
                      <a:cubicBezTo>
                        <a:pt x="451416" y="521142"/>
                        <a:pt x="437739" y="518655"/>
                        <a:pt x="427792" y="524874"/>
                      </a:cubicBezTo>
                      <a:cubicBezTo>
                        <a:pt x="419089" y="528605"/>
                        <a:pt x="411629" y="532336"/>
                        <a:pt x="404169" y="536067"/>
                      </a:cubicBezTo>
                      <a:cubicBezTo>
                        <a:pt x="392979" y="541043"/>
                        <a:pt x="385519" y="550993"/>
                        <a:pt x="386762" y="563431"/>
                      </a:cubicBezTo>
                      <a:lnTo>
                        <a:pt x="388006" y="599500"/>
                      </a:lnTo>
                      <a:cubicBezTo>
                        <a:pt x="388006" y="614425"/>
                        <a:pt x="376816" y="628107"/>
                        <a:pt x="360652" y="628107"/>
                      </a:cubicBezTo>
                      <a:lnTo>
                        <a:pt x="298485" y="631838"/>
                      </a:lnTo>
                      <a:cubicBezTo>
                        <a:pt x="282322" y="631838"/>
                        <a:pt x="269889" y="620644"/>
                        <a:pt x="268645" y="604475"/>
                      </a:cubicBezTo>
                      <a:lnTo>
                        <a:pt x="267402" y="568406"/>
                      </a:lnTo>
                      <a:cubicBezTo>
                        <a:pt x="267402" y="555968"/>
                        <a:pt x="258699" y="546018"/>
                        <a:pt x="247509" y="542286"/>
                      </a:cubicBezTo>
                      <a:cubicBezTo>
                        <a:pt x="238805" y="541043"/>
                        <a:pt x="230102" y="537311"/>
                        <a:pt x="222642" y="534824"/>
                      </a:cubicBezTo>
                      <a:cubicBezTo>
                        <a:pt x="211452" y="528605"/>
                        <a:pt x="197775" y="532336"/>
                        <a:pt x="190315" y="541043"/>
                      </a:cubicBezTo>
                      <a:lnTo>
                        <a:pt x="166692" y="567162"/>
                      </a:lnTo>
                      <a:cubicBezTo>
                        <a:pt x="155502" y="579600"/>
                        <a:pt x="138095" y="579600"/>
                        <a:pt x="125662" y="569649"/>
                      </a:cubicBezTo>
                      <a:lnTo>
                        <a:pt x="80902" y="527361"/>
                      </a:lnTo>
                      <a:cubicBezTo>
                        <a:pt x="68468" y="516167"/>
                        <a:pt x="68468" y="498754"/>
                        <a:pt x="78415" y="486316"/>
                      </a:cubicBezTo>
                      <a:lnTo>
                        <a:pt x="103282" y="461441"/>
                      </a:lnTo>
                      <a:cubicBezTo>
                        <a:pt x="110742" y="451491"/>
                        <a:pt x="111985" y="439053"/>
                        <a:pt x="107012" y="427859"/>
                      </a:cubicBezTo>
                      <a:cubicBezTo>
                        <a:pt x="103282" y="420396"/>
                        <a:pt x="98308" y="412934"/>
                        <a:pt x="95822" y="405471"/>
                      </a:cubicBezTo>
                      <a:cubicBezTo>
                        <a:pt x="90848" y="393033"/>
                        <a:pt x="79658" y="385571"/>
                        <a:pt x="67225" y="386814"/>
                      </a:cubicBezTo>
                      <a:lnTo>
                        <a:pt x="32412" y="388058"/>
                      </a:lnTo>
                      <a:cubicBezTo>
                        <a:pt x="16248" y="389302"/>
                        <a:pt x="2572" y="376864"/>
                        <a:pt x="2572" y="361939"/>
                      </a:cubicBezTo>
                      <a:lnTo>
                        <a:pt x="85" y="299750"/>
                      </a:lnTo>
                      <a:cubicBezTo>
                        <a:pt x="-1158" y="283581"/>
                        <a:pt x="11275" y="269900"/>
                        <a:pt x="26195" y="269900"/>
                      </a:cubicBezTo>
                      <a:lnTo>
                        <a:pt x="62252" y="268656"/>
                      </a:lnTo>
                      <a:cubicBezTo>
                        <a:pt x="74685" y="268656"/>
                        <a:pt x="84632" y="259949"/>
                        <a:pt x="88362" y="248755"/>
                      </a:cubicBezTo>
                      <a:cubicBezTo>
                        <a:pt x="90848" y="240049"/>
                        <a:pt x="93335" y="231343"/>
                        <a:pt x="97065" y="222636"/>
                      </a:cubicBezTo>
                      <a:cubicBezTo>
                        <a:pt x="102038" y="212686"/>
                        <a:pt x="98308" y="199004"/>
                        <a:pt x="90848" y="191542"/>
                      </a:cubicBezTo>
                      <a:lnTo>
                        <a:pt x="63495" y="166666"/>
                      </a:lnTo>
                      <a:cubicBezTo>
                        <a:pt x="52305" y="156716"/>
                        <a:pt x="52305" y="139303"/>
                        <a:pt x="61008" y="126865"/>
                      </a:cubicBezTo>
                      <a:lnTo>
                        <a:pt x="103282" y="80846"/>
                      </a:lnTo>
                      <a:cubicBezTo>
                        <a:pt x="114472" y="69652"/>
                        <a:pt x="131879" y="68408"/>
                        <a:pt x="144312" y="79602"/>
                      </a:cubicBezTo>
                      <a:lnTo>
                        <a:pt x="170422" y="103234"/>
                      </a:lnTo>
                      <a:cubicBezTo>
                        <a:pt x="179125" y="111940"/>
                        <a:pt x="192802" y="113184"/>
                        <a:pt x="202749" y="106965"/>
                      </a:cubicBezTo>
                      <a:cubicBezTo>
                        <a:pt x="210209" y="103234"/>
                        <a:pt x="217669" y="99502"/>
                        <a:pt x="226372" y="95771"/>
                      </a:cubicBezTo>
                      <a:cubicBezTo>
                        <a:pt x="237562" y="92040"/>
                        <a:pt x="245022" y="80846"/>
                        <a:pt x="243779" y="68408"/>
                      </a:cubicBezTo>
                      <a:lnTo>
                        <a:pt x="242535" y="33582"/>
                      </a:lnTo>
                      <a:cubicBezTo>
                        <a:pt x="241292" y="17413"/>
                        <a:pt x="253725" y="3732"/>
                        <a:pt x="269889" y="373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29" name="Freeform 328">
                  <a:extLst>
                    <a:ext uri="{FF2B5EF4-FFF2-40B4-BE49-F238E27FC236}">
                      <a16:creationId xmlns:a16="http://schemas.microsoft.com/office/drawing/2014/main" id="{D927826A-27C4-1B48-B516-F74B3B6062C6}"/>
                    </a:ext>
                  </a:extLst>
                </p:cNvPr>
                <p:cNvSpPr/>
                <p:nvPr/>
              </p:nvSpPr>
              <p:spPr>
                <a:xfrm>
                  <a:off x="9495425" y="4685819"/>
                  <a:ext cx="649057" cy="649285"/>
                </a:xfrm>
                <a:custGeom>
                  <a:avLst/>
                  <a:gdLst>
                    <a:gd name="connsiteX0" fmla="*/ 341935 w 649057"/>
                    <a:gd name="connsiteY0" fmla="*/ 17447 h 649285"/>
                    <a:gd name="connsiteX1" fmla="*/ 279772 w 649057"/>
                    <a:gd name="connsiteY1" fmla="*/ 21178 h 649285"/>
                    <a:gd name="connsiteX2" fmla="*/ 266096 w 649057"/>
                    <a:gd name="connsiteY2" fmla="*/ 27397 h 649285"/>
                    <a:gd name="connsiteX3" fmla="*/ 261123 w 649057"/>
                    <a:gd name="connsiteY3" fmla="*/ 41078 h 649285"/>
                    <a:gd name="connsiteX4" fmla="*/ 262366 w 649057"/>
                    <a:gd name="connsiteY4" fmla="*/ 77145 h 649285"/>
                    <a:gd name="connsiteX5" fmla="*/ 239987 w 649057"/>
                    <a:gd name="connsiteY5" fmla="*/ 113213 h 649285"/>
                    <a:gd name="connsiteX6" fmla="*/ 216365 w 649057"/>
                    <a:gd name="connsiteY6" fmla="*/ 123162 h 649285"/>
                    <a:gd name="connsiteX7" fmla="*/ 174094 w 649057"/>
                    <a:gd name="connsiteY7" fmla="*/ 118187 h 649285"/>
                    <a:gd name="connsiteX8" fmla="*/ 147986 w 649057"/>
                    <a:gd name="connsiteY8" fmla="*/ 94557 h 649285"/>
                    <a:gd name="connsiteX9" fmla="*/ 120634 w 649057"/>
                    <a:gd name="connsiteY9" fmla="*/ 95801 h 649285"/>
                    <a:gd name="connsiteX10" fmla="*/ 78363 w 649057"/>
                    <a:gd name="connsiteY10" fmla="*/ 141818 h 649285"/>
                    <a:gd name="connsiteX11" fmla="*/ 73390 w 649057"/>
                    <a:gd name="connsiteY11" fmla="*/ 155499 h 649285"/>
                    <a:gd name="connsiteX12" fmla="*/ 78363 w 649057"/>
                    <a:gd name="connsiteY12" fmla="*/ 169179 h 649285"/>
                    <a:gd name="connsiteX13" fmla="*/ 105715 w 649057"/>
                    <a:gd name="connsiteY13" fmla="*/ 194054 h 649285"/>
                    <a:gd name="connsiteX14" fmla="*/ 114417 w 649057"/>
                    <a:gd name="connsiteY14" fmla="*/ 236340 h 649285"/>
                    <a:gd name="connsiteX15" fmla="*/ 106958 w 649057"/>
                    <a:gd name="connsiteY15" fmla="*/ 258726 h 649285"/>
                    <a:gd name="connsiteX16" fmla="*/ 73390 w 649057"/>
                    <a:gd name="connsiteY16" fmla="*/ 286088 h 649285"/>
                    <a:gd name="connsiteX17" fmla="*/ 37335 w 649057"/>
                    <a:gd name="connsiteY17" fmla="*/ 287332 h 649285"/>
                    <a:gd name="connsiteX18" fmla="*/ 23659 w 649057"/>
                    <a:gd name="connsiteY18" fmla="*/ 293550 h 649285"/>
                    <a:gd name="connsiteX19" fmla="*/ 18686 w 649057"/>
                    <a:gd name="connsiteY19" fmla="*/ 308475 h 649285"/>
                    <a:gd name="connsiteX20" fmla="*/ 21173 w 649057"/>
                    <a:gd name="connsiteY20" fmla="*/ 369416 h 649285"/>
                    <a:gd name="connsiteX21" fmla="*/ 42308 w 649057"/>
                    <a:gd name="connsiteY21" fmla="*/ 388072 h 649285"/>
                    <a:gd name="connsiteX22" fmla="*/ 77119 w 649057"/>
                    <a:gd name="connsiteY22" fmla="*/ 386828 h 649285"/>
                    <a:gd name="connsiteX23" fmla="*/ 113174 w 649057"/>
                    <a:gd name="connsiteY23" fmla="*/ 409215 h 649285"/>
                    <a:gd name="connsiteX24" fmla="*/ 124364 w 649057"/>
                    <a:gd name="connsiteY24" fmla="*/ 432845 h 649285"/>
                    <a:gd name="connsiteX25" fmla="*/ 118147 w 649057"/>
                    <a:gd name="connsiteY25" fmla="*/ 475131 h 649285"/>
                    <a:gd name="connsiteX26" fmla="*/ 94525 w 649057"/>
                    <a:gd name="connsiteY26" fmla="*/ 501249 h 649285"/>
                    <a:gd name="connsiteX27" fmla="*/ 89552 w 649057"/>
                    <a:gd name="connsiteY27" fmla="*/ 516174 h 649285"/>
                    <a:gd name="connsiteX28" fmla="*/ 95768 w 649057"/>
                    <a:gd name="connsiteY28" fmla="*/ 529854 h 649285"/>
                    <a:gd name="connsiteX29" fmla="*/ 141769 w 649057"/>
                    <a:gd name="connsiteY29" fmla="*/ 572140 h 649285"/>
                    <a:gd name="connsiteX30" fmla="*/ 169121 w 649057"/>
                    <a:gd name="connsiteY30" fmla="*/ 570897 h 649285"/>
                    <a:gd name="connsiteX31" fmla="*/ 193986 w 649057"/>
                    <a:gd name="connsiteY31" fmla="*/ 543535 h 649285"/>
                    <a:gd name="connsiteX32" fmla="*/ 221338 w 649057"/>
                    <a:gd name="connsiteY32" fmla="*/ 531098 h 649285"/>
                    <a:gd name="connsiteX33" fmla="*/ 235014 w 649057"/>
                    <a:gd name="connsiteY33" fmla="*/ 534829 h 649285"/>
                    <a:gd name="connsiteX34" fmla="*/ 259880 w 649057"/>
                    <a:gd name="connsiteY34" fmla="*/ 543535 h 649285"/>
                    <a:gd name="connsiteX35" fmla="*/ 285988 w 649057"/>
                    <a:gd name="connsiteY35" fmla="*/ 577115 h 649285"/>
                    <a:gd name="connsiteX36" fmla="*/ 287231 w 649057"/>
                    <a:gd name="connsiteY36" fmla="*/ 613183 h 649285"/>
                    <a:gd name="connsiteX37" fmla="*/ 308367 w 649057"/>
                    <a:gd name="connsiteY37" fmla="*/ 631838 h 649285"/>
                    <a:gd name="connsiteX38" fmla="*/ 370530 w 649057"/>
                    <a:gd name="connsiteY38" fmla="*/ 629351 h 649285"/>
                    <a:gd name="connsiteX39" fmla="*/ 384206 w 649057"/>
                    <a:gd name="connsiteY39" fmla="*/ 621889 h 649285"/>
                    <a:gd name="connsiteX40" fmla="*/ 389179 w 649057"/>
                    <a:gd name="connsiteY40" fmla="*/ 608208 h 649285"/>
                    <a:gd name="connsiteX41" fmla="*/ 386693 w 649057"/>
                    <a:gd name="connsiteY41" fmla="*/ 572140 h 649285"/>
                    <a:gd name="connsiteX42" fmla="*/ 410315 w 649057"/>
                    <a:gd name="connsiteY42" fmla="*/ 536073 h 649285"/>
                    <a:gd name="connsiteX43" fmla="*/ 433937 w 649057"/>
                    <a:gd name="connsiteY43" fmla="*/ 524879 h 649285"/>
                    <a:gd name="connsiteX44" fmla="*/ 476208 w 649057"/>
                    <a:gd name="connsiteY44" fmla="*/ 531098 h 649285"/>
                    <a:gd name="connsiteX45" fmla="*/ 502316 w 649057"/>
                    <a:gd name="connsiteY45" fmla="*/ 554728 h 649285"/>
                    <a:gd name="connsiteX46" fmla="*/ 529668 w 649057"/>
                    <a:gd name="connsiteY46" fmla="*/ 553485 h 649285"/>
                    <a:gd name="connsiteX47" fmla="*/ 571939 w 649057"/>
                    <a:gd name="connsiteY47" fmla="*/ 507468 h 649285"/>
                    <a:gd name="connsiteX48" fmla="*/ 570696 w 649057"/>
                    <a:gd name="connsiteY48" fmla="*/ 480106 h 649285"/>
                    <a:gd name="connsiteX49" fmla="*/ 543344 w 649057"/>
                    <a:gd name="connsiteY49" fmla="*/ 455232 h 649285"/>
                    <a:gd name="connsiteX50" fmla="*/ 534641 w 649057"/>
                    <a:gd name="connsiteY50" fmla="*/ 414190 h 649285"/>
                    <a:gd name="connsiteX51" fmla="*/ 543344 w 649057"/>
                    <a:gd name="connsiteY51" fmla="*/ 390559 h 649285"/>
                    <a:gd name="connsiteX52" fmla="*/ 576912 w 649057"/>
                    <a:gd name="connsiteY52" fmla="*/ 363198 h 649285"/>
                    <a:gd name="connsiteX53" fmla="*/ 612967 w 649057"/>
                    <a:gd name="connsiteY53" fmla="*/ 361954 h 649285"/>
                    <a:gd name="connsiteX54" fmla="*/ 626643 w 649057"/>
                    <a:gd name="connsiteY54" fmla="*/ 355735 h 649285"/>
                    <a:gd name="connsiteX55" fmla="*/ 631616 w 649057"/>
                    <a:gd name="connsiteY55" fmla="*/ 342055 h 649285"/>
                    <a:gd name="connsiteX56" fmla="*/ 629129 w 649057"/>
                    <a:gd name="connsiteY56" fmla="*/ 279869 h 649285"/>
                    <a:gd name="connsiteX57" fmla="*/ 607994 w 649057"/>
                    <a:gd name="connsiteY57" fmla="*/ 261214 h 649285"/>
                    <a:gd name="connsiteX58" fmla="*/ 571939 w 649057"/>
                    <a:gd name="connsiteY58" fmla="*/ 262457 h 649285"/>
                    <a:gd name="connsiteX59" fmla="*/ 537128 w 649057"/>
                    <a:gd name="connsiteY59" fmla="*/ 238827 h 649285"/>
                    <a:gd name="connsiteX60" fmla="*/ 525938 w 649057"/>
                    <a:gd name="connsiteY60" fmla="*/ 216440 h 649285"/>
                    <a:gd name="connsiteX61" fmla="*/ 530911 w 649057"/>
                    <a:gd name="connsiteY61" fmla="*/ 174154 h 649285"/>
                    <a:gd name="connsiteX62" fmla="*/ 554533 w 649057"/>
                    <a:gd name="connsiteY62" fmla="*/ 148036 h 649285"/>
                    <a:gd name="connsiteX63" fmla="*/ 553290 w 649057"/>
                    <a:gd name="connsiteY63" fmla="*/ 119431 h 649285"/>
                    <a:gd name="connsiteX64" fmla="*/ 507289 w 649057"/>
                    <a:gd name="connsiteY64" fmla="*/ 77145 h 649285"/>
                    <a:gd name="connsiteX65" fmla="*/ 479938 w 649057"/>
                    <a:gd name="connsiteY65" fmla="*/ 79633 h 649285"/>
                    <a:gd name="connsiteX66" fmla="*/ 456316 w 649057"/>
                    <a:gd name="connsiteY66" fmla="*/ 105750 h 649285"/>
                    <a:gd name="connsiteX67" fmla="*/ 414045 w 649057"/>
                    <a:gd name="connsiteY67" fmla="*/ 114456 h 649285"/>
                    <a:gd name="connsiteX68" fmla="*/ 390422 w 649057"/>
                    <a:gd name="connsiteY68" fmla="*/ 106994 h 649285"/>
                    <a:gd name="connsiteX69" fmla="*/ 364314 w 649057"/>
                    <a:gd name="connsiteY69" fmla="*/ 72170 h 649285"/>
                    <a:gd name="connsiteX70" fmla="*/ 363071 w 649057"/>
                    <a:gd name="connsiteY70" fmla="*/ 36103 h 649285"/>
                    <a:gd name="connsiteX71" fmla="*/ 341935 w 649057"/>
                    <a:gd name="connsiteY71" fmla="*/ 17447 h 649285"/>
                    <a:gd name="connsiteX72" fmla="*/ 340693 w 649057"/>
                    <a:gd name="connsiteY72" fmla="*/ 0 h 649285"/>
                    <a:gd name="connsiteX73" fmla="*/ 379238 w 649057"/>
                    <a:gd name="connsiteY73" fmla="*/ 36072 h 649285"/>
                    <a:gd name="connsiteX74" fmla="*/ 380482 w 649057"/>
                    <a:gd name="connsiteY74" fmla="*/ 70899 h 649285"/>
                    <a:gd name="connsiteX75" fmla="*/ 395403 w 649057"/>
                    <a:gd name="connsiteY75" fmla="*/ 89557 h 649285"/>
                    <a:gd name="connsiteX76" fmla="*/ 420271 w 649057"/>
                    <a:gd name="connsiteY76" fmla="*/ 99508 h 649285"/>
                    <a:gd name="connsiteX77" fmla="*/ 442652 w 649057"/>
                    <a:gd name="connsiteY77" fmla="*/ 94532 h 649285"/>
                    <a:gd name="connsiteX78" fmla="*/ 467520 w 649057"/>
                    <a:gd name="connsiteY78" fmla="*/ 67168 h 649285"/>
                    <a:gd name="connsiteX79" fmla="*/ 519743 w 649057"/>
                    <a:gd name="connsiteY79" fmla="*/ 64680 h 649285"/>
                    <a:gd name="connsiteX80" fmla="*/ 564505 w 649057"/>
                    <a:gd name="connsiteY80" fmla="*/ 106971 h 649285"/>
                    <a:gd name="connsiteX81" fmla="*/ 568236 w 649057"/>
                    <a:gd name="connsiteY81" fmla="*/ 159212 h 649285"/>
                    <a:gd name="connsiteX82" fmla="*/ 543368 w 649057"/>
                    <a:gd name="connsiteY82" fmla="*/ 185333 h 649285"/>
                    <a:gd name="connsiteX83" fmla="*/ 540881 w 649057"/>
                    <a:gd name="connsiteY83" fmla="*/ 207722 h 649285"/>
                    <a:gd name="connsiteX84" fmla="*/ 553315 w 649057"/>
                    <a:gd name="connsiteY84" fmla="*/ 232599 h 649285"/>
                    <a:gd name="connsiteX85" fmla="*/ 571966 w 649057"/>
                    <a:gd name="connsiteY85" fmla="*/ 245037 h 649285"/>
                    <a:gd name="connsiteX86" fmla="*/ 606781 w 649057"/>
                    <a:gd name="connsiteY86" fmla="*/ 243793 h 649285"/>
                    <a:gd name="connsiteX87" fmla="*/ 646570 w 649057"/>
                    <a:gd name="connsiteY87" fmla="*/ 278621 h 649285"/>
                    <a:gd name="connsiteX88" fmla="*/ 649057 w 649057"/>
                    <a:gd name="connsiteY88" fmla="*/ 340813 h 649285"/>
                    <a:gd name="connsiteX89" fmla="*/ 639110 w 649057"/>
                    <a:gd name="connsiteY89" fmla="*/ 366933 h 649285"/>
                    <a:gd name="connsiteX90" fmla="*/ 612998 w 649057"/>
                    <a:gd name="connsiteY90" fmla="*/ 379372 h 649285"/>
                    <a:gd name="connsiteX91" fmla="*/ 578183 w 649057"/>
                    <a:gd name="connsiteY91" fmla="*/ 380616 h 649285"/>
                    <a:gd name="connsiteX92" fmla="*/ 559532 w 649057"/>
                    <a:gd name="connsiteY92" fmla="*/ 395542 h 649285"/>
                    <a:gd name="connsiteX93" fmla="*/ 550828 w 649057"/>
                    <a:gd name="connsiteY93" fmla="*/ 420418 h 649285"/>
                    <a:gd name="connsiteX94" fmla="*/ 555802 w 649057"/>
                    <a:gd name="connsiteY94" fmla="*/ 442808 h 649285"/>
                    <a:gd name="connsiteX95" fmla="*/ 581913 w 649057"/>
                    <a:gd name="connsiteY95" fmla="*/ 466441 h 649285"/>
                    <a:gd name="connsiteX96" fmla="*/ 584400 w 649057"/>
                    <a:gd name="connsiteY96" fmla="*/ 519926 h 649285"/>
                    <a:gd name="connsiteX97" fmla="*/ 543368 w 649057"/>
                    <a:gd name="connsiteY97" fmla="*/ 564704 h 649285"/>
                    <a:gd name="connsiteX98" fmla="*/ 491145 w 649057"/>
                    <a:gd name="connsiteY98" fmla="*/ 567192 h 649285"/>
                    <a:gd name="connsiteX99" fmla="*/ 463790 w 649057"/>
                    <a:gd name="connsiteY99" fmla="*/ 543559 h 649285"/>
                    <a:gd name="connsiteX100" fmla="*/ 441409 w 649057"/>
                    <a:gd name="connsiteY100" fmla="*/ 541071 h 649285"/>
                    <a:gd name="connsiteX101" fmla="*/ 416540 w 649057"/>
                    <a:gd name="connsiteY101" fmla="*/ 552266 h 649285"/>
                    <a:gd name="connsiteX102" fmla="*/ 404106 w 649057"/>
                    <a:gd name="connsiteY102" fmla="*/ 572167 h 649285"/>
                    <a:gd name="connsiteX103" fmla="*/ 406593 w 649057"/>
                    <a:gd name="connsiteY103" fmla="*/ 608238 h 649285"/>
                    <a:gd name="connsiteX104" fmla="*/ 396646 w 649057"/>
                    <a:gd name="connsiteY104" fmla="*/ 633115 h 649285"/>
                    <a:gd name="connsiteX105" fmla="*/ 370534 w 649057"/>
                    <a:gd name="connsiteY105" fmla="*/ 645554 h 649285"/>
                    <a:gd name="connsiteX106" fmla="*/ 308364 w 649057"/>
                    <a:gd name="connsiteY106" fmla="*/ 649285 h 649285"/>
                    <a:gd name="connsiteX107" fmla="*/ 307121 w 649057"/>
                    <a:gd name="connsiteY107" fmla="*/ 649285 h 649285"/>
                    <a:gd name="connsiteX108" fmla="*/ 271062 w 649057"/>
                    <a:gd name="connsiteY108" fmla="*/ 614458 h 649285"/>
                    <a:gd name="connsiteX109" fmla="*/ 268575 w 649057"/>
                    <a:gd name="connsiteY109" fmla="*/ 578386 h 649285"/>
                    <a:gd name="connsiteX110" fmla="*/ 254898 w 649057"/>
                    <a:gd name="connsiteY110" fmla="*/ 559729 h 649285"/>
                    <a:gd name="connsiteX111" fmla="*/ 228786 w 649057"/>
                    <a:gd name="connsiteY111" fmla="*/ 551022 h 649285"/>
                    <a:gd name="connsiteX112" fmla="*/ 206405 w 649057"/>
                    <a:gd name="connsiteY112" fmla="*/ 554753 h 649285"/>
                    <a:gd name="connsiteX113" fmla="*/ 182780 w 649057"/>
                    <a:gd name="connsiteY113" fmla="*/ 582118 h 649285"/>
                    <a:gd name="connsiteX114" fmla="*/ 156669 w 649057"/>
                    <a:gd name="connsiteY114" fmla="*/ 593312 h 649285"/>
                    <a:gd name="connsiteX115" fmla="*/ 129314 w 649057"/>
                    <a:gd name="connsiteY115" fmla="*/ 584605 h 649285"/>
                    <a:gd name="connsiteX116" fmla="*/ 84551 w 649057"/>
                    <a:gd name="connsiteY116" fmla="*/ 542315 h 649285"/>
                    <a:gd name="connsiteX117" fmla="*/ 72117 w 649057"/>
                    <a:gd name="connsiteY117" fmla="*/ 517438 h 649285"/>
                    <a:gd name="connsiteX118" fmla="*/ 82065 w 649057"/>
                    <a:gd name="connsiteY118" fmla="*/ 490074 h 649285"/>
                    <a:gd name="connsiteX119" fmla="*/ 106933 w 649057"/>
                    <a:gd name="connsiteY119" fmla="*/ 463953 h 649285"/>
                    <a:gd name="connsiteX120" fmla="*/ 108176 w 649057"/>
                    <a:gd name="connsiteY120" fmla="*/ 441564 h 649285"/>
                    <a:gd name="connsiteX121" fmla="*/ 96986 w 649057"/>
                    <a:gd name="connsiteY121" fmla="*/ 416687 h 649285"/>
                    <a:gd name="connsiteX122" fmla="*/ 78334 w 649057"/>
                    <a:gd name="connsiteY122" fmla="*/ 404249 h 649285"/>
                    <a:gd name="connsiteX123" fmla="*/ 42276 w 649057"/>
                    <a:gd name="connsiteY123" fmla="*/ 406736 h 649285"/>
                    <a:gd name="connsiteX124" fmla="*/ 16164 w 649057"/>
                    <a:gd name="connsiteY124" fmla="*/ 395542 h 649285"/>
                    <a:gd name="connsiteX125" fmla="*/ 3730 w 649057"/>
                    <a:gd name="connsiteY125" fmla="*/ 370665 h 649285"/>
                    <a:gd name="connsiteX126" fmla="*/ 0 w 649057"/>
                    <a:gd name="connsiteY126" fmla="*/ 308473 h 649285"/>
                    <a:gd name="connsiteX127" fmla="*/ 36059 w 649057"/>
                    <a:gd name="connsiteY127" fmla="*/ 269914 h 649285"/>
                    <a:gd name="connsiteX128" fmla="*/ 72117 w 649057"/>
                    <a:gd name="connsiteY128" fmla="*/ 268670 h 649285"/>
                    <a:gd name="connsiteX129" fmla="*/ 89525 w 649057"/>
                    <a:gd name="connsiteY129" fmla="*/ 253744 h 649285"/>
                    <a:gd name="connsiteX130" fmla="*/ 98229 w 649057"/>
                    <a:gd name="connsiteY130" fmla="*/ 228867 h 649285"/>
                    <a:gd name="connsiteX131" fmla="*/ 94499 w 649057"/>
                    <a:gd name="connsiteY131" fmla="*/ 206478 h 649285"/>
                    <a:gd name="connsiteX132" fmla="*/ 68387 w 649057"/>
                    <a:gd name="connsiteY132" fmla="*/ 182845 h 649285"/>
                    <a:gd name="connsiteX133" fmla="*/ 55953 w 649057"/>
                    <a:gd name="connsiteY133" fmla="*/ 156724 h 649285"/>
                    <a:gd name="connsiteX134" fmla="*/ 64657 w 649057"/>
                    <a:gd name="connsiteY134" fmla="*/ 129360 h 649285"/>
                    <a:gd name="connsiteX135" fmla="*/ 106933 w 649057"/>
                    <a:gd name="connsiteY135" fmla="*/ 84581 h 649285"/>
                    <a:gd name="connsiteX136" fmla="*/ 133044 w 649057"/>
                    <a:gd name="connsiteY136" fmla="*/ 72143 h 649285"/>
                    <a:gd name="connsiteX137" fmla="*/ 159156 w 649057"/>
                    <a:gd name="connsiteY137" fmla="*/ 82094 h 649285"/>
                    <a:gd name="connsiteX138" fmla="*/ 185267 w 649057"/>
                    <a:gd name="connsiteY138" fmla="*/ 105727 h 649285"/>
                    <a:gd name="connsiteX139" fmla="*/ 207649 w 649057"/>
                    <a:gd name="connsiteY139" fmla="*/ 108214 h 649285"/>
                    <a:gd name="connsiteX140" fmla="*/ 233760 w 649057"/>
                    <a:gd name="connsiteY140" fmla="*/ 97020 h 649285"/>
                    <a:gd name="connsiteX141" fmla="*/ 246194 w 649057"/>
                    <a:gd name="connsiteY141" fmla="*/ 78362 h 649285"/>
                    <a:gd name="connsiteX142" fmla="*/ 243707 w 649057"/>
                    <a:gd name="connsiteY142" fmla="*/ 42291 h 649285"/>
                    <a:gd name="connsiteX143" fmla="*/ 253654 w 649057"/>
                    <a:gd name="connsiteY143" fmla="*/ 16170 h 649285"/>
                    <a:gd name="connsiteX144" fmla="*/ 278523 w 649057"/>
                    <a:gd name="connsiteY144" fmla="*/ 3732 h 6492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  <a:cxn ang="0">
                      <a:pos x="connsiteX37" y="connsiteY37"/>
                    </a:cxn>
                    <a:cxn ang="0">
                      <a:pos x="connsiteX38" y="connsiteY38"/>
                    </a:cxn>
                    <a:cxn ang="0">
                      <a:pos x="connsiteX39" y="connsiteY39"/>
                    </a:cxn>
                    <a:cxn ang="0">
                      <a:pos x="connsiteX40" y="connsiteY40"/>
                    </a:cxn>
                    <a:cxn ang="0">
                      <a:pos x="connsiteX41" y="connsiteY41"/>
                    </a:cxn>
                    <a:cxn ang="0">
                      <a:pos x="connsiteX42" y="connsiteY42"/>
                    </a:cxn>
                    <a:cxn ang="0">
                      <a:pos x="connsiteX43" y="connsiteY43"/>
                    </a:cxn>
                    <a:cxn ang="0">
                      <a:pos x="connsiteX44" y="connsiteY44"/>
                    </a:cxn>
                    <a:cxn ang="0">
                      <a:pos x="connsiteX45" y="connsiteY45"/>
                    </a:cxn>
                    <a:cxn ang="0">
                      <a:pos x="connsiteX46" y="connsiteY46"/>
                    </a:cxn>
                    <a:cxn ang="0">
                      <a:pos x="connsiteX47" y="connsiteY47"/>
                    </a:cxn>
                    <a:cxn ang="0">
                      <a:pos x="connsiteX48" y="connsiteY48"/>
                    </a:cxn>
                    <a:cxn ang="0">
                      <a:pos x="connsiteX49" y="connsiteY49"/>
                    </a:cxn>
                    <a:cxn ang="0">
                      <a:pos x="connsiteX50" y="connsiteY50"/>
                    </a:cxn>
                    <a:cxn ang="0">
                      <a:pos x="connsiteX51" y="connsiteY51"/>
                    </a:cxn>
                    <a:cxn ang="0">
                      <a:pos x="connsiteX52" y="connsiteY52"/>
                    </a:cxn>
                    <a:cxn ang="0">
                      <a:pos x="connsiteX53" y="connsiteY53"/>
                    </a:cxn>
                    <a:cxn ang="0">
                      <a:pos x="connsiteX54" y="connsiteY54"/>
                    </a:cxn>
                    <a:cxn ang="0">
                      <a:pos x="connsiteX55" y="connsiteY55"/>
                    </a:cxn>
                    <a:cxn ang="0">
                      <a:pos x="connsiteX56" y="connsiteY56"/>
                    </a:cxn>
                    <a:cxn ang="0">
                      <a:pos x="connsiteX57" y="connsiteY57"/>
                    </a:cxn>
                    <a:cxn ang="0">
                      <a:pos x="connsiteX58" y="connsiteY58"/>
                    </a:cxn>
                    <a:cxn ang="0">
                      <a:pos x="connsiteX59" y="connsiteY59"/>
                    </a:cxn>
                    <a:cxn ang="0">
                      <a:pos x="connsiteX60" y="connsiteY60"/>
                    </a:cxn>
                    <a:cxn ang="0">
                      <a:pos x="connsiteX61" y="connsiteY61"/>
                    </a:cxn>
                    <a:cxn ang="0">
                      <a:pos x="connsiteX62" y="connsiteY62"/>
                    </a:cxn>
                    <a:cxn ang="0">
                      <a:pos x="connsiteX63" y="connsiteY63"/>
                    </a:cxn>
                    <a:cxn ang="0">
                      <a:pos x="connsiteX64" y="connsiteY64"/>
                    </a:cxn>
                    <a:cxn ang="0">
                      <a:pos x="connsiteX65" y="connsiteY65"/>
                    </a:cxn>
                    <a:cxn ang="0">
                      <a:pos x="connsiteX66" y="connsiteY66"/>
                    </a:cxn>
                    <a:cxn ang="0">
                      <a:pos x="connsiteX67" y="connsiteY67"/>
                    </a:cxn>
                    <a:cxn ang="0">
                      <a:pos x="connsiteX68" y="connsiteY68"/>
                    </a:cxn>
                    <a:cxn ang="0">
                      <a:pos x="connsiteX69" y="connsiteY69"/>
                    </a:cxn>
                    <a:cxn ang="0">
                      <a:pos x="connsiteX70" y="connsiteY70"/>
                    </a:cxn>
                    <a:cxn ang="0">
                      <a:pos x="connsiteX71" y="connsiteY71"/>
                    </a:cxn>
                    <a:cxn ang="0">
                      <a:pos x="connsiteX72" y="connsiteY72"/>
                    </a:cxn>
                    <a:cxn ang="0">
                      <a:pos x="connsiteX73" y="connsiteY73"/>
                    </a:cxn>
                    <a:cxn ang="0">
                      <a:pos x="connsiteX74" y="connsiteY74"/>
                    </a:cxn>
                    <a:cxn ang="0">
                      <a:pos x="connsiteX75" y="connsiteY75"/>
                    </a:cxn>
                    <a:cxn ang="0">
                      <a:pos x="connsiteX76" y="connsiteY76"/>
                    </a:cxn>
                    <a:cxn ang="0">
                      <a:pos x="connsiteX77" y="connsiteY77"/>
                    </a:cxn>
                    <a:cxn ang="0">
                      <a:pos x="connsiteX78" y="connsiteY78"/>
                    </a:cxn>
                    <a:cxn ang="0">
                      <a:pos x="connsiteX79" y="connsiteY79"/>
                    </a:cxn>
                    <a:cxn ang="0">
                      <a:pos x="connsiteX80" y="connsiteY80"/>
                    </a:cxn>
                    <a:cxn ang="0">
                      <a:pos x="connsiteX81" y="connsiteY81"/>
                    </a:cxn>
                    <a:cxn ang="0">
                      <a:pos x="connsiteX82" y="connsiteY82"/>
                    </a:cxn>
                    <a:cxn ang="0">
                      <a:pos x="connsiteX83" y="connsiteY83"/>
                    </a:cxn>
                    <a:cxn ang="0">
                      <a:pos x="connsiteX84" y="connsiteY84"/>
                    </a:cxn>
                    <a:cxn ang="0">
                      <a:pos x="connsiteX85" y="connsiteY85"/>
                    </a:cxn>
                    <a:cxn ang="0">
                      <a:pos x="connsiteX86" y="connsiteY86"/>
                    </a:cxn>
                    <a:cxn ang="0">
                      <a:pos x="connsiteX87" y="connsiteY87"/>
                    </a:cxn>
                    <a:cxn ang="0">
                      <a:pos x="connsiteX88" y="connsiteY88"/>
                    </a:cxn>
                    <a:cxn ang="0">
                      <a:pos x="connsiteX89" y="connsiteY89"/>
                    </a:cxn>
                    <a:cxn ang="0">
                      <a:pos x="connsiteX90" y="connsiteY90"/>
                    </a:cxn>
                    <a:cxn ang="0">
                      <a:pos x="connsiteX91" y="connsiteY91"/>
                    </a:cxn>
                    <a:cxn ang="0">
                      <a:pos x="connsiteX92" y="connsiteY92"/>
                    </a:cxn>
                    <a:cxn ang="0">
                      <a:pos x="connsiteX93" y="connsiteY93"/>
                    </a:cxn>
                    <a:cxn ang="0">
                      <a:pos x="connsiteX94" y="connsiteY94"/>
                    </a:cxn>
                    <a:cxn ang="0">
                      <a:pos x="connsiteX95" y="connsiteY95"/>
                    </a:cxn>
                    <a:cxn ang="0">
                      <a:pos x="connsiteX96" y="connsiteY96"/>
                    </a:cxn>
                    <a:cxn ang="0">
                      <a:pos x="connsiteX97" y="connsiteY97"/>
                    </a:cxn>
                    <a:cxn ang="0">
                      <a:pos x="connsiteX98" y="connsiteY98"/>
                    </a:cxn>
                    <a:cxn ang="0">
                      <a:pos x="connsiteX99" y="connsiteY99"/>
                    </a:cxn>
                    <a:cxn ang="0">
                      <a:pos x="connsiteX100" y="connsiteY100"/>
                    </a:cxn>
                    <a:cxn ang="0">
                      <a:pos x="connsiteX101" y="connsiteY101"/>
                    </a:cxn>
                    <a:cxn ang="0">
                      <a:pos x="connsiteX102" y="connsiteY102"/>
                    </a:cxn>
                    <a:cxn ang="0">
                      <a:pos x="connsiteX103" y="connsiteY103"/>
                    </a:cxn>
                    <a:cxn ang="0">
                      <a:pos x="connsiteX104" y="connsiteY104"/>
                    </a:cxn>
                    <a:cxn ang="0">
                      <a:pos x="connsiteX105" y="connsiteY105"/>
                    </a:cxn>
                    <a:cxn ang="0">
                      <a:pos x="connsiteX106" y="connsiteY106"/>
                    </a:cxn>
                    <a:cxn ang="0">
                      <a:pos x="connsiteX107" y="connsiteY107"/>
                    </a:cxn>
                    <a:cxn ang="0">
                      <a:pos x="connsiteX108" y="connsiteY108"/>
                    </a:cxn>
                    <a:cxn ang="0">
                      <a:pos x="connsiteX109" y="connsiteY109"/>
                    </a:cxn>
                    <a:cxn ang="0">
                      <a:pos x="connsiteX110" y="connsiteY110"/>
                    </a:cxn>
                    <a:cxn ang="0">
                      <a:pos x="connsiteX111" y="connsiteY111"/>
                    </a:cxn>
                    <a:cxn ang="0">
                      <a:pos x="connsiteX112" y="connsiteY112"/>
                    </a:cxn>
                    <a:cxn ang="0">
                      <a:pos x="connsiteX113" y="connsiteY113"/>
                    </a:cxn>
                    <a:cxn ang="0">
                      <a:pos x="connsiteX114" y="connsiteY114"/>
                    </a:cxn>
                    <a:cxn ang="0">
                      <a:pos x="connsiteX115" y="connsiteY115"/>
                    </a:cxn>
                    <a:cxn ang="0">
                      <a:pos x="connsiteX116" y="connsiteY116"/>
                    </a:cxn>
                    <a:cxn ang="0">
                      <a:pos x="connsiteX117" y="connsiteY117"/>
                    </a:cxn>
                    <a:cxn ang="0">
                      <a:pos x="connsiteX118" y="connsiteY118"/>
                    </a:cxn>
                    <a:cxn ang="0">
                      <a:pos x="connsiteX119" y="connsiteY119"/>
                    </a:cxn>
                    <a:cxn ang="0">
                      <a:pos x="connsiteX120" y="connsiteY120"/>
                    </a:cxn>
                    <a:cxn ang="0">
                      <a:pos x="connsiteX121" y="connsiteY121"/>
                    </a:cxn>
                    <a:cxn ang="0">
                      <a:pos x="connsiteX122" y="connsiteY122"/>
                    </a:cxn>
                    <a:cxn ang="0">
                      <a:pos x="connsiteX123" y="connsiteY123"/>
                    </a:cxn>
                    <a:cxn ang="0">
                      <a:pos x="connsiteX124" y="connsiteY124"/>
                    </a:cxn>
                    <a:cxn ang="0">
                      <a:pos x="connsiteX125" y="connsiteY125"/>
                    </a:cxn>
                    <a:cxn ang="0">
                      <a:pos x="connsiteX126" y="connsiteY126"/>
                    </a:cxn>
                    <a:cxn ang="0">
                      <a:pos x="connsiteX127" y="connsiteY127"/>
                    </a:cxn>
                    <a:cxn ang="0">
                      <a:pos x="connsiteX128" y="connsiteY128"/>
                    </a:cxn>
                    <a:cxn ang="0">
                      <a:pos x="connsiteX129" y="connsiteY129"/>
                    </a:cxn>
                    <a:cxn ang="0">
                      <a:pos x="connsiteX130" y="connsiteY130"/>
                    </a:cxn>
                    <a:cxn ang="0">
                      <a:pos x="connsiteX131" y="connsiteY131"/>
                    </a:cxn>
                    <a:cxn ang="0">
                      <a:pos x="connsiteX132" y="connsiteY132"/>
                    </a:cxn>
                    <a:cxn ang="0">
                      <a:pos x="connsiteX133" y="connsiteY133"/>
                    </a:cxn>
                    <a:cxn ang="0">
                      <a:pos x="connsiteX134" y="connsiteY134"/>
                    </a:cxn>
                    <a:cxn ang="0">
                      <a:pos x="connsiteX135" y="connsiteY135"/>
                    </a:cxn>
                    <a:cxn ang="0">
                      <a:pos x="connsiteX136" y="connsiteY136"/>
                    </a:cxn>
                    <a:cxn ang="0">
                      <a:pos x="connsiteX137" y="connsiteY137"/>
                    </a:cxn>
                    <a:cxn ang="0">
                      <a:pos x="connsiteX138" y="connsiteY138"/>
                    </a:cxn>
                    <a:cxn ang="0">
                      <a:pos x="connsiteX139" y="connsiteY139"/>
                    </a:cxn>
                    <a:cxn ang="0">
                      <a:pos x="connsiteX140" y="connsiteY140"/>
                    </a:cxn>
                    <a:cxn ang="0">
                      <a:pos x="connsiteX141" y="connsiteY141"/>
                    </a:cxn>
                    <a:cxn ang="0">
                      <a:pos x="connsiteX142" y="connsiteY142"/>
                    </a:cxn>
                    <a:cxn ang="0">
                      <a:pos x="connsiteX143" y="connsiteY143"/>
                    </a:cxn>
                    <a:cxn ang="0">
                      <a:pos x="connsiteX144" y="connsiteY144"/>
                    </a:cxn>
                  </a:cxnLst>
                  <a:rect l="l" t="t" r="r" b="b"/>
                  <a:pathLst>
                    <a:path w="649057" h="649285">
                      <a:moveTo>
                        <a:pt x="341935" y="17447"/>
                      </a:moveTo>
                      <a:lnTo>
                        <a:pt x="279772" y="21178"/>
                      </a:lnTo>
                      <a:cubicBezTo>
                        <a:pt x="274799" y="21178"/>
                        <a:pt x="269826" y="23666"/>
                        <a:pt x="266096" y="27397"/>
                      </a:cubicBezTo>
                      <a:cubicBezTo>
                        <a:pt x="262366" y="31128"/>
                        <a:pt x="261123" y="36103"/>
                        <a:pt x="261123" y="41078"/>
                      </a:cubicBezTo>
                      <a:lnTo>
                        <a:pt x="262366" y="77145"/>
                      </a:lnTo>
                      <a:cubicBezTo>
                        <a:pt x="263609" y="93313"/>
                        <a:pt x="253663" y="106994"/>
                        <a:pt x="239987" y="113213"/>
                      </a:cubicBezTo>
                      <a:cubicBezTo>
                        <a:pt x="232528" y="115700"/>
                        <a:pt x="223825" y="120675"/>
                        <a:pt x="216365" y="123162"/>
                      </a:cubicBezTo>
                      <a:cubicBezTo>
                        <a:pt x="202689" y="131868"/>
                        <a:pt x="185284" y="129381"/>
                        <a:pt x="174094" y="118187"/>
                      </a:cubicBezTo>
                      <a:lnTo>
                        <a:pt x="147986" y="94557"/>
                      </a:lnTo>
                      <a:cubicBezTo>
                        <a:pt x="140526" y="87095"/>
                        <a:pt x="126850" y="87095"/>
                        <a:pt x="120634" y="95801"/>
                      </a:cubicBezTo>
                      <a:lnTo>
                        <a:pt x="78363" y="141818"/>
                      </a:lnTo>
                      <a:cubicBezTo>
                        <a:pt x="74633" y="145549"/>
                        <a:pt x="73390" y="150524"/>
                        <a:pt x="73390" y="155499"/>
                      </a:cubicBezTo>
                      <a:cubicBezTo>
                        <a:pt x="73390" y="160473"/>
                        <a:pt x="75876" y="165448"/>
                        <a:pt x="78363" y="169179"/>
                      </a:cubicBezTo>
                      <a:lnTo>
                        <a:pt x="105715" y="194054"/>
                      </a:lnTo>
                      <a:cubicBezTo>
                        <a:pt x="116904" y="204003"/>
                        <a:pt x="120634" y="221415"/>
                        <a:pt x="114417" y="236340"/>
                      </a:cubicBezTo>
                      <a:cubicBezTo>
                        <a:pt x="111931" y="243802"/>
                        <a:pt x="108201" y="251264"/>
                        <a:pt x="106958" y="258726"/>
                      </a:cubicBezTo>
                      <a:cubicBezTo>
                        <a:pt x="101985" y="274894"/>
                        <a:pt x="88309" y="284844"/>
                        <a:pt x="73390" y="286088"/>
                      </a:cubicBezTo>
                      <a:lnTo>
                        <a:pt x="37335" y="287332"/>
                      </a:lnTo>
                      <a:cubicBezTo>
                        <a:pt x="32362" y="287332"/>
                        <a:pt x="26146" y="289819"/>
                        <a:pt x="23659" y="293550"/>
                      </a:cubicBezTo>
                      <a:cubicBezTo>
                        <a:pt x="19929" y="297281"/>
                        <a:pt x="18686" y="302256"/>
                        <a:pt x="18686" y="308475"/>
                      </a:cubicBezTo>
                      <a:lnTo>
                        <a:pt x="21173" y="369416"/>
                      </a:lnTo>
                      <a:cubicBezTo>
                        <a:pt x="21173" y="380610"/>
                        <a:pt x="29875" y="389315"/>
                        <a:pt x="42308" y="388072"/>
                      </a:cubicBezTo>
                      <a:lnTo>
                        <a:pt x="77119" y="386828"/>
                      </a:lnTo>
                      <a:cubicBezTo>
                        <a:pt x="93282" y="386828"/>
                        <a:pt x="106958" y="395534"/>
                        <a:pt x="113174" y="409215"/>
                      </a:cubicBezTo>
                      <a:cubicBezTo>
                        <a:pt x="116904" y="417921"/>
                        <a:pt x="120634" y="425383"/>
                        <a:pt x="124364" y="432845"/>
                      </a:cubicBezTo>
                      <a:cubicBezTo>
                        <a:pt x="131823" y="446526"/>
                        <a:pt x="129337" y="463938"/>
                        <a:pt x="118147" y="475131"/>
                      </a:cubicBezTo>
                      <a:lnTo>
                        <a:pt x="94525" y="501249"/>
                      </a:lnTo>
                      <a:cubicBezTo>
                        <a:pt x="90795" y="506224"/>
                        <a:pt x="89552" y="511199"/>
                        <a:pt x="89552" y="516174"/>
                      </a:cubicBezTo>
                      <a:cubicBezTo>
                        <a:pt x="89552" y="521148"/>
                        <a:pt x="92039" y="526123"/>
                        <a:pt x="95768" y="529854"/>
                      </a:cubicBezTo>
                      <a:lnTo>
                        <a:pt x="141769" y="572140"/>
                      </a:lnTo>
                      <a:cubicBezTo>
                        <a:pt x="149229" y="578359"/>
                        <a:pt x="162905" y="578359"/>
                        <a:pt x="169121" y="570897"/>
                      </a:cubicBezTo>
                      <a:lnTo>
                        <a:pt x="193986" y="543535"/>
                      </a:lnTo>
                      <a:cubicBezTo>
                        <a:pt x="200203" y="536073"/>
                        <a:pt x="211392" y="531098"/>
                        <a:pt x="221338" y="531098"/>
                      </a:cubicBezTo>
                      <a:cubicBezTo>
                        <a:pt x="226311" y="531098"/>
                        <a:pt x="231284" y="533585"/>
                        <a:pt x="235014" y="534829"/>
                      </a:cubicBezTo>
                      <a:cubicBezTo>
                        <a:pt x="243717" y="538560"/>
                        <a:pt x="251177" y="541048"/>
                        <a:pt x="259880" y="543535"/>
                      </a:cubicBezTo>
                      <a:cubicBezTo>
                        <a:pt x="274799" y="547266"/>
                        <a:pt x="284745" y="560947"/>
                        <a:pt x="285988" y="577115"/>
                      </a:cubicBezTo>
                      <a:lnTo>
                        <a:pt x="287231" y="613183"/>
                      </a:lnTo>
                      <a:cubicBezTo>
                        <a:pt x="288475" y="623132"/>
                        <a:pt x="297178" y="631838"/>
                        <a:pt x="308367" y="631838"/>
                      </a:cubicBezTo>
                      <a:lnTo>
                        <a:pt x="370530" y="629351"/>
                      </a:lnTo>
                      <a:cubicBezTo>
                        <a:pt x="375503" y="628107"/>
                        <a:pt x="380476" y="625620"/>
                        <a:pt x="384206" y="621889"/>
                      </a:cubicBezTo>
                      <a:cubicBezTo>
                        <a:pt x="386693" y="618157"/>
                        <a:pt x="389179" y="614426"/>
                        <a:pt x="389179" y="608208"/>
                      </a:cubicBezTo>
                      <a:lnTo>
                        <a:pt x="386693" y="572140"/>
                      </a:lnTo>
                      <a:cubicBezTo>
                        <a:pt x="386693" y="557216"/>
                        <a:pt x="396639" y="542291"/>
                        <a:pt x="410315" y="536073"/>
                      </a:cubicBezTo>
                      <a:cubicBezTo>
                        <a:pt x="417774" y="533585"/>
                        <a:pt x="426477" y="529854"/>
                        <a:pt x="433937" y="524879"/>
                      </a:cubicBezTo>
                      <a:cubicBezTo>
                        <a:pt x="447613" y="517417"/>
                        <a:pt x="463775" y="519905"/>
                        <a:pt x="476208" y="531098"/>
                      </a:cubicBezTo>
                      <a:lnTo>
                        <a:pt x="502316" y="554728"/>
                      </a:lnTo>
                      <a:cubicBezTo>
                        <a:pt x="509776" y="562191"/>
                        <a:pt x="522209" y="562191"/>
                        <a:pt x="529668" y="553485"/>
                      </a:cubicBezTo>
                      <a:lnTo>
                        <a:pt x="571939" y="507468"/>
                      </a:lnTo>
                      <a:cubicBezTo>
                        <a:pt x="579399" y="500005"/>
                        <a:pt x="578156" y="487568"/>
                        <a:pt x="570696" y="480106"/>
                      </a:cubicBezTo>
                      <a:lnTo>
                        <a:pt x="543344" y="455232"/>
                      </a:lnTo>
                      <a:cubicBezTo>
                        <a:pt x="532155" y="445282"/>
                        <a:pt x="528425" y="427870"/>
                        <a:pt x="534641" y="414190"/>
                      </a:cubicBezTo>
                      <a:cubicBezTo>
                        <a:pt x="538371" y="406727"/>
                        <a:pt x="540858" y="398021"/>
                        <a:pt x="543344" y="390559"/>
                      </a:cubicBezTo>
                      <a:cubicBezTo>
                        <a:pt x="548317" y="374391"/>
                        <a:pt x="561993" y="364441"/>
                        <a:pt x="576912" y="363198"/>
                      </a:cubicBezTo>
                      <a:lnTo>
                        <a:pt x="612967" y="361954"/>
                      </a:lnTo>
                      <a:cubicBezTo>
                        <a:pt x="617940" y="361954"/>
                        <a:pt x="622913" y="359467"/>
                        <a:pt x="626643" y="355735"/>
                      </a:cubicBezTo>
                      <a:cubicBezTo>
                        <a:pt x="630373" y="352004"/>
                        <a:pt x="631616" y="347029"/>
                        <a:pt x="631616" y="342055"/>
                      </a:cubicBezTo>
                      <a:lnTo>
                        <a:pt x="629129" y="279869"/>
                      </a:lnTo>
                      <a:cubicBezTo>
                        <a:pt x="627886" y="268676"/>
                        <a:pt x="619183" y="259970"/>
                        <a:pt x="607994" y="261214"/>
                      </a:cubicBezTo>
                      <a:lnTo>
                        <a:pt x="571939" y="262457"/>
                      </a:lnTo>
                      <a:cubicBezTo>
                        <a:pt x="557020" y="263701"/>
                        <a:pt x="542101" y="253751"/>
                        <a:pt x="537128" y="238827"/>
                      </a:cubicBezTo>
                      <a:cubicBezTo>
                        <a:pt x="533398" y="231365"/>
                        <a:pt x="529668" y="223903"/>
                        <a:pt x="525938" y="216440"/>
                      </a:cubicBezTo>
                      <a:cubicBezTo>
                        <a:pt x="518479" y="202760"/>
                        <a:pt x="519722" y="185348"/>
                        <a:pt x="530911" y="174154"/>
                      </a:cubicBezTo>
                      <a:lnTo>
                        <a:pt x="554533" y="148036"/>
                      </a:lnTo>
                      <a:cubicBezTo>
                        <a:pt x="563236" y="139330"/>
                        <a:pt x="561993" y="126893"/>
                        <a:pt x="553290" y="119431"/>
                      </a:cubicBezTo>
                      <a:lnTo>
                        <a:pt x="507289" y="77145"/>
                      </a:lnTo>
                      <a:cubicBezTo>
                        <a:pt x="499830" y="70927"/>
                        <a:pt x="487397" y="70927"/>
                        <a:pt x="479938" y="79633"/>
                      </a:cubicBezTo>
                      <a:lnTo>
                        <a:pt x="456316" y="105750"/>
                      </a:lnTo>
                      <a:cubicBezTo>
                        <a:pt x="445126" y="116944"/>
                        <a:pt x="428964" y="120675"/>
                        <a:pt x="414045" y="114456"/>
                      </a:cubicBezTo>
                      <a:cubicBezTo>
                        <a:pt x="406585" y="110725"/>
                        <a:pt x="397882" y="108238"/>
                        <a:pt x="390422" y="106994"/>
                      </a:cubicBezTo>
                      <a:cubicBezTo>
                        <a:pt x="375503" y="102019"/>
                        <a:pt x="364314" y="88339"/>
                        <a:pt x="364314" y="72170"/>
                      </a:cubicBezTo>
                      <a:lnTo>
                        <a:pt x="363071" y="36103"/>
                      </a:lnTo>
                      <a:cubicBezTo>
                        <a:pt x="361827" y="26153"/>
                        <a:pt x="353124" y="17447"/>
                        <a:pt x="341935" y="17447"/>
                      </a:cubicBezTo>
                      <a:close/>
                      <a:moveTo>
                        <a:pt x="340693" y="0"/>
                      </a:moveTo>
                      <a:cubicBezTo>
                        <a:pt x="361831" y="0"/>
                        <a:pt x="377995" y="14926"/>
                        <a:pt x="379238" y="36072"/>
                      </a:cubicBezTo>
                      <a:lnTo>
                        <a:pt x="380482" y="70899"/>
                      </a:lnTo>
                      <a:cubicBezTo>
                        <a:pt x="381725" y="79606"/>
                        <a:pt x="386699" y="87069"/>
                        <a:pt x="395403" y="89557"/>
                      </a:cubicBezTo>
                      <a:cubicBezTo>
                        <a:pt x="404106" y="92044"/>
                        <a:pt x="412810" y="94532"/>
                        <a:pt x="420271" y="99508"/>
                      </a:cubicBezTo>
                      <a:cubicBezTo>
                        <a:pt x="428974" y="101995"/>
                        <a:pt x="437678" y="100751"/>
                        <a:pt x="442652" y="94532"/>
                      </a:cubicBezTo>
                      <a:lnTo>
                        <a:pt x="467520" y="67168"/>
                      </a:lnTo>
                      <a:cubicBezTo>
                        <a:pt x="481197" y="52242"/>
                        <a:pt x="504822" y="50998"/>
                        <a:pt x="519743" y="64680"/>
                      </a:cubicBezTo>
                      <a:lnTo>
                        <a:pt x="564505" y="106971"/>
                      </a:lnTo>
                      <a:cubicBezTo>
                        <a:pt x="580670" y="120653"/>
                        <a:pt x="581913" y="143042"/>
                        <a:pt x="568236" y="159212"/>
                      </a:cubicBezTo>
                      <a:lnTo>
                        <a:pt x="543368" y="185333"/>
                      </a:lnTo>
                      <a:cubicBezTo>
                        <a:pt x="537151" y="191552"/>
                        <a:pt x="537151" y="200259"/>
                        <a:pt x="540881" y="207722"/>
                      </a:cubicBezTo>
                      <a:cubicBezTo>
                        <a:pt x="545854" y="216429"/>
                        <a:pt x="548341" y="223892"/>
                        <a:pt x="553315" y="232599"/>
                      </a:cubicBezTo>
                      <a:cubicBezTo>
                        <a:pt x="555802" y="241305"/>
                        <a:pt x="563262" y="245037"/>
                        <a:pt x="571966" y="245037"/>
                      </a:cubicBezTo>
                      <a:lnTo>
                        <a:pt x="606781" y="243793"/>
                      </a:lnTo>
                      <a:cubicBezTo>
                        <a:pt x="627919" y="242549"/>
                        <a:pt x="645327" y="258719"/>
                        <a:pt x="646570" y="278621"/>
                      </a:cubicBezTo>
                      <a:lnTo>
                        <a:pt x="649057" y="340813"/>
                      </a:lnTo>
                      <a:cubicBezTo>
                        <a:pt x="649057" y="350763"/>
                        <a:pt x="646570" y="359470"/>
                        <a:pt x="639110" y="366933"/>
                      </a:cubicBezTo>
                      <a:cubicBezTo>
                        <a:pt x="632893" y="374396"/>
                        <a:pt x="622945" y="378128"/>
                        <a:pt x="612998" y="379372"/>
                      </a:cubicBezTo>
                      <a:lnTo>
                        <a:pt x="578183" y="380616"/>
                      </a:lnTo>
                      <a:cubicBezTo>
                        <a:pt x="569479" y="380616"/>
                        <a:pt x="563262" y="386835"/>
                        <a:pt x="559532" y="395542"/>
                      </a:cubicBezTo>
                      <a:cubicBezTo>
                        <a:pt x="557045" y="404249"/>
                        <a:pt x="554558" y="411712"/>
                        <a:pt x="550828" y="420418"/>
                      </a:cubicBezTo>
                      <a:cubicBezTo>
                        <a:pt x="547098" y="427882"/>
                        <a:pt x="548341" y="436588"/>
                        <a:pt x="555802" y="442808"/>
                      </a:cubicBezTo>
                      <a:lnTo>
                        <a:pt x="581913" y="466441"/>
                      </a:lnTo>
                      <a:cubicBezTo>
                        <a:pt x="596834" y="480123"/>
                        <a:pt x="598077" y="503756"/>
                        <a:pt x="584400" y="519926"/>
                      </a:cubicBezTo>
                      <a:lnTo>
                        <a:pt x="543368" y="564704"/>
                      </a:lnTo>
                      <a:cubicBezTo>
                        <a:pt x="529690" y="579630"/>
                        <a:pt x="506065" y="580874"/>
                        <a:pt x="491145" y="567192"/>
                      </a:cubicBezTo>
                      <a:lnTo>
                        <a:pt x="463790" y="543559"/>
                      </a:lnTo>
                      <a:cubicBezTo>
                        <a:pt x="457573" y="537340"/>
                        <a:pt x="448869" y="537340"/>
                        <a:pt x="441409" y="541071"/>
                      </a:cubicBezTo>
                      <a:cubicBezTo>
                        <a:pt x="433948" y="544803"/>
                        <a:pt x="425244" y="549778"/>
                        <a:pt x="416540" y="552266"/>
                      </a:cubicBezTo>
                      <a:cubicBezTo>
                        <a:pt x="409080" y="554753"/>
                        <a:pt x="404106" y="563460"/>
                        <a:pt x="404106" y="572167"/>
                      </a:cubicBezTo>
                      <a:lnTo>
                        <a:pt x="406593" y="608238"/>
                      </a:lnTo>
                      <a:cubicBezTo>
                        <a:pt x="406593" y="616945"/>
                        <a:pt x="402863" y="626896"/>
                        <a:pt x="396646" y="633115"/>
                      </a:cubicBezTo>
                      <a:cubicBezTo>
                        <a:pt x="390429" y="640578"/>
                        <a:pt x="380482" y="645554"/>
                        <a:pt x="370534" y="645554"/>
                      </a:cubicBezTo>
                      <a:lnTo>
                        <a:pt x="308364" y="649285"/>
                      </a:lnTo>
                      <a:lnTo>
                        <a:pt x="307121" y="649285"/>
                      </a:lnTo>
                      <a:cubicBezTo>
                        <a:pt x="287226" y="649285"/>
                        <a:pt x="271062" y="633115"/>
                        <a:pt x="271062" y="614458"/>
                      </a:cubicBezTo>
                      <a:lnTo>
                        <a:pt x="268575" y="578386"/>
                      </a:lnTo>
                      <a:cubicBezTo>
                        <a:pt x="268575" y="569679"/>
                        <a:pt x="262358" y="562216"/>
                        <a:pt x="254898" y="559729"/>
                      </a:cubicBezTo>
                      <a:cubicBezTo>
                        <a:pt x="246194" y="557241"/>
                        <a:pt x="237490" y="554753"/>
                        <a:pt x="228786" y="551022"/>
                      </a:cubicBezTo>
                      <a:cubicBezTo>
                        <a:pt x="221326" y="547290"/>
                        <a:pt x="212622" y="549778"/>
                        <a:pt x="206405" y="554753"/>
                      </a:cubicBezTo>
                      <a:lnTo>
                        <a:pt x="182780" y="582118"/>
                      </a:lnTo>
                      <a:cubicBezTo>
                        <a:pt x="175320" y="589581"/>
                        <a:pt x="166616" y="593312"/>
                        <a:pt x="156669" y="593312"/>
                      </a:cubicBezTo>
                      <a:cubicBezTo>
                        <a:pt x="146722" y="594556"/>
                        <a:pt x="138018" y="590825"/>
                        <a:pt x="129314" y="584605"/>
                      </a:cubicBezTo>
                      <a:lnTo>
                        <a:pt x="84551" y="542315"/>
                      </a:lnTo>
                      <a:cubicBezTo>
                        <a:pt x="77091" y="536096"/>
                        <a:pt x="73361" y="527389"/>
                        <a:pt x="72117" y="517438"/>
                      </a:cubicBezTo>
                      <a:cubicBezTo>
                        <a:pt x="72117" y="507487"/>
                        <a:pt x="75848" y="497537"/>
                        <a:pt x="82065" y="490074"/>
                      </a:cubicBezTo>
                      <a:lnTo>
                        <a:pt x="106933" y="463953"/>
                      </a:lnTo>
                      <a:cubicBezTo>
                        <a:pt x="111906" y="457734"/>
                        <a:pt x="113150" y="449027"/>
                        <a:pt x="108176" y="441564"/>
                      </a:cubicBezTo>
                      <a:cubicBezTo>
                        <a:pt x="104446" y="432857"/>
                        <a:pt x="100716" y="425394"/>
                        <a:pt x="96986" y="416687"/>
                      </a:cubicBezTo>
                      <a:cubicBezTo>
                        <a:pt x="94499" y="409224"/>
                        <a:pt x="87038" y="404249"/>
                        <a:pt x="78334" y="404249"/>
                      </a:cubicBezTo>
                      <a:lnTo>
                        <a:pt x="42276" y="406736"/>
                      </a:lnTo>
                      <a:cubicBezTo>
                        <a:pt x="32329" y="406736"/>
                        <a:pt x="22381" y="403005"/>
                        <a:pt x="16164" y="395542"/>
                      </a:cubicBezTo>
                      <a:cubicBezTo>
                        <a:pt x="8704" y="389322"/>
                        <a:pt x="4974" y="380616"/>
                        <a:pt x="3730" y="370665"/>
                      </a:cubicBezTo>
                      <a:lnTo>
                        <a:pt x="0" y="308473"/>
                      </a:lnTo>
                      <a:cubicBezTo>
                        <a:pt x="0" y="288571"/>
                        <a:pt x="16164" y="271158"/>
                        <a:pt x="36059" y="269914"/>
                      </a:cubicBezTo>
                      <a:lnTo>
                        <a:pt x="72117" y="268670"/>
                      </a:lnTo>
                      <a:cubicBezTo>
                        <a:pt x="80821" y="268670"/>
                        <a:pt x="87038" y="262451"/>
                        <a:pt x="89525" y="253744"/>
                      </a:cubicBezTo>
                      <a:cubicBezTo>
                        <a:pt x="93255" y="245037"/>
                        <a:pt x="95742" y="237574"/>
                        <a:pt x="98229" y="228867"/>
                      </a:cubicBezTo>
                      <a:cubicBezTo>
                        <a:pt x="103203" y="221404"/>
                        <a:pt x="100716" y="212697"/>
                        <a:pt x="94499" y="206478"/>
                      </a:cubicBezTo>
                      <a:lnTo>
                        <a:pt x="68387" y="182845"/>
                      </a:lnTo>
                      <a:cubicBezTo>
                        <a:pt x="60927" y="175382"/>
                        <a:pt x="55953" y="166675"/>
                        <a:pt x="55953" y="156724"/>
                      </a:cubicBezTo>
                      <a:cubicBezTo>
                        <a:pt x="55953" y="146773"/>
                        <a:pt x="58440" y="136823"/>
                        <a:pt x="64657" y="129360"/>
                      </a:cubicBezTo>
                      <a:lnTo>
                        <a:pt x="106933" y="84581"/>
                      </a:lnTo>
                      <a:cubicBezTo>
                        <a:pt x="114393" y="77118"/>
                        <a:pt x="123097" y="73387"/>
                        <a:pt x="133044" y="72143"/>
                      </a:cubicBezTo>
                      <a:cubicBezTo>
                        <a:pt x="142991" y="70899"/>
                        <a:pt x="151695" y="74631"/>
                        <a:pt x="159156" y="82094"/>
                      </a:cubicBezTo>
                      <a:lnTo>
                        <a:pt x="185267" y="105727"/>
                      </a:lnTo>
                      <a:cubicBezTo>
                        <a:pt x="192728" y="111946"/>
                        <a:pt x="201431" y="111946"/>
                        <a:pt x="207649" y="108214"/>
                      </a:cubicBezTo>
                      <a:cubicBezTo>
                        <a:pt x="216352" y="104483"/>
                        <a:pt x="225056" y="100751"/>
                        <a:pt x="233760" y="97020"/>
                      </a:cubicBezTo>
                      <a:cubicBezTo>
                        <a:pt x="241220" y="94532"/>
                        <a:pt x="246194" y="87069"/>
                        <a:pt x="246194" y="78362"/>
                      </a:cubicBezTo>
                      <a:lnTo>
                        <a:pt x="243707" y="42291"/>
                      </a:lnTo>
                      <a:cubicBezTo>
                        <a:pt x="243707" y="32340"/>
                        <a:pt x="247437" y="22389"/>
                        <a:pt x="253654" y="16170"/>
                      </a:cubicBezTo>
                      <a:cubicBezTo>
                        <a:pt x="259871" y="8707"/>
                        <a:pt x="269819" y="3732"/>
                        <a:pt x="278523" y="373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30" name="Freeform 329">
                  <a:extLst>
                    <a:ext uri="{FF2B5EF4-FFF2-40B4-BE49-F238E27FC236}">
                      <a16:creationId xmlns:a16="http://schemas.microsoft.com/office/drawing/2014/main" id="{CCFC6DD3-295C-5D46-9423-DF9E35E77DC1}"/>
                    </a:ext>
                  </a:extLst>
                </p:cNvPr>
                <p:cNvSpPr/>
                <p:nvPr/>
              </p:nvSpPr>
              <p:spPr>
                <a:xfrm>
                  <a:off x="9709357" y="4900544"/>
                  <a:ext cx="219411" cy="218966"/>
                </a:xfrm>
                <a:custGeom>
                  <a:avLst/>
                  <a:gdLst>
                    <a:gd name="connsiteX0" fmla="*/ 129157 w 219411"/>
                    <a:gd name="connsiteY0" fmla="*/ 18315 h 218966"/>
                    <a:gd name="connsiteX1" fmla="*/ 41299 w 219411"/>
                    <a:gd name="connsiteY1" fmla="*/ 46786 h 218966"/>
                    <a:gd name="connsiteX2" fmla="*/ 21500 w 219411"/>
                    <a:gd name="connsiteY2" fmla="*/ 135912 h 218966"/>
                    <a:gd name="connsiteX3" fmla="*/ 90796 w 219411"/>
                    <a:gd name="connsiteY3" fmla="*/ 199044 h 218966"/>
                    <a:gd name="connsiteX4" fmla="*/ 178654 w 219411"/>
                    <a:gd name="connsiteY4" fmla="*/ 170573 h 218966"/>
                    <a:gd name="connsiteX5" fmla="*/ 198453 w 219411"/>
                    <a:gd name="connsiteY5" fmla="*/ 81446 h 218966"/>
                    <a:gd name="connsiteX6" fmla="*/ 129157 w 219411"/>
                    <a:gd name="connsiteY6" fmla="*/ 18315 h 218966"/>
                    <a:gd name="connsiteX7" fmla="*/ 132893 w 219411"/>
                    <a:gd name="connsiteY7" fmla="*/ 2109 h 218966"/>
                    <a:gd name="connsiteX8" fmla="*/ 214651 w 219411"/>
                    <a:gd name="connsiteY8" fmla="*/ 77699 h 218966"/>
                    <a:gd name="connsiteX9" fmla="*/ 191115 w 219411"/>
                    <a:gd name="connsiteY9" fmla="*/ 183030 h 218966"/>
                    <a:gd name="connsiteX10" fmla="*/ 109357 w 219411"/>
                    <a:gd name="connsiteY10" fmla="*/ 218966 h 218966"/>
                    <a:gd name="connsiteX11" fmla="*/ 87060 w 219411"/>
                    <a:gd name="connsiteY11" fmla="*/ 217727 h 218966"/>
                    <a:gd name="connsiteX12" fmla="*/ 5302 w 219411"/>
                    <a:gd name="connsiteY12" fmla="*/ 142137 h 218966"/>
                    <a:gd name="connsiteX13" fmla="*/ 28838 w 219411"/>
                    <a:gd name="connsiteY13" fmla="*/ 36806 h 218966"/>
                    <a:gd name="connsiteX14" fmla="*/ 132893 w 219411"/>
                    <a:gd name="connsiteY14" fmla="*/ 2109 h 2189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19411" h="218966">
                      <a:moveTo>
                        <a:pt x="129157" y="18315"/>
                      </a:moveTo>
                      <a:cubicBezTo>
                        <a:pt x="95746" y="12126"/>
                        <a:pt x="63573" y="22029"/>
                        <a:pt x="41299" y="46786"/>
                      </a:cubicBezTo>
                      <a:cubicBezTo>
                        <a:pt x="19025" y="70305"/>
                        <a:pt x="11601" y="103728"/>
                        <a:pt x="21500" y="135912"/>
                      </a:cubicBezTo>
                      <a:cubicBezTo>
                        <a:pt x="31400" y="168097"/>
                        <a:pt x="57386" y="192854"/>
                        <a:pt x="90796" y="199044"/>
                      </a:cubicBezTo>
                      <a:cubicBezTo>
                        <a:pt x="122970" y="205233"/>
                        <a:pt x="155143" y="195330"/>
                        <a:pt x="178654" y="170573"/>
                      </a:cubicBezTo>
                      <a:cubicBezTo>
                        <a:pt x="199690" y="147053"/>
                        <a:pt x="207115" y="113631"/>
                        <a:pt x="198453" y="81446"/>
                      </a:cubicBezTo>
                      <a:cubicBezTo>
                        <a:pt x="188553" y="49262"/>
                        <a:pt x="161330" y="24504"/>
                        <a:pt x="129157" y="18315"/>
                      </a:cubicBezTo>
                      <a:close/>
                      <a:moveTo>
                        <a:pt x="132893" y="2109"/>
                      </a:moveTo>
                      <a:cubicBezTo>
                        <a:pt x="171295" y="9544"/>
                        <a:pt x="203502" y="39284"/>
                        <a:pt x="214651" y="77699"/>
                      </a:cubicBezTo>
                      <a:cubicBezTo>
                        <a:pt x="225800" y="114875"/>
                        <a:pt x="217129" y="155768"/>
                        <a:pt x="191115" y="183030"/>
                      </a:cubicBezTo>
                      <a:cubicBezTo>
                        <a:pt x="168817" y="206574"/>
                        <a:pt x="140326" y="218966"/>
                        <a:pt x="109357" y="218966"/>
                      </a:cubicBezTo>
                      <a:cubicBezTo>
                        <a:pt x="101925" y="218966"/>
                        <a:pt x="94492" y="218966"/>
                        <a:pt x="87060" y="217727"/>
                      </a:cubicBezTo>
                      <a:cubicBezTo>
                        <a:pt x="48658" y="210292"/>
                        <a:pt x="16451" y="180551"/>
                        <a:pt x="5302" y="142137"/>
                      </a:cubicBezTo>
                      <a:cubicBezTo>
                        <a:pt x="-7086" y="104961"/>
                        <a:pt x="2825" y="64068"/>
                        <a:pt x="28838" y="36806"/>
                      </a:cubicBezTo>
                      <a:cubicBezTo>
                        <a:pt x="54852" y="7065"/>
                        <a:pt x="93253" y="-5327"/>
                        <a:pt x="132893" y="210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E665161-CF82-A840-A9C8-3E4DB07A09C6}"/>
                  </a:ext>
                </a:extLst>
              </p:cNvPr>
              <p:cNvGrpSpPr/>
              <p:nvPr/>
            </p:nvGrpSpPr>
            <p:grpSpPr>
              <a:xfrm>
                <a:off x="10604183" y="4421622"/>
                <a:ext cx="779866" cy="832481"/>
                <a:chOff x="10604183" y="4421622"/>
                <a:chExt cx="779866" cy="832481"/>
              </a:xfrm>
            </p:grpSpPr>
            <p:sp>
              <p:nvSpPr>
                <p:cNvPr id="246" name="Freeform 245">
                  <a:extLst>
                    <a:ext uri="{FF2B5EF4-FFF2-40B4-BE49-F238E27FC236}">
                      <a16:creationId xmlns:a16="http://schemas.microsoft.com/office/drawing/2014/main" id="{7A082A6B-0E9F-9746-A37E-1BF10183E030}"/>
                    </a:ext>
                  </a:extLst>
                </p:cNvPr>
                <p:cNvSpPr/>
                <p:nvPr/>
              </p:nvSpPr>
              <p:spPr>
                <a:xfrm>
                  <a:off x="10611657" y="4528797"/>
                  <a:ext cx="717576" cy="71658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77" h="576">
                      <a:moveTo>
                        <a:pt x="577" y="288"/>
                      </a:moveTo>
                      <a:cubicBezTo>
                        <a:pt x="577" y="448"/>
                        <a:pt x="447" y="576"/>
                        <a:pt x="289" y="576"/>
                      </a:cubicBezTo>
                      <a:cubicBezTo>
                        <a:pt x="130" y="576"/>
                        <a:pt x="0" y="448"/>
                        <a:pt x="0" y="288"/>
                      </a:cubicBezTo>
                      <a:cubicBezTo>
                        <a:pt x="0" y="129"/>
                        <a:pt x="130" y="0"/>
                        <a:pt x="289" y="0"/>
                      </a:cubicBezTo>
                      <a:cubicBezTo>
                        <a:pt x="447" y="0"/>
                        <a:pt x="577" y="129"/>
                        <a:pt x="577" y="288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31" name="Freeform 330">
                  <a:extLst>
                    <a:ext uri="{FF2B5EF4-FFF2-40B4-BE49-F238E27FC236}">
                      <a16:creationId xmlns:a16="http://schemas.microsoft.com/office/drawing/2014/main" id="{64D688BC-D33C-6A45-8F8F-D2344D854511}"/>
                    </a:ext>
                  </a:extLst>
                </p:cNvPr>
                <p:cNvSpPr/>
                <p:nvPr/>
              </p:nvSpPr>
              <p:spPr>
                <a:xfrm>
                  <a:off x="10604183" y="4520074"/>
                  <a:ext cx="733771" cy="734029"/>
                </a:xfrm>
                <a:custGeom>
                  <a:avLst/>
                  <a:gdLst>
                    <a:gd name="connsiteX0" fmla="*/ 366884 w 733771"/>
                    <a:gd name="connsiteY0" fmla="*/ 17447 h 734029"/>
                    <a:gd name="connsiteX1" fmla="*/ 16195 w 733771"/>
                    <a:gd name="connsiteY1" fmla="*/ 367016 h 734029"/>
                    <a:gd name="connsiteX2" fmla="*/ 366884 w 733771"/>
                    <a:gd name="connsiteY2" fmla="*/ 717828 h 734029"/>
                    <a:gd name="connsiteX3" fmla="*/ 716330 w 733771"/>
                    <a:gd name="connsiteY3" fmla="*/ 367016 h 734029"/>
                    <a:gd name="connsiteX4" fmla="*/ 366884 w 733771"/>
                    <a:gd name="connsiteY4" fmla="*/ 17447 h 734029"/>
                    <a:gd name="connsiteX5" fmla="*/ 366885 w 733771"/>
                    <a:gd name="connsiteY5" fmla="*/ 0 h 734029"/>
                    <a:gd name="connsiteX6" fmla="*/ 733771 w 733771"/>
                    <a:gd name="connsiteY6" fmla="*/ 367015 h 734029"/>
                    <a:gd name="connsiteX7" fmla="*/ 366885 w 733771"/>
                    <a:gd name="connsiteY7" fmla="*/ 734029 h 734029"/>
                    <a:gd name="connsiteX8" fmla="*/ 0 w 733771"/>
                    <a:gd name="connsiteY8" fmla="*/ 367015 h 734029"/>
                    <a:gd name="connsiteX9" fmla="*/ 366885 w 733771"/>
                    <a:gd name="connsiteY9" fmla="*/ 0 h 734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733771" h="734029">
                      <a:moveTo>
                        <a:pt x="366884" y="17447"/>
                      </a:moveTo>
                      <a:cubicBezTo>
                        <a:pt x="174130" y="17447"/>
                        <a:pt x="16195" y="174193"/>
                        <a:pt x="16195" y="367016"/>
                      </a:cubicBezTo>
                      <a:cubicBezTo>
                        <a:pt x="16195" y="559838"/>
                        <a:pt x="174130" y="717828"/>
                        <a:pt x="366884" y="717828"/>
                      </a:cubicBezTo>
                      <a:cubicBezTo>
                        <a:pt x="559639" y="717828"/>
                        <a:pt x="716330" y="559838"/>
                        <a:pt x="716330" y="367016"/>
                      </a:cubicBezTo>
                      <a:cubicBezTo>
                        <a:pt x="716330" y="174193"/>
                        <a:pt x="559639" y="17447"/>
                        <a:pt x="366884" y="17447"/>
                      </a:cubicBezTo>
                      <a:close/>
                      <a:moveTo>
                        <a:pt x="366885" y="0"/>
                      </a:moveTo>
                      <a:cubicBezTo>
                        <a:pt x="568362" y="0"/>
                        <a:pt x="733771" y="165468"/>
                        <a:pt x="733771" y="367015"/>
                      </a:cubicBezTo>
                      <a:cubicBezTo>
                        <a:pt x="733771" y="569806"/>
                        <a:pt x="568362" y="734029"/>
                        <a:pt x="366885" y="734029"/>
                      </a:cubicBezTo>
                      <a:cubicBezTo>
                        <a:pt x="164166" y="734029"/>
                        <a:pt x="0" y="569806"/>
                        <a:pt x="0" y="367015"/>
                      </a:cubicBezTo>
                      <a:cubicBezTo>
                        <a:pt x="0" y="165468"/>
                        <a:pt x="164166" y="0"/>
                        <a:pt x="36688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49" name="Freeform 248">
                  <a:extLst>
                    <a:ext uri="{FF2B5EF4-FFF2-40B4-BE49-F238E27FC236}">
                      <a16:creationId xmlns:a16="http://schemas.microsoft.com/office/drawing/2014/main" id="{3FD341DC-DD8A-264D-8D40-FBA81542DF62}"/>
                    </a:ext>
                  </a:extLst>
                </p:cNvPr>
                <p:cNvSpPr/>
                <p:nvPr/>
              </p:nvSpPr>
              <p:spPr>
                <a:xfrm>
                  <a:off x="11097516" y="4430345"/>
                  <a:ext cx="276566" cy="276663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23" h="223">
                      <a:moveTo>
                        <a:pt x="223" y="112"/>
                      </a:moveTo>
                      <a:cubicBezTo>
                        <a:pt x="223" y="173"/>
                        <a:pt x="174" y="223"/>
                        <a:pt x="112" y="223"/>
                      </a:cubicBezTo>
                      <a:cubicBezTo>
                        <a:pt x="50" y="223"/>
                        <a:pt x="0" y="173"/>
                        <a:pt x="0" y="112"/>
                      </a:cubicBezTo>
                      <a:cubicBezTo>
                        <a:pt x="0" y="50"/>
                        <a:pt x="50" y="0"/>
                        <a:pt x="112" y="0"/>
                      </a:cubicBezTo>
                      <a:cubicBezTo>
                        <a:pt x="174" y="0"/>
                        <a:pt x="223" y="50"/>
                        <a:pt x="223" y="112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32" name="Freeform 331">
                  <a:extLst>
                    <a:ext uri="{FF2B5EF4-FFF2-40B4-BE49-F238E27FC236}">
                      <a16:creationId xmlns:a16="http://schemas.microsoft.com/office/drawing/2014/main" id="{4678349D-9D57-6243-81BB-B51356A23438}"/>
                    </a:ext>
                  </a:extLst>
                </p:cNvPr>
                <p:cNvSpPr/>
                <p:nvPr/>
              </p:nvSpPr>
              <p:spPr>
                <a:xfrm>
                  <a:off x="11088796" y="4421622"/>
                  <a:ext cx="295253" cy="294110"/>
                </a:xfrm>
                <a:custGeom>
                  <a:avLst/>
                  <a:gdLst>
                    <a:gd name="connsiteX0" fmla="*/ 147626 w 295253"/>
                    <a:gd name="connsiteY0" fmla="*/ 17447 h 294110"/>
                    <a:gd name="connsiteX1" fmla="*/ 17441 w 295253"/>
                    <a:gd name="connsiteY1" fmla="*/ 147678 h 294110"/>
                    <a:gd name="connsiteX2" fmla="*/ 147626 w 295253"/>
                    <a:gd name="connsiteY2" fmla="*/ 277909 h 294110"/>
                    <a:gd name="connsiteX3" fmla="*/ 277811 w 295253"/>
                    <a:gd name="connsiteY3" fmla="*/ 147678 h 294110"/>
                    <a:gd name="connsiteX4" fmla="*/ 147626 w 295253"/>
                    <a:gd name="connsiteY4" fmla="*/ 17447 h 294110"/>
                    <a:gd name="connsiteX5" fmla="*/ 147626 w 295253"/>
                    <a:gd name="connsiteY5" fmla="*/ 0 h 294110"/>
                    <a:gd name="connsiteX6" fmla="*/ 295253 w 295253"/>
                    <a:gd name="connsiteY6" fmla="*/ 147676 h 294110"/>
                    <a:gd name="connsiteX7" fmla="*/ 147626 w 295253"/>
                    <a:gd name="connsiteY7" fmla="*/ 294110 h 294110"/>
                    <a:gd name="connsiteX8" fmla="*/ 0 w 295253"/>
                    <a:gd name="connsiteY8" fmla="*/ 147676 h 294110"/>
                    <a:gd name="connsiteX9" fmla="*/ 147626 w 295253"/>
                    <a:gd name="connsiteY9" fmla="*/ 0 h 294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95253" h="294110">
                      <a:moveTo>
                        <a:pt x="147626" y="17447"/>
                      </a:moveTo>
                      <a:cubicBezTo>
                        <a:pt x="75714" y="17447"/>
                        <a:pt x="17441" y="75741"/>
                        <a:pt x="17441" y="147678"/>
                      </a:cubicBezTo>
                      <a:cubicBezTo>
                        <a:pt x="17441" y="219615"/>
                        <a:pt x="75714" y="277909"/>
                        <a:pt x="147626" y="277909"/>
                      </a:cubicBezTo>
                      <a:cubicBezTo>
                        <a:pt x="219538" y="277909"/>
                        <a:pt x="277811" y="219615"/>
                        <a:pt x="277811" y="147678"/>
                      </a:cubicBezTo>
                      <a:cubicBezTo>
                        <a:pt x="277811" y="75741"/>
                        <a:pt x="219538" y="17447"/>
                        <a:pt x="147626" y="17447"/>
                      </a:cubicBezTo>
                      <a:close/>
                      <a:moveTo>
                        <a:pt x="147626" y="0"/>
                      </a:moveTo>
                      <a:cubicBezTo>
                        <a:pt x="228263" y="0"/>
                        <a:pt x="295253" y="65772"/>
                        <a:pt x="295253" y="147676"/>
                      </a:cubicBezTo>
                      <a:cubicBezTo>
                        <a:pt x="295253" y="228339"/>
                        <a:pt x="228263" y="294110"/>
                        <a:pt x="147626" y="294110"/>
                      </a:cubicBezTo>
                      <a:cubicBezTo>
                        <a:pt x="65750" y="294110"/>
                        <a:pt x="0" y="228339"/>
                        <a:pt x="0" y="147676"/>
                      </a:cubicBezTo>
                      <a:cubicBezTo>
                        <a:pt x="0" y="65772"/>
                        <a:pt x="65750" y="0"/>
                        <a:pt x="14762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52" name="Freeform 251">
                  <a:extLst>
                    <a:ext uri="{FF2B5EF4-FFF2-40B4-BE49-F238E27FC236}">
                      <a16:creationId xmlns:a16="http://schemas.microsoft.com/office/drawing/2014/main" id="{CB78327E-A900-8D45-A4D3-BECF2CC8B2AD}"/>
                    </a:ext>
                  </a:extLst>
                </p:cNvPr>
                <p:cNvSpPr/>
                <p:nvPr/>
              </p:nvSpPr>
              <p:spPr>
                <a:xfrm>
                  <a:off x="10753674" y="4756857"/>
                  <a:ext cx="434781" cy="260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50" h="210">
                      <a:moveTo>
                        <a:pt x="290" y="210"/>
                      </a:moveTo>
                      <a:lnTo>
                        <a:pt x="59" y="210"/>
                      </a:lnTo>
                      <a:cubicBezTo>
                        <a:pt x="26" y="210"/>
                        <a:pt x="0" y="183"/>
                        <a:pt x="0" y="150"/>
                      </a:cubicBezTo>
                      <a:lnTo>
                        <a:pt x="0" y="60"/>
                      </a:lnTo>
                      <a:cubicBezTo>
                        <a:pt x="0" y="27"/>
                        <a:pt x="26" y="0"/>
                        <a:pt x="59" y="0"/>
                      </a:cubicBezTo>
                      <a:lnTo>
                        <a:pt x="290" y="0"/>
                      </a:lnTo>
                      <a:cubicBezTo>
                        <a:pt x="323" y="0"/>
                        <a:pt x="350" y="27"/>
                        <a:pt x="350" y="60"/>
                      </a:cubicBezTo>
                      <a:lnTo>
                        <a:pt x="350" y="150"/>
                      </a:lnTo>
                      <a:cubicBezTo>
                        <a:pt x="350" y="183"/>
                        <a:pt x="323" y="210"/>
                        <a:pt x="290" y="21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33" name="Freeform 332">
                  <a:extLst>
                    <a:ext uri="{FF2B5EF4-FFF2-40B4-BE49-F238E27FC236}">
                      <a16:creationId xmlns:a16="http://schemas.microsoft.com/office/drawing/2014/main" id="{A2DFED2D-131A-4845-ABBA-50A3465FACC9}"/>
                    </a:ext>
                  </a:extLst>
                </p:cNvPr>
                <p:cNvSpPr/>
                <p:nvPr/>
              </p:nvSpPr>
              <p:spPr>
                <a:xfrm>
                  <a:off x="10743711" y="4749377"/>
                  <a:ext cx="453468" cy="276663"/>
                </a:xfrm>
                <a:custGeom>
                  <a:avLst/>
                  <a:gdLst>
                    <a:gd name="connsiteX0" fmla="*/ 59669 w 453468"/>
                    <a:gd name="connsiteY0" fmla="*/ 17450 h 276663"/>
                    <a:gd name="connsiteX1" fmla="*/ 17438 w 453468"/>
                    <a:gd name="connsiteY1" fmla="*/ 58365 h 276663"/>
                    <a:gd name="connsiteX2" fmla="*/ 17438 w 453468"/>
                    <a:gd name="connsiteY2" fmla="*/ 218304 h 276663"/>
                    <a:gd name="connsiteX3" fmla="*/ 59669 w 453468"/>
                    <a:gd name="connsiteY3" fmla="*/ 259218 h 276663"/>
                    <a:gd name="connsiteX4" fmla="*/ 395035 w 453468"/>
                    <a:gd name="connsiteY4" fmla="*/ 259218 h 276663"/>
                    <a:gd name="connsiteX5" fmla="*/ 436024 w 453468"/>
                    <a:gd name="connsiteY5" fmla="*/ 218304 h 276663"/>
                    <a:gd name="connsiteX6" fmla="*/ 436024 w 453468"/>
                    <a:gd name="connsiteY6" fmla="*/ 58365 h 276663"/>
                    <a:gd name="connsiteX7" fmla="*/ 395035 w 453468"/>
                    <a:gd name="connsiteY7" fmla="*/ 17450 h 276663"/>
                    <a:gd name="connsiteX8" fmla="*/ 59634 w 453468"/>
                    <a:gd name="connsiteY8" fmla="*/ 0 h 276663"/>
                    <a:gd name="connsiteX9" fmla="*/ 395076 w 453468"/>
                    <a:gd name="connsiteY9" fmla="*/ 0 h 276663"/>
                    <a:gd name="connsiteX10" fmla="*/ 453468 w 453468"/>
                    <a:gd name="connsiteY10" fmla="*/ 58310 h 276663"/>
                    <a:gd name="connsiteX11" fmla="*/ 453468 w 453468"/>
                    <a:gd name="connsiteY11" fmla="*/ 218353 h 276663"/>
                    <a:gd name="connsiteX12" fmla="*/ 395076 w 453468"/>
                    <a:gd name="connsiteY12" fmla="*/ 276663 h 276663"/>
                    <a:gd name="connsiteX13" fmla="*/ 59634 w 453468"/>
                    <a:gd name="connsiteY13" fmla="*/ 276663 h 276663"/>
                    <a:gd name="connsiteX14" fmla="*/ 0 w 453468"/>
                    <a:gd name="connsiteY14" fmla="*/ 218353 h 276663"/>
                    <a:gd name="connsiteX15" fmla="*/ 0 w 453468"/>
                    <a:gd name="connsiteY15" fmla="*/ 58310 h 276663"/>
                    <a:gd name="connsiteX16" fmla="*/ 59634 w 453468"/>
                    <a:gd name="connsiteY16" fmla="*/ 0 h 27666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53468" h="276663">
                      <a:moveTo>
                        <a:pt x="59669" y="17450"/>
                      </a:moveTo>
                      <a:cubicBezTo>
                        <a:pt x="36069" y="17450"/>
                        <a:pt x="17438" y="36048"/>
                        <a:pt x="17438" y="58365"/>
                      </a:cubicBezTo>
                      <a:lnTo>
                        <a:pt x="17438" y="218304"/>
                      </a:lnTo>
                      <a:cubicBezTo>
                        <a:pt x="17438" y="240621"/>
                        <a:pt x="36069" y="259218"/>
                        <a:pt x="59669" y="259218"/>
                      </a:cubicBezTo>
                      <a:lnTo>
                        <a:pt x="395035" y="259218"/>
                      </a:lnTo>
                      <a:cubicBezTo>
                        <a:pt x="417393" y="259218"/>
                        <a:pt x="436024" y="240621"/>
                        <a:pt x="436024" y="218304"/>
                      </a:cubicBezTo>
                      <a:lnTo>
                        <a:pt x="436024" y="58365"/>
                      </a:lnTo>
                      <a:cubicBezTo>
                        <a:pt x="436024" y="36048"/>
                        <a:pt x="417393" y="17450"/>
                        <a:pt x="395035" y="17450"/>
                      </a:cubicBezTo>
                      <a:close/>
                      <a:moveTo>
                        <a:pt x="59634" y="0"/>
                      </a:moveTo>
                      <a:lnTo>
                        <a:pt x="395076" y="0"/>
                      </a:lnTo>
                      <a:cubicBezTo>
                        <a:pt x="426136" y="0"/>
                        <a:pt x="453468" y="26054"/>
                        <a:pt x="453468" y="58310"/>
                      </a:cubicBezTo>
                      <a:lnTo>
                        <a:pt x="453468" y="218353"/>
                      </a:lnTo>
                      <a:cubicBezTo>
                        <a:pt x="453468" y="250610"/>
                        <a:pt x="426136" y="276663"/>
                        <a:pt x="395076" y="276663"/>
                      </a:cubicBezTo>
                      <a:lnTo>
                        <a:pt x="59634" y="276663"/>
                      </a:lnTo>
                      <a:cubicBezTo>
                        <a:pt x="27332" y="276663"/>
                        <a:pt x="0" y="250610"/>
                        <a:pt x="0" y="218353"/>
                      </a:cubicBezTo>
                      <a:lnTo>
                        <a:pt x="0" y="58310"/>
                      </a:lnTo>
                      <a:cubicBezTo>
                        <a:pt x="0" y="26054"/>
                        <a:pt x="27332" y="0"/>
                        <a:pt x="5963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55" name="Freeform 254">
                  <a:extLst>
                    <a:ext uri="{FF2B5EF4-FFF2-40B4-BE49-F238E27FC236}">
                      <a16:creationId xmlns:a16="http://schemas.microsoft.com/office/drawing/2014/main" id="{5A7BCD45-643E-3C4F-B08F-9382362223CA}"/>
                    </a:ext>
                  </a:extLst>
                </p:cNvPr>
                <p:cNvSpPr/>
                <p:nvPr/>
              </p:nvSpPr>
              <p:spPr>
                <a:xfrm>
                  <a:off x="10757412" y="4758104"/>
                  <a:ext cx="429798" cy="16201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46" h="131">
                      <a:moveTo>
                        <a:pt x="172" y="131"/>
                      </a:moveTo>
                      <a:cubicBezTo>
                        <a:pt x="165" y="131"/>
                        <a:pt x="159" y="129"/>
                        <a:pt x="154" y="125"/>
                      </a:cubicBezTo>
                      <a:lnTo>
                        <a:pt x="3" y="12"/>
                      </a:lnTo>
                      <a:cubicBezTo>
                        <a:pt x="0" y="10"/>
                        <a:pt x="-1" y="6"/>
                        <a:pt x="2" y="3"/>
                      </a:cubicBezTo>
                      <a:cubicBezTo>
                        <a:pt x="3" y="0"/>
                        <a:pt x="8" y="-1"/>
                        <a:pt x="11" y="1"/>
                      </a:cubicBezTo>
                      <a:lnTo>
                        <a:pt x="162" y="114"/>
                      </a:lnTo>
                      <a:cubicBezTo>
                        <a:pt x="168" y="118"/>
                        <a:pt x="176" y="118"/>
                        <a:pt x="181" y="114"/>
                      </a:cubicBezTo>
                      <a:lnTo>
                        <a:pt x="335" y="4"/>
                      </a:lnTo>
                      <a:cubicBezTo>
                        <a:pt x="339" y="2"/>
                        <a:pt x="343" y="3"/>
                        <a:pt x="345" y="6"/>
                      </a:cubicBezTo>
                      <a:cubicBezTo>
                        <a:pt x="347" y="9"/>
                        <a:pt x="347" y="13"/>
                        <a:pt x="343" y="16"/>
                      </a:cubicBezTo>
                      <a:lnTo>
                        <a:pt x="189" y="125"/>
                      </a:lnTo>
                      <a:cubicBezTo>
                        <a:pt x="185" y="129"/>
                        <a:pt x="178" y="131"/>
                        <a:pt x="172" y="13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56" name="Freeform 255">
                  <a:extLst>
                    <a:ext uri="{FF2B5EF4-FFF2-40B4-BE49-F238E27FC236}">
                      <a16:creationId xmlns:a16="http://schemas.microsoft.com/office/drawing/2014/main" id="{E3EAFDFB-AE1A-AC49-B9EF-858C76107068}"/>
                    </a:ext>
                  </a:extLst>
                </p:cNvPr>
                <p:cNvSpPr/>
                <p:nvPr/>
              </p:nvSpPr>
              <p:spPr>
                <a:xfrm>
                  <a:off x="11198425" y="4508858"/>
                  <a:ext cx="75993" cy="10966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2" h="89">
                      <a:moveTo>
                        <a:pt x="62" y="83"/>
                      </a:moveTo>
                      <a:cubicBezTo>
                        <a:pt x="62" y="86"/>
                        <a:pt x="60" y="89"/>
                        <a:pt x="58" y="89"/>
                      </a:cubicBezTo>
                      <a:lnTo>
                        <a:pt x="0" y="89"/>
                      </a:lnTo>
                      <a:lnTo>
                        <a:pt x="0" y="84"/>
                      </a:lnTo>
                      <a:cubicBezTo>
                        <a:pt x="0" y="81"/>
                        <a:pt x="1" y="79"/>
                        <a:pt x="3" y="78"/>
                      </a:cubicBezTo>
                      <a:lnTo>
                        <a:pt x="36" y="46"/>
                      </a:lnTo>
                      <a:cubicBezTo>
                        <a:pt x="40" y="42"/>
                        <a:pt x="43" y="38"/>
                        <a:pt x="44" y="35"/>
                      </a:cubicBezTo>
                      <a:cubicBezTo>
                        <a:pt x="46" y="32"/>
                        <a:pt x="47" y="29"/>
                        <a:pt x="47" y="26"/>
                      </a:cubicBezTo>
                      <a:cubicBezTo>
                        <a:pt x="47" y="21"/>
                        <a:pt x="45" y="18"/>
                        <a:pt x="42" y="15"/>
                      </a:cubicBezTo>
                      <a:cubicBezTo>
                        <a:pt x="39" y="13"/>
                        <a:pt x="34" y="12"/>
                        <a:pt x="28" y="12"/>
                      </a:cubicBezTo>
                      <a:cubicBezTo>
                        <a:pt x="20" y="12"/>
                        <a:pt x="14" y="13"/>
                        <a:pt x="9" y="18"/>
                      </a:cubicBezTo>
                      <a:cubicBezTo>
                        <a:pt x="7" y="20"/>
                        <a:pt x="4" y="20"/>
                        <a:pt x="2" y="18"/>
                      </a:cubicBezTo>
                      <a:cubicBezTo>
                        <a:pt x="-1" y="15"/>
                        <a:pt x="-1" y="11"/>
                        <a:pt x="2" y="9"/>
                      </a:cubicBezTo>
                      <a:cubicBezTo>
                        <a:pt x="4" y="7"/>
                        <a:pt x="8" y="5"/>
                        <a:pt x="10" y="4"/>
                      </a:cubicBezTo>
                      <a:cubicBezTo>
                        <a:pt x="16" y="2"/>
                        <a:pt x="22" y="0"/>
                        <a:pt x="29" y="0"/>
                      </a:cubicBezTo>
                      <a:cubicBezTo>
                        <a:pt x="38" y="0"/>
                        <a:pt x="45" y="3"/>
                        <a:pt x="51" y="7"/>
                      </a:cubicBezTo>
                      <a:cubicBezTo>
                        <a:pt x="56" y="12"/>
                        <a:pt x="59" y="17"/>
                        <a:pt x="59" y="25"/>
                      </a:cubicBezTo>
                      <a:cubicBezTo>
                        <a:pt x="59" y="29"/>
                        <a:pt x="58" y="34"/>
                        <a:pt x="56" y="38"/>
                      </a:cubicBezTo>
                      <a:cubicBezTo>
                        <a:pt x="54" y="42"/>
                        <a:pt x="50" y="47"/>
                        <a:pt x="45" y="52"/>
                      </a:cubicBezTo>
                      <a:lnTo>
                        <a:pt x="18" y="78"/>
                      </a:lnTo>
                      <a:lnTo>
                        <a:pt x="58" y="78"/>
                      </a:lnTo>
                      <a:cubicBezTo>
                        <a:pt x="60" y="78"/>
                        <a:pt x="62" y="80"/>
                        <a:pt x="62" y="8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  <p:sp>
          <p:nvSpPr>
            <p:cNvPr id="257" name="Freeform 256">
              <a:extLst>
                <a:ext uri="{FF2B5EF4-FFF2-40B4-BE49-F238E27FC236}">
                  <a16:creationId xmlns:a16="http://schemas.microsoft.com/office/drawing/2014/main" id="{C07B1908-7F86-9942-A14E-E32C2B9FAC23}"/>
                </a:ext>
              </a:extLst>
            </p:cNvPr>
            <p:cNvSpPr/>
            <p:nvPr/>
          </p:nvSpPr>
          <p:spPr>
            <a:xfrm>
              <a:off x="8052801" y="12006173"/>
              <a:ext cx="14817447" cy="1620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1895" h="14">
                  <a:moveTo>
                    <a:pt x="11888" y="14"/>
                  </a:moveTo>
                  <a:lnTo>
                    <a:pt x="6" y="14"/>
                  </a:lnTo>
                  <a:cubicBezTo>
                    <a:pt x="3" y="14"/>
                    <a:pt x="0" y="10"/>
                    <a:pt x="0" y="7"/>
                  </a:cubicBezTo>
                  <a:cubicBezTo>
                    <a:pt x="0" y="3"/>
                    <a:pt x="3" y="0"/>
                    <a:pt x="6" y="0"/>
                  </a:cubicBezTo>
                  <a:lnTo>
                    <a:pt x="11888" y="0"/>
                  </a:lnTo>
                  <a:cubicBezTo>
                    <a:pt x="11892" y="0"/>
                    <a:pt x="11895" y="3"/>
                    <a:pt x="11895" y="7"/>
                  </a:cubicBezTo>
                  <a:cubicBezTo>
                    <a:pt x="11895" y="10"/>
                    <a:pt x="11892" y="14"/>
                    <a:pt x="11888" y="14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FD4604B-95BA-BE4D-B727-181493B4FDA6}"/>
                </a:ext>
              </a:extLst>
            </p:cNvPr>
            <p:cNvGrpSpPr/>
            <p:nvPr/>
          </p:nvGrpSpPr>
          <p:grpSpPr>
            <a:xfrm>
              <a:off x="15898798" y="11395521"/>
              <a:ext cx="6819463" cy="626853"/>
              <a:chOff x="15898798" y="11395521"/>
              <a:chExt cx="6819463" cy="626853"/>
            </a:xfrm>
          </p:grpSpPr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CEF1C3B9-2D12-6643-94A9-EC965DCFB780}"/>
                  </a:ext>
                </a:extLst>
              </p:cNvPr>
              <p:cNvSpPr/>
              <p:nvPr/>
            </p:nvSpPr>
            <p:spPr>
              <a:xfrm>
                <a:off x="15907518" y="11402998"/>
                <a:ext cx="6802023" cy="6106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61" h="491">
                    <a:moveTo>
                      <a:pt x="5461" y="491"/>
                    </a:moveTo>
                    <a:lnTo>
                      <a:pt x="198" y="491"/>
                    </a:lnTo>
                    <a:cubicBezTo>
                      <a:pt x="88" y="491"/>
                      <a:pt x="0" y="402"/>
                      <a:pt x="0" y="293"/>
                    </a:cubicBezTo>
                    <a:lnTo>
                      <a:pt x="0" y="199"/>
                    </a:lnTo>
                    <a:cubicBezTo>
                      <a:pt x="0" y="89"/>
                      <a:pt x="88" y="0"/>
                      <a:pt x="198" y="0"/>
                    </a:cubicBezTo>
                    <a:lnTo>
                      <a:pt x="5461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C358C37D-9E93-0947-A009-8B80139E4AC8}"/>
                  </a:ext>
                </a:extLst>
              </p:cNvPr>
              <p:cNvSpPr/>
              <p:nvPr/>
            </p:nvSpPr>
            <p:spPr>
              <a:xfrm>
                <a:off x="15898798" y="11395521"/>
                <a:ext cx="6819463" cy="626853"/>
              </a:xfrm>
              <a:custGeom>
                <a:avLst/>
                <a:gdLst>
                  <a:gd name="connsiteX0" fmla="*/ 315132 w 6819463"/>
                  <a:gd name="connsiteY0" fmla="*/ 16201 h 626853"/>
                  <a:gd name="connsiteX1" fmla="*/ 17442 w 6819463"/>
                  <a:gd name="connsiteY1" fmla="*/ 313425 h 626853"/>
                  <a:gd name="connsiteX2" fmla="*/ 315132 w 6819463"/>
                  <a:gd name="connsiteY2" fmla="*/ 609406 h 626853"/>
                  <a:gd name="connsiteX3" fmla="*/ 6802023 w 6819463"/>
                  <a:gd name="connsiteY3" fmla="*/ 609406 h 626853"/>
                  <a:gd name="connsiteX4" fmla="*/ 6802023 w 6819463"/>
                  <a:gd name="connsiteY4" fmla="*/ 16201 h 626853"/>
                  <a:gd name="connsiteX5" fmla="*/ 315128 w 6819463"/>
                  <a:gd name="connsiteY5" fmla="*/ 0 h 626853"/>
                  <a:gd name="connsiteX6" fmla="*/ 6810745 w 6819463"/>
                  <a:gd name="connsiteY6" fmla="*/ 0 h 626853"/>
                  <a:gd name="connsiteX7" fmla="*/ 6819463 w 6819463"/>
                  <a:gd name="connsiteY7" fmla="*/ 7463 h 626853"/>
                  <a:gd name="connsiteX8" fmla="*/ 6819463 w 6819463"/>
                  <a:gd name="connsiteY8" fmla="*/ 618147 h 626853"/>
                  <a:gd name="connsiteX9" fmla="*/ 6810745 w 6819463"/>
                  <a:gd name="connsiteY9" fmla="*/ 626853 h 626853"/>
                  <a:gd name="connsiteX10" fmla="*/ 315128 w 6819463"/>
                  <a:gd name="connsiteY10" fmla="*/ 626853 h 626853"/>
                  <a:gd name="connsiteX11" fmla="*/ 0 w 6819463"/>
                  <a:gd name="connsiteY11" fmla="*/ 313427 h 626853"/>
                  <a:gd name="connsiteX12" fmla="*/ 315128 w 6819463"/>
                  <a:gd name="connsiteY12" fmla="*/ 0 h 626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819463" h="626853">
                    <a:moveTo>
                      <a:pt x="315132" y="16201"/>
                    </a:moveTo>
                    <a:cubicBezTo>
                      <a:pt x="150717" y="16201"/>
                      <a:pt x="17442" y="149268"/>
                      <a:pt x="17442" y="313425"/>
                    </a:cubicBezTo>
                    <a:cubicBezTo>
                      <a:pt x="17442" y="476339"/>
                      <a:pt x="150717" y="609406"/>
                      <a:pt x="315132" y="609406"/>
                    </a:cubicBezTo>
                    <a:lnTo>
                      <a:pt x="6802023" y="609406"/>
                    </a:lnTo>
                    <a:lnTo>
                      <a:pt x="6802023" y="16201"/>
                    </a:lnTo>
                    <a:close/>
                    <a:moveTo>
                      <a:pt x="315128" y="0"/>
                    </a:moveTo>
                    <a:lnTo>
                      <a:pt x="6810745" y="0"/>
                    </a:lnTo>
                    <a:cubicBezTo>
                      <a:pt x="6815727" y="0"/>
                      <a:pt x="6819463" y="3731"/>
                      <a:pt x="6819463" y="7463"/>
                    </a:cubicBezTo>
                    <a:lnTo>
                      <a:pt x="6819463" y="618147"/>
                    </a:lnTo>
                    <a:cubicBezTo>
                      <a:pt x="6819463" y="621878"/>
                      <a:pt x="6815727" y="626853"/>
                      <a:pt x="6810745" y="626853"/>
                    </a:cubicBezTo>
                    <a:lnTo>
                      <a:pt x="315128" y="626853"/>
                    </a:lnTo>
                    <a:cubicBezTo>
                      <a:pt x="140749" y="626853"/>
                      <a:pt x="0" y="485065"/>
                      <a:pt x="0" y="313427"/>
                    </a:cubicBezTo>
                    <a:cubicBezTo>
                      <a:pt x="0" y="140544"/>
                      <a:pt x="140749" y="0"/>
                      <a:pt x="3151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C23B98DC-023B-6B4B-AD1D-0F36092AB2EE}"/>
                  </a:ext>
                </a:extLst>
              </p:cNvPr>
              <p:cNvSpPr/>
              <p:nvPr/>
            </p:nvSpPr>
            <p:spPr>
              <a:xfrm>
                <a:off x="19613745" y="11402998"/>
                <a:ext cx="3095792" cy="6106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86" h="491">
                    <a:moveTo>
                      <a:pt x="246" y="0"/>
                    </a:moveTo>
                    <a:cubicBezTo>
                      <a:pt x="110" y="0"/>
                      <a:pt x="0" y="110"/>
                      <a:pt x="0" y="246"/>
                    </a:cubicBezTo>
                    <a:cubicBezTo>
                      <a:pt x="0" y="381"/>
                      <a:pt x="110" y="491"/>
                      <a:pt x="246" y="491"/>
                    </a:cubicBezTo>
                    <a:lnTo>
                      <a:pt x="2486" y="491"/>
                    </a:lnTo>
                    <a:lnTo>
                      <a:pt x="2486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01298205-420F-0F45-88AC-95516DB571EF}"/>
                  </a:ext>
                </a:extLst>
              </p:cNvPr>
              <p:cNvSpPr/>
              <p:nvPr/>
            </p:nvSpPr>
            <p:spPr>
              <a:xfrm>
                <a:off x="19606274" y="11395521"/>
                <a:ext cx="3111984" cy="626853"/>
              </a:xfrm>
              <a:custGeom>
                <a:avLst/>
                <a:gdLst>
                  <a:gd name="connsiteX0" fmla="*/ 313820 w 3111984"/>
                  <a:gd name="connsiteY0" fmla="*/ 16201 h 626853"/>
                  <a:gd name="connsiteX1" fmla="*/ 17442 w 3111984"/>
                  <a:gd name="connsiteY1" fmla="*/ 313425 h 626853"/>
                  <a:gd name="connsiteX2" fmla="*/ 313820 w 3111984"/>
                  <a:gd name="connsiteY2" fmla="*/ 609406 h 626853"/>
                  <a:gd name="connsiteX3" fmla="*/ 3094542 w 3111984"/>
                  <a:gd name="connsiteY3" fmla="*/ 609406 h 626853"/>
                  <a:gd name="connsiteX4" fmla="*/ 3094542 w 3111984"/>
                  <a:gd name="connsiteY4" fmla="*/ 16201 h 626853"/>
                  <a:gd name="connsiteX5" fmla="*/ 313814 w 3111984"/>
                  <a:gd name="connsiteY5" fmla="*/ 0 h 626853"/>
                  <a:gd name="connsiteX6" fmla="*/ 3103266 w 3111984"/>
                  <a:gd name="connsiteY6" fmla="*/ 0 h 626853"/>
                  <a:gd name="connsiteX7" fmla="*/ 3111984 w 3111984"/>
                  <a:gd name="connsiteY7" fmla="*/ 7463 h 626853"/>
                  <a:gd name="connsiteX8" fmla="*/ 3111984 w 3111984"/>
                  <a:gd name="connsiteY8" fmla="*/ 618147 h 626853"/>
                  <a:gd name="connsiteX9" fmla="*/ 3103266 w 3111984"/>
                  <a:gd name="connsiteY9" fmla="*/ 626853 h 626853"/>
                  <a:gd name="connsiteX10" fmla="*/ 313814 w 3111984"/>
                  <a:gd name="connsiteY10" fmla="*/ 626853 h 626853"/>
                  <a:gd name="connsiteX11" fmla="*/ 0 w 3111984"/>
                  <a:gd name="connsiteY11" fmla="*/ 313427 h 626853"/>
                  <a:gd name="connsiteX12" fmla="*/ 313814 w 3111984"/>
                  <a:gd name="connsiteY12" fmla="*/ 0 h 626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11984" h="626853">
                    <a:moveTo>
                      <a:pt x="313820" y="16201"/>
                    </a:moveTo>
                    <a:cubicBezTo>
                      <a:pt x="149442" y="16201"/>
                      <a:pt x="17442" y="149268"/>
                      <a:pt x="17442" y="313425"/>
                    </a:cubicBezTo>
                    <a:cubicBezTo>
                      <a:pt x="17442" y="476339"/>
                      <a:pt x="149442" y="609406"/>
                      <a:pt x="313820" y="609406"/>
                    </a:cubicBezTo>
                    <a:lnTo>
                      <a:pt x="3094542" y="609406"/>
                    </a:lnTo>
                    <a:lnTo>
                      <a:pt x="3094542" y="16201"/>
                    </a:lnTo>
                    <a:close/>
                    <a:moveTo>
                      <a:pt x="313814" y="0"/>
                    </a:moveTo>
                    <a:lnTo>
                      <a:pt x="3103266" y="0"/>
                    </a:lnTo>
                    <a:cubicBezTo>
                      <a:pt x="3108248" y="0"/>
                      <a:pt x="3111984" y="3731"/>
                      <a:pt x="3111984" y="7463"/>
                    </a:cubicBezTo>
                    <a:lnTo>
                      <a:pt x="3111984" y="618147"/>
                    </a:lnTo>
                    <a:cubicBezTo>
                      <a:pt x="3111984" y="621878"/>
                      <a:pt x="3108248" y="626853"/>
                      <a:pt x="3103266" y="626853"/>
                    </a:cubicBezTo>
                    <a:lnTo>
                      <a:pt x="313814" y="626853"/>
                    </a:lnTo>
                    <a:cubicBezTo>
                      <a:pt x="140718" y="626853"/>
                      <a:pt x="0" y="485065"/>
                      <a:pt x="0" y="313427"/>
                    </a:cubicBezTo>
                    <a:cubicBezTo>
                      <a:pt x="0" y="140544"/>
                      <a:pt x="140718" y="0"/>
                      <a:pt x="3138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CBB053B7-CAAF-4B49-BE45-ED2669D62780}"/>
                  </a:ext>
                </a:extLst>
              </p:cNvPr>
              <p:cNvSpPr/>
              <p:nvPr/>
            </p:nvSpPr>
            <p:spPr>
              <a:xfrm>
                <a:off x="19715903" y="11505189"/>
                <a:ext cx="2993638" cy="4062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04" h="327">
                    <a:moveTo>
                      <a:pt x="164" y="327"/>
                    </a:moveTo>
                    <a:cubicBezTo>
                      <a:pt x="74" y="327"/>
                      <a:pt x="0" y="254"/>
                      <a:pt x="0" y="164"/>
                    </a:cubicBezTo>
                    <a:cubicBezTo>
                      <a:pt x="0" y="74"/>
                      <a:pt x="74" y="0"/>
                      <a:pt x="164" y="0"/>
                    </a:cubicBezTo>
                    <a:lnTo>
                      <a:pt x="2404" y="0"/>
                    </a:lnTo>
                    <a:lnTo>
                      <a:pt x="2404" y="327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06287D27-309B-0E48-8388-0D42A55B5353}"/>
                  </a:ext>
                </a:extLst>
              </p:cNvPr>
              <p:cNvSpPr/>
              <p:nvPr/>
            </p:nvSpPr>
            <p:spPr>
              <a:xfrm>
                <a:off x="19708427" y="11496466"/>
                <a:ext cx="3009830" cy="423718"/>
              </a:xfrm>
              <a:custGeom>
                <a:avLst/>
                <a:gdLst>
                  <a:gd name="connsiteX0" fmla="*/ 211704 w 3009830"/>
                  <a:gd name="connsiteY0" fmla="*/ 17447 h 423718"/>
                  <a:gd name="connsiteX1" fmla="*/ 16196 w 3009830"/>
                  <a:gd name="connsiteY1" fmla="*/ 212480 h 423718"/>
                  <a:gd name="connsiteX2" fmla="*/ 211704 w 3009830"/>
                  <a:gd name="connsiteY2" fmla="*/ 406271 h 423718"/>
                  <a:gd name="connsiteX3" fmla="*/ 2992388 w 3009830"/>
                  <a:gd name="connsiteY3" fmla="*/ 406271 h 423718"/>
                  <a:gd name="connsiteX4" fmla="*/ 2992388 w 3009830"/>
                  <a:gd name="connsiteY4" fmla="*/ 17447 h 423718"/>
                  <a:gd name="connsiteX5" fmla="*/ 211698 w 3009830"/>
                  <a:gd name="connsiteY5" fmla="*/ 0 h 423718"/>
                  <a:gd name="connsiteX6" fmla="*/ 3001112 w 3009830"/>
                  <a:gd name="connsiteY6" fmla="*/ 0 h 423718"/>
                  <a:gd name="connsiteX7" fmla="*/ 3009830 w 3009830"/>
                  <a:gd name="connsiteY7" fmla="*/ 8698 h 423718"/>
                  <a:gd name="connsiteX8" fmla="*/ 3009830 w 3009830"/>
                  <a:gd name="connsiteY8" fmla="*/ 415020 h 423718"/>
                  <a:gd name="connsiteX9" fmla="*/ 3001112 w 3009830"/>
                  <a:gd name="connsiteY9" fmla="*/ 423718 h 423718"/>
                  <a:gd name="connsiteX10" fmla="*/ 211698 w 3009830"/>
                  <a:gd name="connsiteY10" fmla="*/ 423718 h 423718"/>
                  <a:gd name="connsiteX11" fmla="*/ 0 w 3009830"/>
                  <a:gd name="connsiteY11" fmla="*/ 212480 h 423718"/>
                  <a:gd name="connsiteX12" fmla="*/ 211698 w 3009830"/>
                  <a:gd name="connsiteY12" fmla="*/ 0 h 42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009830" h="423718">
                    <a:moveTo>
                      <a:pt x="211704" y="17447"/>
                    </a:moveTo>
                    <a:cubicBezTo>
                      <a:pt x="104610" y="17447"/>
                      <a:pt x="16196" y="104404"/>
                      <a:pt x="16196" y="212480"/>
                    </a:cubicBezTo>
                    <a:cubicBezTo>
                      <a:pt x="16196" y="319314"/>
                      <a:pt x="104610" y="406271"/>
                      <a:pt x="211704" y="406271"/>
                    </a:cubicBezTo>
                    <a:lnTo>
                      <a:pt x="2992388" y="406271"/>
                    </a:lnTo>
                    <a:lnTo>
                      <a:pt x="2992388" y="17447"/>
                    </a:lnTo>
                    <a:close/>
                    <a:moveTo>
                      <a:pt x="211698" y="0"/>
                    </a:moveTo>
                    <a:lnTo>
                      <a:pt x="3001112" y="0"/>
                    </a:lnTo>
                    <a:cubicBezTo>
                      <a:pt x="3006094" y="0"/>
                      <a:pt x="3009830" y="3728"/>
                      <a:pt x="3009830" y="8698"/>
                    </a:cubicBezTo>
                    <a:lnTo>
                      <a:pt x="3009830" y="415020"/>
                    </a:lnTo>
                    <a:cubicBezTo>
                      <a:pt x="3009830" y="419990"/>
                      <a:pt x="3006094" y="423718"/>
                      <a:pt x="3001112" y="423718"/>
                    </a:cubicBezTo>
                    <a:lnTo>
                      <a:pt x="211698" y="423718"/>
                    </a:lnTo>
                    <a:cubicBezTo>
                      <a:pt x="94642" y="423718"/>
                      <a:pt x="0" y="329282"/>
                      <a:pt x="0" y="212480"/>
                    </a:cubicBezTo>
                    <a:cubicBezTo>
                      <a:pt x="0" y="94436"/>
                      <a:pt x="94642" y="0"/>
                      <a:pt x="2116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896844CE-BA97-D34C-890C-25F42ED18256}"/>
                  </a:ext>
                </a:extLst>
              </p:cNvPr>
              <p:cNvSpPr/>
              <p:nvPr/>
            </p:nvSpPr>
            <p:spPr>
              <a:xfrm>
                <a:off x="16387148" y="11565008"/>
                <a:ext cx="290269" cy="2878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4" h="232">
                    <a:moveTo>
                      <a:pt x="234" y="116"/>
                    </a:moveTo>
                    <a:cubicBezTo>
                      <a:pt x="234" y="180"/>
                      <a:pt x="182" y="232"/>
                      <a:pt x="117" y="232"/>
                    </a:cubicBezTo>
                    <a:cubicBezTo>
                      <a:pt x="53" y="232"/>
                      <a:pt x="0" y="180"/>
                      <a:pt x="0" y="116"/>
                    </a:cubicBezTo>
                    <a:cubicBezTo>
                      <a:pt x="0" y="52"/>
                      <a:pt x="53" y="0"/>
                      <a:pt x="117" y="0"/>
                    </a:cubicBezTo>
                    <a:cubicBezTo>
                      <a:pt x="182" y="0"/>
                      <a:pt x="234" y="52"/>
                      <a:pt x="234" y="11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6CE352C3-B8CE-894D-A4E8-738BC8967DF2}"/>
                  </a:ext>
                </a:extLst>
              </p:cNvPr>
              <p:cNvSpPr/>
              <p:nvPr/>
            </p:nvSpPr>
            <p:spPr>
              <a:xfrm>
                <a:off x="16379673" y="11555038"/>
                <a:ext cx="306465" cy="306572"/>
              </a:xfrm>
              <a:custGeom>
                <a:avLst/>
                <a:gdLst>
                  <a:gd name="connsiteX0" fmla="*/ 152612 w 306465"/>
                  <a:gd name="connsiteY0" fmla="*/ 17448 h 306572"/>
                  <a:gd name="connsiteX1" fmla="*/ 17441 w 306465"/>
                  <a:gd name="connsiteY1" fmla="*/ 153907 h 306572"/>
                  <a:gd name="connsiteX2" fmla="*/ 152612 w 306465"/>
                  <a:gd name="connsiteY2" fmla="*/ 289126 h 306572"/>
                  <a:gd name="connsiteX3" fmla="*/ 289024 w 306465"/>
                  <a:gd name="connsiteY3" fmla="*/ 153907 h 306572"/>
                  <a:gd name="connsiteX4" fmla="*/ 152612 w 306465"/>
                  <a:gd name="connsiteY4" fmla="*/ 17448 h 306572"/>
                  <a:gd name="connsiteX5" fmla="*/ 152612 w 306465"/>
                  <a:gd name="connsiteY5" fmla="*/ 0 h 306572"/>
                  <a:gd name="connsiteX6" fmla="*/ 306465 w 306465"/>
                  <a:gd name="connsiteY6" fmla="*/ 153907 h 306572"/>
                  <a:gd name="connsiteX7" fmla="*/ 152612 w 306465"/>
                  <a:gd name="connsiteY7" fmla="*/ 306572 h 306572"/>
                  <a:gd name="connsiteX8" fmla="*/ 0 w 306465"/>
                  <a:gd name="connsiteY8" fmla="*/ 153907 h 306572"/>
                  <a:gd name="connsiteX9" fmla="*/ 152612 w 306465"/>
                  <a:gd name="connsiteY9" fmla="*/ 0 h 306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6465" h="306572">
                    <a:moveTo>
                      <a:pt x="152612" y="17448"/>
                    </a:moveTo>
                    <a:cubicBezTo>
                      <a:pt x="78206" y="17448"/>
                      <a:pt x="17441" y="78234"/>
                      <a:pt x="17441" y="153907"/>
                    </a:cubicBezTo>
                    <a:cubicBezTo>
                      <a:pt x="17441" y="228340"/>
                      <a:pt x="78206" y="289126"/>
                      <a:pt x="152612" y="289126"/>
                    </a:cubicBezTo>
                    <a:cubicBezTo>
                      <a:pt x="228259" y="289126"/>
                      <a:pt x="289024" y="228340"/>
                      <a:pt x="289024" y="153907"/>
                    </a:cubicBezTo>
                    <a:cubicBezTo>
                      <a:pt x="289024" y="78234"/>
                      <a:pt x="228259" y="17448"/>
                      <a:pt x="152612" y="17448"/>
                    </a:cubicBezTo>
                    <a:close/>
                    <a:moveTo>
                      <a:pt x="152612" y="0"/>
                    </a:moveTo>
                    <a:cubicBezTo>
                      <a:pt x="236983" y="0"/>
                      <a:pt x="306465" y="69506"/>
                      <a:pt x="306465" y="153907"/>
                    </a:cubicBezTo>
                    <a:cubicBezTo>
                      <a:pt x="306465" y="238307"/>
                      <a:pt x="236983" y="306572"/>
                      <a:pt x="152612" y="306572"/>
                    </a:cubicBezTo>
                    <a:cubicBezTo>
                      <a:pt x="68241" y="306572"/>
                      <a:pt x="0" y="238307"/>
                      <a:pt x="0" y="153907"/>
                    </a:cubicBezTo>
                    <a:cubicBezTo>
                      <a:pt x="0" y="69506"/>
                      <a:pt x="68241" y="0"/>
                      <a:pt x="1526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1447CA66-7815-4A43-B090-6703390AF8F0}"/>
                  </a:ext>
                </a:extLst>
              </p:cNvPr>
              <p:cNvSpPr/>
              <p:nvPr/>
            </p:nvSpPr>
            <p:spPr>
              <a:xfrm>
                <a:off x="17380044" y="11650998"/>
                <a:ext cx="1896095" cy="1158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23" h="94">
                    <a:moveTo>
                      <a:pt x="1485" y="94"/>
                    </a:moveTo>
                    <a:lnTo>
                      <a:pt x="38" y="94"/>
                    </a:lnTo>
                    <a:cubicBezTo>
                      <a:pt x="18" y="94"/>
                      <a:pt x="0" y="77"/>
                      <a:pt x="0" y="56"/>
                    </a:cubicBezTo>
                    <a:lnTo>
                      <a:pt x="0" y="37"/>
                    </a:lnTo>
                    <a:cubicBezTo>
                      <a:pt x="0" y="17"/>
                      <a:pt x="18" y="0"/>
                      <a:pt x="38" y="0"/>
                    </a:cubicBezTo>
                    <a:lnTo>
                      <a:pt x="1485" y="0"/>
                    </a:lnTo>
                    <a:cubicBezTo>
                      <a:pt x="1505" y="0"/>
                      <a:pt x="1523" y="17"/>
                      <a:pt x="1523" y="37"/>
                    </a:cubicBezTo>
                    <a:lnTo>
                      <a:pt x="1523" y="56"/>
                    </a:lnTo>
                    <a:cubicBezTo>
                      <a:pt x="1523" y="77"/>
                      <a:pt x="1505" y="94"/>
                      <a:pt x="1485" y="94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C58EA667-80C9-2146-BA58-41A71EAFB865}"/>
                  </a:ext>
                </a:extLst>
              </p:cNvPr>
              <p:cNvSpPr/>
              <p:nvPr/>
            </p:nvSpPr>
            <p:spPr>
              <a:xfrm>
                <a:off x="17372567" y="11642274"/>
                <a:ext cx="1911046" cy="132100"/>
              </a:xfrm>
              <a:custGeom>
                <a:avLst/>
                <a:gdLst>
                  <a:gd name="connsiteX0" fmla="*/ 65994 w 1911046"/>
                  <a:gd name="connsiteY0" fmla="*/ 16201 h 132100"/>
                  <a:gd name="connsiteX1" fmla="*/ 16196 w 1911046"/>
                  <a:gd name="connsiteY1" fmla="*/ 66665 h 132100"/>
                  <a:gd name="connsiteX2" fmla="*/ 65994 w 1911046"/>
                  <a:gd name="connsiteY2" fmla="*/ 115899 h 132100"/>
                  <a:gd name="connsiteX3" fmla="*/ 1845052 w 1911046"/>
                  <a:gd name="connsiteY3" fmla="*/ 115899 h 132100"/>
                  <a:gd name="connsiteX4" fmla="*/ 1894850 w 1911046"/>
                  <a:gd name="connsiteY4" fmla="*/ 66665 h 132100"/>
                  <a:gd name="connsiteX5" fmla="*/ 1845052 w 1911046"/>
                  <a:gd name="connsiteY5" fmla="*/ 16201 h 132100"/>
                  <a:gd name="connsiteX6" fmla="*/ 65984 w 1911046"/>
                  <a:gd name="connsiteY6" fmla="*/ 0 h 132100"/>
                  <a:gd name="connsiteX7" fmla="*/ 1845062 w 1911046"/>
                  <a:gd name="connsiteY7" fmla="*/ 0 h 132100"/>
                  <a:gd name="connsiteX8" fmla="*/ 1911046 w 1911046"/>
                  <a:gd name="connsiteY8" fmla="*/ 66667 h 132100"/>
                  <a:gd name="connsiteX9" fmla="*/ 1845062 w 1911046"/>
                  <a:gd name="connsiteY9" fmla="*/ 132100 h 132100"/>
                  <a:gd name="connsiteX10" fmla="*/ 65984 w 1911046"/>
                  <a:gd name="connsiteY10" fmla="*/ 132100 h 132100"/>
                  <a:gd name="connsiteX11" fmla="*/ 0 w 1911046"/>
                  <a:gd name="connsiteY11" fmla="*/ 66667 h 132100"/>
                  <a:gd name="connsiteX12" fmla="*/ 65984 w 1911046"/>
                  <a:gd name="connsiteY12" fmla="*/ 0 h 132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11046" h="132100">
                    <a:moveTo>
                      <a:pt x="65994" y="16201"/>
                    </a:moveTo>
                    <a:cubicBezTo>
                      <a:pt x="38606" y="16201"/>
                      <a:pt x="16196" y="39587"/>
                      <a:pt x="16196" y="66665"/>
                    </a:cubicBezTo>
                    <a:cubicBezTo>
                      <a:pt x="16196" y="93744"/>
                      <a:pt x="38606" y="115899"/>
                      <a:pt x="65994" y="115899"/>
                    </a:cubicBezTo>
                    <a:lnTo>
                      <a:pt x="1845052" y="115899"/>
                    </a:lnTo>
                    <a:cubicBezTo>
                      <a:pt x="1872440" y="115899"/>
                      <a:pt x="1894850" y="93744"/>
                      <a:pt x="1894850" y="66665"/>
                    </a:cubicBezTo>
                    <a:cubicBezTo>
                      <a:pt x="1894850" y="39587"/>
                      <a:pt x="1872440" y="16201"/>
                      <a:pt x="1845052" y="16201"/>
                    </a:cubicBezTo>
                    <a:close/>
                    <a:moveTo>
                      <a:pt x="65984" y="0"/>
                    </a:moveTo>
                    <a:lnTo>
                      <a:pt x="1845062" y="0"/>
                    </a:lnTo>
                    <a:cubicBezTo>
                      <a:pt x="1881166" y="0"/>
                      <a:pt x="1911046" y="29630"/>
                      <a:pt x="1911046" y="66667"/>
                    </a:cubicBezTo>
                    <a:cubicBezTo>
                      <a:pt x="1911046" y="103705"/>
                      <a:pt x="1881166" y="132100"/>
                      <a:pt x="1845062" y="132100"/>
                    </a:cubicBezTo>
                    <a:lnTo>
                      <a:pt x="65984" y="132100"/>
                    </a:lnTo>
                    <a:cubicBezTo>
                      <a:pt x="29880" y="132100"/>
                      <a:pt x="0" y="103705"/>
                      <a:pt x="0" y="66667"/>
                    </a:cubicBezTo>
                    <a:cubicBezTo>
                      <a:pt x="0" y="29630"/>
                      <a:pt x="29880" y="0"/>
                      <a:pt x="659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BB2384A4-D0B7-E14F-9BD6-9376F9EC6BD6}"/>
                  </a:ext>
                </a:extLst>
              </p:cNvPr>
              <p:cNvSpPr/>
              <p:nvPr/>
            </p:nvSpPr>
            <p:spPr>
              <a:xfrm>
                <a:off x="20078429" y="11633551"/>
                <a:ext cx="243427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55" h="14">
                    <a:moveTo>
                      <a:pt x="1948" y="14"/>
                    </a:moveTo>
                    <a:lnTo>
                      <a:pt x="8" y="14"/>
                    </a:lnTo>
                    <a:cubicBezTo>
                      <a:pt x="4" y="14"/>
                      <a:pt x="0" y="10"/>
                      <a:pt x="0" y="7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1948" y="0"/>
                    </a:lnTo>
                    <a:cubicBezTo>
                      <a:pt x="1952" y="0"/>
                      <a:pt x="1955" y="3"/>
                      <a:pt x="1955" y="7"/>
                    </a:cubicBezTo>
                    <a:cubicBezTo>
                      <a:pt x="1955" y="10"/>
                      <a:pt x="1952" y="14"/>
                      <a:pt x="1948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BBD83767-FD98-5444-99C9-FBB6139B2B59}"/>
                  </a:ext>
                </a:extLst>
              </p:cNvPr>
              <p:cNvSpPr/>
              <p:nvPr/>
            </p:nvSpPr>
            <p:spPr>
              <a:xfrm>
                <a:off x="20078429" y="11769390"/>
                <a:ext cx="2434277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55" h="15">
                    <a:moveTo>
                      <a:pt x="1948" y="15"/>
                    </a:moveTo>
                    <a:lnTo>
                      <a:pt x="8" y="15"/>
                    </a:lnTo>
                    <a:cubicBezTo>
                      <a:pt x="4" y="15"/>
                      <a:pt x="0" y="11"/>
                      <a:pt x="0" y="7"/>
                    </a:cubicBezTo>
                    <a:cubicBezTo>
                      <a:pt x="0" y="4"/>
                      <a:pt x="4" y="0"/>
                      <a:pt x="8" y="0"/>
                    </a:cubicBezTo>
                    <a:lnTo>
                      <a:pt x="1948" y="0"/>
                    </a:lnTo>
                    <a:cubicBezTo>
                      <a:pt x="1952" y="0"/>
                      <a:pt x="1955" y="4"/>
                      <a:pt x="1955" y="7"/>
                    </a:cubicBezTo>
                    <a:cubicBezTo>
                      <a:pt x="1955" y="11"/>
                      <a:pt x="1952" y="15"/>
                      <a:pt x="1948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3A808F58-4E5E-5A4B-B335-E1949493DCA0}"/>
                  </a:ext>
                </a:extLst>
              </p:cNvPr>
              <p:cNvSpPr/>
              <p:nvPr/>
            </p:nvSpPr>
            <p:spPr>
              <a:xfrm>
                <a:off x="16901660" y="11402998"/>
                <a:ext cx="112121" cy="6106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" h="491">
                    <a:moveTo>
                      <a:pt x="91" y="491"/>
                    </a:moveTo>
                    <a:lnTo>
                      <a:pt x="0" y="491"/>
                    </a:lnTo>
                    <a:lnTo>
                      <a:pt x="0" y="0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3" name="Freeform 372">
                <a:extLst>
                  <a:ext uri="{FF2B5EF4-FFF2-40B4-BE49-F238E27FC236}">
                    <a16:creationId xmlns:a16="http://schemas.microsoft.com/office/drawing/2014/main" id="{FFD1FF74-2CB0-F140-85AA-00CCC1D5FF81}"/>
                  </a:ext>
                </a:extLst>
              </p:cNvPr>
              <p:cNvSpPr/>
              <p:nvPr/>
            </p:nvSpPr>
            <p:spPr>
              <a:xfrm>
                <a:off x="16894183" y="11395521"/>
                <a:ext cx="128318" cy="626853"/>
              </a:xfrm>
              <a:custGeom>
                <a:avLst/>
                <a:gdLst>
                  <a:gd name="connsiteX0" fmla="*/ 16196 w 128318"/>
                  <a:gd name="connsiteY0" fmla="*/ 17447 h 626853"/>
                  <a:gd name="connsiteX1" fmla="*/ 16196 w 128318"/>
                  <a:gd name="connsiteY1" fmla="*/ 609406 h 626853"/>
                  <a:gd name="connsiteX2" fmla="*/ 109630 w 128318"/>
                  <a:gd name="connsiteY2" fmla="*/ 609406 h 626853"/>
                  <a:gd name="connsiteX3" fmla="*/ 109630 w 128318"/>
                  <a:gd name="connsiteY3" fmla="*/ 17447 h 626853"/>
                  <a:gd name="connsiteX4" fmla="*/ 7404 w 128318"/>
                  <a:gd name="connsiteY4" fmla="*/ 0 h 626853"/>
                  <a:gd name="connsiteX5" fmla="*/ 119682 w 128318"/>
                  <a:gd name="connsiteY5" fmla="*/ 0 h 626853"/>
                  <a:gd name="connsiteX6" fmla="*/ 128318 w 128318"/>
                  <a:gd name="connsiteY6" fmla="*/ 7463 h 626853"/>
                  <a:gd name="connsiteX7" fmla="*/ 128318 w 128318"/>
                  <a:gd name="connsiteY7" fmla="*/ 618147 h 626853"/>
                  <a:gd name="connsiteX8" fmla="*/ 119682 w 128318"/>
                  <a:gd name="connsiteY8" fmla="*/ 626853 h 626853"/>
                  <a:gd name="connsiteX9" fmla="*/ 7404 w 128318"/>
                  <a:gd name="connsiteY9" fmla="*/ 626853 h 626853"/>
                  <a:gd name="connsiteX10" fmla="*/ 0 w 128318"/>
                  <a:gd name="connsiteY10" fmla="*/ 618147 h 626853"/>
                  <a:gd name="connsiteX11" fmla="*/ 0 w 128318"/>
                  <a:gd name="connsiteY11" fmla="*/ 7463 h 626853"/>
                  <a:gd name="connsiteX12" fmla="*/ 7404 w 128318"/>
                  <a:gd name="connsiteY12" fmla="*/ 0 h 626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8318" h="626853">
                    <a:moveTo>
                      <a:pt x="16196" y="17447"/>
                    </a:moveTo>
                    <a:lnTo>
                      <a:pt x="16196" y="609406"/>
                    </a:lnTo>
                    <a:lnTo>
                      <a:pt x="109630" y="609406"/>
                    </a:lnTo>
                    <a:lnTo>
                      <a:pt x="109630" y="17447"/>
                    </a:lnTo>
                    <a:close/>
                    <a:moveTo>
                      <a:pt x="7404" y="0"/>
                    </a:moveTo>
                    <a:lnTo>
                      <a:pt x="119682" y="0"/>
                    </a:lnTo>
                    <a:cubicBezTo>
                      <a:pt x="123382" y="0"/>
                      <a:pt x="128318" y="3731"/>
                      <a:pt x="128318" y="7463"/>
                    </a:cubicBezTo>
                    <a:lnTo>
                      <a:pt x="128318" y="618147"/>
                    </a:lnTo>
                    <a:cubicBezTo>
                      <a:pt x="128318" y="621878"/>
                      <a:pt x="123382" y="626853"/>
                      <a:pt x="119682" y="626853"/>
                    </a:cubicBezTo>
                    <a:lnTo>
                      <a:pt x="7404" y="626853"/>
                    </a:lnTo>
                    <a:cubicBezTo>
                      <a:pt x="2468" y="626853"/>
                      <a:pt x="0" y="621878"/>
                      <a:pt x="0" y="618147"/>
                    </a:cubicBezTo>
                    <a:lnTo>
                      <a:pt x="0" y="7463"/>
                    </a:lnTo>
                    <a:cubicBezTo>
                      <a:pt x="0" y="3731"/>
                      <a:pt x="2468" y="0"/>
                      <a:pt x="74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278" name="Rounded Rectangle 277">
            <a:extLst>
              <a:ext uri="{FF2B5EF4-FFF2-40B4-BE49-F238E27FC236}">
                <a16:creationId xmlns:a16="http://schemas.microsoft.com/office/drawing/2014/main" id="{A1A81A4C-B745-D64A-933B-A0A5A83B7032}"/>
              </a:ext>
            </a:extLst>
          </p:cNvPr>
          <p:cNvSpPr/>
          <p:nvPr/>
        </p:nvSpPr>
        <p:spPr>
          <a:xfrm>
            <a:off x="1808893" y="3823432"/>
            <a:ext cx="1048957" cy="3080675"/>
          </a:xfrm>
          <a:prstGeom prst="roundRect">
            <a:avLst/>
          </a:pr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79" name="Rounded Rectangle 278">
            <a:extLst>
              <a:ext uri="{FF2B5EF4-FFF2-40B4-BE49-F238E27FC236}">
                <a16:creationId xmlns:a16="http://schemas.microsoft.com/office/drawing/2014/main" id="{339992B5-C1CE-3648-A3ED-F00077B51EB8}"/>
              </a:ext>
            </a:extLst>
          </p:cNvPr>
          <p:cNvSpPr/>
          <p:nvPr/>
        </p:nvSpPr>
        <p:spPr>
          <a:xfrm>
            <a:off x="1503674" y="4159914"/>
            <a:ext cx="5456568" cy="2661942"/>
          </a:xfrm>
          <a:prstGeom prst="roundRect">
            <a:avLst/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45" name="Round Same Side Corner Rectangle 344">
            <a:extLst>
              <a:ext uri="{FF2B5EF4-FFF2-40B4-BE49-F238E27FC236}">
                <a16:creationId xmlns:a16="http://schemas.microsoft.com/office/drawing/2014/main" id="{5EC0940E-5597-BC43-92DC-C098FC2A47F5}"/>
              </a:ext>
            </a:extLst>
          </p:cNvPr>
          <p:cNvSpPr/>
          <p:nvPr/>
        </p:nvSpPr>
        <p:spPr>
          <a:xfrm>
            <a:off x="1681819" y="3950544"/>
            <a:ext cx="1047711" cy="424964"/>
          </a:xfrm>
          <a:prstGeom prst="round2SameRect">
            <a:avLst>
              <a:gd name="adj1" fmla="val 32036"/>
              <a:gd name="adj2" fmla="val 0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47" name="Round Same Side Corner Rectangle 346">
            <a:extLst>
              <a:ext uri="{FF2B5EF4-FFF2-40B4-BE49-F238E27FC236}">
                <a16:creationId xmlns:a16="http://schemas.microsoft.com/office/drawing/2014/main" id="{4A742689-043A-8640-A107-3298CC8CC865}"/>
              </a:ext>
            </a:extLst>
          </p:cNvPr>
          <p:cNvSpPr/>
          <p:nvPr/>
        </p:nvSpPr>
        <p:spPr>
          <a:xfrm>
            <a:off x="1681819" y="5373741"/>
            <a:ext cx="1047711" cy="1658731"/>
          </a:xfrm>
          <a:prstGeom prst="round2SameRect">
            <a:avLst>
              <a:gd name="adj1" fmla="val 0"/>
              <a:gd name="adj2" fmla="val 16364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44" name="Freeform 343">
            <a:extLst>
              <a:ext uri="{FF2B5EF4-FFF2-40B4-BE49-F238E27FC236}">
                <a16:creationId xmlns:a16="http://schemas.microsoft.com/office/drawing/2014/main" id="{49DBF477-5E13-184F-A6A8-2DF8422A0CCA}"/>
              </a:ext>
            </a:extLst>
          </p:cNvPr>
          <p:cNvSpPr/>
          <p:nvPr/>
        </p:nvSpPr>
        <p:spPr>
          <a:xfrm>
            <a:off x="1921014" y="5894665"/>
            <a:ext cx="569327" cy="616884"/>
          </a:xfrm>
          <a:custGeom>
            <a:avLst/>
            <a:gdLst>
              <a:gd name="connsiteX0" fmla="*/ 138283 w 569327"/>
              <a:gd name="connsiteY0" fmla="*/ 508461 h 616884"/>
              <a:gd name="connsiteX1" fmla="*/ 138283 w 569327"/>
              <a:gd name="connsiteY1" fmla="*/ 594503 h 616884"/>
              <a:gd name="connsiteX2" fmla="*/ 141941 w 569327"/>
              <a:gd name="connsiteY2" fmla="*/ 598190 h 616884"/>
              <a:gd name="connsiteX3" fmla="*/ 145599 w 569327"/>
              <a:gd name="connsiteY3" fmla="*/ 596961 h 616884"/>
              <a:gd name="connsiteX4" fmla="*/ 160230 w 569327"/>
              <a:gd name="connsiteY4" fmla="*/ 579753 h 616884"/>
              <a:gd name="connsiteX5" fmla="*/ 166326 w 569327"/>
              <a:gd name="connsiteY5" fmla="*/ 577294 h 616884"/>
              <a:gd name="connsiteX6" fmla="*/ 173642 w 569327"/>
              <a:gd name="connsiteY6" fmla="*/ 579753 h 616884"/>
              <a:gd name="connsiteX7" fmla="*/ 187054 w 569327"/>
              <a:gd name="connsiteY7" fmla="*/ 595732 h 616884"/>
              <a:gd name="connsiteX8" fmla="*/ 191931 w 569327"/>
              <a:gd name="connsiteY8" fmla="*/ 596961 h 616884"/>
              <a:gd name="connsiteX9" fmla="*/ 195589 w 569327"/>
              <a:gd name="connsiteY9" fmla="*/ 593274 h 616884"/>
              <a:gd name="connsiteX10" fmla="*/ 195589 w 569327"/>
              <a:gd name="connsiteY10" fmla="*/ 508461 h 616884"/>
              <a:gd name="connsiteX11" fmla="*/ 138283 w 569327"/>
              <a:gd name="connsiteY11" fmla="*/ 508461 h 616884"/>
              <a:gd name="connsiteX12" fmla="*/ 63387 w 569327"/>
              <a:gd name="connsiteY12" fmla="*/ 474813 h 616884"/>
              <a:gd name="connsiteX13" fmla="*/ 18684 w 569327"/>
              <a:gd name="connsiteY13" fmla="*/ 500427 h 616884"/>
              <a:gd name="connsiteX14" fmla="*/ 18684 w 569327"/>
              <a:gd name="connsiteY14" fmla="*/ 501647 h 616884"/>
              <a:gd name="connsiteX15" fmla="*/ 18684 w 569327"/>
              <a:gd name="connsiteY15" fmla="*/ 504087 h 616884"/>
              <a:gd name="connsiteX16" fmla="*/ 63387 w 569327"/>
              <a:gd name="connsiteY16" fmla="*/ 532140 h 616884"/>
              <a:gd name="connsiteX17" fmla="*/ 120507 w 569327"/>
              <a:gd name="connsiteY17" fmla="*/ 532140 h 616884"/>
              <a:gd name="connsiteX18" fmla="*/ 120507 w 569327"/>
              <a:gd name="connsiteY18" fmla="*/ 507746 h 616884"/>
              <a:gd name="connsiteX19" fmla="*/ 111815 w 569327"/>
              <a:gd name="connsiteY19" fmla="*/ 507746 h 616884"/>
              <a:gd name="connsiteX20" fmla="*/ 110573 w 569327"/>
              <a:gd name="connsiteY20" fmla="*/ 507746 h 616884"/>
              <a:gd name="connsiteX21" fmla="*/ 108090 w 569327"/>
              <a:gd name="connsiteY21" fmla="*/ 507746 h 616884"/>
              <a:gd name="connsiteX22" fmla="*/ 101881 w 569327"/>
              <a:gd name="connsiteY22" fmla="*/ 497988 h 616884"/>
              <a:gd name="connsiteX23" fmla="*/ 129200 w 569327"/>
              <a:gd name="connsiteY23" fmla="*/ 490670 h 616884"/>
              <a:gd name="connsiteX24" fmla="*/ 144100 w 569327"/>
              <a:gd name="connsiteY24" fmla="*/ 490670 h 616884"/>
              <a:gd name="connsiteX25" fmla="*/ 204946 w 569327"/>
              <a:gd name="connsiteY25" fmla="*/ 490670 h 616884"/>
              <a:gd name="connsiteX26" fmla="*/ 206188 w 569327"/>
              <a:gd name="connsiteY26" fmla="*/ 490670 h 616884"/>
              <a:gd name="connsiteX27" fmla="*/ 217364 w 569327"/>
              <a:gd name="connsiteY27" fmla="*/ 490670 h 616884"/>
              <a:gd name="connsiteX28" fmla="*/ 322912 w 569327"/>
              <a:gd name="connsiteY28" fmla="*/ 490670 h 616884"/>
              <a:gd name="connsiteX29" fmla="*/ 331604 w 569327"/>
              <a:gd name="connsiteY29" fmla="*/ 500427 h 616884"/>
              <a:gd name="connsiteX30" fmla="*/ 322912 w 569327"/>
              <a:gd name="connsiteY30" fmla="*/ 507746 h 616884"/>
              <a:gd name="connsiteX31" fmla="*/ 213638 w 569327"/>
              <a:gd name="connsiteY31" fmla="*/ 507746 h 616884"/>
              <a:gd name="connsiteX32" fmla="*/ 213638 w 569327"/>
              <a:gd name="connsiteY32" fmla="*/ 532140 h 616884"/>
              <a:gd name="connsiteX33" fmla="*/ 401142 w 569327"/>
              <a:gd name="connsiteY33" fmla="*/ 532140 h 616884"/>
              <a:gd name="connsiteX34" fmla="*/ 397417 w 569327"/>
              <a:gd name="connsiteY34" fmla="*/ 527261 h 616884"/>
              <a:gd name="connsiteX35" fmla="*/ 388725 w 569327"/>
              <a:gd name="connsiteY35" fmla="*/ 501647 h 616884"/>
              <a:gd name="connsiteX36" fmla="*/ 401142 w 569327"/>
              <a:gd name="connsiteY36" fmla="*/ 474813 h 616884"/>
              <a:gd name="connsiteX37" fmla="*/ 464556 w 569327"/>
              <a:gd name="connsiteY37" fmla="*/ 400039 h 616884"/>
              <a:gd name="connsiteX38" fmla="*/ 523390 w 569327"/>
              <a:gd name="connsiteY38" fmla="*/ 400039 h 616884"/>
              <a:gd name="connsiteX39" fmla="*/ 533195 w 569327"/>
              <a:gd name="connsiteY39" fmla="*/ 408140 h 616884"/>
              <a:gd name="connsiteX40" fmla="*/ 523390 w 569327"/>
              <a:gd name="connsiteY40" fmla="*/ 416240 h 616884"/>
              <a:gd name="connsiteX41" fmla="*/ 464556 w 569327"/>
              <a:gd name="connsiteY41" fmla="*/ 416240 h 616884"/>
              <a:gd name="connsiteX42" fmla="*/ 457202 w 569327"/>
              <a:gd name="connsiteY42" fmla="*/ 408140 h 616884"/>
              <a:gd name="connsiteX43" fmla="*/ 464556 w 569327"/>
              <a:gd name="connsiteY43" fmla="*/ 400039 h 616884"/>
              <a:gd name="connsiteX44" fmla="*/ 464556 w 569327"/>
              <a:gd name="connsiteY44" fmla="*/ 342713 h 616884"/>
              <a:gd name="connsiteX45" fmla="*/ 523390 w 569327"/>
              <a:gd name="connsiteY45" fmla="*/ 342713 h 616884"/>
              <a:gd name="connsiteX46" fmla="*/ 533195 w 569327"/>
              <a:gd name="connsiteY46" fmla="*/ 350814 h 616884"/>
              <a:gd name="connsiteX47" fmla="*/ 523390 w 569327"/>
              <a:gd name="connsiteY47" fmla="*/ 358914 h 616884"/>
              <a:gd name="connsiteX48" fmla="*/ 464556 w 569327"/>
              <a:gd name="connsiteY48" fmla="*/ 358914 h 616884"/>
              <a:gd name="connsiteX49" fmla="*/ 457202 w 569327"/>
              <a:gd name="connsiteY49" fmla="*/ 350814 h 616884"/>
              <a:gd name="connsiteX50" fmla="*/ 464556 w 569327"/>
              <a:gd name="connsiteY50" fmla="*/ 342713 h 616884"/>
              <a:gd name="connsiteX51" fmla="*/ 464556 w 569327"/>
              <a:gd name="connsiteY51" fmla="*/ 285386 h 616884"/>
              <a:gd name="connsiteX52" fmla="*/ 523390 w 569327"/>
              <a:gd name="connsiteY52" fmla="*/ 285386 h 616884"/>
              <a:gd name="connsiteX53" fmla="*/ 533195 w 569327"/>
              <a:gd name="connsiteY53" fmla="*/ 294644 h 616884"/>
              <a:gd name="connsiteX54" fmla="*/ 523390 w 569327"/>
              <a:gd name="connsiteY54" fmla="*/ 301587 h 616884"/>
              <a:gd name="connsiteX55" fmla="*/ 464556 w 569327"/>
              <a:gd name="connsiteY55" fmla="*/ 301587 h 616884"/>
              <a:gd name="connsiteX56" fmla="*/ 457202 w 569327"/>
              <a:gd name="connsiteY56" fmla="*/ 294644 h 616884"/>
              <a:gd name="connsiteX57" fmla="*/ 464556 w 569327"/>
              <a:gd name="connsiteY57" fmla="*/ 285386 h 616884"/>
              <a:gd name="connsiteX58" fmla="*/ 464556 w 569327"/>
              <a:gd name="connsiteY58" fmla="*/ 226813 h 616884"/>
              <a:gd name="connsiteX59" fmla="*/ 523390 w 569327"/>
              <a:gd name="connsiteY59" fmla="*/ 226813 h 616884"/>
              <a:gd name="connsiteX60" fmla="*/ 533195 w 569327"/>
              <a:gd name="connsiteY60" fmla="*/ 236118 h 616884"/>
              <a:gd name="connsiteX61" fmla="*/ 523390 w 569327"/>
              <a:gd name="connsiteY61" fmla="*/ 244260 h 616884"/>
              <a:gd name="connsiteX62" fmla="*/ 464556 w 569327"/>
              <a:gd name="connsiteY62" fmla="*/ 244260 h 616884"/>
              <a:gd name="connsiteX63" fmla="*/ 457202 w 569327"/>
              <a:gd name="connsiteY63" fmla="*/ 236118 h 616884"/>
              <a:gd name="connsiteX64" fmla="*/ 464556 w 569327"/>
              <a:gd name="connsiteY64" fmla="*/ 226813 h 616884"/>
              <a:gd name="connsiteX65" fmla="*/ 238584 w 569327"/>
              <a:gd name="connsiteY65" fmla="*/ 198150 h 616884"/>
              <a:gd name="connsiteX66" fmla="*/ 214276 w 569327"/>
              <a:gd name="connsiteY66" fmla="*/ 223698 h 616884"/>
              <a:gd name="connsiteX67" fmla="*/ 238584 w 569327"/>
              <a:gd name="connsiteY67" fmla="*/ 249245 h 616884"/>
              <a:gd name="connsiteX68" fmla="*/ 264108 w 569327"/>
              <a:gd name="connsiteY68" fmla="*/ 223698 h 616884"/>
              <a:gd name="connsiteX69" fmla="*/ 238584 w 569327"/>
              <a:gd name="connsiteY69" fmla="*/ 198150 h 616884"/>
              <a:gd name="connsiteX70" fmla="*/ 238587 w 569327"/>
              <a:gd name="connsiteY70" fmla="*/ 180703 h 616884"/>
              <a:gd name="connsiteX71" fmla="*/ 282795 w 569327"/>
              <a:gd name="connsiteY71" fmla="*/ 223698 h 616884"/>
              <a:gd name="connsiteX72" fmla="*/ 238587 w 569327"/>
              <a:gd name="connsiteY72" fmla="*/ 266693 h 616884"/>
              <a:gd name="connsiteX73" fmla="*/ 196835 w 569327"/>
              <a:gd name="connsiteY73" fmla="*/ 223698 h 616884"/>
              <a:gd name="connsiteX74" fmla="*/ 238587 w 569327"/>
              <a:gd name="connsiteY74" fmla="*/ 180703 h 616884"/>
              <a:gd name="connsiteX75" fmla="*/ 232373 w 569327"/>
              <a:gd name="connsiteY75" fmla="*/ 133346 h 616884"/>
              <a:gd name="connsiteX76" fmla="*/ 221235 w 569327"/>
              <a:gd name="connsiteY76" fmla="*/ 142012 h 616884"/>
              <a:gd name="connsiteX77" fmla="*/ 205146 w 569327"/>
              <a:gd name="connsiteY77" fmla="*/ 160583 h 616884"/>
              <a:gd name="connsiteX78" fmla="*/ 180394 w 569327"/>
              <a:gd name="connsiteY78" fmla="*/ 160583 h 616884"/>
              <a:gd name="connsiteX79" fmla="*/ 166780 w 569327"/>
              <a:gd name="connsiteY79" fmla="*/ 164297 h 616884"/>
              <a:gd name="connsiteX80" fmla="*/ 165543 w 569327"/>
              <a:gd name="connsiteY80" fmla="*/ 179153 h 616884"/>
              <a:gd name="connsiteX81" fmla="*/ 168018 w 569327"/>
              <a:gd name="connsiteY81" fmla="*/ 202676 h 616884"/>
              <a:gd name="connsiteX82" fmla="*/ 150692 w 569327"/>
              <a:gd name="connsiteY82" fmla="*/ 220009 h 616884"/>
              <a:gd name="connsiteX83" fmla="*/ 143266 w 569327"/>
              <a:gd name="connsiteY83" fmla="*/ 232389 h 616884"/>
              <a:gd name="connsiteX84" fmla="*/ 151929 w 569327"/>
              <a:gd name="connsiteY84" fmla="*/ 243531 h 616884"/>
              <a:gd name="connsiteX85" fmla="*/ 170493 w 569327"/>
              <a:gd name="connsiteY85" fmla="*/ 259626 h 616884"/>
              <a:gd name="connsiteX86" fmla="*/ 171731 w 569327"/>
              <a:gd name="connsiteY86" fmla="*/ 284386 h 616884"/>
              <a:gd name="connsiteX87" fmla="*/ 174206 w 569327"/>
              <a:gd name="connsiteY87" fmla="*/ 296767 h 616884"/>
              <a:gd name="connsiteX88" fmla="*/ 189057 w 569327"/>
              <a:gd name="connsiteY88" fmla="*/ 299243 h 616884"/>
              <a:gd name="connsiteX89" fmla="*/ 203908 w 569327"/>
              <a:gd name="connsiteY89" fmla="*/ 295529 h 616884"/>
              <a:gd name="connsiteX90" fmla="*/ 213809 w 569327"/>
              <a:gd name="connsiteY90" fmla="*/ 296767 h 616884"/>
              <a:gd name="connsiteX91" fmla="*/ 231136 w 569327"/>
              <a:gd name="connsiteY91" fmla="*/ 312861 h 616884"/>
              <a:gd name="connsiteX92" fmla="*/ 242274 w 569327"/>
              <a:gd name="connsiteY92" fmla="*/ 321527 h 616884"/>
              <a:gd name="connsiteX93" fmla="*/ 253412 w 569327"/>
              <a:gd name="connsiteY93" fmla="*/ 312861 h 616884"/>
              <a:gd name="connsiteX94" fmla="*/ 269501 w 569327"/>
              <a:gd name="connsiteY94" fmla="*/ 294291 h 616884"/>
              <a:gd name="connsiteX95" fmla="*/ 293016 w 569327"/>
              <a:gd name="connsiteY95" fmla="*/ 293052 h 616884"/>
              <a:gd name="connsiteX96" fmla="*/ 307867 w 569327"/>
              <a:gd name="connsiteY96" fmla="*/ 289338 h 616884"/>
              <a:gd name="connsiteX97" fmla="*/ 309104 w 569327"/>
              <a:gd name="connsiteY97" fmla="*/ 275720 h 616884"/>
              <a:gd name="connsiteX98" fmla="*/ 306629 w 569327"/>
              <a:gd name="connsiteY98" fmla="*/ 250959 h 616884"/>
              <a:gd name="connsiteX99" fmla="*/ 323956 w 569327"/>
              <a:gd name="connsiteY99" fmla="*/ 233627 h 616884"/>
              <a:gd name="connsiteX100" fmla="*/ 331381 w 569327"/>
              <a:gd name="connsiteY100" fmla="*/ 221247 h 616884"/>
              <a:gd name="connsiteX101" fmla="*/ 322718 w 569327"/>
              <a:gd name="connsiteY101" fmla="*/ 211342 h 616884"/>
              <a:gd name="connsiteX102" fmla="*/ 304154 w 569327"/>
              <a:gd name="connsiteY102" fmla="*/ 195248 h 616884"/>
              <a:gd name="connsiteX103" fmla="*/ 304154 w 569327"/>
              <a:gd name="connsiteY103" fmla="*/ 171725 h 616884"/>
              <a:gd name="connsiteX104" fmla="*/ 300441 w 569327"/>
              <a:gd name="connsiteY104" fmla="*/ 156869 h 616884"/>
              <a:gd name="connsiteX105" fmla="*/ 285590 w 569327"/>
              <a:gd name="connsiteY105" fmla="*/ 154393 h 616884"/>
              <a:gd name="connsiteX106" fmla="*/ 262076 w 569327"/>
              <a:gd name="connsiteY106" fmla="*/ 158107 h 616884"/>
              <a:gd name="connsiteX107" fmla="*/ 244749 w 569327"/>
              <a:gd name="connsiteY107" fmla="*/ 140774 h 616884"/>
              <a:gd name="connsiteX108" fmla="*/ 232373 w 569327"/>
              <a:gd name="connsiteY108" fmla="*/ 133346 h 616884"/>
              <a:gd name="connsiteX109" fmla="*/ 485509 w 569327"/>
              <a:gd name="connsiteY109" fmla="*/ 132100 h 616884"/>
              <a:gd name="connsiteX110" fmla="*/ 474647 w 569327"/>
              <a:gd name="connsiteY110" fmla="*/ 145393 h 616884"/>
              <a:gd name="connsiteX111" fmla="*/ 474647 w 569327"/>
              <a:gd name="connsiteY111" fmla="*/ 159895 h 616884"/>
              <a:gd name="connsiteX112" fmla="*/ 485509 w 569327"/>
              <a:gd name="connsiteY112" fmla="*/ 171979 h 616884"/>
              <a:gd name="connsiteX113" fmla="*/ 501198 w 569327"/>
              <a:gd name="connsiteY113" fmla="*/ 171979 h 616884"/>
              <a:gd name="connsiteX114" fmla="*/ 513267 w 569327"/>
              <a:gd name="connsiteY114" fmla="*/ 159895 h 616884"/>
              <a:gd name="connsiteX115" fmla="*/ 513267 w 569327"/>
              <a:gd name="connsiteY115" fmla="*/ 145393 h 616884"/>
              <a:gd name="connsiteX116" fmla="*/ 501198 w 569327"/>
              <a:gd name="connsiteY116" fmla="*/ 132100 h 616884"/>
              <a:gd name="connsiteX117" fmla="*/ 485386 w 569327"/>
              <a:gd name="connsiteY117" fmla="*/ 114653 h 616884"/>
              <a:gd name="connsiteX118" fmla="*/ 501316 w 569327"/>
              <a:gd name="connsiteY118" fmla="*/ 114653 h 616884"/>
              <a:gd name="connsiteX119" fmla="*/ 531950 w 569327"/>
              <a:gd name="connsiteY119" fmla="*/ 145298 h 616884"/>
              <a:gd name="connsiteX120" fmla="*/ 531950 w 569327"/>
              <a:gd name="connsiteY120" fmla="*/ 160008 h 616884"/>
              <a:gd name="connsiteX121" fmla="*/ 501316 w 569327"/>
              <a:gd name="connsiteY121" fmla="*/ 189427 h 616884"/>
              <a:gd name="connsiteX122" fmla="*/ 485386 w 569327"/>
              <a:gd name="connsiteY122" fmla="*/ 189427 h 616884"/>
              <a:gd name="connsiteX123" fmla="*/ 457202 w 569327"/>
              <a:gd name="connsiteY123" fmla="*/ 160008 h 616884"/>
              <a:gd name="connsiteX124" fmla="*/ 457202 w 569327"/>
              <a:gd name="connsiteY124" fmla="*/ 145298 h 616884"/>
              <a:gd name="connsiteX125" fmla="*/ 485386 w 569327"/>
              <a:gd name="connsiteY125" fmla="*/ 114653 h 616884"/>
              <a:gd name="connsiteX126" fmla="*/ 231129 w 569327"/>
              <a:gd name="connsiteY126" fmla="*/ 114653 h 616884"/>
              <a:gd name="connsiteX127" fmla="*/ 260862 w 569327"/>
              <a:gd name="connsiteY127" fmla="*/ 132004 h 616884"/>
              <a:gd name="connsiteX128" fmla="*/ 268295 w 569327"/>
              <a:gd name="connsiteY128" fmla="*/ 139439 h 616884"/>
              <a:gd name="connsiteX129" fmla="*/ 278206 w 569327"/>
              <a:gd name="connsiteY129" fmla="*/ 138200 h 616884"/>
              <a:gd name="connsiteX130" fmla="*/ 311656 w 569327"/>
              <a:gd name="connsiteY130" fmla="*/ 141918 h 616884"/>
              <a:gd name="connsiteX131" fmla="*/ 320328 w 569327"/>
              <a:gd name="connsiteY131" fmla="*/ 175379 h 616884"/>
              <a:gd name="connsiteX132" fmla="*/ 320328 w 569327"/>
              <a:gd name="connsiteY132" fmla="*/ 186533 h 616884"/>
              <a:gd name="connsiteX133" fmla="*/ 327761 w 569327"/>
              <a:gd name="connsiteY133" fmla="*/ 192729 h 616884"/>
              <a:gd name="connsiteX134" fmla="*/ 348822 w 569327"/>
              <a:gd name="connsiteY134" fmla="*/ 219994 h 616884"/>
              <a:gd name="connsiteX135" fmla="*/ 330239 w 569327"/>
              <a:gd name="connsiteY135" fmla="*/ 249738 h 616884"/>
              <a:gd name="connsiteX136" fmla="*/ 324045 w 569327"/>
              <a:gd name="connsiteY136" fmla="*/ 255934 h 616884"/>
              <a:gd name="connsiteX137" fmla="*/ 325284 w 569327"/>
              <a:gd name="connsiteY137" fmla="*/ 265849 h 616884"/>
              <a:gd name="connsiteX138" fmla="*/ 320328 w 569327"/>
              <a:gd name="connsiteY138" fmla="*/ 300549 h 616884"/>
              <a:gd name="connsiteX139" fmla="*/ 288117 w 569327"/>
              <a:gd name="connsiteY139" fmla="*/ 307985 h 616884"/>
              <a:gd name="connsiteX140" fmla="*/ 276968 w 569327"/>
              <a:gd name="connsiteY140" fmla="*/ 307985 h 616884"/>
              <a:gd name="connsiteX141" fmla="*/ 270773 w 569327"/>
              <a:gd name="connsiteY141" fmla="*/ 315421 h 616884"/>
              <a:gd name="connsiteX142" fmla="*/ 243518 w 569327"/>
              <a:gd name="connsiteY142" fmla="*/ 337728 h 616884"/>
              <a:gd name="connsiteX143" fmla="*/ 242279 w 569327"/>
              <a:gd name="connsiteY143" fmla="*/ 337728 h 616884"/>
              <a:gd name="connsiteX144" fmla="*/ 213785 w 569327"/>
              <a:gd name="connsiteY144" fmla="*/ 319139 h 616884"/>
              <a:gd name="connsiteX145" fmla="*/ 207591 w 569327"/>
              <a:gd name="connsiteY145" fmla="*/ 311703 h 616884"/>
              <a:gd name="connsiteX146" fmla="*/ 197680 w 569327"/>
              <a:gd name="connsiteY146" fmla="*/ 314181 h 616884"/>
              <a:gd name="connsiteX147" fmla="*/ 162991 w 569327"/>
              <a:gd name="connsiteY147" fmla="*/ 309224 h 616884"/>
              <a:gd name="connsiteX148" fmla="*/ 155558 w 569327"/>
              <a:gd name="connsiteY148" fmla="*/ 275763 h 616884"/>
              <a:gd name="connsiteX149" fmla="*/ 155558 w 569327"/>
              <a:gd name="connsiteY149" fmla="*/ 265849 h 616884"/>
              <a:gd name="connsiteX150" fmla="*/ 148125 w 569327"/>
              <a:gd name="connsiteY150" fmla="*/ 258413 h 616884"/>
              <a:gd name="connsiteX151" fmla="*/ 125825 w 569327"/>
              <a:gd name="connsiteY151" fmla="*/ 231148 h 616884"/>
              <a:gd name="connsiteX152" fmla="*/ 144408 w 569327"/>
              <a:gd name="connsiteY152" fmla="*/ 202644 h 616884"/>
              <a:gd name="connsiteX153" fmla="*/ 150603 w 569327"/>
              <a:gd name="connsiteY153" fmla="*/ 195208 h 616884"/>
              <a:gd name="connsiteX154" fmla="*/ 149364 w 569327"/>
              <a:gd name="connsiteY154" fmla="*/ 185294 h 616884"/>
              <a:gd name="connsiteX155" fmla="*/ 154319 w 569327"/>
              <a:gd name="connsiteY155" fmla="*/ 151832 h 616884"/>
              <a:gd name="connsiteX156" fmla="*/ 187769 w 569327"/>
              <a:gd name="connsiteY156" fmla="*/ 143157 h 616884"/>
              <a:gd name="connsiteX157" fmla="*/ 197680 w 569327"/>
              <a:gd name="connsiteY157" fmla="*/ 143157 h 616884"/>
              <a:gd name="connsiteX158" fmla="*/ 203874 w 569327"/>
              <a:gd name="connsiteY158" fmla="*/ 135721 h 616884"/>
              <a:gd name="connsiteX159" fmla="*/ 231129 w 569327"/>
              <a:gd name="connsiteY159" fmla="*/ 114653 h 616884"/>
              <a:gd name="connsiteX160" fmla="*/ 437015 w 569327"/>
              <a:gd name="connsiteY160" fmla="*/ 74773 h 616884"/>
              <a:gd name="connsiteX161" fmla="*/ 437015 w 569327"/>
              <a:gd name="connsiteY161" fmla="*/ 463738 h 616884"/>
              <a:gd name="connsiteX162" fmla="*/ 430839 w 569327"/>
              <a:gd name="connsiteY162" fmla="*/ 472437 h 616884"/>
              <a:gd name="connsiteX163" fmla="*/ 429604 w 569327"/>
              <a:gd name="connsiteY163" fmla="*/ 472437 h 616884"/>
              <a:gd name="connsiteX164" fmla="*/ 407371 w 569327"/>
              <a:gd name="connsiteY164" fmla="*/ 502262 h 616884"/>
              <a:gd name="connsiteX165" fmla="*/ 409841 w 569327"/>
              <a:gd name="connsiteY165" fmla="*/ 513446 h 616884"/>
              <a:gd name="connsiteX166" fmla="*/ 524710 w 569327"/>
              <a:gd name="connsiteY166" fmla="*/ 513446 h 616884"/>
              <a:gd name="connsiteX167" fmla="*/ 551883 w 569327"/>
              <a:gd name="connsiteY167" fmla="*/ 493563 h 616884"/>
              <a:gd name="connsiteX168" fmla="*/ 551883 w 569327"/>
              <a:gd name="connsiteY168" fmla="*/ 76016 h 616884"/>
              <a:gd name="connsiteX169" fmla="*/ 551883 w 569327"/>
              <a:gd name="connsiteY169" fmla="*/ 74773 h 616884"/>
              <a:gd name="connsiteX170" fmla="*/ 549413 w 569327"/>
              <a:gd name="connsiteY170" fmla="*/ 74773 h 616884"/>
              <a:gd name="connsiteX171" fmla="*/ 67119 w 569327"/>
              <a:gd name="connsiteY171" fmla="*/ 17443 h 616884"/>
              <a:gd name="connsiteX172" fmla="*/ 18684 w 569327"/>
              <a:gd name="connsiteY172" fmla="*/ 64670 h 616884"/>
              <a:gd name="connsiteX173" fmla="*/ 18684 w 569327"/>
              <a:gd name="connsiteY173" fmla="*/ 469824 h 616884"/>
              <a:gd name="connsiteX174" fmla="*/ 63393 w 569327"/>
              <a:gd name="connsiteY174" fmla="*/ 456153 h 616884"/>
              <a:gd name="connsiteX175" fmla="*/ 418583 w 569327"/>
              <a:gd name="connsiteY175" fmla="*/ 456153 h 616884"/>
              <a:gd name="connsiteX176" fmla="*/ 418583 w 569327"/>
              <a:gd name="connsiteY176" fmla="*/ 38571 h 616884"/>
              <a:gd name="connsiteX177" fmla="*/ 394987 w 569327"/>
              <a:gd name="connsiteY177" fmla="*/ 17443 h 616884"/>
              <a:gd name="connsiteX178" fmla="*/ 67126 w 569327"/>
              <a:gd name="connsiteY178" fmla="*/ 0 h 616884"/>
              <a:gd name="connsiteX179" fmla="*/ 395297 w 569327"/>
              <a:gd name="connsiteY179" fmla="*/ 0 h 616884"/>
              <a:gd name="connsiteX180" fmla="*/ 436318 w 569327"/>
              <a:gd name="connsiteY180" fmla="*/ 38555 h 616884"/>
              <a:gd name="connsiteX181" fmla="*/ 436318 w 569327"/>
              <a:gd name="connsiteY181" fmla="*/ 57211 h 616884"/>
              <a:gd name="connsiteX182" fmla="*/ 549438 w 569327"/>
              <a:gd name="connsiteY182" fmla="*/ 57211 h 616884"/>
              <a:gd name="connsiteX183" fmla="*/ 563112 w 569327"/>
              <a:gd name="connsiteY183" fmla="*/ 62186 h 616884"/>
              <a:gd name="connsiteX184" fmla="*/ 569327 w 569327"/>
              <a:gd name="connsiteY184" fmla="*/ 75867 h 616884"/>
              <a:gd name="connsiteX185" fmla="*/ 569327 w 569327"/>
              <a:gd name="connsiteY185" fmla="*/ 493756 h 616884"/>
              <a:gd name="connsiteX186" fmla="*/ 524577 w 569327"/>
              <a:gd name="connsiteY186" fmla="*/ 531068 h 616884"/>
              <a:gd name="connsiteX187" fmla="*/ 426374 w 569327"/>
              <a:gd name="connsiteY187" fmla="*/ 531068 h 616884"/>
              <a:gd name="connsiteX188" fmla="*/ 430103 w 569327"/>
              <a:gd name="connsiteY188" fmla="*/ 533555 h 616884"/>
              <a:gd name="connsiteX189" fmla="*/ 433832 w 569327"/>
              <a:gd name="connsiteY189" fmla="*/ 543505 h 616884"/>
              <a:gd name="connsiteX190" fmla="*/ 425131 w 569327"/>
              <a:gd name="connsiteY190" fmla="*/ 549723 h 616884"/>
              <a:gd name="connsiteX191" fmla="*/ 213809 w 569327"/>
              <a:gd name="connsiteY191" fmla="*/ 549723 h 616884"/>
              <a:gd name="connsiteX192" fmla="*/ 213809 w 569327"/>
              <a:gd name="connsiteY192" fmla="*/ 593254 h 616884"/>
              <a:gd name="connsiteX193" fmla="*/ 198892 w 569327"/>
              <a:gd name="connsiteY193" fmla="*/ 614397 h 616884"/>
              <a:gd name="connsiteX194" fmla="*/ 174030 w 569327"/>
              <a:gd name="connsiteY194" fmla="*/ 608178 h 616884"/>
              <a:gd name="connsiteX195" fmla="*/ 166572 w 569327"/>
              <a:gd name="connsiteY195" fmla="*/ 599472 h 616884"/>
              <a:gd name="connsiteX196" fmla="*/ 159113 w 569327"/>
              <a:gd name="connsiteY196" fmla="*/ 609422 h 616884"/>
              <a:gd name="connsiteX197" fmla="*/ 142953 w 569327"/>
              <a:gd name="connsiteY197" fmla="*/ 616884 h 616884"/>
              <a:gd name="connsiteX198" fmla="*/ 135495 w 569327"/>
              <a:gd name="connsiteY198" fmla="*/ 615641 h 616884"/>
              <a:gd name="connsiteX199" fmla="*/ 120578 w 569327"/>
              <a:gd name="connsiteY199" fmla="*/ 594497 h 616884"/>
              <a:gd name="connsiteX200" fmla="*/ 120578 w 569327"/>
              <a:gd name="connsiteY200" fmla="*/ 549723 h 616884"/>
              <a:gd name="connsiteX201" fmla="*/ 63397 w 569327"/>
              <a:gd name="connsiteY201" fmla="*/ 549723 h 616884"/>
              <a:gd name="connsiteX202" fmla="*/ 0 w 569327"/>
              <a:gd name="connsiteY202" fmla="*/ 503706 h 616884"/>
              <a:gd name="connsiteX203" fmla="*/ 1243 w 569327"/>
              <a:gd name="connsiteY203" fmla="*/ 497487 h 616884"/>
              <a:gd name="connsiteX204" fmla="*/ 0 w 569327"/>
              <a:gd name="connsiteY204" fmla="*/ 64674 h 616884"/>
              <a:gd name="connsiteX205" fmla="*/ 67126 w 569327"/>
              <a:gd name="connsiteY205" fmla="*/ 0 h 616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</a:cxnLst>
            <a:rect l="l" t="t" r="r" b="b"/>
            <a:pathLst>
              <a:path w="569327" h="616884">
                <a:moveTo>
                  <a:pt x="138283" y="508461"/>
                </a:moveTo>
                <a:lnTo>
                  <a:pt x="138283" y="594503"/>
                </a:lnTo>
                <a:cubicBezTo>
                  <a:pt x="138283" y="596961"/>
                  <a:pt x="140722" y="598190"/>
                  <a:pt x="141941" y="598190"/>
                </a:cubicBezTo>
                <a:cubicBezTo>
                  <a:pt x="141941" y="598190"/>
                  <a:pt x="144379" y="599419"/>
                  <a:pt x="145599" y="596961"/>
                </a:cubicBezTo>
                <a:lnTo>
                  <a:pt x="160230" y="579753"/>
                </a:lnTo>
                <a:cubicBezTo>
                  <a:pt x="162669" y="578524"/>
                  <a:pt x="163888" y="577294"/>
                  <a:pt x="166326" y="577294"/>
                </a:cubicBezTo>
                <a:cubicBezTo>
                  <a:pt x="169984" y="577294"/>
                  <a:pt x="171204" y="578524"/>
                  <a:pt x="173642" y="579753"/>
                </a:cubicBezTo>
                <a:lnTo>
                  <a:pt x="187054" y="595732"/>
                </a:lnTo>
                <a:cubicBezTo>
                  <a:pt x="189493" y="598190"/>
                  <a:pt x="190712" y="596961"/>
                  <a:pt x="191931" y="596961"/>
                </a:cubicBezTo>
                <a:cubicBezTo>
                  <a:pt x="193151" y="596961"/>
                  <a:pt x="195589" y="595732"/>
                  <a:pt x="195589" y="593274"/>
                </a:cubicBezTo>
                <a:lnTo>
                  <a:pt x="195589" y="508461"/>
                </a:lnTo>
                <a:cubicBezTo>
                  <a:pt x="173642" y="508461"/>
                  <a:pt x="152914" y="508461"/>
                  <a:pt x="138283" y="508461"/>
                </a:cubicBezTo>
                <a:close/>
                <a:moveTo>
                  <a:pt x="63387" y="474813"/>
                </a:moveTo>
                <a:cubicBezTo>
                  <a:pt x="41036" y="474813"/>
                  <a:pt x="21168" y="485791"/>
                  <a:pt x="18684" y="500427"/>
                </a:cubicBezTo>
                <a:lnTo>
                  <a:pt x="18684" y="501647"/>
                </a:lnTo>
                <a:cubicBezTo>
                  <a:pt x="18684" y="501647"/>
                  <a:pt x="18684" y="502867"/>
                  <a:pt x="18684" y="504087"/>
                </a:cubicBezTo>
                <a:cubicBezTo>
                  <a:pt x="18684" y="518723"/>
                  <a:pt x="39794" y="532140"/>
                  <a:pt x="63387" y="532140"/>
                </a:cubicBezTo>
                <a:lnTo>
                  <a:pt x="120507" y="532140"/>
                </a:lnTo>
                <a:lnTo>
                  <a:pt x="120507" y="507746"/>
                </a:lnTo>
                <a:cubicBezTo>
                  <a:pt x="115540" y="507746"/>
                  <a:pt x="113057" y="507746"/>
                  <a:pt x="111815" y="507746"/>
                </a:cubicBezTo>
                <a:cubicBezTo>
                  <a:pt x="111815" y="507746"/>
                  <a:pt x="111815" y="507746"/>
                  <a:pt x="110573" y="507746"/>
                </a:cubicBezTo>
                <a:cubicBezTo>
                  <a:pt x="109332" y="507746"/>
                  <a:pt x="109332" y="507746"/>
                  <a:pt x="108090" y="507746"/>
                </a:cubicBezTo>
                <a:cubicBezTo>
                  <a:pt x="104365" y="506526"/>
                  <a:pt x="100639" y="501647"/>
                  <a:pt x="101881" y="497988"/>
                </a:cubicBezTo>
                <a:cubicBezTo>
                  <a:pt x="104365" y="491889"/>
                  <a:pt x="104365" y="490670"/>
                  <a:pt x="129200" y="490670"/>
                </a:cubicBezTo>
                <a:cubicBezTo>
                  <a:pt x="134167" y="490670"/>
                  <a:pt x="139134" y="490670"/>
                  <a:pt x="144100" y="490670"/>
                </a:cubicBezTo>
                <a:cubicBezTo>
                  <a:pt x="161485" y="490670"/>
                  <a:pt x="182595" y="490670"/>
                  <a:pt x="204946" y="490670"/>
                </a:cubicBezTo>
                <a:cubicBezTo>
                  <a:pt x="204946" y="490670"/>
                  <a:pt x="204946" y="490670"/>
                  <a:pt x="206188" y="490670"/>
                </a:cubicBezTo>
                <a:cubicBezTo>
                  <a:pt x="209913" y="490670"/>
                  <a:pt x="213638" y="490670"/>
                  <a:pt x="217364" y="490670"/>
                </a:cubicBezTo>
                <a:cubicBezTo>
                  <a:pt x="269517" y="490670"/>
                  <a:pt x="322912" y="490670"/>
                  <a:pt x="322912" y="490670"/>
                </a:cubicBezTo>
                <a:cubicBezTo>
                  <a:pt x="326637" y="490670"/>
                  <a:pt x="331604" y="494329"/>
                  <a:pt x="331604" y="500427"/>
                </a:cubicBezTo>
                <a:cubicBezTo>
                  <a:pt x="331604" y="504087"/>
                  <a:pt x="326637" y="507746"/>
                  <a:pt x="322912" y="507746"/>
                </a:cubicBezTo>
                <a:cubicBezTo>
                  <a:pt x="290627" y="507746"/>
                  <a:pt x="249649" y="507746"/>
                  <a:pt x="213638" y="507746"/>
                </a:cubicBezTo>
                <a:lnTo>
                  <a:pt x="213638" y="532140"/>
                </a:lnTo>
                <a:lnTo>
                  <a:pt x="401142" y="532140"/>
                </a:lnTo>
                <a:cubicBezTo>
                  <a:pt x="398659" y="530921"/>
                  <a:pt x="398659" y="528481"/>
                  <a:pt x="397417" y="527261"/>
                </a:cubicBezTo>
                <a:cubicBezTo>
                  <a:pt x="391208" y="518723"/>
                  <a:pt x="388725" y="510185"/>
                  <a:pt x="388725" y="501647"/>
                </a:cubicBezTo>
                <a:cubicBezTo>
                  <a:pt x="389966" y="490670"/>
                  <a:pt x="394933" y="482132"/>
                  <a:pt x="401142" y="474813"/>
                </a:cubicBezTo>
                <a:close/>
                <a:moveTo>
                  <a:pt x="464556" y="400039"/>
                </a:moveTo>
                <a:lnTo>
                  <a:pt x="523390" y="400039"/>
                </a:lnTo>
                <a:cubicBezTo>
                  <a:pt x="528292" y="400039"/>
                  <a:pt x="533195" y="403511"/>
                  <a:pt x="533195" y="408140"/>
                </a:cubicBezTo>
                <a:cubicBezTo>
                  <a:pt x="533195" y="412769"/>
                  <a:pt x="528292" y="416240"/>
                  <a:pt x="523390" y="416240"/>
                </a:cubicBezTo>
                <a:lnTo>
                  <a:pt x="464556" y="416240"/>
                </a:lnTo>
                <a:cubicBezTo>
                  <a:pt x="460879" y="416240"/>
                  <a:pt x="457202" y="412769"/>
                  <a:pt x="457202" y="408140"/>
                </a:cubicBezTo>
                <a:cubicBezTo>
                  <a:pt x="457202" y="403511"/>
                  <a:pt x="460879" y="400039"/>
                  <a:pt x="464556" y="400039"/>
                </a:cubicBezTo>
                <a:close/>
                <a:moveTo>
                  <a:pt x="464556" y="342713"/>
                </a:moveTo>
                <a:lnTo>
                  <a:pt x="523390" y="342713"/>
                </a:lnTo>
                <a:cubicBezTo>
                  <a:pt x="528292" y="342713"/>
                  <a:pt x="533195" y="346185"/>
                  <a:pt x="533195" y="350814"/>
                </a:cubicBezTo>
                <a:cubicBezTo>
                  <a:pt x="533195" y="355443"/>
                  <a:pt x="528292" y="358914"/>
                  <a:pt x="523390" y="358914"/>
                </a:cubicBezTo>
                <a:lnTo>
                  <a:pt x="464556" y="358914"/>
                </a:lnTo>
                <a:cubicBezTo>
                  <a:pt x="460879" y="358914"/>
                  <a:pt x="457202" y="355443"/>
                  <a:pt x="457202" y="350814"/>
                </a:cubicBezTo>
                <a:cubicBezTo>
                  <a:pt x="457202" y="346185"/>
                  <a:pt x="460879" y="342713"/>
                  <a:pt x="464556" y="342713"/>
                </a:cubicBezTo>
                <a:close/>
                <a:moveTo>
                  <a:pt x="464556" y="285386"/>
                </a:moveTo>
                <a:lnTo>
                  <a:pt x="523390" y="285386"/>
                </a:lnTo>
                <a:cubicBezTo>
                  <a:pt x="528292" y="285386"/>
                  <a:pt x="533195" y="288858"/>
                  <a:pt x="533195" y="294644"/>
                </a:cubicBezTo>
                <a:cubicBezTo>
                  <a:pt x="533195" y="298116"/>
                  <a:pt x="528292" y="301587"/>
                  <a:pt x="523390" y="301587"/>
                </a:cubicBezTo>
                <a:lnTo>
                  <a:pt x="464556" y="301587"/>
                </a:lnTo>
                <a:cubicBezTo>
                  <a:pt x="460879" y="301587"/>
                  <a:pt x="457202" y="298116"/>
                  <a:pt x="457202" y="294644"/>
                </a:cubicBezTo>
                <a:cubicBezTo>
                  <a:pt x="457202" y="288858"/>
                  <a:pt x="460879" y="285386"/>
                  <a:pt x="464556" y="285386"/>
                </a:cubicBezTo>
                <a:close/>
                <a:moveTo>
                  <a:pt x="464556" y="226813"/>
                </a:moveTo>
                <a:lnTo>
                  <a:pt x="523390" y="226813"/>
                </a:lnTo>
                <a:cubicBezTo>
                  <a:pt x="528292" y="226813"/>
                  <a:pt x="533195" y="231466"/>
                  <a:pt x="533195" y="236118"/>
                </a:cubicBezTo>
                <a:cubicBezTo>
                  <a:pt x="533195" y="240771"/>
                  <a:pt x="528292" y="244260"/>
                  <a:pt x="523390" y="244260"/>
                </a:cubicBezTo>
                <a:lnTo>
                  <a:pt x="464556" y="244260"/>
                </a:lnTo>
                <a:cubicBezTo>
                  <a:pt x="460879" y="244260"/>
                  <a:pt x="457202" y="240771"/>
                  <a:pt x="457202" y="236118"/>
                </a:cubicBezTo>
                <a:cubicBezTo>
                  <a:pt x="457202" y="231466"/>
                  <a:pt x="460879" y="226813"/>
                  <a:pt x="464556" y="226813"/>
                </a:cubicBezTo>
                <a:close/>
                <a:moveTo>
                  <a:pt x="238584" y="198150"/>
                </a:moveTo>
                <a:cubicBezTo>
                  <a:pt x="225215" y="198150"/>
                  <a:pt x="214276" y="210316"/>
                  <a:pt x="214276" y="223698"/>
                </a:cubicBezTo>
                <a:cubicBezTo>
                  <a:pt x="214276" y="238296"/>
                  <a:pt x="225215" y="249245"/>
                  <a:pt x="238584" y="249245"/>
                </a:cubicBezTo>
                <a:cubicBezTo>
                  <a:pt x="253169" y="249245"/>
                  <a:pt x="264108" y="238296"/>
                  <a:pt x="264108" y="223698"/>
                </a:cubicBezTo>
                <a:cubicBezTo>
                  <a:pt x="264108" y="210316"/>
                  <a:pt x="253169" y="198150"/>
                  <a:pt x="238584" y="198150"/>
                </a:cubicBezTo>
                <a:close/>
                <a:moveTo>
                  <a:pt x="238587" y="180703"/>
                </a:moveTo>
                <a:cubicBezTo>
                  <a:pt x="263147" y="180703"/>
                  <a:pt x="282795" y="200358"/>
                  <a:pt x="282795" y="223698"/>
                </a:cubicBezTo>
                <a:cubicBezTo>
                  <a:pt x="282795" y="247038"/>
                  <a:pt x="263147" y="266693"/>
                  <a:pt x="238587" y="266693"/>
                </a:cubicBezTo>
                <a:cubicBezTo>
                  <a:pt x="215255" y="266693"/>
                  <a:pt x="196835" y="247038"/>
                  <a:pt x="196835" y="223698"/>
                </a:cubicBezTo>
                <a:cubicBezTo>
                  <a:pt x="196835" y="200358"/>
                  <a:pt x="215255" y="180703"/>
                  <a:pt x="238587" y="180703"/>
                </a:cubicBezTo>
                <a:close/>
                <a:moveTo>
                  <a:pt x="232373" y="133346"/>
                </a:moveTo>
                <a:cubicBezTo>
                  <a:pt x="229898" y="133346"/>
                  <a:pt x="222472" y="133346"/>
                  <a:pt x="221235" y="142012"/>
                </a:cubicBezTo>
                <a:cubicBezTo>
                  <a:pt x="218760" y="149441"/>
                  <a:pt x="213809" y="156869"/>
                  <a:pt x="205146" y="160583"/>
                </a:cubicBezTo>
                <a:cubicBezTo>
                  <a:pt x="197720" y="164297"/>
                  <a:pt x="189057" y="164297"/>
                  <a:pt x="180394" y="160583"/>
                </a:cubicBezTo>
                <a:cubicBezTo>
                  <a:pt x="172968" y="158107"/>
                  <a:pt x="169256" y="163059"/>
                  <a:pt x="166780" y="164297"/>
                </a:cubicBezTo>
                <a:cubicBezTo>
                  <a:pt x="165543" y="165535"/>
                  <a:pt x="161830" y="171725"/>
                  <a:pt x="165543" y="179153"/>
                </a:cubicBezTo>
                <a:cubicBezTo>
                  <a:pt x="169256" y="186582"/>
                  <a:pt x="170493" y="194010"/>
                  <a:pt x="168018" y="202676"/>
                </a:cubicBezTo>
                <a:cubicBezTo>
                  <a:pt x="164305" y="210104"/>
                  <a:pt x="158117" y="217532"/>
                  <a:pt x="150692" y="220009"/>
                </a:cubicBezTo>
                <a:cubicBezTo>
                  <a:pt x="143266" y="223723"/>
                  <a:pt x="143266" y="229913"/>
                  <a:pt x="143266" y="232389"/>
                </a:cubicBezTo>
                <a:cubicBezTo>
                  <a:pt x="143266" y="234865"/>
                  <a:pt x="144504" y="241055"/>
                  <a:pt x="151929" y="243531"/>
                </a:cubicBezTo>
                <a:cubicBezTo>
                  <a:pt x="160592" y="246007"/>
                  <a:pt x="166780" y="250959"/>
                  <a:pt x="170493" y="259626"/>
                </a:cubicBezTo>
                <a:cubicBezTo>
                  <a:pt x="174206" y="267054"/>
                  <a:pt x="174206" y="275720"/>
                  <a:pt x="171731" y="284386"/>
                </a:cubicBezTo>
                <a:cubicBezTo>
                  <a:pt x="169256" y="290576"/>
                  <a:pt x="172968" y="295529"/>
                  <a:pt x="174206" y="296767"/>
                </a:cubicBezTo>
                <a:cubicBezTo>
                  <a:pt x="176681" y="299243"/>
                  <a:pt x="181632" y="302957"/>
                  <a:pt x="189057" y="299243"/>
                </a:cubicBezTo>
                <a:cubicBezTo>
                  <a:pt x="192770" y="296767"/>
                  <a:pt x="197720" y="295529"/>
                  <a:pt x="203908" y="295529"/>
                </a:cubicBezTo>
                <a:cubicBezTo>
                  <a:pt x="206384" y="295529"/>
                  <a:pt x="210096" y="295529"/>
                  <a:pt x="213809" y="296767"/>
                </a:cubicBezTo>
                <a:cubicBezTo>
                  <a:pt x="221235" y="300481"/>
                  <a:pt x="227423" y="305433"/>
                  <a:pt x="231136" y="312861"/>
                </a:cubicBezTo>
                <a:cubicBezTo>
                  <a:pt x="233611" y="321527"/>
                  <a:pt x="241036" y="321527"/>
                  <a:pt x="242274" y="321527"/>
                </a:cubicBezTo>
                <a:cubicBezTo>
                  <a:pt x="244749" y="321527"/>
                  <a:pt x="252175" y="320289"/>
                  <a:pt x="253412" y="312861"/>
                </a:cubicBezTo>
                <a:cubicBezTo>
                  <a:pt x="255888" y="304195"/>
                  <a:pt x="262076" y="296767"/>
                  <a:pt x="269501" y="294291"/>
                </a:cubicBezTo>
                <a:cubicBezTo>
                  <a:pt x="276927" y="289338"/>
                  <a:pt x="285590" y="289338"/>
                  <a:pt x="293016" y="293052"/>
                </a:cubicBezTo>
                <a:cubicBezTo>
                  <a:pt x="300441" y="295529"/>
                  <a:pt x="306629" y="291814"/>
                  <a:pt x="307867" y="289338"/>
                </a:cubicBezTo>
                <a:cubicBezTo>
                  <a:pt x="309104" y="288100"/>
                  <a:pt x="312817" y="283148"/>
                  <a:pt x="309104" y="275720"/>
                </a:cubicBezTo>
                <a:cubicBezTo>
                  <a:pt x="305392" y="268292"/>
                  <a:pt x="304154" y="259626"/>
                  <a:pt x="306629" y="250959"/>
                </a:cubicBezTo>
                <a:cubicBezTo>
                  <a:pt x="310342" y="243531"/>
                  <a:pt x="316530" y="237341"/>
                  <a:pt x="323956" y="233627"/>
                </a:cubicBezTo>
                <a:cubicBezTo>
                  <a:pt x="331381" y="231151"/>
                  <a:pt x="331381" y="223723"/>
                  <a:pt x="331381" y="221247"/>
                </a:cubicBezTo>
                <a:cubicBezTo>
                  <a:pt x="331381" y="220009"/>
                  <a:pt x="330144" y="212580"/>
                  <a:pt x="322718" y="211342"/>
                </a:cubicBezTo>
                <a:cubicBezTo>
                  <a:pt x="314055" y="207628"/>
                  <a:pt x="307867" y="202676"/>
                  <a:pt x="304154" y="195248"/>
                </a:cubicBezTo>
                <a:cubicBezTo>
                  <a:pt x="300441" y="187820"/>
                  <a:pt x="300441" y="179153"/>
                  <a:pt x="304154" y="171725"/>
                </a:cubicBezTo>
                <a:cubicBezTo>
                  <a:pt x="306629" y="163059"/>
                  <a:pt x="301679" y="158107"/>
                  <a:pt x="300441" y="156869"/>
                </a:cubicBezTo>
                <a:cubicBezTo>
                  <a:pt x="299204" y="155631"/>
                  <a:pt x="293016" y="151917"/>
                  <a:pt x="285590" y="154393"/>
                </a:cubicBezTo>
                <a:cubicBezTo>
                  <a:pt x="278164" y="159345"/>
                  <a:pt x="269501" y="160583"/>
                  <a:pt x="262076" y="158107"/>
                </a:cubicBezTo>
                <a:cubicBezTo>
                  <a:pt x="254650" y="154393"/>
                  <a:pt x="247224" y="148203"/>
                  <a:pt x="244749" y="140774"/>
                </a:cubicBezTo>
                <a:cubicBezTo>
                  <a:pt x="241036" y="133346"/>
                  <a:pt x="233611" y="133346"/>
                  <a:pt x="232373" y="133346"/>
                </a:cubicBezTo>
                <a:close/>
                <a:moveTo>
                  <a:pt x="485509" y="132100"/>
                </a:moveTo>
                <a:cubicBezTo>
                  <a:pt x="479475" y="132100"/>
                  <a:pt x="474647" y="138143"/>
                  <a:pt x="474647" y="145393"/>
                </a:cubicBezTo>
                <a:lnTo>
                  <a:pt x="474647" y="159895"/>
                </a:lnTo>
                <a:cubicBezTo>
                  <a:pt x="474647" y="165937"/>
                  <a:pt x="479475" y="171979"/>
                  <a:pt x="485509" y="171979"/>
                </a:cubicBezTo>
                <a:lnTo>
                  <a:pt x="501198" y="171979"/>
                </a:lnTo>
                <a:cubicBezTo>
                  <a:pt x="508440" y="171979"/>
                  <a:pt x="513267" y="165937"/>
                  <a:pt x="513267" y="159895"/>
                </a:cubicBezTo>
                <a:lnTo>
                  <a:pt x="513267" y="145393"/>
                </a:lnTo>
                <a:cubicBezTo>
                  <a:pt x="513267" y="138143"/>
                  <a:pt x="508440" y="132100"/>
                  <a:pt x="501198" y="132100"/>
                </a:cubicBezTo>
                <a:close/>
                <a:moveTo>
                  <a:pt x="485386" y="114653"/>
                </a:moveTo>
                <a:lnTo>
                  <a:pt x="501316" y="114653"/>
                </a:lnTo>
                <a:cubicBezTo>
                  <a:pt x="518471" y="114653"/>
                  <a:pt x="531950" y="128137"/>
                  <a:pt x="531950" y="145298"/>
                </a:cubicBezTo>
                <a:lnTo>
                  <a:pt x="531950" y="160008"/>
                </a:lnTo>
                <a:cubicBezTo>
                  <a:pt x="531950" y="175943"/>
                  <a:pt x="518471" y="189427"/>
                  <a:pt x="501316" y="189427"/>
                </a:cubicBezTo>
                <a:lnTo>
                  <a:pt x="485386" y="189427"/>
                </a:lnTo>
                <a:cubicBezTo>
                  <a:pt x="470681" y="189427"/>
                  <a:pt x="457202" y="175943"/>
                  <a:pt x="457202" y="160008"/>
                </a:cubicBezTo>
                <a:lnTo>
                  <a:pt x="457202" y="145298"/>
                </a:lnTo>
                <a:cubicBezTo>
                  <a:pt x="457202" y="128137"/>
                  <a:pt x="470681" y="114653"/>
                  <a:pt x="485386" y="114653"/>
                </a:cubicBezTo>
                <a:close/>
                <a:moveTo>
                  <a:pt x="231129" y="114653"/>
                </a:moveTo>
                <a:cubicBezTo>
                  <a:pt x="244757" y="113413"/>
                  <a:pt x="255907" y="120850"/>
                  <a:pt x="260862" y="132004"/>
                </a:cubicBezTo>
                <a:cubicBezTo>
                  <a:pt x="262101" y="135721"/>
                  <a:pt x="264579" y="138200"/>
                  <a:pt x="268295" y="139439"/>
                </a:cubicBezTo>
                <a:cubicBezTo>
                  <a:pt x="270773" y="140679"/>
                  <a:pt x="274490" y="140679"/>
                  <a:pt x="278206" y="138200"/>
                </a:cubicBezTo>
                <a:cubicBezTo>
                  <a:pt x="289356" y="132004"/>
                  <a:pt x="302984" y="134482"/>
                  <a:pt x="311656" y="141918"/>
                </a:cubicBezTo>
                <a:cubicBezTo>
                  <a:pt x="321567" y="150593"/>
                  <a:pt x="325284" y="164225"/>
                  <a:pt x="320328" y="175379"/>
                </a:cubicBezTo>
                <a:cubicBezTo>
                  <a:pt x="319089" y="179097"/>
                  <a:pt x="319089" y="182815"/>
                  <a:pt x="320328" y="186533"/>
                </a:cubicBezTo>
                <a:cubicBezTo>
                  <a:pt x="321567" y="189012"/>
                  <a:pt x="324045" y="191490"/>
                  <a:pt x="327761" y="192729"/>
                </a:cubicBezTo>
                <a:cubicBezTo>
                  <a:pt x="340150" y="196447"/>
                  <a:pt x="347583" y="206362"/>
                  <a:pt x="348822" y="219994"/>
                </a:cubicBezTo>
                <a:cubicBezTo>
                  <a:pt x="350061" y="232387"/>
                  <a:pt x="342628" y="243541"/>
                  <a:pt x="330239" y="249738"/>
                </a:cubicBezTo>
                <a:cubicBezTo>
                  <a:pt x="327761" y="249738"/>
                  <a:pt x="325284" y="253455"/>
                  <a:pt x="324045" y="255934"/>
                </a:cubicBezTo>
                <a:cubicBezTo>
                  <a:pt x="322806" y="258413"/>
                  <a:pt x="322806" y="263370"/>
                  <a:pt x="325284" y="265849"/>
                </a:cubicBezTo>
                <a:cubicBezTo>
                  <a:pt x="330239" y="277002"/>
                  <a:pt x="329000" y="290635"/>
                  <a:pt x="320328" y="300549"/>
                </a:cubicBezTo>
                <a:cubicBezTo>
                  <a:pt x="312895" y="309224"/>
                  <a:pt x="299267" y="312942"/>
                  <a:pt x="288117" y="307985"/>
                </a:cubicBezTo>
                <a:cubicBezTo>
                  <a:pt x="284401" y="306746"/>
                  <a:pt x="280684" y="306746"/>
                  <a:pt x="276968" y="307985"/>
                </a:cubicBezTo>
                <a:cubicBezTo>
                  <a:pt x="274490" y="309224"/>
                  <a:pt x="272012" y="312942"/>
                  <a:pt x="270773" y="315421"/>
                </a:cubicBezTo>
                <a:cubicBezTo>
                  <a:pt x="267057" y="329053"/>
                  <a:pt x="255907" y="336489"/>
                  <a:pt x="243518" y="337728"/>
                </a:cubicBezTo>
                <a:lnTo>
                  <a:pt x="242279" y="337728"/>
                </a:lnTo>
                <a:cubicBezTo>
                  <a:pt x="229890" y="337728"/>
                  <a:pt x="219979" y="330292"/>
                  <a:pt x="213785" y="319139"/>
                </a:cubicBezTo>
                <a:cubicBezTo>
                  <a:pt x="213785" y="315421"/>
                  <a:pt x="210068" y="314181"/>
                  <a:pt x="207591" y="311703"/>
                </a:cubicBezTo>
                <a:cubicBezTo>
                  <a:pt x="203874" y="311703"/>
                  <a:pt x="200157" y="311703"/>
                  <a:pt x="197680" y="314181"/>
                </a:cubicBezTo>
                <a:cubicBezTo>
                  <a:pt x="186530" y="320378"/>
                  <a:pt x="171663" y="317899"/>
                  <a:pt x="162991" y="309224"/>
                </a:cubicBezTo>
                <a:cubicBezTo>
                  <a:pt x="153080" y="300549"/>
                  <a:pt x="150603" y="288156"/>
                  <a:pt x="155558" y="275763"/>
                </a:cubicBezTo>
                <a:cubicBezTo>
                  <a:pt x="156797" y="273284"/>
                  <a:pt x="156797" y="269566"/>
                  <a:pt x="155558" y="265849"/>
                </a:cubicBezTo>
                <a:cubicBezTo>
                  <a:pt x="153080" y="263370"/>
                  <a:pt x="150603" y="260891"/>
                  <a:pt x="148125" y="258413"/>
                </a:cubicBezTo>
                <a:cubicBezTo>
                  <a:pt x="134497" y="255934"/>
                  <a:pt x="125825" y="244780"/>
                  <a:pt x="125825" y="231148"/>
                </a:cubicBezTo>
                <a:cubicBezTo>
                  <a:pt x="124586" y="219994"/>
                  <a:pt x="132019" y="207601"/>
                  <a:pt x="144408" y="202644"/>
                </a:cubicBezTo>
                <a:cubicBezTo>
                  <a:pt x="148125" y="201405"/>
                  <a:pt x="149364" y="198926"/>
                  <a:pt x="150603" y="195208"/>
                </a:cubicBezTo>
                <a:cubicBezTo>
                  <a:pt x="151841" y="192729"/>
                  <a:pt x="151841" y="189012"/>
                  <a:pt x="149364" y="185294"/>
                </a:cubicBezTo>
                <a:cubicBezTo>
                  <a:pt x="143169" y="174140"/>
                  <a:pt x="145647" y="160508"/>
                  <a:pt x="154319" y="151832"/>
                </a:cubicBezTo>
                <a:cubicBezTo>
                  <a:pt x="162991" y="141918"/>
                  <a:pt x="175380" y="138200"/>
                  <a:pt x="187769" y="143157"/>
                </a:cubicBezTo>
                <a:cubicBezTo>
                  <a:pt x="190246" y="144397"/>
                  <a:pt x="193963" y="144397"/>
                  <a:pt x="197680" y="143157"/>
                </a:cubicBezTo>
                <a:cubicBezTo>
                  <a:pt x="200157" y="141918"/>
                  <a:pt x="202635" y="138200"/>
                  <a:pt x="203874" y="135721"/>
                </a:cubicBezTo>
                <a:cubicBezTo>
                  <a:pt x="207591" y="123328"/>
                  <a:pt x="218741" y="114653"/>
                  <a:pt x="231129" y="114653"/>
                </a:cubicBezTo>
                <a:close/>
                <a:moveTo>
                  <a:pt x="437015" y="74773"/>
                </a:moveTo>
                <a:lnTo>
                  <a:pt x="437015" y="463738"/>
                </a:lnTo>
                <a:cubicBezTo>
                  <a:pt x="437015" y="467466"/>
                  <a:pt x="434544" y="471194"/>
                  <a:pt x="430839" y="472437"/>
                </a:cubicBezTo>
                <a:cubicBezTo>
                  <a:pt x="430839" y="472437"/>
                  <a:pt x="430839" y="472437"/>
                  <a:pt x="429604" y="472437"/>
                </a:cubicBezTo>
                <a:cubicBezTo>
                  <a:pt x="423428" y="476165"/>
                  <a:pt x="408606" y="487350"/>
                  <a:pt x="407371" y="502262"/>
                </a:cubicBezTo>
                <a:cubicBezTo>
                  <a:pt x="407371" y="504747"/>
                  <a:pt x="408606" y="509718"/>
                  <a:pt x="409841" y="513446"/>
                </a:cubicBezTo>
                <a:lnTo>
                  <a:pt x="524710" y="513446"/>
                </a:lnTo>
                <a:cubicBezTo>
                  <a:pt x="538297" y="513446"/>
                  <a:pt x="551883" y="503505"/>
                  <a:pt x="551883" y="493563"/>
                </a:cubicBezTo>
                <a:lnTo>
                  <a:pt x="551883" y="76016"/>
                </a:lnTo>
                <a:lnTo>
                  <a:pt x="551883" y="74773"/>
                </a:lnTo>
                <a:cubicBezTo>
                  <a:pt x="550648" y="74773"/>
                  <a:pt x="550648" y="74773"/>
                  <a:pt x="549413" y="74773"/>
                </a:cubicBezTo>
                <a:close/>
                <a:moveTo>
                  <a:pt x="67119" y="17443"/>
                </a:moveTo>
                <a:cubicBezTo>
                  <a:pt x="39797" y="17443"/>
                  <a:pt x="18684" y="38571"/>
                  <a:pt x="18684" y="64670"/>
                </a:cubicBezTo>
                <a:lnTo>
                  <a:pt x="18684" y="469824"/>
                </a:lnTo>
                <a:cubicBezTo>
                  <a:pt x="29861" y="461125"/>
                  <a:pt x="46006" y="456153"/>
                  <a:pt x="63393" y="456153"/>
                </a:cubicBezTo>
                <a:lnTo>
                  <a:pt x="418583" y="456153"/>
                </a:lnTo>
                <a:lnTo>
                  <a:pt x="418583" y="38571"/>
                </a:lnTo>
                <a:cubicBezTo>
                  <a:pt x="418583" y="27386"/>
                  <a:pt x="408648" y="17443"/>
                  <a:pt x="394987" y="17443"/>
                </a:cubicBezTo>
                <a:close/>
                <a:moveTo>
                  <a:pt x="67126" y="0"/>
                </a:moveTo>
                <a:lnTo>
                  <a:pt x="395297" y="0"/>
                </a:lnTo>
                <a:cubicBezTo>
                  <a:pt x="418915" y="0"/>
                  <a:pt x="436318" y="17412"/>
                  <a:pt x="436318" y="38555"/>
                </a:cubicBezTo>
                <a:lnTo>
                  <a:pt x="436318" y="57211"/>
                </a:lnTo>
                <a:lnTo>
                  <a:pt x="549438" y="57211"/>
                </a:lnTo>
                <a:cubicBezTo>
                  <a:pt x="555653" y="57211"/>
                  <a:pt x="560626" y="59699"/>
                  <a:pt x="563112" y="62186"/>
                </a:cubicBezTo>
                <a:cubicBezTo>
                  <a:pt x="568084" y="65917"/>
                  <a:pt x="569327" y="70892"/>
                  <a:pt x="569327" y="75867"/>
                </a:cubicBezTo>
                <a:lnTo>
                  <a:pt x="569327" y="493756"/>
                </a:lnTo>
                <a:cubicBezTo>
                  <a:pt x="569327" y="513656"/>
                  <a:pt x="549438" y="531068"/>
                  <a:pt x="524577" y="531068"/>
                </a:cubicBezTo>
                <a:lnTo>
                  <a:pt x="426374" y="531068"/>
                </a:lnTo>
                <a:cubicBezTo>
                  <a:pt x="427617" y="531068"/>
                  <a:pt x="428860" y="532311"/>
                  <a:pt x="430103" y="533555"/>
                </a:cubicBezTo>
                <a:cubicBezTo>
                  <a:pt x="432589" y="536043"/>
                  <a:pt x="435075" y="539774"/>
                  <a:pt x="433832" y="543505"/>
                </a:cubicBezTo>
                <a:cubicBezTo>
                  <a:pt x="432589" y="547236"/>
                  <a:pt x="428860" y="549723"/>
                  <a:pt x="425131" y="549723"/>
                </a:cubicBezTo>
                <a:lnTo>
                  <a:pt x="213809" y="549723"/>
                </a:lnTo>
                <a:lnTo>
                  <a:pt x="213809" y="593254"/>
                </a:lnTo>
                <a:cubicBezTo>
                  <a:pt x="213809" y="601960"/>
                  <a:pt x="207593" y="610666"/>
                  <a:pt x="198892" y="614397"/>
                </a:cubicBezTo>
                <a:cubicBezTo>
                  <a:pt x="190190" y="616884"/>
                  <a:pt x="180246" y="615641"/>
                  <a:pt x="174030" y="608178"/>
                </a:cubicBezTo>
                <a:lnTo>
                  <a:pt x="166572" y="599472"/>
                </a:lnTo>
                <a:lnTo>
                  <a:pt x="159113" y="609422"/>
                </a:lnTo>
                <a:cubicBezTo>
                  <a:pt x="155384" y="613153"/>
                  <a:pt x="149169" y="616884"/>
                  <a:pt x="142953" y="616884"/>
                </a:cubicBezTo>
                <a:cubicBezTo>
                  <a:pt x="140467" y="616884"/>
                  <a:pt x="136738" y="615641"/>
                  <a:pt x="135495" y="615641"/>
                </a:cubicBezTo>
                <a:cubicBezTo>
                  <a:pt x="125550" y="611909"/>
                  <a:pt x="120578" y="603203"/>
                  <a:pt x="120578" y="594497"/>
                </a:cubicBezTo>
                <a:lnTo>
                  <a:pt x="120578" y="549723"/>
                </a:lnTo>
                <a:lnTo>
                  <a:pt x="63397" y="549723"/>
                </a:lnTo>
                <a:cubicBezTo>
                  <a:pt x="28591" y="549723"/>
                  <a:pt x="0" y="529824"/>
                  <a:pt x="0" y="503706"/>
                </a:cubicBezTo>
                <a:cubicBezTo>
                  <a:pt x="0" y="501218"/>
                  <a:pt x="0" y="499975"/>
                  <a:pt x="1243" y="497487"/>
                </a:cubicBezTo>
                <a:lnTo>
                  <a:pt x="0" y="64674"/>
                </a:lnTo>
                <a:cubicBezTo>
                  <a:pt x="0" y="28606"/>
                  <a:pt x="29834" y="0"/>
                  <a:pt x="67126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65" name="Rounded Rectangle 364">
            <a:extLst>
              <a:ext uri="{FF2B5EF4-FFF2-40B4-BE49-F238E27FC236}">
                <a16:creationId xmlns:a16="http://schemas.microsoft.com/office/drawing/2014/main" id="{645E2773-6C16-5C41-8ADD-3A6A0839F694}"/>
              </a:ext>
            </a:extLst>
          </p:cNvPr>
          <p:cNvSpPr/>
          <p:nvPr/>
        </p:nvSpPr>
        <p:spPr>
          <a:xfrm>
            <a:off x="1808893" y="9220851"/>
            <a:ext cx="1048957" cy="3081925"/>
          </a:xfrm>
          <a:prstGeom prst="roundRect">
            <a:avLst/>
          </a:pr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66" name="Rounded Rectangle 365">
            <a:extLst>
              <a:ext uri="{FF2B5EF4-FFF2-40B4-BE49-F238E27FC236}">
                <a16:creationId xmlns:a16="http://schemas.microsoft.com/office/drawing/2014/main" id="{6EA0DA38-1863-4749-B647-808EF8419A40}"/>
              </a:ext>
            </a:extLst>
          </p:cNvPr>
          <p:cNvSpPr/>
          <p:nvPr/>
        </p:nvSpPr>
        <p:spPr>
          <a:xfrm>
            <a:off x="1503674" y="9569795"/>
            <a:ext cx="5456568" cy="2663192"/>
          </a:xfrm>
          <a:prstGeom prst="roundRect">
            <a:avLst/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32" name="Round Same Side Corner Rectangle 431">
            <a:extLst>
              <a:ext uri="{FF2B5EF4-FFF2-40B4-BE49-F238E27FC236}">
                <a16:creationId xmlns:a16="http://schemas.microsoft.com/office/drawing/2014/main" id="{DD1A6D02-8C6C-BF4D-88EA-92F0F8A6489A}"/>
              </a:ext>
            </a:extLst>
          </p:cNvPr>
          <p:cNvSpPr/>
          <p:nvPr/>
        </p:nvSpPr>
        <p:spPr>
          <a:xfrm>
            <a:off x="1681819" y="9360428"/>
            <a:ext cx="1047711" cy="424964"/>
          </a:xfrm>
          <a:prstGeom prst="round2SameRect">
            <a:avLst>
              <a:gd name="adj1" fmla="val 37800"/>
              <a:gd name="adj2" fmla="val 0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34" name="Round Same Side Corner Rectangle 433">
            <a:extLst>
              <a:ext uri="{FF2B5EF4-FFF2-40B4-BE49-F238E27FC236}">
                <a16:creationId xmlns:a16="http://schemas.microsoft.com/office/drawing/2014/main" id="{942B6AB1-2B13-FE42-B3DE-FCA5654A676F}"/>
              </a:ext>
            </a:extLst>
          </p:cNvPr>
          <p:cNvSpPr/>
          <p:nvPr/>
        </p:nvSpPr>
        <p:spPr>
          <a:xfrm>
            <a:off x="1681819" y="10784869"/>
            <a:ext cx="1047711" cy="1656239"/>
          </a:xfrm>
          <a:prstGeom prst="round2SameRect">
            <a:avLst>
              <a:gd name="adj1" fmla="val 0"/>
              <a:gd name="adj2" fmla="val 18702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71" name="Freeform 370">
            <a:extLst>
              <a:ext uri="{FF2B5EF4-FFF2-40B4-BE49-F238E27FC236}">
                <a16:creationId xmlns:a16="http://schemas.microsoft.com/office/drawing/2014/main" id="{ACDDDC32-C1AB-154B-BC9C-BD6B86AC1017}"/>
              </a:ext>
            </a:extLst>
          </p:cNvPr>
          <p:cNvSpPr/>
          <p:nvPr/>
        </p:nvSpPr>
        <p:spPr>
          <a:xfrm>
            <a:off x="1959634" y="11307039"/>
            <a:ext cx="492709" cy="613145"/>
          </a:xfrm>
          <a:custGeom>
            <a:avLst/>
            <a:gdLst>
              <a:gd name="connsiteX0" fmla="*/ 333490 w 492709"/>
              <a:gd name="connsiteY0" fmla="*/ 427456 h 613145"/>
              <a:gd name="connsiteX1" fmla="*/ 282791 w 492709"/>
              <a:gd name="connsiteY1" fmla="*/ 590712 h 613145"/>
              <a:gd name="connsiteX2" fmla="*/ 449727 w 492709"/>
              <a:gd name="connsiteY2" fmla="*/ 427456 h 613145"/>
              <a:gd name="connsiteX3" fmla="*/ 171916 w 492709"/>
              <a:gd name="connsiteY3" fmla="*/ 427456 h 613145"/>
              <a:gd name="connsiteX4" fmla="*/ 243549 w 492709"/>
              <a:gd name="connsiteY4" fmla="*/ 594451 h 613145"/>
              <a:gd name="connsiteX5" fmla="*/ 315182 w 492709"/>
              <a:gd name="connsiteY5" fmla="*/ 427456 h 613145"/>
              <a:gd name="connsiteX6" fmla="*/ 36128 w 492709"/>
              <a:gd name="connsiteY6" fmla="*/ 427456 h 613145"/>
              <a:gd name="connsiteX7" fmla="*/ 203064 w 492709"/>
              <a:gd name="connsiteY7" fmla="*/ 590712 h 613145"/>
              <a:gd name="connsiteX8" fmla="*/ 152365 w 492709"/>
              <a:gd name="connsiteY8" fmla="*/ 427456 h 613145"/>
              <a:gd name="connsiteX9" fmla="*/ 304078 w 492709"/>
              <a:gd name="connsiteY9" fmla="*/ 269185 h 613145"/>
              <a:gd name="connsiteX10" fmla="*/ 285548 w 492709"/>
              <a:gd name="connsiteY10" fmla="*/ 276596 h 613145"/>
              <a:gd name="connsiteX11" fmla="*/ 237371 w 492709"/>
              <a:gd name="connsiteY11" fmla="*/ 286478 h 613145"/>
              <a:gd name="connsiteX12" fmla="*/ 236135 w 492709"/>
              <a:gd name="connsiteY12" fmla="*/ 286478 h 613145"/>
              <a:gd name="connsiteX13" fmla="*/ 234900 w 492709"/>
              <a:gd name="connsiteY13" fmla="*/ 286478 h 613145"/>
              <a:gd name="connsiteX14" fmla="*/ 191664 w 492709"/>
              <a:gd name="connsiteY14" fmla="*/ 276596 h 613145"/>
              <a:gd name="connsiteX15" fmla="*/ 181781 w 492709"/>
              <a:gd name="connsiteY15" fmla="*/ 272891 h 613145"/>
              <a:gd name="connsiteX16" fmla="*/ 169428 w 492709"/>
              <a:gd name="connsiteY16" fmla="*/ 385294 h 613145"/>
              <a:gd name="connsiteX17" fmla="*/ 170663 w 492709"/>
              <a:gd name="connsiteY17" fmla="*/ 408763 h 613145"/>
              <a:gd name="connsiteX18" fmla="*/ 315196 w 492709"/>
              <a:gd name="connsiteY18" fmla="*/ 408763 h 613145"/>
              <a:gd name="connsiteX19" fmla="*/ 316431 w 492709"/>
              <a:gd name="connsiteY19" fmla="*/ 385294 h 613145"/>
              <a:gd name="connsiteX20" fmla="*/ 304078 w 492709"/>
              <a:gd name="connsiteY20" fmla="*/ 269185 h 613145"/>
              <a:gd name="connsiteX21" fmla="*/ 94098 w 492709"/>
              <a:gd name="connsiteY21" fmla="*/ 238030 h 613145"/>
              <a:gd name="connsiteX22" fmla="*/ 32390 w 492709"/>
              <a:gd name="connsiteY22" fmla="*/ 385256 h 613145"/>
              <a:gd name="connsiteX23" fmla="*/ 33624 w 492709"/>
              <a:gd name="connsiteY23" fmla="*/ 408763 h 613145"/>
              <a:gd name="connsiteX24" fmla="*/ 150868 w 492709"/>
              <a:gd name="connsiteY24" fmla="*/ 408763 h 613145"/>
              <a:gd name="connsiteX25" fmla="*/ 150868 w 492709"/>
              <a:gd name="connsiteY25" fmla="*/ 385256 h 613145"/>
              <a:gd name="connsiteX26" fmla="*/ 164444 w 492709"/>
              <a:gd name="connsiteY26" fmla="*/ 266485 h 613145"/>
              <a:gd name="connsiteX27" fmla="*/ 389290 w 492709"/>
              <a:gd name="connsiteY27" fmla="*/ 235537 h 613145"/>
              <a:gd name="connsiteX28" fmla="*/ 320165 w 492709"/>
              <a:gd name="connsiteY28" fmla="*/ 262758 h 613145"/>
              <a:gd name="connsiteX29" fmla="*/ 334978 w 492709"/>
              <a:gd name="connsiteY29" fmla="*/ 385254 h 613145"/>
              <a:gd name="connsiteX30" fmla="*/ 334978 w 492709"/>
              <a:gd name="connsiteY30" fmla="*/ 408763 h 613145"/>
              <a:gd name="connsiteX31" fmla="*/ 452242 w 492709"/>
              <a:gd name="connsiteY31" fmla="*/ 408763 h 613145"/>
              <a:gd name="connsiteX32" fmla="*/ 454711 w 492709"/>
              <a:gd name="connsiteY32" fmla="*/ 385254 h 613145"/>
              <a:gd name="connsiteX33" fmla="*/ 389290 w 492709"/>
              <a:gd name="connsiteY33" fmla="*/ 235537 h 613145"/>
              <a:gd name="connsiteX34" fmla="*/ 465303 w 492709"/>
              <a:gd name="connsiteY34" fmla="*/ 219336 h 613145"/>
              <a:gd name="connsiteX35" fmla="*/ 459697 w 492709"/>
              <a:gd name="connsiteY35" fmla="*/ 230552 h 613145"/>
              <a:gd name="connsiteX36" fmla="*/ 470909 w 492709"/>
              <a:gd name="connsiteY36" fmla="*/ 230552 h 613145"/>
              <a:gd name="connsiteX37" fmla="*/ 382455 w 492709"/>
              <a:gd name="connsiteY37" fmla="*/ 140824 h 613145"/>
              <a:gd name="connsiteX38" fmla="*/ 255944 w 492709"/>
              <a:gd name="connsiteY38" fmla="*/ 187716 h 613145"/>
              <a:gd name="connsiteX39" fmla="*/ 238580 w 492709"/>
              <a:gd name="connsiteY39" fmla="*/ 190184 h 613145"/>
              <a:gd name="connsiteX40" fmla="*/ 219975 w 492709"/>
              <a:gd name="connsiteY40" fmla="*/ 187716 h 613145"/>
              <a:gd name="connsiteX41" fmla="*/ 100906 w 492709"/>
              <a:gd name="connsiteY41" fmla="*/ 143292 h 613145"/>
              <a:gd name="connsiteX42" fmla="*/ 100906 w 492709"/>
              <a:gd name="connsiteY42" fmla="*/ 221035 h 613145"/>
              <a:gd name="connsiteX43" fmla="*/ 197650 w 492709"/>
              <a:gd name="connsiteY43" fmla="*/ 259289 h 613145"/>
              <a:gd name="connsiteX44" fmla="*/ 236099 w 492709"/>
              <a:gd name="connsiteY44" fmla="*/ 266693 h 613145"/>
              <a:gd name="connsiteX45" fmla="*/ 279510 w 492709"/>
              <a:gd name="connsiteY45" fmla="*/ 258055 h 613145"/>
              <a:gd name="connsiteX46" fmla="*/ 382455 w 492709"/>
              <a:gd name="connsiteY46" fmla="*/ 218567 h 613145"/>
              <a:gd name="connsiteX47" fmla="*/ 238570 w 492709"/>
              <a:gd name="connsiteY47" fmla="*/ 63557 h 613145"/>
              <a:gd name="connsiteX48" fmla="*/ 247186 w 492709"/>
              <a:gd name="connsiteY48" fmla="*/ 72113 h 613145"/>
              <a:gd name="connsiteX49" fmla="*/ 238570 w 492709"/>
              <a:gd name="connsiteY49" fmla="*/ 80669 h 613145"/>
              <a:gd name="connsiteX50" fmla="*/ 204103 w 492709"/>
              <a:gd name="connsiteY50" fmla="*/ 95336 h 613145"/>
              <a:gd name="connsiteX51" fmla="*/ 238570 w 492709"/>
              <a:gd name="connsiteY51" fmla="*/ 110003 h 613145"/>
              <a:gd name="connsiteX52" fmla="*/ 273037 w 492709"/>
              <a:gd name="connsiteY52" fmla="*/ 95336 h 613145"/>
              <a:gd name="connsiteX53" fmla="*/ 281653 w 492709"/>
              <a:gd name="connsiteY53" fmla="*/ 86780 h 613145"/>
              <a:gd name="connsiteX54" fmla="*/ 290270 w 492709"/>
              <a:gd name="connsiteY54" fmla="*/ 95336 h 613145"/>
              <a:gd name="connsiteX55" fmla="*/ 238570 w 492709"/>
              <a:gd name="connsiteY55" fmla="*/ 127115 h 613145"/>
              <a:gd name="connsiteX56" fmla="*/ 186869 w 492709"/>
              <a:gd name="connsiteY56" fmla="*/ 95336 h 613145"/>
              <a:gd name="connsiteX57" fmla="*/ 238570 w 492709"/>
              <a:gd name="connsiteY57" fmla="*/ 63557 h 613145"/>
              <a:gd name="connsiteX58" fmla="*/ 226144 w 492709"/>
              <a:gd name="connsiteY58" fmla="*/ 21165 h 613145"/>
              <a:gd name="connsiteX59" fmla="*/ 19933 w 492709"/>
              <a:gd name="connsiteY59" fmla="*/ 92864 h 613145"/>
              <a:gd name="connsiteX60" fmla="*/ 94467 w 492709"/>
              <a:gd name="connsiteY60" fmla="*/ 121296 h 613145"/>
              <a:gd name="connsiteX61" fmla="*/ 95709 w 492709"/>
              <a:gd name="connsiteY61" fmla="*/ 121296 h 613145"/>
              <a:gd name="connsiteX62" fmla="*/ 227386 w 492709"/>
              <a:gd name="connsiteY62" fmla="*/ 169507 h 613145"/>
              <a:gd name="connsiteX63" fmla="*/ 249746 w 492709"/>
              <a:gd name="connsiteY63" fmla="*/ 169507 h 613145"/>
              <a:gd name="connsiteX64" fmla="*/ 454714 w 492709"/>
              <a:gd name="connsiteY64" fmla="*/ 94100 h 613145"/>
              <a:gd name="connsiteX65" fmla="*/ 252230 w 492709"/>
              <a:gd name="connsiteY65" fmla="*/ 21165 h 613145"/>
              <a:gd name="connsiteX66" fmla="*/ 226144 w 492709"/>
              <a:gd name="connsiteY66" fmla="*/ 21165 h 613145"/>
              <a:gd name="connsiteX67" fmla="*/ 219949 w 492709"/>
              <a:gd name="connsiteY67" fmla="*/ 3731 h 613145"/>
              <a:gd name="connsiteX68" fmla="*/ 258471 w 492709"/>
              <a:gd name="connsiteY68" fmla="*/ 3731 h 613145"/>
              <a:gd name="connsiteX69" fmla="*/ 463507 w 492709"/>
              <a:gd name="connsiteY69" fmla="*/ 78353 h 613145"/>
              <a:gd name="connsiteX70" fmla="*/ 473448 w 492709"/>
              <a:gd name="connsiteY70" fmla="*/ 94521 h 613145"/>
              <a:gd name="connsiteX71" fmla="*/ 473448 w 492709"/>
              <a:gd name="connsiteY71" fmla="*/ 95765 h 613145"/>
              <a:gd name="connsiteX72" fmla="*/ 473448 w 492709"/>
              <a:gd name="connsiteY72" fmla="*/ 200236 h 613145"/>
              <a:gd name="connsiteX73" fmla="*/ 490845 w 492709"/>
              <a:gd name="connsiteY73" fmla="*/ 228841 h 613145"/>
              <a:gd name="connsiteX74" fmla="*/ 490845 w 492709"/>
              <a:gd name="connsiteY74" fmla="*/ 242522 h 613145"/>
              <a:gd name="connsiteX75" fmla="*/ 479662 w 492709"/>
              <a:gd name="connsiteY75" fmla="*/ 248740 h 613145"/>
              <a:gd name="connsiteX76" fmla="*/ 449838 w 492709"/>
              <a:gd name="connsiteY76" fmla="*/ 248740 h 613145"/>
              <a:gd name="connsiteX77" fmla="*/ 438654 w 492709"/>
              <a:gd name="connsiteY77" fmla="*/ 242522 h 613145"/>
              <a:gd name="connsiteX78" fmla="*/ 438654 w 492709"/>
              <a:gd name="connsiteY78" fmla="*/ 228841 h 613145"/>
              <a:gd name="connsiteX79" fmla="*/ 456051 w 492709"/>
              <a:gd name="connsiteY79" fmla="*/ 200236 h 613145"/>
              <a:gd name="connsiteX80" fmla="*/ 456051 w 492709"/>
              <a:gd name="connsiteY80" fmla="*/ 113177 h 613145"/>
              <a:gd name="connsiteX81" fmla="*/ 400132 w 492709"/>
              <a:gd name="connsiteY81" fmla="*/ 133076 h 613145"/>
              <a:gd name="connsiteX82" fmla="*/ 400132 w 492709"/>
              <a:gd name="connsiteY82" fmla="*/ 221379 h 613145"/>
              <a:gd name="connsiteX83" fmla="*/ 472206 w 492709"/>
              <a:gd name="connsiteY83" fmla="*/ 385548 h 613145"/>
              <a:gd name="connsiteX84" fmla="*/ 469721 w 492709"/>
              <a:gd name="connsiteY84" fmla="*/ 419127 h 613145"/>
              <a:gd name="connsiteX85" fmla="*/ 243559 w 492709"/>
              <a:gd name="connsiteY85" fmla="*/ 613145 h 613145"/>
              <a:gd name="connsiteX86" fmla="*/ 16154 w 492709"/>
              <a:gd name="connsiteY86" fmla="*/ 419127 h 613145"/>
              <a:gd name="connsiteX87" fmla="*/ 14912 w 492709"/>
              <a:gd name="connsiteY87" fmla="*/ 385548 h 613145"/>
              <a:gd name="connsiteX88" fmla="*/ 83257 w 492709"/>
              <a:gd name="connsiteY88" fmla="*/ 223866 h 613145"/>
              <a:gd name="connsiteX89" fmla="*/ 83257 w 492709"/>
              <a:gd name="connsiteY89" fmla="*/ 135563 h 613145"/>
              <a:gd name="connsiteX90" fmla="*/ 9941 w 492709"/>
              <a:gd name="connsiteY90" fmla="*/ 108202 h 613145"/>
              <a:gd name="connsiteX91" fmla="*/ 0 w 492709"/>
              <a:gd name="connsiteY91" fmla="*/ 93278 h 613145"/>
              <a:gd name="connsiteX92" fmla="*/ 9941 w 492709"/>
              <a:gd name="connsiteY92" fmla="*/ 77110 h 613145"/>
              <a:gd name="connsiteX93" fmla="*/ 11184 w 492709"/>
              <a:gd name="connsiteY93" fmla="*/ 77110 h 61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492709" h="613145">
                <a:moveTo>
                  <a:pt x="333490" y="427456"/>
                </a:moveTo>
                <a:cubicBezTo>
                  <a:pt x="327307" y="500426"/>
                  <a:pt x="308759" y="559792"/>
                  <a:pt x="282791" y="590712"/>
                </a:cubicBezTo>
                <a:cubicBezTo>
                  <a:pt x="366877" y="574634"/>
                  <a:pt x="432415" y="510321"/>
                  <a:pt x="449727" y="427456"/>
                </a:cubicBezTo>
                <a:close/>
                <a:moveTo>
                  <a:pt x="171916" y="427456"/>
                </a:moveTo>
                <a:cubicBezTo>
                  <a:pt x="178091" y="514046"/>
                  <a:pt x="206498" y="594451"/>
                  <a:pt x="243549" y="594451"/>
                </a:cubicBezTo>
                <a:cubicBezTo>
                  <a:pt x="280601" y="594451"/>
                  <a:pt x="307772" y="514046"/>
                  <a:pt x="315182" y="427456"/>
                </a:cubicBezTo>
                <a:close/>
                <a:moveTo>
                  <a:pt x="36128" y="427456"/>
                </a:moveTo>
                <a:cubicBezTo>
                  <a:pt x="53440" y="510321"/>
                  <a:pt x="118978" y="574634"/>
                  <a:pt x="203064" y="590712"/>
                </a:cubicBezTo>
                <a:cubicBezTo>
                  <a:pt x="175860" y="559792"/>
                  <a:pt x="157311" y="500426"/>
                  <a:pt x="152365" y="427456"/>
                </a:cubicBezTo>
                <a:close/>
                <a:moveTo>
                  <a:pt x="304078" y="269185"/>
                </a:moveTo>
                <a:lnTo>
                  <a:pt x="285548" y="276596"/>
                </a:lnTo>
                <a:cubicBezTo>
                  <a:pt x="269489" y="282772"/>
                  <a:pt x="253430" y="286478"/>
                  <a:pt x="237371" y="286478"/>
                </a:cubicBezTo>
                <a:lnTo>
                  <a:pt x="236135" y="286478"/>
                </a:lnTo>
                <a:lnTo>
                  <a:pt x="234900" y="286478"/>
                </a:lnTo>
                <a:cubicBezTo>
                  <a:pt x="221312" y="286478"/>
                  <a:pt x="206488" y="282772"/>
                  <a:pt x="191664" y="276596"/>
                </a:cubicBezTo>
                <a:lnTo>
                  <a:pt x="181781" y="272891"/>
                </a:lnTo>
                <a:cubicBezTo>
                  <a:pt x="174369" y="306241"/>
                  <a:pt x="169428" y="344532"/>
                  <a:pt x="169428" y="385294"/>
                </a:cubicBezTo>
                <a:cubicBezTo>
                  <a:pt x="169428" y="393941"/>
                  <a:pt x="169428" y="401352"/>
                  <a:pt x="170663" y="408763"/>
                </a:cubicBezTo>
                <a:lnTo>
                  <a:pt x="315196" y="408763"/>
                </a:lnTo>
                <a:cubicBezTo>
                  <a:pt x="316431" y="401352"/>
                  <a:pt x="316431" y="393941"/>
                  <a:pt x="316431" y="385294"/>
                </a:cubicBezTo>
                <a:cubicBezTo>
                  <a:pt x="316431" y="343297"/>
                  <a:pt x="311490" y="303771"/>
                  <a:pt x="304078" y="269185"/>
                </a:cubicBezTo>
                <a:close/>
                <a:moveTo>
                  <a:pt x="94098" y="238030"/>
                </a:moveTo>
                <a:cubicBezTo>
                  <a:pt x="53371" y="277620"/>
                  <a:pt x="32390" y="329582"/>
                  <a:pt x="32390" y="385256"/>
                </a:cubicBezTo>
                <a:cubicBezTo>
                  <a:pt x="32390" y="393917"/>
                  <a:pt x="32390" y="401340"/>
                  <a:pt x="33624" y="408763"/>
                </a:cubicBezTo>
                <a:lnTo>
                  <a:pt x="150868" y="408763"/>
                </a:lnTo>
                <a:cubicBezTo>
                  <a:pt x="150868" y="401340"/>
                  <a:pt x="150868" y="393917"/>
                  <a:pt x="150868" y="385256"/>
                </a:cubicBezTo>
                <a:cubicBezTo>
                  <a:pt x="150868" y="343192"/>
                  <a:pt x="155805" y="302364"/>
                  <a:pt x="164444" y="266485"/>
                </a:cubicBezTo>
                <a:close/>
                <a:moveTo>
                  <a:pt x="389290" y="235537"/>
                </a:moveTo>
                <a:lnTo>
                  <a:pt x="320165" y="262758"/>
                </a:lnTo>
                <a:cubicBezTo>
                  <a:pt x="331274" y="299878"/>
                  <a:pt x="334978" y="340710"/>
                  <a:pt x="334978" y="385254"/>
                </a:cubicBezTo>
                <a:cubicBezTo>
                  <a:pt x="334978" y="393915"/>
                  <a:pt x="334978" y="401339"/>
                  <a:pt x="334978" y="408763"/>
                </a:cubicBezTo>
                <a:lnTo>
                  <a:pt x="452242" y="408763"/>
                </a:lnTo>
                <a:cubicBezTo>
                  <a:pt x="453477" y="401339"/>
                  <a:pt x="454711" y="393915"/>
                  <a:pt x="454711" y="385254"/>
                </a:cubicBezTo>
                <a:cubicBezTo>
                  <a:pt x="454711" y="329574"/>
                  <a:pt x="431258" y="273894"/>
                  <a:pt x="389290" y="235537"/>
                </a:cubicBezTo>
                <a:close/>
                <a:moveTo>
                  <a:pt x="465303" y="219336"/>
                </a:moveTo>
                <a:lnTo>
                  <a:pt x="459697" y="230552"/>
                </a:lnTo>
                <a:lnTo>
                  <a:pt x="470909" y="230552"/>
                </a:lnTo>
                <a:close/>
                <a:moveTo>
                  <a:pt x="382455" y="140824"/>
                </a:moveTo>
                <a:lnTo>
                  <a:pt x="255944" y="187716"/>
                </a:lnTo>
                <a:cubicBezTo>
                  <a:pt x="250983" y="188950"/>
                  <a:pt x="244781" y="190184"/>
                  <a:pt x="238580" y="190184"/>
                </a:cubicBezTo>
                <a:cubicBezTo>
                  <a:pt x="232378" y="190184"/>
                  <a:pt x="226177" y="188950"/>
                  <a:pt x="219975" y="187716"/>
                </a:cubicBezTo>
                <a:lnTo>
                  <a:pt x="100906" y="143292"/>
                </a:lnTo>
                <a:lnTo>
                  <a:pt x="100906" y="221035"/>
                </a:lnTo>
                <a:lnTo>
                  <a:pt x="197650" y="259289"/>
                </a:lnTo>
                <a:cubicBezTo>
                  <a:pt x="211293" y="264225"/>
                  <a:pt x="223696" y="266693"/>
                  <a:pt x="236099" y="266693"/>
                </a:cubicBezTo>
                <a:cubicBezTo>
                  <a:pt x="249743" y="266693"/>
                  <a:pt x="264626" y="264225"/>
                  <a:pt x="279510" y="258055"/>
                </a:cubicBezTo>
                <a:lnTo>
                  <a:pt x="382455" y="218567"/>
                </a:lnTo>
                <a:close/>
                <a:moveTo>
                  <a:pt x="238570" y="63557"/>
                </a:moveTo>
                <a:cubicBezTo>
                  <a:pt x="243493" y="63557"/>
                  <a:pt x="247186" y="66002"/>
                  <a:pt x="247186" y="72113"/>
                </a:cubicBezTo>
                <a:cubicBezTo>
                  <a:pt x="247186" y="75780"/>
                  <a:pt x="243493" y="80669"/>
                  <a:pt x="238570" y="80669"/>
                </a:cubicBezTo>
                <a:cubicBezTo>
                  <a:pt x="217643" y="80669"/>
                  <a:pt x="204103" y="89225"/>
                  <a:pt x="204103" y="95336"/>
                </a:cubicBezTo>
                <a:cubicBezTo>
                  <a:pt x="204103" y="101447"/>
                  <a:pt x="217643" y="110003"/>
                  <a:pt x="238570" y="110003"/>
                </a:cubicBezTo>
                <a:cubicBezTo>
                  <a:pt x="259496" y="110003"/>
                  <a:pt x="273037" y="101447"/>
                  <a:pt x="273037" y="95336"/>
                </a:cubicBezTo>
                <a:cubicBezTo>
                  <a:pt x="273037" y="90447"/>
                  <a:pt x="275499" y="86780"/>
                  <a:pt x="281653" y="86780"/>
                </a:cubicBezTo>
                <a:cubicBezTo>
                  <a:pt x="286577" y="86780"/>
                  <a:pt x="290270" y="90447"/>
                  <a:pt x="290270" y="95336"/>
                </a:cubicBezTo>
                <a:cubicBezTo>
                  <a:pt x="290270" y="113670"/>
                  <a:pt x="268113" y="127115"/>
                  <a:pt x="238570" y="127115"/>
                </a:cubicBezTo>
                <a:cubicBezTo>
                  <a:pt x="209026" y="127115"/>
                  <a:pt x="186869" y="113670"/>
                  <a:pt x="186869" y="95336"/>
                </a:cubicBezTo>
                <a:cubicBezTo>
                  <a:pt x="186869" y="75780"/>
                  <a:pt x="209026" y="63557"/>
                  <a:pt x="238570" y="63557"/>
                </a:cubicBezTo>
                <a:close/>
                <a:moveTo>
                  <a:pt x="226144" y="21165"/>
                </a:moveTo>
                <a:lnTo>
                  <a:pt x="19933" y="92864"/>
                </a:lnTo>
                <a:lnTo>
                  <a:pt x="94467" y="121296"/>
                </a:lnTo>
                <a:lnTo>
                  <a:pt x="95709" y="121296"/>
                </a:lnTo>
                <a:lnTo>
                  <a:pt x="227386" y="169507"/>
                </a:lnTo>
                <a:cubicBezTo>
                  <a:pt x="234839" y="173215"/>
                  <a:pt x="242293" y="173215"/>
                  <a:pt x="249746" y="169507"/>
                </a:cubicBezTo>
                <a:lnTo>
                  <a:pt x="454714" y="94100"/>
                </a:lnTo>
                <a:lnTo>
                  <a:pt x="252230" y="21165"/>
                </a:lnTo>
                <a:cubicBezTo>
                  <a:pt x="243535" y="17457"/>
                  <a:pt x="233597" y="17457"/>
                  <a:pt x="226144" y="21165"/>
                </a:cubicBezTo>
                <a:close/>
                <a:moveTo>
                  <a:pt x="219949" y="3731"/>
                </a:moveTo>
                <a:cubicBezTo>
                  <a:pt x="231132" y="-1244"/>
                  <a:pt x="246044" y="-1244"/>
                  <a:pt x="258471" y="3731"/>
                </a:cubicBezTo>
                <a:lnTo>
                  <a:pt x="463507" y="78353"/>
                </a:lnTo>
                <a:cubicBezTo>
                  <a:pt x="469721" y="82084"/>
                  <a:pt x="473448" y="87059"/>
                  <a:pt x="473448" y="94521"/>
                </a:cubicBezTo>
                <a:lnTo>
                  <a:pt x="473448" y="95765"/>
                </a:lnTo>
                <a:lnTo>
                  <a:pt x="473448" y="200236"/>
                </a:lnTo>
                <a:lnTo>
                  <a:pt x="490845" y="228841"/>
                </a:lnTo>
                <a:cubicBezTo>
                  <a:pt x="493331" y="232572"/>
                  <a:pt x="493331" y="238791"/>
                  <a:pt x="490845" y="242522"/>
                </a:cubicBezTo>
                <a:cubicBezTo>
                  <a:pt x="488360" y="246253"/>
                  <a:pt x="484632" y="248740"/>
                  <a:pt x="479662" y="248740"/>
                </a:cubicBezTo>
                <a:lnTo>
                  <a:pt x="449838" y="248740"/>
                </a:lnTo>
                <a:cubicBezTo>
                  <a:pt x="444868" y="248740"/>
                  <a:pt x="441140" y="246253"/>
                  <a:pt x="438654" y="242522"/>
                </a:cubicBezTo>
                <a:cubicBezTo>
                  <a:pt x="436169" y="238791"/>
                  <a:pt x="436169" y="232572"/>
                  <a:pt x="438654" y="228841"/>
                </a:cubicBezTo>
                <a:lnTo>
                  <a:pt x="456051" y="200236"/>
                </a:lnTo>
                <a:lnTo>
                  <a:pt x="456051" y="113177"/>
                </a:lnTo>
                <a:lnTo>
                  <a:pt x="400132" y="133076"/>
                </a:lnTo>
                <a:lnTo>
                  <a:pt x="400132" y="221379"/>
                </a:lnTo>
                <a:cubicBezTo>
                  <a:pt x="446110" y="263665"/>
                  <a:pt x="472206" y="323362"/>
                  <a:pt x="472206" y="385548"/>
                </a:cubicBezTo>
                <a:cubicBezTo>
                  <a:pt x="472206" y="396741"/>
                  <a:pt x="470963" y="409178"/>
                  <a:pt x="469721" y="419127"/>
                </a:cubicBezTo>
                <a:cubicBezTo>
                  <a:pt x="452323" y="528573"/>
                  <a:pt x="357882" y="613145"/>
                  <a:pt x="243559" y="613145"/>
                </a:cubicBezTo>
                <a:cubicBezTo>
                  <a:pt x="127993" y="613145"/>
                  <a:pt x="33552" y="528573"/>
                  <a:pt x="16154" y="419127"/>
                </a:cubicBezTo>
                <a:cubicBezTo>
                  <a:pt x="14912" y="409178"/>
                  <a:pt x="14912" y="396741"/>
                  <a:pt x="14912" y="385548"/>
                </a:cubicBezTo>
                <a:cubicBezTo>
                  <a:pt x="14912" y="323362"/>
                  <a:pt x="38522" y="266152"/>
                  <a:pt x="83257" y="223866"/>
                </a:cubicBezTo>
                <a:lnTo>
                  <a:pt x="83257" y="135563"/>
                </a:lnTo>
                <a:lnTo>
                  <a:pt x="9941" y="108202"/>
                </a:lnTo>
                <a:cubicBezTo>
                  <a:pt x="3728" y="105715"/>
                  <a:pt x="0" y="100740"/>
                  <a:pt x="0" y="93278"/>
                </a:cubicBezTo>
                <a:cubicBezTo>
                  <a:pt x="0" y="85815"/>
                  <a:pt x="3728" y="79597"/>
                  <a:pt x="9941" y="77110"/>
                </a:cubicBezTo>
                <a:lnTo>
                  <a:pt x="11184" y="77110"/>
                </a:ln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74" name="TextBox 373">
            <a:extLst>
              <a:ext uri="{FF2B5EF4-FFF2-40B4-BE49-F238E27FC236}">
                <a16:creationId xmlns:a16="http://schemas.microsoft.com/office/drawing/2014/main" id="{6F2EF328-B992-D148-9C65-1EEA6CFC7340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375" name="TextBox 374">
            <a:extLst>
              <a:ext uri="{FF2B5EF4-FFF2-40B4-BE49-F238E27FC236}">
                <a16:creationId xmlns:a16="http://schemas.microsoft.com/office/drawing/2014/main" id="{B46D1DE2-E4E3-FE43-B452-3612D9A7B54E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957ED4DD-3B2B-4C43-9D1B-EC5AD3CFB36B}"/>
              </a:ext>
            </a:extLst>
          </p:cNvPr>
          <p:cNvSpPr txBox="1"/>
          <p:nvPr/>
        </p:nvSpPr>
        <p:spPr>
          <a:xfrm>
            <a:off x="1640991" y="4274794"/>
            <a:ext cx="1133574" cy="1169551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A</a:t>
            </a:r>
          </a:p>
        </p:txBody>
      </p:sp>
      <p:sp>
        <p:nvSpPr>
          <p:cNvPr id="377" name="TextBox 376">
            <a:extLst>
              <a:ext uri="{FF2B5EF4-FFF2-40B4-BE49-F238E27FC236}">
                <a16:creationId xmlns:a16="http://schemas.microsoft.com/office/drawing/2014/main" id="{97A12E8B-E183-354C-8761-47372F72A826}"/>
              </a:ext>
            </a:extLst>
          </p:cNvPr>
          <p:cNvSpPr txBox="1"/>
          <p:nvPr/>
        </p:nvSpPr>
        <p:spPr>
          <a:xfrm>
            <a:off x="2774565" y="4725366"/>
            <a:ext cx="4147231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78" name="TextBox 377">
            <a:extLst>
              <a:ext uri="{FF2B5EF4-FFF2-40B4-BE49-F238E27FC236}">
                <a16:creationId xmlns:a16="http://schemas.microsoft.com/office/drawing/2014/main" id="{B35977FA-0F7C-E24B-A3AC-ECAF89EA0D82}"/>
              </a:ext>
            </a:extLst>
          </p:cNvPr>
          <p:cNvSpPr txBox="1"/>
          <p:nvPr/>
        </p:nvSpPr>
        <p:spPr>
          <a:xfrm>
            <a:off x="2774566" y="10130427"/>
            <a:ext cx="4147230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79" name="TextBox 378">
            <a:extLst>
              <a:ext uri="{FF2B5EF4-FFF2-40B4-BE49-F238E27FC236}">
                <a16:creationId xmlns:a16="http://schemas.microsoft.com/office/drawing/2014/main" id="{5FF459C1-4C83-344B-8EDD-05E505C67516}"/>
              </a:ext>
            </a:extLst>
          </p:cNvPr>
          <p:cNvSpPr txBox="1"/>
          <p:nvPr/>
        </p:nvSpPr>
        <p:spPr>
          <a:xfrm>
            <a:off x="1640991" y="9680363"/>
            <a:ext cx="1133574" cy="1169551"/>
          </a:xfrm>
          <a:prstGeom prst="rect">
            <a:avLst/>
          </a:prstGeom>
          <a:solidFill>
            <a:schemeClr val="bg2"/>
          </a:solidFill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500203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2A330247-D266-9148-BD5D-0794AEE636A0}"/>
              </a:ext>
            </a:extLst>
          </p:cNvPr>
          <p:cNvGrpSpPr/>
          <p:nvPr/>
        </p:nvGrpSpPr>
        <p:grpSpPr>
          <a:xfrm>
            <a:off x="10621620" y="5401913"/>
            <a:ext cx="12259832" cy="5460481"/>
            <a:chOff x="10621620" y="5401913"/>
            <a:chExt cx="12259832" cy="546048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1541A89-5F1C-4E48-81AC-5534C5BFE453}"/>
                </a:ext>
              </a:extLst>
            </p:cNvPr>
            <p:cNvGrpSpPr/>
            <p:nvPr/>
          </p:nvGrpSpPr>
          <p:grpSpPr>
            <a:xfrm>
              <a:off x="13828292" y="5547709"/>
              <a:ext cx="1031516" cy="1031784"/>
              <a:chOff x="13828292" y="5547709"/>
              <a:chExt cx="1031516" cy="1031784"/>
            </a:xfrm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79DB6E21-2134-8849-B6A8-A25B3643192C}"/>
                  </a:ext>
                </a:extLst>
              </p:cNvPr>
              <p:cNvSpPr/>
              <p:nvPr/>
            </p:nvSpPr>
            <p:spPr>
              <a:xfrm>
                <a:off x="13835766" y="5555186"/>
                <a:ext cx="1016566" cy="10168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7" h="817">
                    <a:moveTo>
                      <a:pt x="817" y="409"/>
                    </a:moveTo>
                    <a:cubicBezTo>
                      <a:pt x="817" y="634"/>
                      <a:pt x="635" y="817"/>
                      <a:pt x="409" y="817"/>
                    </a:cubicBezTo>
                    <a:cubicBezTo>
                      <a:pt x="183" y="817"/>
                      <a:pt x="0" y="634"/>
                      <a:pt x="0" y="409"/>
                    </a:cubicBezTo>
                    <a:cubicBezTo>
                      <a:pt x="0" y="183"/>
                      <a:pt x="183" y="0"/>
                      <a:pt x="409" y="0"/>
                    </a:cubicBezTo>
                    <a:cubicBezTo>
                      <a:pt x="635" y="0"/>
                      <a:pt x="817" y="183"/>
                      <a:pt x="817" y="40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9A9D23A8-2BC4-8D47-8AAE-7F56ED022A4A}"/>
                  </a:ext>
                </a:extLst>
              </p:cNvPr>
              <p:cNvSpPr/>
              <p:nvPr/>
            </p:nvSpPr>
            <p:spPr>
              <a:xfrm>
                <a:off x="13828292" y="5547709"/>
                <a:ext cx="1031516" cy="1031784"/>
              </a:xfrm>
              <a:custGeom>
                <a:avLst/>
                <a:gdLst>
                  <a:gd name="connsiteX0" fmla="*/ 516380 w 1031516"/>
                  <a:gd name="connsiteY0" fmla="*/ 14953 h 1031784"/>
                  <a:gd name="connsiteX1" fmla="*/ 14949 w 1031516"/>
                  <a:gd name="connsiteY1" fmla="*/ 516514 h 1031784"/>
                  <a:gd name="connsiteX2" fmla="*/ 516380 w 1031516"/>
                  <a:gd name="connsiteY2" fmla="*/ 1016830 h 1031784"/>
                  <a:gd name="connsiteX3" fmla="*/ 1016566 w 1031516"/>
                  <a:gd name="connsiteY3" fmla="*/ 516514 h 1031784"/>
                  <a:gd name="connsiteX4" fmla="*/ 516380 w 1031516"/>
                  <a:gd name="connsiteY4" fmla="*/ 14953 h 1031784"/>
                  <a:gd name="connsiteX5" fmla="*/ 516380 w 1031516"/>
                  <a:gd name="connsiteY5" fmla="*/ 0 h 1031784"/>
                  <a:gd name="connsiteX6" fmla="*/ 1031516 w 1031516"/>
                  <a:gd name="connsiteY6" fmla="*/ 516515 h 1031784"/>
                  <a:gd name="connsiteX7" fmla="*/ 516380 w 1031516"/>
                  <a:gd name="connsiteY7" fmla="*/ 1031784 h 1031784"/>
                  <a:gd name="connsiteX8" fmla="*/ 0 w 1031516"/>
                  <a:gd name="connsiteY8" fmla="*/ 516515 h 1031784"/>
                  <a:gd name="connsiteX9" fmla="*/ 516380 w 1031516"/>
                  <a:gd name="connsiteY9" fmla="*/ 0 h 1031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31516" h="1031784">
                    <a:moveTo>
                      <a:pt x="516380" y="14953"/>
                    </a:moveTo>
                    <a:cubicBezTo>
                      <a:pt x="240157" y="14953"/>
                      <a:pt x="14949" y="238975"/>
                      <a:pt x="14949" y="516514"/>
                    </a:cubicBezTo>
                    <a:cubicBezTo>
                      <a:pt x="14949" y="792808"/>
                      <a:pt x="240157" y="1016830"/>
                      <a:pt x="516380" y="1016830"/>
                    </a:cubicBezTo>
                    <a:cubicBezTo>
                      <a:pt x="792602" y="1016830"/>
                      <a:pt x="1016566" y="792808"/>
                      <a:pt x="1016566" y="516514"/>
                    </a:cubicBezTo>
                    <a:cubicBezTo>
                      <a:pt x="1016566" y="238975"/>
                      <a:pt x="792602" y="14953"/>
                      <a:pt x="516380" y="14953"/>
                    </a:cubicBezTo>
                    <a:close/>
                    <a:moveTo>
                      <a:pt x="516380" y="0"/>
                    </a:moveTo>
                    <a:cubicBezTo>
                      <a:pt x="800078" y="0"/>
                      <a:pt x="1031516" y="231498"/>
                      <a:pt x="1031516" y="516515"/>
                    </a:cubicBezTo>
                    <a:cubicBezTo>
                      <a:pt x="1031516" y="800286"/>
                      <a:pt x="800078" y="1031784"/>
                      <a:pt x="516380" y="1031784"/>
                    </a:cubicBezTo>
                    <a:cubicBezTo>
                      <a:pt x="231438" y="1031784"/>
                      <a:pt x="0" y="800286"/>
                      <a:pt x="0" y="516515"/>
                    </a:cubicBezTo>
                    <a:cubicBezTo>
                      <a:pt x="0" y="231498"/>
                      <a:pt x="231438" y="0"/>
                      <a:pt x="5163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D1E6BDA2-A0C9-094A-88BE-EC30469A5A03}"/>
                  </a:ext>
                </a:extLst>
              </p:cNvPr>
              <p:cNvSpPr/>
              <p:nvPr/>
            </p:nvSpPr>
            <p:spPr>
              <a:xfrm>
                <a:off x="13906776" y="5624968"/>
                <a:ext cx="875792" cy="8772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4" h="705">
                    <a:moveTo>
                      <a:pt x="704" y="353"/>
                    </a:moveTo>
                    <a:cubicBezTo>
                      <a:pt x="704" y="547"/>
                      <a:pt x="546" y="705"/>
                      <a:pt x="352" y="705"/>
                    </a:cubicBezTo>
                    <a:cubicBezTo>
                      <a:pt x="157" y="705"/>
                      <a:pt x="0" y="547"/>
                      <a:pt x="0" y="353"/>
                    </a:cubicBezTo>
                    <a:cubicBezTo>
                      <a:pt x="0" y="158"/>
                      <a:pt x="157" y="0"/>
                      <a:pt x="352" y="0"/>
                    </a:cubicBezTo>
                    <a:cubicBezTo>
                      <a:pt x="546" y="0"/>
                      <a:pt x="704" y="158"/>
                      <a:pt x="704" y="35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0AF54D83-7D87-5B4B-8E3F-4C276AF9A441}"/>
                  </a:ext>
                </a:extLst>
              </p:cNvPr>
              <p:cNvSpPr/>
              <p:nvPr/>
            </p:nvSpPr>
            <p:spPr>
              <a:xfrm>
                <a:off x="14337820" y="5862976"/>
                <a:ext cx="143266" cy="3102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6" h="250">
                    <a:moveTo>
                      <a:pt x="111" y="250"/>
                    </a:moveTo>
                    <a:cubicBezTo>
                      <a:pt x="109" y="250"/>
                      <a:pt x="108" y="250"/>
                      <a:pt x="107" y="249"/>
                    </a:cubicBezTo>
                    <a:lnTo>
                      <a:pt x="2" y="164"/>
                    </a:lnTo>
                    <a:cubicBezTo>
                      <a:pt x="1" y="163"/>
                      <a:pt x="0" y="162"/>
                      <a:pt x="0" y="160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1" y="3"/>
                      <a:pt x="11" y="6"/>
                    </a:cubicBezTo>
                    <a:lnTo>
                      <a:pt x="11" y="157"/>
                    </a:lnTo>
                    <a:lnTo>
                      <a:pt x="114" y="239"/>
                    </a:lnTo>
                    <a:cubicBezTo>
                      <a:pt x="117" y="242"/>
                      <a:pt x="117" y="246"/>
                      <a:pt x="115" y="248"/>
                    </a:cubicBezTo>
                    <a:cubicBezTo>
                      <a:pt x="114" y="249"/>
                      <a:pt x="112" y="250"/>
                      <a:pt x="111" y="25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2391CEA6-0E4B-4548-96C1-03D900290604}"/>
                  </a:ext>
                </a:extLst>
              </p:cNvPr>
              <p:cNvSpPr/>
              <p:nvPr/>
            </p:nvSpPr>
            <p:spPr>
              <a:xfrm>
                <a:off x="14312905" y="6029956"/>
                <a:ext cx="63535" cy="635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" h="52">
                    <a:moveTo>
                      <a:pt x="52" y="26"/>
                    </a:moveTo>
                    <a:cubicBezTo>
                      <a:pt x="52" y="40"/>
                      <a:pt x="40" y="52"/>
                      <a:pt x="26" y="52"/>
                    </a:cubicBezTo>
                    <a:cubicBezTo>
                      <a:pt x="11" y="52"/>
                      <a:pt x="0" y="40"/>
                      <a:pt x="0" y="26"/>
                    </a:cubicBezTo>
                    <a:cubicBezTo>
                      <a:pt x="0" y="11"/>
                      <a:pt x="11" y="0"/>
                      <a:pt x="26" y="0"/>
                    </a:cubicBezTo>
                    <a:cubicBezTo>
                      <a:pt x="40" y="0"/>
                      <a:pt x="52" y="11"/>
                      <a:pt x="52" y="2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93689185-353F-D743-9A86-9F1821FCECE9}"/>
                </a:ext>
              </a:extLst>
            </p:cNvPr>
            <p:cNvGrpSpPr/>
            <p:nvPr/>
          </p:nvGrpSpPr>
          <p:grpSpPr>
            <a:xfrm>
              <a:off x="11380307" y="5633691"/>
              <a:ext cx="731280" cy="859820"/>
              <a:chOff x="11380307" y="5633691"/>
              <a:chExt cx="731280" cy="859820"/>
            </a:xfrm>
          </p:grpSpPr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AFEF1678-6ECD-6D4A-BEAC-3F57BAFD3551}"/>
                  </a:ext>
                </a:extLst>
              </p:cNvPr>
              <p:cNvSpPr/>
              <p:nvPr/>
            </p:nvSpPr>
            <p:spPr>
              <a:xfrm>
                <a:off x="11387786" y="5742103"/>
                <a:ext cx="716330" cy="7439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6" h="598">
                    <a:moveTo>
                      <a:pt x="549" y="0"/>
                    </a:moveTo>
                    <a:lnTo>
                      <a:pt x="28" y="0"/>
                    </a:lnTo>
                    <a:cubicBezTo>
                      <a:pt x="12" y="0"/>
                      <a:pt x="0" y="12"/>
                      <a:pt x="0" y="27"/>
                    </a:cubicBezTo>
                    <a:lnTo>
                      <a:pt x="0" y="571"/>
                    </a:lnTo>
                    <a:cubicBezTo>
                      <a:pt x="0" y="586"/>
                      <a:pt x="12" y="598"/>
                      <a:pt x="28" y="598"/>
                    </a:cubicBezTo>
                    <a:lnTo>
                      <a:pt x="549" y="598"/>
                    </a:lnTo>
                    <a:cubicBezTo>
                      <a:pt x="563" y="598"/>
                      <a:pt x="576" y="586"/>
                      <a:pt x="576" y="571"/>
                    </a:cubicBezTo>
                    <a:lnTo>
                      <a:pt x="576" y="27"/>
                    </a:lnTo>
                    <a:cubicBezTo>
                      <a:pt x="576" y="12"/>
                      <a:pt x="563" y="0"/>
                      <a:pt x="54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05E3C43D-EE28-924C-BF18-EFBAE6F550BB}"/>
                  </a:ext>
                </a:extLst>
              </p:cNvPr>
              <p:cNvSpPr/>
              <p:nvPr/>
            </p:nvSpPr>
            <p:spPr>
              <a:xfrm>
                <a:off x="11380307" y="5735872"/>
                <a:ext cx="731280" cy="757639"/>
              </a:xfrm>
              <a:custGeom>
                <a:avLst/>
                <a:gdLst>
                  <a:gd name="connsiteX0" fmla="*/ 42309 w 731280"/>
                  <a:gd name="connsiteY0" fmla="*/ 13708 h 757639"/>
                  <a:gd name="connsiteX1" fmla="*/ 14950 w 731280"/>
                  <a:gd name="connsiteY1" fmla="*/ 39832 h 757639"/>
                  <a:gd name="connsiteX2" fmla="*/ 14950 w 731280"/>
                  <a:gd name="connsiteY2" fmla="*/ 716564 h 757639"/>
                  <a:gd name="connsiteX3" fmla="*/ 42309 w 731280"/>
                  <a:gd name="connsiteY3" fmla="*/ 743932 h 757639"/>
                  <a:gd name="connsiteX4" fmla="*/ 690216 w 731280"/>
                  <a:gd name="connsiteY4" fmla="*/ 743932 h 757639"/>
                  <a:gd name="connsiteX5" fmla="*/ 716331 w 731280"/>
                  <a:gd name="connsiteY5" fmla="*/ 716564 h 757639"/>
                  <a:gd name="connsiteX6" fmla="*/ 716331 w 731280"/>
                  <a:gd name="connsiteY6" fmla="*/ 39832 h 757639"/>
                  <a:gd name="connsiteX7" fmla="*/ 690216 w 731280"/>
                  <a:gd name="connsiteY7" fmla="*/ 13708 h 757639"/>
                  <a:gd name="connsiteX8" fmla="*/ 42285 w 731280"/>
                  <a:gd name="connsiteY8" fmla="*/ 0 h 757639"/>
                  <a:gd name="connsiteX9" fmla="*/ 690239 w 731280"/>
                  <a:gd name="connsiteY9" fmla="*/ 0 h 757639"/>
                  <a:gd name="connsiteX10" fmla="*/ 731280 w 731280"/>
                  <a:gd name="connsiteY10" fmla="*/ 39811 h 757639"/>
                  <a:gd name="connsiteX11" fmla="*/ 731280 w 731280"/>
                  <a:gd name="connsiteY11" fmla="*/ 716585 h 757639"/>
                  <a:gd name="connsiteX12" fmla="*/ 690239 w 731280"/>
                  <a:gd name="connsiteY12" fmla="*/ 757639 h 757639"/>
                  <a:gd name="connsiteX13" fmla="*/ 42285 w 731280"/>
                  <a:gd name="connsiteY13" fmla="*/ 757639 h 757639"/>
                  <a:gd name="connsiteX14" fmla="*/ 0 w 731280"/>
                  <a:gd name="connsiteY14" fmla="*/ 716585 h 757639"/>
                  <a:gd name="connsiteX15" fmla="*/ 0 w 731280"/>
                  <a:gd name="connsiteY15" fmla="*/ 39811 h 757639"/>
                  <a:gd name="connsiteX16" fmla="*/ 42285 w 731280"/>
                  <a:gd name="connsiteY16" fmla="*/ 0 h 7576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31280" h="757639">
                    <a:moveTo>
                      <a:pt x="42309" y="13708"/>
                    </a:moveTo>
                    <a:cubicBezTo>
                      <a:pt x="26142" y="13708"/>
                      <a:pt x="14950" y="24904"/>
                      <a:pt x="14950" y="39832"/>
                    </a:cubicBezTo>
                    <a:lnTo>
                      <a:pt x="14950" y="716564"/>
                    </a:lnTo>
                    <a:cubicBezTo>
                      <a:pt x="14950" y="731492"/>
                      <a:pt x="26142" y="743932"/>
                      <a:pt x="42309" y="743932"/>
                    </a:cubicBezTo>
                    <a:lnTo>
                      <a:pt x="690216" y="743932"/>
                    </a:lnTo>
                    <a:cubicBezTo>
                      <a:pt x="703895" y="743932"/>
                      <a:pt x="716331" y="731492"/>
                      <a:pt x="716331" y="716564"/>
                    </a:cubicBezTo>
                    <a:lnTo>
                      <a:pt x="716331" y="39832"/>
                    </a:lnTo>
                    <a:cubicBezTo>
                      <a:pt x="716331" y="24904"/>
                      <a:pt x="703895" y="13708"/>
                      <a:pt x="690216" y="13708"/>
                    </a:cubicBezTo>
                    <a:close/>
                    <a:moveTo>
                      <a:pt x="42285" y="0"/>
                    </a:moveTo>
                    <a:lnTo>
                      <a:pt x="690239" y="0"/>
                    </a:lnTo>
                    <a:cubicBezTo>
                      <a:pt x="711381" y="0"/>
                      <a:pt x="731280" y="17417"/>
                      <a:pt x="731280" y="39811"/>
                    </a:cubicBezTo>
                    <a:lnTo>
                      <a:pt x="731280" y="716585"/>
                    </a:lnTo>
                    <a:cubicBezTo>
                      <a:pt x="731280" y="738978"/>
                      <a:pt x="711381" y="757639"/>
                      <a:pt x="690239" y="757639"/>
                    </a:cubicBezTo>
                    <a:lnTo>
                      <a:pt x="42285" y="757639"/>
                    </a:lnTo>
                    <a:cubicBezTo>
                      <a:pt x="18655" y="757639"/>
                      <a:pt x="0" y="738978"/>
                      <a:pt x="0" y="716585"/>
                    </a:cubicBezTo>
                    <a:lnTo>
                      <a:pt x="0" y="39811"/>
                    </a:lnTo>
                    <a:cubicBezTo>
                      <a:pt x="0" y="17417"/>
                      <a:pt x="18655" y="0"/>
                      <a:pt x="422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9214DF15-9262-5543-99B6-3B32896BAAEB}"/>
                  </a:ext>
                </a:extLst>
              </p:cNvPr>
              <p:cNvSpPr/>
              <p:nvPr/>
            </p:nvSpPr>
            <p:spPr>
              <a:xfrm>
                <a:off x="11477479" y="5633691"/>
                <a:ext cx="107138" cy="25171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7" h="203">
                    <a:moveTo>
                      <a:pt x="44" y="203"/>
                    </a:moveTo>
                    <a:cubicBezTo>
                      <a:pt x="20" y="203"/>
                      <a:pt x="0" y="184"/>
                      <a:pt x="0" y="160"/>
                    </a:cubicBezTo>
                    <a:lnTo>
                      <a:pt x="0" y="32"/>
                    </a:lnTo>
                    <a:cubicBezTo>
                      <a:pt x="0" y="14"/>
                      <a:pt x="14" y="0"/>
                      <a:pt x="32" y="0"/>
                    </a:cubicBezTo>
                    <a:cubicBezTo>
                      <a:pt x="50" y="0"/>
                      <a:pt x="64" y="14"/>
                      <a:pt x="64" y="32"/>
                    </a:cubicBezTo>
                    <a:lnTo>
                      <a:pt x="64" y="145"/>
                    </a:lnTo>
                    <a:cubicBezTo>
                      <a:pt x="64" y="155"/>
                      <a:pt x="55" y="163"/>
                      <a:pt x="45" y="163"/>
                    </a:cubicBezTo>
                    <a:cubicBezTo>
                      <a:pt x="34" y="163"/>
                      <a:pt x="26" y="155"/>
                      <a:pt x="26" y="145"/>
                    </a:cubicBezTo>
                    <a:lnTo>
                      <a:pt x="26" y="61"/>
                    </a:lnTo>
                    <a:cubicBezTo>
                      <a:pt x="26" y="58"/>
                      <a:pt x="29" y="55"/>
                      <a:pt x="32" y="55"/>
                    </a:cubicBezTo>
                    <a:cubicBezTo>
                      <a:pt x="35" y="55"/>
                      <a:pt x="38" y="58"/>
                      <a:pt x="38" y="61"/>
                    </a:cubicBezTo>
                    <a:lnTo>
                      <a:pt x="38" y="145"/>
                    </a:lnTo>
                    <a:cubicBezTo>
                      <a:pt x="38" y="148"/>
                      <a:pt x="41" y="151"/>
                      <a:pt x="45" y="151"/>
                    </a:cubicBezTo>
                    <a:cubicBezTo>
                      <a:pt x="49" y="151"/>
                      <a:pt x="52" y="148"/>
                      <a:pt x="52" y="145"/>
                    </a:cubicBezTo>
                    <a:lnTo>
                      <a:pt x="52" y="32"/>
                    </a:lnTo>
                    <a:cubicBezTo>
                      <a:pt x="52" y="20"/>
                      <a:pt x="43" y="12"/>
                      <a:pt x="32" y="12"/>
                    </a:cubicBezTo>
                    <a:cubicBezTo>
                      <a:pt x="21" y="12"/>
                      <a:pt x="12" y="20"/>
                      <a:pt x="12" y="32"/>
                    </a:cubicBezTo>
                    <a:lnTo>
                      <a:pt x="12" y="160"/>
                    </a:lnTo>
                    <a:cubicBezTo>
                      <a:pt x="12" y="177"/>
                      <a:pt x="26" y="192"/>
                      <a:pt x="44" y="192"/>
                    </a:cubicBezTo>
                    <a:cubicBezTo>
                      <a:pt x="61" y="192"/>
                      <a:pt x="75" y="177"/>
                      <a:pt x="75" y="160"/>
                    </a:cubicBezTo>
                    <a:lnTo>
                      <a:pt x="75" y="6"/>
                    </a:lnTo>
                    <a:cubicBezTo>
                      <a:pt x="75" y="3"/>
                      <a:pt x="78" y="0"/>
                      <a:pt x="81" y="0"/>
                    </a:cubicBezTo>
                    <a:cubicBezTo>
                      <a:pt x="85" y="0"/>
                      <a:pt x="87" y="3"/>
                      <a:pt x="87" y="6"/>
                    </a:cubicBezTo>
                    <a:lnTo>
                      <a:pt x="87" y="160"/>
                    </a:lnTo>
                    <a:cubicBezTo>
                      <a:pt x="87" y="184"/>
                      <a:pt x="68" y="203"/>
                      <a:pt x="44" y="20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CF7A9101-EC75-4E42-A47D-96E3F6653F31}"/>
                  </a:ext>
                </a:extLst>
              </p:cNvPr>
              <p:cNvSpPr/>
              <p:nvPr/>
            </p:nvSpPr>
            <p:spPr>
              <a:xfrm>
                <a:off x="11440105" y="6129645"/>
                <a:ext cx="611684" cy="124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2" h="11">
                    <a:moveTo>
                      <a:pt x="486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486" y="0"/>
                    </a:lnTo>
                    <a:cubicBezTo>
                      <a:pt x="489" y="0"/>
                      <a:pt x="492" y="3"/>
                      <a:pt x="492" y="6"/>
                    </a:cubicBezTo>
                    <a:cubicBezTo>
                      <a:pt x="492" y="9"/>
                      <a:pt x="489" y="11"/>
                      <a:pt x="486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2" name="Freeform 81">
                <a:extLst>
                  <a:ext uri="{FF2B5EF4-FFF2-40B4-BE49-F238E27FC236}">
                    <a16:creationId xmlns:a16="http://schemas.microsoft.com/office/drawing/2014/main" id="{EBB2A1BC-D661-D142-8EBE-BBFAB72360E6}"/>
                  </a:ext>
                </a:extLst>
              </p:cNvPr>
              <p:cNvSpPr/>
              <p:nvPr/>
            </p:nvSpPr>
            <p:spPr>
              <a:xfrm>
                <a:off x="11722904" y="6231827"/>
                <a:ext cx="328889" cy="124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5" h="11">
                    <a:moveTo>
                      <a:pt x="259" y="11"/>
                    </a:moveTo>
                    <a:lnTo>
                      <a:pt x="5" y="11"/>
                    </a:lnTo>
                    <a:cubicBezTo>
                      <a:pt x="2" y="11"/>
                      <a:pt x="0" y="8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259" y="0"/>
                    </a:lnTo>
                    <a:cubicBezTo>
                      <a:pt x="262" y="0"/>
                      <a:pt x="265" y="2"/>
                      <a:pt x="265" y="5"/>
                    </a:cubicBezTo>
                    <a:cubicBezTo>
                      <a:pt x="265" y="8"/>
                      <a:pt x="262" y="11"/>
                      <a:pt x="259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DFAD6DE9-1596-6D4B-9298-C19062C0A215}"/>
                  </a:ext>
                </a:extLst>
              </p:cNvPr>
              <p:cNvSpPr/>
              <p:nvPr/>
            </p:nvSpPr>
            <p:spPr>
              <a:xfrm>
                <a:off x="11447584" y="6231827"/>
                <a:ext cx="168182" cy="124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6" h="11">
                    <a:moveTo>
                      <a:pt x="130" y="11"/>
                    </a:moveTo>
                    <a:lnTo>
                      <a:pt x="6" y="11"/>
                    </a:lnTo>
                    <a:cubicBezTo>
                      <a:pt x="2" y="11"/>
                      <a:pt x="0" y="8"/>
                      <a:pt x="0" y="5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130" y="0"/>
                    </a:lnTo>
                    <a:cubicBezTo>
                      <a:pt x="132" y="0"/>
                      <a:pt x="136" y="2"/>
                      <a:pt x="136" y="5"/>
                    </a:cubicBezTo>
                    <a:cubicBezTo>
                      <a:pt x="136" y="8"/>
                      <a:pt x="132" y="11"/>
                      <a:pt x="130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4B7F2969-EA0C-FD45-B7BF-723D70ABDA36}"/>
                  </a:ext>
                </a:extLst>
              </p:cNvPr>
              <p:cNvSpPr/>
              <p:nvPr/>
            </p:nvSpPr>
            <p:spPr>
              <a:xfrm>
                <a:off x="11440105" y="6334008"/>
                <a:ext cx="611684" cy="124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2" h="11">
                    <a:moveTo>
                      <a:pt x="486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486" y="0"/>
                    </a:lnTo>
                    <a:cubicBezTo>
                      <a:pt x="489" y="0"/>
                      <a:pt x="492" y="2"/>
                      <a:pt x="492" y="5"/>
                    </a:cubicBezTo>
                    <a:cubicBezTo>
                      <a:pt x="492" y="9"/>
                      <a:pt x="489" y="11"/>
                      <a:pt x="486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9CAC7BF5-D99A-5741-9B8F-0FC1A38650F2}"/>
                  </a:ext>
                </a:extLst>
              </p:cNvPr>
              <p:cNvSpPr/>
              <p:nvPr/>
            </p:nvSpPr>
            <p:spPr>
              <a:xfrm>
                <a:off x="11447584" y="5962666"/>
                <a:ext cx="596734" cy="7601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0" h="62">
                    <a:moveTo>
                      <a:pt x="30" y="0"/>
                    </a:moveTo>
                    <a:lnTo>
                      <a:pt x="449" y="0"/>
                    </a:lnTo>
                    <a:cubicBezTo>
                      <a:pt x="466" y="0"/>
                      <a:pt x="480" y="14"/>
                      <a:pt x="480" y="31"/>
                    </a:cubicBezTo>
                    <a:cubicBezTo>
                      <a:pt x="480" y="48"/>
                      <a:pt x="466" y="62"/>
                      <a:pt x="449" y="62"/>
                    </a:cubicBezTo>
                    <a:lnTo>
                      <a:pt x="30" y="62"/>
                    </a:lnTo>
                    <a:cubicBezTo>
                      <a:pt x="14" y="62"/>
                      <a:pt x="0" y="48"/>
                      <a:pt x="0" y="31"/>
                    </a:cubicBezTo>
                    <a:cubicBezTo>
                      <a:pt x="0" y="14"/>
                      <a:pt x="14" y="0"/>
                      <a:pt x="3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4D38CF83-D190-2440-B86F-44163832BEDE}"/>
                  </a:ext>
                </a:extLst>
              </p:cNvPr>
              <p:cNvSpPr/>
              <p:nvPr/>
            </p:nvSpPr>
            <p:spPr>
              <a:xfrm>
                <a:off x="11440105" y="5955185"/>
                <a:ext cx="611684" cy="90966"/>
              </a:xfrm>
              <a:custGeom>
                <a:avLst/>
                <a:gdLst>
                  <a:gd name="connsiteX0" fmla="*/ 44786 w 611684"/>
                  <a:gd name="connsiteY0" fmla="*/ 14957 h 90966"/>
                  <a:gd name="connsiteX1" fmla="*/ 13708 w 611684"/>
                  <a:gd name="connsiteY1" fmla="*/ 45487 h 90966"/>
                  <a:gd name="connsiteX2" fmla="*/ 44786 w 611684"/>
                  <a:gd name="connsiteY2" fmla="*/ 76017 h 90966"/>
                  <a:gd name="connsiteX3" fmla="*/ 565661 w 611684"/>
                  <a:gd name="connsiteY3" fmla="*/ 76017 h 90966"/>
                  <a:gd name="connsiteX4" fmla="*/ 596739 w 611684"/>
                  <a:gd name="connsiteY4" fmla="*/ 45487 h 90966"/>
                  <a:gd name="connsiteX5" fmla="*/ 565661 w 611684"/>
                  <a:gd name="connsiteY5" fmla="*/ 14957 h 90966"/>
                  <a:gd name="connsiteX6" fmla="*/ 44757 w 611684"/>
                  <a:gd name="connsiteY6" fmla="*/ 0 h 90966"/>
                  <a:gd name="connsiteX7" fmla="*/ 565683 w 611684"/>
                  <a:gd name="connsiteY7" fmla="*/ 0 h 90966"/>
                  <a:gd name="connsiteX8" fmla="*/ 611684 w 611684"/>
                  <a:gd name="connsiteY8" fmla="*/ 45483 h 90966"/>
                  <a:gd name="connsiteX9" fmla="*/ 565683 w 611684"/>
                  <a:gd name="connsiteY9" fmla="*/ 90966 h 90966"/>
                  <a:gd name="connsiteX10" fmla="*/ 44757 w 611684"/>
                  <a:gd name="connsiteY10" fmla="*/ 90966 h 90966"/>
                  <a:gd name="connsiteX11" fmla="*/ 0 w 611684"/>
                  <a:gd name="connsiteY11" fmla="*/ 45483 h 90966"/>
                  <a:gd name="connsiteX12" fmla="*/ 44757 w 611684"/>
                  <a:gd name="connsiteY12" fmla="*/ 0 h 90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11684" h="90966">
                    <a:moveTo>
                      <a:pt x="44786" y="14957"/>
                    </a:moveTo>
                    <a:cubicBezTo>
                      <a:pt x="28626" y="14957"/>
                      <a:pt x="13708" y="28390"/>
                      <a:pt x="13708" y="45487"/>
                    </a:cubicBezTo>
                    <a:cubicBezTo>
                      <a:pt x="13708" y="61363"/>
                      <a:pt x="28626" y="76017"/>
                      <a:pt x="44786" y="76017"/>
                    </a:cubicBezTo>
                    <a:lnTo>
                      <a:pt x="565661" y="76017"/>
                    </a:lnTo>
                    <a:cubicBezTo>
                      <a:pt x="583065" y="76017"/>
                      <a:pt x="596739" y="61363"/>
                      <a:pt x="596739" y="45487"/>
                    </a:cubicBezTo>
                    <a:cubicBezTo>
                      <a:pt x="596739" y="28390"/>
                      <a:pt x="583065" y="14957"/>
                      <a:pt x="565661" y="14957"/>
                    </a:cubicBezTo>
                    <a:close/>
                    <a:moveTo>
                      <a:pt x="44757" y="0"/>
                    </a:moveTo>
                    <a:lnTo>
                      <a:pt x="565683" y="0"/>
                    </a:lnTo>
                    <a:cubicBezTo>
                      <a:pt x="590549" y="0"/>
                      <a:pt x="611684" y="20898"/>
                      <a:pt x="611684" y="45483"/>
                    </a:cubicBezTo>
                    <a:cubicBezTo>
                      <a:pt x="611684" y="70069"/>
                      <a:pt x="590549" y="90966"/>
                      <a:pt x="565683" y="90966"/>
                    </a:cubicBezTo>
                    <a:lnTo>
                      <a:pt x="44757" y="90966"/>
                    </a:lnTo>
                    <a:cubicBezTo>
                      <a:pt x="19892" y="90966"/>
                      <a:pt x="0" y="70069"/>
                      <a:pt x="0" y="45483"/>
                    </a:cubicBezTo>
                    <a:cubicBezTo>
                      <a:pt x="0" y="20898"/>
                      <a:pt x="19892" y="0"/>
                      <a:pt x="447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38A6F9E-7A59-9247-AE42-D7807D1A40DA}"/>
                </a:ext>
              </a:extLst>
            </p:cNvPr>
            <p:cNvGrpSpPr/>
            <p:nvPr/>
          </p:nvGrpSpPr>
          <p:grpSpPr>
            <a:xfrm>
              <a:off x="15234787" y="5752072"/>
              <a:ext cx="1406499" cy="623058"/>
              <a:chOff x="15234787" y="5752072"/>
              <a:chExt cx="1406499" cy="623058"/>
            </a:xfrm>
          </p:grpSpPr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AFE2327C-F258-4641-BC19-3881D38B317E}"/>
                  </a:ext>
                </a:extLst>
              </p:cNvPr>
              <p:cNvSpPr/>
              <p:nvPr/>
            </p:nvSpPr>
            <p:spPr>
              <a:xfrm>
                <a:off x="15241019" y="5758303"/>
                <a:ext cx="1394041" cy="6105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20" h="491">
                    <a:moveTo>
                      <a:pt x="1042" y="0"/>
                    </a:moveTo>
                    <a:lnTo>
                      <a:pt x="560" y="0"/>
                    </a:lnTo>
                    <a:lnTo>
                      <a:pt x="78" y="0"/>
                    </a:lnTo>
                    <a:cubicBezTo>
                      <a:pt x="56" y="0"/>
                      <a:pt x="37" y="9"/>
                      <a:pt x="23" y="23"/>
                    </a:cubicBezTo>
                    <a:cubicBezTo>
                      <a:pt x="9" y="37"/>
                      <a:pt x="0" y="56"/>
                      <a:pt x="0" y="77"/>
                    </a:cubicBezTo>
                    <a:lnTo>
                      <a:pt x="0" y="246"/>
                    </a:lnTo>
                    <a:lnTo>
                      <a:pt x="0" y="413"/>
                    </a:lnTo>
                    <a:cubicBezTo>
                      <a:pt x="0" y="435"/>
                      <a:pt x="9" y="454"/>
                      <a:pt x="23" y="468"/>
                    </a:cubicBezTo>
                    <a:cubicBezTo>
                      <a:pt x="37" y="482"/>
                      <a:pt x="56" y="491"/>
                      <a:pt x="78" y="491"/>
                    </a:cubicBezTo>
                    <a:lnTo>
                      <a:pt x="560" y="491"/>
                    </a:lnTo>
                    <a:lnTo>
                      <a:pt x="1042" y="491"/>
                    </a:lnTo>
                    <a:cubicBezTo>
                      <a:pt x="1064" y="491"/>
                      <a:pt x="1083" y="482"/>
                      <a:pt x="1097" y="468"/>
                    </a:cubicBezTo>
                    <a:cubicBezTo>
                      <a:pt x="1111" y="454"/>
                      <a:pt x="1120" y="435"/>
                      <a:pt x="1120" y="413"/>
                    </a:cubicBezTo>
                    <a:lnTo>
                      <a:pt x="1120" y="246"/>
                    </a:lnTo>
                    <a:lnTo>
                      <a:pt x="1120" y="77"/>
                    </a:lnTo>
                    <a:cubicBezTo>
                      <a:pt x="1120" y="56"/>
                      <a:pt x="1111" y="37"/>
                      <a:pt x="1097" y="23"/>
                    </a:cubicBezTo>
                    <a:cubicBezTo>
                      <a:pt x="1083" y="9"/>
                      <a:pt x="1064" y="0"/>
                      <a:pt x="104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1141AC82-EF83-A14A-8581-5BDD3595951F}"/>
                  </a:ext>
                </a:extLst>
              </p:cNvPr>
              <p:cNvSpPr/>
              <p:nvPr/>
            </p:nvSpPr>
            <p:spPr>
              <a:xfrm>
                <a:off x="15234787" y="5752072"/>
                <a:ext cx="1406499" cy="623058"/>
              </a:xfrm>
              <a:custGeom>
                <a:avLst/>
                <a:gdLst>
                  <a:gd name="connsiteX0" fmla="*/ 103320 w 1406499"/>
                  <a:gd name="connsiteY0" fmla="*/ 13707 h 623058"/>
                  <a:gd name="connsiteX1" fmla="*/ 39842 w 1406499"/>
                  <a:gd name="connsiteY1" fmla="*/ 39821 h 623058"/>
                  <a:gd name="connsiteX2" fmla="*/ 13704 w 1406499"/>
                  <a:gd name="connsiteY2" fmla="*/ 101997 h 623058"/>
                  <a:gd name="connsiteX3" fmla="*/ 13704 w 1406499"/>
                  <a:gd name="connsiteY3" fmla="*/ 519817 h 623058"/>
                  <a:gd name="connsiteX4" fmla="*/ 39842 w 1406499"/>
                  <a:gd name="connsiteY4" fmla="*/ 583236 h 623058"/>
                  <a:gd name="connsiteX5" fmla="*/ 103320 w 1406499"/>
                  <a:gd name="connsiteY5" fmla="*/ 609350 h 623058"/>
                  <a:gd name="connsiteX6" fmla="*/ 1303179 w 1406499"/>
                  <a:gd name="connsiteY6" fmla="*/ 609350 h 623058"/>
                  <a:gd name="connsiteX7" fmla="*/ 1366657 w 1406499"/>
                  <a:gd name="connsiteY7" fmla="*/ 583236 h 623058"/>
                  <a:gd name="connsiteX8" fmla="*/ 1392795 w 1406499"/>
                  <a:gd name="connsiteY8" fmla="*/ 519817 h 623058"/>
                  <a:gd name="connsiteX9" fmla="*/ 1392795 w 1406499"/>
                  <a:gd name="connsiteY9" fmla="*/ 101997 h 623058"/>
                  <a:gd name="connsiteX10" fmla="*/ 1366657 w 1406499"/>
                  <a:gd name="connsiteY10" fmla="*/ 39821 h 623058"/>
                  <a:gd name="connsiteX11" fmla="*/ 1303179 w 1406499"/>
                  <a:gd name="connsiteY11" fmla="*/ 13707 h 623058"/>
                  <a:gd name="connsiteX12" fmla="*/ 103309 w 1406499"/>
                  <a:gd name="connsiteY12" fmla="*/ 0 h 623058"/>
                  <a:gd name="connsiteX13" fmla="*/ 1303190 w 1406499"/>
                  <a:gd name="connsiteY13" fmla="*/ 0 h 623058"/>
                  <a:gd name="connsiteX14" fmla="*/ 1377871 w 1406499"/>
                  <a:gd name="connsiteY14" fmla="*/ 29847 h 623058"/>
                  <a:gd name="connsiteX15" fmla="*/ 1406499 w 1406499"/>
                  <a:gd name="connsiteY15" fmla="*/ 101978 h 623058"/>
                  <a:gd name="connsiteX16" fmla="*/ 1406499 w 1406499"/>
                  <a:gd name="connsiteY16" fmla="*/ 519837 h 623058"/>
                  <a:gd name="connsiteX17" fmla="*/ 1377871 w 1406499"/>
                  <a:gd name="connsiteY17" fmla="*/ 593211 h 623058"/>
                  <a:gd name="connsiteX18" fmla="*/ 1303190 w 1406499"/>
                  <a:gd name="connsiteY18" fmla="*/ 623058 h 623058"/>
                  <a:gd name="connsiteX19" fmla="*/ 103309 w 1406499"/>
                  <a:gd name="connsiteY19" fmla="*/ 623058 h 623058"/>
                  <a:gd name="connsiteX20" fmla="*/ 28628 w 1406499"/>
                  <a:gd name="connsiteY20" fmla="*/ 593211 h 623058"/>
                  <a:gd name="connsiteX21" fmla="*/ 0 w 1406499"/>
                  <a:gd name="connsiteY21" fmla="*/ 519837 h 623058"/>
                  <a:gd name="connsiteX22" fmla="*/ 0 w 1406499"/>
                  <a:gd name="connsiteY22" fmla="*/ 101978 h 623058"/>
                  <a:gd name="connsiteX23" fmla="*/ 28628 w 1406499"/>
                  <a:gd name="connsiteY23" fmla="*/ 29847 h 623058"/>
                  <a:gd name="connsiteX24" fmla="*/ 103309 w 1406499"/>
                  <a:gd name="connsiteY24" fmla="*/ 0 h 623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406499" h="623058">
                    <a:moveTo>
                      <a:pt x="103320" y="13707"/>
                    </a:moveTo>
                    <a:cubicBezTo>
                      <a:pt x="78427" y="13707"/>
                      <a:pt x="57267" y="22412"/>
                      <a:pt x="39842" y="39821"/>
                    </a:cubicBezTo>
                    <a:cubicBezTo>
                      <a:pt x="22417" y="55987"/>
                      <a:pt x="13704" y="79613"/>
                      <a:pt x="13704" y="101997"/>
                    </a:cubicBezTo>
                    <a:lnTo>
                      <a:pt x="13704" y="519817"/>
                    </a:lnTo>
                    <a:cubicBezTo>
                      <a:pt x="13704" y="543444"/>
                      <a:pt x="22417" y="567071"/>
                      <a:pt x="39842" y="583236"/>
                    </a:cubicBezTo>
                    <a:cubicBezTo>
                      <a:pt x="57267" y="600646"/>
                      <a:pt x="78427" y="609350"/>
                      <a:pt x="103320" y="609350"/>
                    </a:cubicBezTo>
                    <a:lnTo>
                      <a:pt x="1303179" y="609350"/>
                    </a:lnTo>
                    <a:cubicBezTo>
                      <a:pt x="1328072" y="609350"/>
                      <a:pt x="1350476" y="600646"/>
                      <a:pt x="1366657" y="583236"/>
                    </a:cubicBezTo>
                    <a:cubicBezTo>
                      <a:pt x="1382838" y="567071"/>
                      <a:pt x="1392795" y="543444"/>
                      <a:pt x="1392795" y="519817"/>
                    </a:cubicBezTo>
                    <a:lnTo>
                      <a:pt x="1392795" y="101997"/>
                    </a:lnTo>
                    <a:cubicBezTo>
                      <a:pt x="1392795" y="79613"/>
                      <a:pt x="1382838" y="55987"/>
                      <a:pt x="1366657" y="39821"/>
                    </a:cubicBezTo>
                    <a:cubicBezTo>
                      <a:pt x="1350476" y="22412"/>
                      <a:pt x="1328072" y="13707"/>
                      <a:pt x="1303179" y="13707"/>
                    </a:cubicBezTo>
                    <a:close/>
                    <a:moveTo>
                      <a:pt x="103309" y="0"/>
                    </a:moveTo>
                    <a:lnTo>
                      <a:pt x="1303190" y="0"/>
                    </a:lnTo>
                    <a:cubicBezTo>
                      <a:pt x="1331818" y="0"/>
                      <a:pt x="1357956" y="9949"/>
                      <a:pt x="1377871" y="29847"/>
                    </a:cubicBezTo>
                    <a:cubicBezTo>
                      <a:pt x="1396541" y="48502"/>
                      <a:pt x="1406499" y="75862"/>
                      <a:pt x="1406499" y="101978"/>
                    </a:cubicBezTo>
                    <a:lnTo>
                      <a:pt x="1406499" y="519837"/>
                    </a:lnTo>
                    <a:cubicBezTo>
                      <a:pt x="1406499" y="548440"/>
                      <a:pt x="1396541" y="574557"/>
                      <a:pt x="1377871" y="593211"/>
                    </a:cubicBezTo>
                    <a:cubicBezTo>
                      <a:pt x="1357956" y="613109"/>
                      <a:pt x="1331818" y="623058"/>
                      <a:pt x="1303190" y="623058"/>
                    </a:cubicBezTo>
                    <a:lnTo>
                      <a:pt x="103309" y="623058"/>
                    </a:lnTo>
                    <a:cubicBezTo>
                      <a:pt x="74681" y="623058"/>
                      <a:pt x="48543" y="613109"/>
                      <a:pt x="28628" y="593211"/>
                    </a:cubicBezTo>
                    <a:cubicBezTo>
                      <a:pt x="9958" y="574557"/>
                      <a:pt x="0" y="548440"/>
                      <a:pt x="0" y="519837"/>
                    </a:cubicBezTo>
                    <a:lnTo>
                      <a:pt x="0" y="101978"/>
                    </a:lnTo>
                    <a:cubicBezTo>
                      <a:pt x="0" y="75862"/>
                      <a:pt x="9958" y="48502"/>
                      <a:pt x="28628" y="29847"/>
                    </a:cubicBezTo>
                    <a:cubicBezTo>
                      <a:pt x="48543" y="9949"/>
                      <a:pt x="74681" y="0"/>
                      <a:pt x="1033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59FB8400-6648-FC43-87A6-5C7343BC2BE2}"/>
                  </a:ext>
                </a:extLst>
              </p:cNvPr>
              <p:cNvSpPr/>
              <p:nvPr/>
            </p:nvSpPr>
            <p:spPr>
              <a:xfrm>
                <a:off x="15467754" y="5909083"/>
                <a:ext cx="346330" cy="322744"/>
              </a:xfrm>
              <a:custGeom>
                <a:avLst/>
                <a:gdLst>
                  <a:gd name="connsiteX0" fmla="*/ 13703 w 346330"/>
                  <a:gd name="connsiteY0" fmla="*/ 14950 h 322744"/>
                  <a:gd name="connsiteX1" fmla="*/ 13703 w 346330"/>
                  <a:gd name="connsiteY1" fmla="*/ 307787 h 322744"/>
                  <a:gd name="connsiteX2" fmla="*/ 332626 w 346330"/>
                  <a:gd name="connsiteY2" fmla="*/ 307787 h 322744"/>
                  <a:gd name="connsiteX3" fmla="*/ 332626 w 346330"/>
                  <a:gd name="connsiteY3" fmla="*/ 14950 h 322744"/>
                  <a:gd name="connsiteX4" fmla="*/ 7448 w 346330"/>
                  <a:gd name="connsiteY4" fmla="*/ 0 h 322744"/>
                  <a:gd name="connsiteX5" fmla="*/ 338882 w 346330"/>
                  <a:gd name="connsiteY5" fmla="*/ 0 h 322744"/>
                  <a:gd name="connsiteX6" fmla="*/ 346330 w 346330"/>
                  <a:gd name="connsiteY6" fmla="*/ 7448 h 322744"/>
                  <a:gd name="connsiteX7" fmla="*/ 346330 w 346330"/>
                  <a:gd name="connsiteY7" fmla="*/ 315296 h 322744"/>
                  <a:gd name="connsiteX8" fmla="*/ 338882 w 346330"/>
                  <a:gd name="connsiteY8" fmla="*/ 322744 h 322744"/>
                  <a:gd name="connsiteX9" fmla="*/ 7448 w 346330"/>
                  <a:gd name="connsiteY9" fmla="*/ 322744 h 322744"/>
                  <a:gd name="connsiteX10" fmla="*/ 0 w 346330"/>
                  <a:gd name="connsiteY10" fmla="*/ 315296 h 322744"/>
                  <a:gd name="connsiteX11" fmla="*/ 0 w 346330"/>
                  <a:gd name="connsiteY11" fmla="*/ 7448 h 322744"/>
                  <a:gd name="connsiteX12" fmla="*/ 7448 w 346330"/>
                  <a:gd name="connsiteY12" fmla="*/ 0 h 322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6330" h="322744">
                    <a:moveTo>
                      <a:pt x="13703" y="14950"/>
                    </a:moveTo>
                    <a:lnTo>
                      <a:pt x="13703" y="307787"/>
                    </a:lnTo>
                    <a:lnTo>
                      <a:pt x="332626" y="307787"/>
                    </a:lnTo>
                    <a:lnTo>
                      <a:pt x="332626" y="14950"/>
                    </a:lnTo>
                    <a:close/>
                    <a:moveTo>
                      <a:pt x="7448" y="0"/>
                    </a:moveTo>
                    <a:lnTo>
                      <a:pt x="338882" y="0"/>
                    </a:lnTo>
                    <a:cubicBezTo>
                      <a:pt x="343847" y="0"/>
                      <a:pt x="346330" y="3724"/>
                      <a:pt x="346330" y="7448"/>
                    </a:cubicBezTo>
                    <a:lnTo>
                      <a:pt x="346330" y="315296"/>
                    </a:lnTo>
                    <a:cubicBezTo>
                      <a:pt x="346330" y="319020"/>
                      <a:pt x="343847" y="322744"/>
                      <a:pt x="338882" y="322744"/>
                    </a:cubicBezTo>
                    <a:lnTo>
                      <a:pt x="7448" y="322744"/>
                    </a:lnTo>
                    <a:cubicBezTo>
                      <a:pt x="2483" y="322744"/>
                      <a:pt x="0" y="319020"/>
                      <a:pt x="0" y="315296"/>
                    </a:cubicBezTo>
                    <a:lnTo>
                      <a:pt x="0" y="7448"/>
                    </a:lnTo>
                    <a:cubicBezTo>
                      <a:pt x="0" y="3724"/>
                      <a:pt x="2483" y="0"/>
                      <a:pt x="7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5BEC5115-F1C8-F542-B010-05E7C67B0486}"/>
                  </a:ext>
                </a:extLst>
              </p:cNvPr>
              <p:cNvSpPr/>
              <p:nvPr/>
            </p:nvSpPr>
            <p:spPr>
              <a:xfrm>
                <a:off x="15607282" y="5884160"/>
                <a:ext cx="67273" cy="685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" h="56">
                    <a:moveTo>
                      <a:pt x="55" y="27"/>
                    </a:moveTo>
                    <a:cubicBezTo>
                      <a:pt x="55" y="43"/>
                      <a:pt x="43" y="56"/>
                      <a:pt x="28" y="56"/>
                    </a:cubicBezTo>
                    <a:cubicBezTo>
                      <a:pt x="12" y="56"/>
                      <a:pt x="0" y="43"/>
                      <a:pt x="0" y="27"/>
                    </a:cubicBezTo>
                    <a:cubicBezTo>
                      <a:pt x="0" y="12"/>
                      <a:pt x="12" y="0"/>
                      <a:pt x="28" y="0"/>
                    </a:cubicBezTo>
                    <a:cubicBezTo>
                      <a:pt x="43" y="0"/>
                      <a:pt x="55" y="12"/>
                      <a:pt x="55" y="2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5D792A22-6755-8D4B-BCE6-3BED798A6727}"/>
                  </a:ext>
                </a:extLst>
              </p:cNvPr>
              <p:cNvSpPr/>
              <p:nvPr/>
            </p:nvSpPr>
            <p:spPr>
              <a:xfrm>
                <a:off x="15599807" y="5876684"/>
                <a:ext cx="82222" cy="82244"/>
              </a:xfrm>
              <a:custGeom>
                <a:avLst/>
                <a:gdLst>
                  <a:gd name="connsiteX0" fmla="*/ 41720 w 82222"/>
                  <a:gd name="connsiteY0" fmla="*/ 14953 h 82244"/>
                  <a:gd name="connsiteX1" fmla="*/ 14950 w 82222"/>
                  <a:gd name="connsiteY1" fmla="*/ 40513 h 82244"/>
                  <a:gd name="connsiteX2" fmla="*/ 41720 w 82222"/>
                  <a:gd name="connsiteY2" fmla="*/ 67290 h 82244"/>
                  <a:gd name="connsiteX3" fmla="*/ 67273 w 82222"/>
                  <a:gd name="connsiteY3" fmla="*/ 40513 h 82244"/>
                  <a:gd name="connsiteX4" fmla="*/ 41720 w 82222"/>
                  <a:gd name="connsiteY4" fmla="*/ 14953 h 82244"/>
                  <a:gd name="connsiteX5" fmla="*/ 41725 w 82222"/>
                  <a:gd name="connsiteY5" fmla="*/ 0 h 82244"/>
                  <a:gd name="connsiteX6" fmla="*/ 82222 w 82222"/>
                  <a:gd name="connsiteY6" fmla="*/ 40508 h 82244"/>
                  <a:gd name="connsiteX7" fmla="*/ 41725 w 82222"/>
                  <a:gd name="connsiteY7" fmla="*/ 82244 h 82244"/>
                  <a:gd name="connsiteX8" fmla="*/ 0 w 82222"/>
                  <a:gd name="connsiteY8" fmla="*/ 40508 h 82244"/>
                  <a:gd name="connsiteX9" fmla="*/ 41725 w 82222"/>
                  <a:gd name="connsiteY9" fmla="*/ 0 h 8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222" h="82244">
                    <a:moveTo>
                      <a:pt x="41720" y="14953"/>
                    </a:moveTo>
                    <a:cubicBezTo>
                      <a:pt x="27118" y="14953"/>
                      <a:pt x="14950" y="27125"/>
                      <a:pt x="14950" y="40513"/>
                    </a:cubicBezTo>
                    <a:cubicBezTo>
                      <a:pt x="14950" y="55119"/>
                      <a:pt x="27118" y="67290"/>
                      <a:pt x="41720" y="67290"/>
                    </a:cubicBezTo>
                    <a:cubicBezTo>
                      <a:pt x="55105" y="67290"/>
                      <a:pt x="67273" y="55119"/>
                      <a:pt x="67273" y="40513"/>
                    </a:cubicBezTo>
                    <a:cubicBezTo>
                      <a:pt x="67273" y="27125"/>
                      <a:pt x="55105" y="14953"/>
                      <a:pt x="41720" y="14953"/>
                    </a:cubicBezTo>
                    <a:close/>
                    <a:moveTo>
                      <a:pt x="41725" y="0"/>
                    </a:moveTo>
                    <a:cubicBezTo>
                      <a:pt x="63814" y="0"/>
                      <a:pt x="82222" y="18413"/>
                      <a:pt x="82222" y="40508"/>
                    </a:cubicBezTo>
                    <a:cubicBezTo>
                      <a:pt x="82222" y="63831"/>
                      <a:pt x="63814" y="82244"/>
                      <a:pt x="41725" y="82244"/>
                    </a:cubicBezTo>
                    <a:cubicBezTo>
                      <a:pt x="18408" y="82244"/>
                      <a:pt x="0" y="63831"/>
                      <a:pt x="0" y="40508"/>
                    </a:cubicBezTo>
                    <a:cubicBezTo>
                      <a:pt x="0" y="18413"/>
                      <a:pt x="18408" y="0"/>
                      <a:pt x="417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00368645-D719-1F4D-9FBF-1084012E3426}"/>
                  </a:ext>
                </a:extLst>
              </p:cNvPr>
              <p:cNvSpPr/>
              <p:nvPr/>
            </p:nvSpPr>
            <p:spPr>
              <a:xfrm>
                <a:off x="15516339" y="6032448"/>
                <a:ext cx="247913" cy="124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0" h="11">
                    <a:moveTo>
                      <a:pt x="194" y="11"/>
                    </a:moveTo>
                    <a:lnTo>
                      <a:pt x="6" y="11"/>
                    </a:lnTo>
                    <a:cubicBezTo>
                      <a:pt x="4" y="11"/>
                      <a:pt x="0" y="8"/>
                      <a:pt x="0" y="5"/>
                    </a:cubicBezTo>
                    <a:cubicBezTo>
                      <a:pt x="0" y="2"/>
                      <a:pt x="4" y="0"/>
                      <a:pt x="6" y="0"/>
                    </a:cubicBezTo>
                    <a:lnTo>
                      <a:pt x="194" y="0"/>
                    </a:lnTo>
                    <a:cubicBezTo>
                      <a:pt x="198" y="0"/>
                      <a:pt x="200" y="2"/>
                      <a:pt x="200" y="5"/>
                    </a:cubicBezTo>
                    <a:cubicBezTo>
                      <a:pt x="200" y="8"/>
                      <a:pt x="198" y="11"/>
                      <a:pt x="194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CEC1C3D0-0C3F-1346-8539-CB44B021F0D7}"/>
                  </a:ext>
                </a:extLst>
              </p:cNvPr>
              <p:cNvSpPr/>
              <p:nvPr/>
            </p:nvSpPr>
            <p:spPr>
              <a:xfrm>
                <a:off x="15516339" y="6110953"/>
                <a:ext cx="247913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0" h="12">
                    <a:moveTo>
                      <a:pt x="194" y="12"/>
                    </a:moveTo>
                    <a:lnTo>
                      <a:pt x="6" y="12"/>
                    </a:lnTo>
                    <a:cubicBezTo>
                      <a:pt x="4" y="12"/>
                      <a:pt x="0" y="9"/>
                      <a:pt x="0" y="6"/>
                    </a:cubicBezTo>
                    <a:cubicBezTo>
                      <a:pt x="0" y="3"/>
                      <a:pt x="4" y="0"/>
                      <a:pt x="6" y="0"/>
                    </a:cubicBezTo>
                    <a:lnTo>
                      <a:pt x="194" y="0"/>
                    </a:lnTo>
                    <a:cubicBezTo>
                      <a:pt x="198" y="0"/>
                      <a:pt x="200" y="3"/>
                      <a:pt x="200" y="6"/>
                    </a:cubicBezTo>
                    <a:cubicBezTo>
                      <a:pt x="200" y="9"/>
                      <a:pt x="198" y="12"/>
                      <a:pt x="194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34F02C45-A722-5741-BFFD-04AC1BA34482}"/>
                  </a:ext>
                </a:extLst>
              </p:cNvPr>
              <p:cNvSpPr/>
              <p:nvPr/>
            </p:nvSpPr>
            <p:spPr>
              <a:xfrm>
                <a:off x="16069471" y="5916559"/>
                <a:ext cx="331381" cy="3077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7" h="248">
                    <a:moveTo>
                      <a:pt x="267" y="248"/>
                    </a:moveTo>
                    <a:lnTo>
                      <a:pt x="0" y="248"/>
                    </a:lnTo>
                    <a:lnTo>
                      <a:pt x="0" y="0"/>
                    </a:lnTo>
                    <a:lnTo>
                      <a:pt x="267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14A9927E-7B1D-FC49-9610-703F13DBB7F8}"/>
                  </a:ext>
                </a:extLst>
              </p:cNvPr>
              <p:cNvSpPr/>
              <p:nvPr/>
            </p:nvSpPr>
            <p:spPr>
              <a:xfrm>
                <a:off x="16061996" y="5909083"/>
                <a:ext cx="346330" cy="322744"/>
              </a:xfrm>
              <a:custGeom>
                <a:avLst/>
                <a:gdLst>
                  <a:gd name="connsiteX0" fmla="*/ 13704 w 346330"/>
                  <a:gd name="connsiteY0" fmla="*/ 14950 h 322744"/>
                  <a:gd name="connsiteX1" fmla="*/ 13704 w 346330"/>
                  <a:gd name="connsiteY1" fmla="*/ 307787 h 322744"/>
                  <a:gd name="connsiteX2" fmla="*/ 332627 w 346330"/>
                  <a:gd name="connsiteY2" fmla="*/ 307787 h 322744"/>
                  <a:gd name="connsiteX3" fmla="*/ 332627 w 346330"/>
                  <a:gd name="connsiteY3" fmla="*/ 14950 h 322744"/>
                  <a:gd name="connsiteX4" fmla="*/ 7448 w 346330"/>
                  <a:gd name="connsiteY4" fmla="*/ 0 h 322744"/>
                  <a:gd name="connsiteX5" fmla="*/ 338882 w 346330"/>
                  <a:gd name="connsiteY5" fmla="*/ 0 h 322744"/>
                  <a:gd name="connsiteX6" fmla="*/ 346330 w 346330"/>
                  <a:gd name="connsiteY6" fmla="*/ 7448 h 322744"/>
                  <a:gd name="connsiteX7" fmla="*/ 346330 w 346330"/>
                  <a:gd name="connsiteY7" fmla="*/ 315296 h 322744"/>
                  <a:gd name="connsiteX8" fmla="*/ 338882 w 346330"/>
                  <a:gd name="connsiteY8" fmla="*/ 322744 h 322744"/>
                  <a:gd name="connsiteX9" fmla="*/ 7448 w 346330"/>
                  <a:gd name="connsiteY9" fmla="*/ 322744 h 322744"/>
                  <a:gd name="connsiteX10" fmla="*/ 0 w 346330"/>
                  <a:gd name="connsiteY10" fmla="*/ 315296 h 322744"/>
                  <a:gd name="connsiteX11" fmla="*/ 0 w 346330"/>
                  <a:gd name="connsiteY11" fmla="*/ 7448 h 322744"/>
                  <a:gd name="connsiteX12" fmla="*/ 7448 w 346330"/>
                  <a:gd name="connsiteY12" fmla="*/ 0 h 322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46330" h="322744">
                    <a:moveTo>
                      <a:pt x="13704" y="14950"/>
                    </a:moveTo>
                    <a:lnTo>
                      <a:pt x="13704" y="307787"/>
                    </a:lnTo>
                    <a:lnTo>
                      <a:pt x="332627" y="307787"/>
                    </a:lnTo>
                    <a:lnTo>
                      <a:pt x="332627" y="14950"/>
                    </a:lnTo>
                    <a:close/>
                    <a:moveTo>
                      <a:pt x="7448" y="0"/>
                    </a:moveTo>
                    <a:lnTo>
                      <a:pt x="338882" y="0"/>
                    </a:lnTo>
                    <a:cubicBezTo>
                      <a:pt x="343847" y="0"/>
                      <a:pt x="346330" y="3724"/>
                      <a:pt x="346330" y="7448"/>
                    </a:cubicBezTo>
                    <a:lnTo>
                      <a:pt x="346330" y="315296"/>
                    </a:lnTo>
                    <a:cubicBezTo>
                      <a:pt x="346330" y="319020"/>
                      <a:pt x="343847" y="322744"/>
                      <a:pt x="338882" y="322744"/>
                    </a:cubicBezTo>
                    <a:lnTo>
                      <a:pt x="7448" y="322744"/>
                    </a:lnTo>
                    <a:cubicBezTo>
                      <a:pt x="2483" y="322744"/>
                      <a:pt x="0" y="319020"/>
                      <a:pt x="0" y="315296"/>
                    </a:cubicBezTo>
                    <a:lnTo>
                      <a:pt x="0" y="7448"/>
                    </a:lnTo>
                    <a:cubicBezTo>
                      <a:pt x="0" y="3724"/>
                      <a:pt x="2483" y="0"/>
                      <a:pt x="7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D5F145A2-2F54-F648-8D92-F85DD416E54A}"/>
                  </a:ext>
                </a:extLst>
              </p:cNvPr>
              <p:cNvSpPr/>
              <p:nvPr/>
            </p:nvSpPr>
            <p:spPr>
              <a:xfrm>
                <a:off x="16201525" y="5884160"/>
                <a:ext cx="67273" cy="685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" h="56">
                    <a:moveTo>
                      <a:pt x="55" y="27"/>
                    </a:moveTo>
                    <a:cubicBezTo>
                      <a:pt x="55" y="43"/>
                      <a:pt x="42" y="56"/>
                      <a:pt x="27" y="56"/>
                    </a:cubicBezTo>
                    <a:cubicBezTo>
                      <a:pt x="12" y="56"/>
                      <a:pt x="0" y="43"/>
                      <a:pt x="0" y="27"/>
                    </a:cubicBezTo>
                    <a:cubicBezTo>
                      <a:pt x="0" y="12"/>
                      <a:pt x="12" y="0"/>
                      <a:pt x="27" y="0"/>
                    </a:cubicBezTo>
                    <a:cubicBezTo>
                      <a:pt x="42" y="0"/>
                      <a:pt x="55" y="12"/>
                      <a:pt x="55" y="2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12A44EA6-CF25-3E4E-AE81-D93C5A11BECF}"/>
                  </a:ext>
                </a:extLst>
              </p:cNvPr>
              <p:cNvSpPr/>
              <p:nvPr/>
            </p:nvSpPr>
            <p:spPr>
              <a:xfrm>
                <a:off x="16194050" y="5876684"/>
                <a:ext cx="82222" cy="82244"/>
              </a:xfrm>
              <a:custGeom>
                <a:avLst/>
                <a:gdLst>
                  <a:gd name="connsiteX0" fmla="*/ 40503 w 82222"/>
                  <a:gd name="connsiteY0" fmla="*/ 14953 h 82244"/>
                  <a:gd name="connsiteX1" fmla="*/ 14950 w 82222"/>
                  <a:gd name="connsiteY1" fmla="*/ 40513 h 82244"/>
                  <a:gd name="connsiteX2" fmla="*/ 40503 w 82222"/>
                  <a:gd name="connsiteY2" fmla="*/ 67290 h 82244"/>
                  <a:gd name="connsiteX3" fmla="*/ 67273 w 82222"/>
                  <a:gd name="connsiteY3" fmla="*/ 40513 h 82244"/>
                  <a:gd name="connsiteX4" fmla="*/ 40503 w 82222"/>
                  <a:gd name="connsiteY4" fmla="*/ 14953 h 82244"/>
                  <a:gd name="connsiteX5" fmla="*/ 40497 w 82222"/>
                  <a:gd name="connsiteY5" fmla="*/ 0 h 82244"/>
                  <a:gd name="connsiteX6" fmla="*/ 82222 w 82222"/>
                  <a:gd name="connsiteY6" fmla="*/ 40508 h 82244"/>
                  <a:gd name="connsiteX7" fmla="*/ 40497 w 82222"/>
                  <a:gd name="connsiteY7" fmla="*/ 82244 h 82244"/>
                  <a:gd name="connsiteX8" fmla="*/ 0 w 82222"/>
                  <a:gd name="connsiteY8" fmla="*/ 40508 h 82244"/>
                  <a:gd name="connsiteX9" fmla="*/ 40497 w 82222"/>
                  <a:gd name="connsiteY9" fmla="*/ 0 h 82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222" h="82244">
                    <a:moveTo>
                      <a:pt x="40503" y="14953"/>
                    </a:moveTo>
                    <a:cubicBezTo>
                      <a:pt x="27118" y="14953"/>
                      <a:pt x="14950" y="27125"/>
                      <a:pt x="14950" y="40513"/>
                    </a:cubicBezTo>
                    <a:cubicBezTo>
                      <a:pt x="14950" y="55119"/>
                      <a:pt x="27118" y="67290"/>
                      <a:pt x="40503" y="67290"/>
                    </a:cubicBezTo>
                    <a:cubicBezTo>
                      <a:pt x="55105" y="67290"/>
                      <a:pt x="67273" y="55119"/>
                      <a:pt x="67273" y="40513"/>
                    </a:cubicBezTo>
                    <a:cubicBezTo>
                      <a:pt x="67273" y="27125"/>
                      <a:pt x="55105" y="14953"/>
                      <a:pt x="40503" y="14953"/>
                    </a:cubicBezTo>
                    <a:close/>
                    <a:moveTo>
                      <a:pt x="40497" y="0"/>
                    </a:moveTo>
                    <a:cubicBezTo>
                      <a:pt x="63814" y="0"/>
                      <a:pt x="82222" y="18413"/>
                      <a:pt x="82222" y="40508"/>
                    </a:cubicBezTo>
                    <a:cubicBezTo>
                      <a:pt x="82222" y="63831"/>
                      <a:pt x="63814" y="82244"/>
                      <a:pt x="40497" y="82244"/>
                    </a:cubicBezTo>
                    <a:cubicBezTo>
                      <a:pt x="18408" y="82244"/>
                      <a:pt x="0" y="63831"/>
                      <a:pt x="0" y="40508"/>
                    </a:cubicBezTo>
                    <a:cubicBezTo>
                      <a:pt x="0" y="18413"/>
                      <a:pt x="18408" y="0"/>
                      <a:pt x="404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930E1C32-DD0F-8A4F-B08F-39B9C15DB7A3}"/>
                  </a:ext>
                </a:extLst>
              </p:cNvPr>
              <p:cNvSpPr/>
              <p:nvPr/>
            </p:nvSpPr>
            <p:spPr>
              <a:xfrm>
                <a:off x="16110582" y="6032448"/>
                <a:ext cx="247913" cy="124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0" h="11">
                    <a:moveTo>
                      <a:pt x="194" y="11"/>
                    </a:moveTo>
                    <a:lnTo>
                      <a:pt x="7" y="11"/>
                    </a:lnTo>
                    <a:cubicBezTo>
                      <a:pt x="3" y="11"/>
                      <a:pt x="0" y="8"/>
                      <a:pt x="0" y="5"/>
                    </a:cubicBezTo>
                    <a:cubicBezTo>
                      <a:pt x="0" y="2"/>
                      <a:pt x="3" y="0"/>
                      <a:pt x="7" y="0"/>
                    </a:cubicBezTo>
                    <a:lnTo>
                      <a:pt x="194" y="0"/>
                    </a:lnTo>
                    <a:cubicBezTo>
                      <a:pt x="198" y="0"/>
                      <a:pt x="200" y="2"/>
                      <a:pt x="200" y="5"/>
                    </a:cubicBezTo>
                    <a:cubicBezTo>
                      <a:pt x="200" y="8"/>
                      <a:pt x="198" y="11"/>
                      <a:pt x="194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E305D1BA-C959-0D4C-9936-AFFF2AA25192}"/>
                  </a:ext>
                </a:extLst>
              </p:cNvPr>
              <p:cNvSpPr/>
              <p:nvPr/>
            </p:nvSpPr>
            <p:spPr>
              <a:xfrm>
                <a:off x="16110582" y="6110953"/>
                <a:ext cx="247913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0" h="12">
                    <a:moveTo>
                      <a:pt x="194" y="12"/>
                    </a:moveTo>
                    <a:lnTo>
                      <a:pt x="7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94" y="0"/>
                    </a:lnTo>
                    <a:cubicBezTo>
                      <a:pt x="198" y="0"/>
                      <a:pt x="200" y="3"/>
                      <a:pt x="200" y="6"/>
                    </a:cubicBezTo>
                    <a:cubicBezTo>
                      <a:pt x="200" y="9"/>
                      <a:pt x="198" y="12"/>
                      <a:pt x="194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577C8EF8-CCA2-EE4F-BD45-72BF180D2FE9}"/>
                </a:ext>
              </a:extLst>
            </p:cNvPr>
            <p:cNvGrpSpPr/>
            <p:nvPr/>
          </p:nvGrpSpPr>
          <p:grpSpPr>
            <a:xfrm>
              <a:off x="12484082" y="5770764"/>
              <a:ext cx="970472" cy="661688"/>
              <a:chOff x="12484082" y="5770764"/>
              <a:chExt cx="970472" cy="661688"/>
            </a:xfrm>
          </p:grpSpPr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3005E4BB-869A-D444-AAF3-D61C34B3D00D}"/>
                  </a:ext>
                </a:extLst>
              </p:cNvPr>
              <p:cNvSpPr/>
              <p:nvPr/>
            </p:nvSpPr>
            <p:spPr>
              <a:xfrm>
                <a:off x="12491554" y="5778240"/>
                <a:ext cx="956768" cy="6479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69" h="521">
                    <a:moveTo>
                      <a:pt x="712" y="0"/>
                    </a:moveTo>
                    <a:lnTo>
                      <a:pt x="56" y="0"/>
                    </a:lnTo>
                    <a:cubicBezTo>
                      <a:pt x="24" y="0"/>
                      <a:pt x="0" y="25"/>
                      <a:pt x="0" y="55"/>
                    </a:cubicBezTo>
                    <a:lnTo>
                      <a:pt x="0" y="465"/>
                    </a:lnTo>
                    <a:cubicBezTo>
                      <a:pt x="0" y="496"/>
                      <a:pt x="24" y="521"/>
                      <a:pt x="56" y="521"/>
                    </a:cubicBezTo>
                    <a:lnTo>
                      <a:pt x="712" y="521"/>
                    </a:lnTo>
                    <a:cubicBezTo>
                      <a:pt x="744" y="521"/>
                      <a:pt x="769" y="496"/>
                      <a:pt x="769" y="465"/>
                    </a:cubicBezTo>
                    <a:lnTo>
                      <a:pt x="769" y="55"/>
                    </a:lnTo>
                    <a:cubicBezTo>
                      <a:pt x="769" y="25"/>
                      <a:pt x="744" y="0"/>
                      <a:pt x="71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963F6F2E-CFA1-F748-AB3C-A7EFCE2BDE5E}"/>
                  </a:ext>
                </a:extLst>
              </p:cNvPr>
              <p:cNvSpPr/>
              <p:nvPr/>
            </p:nvSpPr>
            <p:spPr>
              <a:xfrm>
                <a:off x="12484082" y="5770764"/>
                <a:ext cx="970472" cy="661688"/>
              </a:xfrm>
              <a:custGeom>
                <a:avLst/>
                <a:gdLst>
                  <a:gd name="connsiteX0" fmla="*/ 77155 w 970472"/>
                  <a:gd name="connsiteY0" fmla="*/ 13707 h 661688"/>
                  <a:gd name="connsiteX1" fmla="*/ 13704 w 970472"/>
                  <a:gd name="connsiteY1" fmla="*/ 75891 h 661688"/>
                  <a:gd name="connsiteX2" fmla="*/ 13704 w 970472"/>
                  <a:gd name="connsiteY2" fmla="*/ 585797 h 661688"/>
                  <a:gd name="connsiteX3" fmla="*/ 77155 w 970472"/>
                  <a:gd name="connsiteY3" fmla="*/ 647980 h 661688"/>
                  <a:gd name="connsiteX4" fmla="*/ 893316 w 970472"/>
                  <a:gd name="connsiteY4" fmla="*/ 647980 h 661688"/>
                  <a:gd name="connsiteX5" fmla="*/ 955523 w 970472"/>
                  <a:gd name="connsiteY5" fmla="*/ 585797 h 661688"/>
                  <a:gd name="connsiteX6" fmla="*/ 955523 w 970472"/>
                  <a:gd name="connsiteY6" fmla="*/ 75891 h 661688"/>
                  <a:gd name="connsiteX7" fmla="*/ 893316 w 970472"/>
                  <a:gd name="connsiteY7" fmla="*/ 13707 h 661688"/>
                  <a:gd name="connsiteX8" fmla="*/ 77140 w 970472"/>
                  <a:gd name="connsiteY8" fmla="*/ 0 h 661688"/>
                  <a:gd name="connsiteX9" fmla="*/ 893332 w 970472"/>
                  <a:gd name="connsiteY9" fmla="*/ 0 h 661688"/>
                  <a:gd name="connsiteX10" fmla="*/ 970472 w 970472"/>
                  <a:gd name="connsiteY10" fmla="*/ 75870 h 661688"/>
                  <a:gd name="connsiteX11" fmla="*/ 970472 w 970472"/>
                  <a:gd name="connsiteY11" fmla="*/ 585818 h 661688"/>
                  <a:gd name="connsiteX12" fmla="*/ 893332 w 970472"/>
                  <a:gd name="connsiteY12" fmla="*/ 661688 h 661688"/>
                  <a:gd name="connsiteX13" fmla="*/ 77140 w 970472"/>
                  <a:gd name="connsiteY13" fmla="*/ 661688 h 661688"/>
                  <a:gd name="connsiteX14" fmla="*/ 0 w 970472"/>
                  <a:gd name="connsiteY14" fmla="*/ 585818 h 661688"/>
                  <a:gd name="connsiteX15" fmla="*/ 0 w 970472"/>
                  <a:gd name="connsiteY15" fmla="*/ 75870 h 661688"/>
                  <a:gd name="connsiteX16" fmla="*/ 77140 w 970472"/>
                  <a:gd name="connsiteY16" fmla="*/ 0 h 661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70472" h="661688">
                    <a:moveTo>
                      <a:pt x="77155" y="13707"/>
                    </a:moveTo>
                    <a:cubicBezTo>
                      <a:pt x="42319" y="13707"/>
                      <a:pt x="13704" y="42312"/>
                      <a:pt x="13704" y="75891"/>
                    </a:cubicBezTo>
                    <a:lnTo>
                      <a:pt x="13704" y="585797"/>
                    </a:lnTo>
                    <a:cubicBezTo>
                      <a:pt x="13704" y="620619"/>
                      <a:pt x="42319" y="647980"/>
                      <a:pt x="77155" y="647980"/>
                    </a:cubicBezTo>
                    <a:lnTo>
                      <a:pt x="893316" y="647980"/>
                    </a:lnTo>
                    <a:cubicBezTo>
                      <a:pt x="928152" y="647980"/>
                      <a:pt x="955523" y="620619"/>
                      <a:pt x="955523" y="585797"/>
                    </a:cubicBezTo>
                    <a:lnTo>
                      <a:pt x="955523" y="75891"/>
                    </a:lnTo>
                    <a:cubicBezTo>
                      <a:pt x="955523" y="42312"/>
                      <a:pt x="928152" y="13707"/>
                      <a:pt x="893316" y="13707"/>
                    </a:cubicBezTo>
                    <a:close/>
                    <a:moveTo>
                      <a:pt x="77140" y="0"/>
                    </a:moveTo>
                    <a:lnTo>
                      <a:pt x="893332" y="0"/>
                    </a:lnTo>
                    <a:cubicBezTo>
                      <a:pt x="936879" y="0"/>
                      <a:pt x="970472" y="34826"/>
                      <a:pt x="970472" y="75870"/>
                    </a:cubicBezTo>
                    <a:lnTo>
                      <a:pt x="970472" y="585818"/>
                    </a:lnTo>
                    <a:cubicBezTo>
                      <a:pt x="970472" y="628106"/>
                      <a:pt x="936879" y="661688"/>
                      <a:pt x="893332" y="661688"/>
                    </a:cubicBezTo>
                    <a:lnTo>
                      <a:pt x="77140" y="661688"/>
                    </a:lnTo>
                    <a:cubicBezTo>
                      <a:pt x="33593" y="661688"/>
                      <a:pt x="0" y="628106"/>
                      <a:pt x="0" y="585818"/>
                    </a:cubicBezTo>
                    <a:lnTo>
                      <a:pt x="0" y="75870"/>
                    </a:lnTo>
                    <a:cubicBezTo>
                      <a:pt x="0" y="34826"/>
                      <a:pt x="33593" y="0"/>
                      <a:pt x="771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715AE427-58AD-2F4B-B15F-CEC3B82766CB}"/>
                  </a:ext>
                </a:extLst>
              </p:cNvPr>
              <p:cNvSpPr/>
              <p:nvPr/>
            </p:nvSpPr>
            <p:spPr>
              <a:xfrm>
                <a:off x="12567550" y="5879176"/>
                <a:ext cx="771145" cy="4498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0" h="362">
                    <a:moveTo>
                      <a:pt x="6" y="362"/>
                    </a:moveTo>
                    <a:cubicBezTo>
                      <a:pt x="4" y="362"/>
                      <a:pt x="2" y="361"/>
                      <a:pt x="1" y="359"/>
                    </a:cubicBezTo>
                    <a:cubicBezTo>
                      <a:pt x="-1" y="356"/>
                      <a:pt x="1" y="353"/>
                      <a:pt x="3" y="351"/>
                    </a:cubicBezTo>
                    <a:cubicBezTo>
                      <a:pt x="4" y="351"/>
                      <a:pt x="44" y="329"/>
                      <a:pt x="108" y="248"/>
                    </a:cubicBezTo>
                    <a:cubicBezTo>
                      <a:pt x="181" y="156"/>
                      <a:pt x="209" y="170"/>
                      <a:pt x="255" y="207"/>
                    </a:cubicBezTo>
                    <a:cubicBezTo>
                      <a:pt x="260" y="211"/>
                      <a:pt x="265" y="214"/>
                      <a:pt x="270" y="218"/>
                    </a:cubicBezTo>
                    <a:cubicBezTo>
                      <a:pt x="274" y="221"/>
                      <a:pt x="279" y="222"/>
                      <a:pt x="284" y="222"/>
                    </a:cubicBezTo>
                    <a:cubicBezTo>
                      <a:pt x="306" y="218"/>
                      <a:pt x="333" y="180"/>
                      <a:pt x="359" y="142"/>
                    </a:cubicBezTo>
                    <a:cubicBezTo>
                      <a:pt x="386" y="103"/>
                      <a:pt x="412" y="65"/>
                      <a:pt x="437" y="59"/>
                    </a:cubicBezTo>
                    <a:cubicBezTo>
                      <a:pt x="458" y="54"/>
                      <a:pt x="469" y="63"/>
                      <a:pt x="479" y="72"/>
                    </a:cubicBezTo>
                    <a:cubicBezTo>
                      <a:pt x="497" y="87"/>
                      <a:pt x="515" y="103"/>
                      <a:pt x="610" y="1"/>
                    </a:cubicBezTo>
                    <a:cubicBezTo>
                      <a:pt x="612" y="0"/>
                      <a:pt x="616" y="0"/>
                      <a:pt x="618" y="1"/>
                    </a:cubicBezTo>
                    <a:cubicBezTo>
                      <a:pt x="621" y="3"/>
                      <a:pt x="621" y="7"/>
                      <a:pt x="618" y="9"/>
                    </a:cubicBezTo>
                    <a:cubicBezTo>
                      <a:pt x="516" y="120"/>
                      <a:pt x="493" y="100"/>
                      <a:pt x="471" y="81"/>
                    </a:cubicBezTo>
                    <a:cubicBezTo>
                      <a:pt x="462" y="73"/>
                      <a:pt x="455" y="66"/>
                      <a:pt x="440" y="70"/>
                    </a:cubicBezTo>
                    <a:cubicBezTo>
                      <a:pt x="419" y="76"/>
                      <a:pt x="394" y="112"/>
                      <a:pt x="369" y="149"/>
                    </a:cubicBezTo>
                    <a:cubicBezTo>
                      <a:pt x="340" y="190"/>
                      <a:pt x="312" y="229"/>
                      <a:pt x="286" y="233"/>
                    </a:cubicBezTo>
                    <a:cubicBezTo>
                      <a:pt x="278" y="235"/>
                      <a:pt x="270" y="233"/>
                      <a:pt x="263" y="227"/>
                    </a:cubicBezTo>
                    <a:cubicBezTo>
                      <a:pt x="259" y="224"/>
                      <a:pt x="253" y="220"/>
                      <a:pt x="249" y="216"/>
                    </a:cubicBezTo>
                    <a:cubicBezTo>
                      <a:pt x="207" y="184"/>
                      <a:pt x="186" y="168"/>
                      <a:pt x="117" y="255"/>
                    </a:cubicBezTo>
                    <a:cubicBezTo>
                      <a:pt x="51" y="339"/>
                      <a:pt x="10" y="361"/>
                      <a:pt x="9" y="361"/>
                    </a:cubicBezTo>
                    <a:cubicBezTo>
                      <a:pt x="8" y="362"/>
                      <a:pt x="7" y="362"/>
                      <a:pt x="6" y="3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F8D44228-9B2D-BC46-9B94-503CE5FA9117}"/>
                  </a:ext>
                </a:extLst>
              </p:cNvPr>
              <p:cNvSpPr/>
              <p:nvPr/>
            </p:nvSpPr>
            <p:spPr>
              <a:xfrm>
                <a:off x="13245258" y="5872945"/>
                <a:ext cx="97172" cy="971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" h="79">
                    <a:moveTo>
                      <a:pt x="68" y="79"/>
                    </a:moveTo>
                    <a:cubicBezTo>
                      <a:pt x="65" y="78"/>
                      <a:pt x="62" y="76"/>
                      <a:pt x="63" y="72"/>
                    </a:cubicBezTo>
                    <a:lnTo>
                      <a:pt x="67" y="13"/>
                    </a:lnTo>
                    <a:lnTo>
                      <a:pt x="6" y="21"/>
                    </a:lnTo>
                    <a:cubicBezTo>
                      <a:pt x="3" y="21"/>
                      <a:pt x="0" y="19"/>
                      <a:pt x="0" y="16"/>
                    </a:cubicBezTo>
                    <a:cubicBezTo>
                      <a:pt x="-1" y="13"/>
                      <a:pt x="2" y="9"/>
                      <a:pt x="5" y="9"/>
                    </a:cubicBezTo>
                    <a:lnTo>
                      <a:pt x="72" y="0"/>
                    </a:lnTo>
                    <a:cubicBezTo>
                      <a:pt x="74" y="0"/>
                      <a:pt x="76" y="1"/>
                      <a:pt x="77" y="2"/>
                    </a:cubicBezTo>
                    <a:cubicBezTo>
                      <a:pt x="79" y="3"/>
                      <a:pt x="79" y="5"/>
                      <a:pt x="79" y="6"/>
                    </a:cubicBezTo>
                    <a:lnTo>
                      <a:pt x="74" y="73"/>
                    </a:lnTo>
                    <a:cubicBezTo>
                      <a:pt x="74" y="76"/>
                      <a:pt x="71" y="79"/>
                      <a:pt x="68" y="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51DCCBB-67DC-3040-8D9E-D9CABA98E646}"/>
                </a:ext>
              </a:extLst>
            </p:cNvPr>
            <p:cNvGrpSpPr/>
            <p:nvPr/>
          </p:nvGrpSpPr>
          <p:grpSpPr>
            <a:xfrm>
              <a:off x="10943038" y="6959558"/>
              <a:ext cx="6138012" cy="300314"/>
              <a:chOff x="10943038" y="6959558"/>
              <a:chExt cx="6138012" cy="300314"/>
            </a:xfrm>
          </p:grpSpPr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7EAD25A1-6700-284B-A204-8B2B240A6534}"/>
                  </a:ext>
                </a:extLst>
              </p:cNvPr>
              <p:cNvSpPr/>
              <p:nvPr/>
            </p:nvSpPr>
            <p:spPr>
              <a:xfrm>
                <a:off x="10949263" y="6967035"/>
                <a:ext cx="6124312" cy="2853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17" h="230">
                    <a:moveTo>
                      <a:pt x="4802" y="0"/>
                    </a:moveTo>
                    <a:lnTo>
                      <a:pt x="2459" y="0"/>
                    </a:lnTo>
                    <a:lnTo>
                      <a:pt x="116" y="0"/>
                    </a:lnTo>
                    <a:cubicBezTo>
                      <a:pt x="84" y="0"/>
                      <a:pt x="55" y="12"/>
                      <a:pt x="35" y="33"/>
                    </a:cubicBezTo>
                    <a:cubicBezTo>
                      <a:pt x="13" y="54"/>
                      <a:pt x="0" y="83"/>
                      <a:pt x="0" y="115"/>
                    </a:cubicBezTo>
                    <a:cubicBezTo>
                      <a:pt x="0" y="147"/>
                      <a:pt x="13" y="175"/>
                      <a:pt x="35" y="196"/>
                    </a:cubicBezTo>
                    <a:cubicBezTo>
                      <a:pt x="55" y="217"/>
                      <a:pt x="84" y="230"/>
                      <a:pt x="116" y="230"/>
                    </a:cubicBezTo>
                    <a:lnTo>
                      <a:pt x="2459" y="230"/>
                    </a:lnTo>
                    <a:lnTo>
                      <a:pt x="4802" y="230"/>
                    </a:lnTo>
                    <a:cubicBezTo>
                      <a:pt x="4834" y="230"/>
                      <a:pt x="4862" y="217"/>
                      <a:pt x="4883" y="196"/>
                    </a:cubicBezTo>
                    <a:cubicBezTo>
                      <a:pt x="4904" y="175"/>
                      <a:pt x="4917" y="147"/>
                      <a:pt x="4917" y="115"/>
                    </a:cubicBezTo>
                    <a:cubicBezTo>
                      <a:pt x="4917" y="83"/>
                      <a:pt x="4904" y="54"/>
                      <a:pt x="4883" y="33"/>
                    </a:cubicBezTo>
                    <a:cubicBezTo>
                      <a:pt x="4862" y="12"/>
                      <a:pt x="4834" y="0"/>
                      <a:pt x="480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C6018DF2-4BF8-4849-B041-0FE284C5E648}"/>
                  </a:ext>
                </a:extLst>
              </p:cNvPr>
              <p:cNvSpPr/>
              <p:nvPr/>
            </p:nvSpPr>
            <p:spPr>
              <a:xfrm>
                <a:off x="10943038" y="6959558"/>
                <a:ext cx="6138012" cy="300314"/>
              </a:xfrm>
              <a:custGeom>
                <a:avLst/>
                <a:gdLst>
                  <a:gd name="connsiteX0" fmla="*/ 150710 w 6138012"/>
                  <a:gd name="connsiteY0" fmla="*/ 14954 h 300314"/>
                  <a:gd name="connsiteX1" fmla="*/ 53558 w 6138012"/>
                  <a:gd name="connsiteY1" fmla="*/ 53407 h 300314"/>
                  <a:gd name="connsiteX2" fmla="*/ 14946 w 6138012"/>
                  <a:gd name="connsiteY2" fmla="*/ 150161 h 300314"/>
                  <a:gd name="connsiteX3" fmla="*/ 53558 w 6138012"/>
                  <a:gd name="connsiteY3" fmla="*/ 245673 h 300314"/>
                  <a:gd name="connsiteX4" fmla="*/ 150710 w 6138012"/>
                  <a:gd name="connsiteY4" fmla="*/ 286607 h 300314"/>
                  <a:gd name="connsiteX5" fmla="*/ 3069004 w 6138012"/>
                  <a:gd name="connsiteY5" fmla="*/ 286607 h 300314"/>
                  <a:gd name="connsiteX6" fmla="*/ 5987300 w 6138012"/>
                  <a:gd name="connsiteY6" fmla="*/ 286607 h 300314"/>
                  <a:gd name="connsiteX7" fmla="*/ 6083206 w 6138012"/>
                  <a:gd name="connsiteY7" fmla="*/ 245673 h 300314"/>
                  <a:gd name="connsiteX8" fmla="*/ 6123062 w 6138012"/>
                  <a:gd name="connsiteY8" fmla="*/ 150161 h 300314"/>
                  <a:gd name="connsiteX9" fmla="*/ 6083206 w 6138012"/>
                  <a:gd name="connsiteY9" fmla="*/ 53407 h 300314"/>
                  <a:gd name="connsiteX10" fmla="*/ 5987300 w 6138012"/>
                  <a:gd name="connsiteY10" fmla="*/ 14954 h 300314"/>
                  <a:gd name="connsiteX11" fmla="*/ 3069004 w 6138012"/>
                  <a:gd name="connsiteY11" fmla="*/ 14954 h 300314"/>
                  <a:gd name="connsiteX12" fmla="*/ 150710 w 6138012"/>
                  <a:gd name="connsiteY12" fmla="*/ 0 h 300314"/>
                  <a:gd name="connsiteX13" fmla="*/ 3069006 w 6138012"/>
                  <a:gd name="connsiteY13" fmla="*/ 0 h 300314"/>
                  <a:gd name="connsiteX14" fmla="*/ 5987302 w 6138012"/>
                  <a:gd name="connsiteY14" fmla="*/ 0 h 300314"/>
                  <a:gd name="connsiteX15" fmla="*/ 6094418 w 6138012"/>
                  <a:gd name="connsiteY15" fmla="*/ 44675 h 300314"/>
                  <a:gd name="connsiteX16" fmla="*/ 6138012 w 6138012"/>
                  <a:gd name="connsiteY16" fmla="*/ 150157 h 300314"/>
                  <a:gd name="connsiteX17" fmla="*/ 6094418 w 6138012"/>
                  <a:gd name="connsiteY17" fmla="*/ 256880 h 300314"/>
                  <a:gd name="connsiteX18" fmla="*/ 5987302 w 6138012"/>
                  <a:gd name="connsiteY18" fmla="*/ 300314 h 300314"/>
                  <a:gd name="connsiteX19" fmla="*/ 3069006 w 6138012"/>
                  <a:gd name="connsiteY19" fmla="*/ 300314 h 300314"/>
                  <a:gd name="connsiteX20" fmla="*/ 150710 w 6138012"/>
                  <a:gd name="connsiteY20" fmla="*/ 300314 h 300314"/>
                  <a:gd name="connsiteX21" fmla="*/ 44839 w 6138012"/>
                  <a:gd name="connsiteY21" fmla="*/ 256880 h 300314"/>
                  <a:gd name="connsiteX22" fmla="*/ 0 w 6138012"/>
                  <a:gd name="connsiteY22" fmla="*/ 150157 h 300314"/>
                  <a:gd name="connsiteX23" fmla="*/ 44839 w 6138012"/>
                  <a:gd name="connsiteY23" fmla="*/ 44675 h 300314"/>
                  <a:gd name="connsiteX24" fmla="*/ 150710 w 6138012"/>
                  <a:gd name="connsiteY24" fmla="*/ 0 h 300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138012" h="300314">
                    <a:moveTo>
                      <a:pt x="150710" y="14954"/>
                    </a:moveTo>
                    <a:cubicBezTo>
                      <a:pt x="113343" y="14954"/>
                      <a:pt x="79714" y="29839"/>
                      <a:pt x="53558" y="53407"/>
                    </a:cubicBezTo>
                    <a:cubicBezTo>
                      <a:pt x="29892" y="79456"/>
                      <a:pt x="14946" y="111707"/>
                      <a:pt x="14946" y="150161"/>
                    </a:cubicBezTo>
                    <a:cubicBezTo>
                      <a:pt x="14946" y="187373"/>
                      <a:pt x="29892" y="222105"/>
                      <a:pt x="53558" y="245673"/>
                    </a:cubicBezTo>
                    <a:cubicBezTo>
                      <a:pt x="79714" y="270482"/>
                      <a:pt x="113343" y="286607"/>
                      <a:pt x="150710" y="286607"/>
                    </a:cubicBezTo>
                    <a:lnTo>
                      <a:pt x="3069004" y="286607"/>
                    </a:lnTo>
                    <a:lnTo>
                      <a:pt x="5987300" y="286607"/>
                    </a:lnTo>
                    <a:cubicBezTo>
                      <a:pt x="6024666" y="286607"/>
                      <a:pt x="6058294" y="270482"/>
                      <a:pt x="6083206" y="245673"/>
                    </a:cubicBezTo>
                    <a:cubicBezTo>
                      <a:pt x="6108116" y="222105"/>
                      <a:pt x="6123062" y="187373"/>
                      <a:pt x="6123062" y="150161"/>
                    </a:cubicBezTo>
                    <a:cubicBezTo>
                      <a:pt x="6123062" y="111707"/>
                      <a:pt x="6108116" y="79456"/>
                      <a:pt x="6083206" y="53407"/>
                    </a:cubicBezTo>
                    <a:cubicBezTo>
                      <a:pt x="6058294" y="29839"/>
                      <a:pt x="6024666" y="14954"/>
                      <a:pt x="5987300" y="14954"/>
                    </a:cubicBezTo>
                    <a:lnTo>
                      <a:pt x="3069004" y="14954"/>
                    </a:lnTo>
                    <a:close/>
                    <a:moveTo>
                      <a:pt x="150710" y="0"/>
                    </a:moveTo>
                    <a:lnTo>
                      <a:pt x="3069006" y="0"/>
                    </a:lnTo>
                    <a:lnTo>
                      <a:pt x="5987302" y="0"/>
                    </a:lnTo>
                    <a:cubicBezTo>
                      <a:pt x="6029650" y="0"/>
                      <a:pt x="6067016" y="16133"/>
                      <a:pt x="6094418" y="44675"/>
                    </a:cubicBezTo>
                    <a:cubicBezTo>
                      <a:pt x="6121820" y="71976"/>
                      <a:pt x="6138012" y="107964"/>
                      <a:pt x="6138012" y="150157"/>
                    </a:cubicBezTo>
                    <a:cubicBezTo>
                      <a:pt x="6138012" y="191109"/>
                      <a:pt x="6121820" y="229579"/>
                      <a:pt x="6094418" y="256880"/>
                    </a:cubicBezTo>
                    <a:cubicBezTo>
                      <a:pt x="6067016" y="284182"/>
                      <a:pt x="6029650" y="300314"/>
                      <a:pt x="5987302" y="300314"/>
                    </a:cubicBezTo>
                    <a:lnTo>
                      <a:pt x="3069006" y="300314"/>
                    </a:lnTo>
                    <a:lnTo>
                      <a:pt x="150710" y="300314"/>
                    </a:lnTo>
                    <a:cubicBezTo>
                      <a:pt x="109607" y="300314"/>
                      <a:pt x="72241" y="284182"/>
                      <a:pt x="44839" y="256880"/>
                    </a:cubicBezTo>
                    <a:cubicBezTo>
                      <a:pt x="16192" y="229579"/>
                      <a:pt x="0" y="191109"/>
                      <a:pt x="0" y="150157"/>
                    </a:cubicBezTo>
                    <a:cubicBezTo>
                      <a:pt x="0" y="107964"/>
                      <a:pt x="16192" y="71976"/>
                      <a:pt x="44839" y="44675"/>
                    </a:cubicBezTo>
                    <a:cubicBezTo>
                      <a:pt x="72241" y="16133"/>
                      <a:pt x="109607" y="0"/>
                      <a:pt x="1507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20DC6C49-486C-7449-97E3-6EB5A1ED3863}"/>
                  </a:ext>
                </a:extLst>
              </p:cNvPr>
              <p:cNvSpPr/>
              <p:nvPr/>
            </p:nvSpPr>
            <p:spPr>
              <a:xfrm>
                <a:off x="16201525" y="6959558"/>
                <a:ext cx="878283" cy="3003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6" h="242">
                    <a:moveTo>
                      <a:pt x="585" y="0"/>
                    </a:moveTo>
                    <a:lnTo>
                      <a:pt x="296" y="0"/>
                    </a:lnTo>
                    <a:lnTo>
                      <a:pt x="6" y="0"/>
                    </a:lnTo>
                    <a:cubicBezTo>
                      <a:pt x="5" y="0"/>
                      <a:pt x="3" y="1"/>
                      <a:pt x="2" y="1"/>
                    </a:cubicBezTo>
                    <a:cubicBezTo>
                      <a:pt x="1" y="2"/>
                      <a:pt x="0" y="4"/>
                      <a:pt x="0" y="6"/>
                    </a:cubicBezTo>
                    <a:lnTo>
                      <a:pt x="0" y="121"/>
                    </a:lnTo>
                    <a:lnTo>
                      <a:pt x="0" y="236"/>
                    </a:lnTo>
                    <a:cubicBezTo>
                      <a:pt x="0" y="238"/>
                      <a:pt x="1" y="239"/>
                      <a:pt x="2" y="240"/>
                    </a:cubicBezTo>
                    <a:cubicBezTo>
                      <a:pt x="3" y="242"/>
                      <a:pt x="5" y="242"/>
                      <a:pt x="6" y="242"/>
                    </a:cubicBezTo>
                    <a:lnTo>
                      <a:pt x="296" y="242"/>
                    </a:lnTo>
                    <a:lnTo>
                      <a:pt x="585" y="242"/>
                    </a:lnTo>
                    <a:cubicBezTo>
                      <a:pt x="619" y="242"/>
                      <a:pt x="649" y="229"/>
                      <a:pt x="671" y="207"/>
                    </a:cubicBezTo>
                    <a:cubicBezTo>
                      <a:pt x="693" y="185"/>
                      <a:pt x="706" y="154"/>
                      <a:pt x="706" y="121"/>
                    </a:cubicBezTo>
                    <a:cubicBezTo>
                      <a:pt x="706" y="87"/>
                      <a:pt x="693" y="58"/>
                      <a:pt x="671" y="36"/>
                    </a:cubicBezTo>
                    <a:cubicBezTo>
                      <a:pt x="649" y="13"/>
                      <a:pt x="619" y="0"/>
                      <a:pt x="5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A37DAC0F-1AD0-EC4E-8B8B-EC94764CE111}"/>
                  </a:ext>
                </a:extLst>
              </p:cNvPr>
              <p:cNvSpPr/>
              <p:nvPr/>
            </p:nvSpPr>
            <p:spPr>
              <a:xfrm>
                <a:off x="16498978" y="7015632"/>
                <a:ext cx="218779" cy="169293"/>
              </a:xfrm>
              <a:custGeom>
                <a:avLst/>
                <a:gdLst>
                  <a:gd name="connsiteX0" fmla="*/ 85327 w 218779"/>
                  <a:gd name="connsiteY0" fmla="*/ 32213 h 169293"/>
                  <a:gd name="connsiteX1" fmla="*/ 38814 w 218779"/>
                  <a:gd name="connsiteY1" fmla="*/ 54525 h 169293"/>
                  <a:gd name="connsiteX2" fmla="*/ 54799 w 218779"/>
                  <a:gd name="connsiteY2" fmla="*/ 119712 h 169293"/>
                  <a:gd name="connsiteX3" fmla="*/ 118738 w 218779"/>
                  <a:gd name="connsiteY3" fmla="*/ 103722 h 169293"/>
                  <a:gd name="connsiteX4" fmla="*/ 102753 w 218779"/>
                  <a:gd name="connsiteY4" fmla="*/ 38536 h 169293"/>
                  <a:gd name="connsiteX5" fmla="*/ 85327 w 218779"/>
                  <a:gd name="connsiteY5" fmla="*/ 32213 h 169293"/>
                  <a:gd name="connsiteX6" fmla="*/ 88784 w 218779"/>
                  <a:gd name="connsiteY6" fmla="*/ 757 h 169293"/>
                  <a:gd name="connsiteX7" fmla="*/ 117972 w 218779"/>
                  <a:gd name="connsiteY7" fmla="*/ 11136 h 169293"/>
                  <a:gd name="connsiteX8" fmla="*/ 151419 w 218779"/>
                  <a:gd name="connsiteY8" fmla="*/ 105150 h 169293"/>
                  <a:gd name="connsiteX9" fmla="*/ 210879 w 218779"/>
                  <a:gd name="connsiteY9" fmla="*/ 142261 h 169293"/>
                  <a:gd name="connsiteX10" fmla="*/ 217072 w 218779"/>
                  <a:gd name="connsiteY10" fmla="*/ 162053 h 169293"/>
                  <a:gd name="connsiteX11" fmla="*/ 194775 w 218779"/>
                  <a:gd name="connsiteY11" fmla="*/ 167001 h 169293"/>
                  <a:gd name="connsiteX12" fmla="*/ 135315 w 218779"/>
                  <a:gd name="connsiteY12" fmla="*/ 129891 h 169293"/>
                  <a:gd name="connsiteX13" fmla="*/ 37454 w 218779"/>
                  <a:gd name="connsiteY13" fmla="*/ 144735 h 169293"/>
                  <a:gd name="connsiteX14" fmla="*/ 11440 w 218779"/>
                  <a:gd name="connsiteY14" fmla="*/ 37114 h 169293"/>
                  <a:gd name="connsiteX15" fmla="*/ 88784 w 218779"/>
                  <a:gd name="connsiteY15" fmla="*/ 757 h 1692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8779" h="169293">
                    <a:moveTo>
                      <a:pt x="85327" y="32213"/>
                    </a:moveTo>
                    <a:cubicBezTo>
                      <a:pt x="67402" y="29619"/>
                      <a:pt x="48958" y="37921"/>
                      <a:pt x="38814" y="54525"/>
                    </a:cubicBezTo>
                    <a:cubicBezTo>
                      <a:pt x="25288" y="76664"/>
                      <a:pt x="31436" y="106182"/>
                      <a:pt x="54799" y="119712"/>
                    </a:cubicBezTo>
                    <a:cubicBezTo>
                      <a:pt x="75702" y="133241"/>
                      <a:pt x="105213" y="125861"/>
                      <a:pt x="118738" y="103722"/>
                    </a:cubicBezTo>
                    <a:cubicBezTo>
                      <a:pt x="132264" y="81584"/>
                      <a:pt x="126116" y="52065"/>
                      <a:pt x="102753" y="38536"/>
                    </a:cubicBezTo>
                    <a:cubicBezTo>
                      <a:pt x="97220" y="35154"/>
                      <a:pt x="91302" y="33078"/>
                      <a:pt x="85327" y="32213"/>
                    </a:cubicBezTo>
                    <a:close/>
                    <a:moveTo>
                      <a:pt x="88784" y="757"/>
                    </a:moveTo>
                    <a:cubicBezTo>
                      <a:pt x="98772" y="2168"/>
                      <a:pt x="108682" y="5570"/>
                      <a:pt x="117972" y="11136"/>
                    </a:cubicBezTo>
                    <a:cubicBezTo>
                      <a:pt x="150180" y="30929"/>
                      <a:pt x="162567" y="70513"/>
                      <a:pt x="151419" y="105150"/>
                    </a:cubicBezTo>
                    <a:lnTo>
                      <a:pt x="210879" y="142261"/>
                    </a:lnTo>
                    <a:cubicBezTo>
                      <a:pt x="218311" y="145972"/>
                      <a:pt x="220789" y="155868"/>
                      <a:pt x="217072" y="162053"/>
                    </a:cubicBezTo>
                    <a:cubicBezTo>
                      <a:pt x="212117" y="168238"/>
                      <a:pt x="203446" y="171949"/>
                      <a:pt x="194775" y="167001"/>
                    </a:cubicBezTo>
                    <a:lnTo>
                      <a:pt x="135315" y="129891"/>
                    </a:lnTo>
                    <a:cubicBezTo>
                      <a:pt x="110540" y="157105"/>
                      <a:pt x="68422" y="163290"/>
                      <a:pt x="37454" y="144735"/>
                    </a:cubicBezTo>
                    <a:cubicBezTo>
                      <a:pt x="291" y="122468"/>
                      <a:pt x="-10858" y="74225"/>
                      <a:pt x="11440" y="37114"/>
                    </a:cubicBezTo>
                    <a:cubicBezTo>
                      <a:pt x="28163" y="10209"/>
                      <a:pt x="58822" y="-3476"/>
                      <a:pt x="88784" y="75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13AE677-314A-3243-9E2A-C5854C8796B7}"/>
                </a:ext>
              </a:extLst>
            </p:cNvPr>
            <p:cNvGrpSpPr/>
            <p:nvPr/>
          </p:nvGrpSpPr>
          <p:grpSpPr>
            <a:xfrm>
              <a:off x="16505498" y="6115938"/>
              <a:ext cx="3758211" cy="4422466"/>
              <a:chOff x="16505498" y="6115938"/>
              <a:chExt cx="3758211" cy="4422466"/>
            </a:xfrm>
          </p:grpSpPr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24364BA0-A92D-7345-B13E-A6BCCA945D0A}"/>
                  </a:ext>
                </a:extLst>
              </p:cNvPr>
              <p:cNvSpPr/>
              <p:nvPr/>
            </p:nvSpPr>
            <p:spPr>
              <a:xfrm>
                <a:off x="17680280" y="7920314"/>
                <a:ext cx="2576297" cy="26093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69" h="2095">
                    <a:moveTo>
                      <a:pt x="1968" y="341"/>
                    </a:moveTo>
                    <a:cubicBezTo>
                      <a:pt x="1842" y="-79"/>
                      <a:pt x="1215" y="7"/>
                      <a:pt x="1215" y="7"/>
                    </a:cubicBezTo>
                    <a:lnTo>
                      <a:pt x="732" y="81"/>
                    </a:lnTo>
                    <a:cubicBezTo>
                      <a:pt x="732" y="81"/>
                      <a:pt x="639" y="113"/>
                      <a:pt x="543" y="147"/>
                    </a:cubicBezTo>
                    <a:cubicBezTo>
                      <a:pt x="380" y="206"/>
                      <a:pt x="190" y="345"/>
                      <a:pt x="128" y="576"/>
                    </a:cubicBezTo>
                    <a:cubicBezTo>
                      <a:pt x="0" y="1051"/>
                      <a:pt x="0" y="2095"/>
                      <a:pt x="0" y="2095"/>
                    </a:cubicBezTo>
                    <a:lnTo>
                      <a:pt x="144" y="2095"/>
                    </a:lnTo>
                    <a:lnTo>
                      <a:pt x="160" y="2095"/>
                    </a:lnTo>
                    <a:lnTo>
                      <a:pt x="1979" y="2095"/>
                    </a:lnTo>
                    <a:cubicBezTo>
                      <a:pt x="1979" y="2095"/>
                      <a:pt x="2190" y="1083"/>
                      <a:pt x="1968" y="34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EBE066FB-CAFA-6142-9F9C-5D7625E6C1FD}"/>
                  </a:ext>
                </a:extLst>
              </p:cNvPr>
              <p:cNvSpPr/>
              <p:nvPr/>
            </p:nvSpPr>
            <p:spPr>
              <a:xfrm>
                <a:off x="17672804" y="7912371"/>
                <a:ext cx="2590905" cy="2626032"/>
              </a:xfrm>
              <a:custGeom>
                <a:avLst/>
                <a:gdLst>
                  <a:gd name="connsiteX0" fmla="*/ 1707820 w 2590905"/>
                  <a:gd name="connsiteY0" fmla="*/ 16232 h 2626032"/>
                  <a:gd name="connsiteX1" fmla="*/ 1521626 w 2590905"/>
                  <a:gd name="connsiteY1" fmla="*/ 24138 h 2626032"/>
                  <a:gd name="connsiteX2" fmla="*/ 920200 w 2590905"/>
                  <a:gd name="connsiteY2" fmla="*/ 117552 h 2626032"/>
                  <a:gd name="connsiteX3" fmla="*/ 687350 w 2590905"/>
                  <a:gd name="connsiteY3" fmla="*/ 198510 h 2626032"/>
                  <a:gd name="connsiteX4" fmla="*/ 173088 w 2590905"/>
                  <a:gd name="connsiteY4" fmla="*/ 727855 h 2626032"/>
                  <a:gd name="connsiteX5" fmla="*/ 14950 w 2590905"/>
                  <a:gd name="connsiteY5" fmla="*/ 2611079 h 2626032"/>
                  <a:gd name="connsiteX6" fmla="*/ 206708 w 2590905"/>
                  <a:gd name="connsiteY6" fmla="*/ 2611079 h 2626032"/>
                  <a:gd name="connsiteX7" fmla="*/ 2466722 w 2590905"/>
                  <a:gd name="connsiteY7" fmla="*/ 2609834 h 2626032"/>
                  <a:gd name="connsiteX8" fmla="*/ 2561356 w 2590905"/>
                  <a:gd name="connsiteY8" fmla="*/ 1871241 h 2626032"/>
                  <a:gd name="connsiteX9" fmla="*/ 2450536 w 2590905"/>
                  <a:gd name="connsiteY9" fmla="*/ 435159 h 2626032"/>
                  <a:gd name="connsiteX10" fmla="*/ 1928802 w 2590905"/>
                  <a:gd name="connsiteY10" fmla="*/ 36593 h 2626032"/>
                  <a:gd name="connsiteX11" fmla="*/ 1707820 w 2590905"/>
                  <a:gd name="connsiteY11" fmla="*/ 16232 h 2626032"/>
                  <a:gd name="connsiteX12" fmla="*/ 1707972 w 2590905"/>
                  <a:gd name="connsiteY12" fmla="*/ 183 h 2626032"/>
                  <a:gd name="connsiteX13" fmla="*/ 1931296 w 2590905"/>
                  <a:gd name="connsiteY13" fmla="*/ 21639 h 2626032"/>
                  <a:gd name="connsiteX14" fmla="*/ 2464238 w 2590905"/>
                  <a:gd name="connsiteY14" fmla="*/ 431417 h 2626032"/>
                  <a:gd name="connsiteX15" fmla="*/ 2575060 w 2590905"/>
                  <a:gd name="connsiteY15" fmla="*/ 1872489 h 2626032"/>
                  <a:gd name="connsiteX16" fmla="*/ 2479180 w 2590905"/>
                  <a:gd name="connsiteY16" fmla="*/ 2619804 h 2626032"/>
                  <a:gd name="connsiteX17" fmla="*/ 2471710 w 2590905"/>
                  <a:gd name="connsiteY17" fmla="*/ 2624786 h 2626032"/>
                  <a:gd name="connsiteX18" fmla="*/ 206704 w 2590905"/>
                  <a:gd name="connsiteY18" fmla="*/ 2626032 h 2626032"/>
                  <a:gd name="connsiteX19" fmla="*/ 7472 w 2590905"/>
                  <a:gd name="connsiteY19" fmla="*/ 2626032 h 2626032"/>
                  <a:gd name="connsiteX20" fmla="*/ 0 w 2590905"/>
                  <a:gd name="connsiteY20" fmla="*/ 2617313 h 2626032"/>
                  <a:gd name="connsiteX21" fmla="*/ 159386 w 2590905"/>
                  <a:gd name="connsiteY21" fmla="*/ 724115 h 2626032"/>
                  <a:gd name="connsiteX22" fmla="*/ 681122 w 2590905"/>
                  <a:gd name="connsiteY22" fmla="*/ 183557 h 2626032"/>
                  <a:gd name="connsiteX23" fmla="*/ 916464 w 2590905"/>
                  <a:gd name="connsiteY23" fmla="*/ 101353 h 2626032"/>
                  <a:gd name="connsiteX24" fmla="*/ 917708 w 2590905"/>
                  <a:gd name="connsiteY24" fmla="*/ 101353 h 2626032"/>
                  <a:gd name="connsiteX25" fmla="*/ 1519136 w 2590905"/>
                  <a:gd name="connsiteY25" fmla="*/ 9184 h 2626032"/>
                  <a:gd name="connsiteX26" fmla="*/ 1707972 w 2590905"/>
                  <a:gd name="connsiteY26" fmla="*/ 183 h 26260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2590905" h="2626032">
                    <a:moveTo>
                      <a:pt x="1707820" y="16232"/>
                    </a:moveTo>
                    <a:cubicBezTo>
                      <a:pt x="1599062" y="14407"/>
                      <a:pt x="1522404" y="24138"/>
                      <a:pt x="1521626" y="24138"/>
                    </a:cubicBezTo>
                    <a:lnTo>
                      <a:pt x="920200" y="117552"/>
                    </a:lnTo>
                    <a:cubicBezTo>
                      <a:pt x="911484" y="120043"/>
                      <a:pt x="799418" y="158654"/>
                      <a:pt x="687350" y="198510"/>
                    </a:cubicBezTo>
                    <a:cubicBezTo>
                      <a:pt x="590226" y="233385"/>
                      <a:pt x="268968" y="374128"/>
                      <a:pt x="173088" y="727855"/>
                    </a:cubicBezTo>
                    <a:cubicBezTo>
                      <a:pt x="23666" y="1288339"/>
                      <a:pt x="14950" y="2505210"/>
                      <a:pt x="14950" y="2611079"/>
                    </a:cubicBezTo>
                    <a:lnTo>
                      <a:pt x="206708" y="2611079"/>
                    </a:lnTo>
                    <a:lnTo>
                      <a:pt x="2466722" y="2609834"/>
                    </a:lnTo>
                    <a:cubicBezTo>
                      <a:pt x="2475438" y="2564995"/>
                      <a:pt x="2532718" y="2264825"/>
                      <a:pt x="2561356" y="1871241"/>
                    </a:cubicBezTo>
                    <a:cubicBezTo>
                      <a:pt x="2589996" y="1478903"/>
                      <a:pt x="2593732" y="910947"/>
                      <a:pt x="2450536" y="435159"/>
                    </a:cubicBezTo>
                    <a:cubicBezTo>
                      <a:pt x="2370844" y="168618"/>
                      <a:pt x="2123052" y="71468"/>
                      <a:pt x="1928802" y="36593"/>
                    </a:cubicBezTo>
                    <a:cubicBezTo>
                      <a:pt x="1849888" y="22581"/>
                      <a:pt x="1773076" y="17327"/>
                      <a:pt x="1707820" y="16232"/>
                    </a:cubicBezTo>
                    <a:close/>
                    <a:moveTo>
                      <a:pt x="1707972" y="183"/>
                    </a:moveTo>
                    <a:cubicBezTo>
                      <a:pt x="1773876" y="1205"/>
                      <a:pt x="1851448" y="6693"/>
                      <a:pt x="1931296" y="21639"/>
                    </a:cubicBezTo>
                    <a:cubicBezTo>
                      <a:pt x="2215200" y="72706"/>
                      <a:pt x="2399488" y="213450"/>
                      <a:pt x="2464238" y="431417"/>
                    </a:cubicBezTo>
                    <a:cubicBezTo>
                      <a:pt x="2607436" y="909698"/>
                      <a:pt x="2603700" y="1478903"/>
                      <a:pt x="2575060" y="1872489"/>
                    </a:cubicBezTo>
                    <a:cubicBezTo>
                      <a:pt x="2545176" y="2298459"/>
                      <a:pt x="2480426" y="2614822"/>
                      <a:pt x="2479180" y="2619804"/>
                    </a:cubicBezTo>
                    <a:cubicBezTo>
                      <a:pt x="2477936" y="2622296"/>
                      <a:pt x="2475444" y="2624786"/>
                      <a:pt x="2471710" y="2624786"/>
                    </a:cubicBezTo>
                    <a:lnTo>
                      <a:pt x="206704" y="2626032"/>
                    </a:lnTo>
                    <a:lnTo>
                      <a:pt x="7472" y="2626032"/>
                    </a:lnTo>
                    <a:cubicBezTo>
                      <a:pt x="3736" y="2626032"/>
                      <a:pt x="0" y="2621050"/>
                      <a:pt x="0" y="2617313"/>
                    </a:cubicBezTo>
                    <a:cubicBezTo>
                      <a:pt x="0" y="2604858"/>
                      <a:pt x="2492" y="1309512"/>
                      <a:pt x="159386" y="724115"/>
                    </a:cubicBezTo>
                    <a:cubicBezTo>
                      <a:pt x="256510" y="361668"/>
                      <a:pt x="583996" y="219678"/>
                      <a:pt x="681122" y="183557"/>
                    </a:cubicBezTo>
                    <a:cubicBezTo>
                      <a:pt x="799416" y="142455"/>
                      <a:pt x="915218" y="102598"/>
                      <a:pt x="916464" y="101353"/>
                    </a:cubicBezTo>
                    <a:cubicBezTo>
                      <a:pt x="917708" y="101353"/>
                      <a:pt x="917708" y="101353"/>
                      <a:pt x="917708" y="101353"/>
                    </a:cubicBezTo>
                    <a:lnTo>
                      <a:pt x="1519136" y="9184"/>
                    </a:lnTo>
                    <a:cubicBezTo>
                      <a:pt x="1520694" y="9184"/>
                      <a:pt x="1598130" y="-1520"/>
                      <a:pt x="1707972" y="1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8BC7B54A-0D9D-1F46-AC68-2FF626B788A0}"/>
                  </a:ext>
                </a:extLst>
              </p:cNvPr>
              <p:cNvSpPr/>
              <p:nvPr/>
            </p:nvSpPr>
            <p:spPr>
              <a:xfrm>
                <a:off x="18082670" y="8912222"/>
                <a:ext cx="38620" cy="12697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" h="1020">
                    <a:moveTo>
                      <a:pt x="27" y="1020"/>
                    </a:moveTo>
                    <a:cubicBezTo>
                      <a:pt x="23" y="1020"/>
                      <a:pt x="21" y="1017"/>
                      <a:pt x="20" y="1014"/>
                    </a:cubicBezTo>
                    <a:cubicBezTo>
                      <a:pt x="-22" y="522"/>
                      <a:pt x="15" y="11"/>
                      <a:pt x="16" y="6"/>
                    </a:cubicBezTo>
                    <a:cubicBezTo>
                      <a:pt x="16" y="3"/>
                      <a:pt x="18" y="0"/>
                      <a:pt x="22" y="0"/>
                    </a:cubicBezTo>
                    <a:cubicBezTo>
                      <a:pt x="25" y="0"/>
                      <a:pt x="27" y="3"/>
                      <a:pt x="27" y="7"/>
                    </a:cubicBezTo>
                    <a:cubicBezTo>
                      <a:pt x="27" y="12"/>
                      <a:pt x="-11" y="521"/>
                      <a:pt x="32" y="1013"/>
                    </a:cubicBezTo>
                    <a:cubicBezTo>
                      <a:pt x="33" y="1016"/>
                      <a:pt x="30" y="1019"/>
                      <a:pt x="27" y="10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7A4AFC41-E456-C14F-B463-DF79109E18B9}"/>
                  </a:ext>
                </a:extLst>
              </p:cNvPr>
              <p:cNvSpPr/>
              <p:nvPr/>
            </p:nvSpPr>
            <p:spPr>
              <a:xfrm>
                <a:off x="16505498" y="10467375"/>
                <a:ext cx="1026532" cy="710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25" h="58">
                    <a:moveTo>
                      <a:pt x="796" y="0"/>
                    </a:moveTo>
                    <a:lnTo>
                      <a:pt x="29" y="0"/>
                    </a:lnTo>
                    <a:cubicBezTo>
                      <a:pt x="13" y="0"/>
                      <a:pt x="0" y="13"/>
                      <a:pt x="0" y="29"/>
                    </a:cubicBezTo>
                    <a:cubicBezTo>
                      <a:pt x="0" y="45"/>
                      <a:pt x="13" y="58"/>
                      <a:pt x="29" y="58"/>
                    </a:cubicBezTo>
                    <a:lnTo>
                      <a:pt x="796" y="58"/>
                    </a:lnTo>
                    <a:cubicBezTo>
                      <a:pt x="812" y="58"/>
                      <a:pt x="825" y="45"/>
                      <a:pt x="825" y="29"/>
                    </a:cubicBezTo>
                    <a:cubicBezTo>
                      <a:pt x="825" y="13"/>
                      <a:pt x="812" y="0"/>
                      <a:pt x="7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3" name="Freeform 122">
                <a:extLst>
                  <a:ext uri="{FF2B5EF4-FFF2-40B4-BE49-F238E27FC236}">
                    <a16:creationId xmlns:a16="http://schemas.microsoft.com/office/drawing/2014/main" id="{8E515052-30D5-6748-B721-A3BF31006DBF}"/>
                  </a:ext>
                </a:extLst>
              </p:cNvPr>
              <p:cNvSpPr/>
              <p:nvPr/>
            </p:nvSpPr>
            <p:spPr>
              <a:xfrm>
                <a:off x="17997953" y="6557063"/>
                <a:ext cx="1194714" cy="18143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60" h="1457">
                    <a:moveTo>
                      <a:pt x="888" y="783"/>
                    </a:moveTo>
                    <a:lnTo>
                      <a:pt x="807" y="347"/>
                    </a:lnTo>
                    <a:cubicBezTo>
                      <a:pt x="758" y="87"/>
                      <a:pt x="734" y="-16"/>
                      <a:pt x="568" y="2"/>
                    </a:cubicBezTo>
                    <a:cubicBezTo>
                      <a:pt x="483" y="11"/>
                      <a:pt x="-7" y="112"/>
                      <a:pt x="0" y="152"/>
                    </a:cubicBezTo>
                    <a:cubicBezTo>
                      <a:pt x="38" y="379"/>
                      <a:pt x="139" y="905"/>
                      <a:pt x="227" y="983"/>
                    </a:cubicBezTo>
                    <a:cubicBezTo>
                      <a:pt x="288" y="1038"/>
                      <a:pt x="366" y="1010"/>
                      <a:pt x="438" y="993"/>
                    </a:cubicBezTo>
                    <a:lnTo>
                      <a:pt x="477" y="1176"/>
                    </a:lnTo>
                    <a:cubicBezTo>
                      <a:pt x="477" y="1176"/>
                      <a:pt x="395" y="1473"/>
                      <a:pt x="587" y="1457"/>
                    </a:cubicBezTo>
                    <a:cubicBezTo>
                      <a:pt x="779" y="1442"/>
                      <a:pt x="960" y="1102"/>
                      <a:pt x="960" y="110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853560C6-CF68-3C45-93B1-E18490359C14}"/>
                  </a:ext>
                </a:extLst>
              </p:cNvPr>
              <p:cNvSpPr/>
              <p:nvPr/>
            </p:nvSpPr>
            <p:spPr>
              <a:xfrm>
                <a:off x="17990482" y="6549650"/>
                <a:ext cx="1209664" cy="1830481"/>
              </a:xfrm>
              <a:custGeom>
                <a:avLst/>
                <a:gdLst>
                  <a:gd name="connsiteX0" fmla="*/ 780708 w 1209664"/>
                  <a:gd name="connsiteY0" fmla="*/ 15909 h 1830481"/>
                  <a:gd name="connsiteX1" fmla="*/ 714344 w 1209664"/>
                  <a:gd name="connsiteY1" fmla="*/ 17381 h 1830481"/>
                  <a:gd name="connsiteX2" fmla="*/ 327312 w 1209664"/>
                  <a:gd name="connsiteY2" fmla="*/ 94586 h 1830481"/>
                  <a:gd name="connsiteX3" fmla="*/ 13702 w 1209664"/>
                  <a:gd name="connsiteY3" fmla="*/ 196697 h 1830481"/>
                  <a:gd name="connsiteX4" fmla="*/ 294956 w 1209664"/>
                  <a:gd name="connsiteY4" fmla="*/ 1226520 h 1830481"/>
                  <a:gd name="connsiteX5" fmla="*/ 523940 w 1209664"/>
                  <a:gd name="connsiteY5" fmla="*/ 1242708 h 1830481"/>
                  <a:gd name="connsiteX6" fmla="*/ 550074 w 1209664"/>
                  <a:gd name="connsiteY6" fmla="*/ 1236482 h 1830481"/>
                  <a:gd name="connsiteX7" fmla="*/ 552562 w 1209664"/>
                  <a:gd name="connsiteY7" fmla="*/ 1236482 h 1830481"/>
                  <a:gd name="connsiteX8" fmla="*/ 556296 w 1209664"/>
                  <a:gd name="connsiteY8" fmla="*/ 1236482 h 1830481"/>
                  <a:gd name="connsiteX9" fmla="*/ 558786 w 1209664"/>
                  <a:gd name="connsiteY9" fmla="*/ 1242708 h 1830481"/>
                  <a:gd name="connsiteX10" fmla="*/ 607320 w 1209664"/>
                  <a:gd name="connsiteY10" fmla="*/ 1470589 h 1830481"/>
                  <a:gd name="connsiteX11" fmla="*/ 607320 w 1209664"/>
                  <a:gd name="connsiteY11" fmla="*/ 1474325 h 1830481"/>
                  <a:gd name="connsiteX12" fmla="*/ 624742 w 1209664"/>
                  <a:gd name="connsiteY12" fmla="*/ 1774431 h 1830481"/>
                  <a:gd name="connsiteX13" fmla="*/ 737990 w 1209664"/>
                  <a:gd name="connsiteY13" fmla="*/ 1815524 h 1830481"/>
                  <a:gd name="connsiteX14" fmla="*/ 1194714 w 1209664"/>
                  <a:gd name="connsiteY14" fmla="*/ 1378441 h 1830481"/>
                  <a:gd name="connsiteX15" fmla="*/ 1106356 w 1209664"/>
                  <a:gd name="connsiteY15" fmla="*/ 983696 h 1830481"/>
                  <a:gd name="connsiteX16" fmla="*/ 1005554 w 1209664"/>
                  <a:gd name="connsiteY16" fmla="*/ 440766 h 1830481"/>
                  <a:gd name="connsiteX17" fmla="*/ 780708 w 1209664"/>
                  <a:gd name="connsiteY17" fmla="*/ 15909 h 1830481"/>
                  <a:gd name="connsiteX18" fmla="*/ 784450 w 1209664"/>
                  <a:gd name="connsiteY18" fmla="*/ 1337 h 1830481"/>
                  <a:gd name="connsiteX19" fmla="*/ 1019254 w 1209664"/>
                  <a:gd name="connsiteY19" fmla="*/ 438271 h 1830481"/>
                  <a:gd name="connsiteX20" fmla="*/ 1120060 w 1209664"/>
                  <a:gd name="connsiteY20" fmla="*/ 979963 h 1830481"/>
                  <a:gd name="connsiteX21" fmla="*/ 1209664 w 1209664"/>
                  <a:gd name="connsiteY21" fmla="*/ 1377203 h 1830481"/>
                  <a:gd name="connsiteX22" fmla="*/ 1208420 w 1209664"/>
                  <a:gd name="connsiteY22" fmla="*/ 1382184 h 1830481"/>
                  <a:gd name="connsiteX23" fmla="*/ 1065300 w 1209664"/>
                  <a:gd name="connsiteY23" fmla="*/ 1598861 h 1830481"/>
                  <a:gd name="connsiteX24" fmla="*/ 737994 w 1209664"/>
                  <a:gd name="connsiteY24" fmla="*/ 1829236 h 1830481"/>
                  <a:gd name="connsiteX25" fmla="*/ 720572 w 1209664"/>
                  <a:gd name="connsiteY25" fmla="*/ 1830481 h 1830481"/>
                  <a:gd name="connsiteX26" fmla="*/ 613544 w 1209664"/>
                  <a:gd name="connsiteY26" fmla="*/ 1784406 h 1830481"/>
                  <a:gd name="connsiteX27" fmla="*/ 593632 w 1209664"/>
                  <a:gd name="connsiteY27" fmla="*/ 1471844 h 1830481"/>
                  <a:gd name="connsiteX28" fmla="*/ 546340 w 1209664"/>
                  <a:gd name="connsiteY28" fmla="*/ 1252677 h 1830481"/>
                  <a:gd name="connsiteX29" fmla="*/ 526428 w 1209664"/>
                  <a:gd name="connsiteY29" fmla="*/ 1256412 h 1830481"/>
                  <a:gd name="connsiteX30" fmla="*/ 284992 w 1209664"/>
                  <a:gd name="connsiteY30" fmla="*/ 1236488 h 1830481"/>
                  <a:gd name="connsiteX31" fmla="*/ 118228 w 1209664"/>
                  <a:gd name="connsiteY31" fmla="*/ 785701 h 1830481"/>
                  <a:gd name="connsiteX32" fmla="*/ 0 w 1209664"/>
                  <a:gd name="connsiteY32" fmla="*/ 197934 h 1830481"/>
                  <a:gd name="connsiteX33" fmla="*/ 3734 w 1209664"/>
                  <a:gd name="connsiteY33" fmla="*/ 185481 h 1830481"/>
                  <a:gd name="connsiteX34" fmla="*/ 713104 w 1209664"/>
                  <a:gd name="connsiteY34" fmla="*/ 2427 h 1830481"/>
                  <a:gd name="connsiteX35" fmla="*/ 784450 w 1209664"/>
                  <a:gd name="connsiteY35" fmla="*/ 1337 h 18304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209664" h="1830481">
                    <a:moveTo>
                      <a:pt x="780708" y="15909"/>
                    </a:moveTo>
                    <a:cubicBezTo>
                      <a:pt x="760914" y="14190"/>
                      <a:pt x="738922" y="14735"/>
                      <a:pt x="714344" y="17381"/>
                    </a:cubicBezTo>
                    <a:cubicBezTo>
                      <a:pt x="662076" y="22362"/>
                      <a:pt x="485360" y="57229"/>
                      <a:pt x="327312" y="94586"/>
                    </a:cubicBezTo>
                    <a:cubicBezTo>
                      <a:pt x="28636" y="164320"/>
                      <a:pt x="14948" y="192961"/>
                      <a:pt x="13702" y="196697"/>
                    </a:cubicBezTo>
                    <a:cubicBezTo>
                      <a:pt x="85882" y="620083"/>
                      <a:pt x="201620" y="1143088"/>
                      <a:pt x="294956" y="1226520"/>
                    </a:cubicBezTo>
                    <a:cubicBezTo>
                      <a:pt x="360912" y="1285047"/>
                      <a:pt x="444292" y="1263878"/>
                      <a:pt x="523940" y="1242708"/>
                    </a:cubicBezTo>
                    <a:cubicBezTo>
                      <a:pt x="532650" y="1241463"/>
                      <a:pt x="541362" y="1238973"/>
                      <a:pt x="550074" y="1236482"/>
                    </a:cubicBezTo>
                    <a:cubicBezTo>
                      <a:pt x="551318" y="1236482"/>
                      <a:pt x="551318" y="1236482"/>
                      <a:pt x="552562" y="1236482"/>
                    </a:cubicBezTo>
                    <a:cubicBezTo>
                      <a:pt x="553808" y="1236482"/>
                      <a:pt x="555052" y="1236482"/>
                      <a:pt x="556296" y="1236482"/>
                    </a:cubicBezTo>
                    <a:cubicBezTo>
                      <a:pt x="557540" y="1238973"/>
                      <a:pt x="558786" y="1240218"/>
                      <a:pt x="558786" y="1242708"/>
                    </a:cubicBezTo>
                    <a:lnTo>
                      <a:pt x="607320" y="1470589"/>
                    </a:lnTo>
                    <a:cubicBezTo>
                      <a:pt x="608564" y="1471835"/>
                      <a:pt x="608564" y="1473080"/>
                      <a:pt x="607320" y="1474325"/>
                    </a:cubicBezTo>
                    <a:cubicBezTo>
                      <a:pt x="607320" y="1476816"/>
                      <a:pt x="550074" y="1686018"/>
                      <a:pt x="624742" y="1774431"/>
                    </a:cubicBezTo>
                    <a:cubicBezTo>
                      <a:pt x="649632" y="1805562"/>
                      <a:pt x="686966" y="1819260"/>
                      <a:pt x="737990" y="1815524"/>
                    </a:cubicBezTo>
                    <a:cubicBezTo>
                      <a:pt x="960752" y="1796845"/>
                      <a:pt x="1176046" y="1412063"/>
                      <a:pt x="1194714" y="1378441"/>
                    </a:cubicBezTo>
                    <a:lnTo>
                      <a:pt x="1106356" y="983696"/>
                    </a:lnTo>
                    <a:lnTo>
                      <a:pt x="1005554" y="440766"/>
                    </a:lnTo>
                    <a:cubicBezTo>
                      <a:pt x="950018" y="150934"/>
                      <a:pt x="919256" y="27946"/>
                      <a:pt x="780708" y="15909"/>
                    </a:cubicBezTo>
                    <a:close/>
                    <a:moveTo>
                      <a:pt x="784450" y="1337"/>
                    </a:moveTo>
                    <a:cubicBezTo>
                      <a:pt x="933228" y="16047"/>
                      <a:pt x="964806" y="152793"/>
                      <a:pt x="1019254" y="438271"/>
                    </a:cubicBezTo>
                    <a:lnTo>
                      <a:pt x="1120060" y="979963"/>
                    </a:lnTo>
                    <a:lnTo>
                      <a:pt x="1209664" y="1377203"/>
                    </a:lnTo>
                    <a:cubicBezTo>
                      <a:pt x="1209664" y="1379694"/>
                      <a:pt x="1209664" y="1380939"/>
                      <a:pt x="1208420" y="1382184"/>
                    </a:cubicBezTo>
                    <a:cubicBezTo>
                      <a:pt x="1208420" y="1383430"/>
                      <a:pt x="1151172" y="1490523"/>
                      <a:pt x="1065300" y="1598861"/>
                    </a:cubicBezTo>
                    <a:cubicBezTo>
                      <a:pt x="949562" y="1743312"/>
                      <a:pt x="840044" y="1821764"/>
                      <a:pt x="737994" y="1829236"/>
                    </a:cubicBezTo>
                    <a:cubicBezTo>
                      <a:pt x="733016" y="1829236"/>
                      <a:pt x="726794" y="1830481"/>
                      <a:pt x="720572" y="1830481"/>
                    </a:cubicBezTo>
                    <a:cubicBezTo>
                      <a:pt x="674524" y="1830481"/>
                      <a:pt x="638434" y="1814293"/>
                      <a:pt x="613544" y="1784406"/>
                    </a:cubicBezTo>
                    <a:cubicBezTo>
                      <a:pt x="537628" y="1692256"/>
                      <a:pt x="587408" y="1494259"/>
                      <a:pt x="593632" y="1471844"/>
                    </a:cubicBezTo>
                    <a:lnTo>
                      <a:pt x="546340" y="1252677"/>
                    </a:lnTo>
                    <a:cubicBezTo>
                      <a:pt x="540118" y="1253922"/>
                      <a:pt x="533894" y="1255167"/>
                      <a:pt x="526428" y="1256412"/>
                    </a:cubicBezTo>
                    <a:cubicBezTo>
                      <a:pt x="443046" y="1278827"/>
                      <a:pt x="357174" y="1299997"/>
                      <a:pt x="284992" y="1236488"/>
                    </a:cubicBezTo>
                    <a:cubicBezTo>
                      <a:pt x="236456" y="1194149"/>
                      <a:pt x="179210" y="1042226"/>
                      <a:pt x="118228" y="785701"/>
                    </a:cubicBezTo>
                    <a:cubicBezTo>
                      <a:pt x="58492" y="539138"/>
                      <a:pt x="12446" y="273895"/>
                      <a:pt x="0" y="197934"/>
                    </a:cubicBezTo>
                    <a:cubicBezTo>
                      <a:pt x="0" y="194198"/>
                      <a:pt x="0" y="190462"/>
                      <a:pt x="3734" y="185481"/>
                    </a:cubicBezTo>
                    <a:cubicBezTo>
                      <a:pt x="47292" y="126954"/>
                      <a:pt x="627234" y="12389"/>
                      <a:pt x="713104" y="2427"/>
                    </a:cubicBezTo>
                    <a:cubicBezTo>
                      <a:pt x="739550" y="-376"/>
                      <a:pt x="763196" y="-765"/>
                      <a:pt x="784450" y="13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CBC65155-DFF9-AB49-A541-E8AB447B0510}"/>
                  </a:ext>
                </a:extLst>
              </p:cNvPr>
              <p:cNvSpPr/>
              <p:nvPr/>
            </p:nvSpPr>
            <p:spPr>
              <a:xfrm>
                <a:off x="17853445" y="6115938"/>
                <a:ext cx="1859967" cy="16324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94" h="1311">
                    <a:moveTo>
                      <a:pt x="1431" y="752"/>
                    </a:moveTo>
                    <a:cubicBezTo>
                      <a:pt x="1370" y="711"/>
                      <a:pt x="1206" y="579"/>
                      <a:pt x="1181" y="559"/>
                    </a:cubicBezTo>
                    <a:cubicBezTo>
                      <a:pt x="1187" y="535"/>
                      <a:pt x="1215" y="398"/>
                      <a:pt x="1105" y="353"/>
                    </a:cubicBezTo>
                    <a:cubicBezTo>
                      <a:pt x="1107" y="342"/>
                      <a:pt x="1111" y="313"/>
                      <a:pt x="1105" y="281"/>
                    </a:cubicBezTo>
                    <a:cubicBezTo>
                      <a:pt x="1096" y="229"/>
                      <a:pt x="1067" y="194"/>
                      <a:pt x="1020" y="180"/>
                    </a:cubicBezTo>
                    <a:cubicBezTo>
                      <a:pt x="1018" y="164"/>
                      <a:pt x="1007" y="105"/>
                      <a:pt x="966" y="78"/>
                    </a:cubicBezTo>
                    <a:cubicBezTo>
                      <a:pt x="924" y="50"/>
                      <a:pt x="852" y="60"/>
                      <a:pt x="835" y="63"/>
                    </a:cubicBezTo>
                    <a:cubicBezTo>
                      <a:pt x="825" y="51"/>
                      <a:pt x="783" y="2"/>
                      <a:pt x="720" y="0"/>
                    </a:cubicBezTo>
                    <a:cubicBezTo>
                      <a:pt x="659" y="-3"/>
                      <a:pt x="612" y="32"/>
                      <a:pt x="598" y="43"/>
                    </a:cubicBezTo>
                    <a:cubicBezTo>
                      <a:pt x="584" y="32"/>
                      <a:pt x="532" y="0"/>
                      <a:pt x="447" y="16"/>
                    </a:cubicBezTo>
                    <a:cubicBezTo>
                      <a:pt x="378" y="29"/>
                      <a:pt x="339" y="91"/>
                      <a:pt x="328" y="109"/>
                    </a:cubicBezTo>
                    <a:cubicBezTo>
                      <a:pt x="309" y="101"/>
                      <a:pt x="239" y="76"/>
                      <a:pt x="174" y="116"/>
                    </a:cubicBezTo>
                    <a:cubicBezTo>
                      <a:pt x="107" y="157"/>
                      <a:pt x="105" y="237"/>
                      <a:pt x="105" y="256"/>
                    </a:cubicBezTo>
                    <a:cubicBezTo>
                      <a:pt x="85" y="265"/>
                      <a:pt x="-7" y="310"/>
                      <a:pt x="0" y="406"/>
                    </a:cubicBezTo>
                    <a:cubicBezTo>
                      <a:pt x="6" y="485"/>
                      <a:pt x="72" y="536"/>
                      <a:pt x="172" y="541"/>
                    </a:cubicBezTo>
                    <a:cubicBezTo>
                      <a:pt x="178" y="551"/>
                      <a:pt x="200" y="582"/>
                      <a:pt x="243" y="596"/>
                    </a:cubicBezTo>
                    <a:cubicBezTo>
                      <a:pt x="290" y="610"/>
                      <a:pt x="344" y="601"/>
                      <a:pt x="407" y="569"/>
                    </a:cubicBezTo>
                    <a:cubicBezTo>
                      <a:pt x="410" y="588"/>
                      <a:pt x="419" y="632"/>
                      <a:pt x="451" y="665"/>
                    </a:cubicBezTo>
                    <a:cubicBezTo>
                      <a:pt x="473" y="688"/>
                      <a:pt x="515" y="703"/>
                      <a:pt x="554" y="693"/>
                    </a:cubicBezTo>
                    <a:cubicBezTo>
                      <a:pt x="559" y="710"/>
                      <a:pt x="573" y="739"/>
                      <a:pt x="598" y="764"/>
                    </a:cubicBezTo>
                    <a:cubicBezTo>
                      <a:pt x="621" y="788"/>
                      <a:pt x="658" y="806"/>
                      <a:pt x="675" y="798"/>
                    </a:cubicBezTo>
                    <a:cubicBezTo>
                      <a:pt x="679" y="796"/>
                      <a:pt x="712" y="793"/>
                      <a:pt x="690" y="748"/>
                    </a:cubicBezTo>
                    <a:cubicBezTo>
                      <a:pt x="671" y="708"/>
                      <a:pt x="712" y="689"/>
                      <a:pt x="731" y="683"/>
                    </a:cubicBezTo>
                    <a:cubicBezTo>
                      <a:pt x="788" y="665"/>
                      <a:pt x="810" y="690"/>
                      <a:pt x="826" y="712"/>
                    </a:cubicBezTo>
                    <a:cubicBezTo>
                      <a:pt x="856" y="755"/>
                      <a:pt x="874" y="787"/>
                      <a:pt x="876" y="839"/>
                    </a:cubicBezTo>
                    <a:cubicBezTo>
                      <a:pt x="877" y="857"/>
                      <a:pt x="871" y="873"/>
                      <a:pt x="860" y="885"/>
                    </a:cubicBezTo>
                    <a:cubicBezTo>
                      <a:pt x="832" y="914"/>
                      <a:pt x="781" y="915"/>
                      <a:pt x="781" y="915"/>
                    </a:cubicBezTo>
                    <a:cubicBezTo>
                      <a:pt x="745" y="915"/>
                      <a:pt x="768" y="980"/>
                      <a:pt x="800" y="1019"/>
                    </a:cubicBezTo>
                    <a:cubicBezTo>
                      <a:pt x="815" y="1037"/>
                      <a:pt x="836" y="1048"/>
                      <a:pt x="863" y="1052"/>
                    </a:cubicBezTo>
                    <a:cubicBezTo>
                      <a:pt x="863" y="1071"/>
                      <a:pt x="864" y="1137"/>
                      <a:pt x="867" y="1203"/>
                    </a:cubicBezTo>
                    <a:cubicBezTo>
                      <a:pt x="869" y="1251"/>
                      <a:pt x="872" y="1281"/>
                      <a:pt x="889" y="1297"/>
                    </a:cubicBezTo>
                    <a:cubicBezTo>
                      <a:pt x="909" y="1315"/>
                      <a:pt x="946" y="1312"/>
                      <a:pt x="1018" y="1307"/>
                    </a:cubicBezTo>
                    <a:cubicBezTo>
                      <a:pt x="1025" y="1306"/>
                      <a:pt x="1031" y="1304"/>
                      <a:pt x="1034" y="1299"/>
                    </a:cubicBezTo>
                    <a:cubicBezTo>
                      <a:pt x="1044" y="1288"/>
                      <a:pt x="1042" y="1266"/>
                      <a:pt x="1039" y="1226"/>
                    </a:cubicBezTo>
                    <a:cubicBezTo>
                      <a:pt x="1037" y="1201"/>
                      <a:pt x="1034" y="1169"/>
                      <a:pt x="1033" y="1128"/>
                    </a:cubicBezTo>
                    <a:cubicBezTo>
                      <a:pt x="1033" y="1126"/>
                      <a:pt x="1033" y="1124"/>
                      <a:pt x="1033" y="1122"/>
                    </a:cubicBezTo>
                    <a:cubicBezTo>
                      <a:pt x="1039" y="1132"/>
                      <a:pt x="1053" y="1160"/>
                      <a:pt x="1081" y="1241"/>
                    </a:cubicBezTo>
                    <a:cubicBezTo>
                      <a:pt x="1092" y="1275"/>
                      <a:pt x="1108" y="1297"/>
                      <a:pt x="1128" y="1306"/>
                    </a:cubicBezTo>
                    <a:cubicBezTo>
                      <a:pt x="1137" y="1309"/>
                      <a:pt x="1146" y="1311"/>
                      <a:pt x="1154" y="1311"/>
                    </a:cubicBezTo>
                    <a:cubicBezTo>
                      <a:pt x="1171" y="1311"/>
                      <a:pt x="1187" y="1305"/>
                      <a:pt x="1198" y="1300"/>
                    </a:cubicBezTo>
                    <a:cubicBezTo>
                      <a:pt x="1230" y="1286"/>
                      <a:pt x="1250" y="1270"/>
                      <a:pt x="1257" y="1250"/>
                    </a:cubicBezTo>
                    <a:cubicBezTo>
                      <a:pt x="1265" y="1230"/>
                      <a:pt x="1261" y="1208"/>
                      <a:pt x="1246" y="1177"/>
                    </a:cubicBezTo>
                    <a:lnTo>
                      <a:pt x="1202" y="1071"/>
                    </a:lnTo>
                    <a:cubicBezTo>
                      <a:pt x="1209" y="1077"/>
                      <a:pt x="1217" y="1084"/>
                      <a:pt x="1224" y="1092"/>
                    </a:cubicBezTo>
                    <a:cubicBezTo>
                      <a:pt x="1256" y="1120"/>
                      <a:pt x="1298" y="1159"/>
                      <a:pt x="1318" y="1175"/>
                    </a:cubicBezTo>
                    <a:cubicBezTo>
                      <a:pt x="1358" y="1207"/>
                      <a:pt x="1397" y="1202"/>
                      <a:pt x="1434" y="1160"/>
                    </a:cubicBezTo>
                    <a:cubicBezTo>
                      <a:pt x="1466" y="1123"/>
                      <a:pt x="1468" y="1091"/>
                      <a:pt x="1440" y="1063"/>
                    </a:cubicBezTo>
                    <a:cubicBezTo>
                      <a:pt x="1439" y="1062"/>
                      <a:pt x="1293" y="926"/>
                      <a:pt x="1243" y="879"/>
                    </a:cubicBezTo>
                    <a:cubicBezTo>
                      <a:pt x="1233" y="870"/>
                      <a:pt x="1233" y="864"/>
                      <a:pt x="1233" y="863"/>
                    </a:cubicBezTo>
                    <a:cubicBezTo>
                      <a:pt x="1234" y="863"/>
                      <a:pt x="1240" y="862"/>
                      <a:pt x="1248" y="867"/>
                    </a:cubicBezTo>
                    <a:cubicBezTo>
                      <a:pt x="1259" y="873"/>
                      <a:pt x="1270" y="880"/>
                      <a:pt x="1281" y="887"/>
                    </a:cubicBezTo>
                    <a:cubicBezTo>
                      <a:pt x="1303" y="900"/>
                      <a:pt x="1326" y="913"/>
                      <a:pt x="1350" y="925"/>
                    </a:cubicBezTo>
                    <a:cubicBezTo>
                      <a:pt x="1406" y="954"/>
                      <a:pt x="1448" y="942"/>
                      <a:pt x="1477" y="891"/>
                    </a:cubicBezTo>
                    <a:cubicBezTo>
                      <a:pt x="1504" y="843"/>
                      <a:pt x="1506" y="802"/>
                      <a:pt x="1431" y="75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95E851F8-E804-4547-94F6-F64A68F064A3}"/>
                  </a:ext>
                </a:extLst>
              </p:cNvPr>
              <p:cNvSpPr/>
              <p:nvPr/>
            </p:nvSpPr>
            <p:spPr>
              <a:xfrm>
                <a:off x="18536139" y="7749596"/>
                <a:ext cx="158216" cy="1433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8" h="116">
                    <a:moveTo>
                      <a:pt x="123" y="6"/>
                    </a:moveTo>
                    <a:cubicBezTo>
                      <a:pt x="118" y="1"/>
                      <a:pt x="111" y="-1"/>
                      <a:pt x="105" y="1"/>
                    </a:cubicBezTo>
                    <a:lnTo>
                      <a:pt x="4" y="30"/>
                    </a:lnTo>
                    <a:cubicBezTo>
                      <a:pt x="1" y="31"/>
                      <a:pt x="-1" y="34"/>
                      <a:pt x="0" y="37"/>
                    </a:cubicBezTo>
                    <a:lnTo>
                      <a:pt x="16" y="111"/>
                    </a:lnTo>
                    <a:cubicBezTo>
                      <a:pt x="16" y="113"/>
                      <a:pt x="17" y="114"/>
                      <a:pt x="19" y="115"/>
                    </a:cubicBezTo>
                    <a:cubicBezTo>
                      <a:pt x="20" y="116"/>
                      <a:pt x="20" y="116"/>
                      <a:pt x="21" y="116"/>
                    </a:cubicBezTo>
                    <a:cubicBezTo>
                      <a:pt x="22" y="116"/>
                      <a:pt x="23" y="116"/>
                      <a:pt x="23" y="116"/>
                    </a:cubicBezTo>
                    <a:cubicBezTo>
                      <a:pt x="90" y="96"/>
                      <a:pt x="116" y="50"/>
                      <a:pt x="127" y="24"/>
                    </a:cubicBezTo>
                    <a:cubicBezTo>
                      <a:pt x="129" y="18"/>
                      <a:pt x="127" y="11"/>
                      <a:pt x="123" y="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6D94ADBB-96BB-CA41-82B4-A8278BCD49DC}"/>
                  </a:ext>
                </a:extLst>
              </p:cNvPr>
              <p:cNvSpPr/>
              <p:nvPr/>
            </p:nvSpPr>
            <p:spPr>
              <a:xfrm>
                <a:off x="17924455" y="9386993"/>
                <a:ext cx="1607071" cy="11501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91" h="924">
                    <a:moveTo>
                      <a:pt x="6" y="924"/>
                    </a:moveTo>
                    <a:cubicBezTo>
                      <a:pt x="5" y="924"/>
                      <a:pt x="4" y="924"/>
                      <a:pt x="4" y="924"/>
                    </a:cubicBezTo>
                    <a:cubicBezTo>
                      <a:pt x="1" y="923"/>
                      <a:pt x="-1" y="920"/>
                      <a:pt x="0" y="916"/>
                    </a:cubicBezTo>
                    <a:cubicBezTo>
                      <a:pt x="19" y="856"/>
                      <a:pt x="0" y="671"/>
                      <a:pt x="0" y="669"/>
                    </a:cubicBezTo>
                    <a:cubicBezTo>
                      <a:pt x="-1" y="666"/>
                      <a:pt x="1" y="663"/>
                      <a:pt x="4" y="663"/>
                    </a:cubicBezTo>
                    <a:lnTo>
                      <a:pt x="1254" y="386"/>
                    </a:lnTo>
                    <a:lnTo>
                      <a:pt x="1280" y="5"/>
                    </a:lnTo>
                    <a:cubicBezTo>
                      <a:pt x="1280" y="2"/>
                      <a:pt x="1282" y="0"/>
                      <a:pt x="1286" y="0"/>
                    </a:cubicBezTo>
                    <a:cubicBezTo>
                      <a:pt x="1289" y="1"/>
                      <a:pt x="1292" y="3"/>
                      <a:pt x="1291" y="6"/>
                    </a:cubicBezTo>
                    <a:lnTo>
                      <a:pt x="1265" y="391"/>
                    </a:lnTo>
                    <a:cubicBezTo>
                      <a:pt x="1265" y="394"/>
                      <a:pt x="1263" y="396"/>
                      <a:pt x="1260" y="396"/>
                    </a:cubicBezTo>
                    <a:lnTo>
                      <a:pt x="12" y="673"/>
                    </a:lnTo>
                    <a:cubicBezTo>
                      <a:pt x="15" y="704"/>
                      <a:pt x="29" y="862"/>
                      <a:pt x="11" y="920"/>
                    </a:cubicBezTo>
                    <a:cubicBezTo>
                      <a:pt x="11" y="923"/>
                      <a:pt x="8" y="924"/>
                      <a:pt x="6" y="9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A8F4D57C-14C9-3A4D-A0E0-B9B4E67EC239}"/>
                  </a:ext>
                </a:extLst>
              </p:cNvPr>
              <p:cNvSpPr/>
              <p:nvPr/>
            </p:nvSpPr>
            <p:spPr>
              <a:xfrm>
                <a:off x="17233040" y="10109737"/>
                <a:ext cx="708855" cy="4199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0" h="338">
                    <a:moveTo>
                      <a:pt x="561" y="88"/>
                    </a:moveTo>
                    <a:cubicBezTo>
                      <a:pt x="507" y="96"/>
                      <a:pt x="466" y="99"/>
                      <a:pt x="451" y="103"/>
                    </a:cubicBezTo>
                    <a:cubicBezTo>
                      <a:pt x="451" y="103"/>
                      <a:pt x="375" y="-12"/>
                      <a:pt x="242" y="1"/>
                    </a:cubicBezTo>
                    <a:cubicBezTo>
                      <a:pt x="46" y="20"/>
                      <a:pt x="15" y="37"/>
                      <a:pt x="32" y="74"/>
                    </a:cubicBezTo>
                    <a:cubicBezTo>
                      <a:pt x="41" y="95"/>
                      <a:pt x="79" y="108"/>
                      <a:pt x="79" y="108"/>
                    </a:cubicBezTo>
                    <a:cubicBezTo>
                      <a:pt x="79" y="108"/>
                      <a:pt x="0" y="137"/>
                      <a:pt x="22" y="222"/>
                    </a:cubicBezTo>
                    <a:cubicBezTo>
                      <a:pt x="22" y="222"/>
                      <a:pt x="-29" y="279"/>
                      <a:pt x="23" y="338"/>
                    </a:cubicBezTo>
                    <a:lnTo>
                      <a:pt x="561" y="338"/>
                    </a:lnTo>
                    <a:cubicBezTo>
                      <a:pt x="580" y="275"/>
                      <a:pt x="561" y="93"/>
                      <a:pt x="561" y="8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06716753-201D-2441-8E43-D56544A9D569}"/>
                  </a:ext>
                </a:extLst>
              </p:cNvPr>
              <p:cNvSpPr/>
              <p:nvPr/>
            </p:nvSpPr>
            <p:spPr>
              <a:xfrm>
                <a:off x="17225402" y="10102195"/>
                <a:ext cx="722723" cy="436208"/>
              </a:xfrm>
              <a:custGeom>
                <a:avLst/>
                <a:gdLst>
                  <a:gd name="connsiteX0" fmla="*/ 309836 w 722723"/>
                  <a:gd name="connsiteY0" fmla="*/ 15013 h 436208"/>
                  <a:gd name="connsiteX1" fmla="*/ 51176 w 722723"/>
                  <a:gd name="connsiteY1" fmla="*/ 72160 h 436208"/>
                  <a:gd name="connsiteX2" fmla="*/ 52420 w 722723"/>
                  <a:gd name="connsiteY2" fmla="*/ 95764 h 436208"/>
                  <a:gd name="connsiteX3" fmla="*/ 107136 w 722723"/>
                  <a:gd name="connsiteY3" fmla="*/ 135518 h 436208"/>
                  <a:gd name="connsiteX4" fmla="*/ 112110 w 722723"/>
                  <a:gd name="connsiteY4" fmla="*/ 141730 h 436208"/>
                  <a:gd name="connsiteX5" fmla="*/ 107136 w 722723"/>
                  <a:gd name="connsiteY5" fmla="*/ 149184 h 436208"/>
                  <a:gd name="connsiteX6" fmla="*/ 42472 w 722723"/>
                  <a:gd name="connsiteY6" fmla="*/ 280869 h 436208"/>
                  <a:gd name="connsiteX7" fmla="*/ 41228 w 722723"/>
                  <a:gd name="connsiteY7" fmla="*/ 288323 h 436208"/>
                  <a:gd name="connsiteX8" fmla="*/ 39984 w 722723"/>
                  <a:gd name="connsiteY8" fmla="*/ 421251 h 436208"/>
                  <a:gd name="connsiteX9" fmla="*/ 700314 w 722723"/>
                  <a:gd name="connsiteY9" fmla="*/ 421251 h 436208"/>
                  <a:gd name="connsiteX10" fmla="*/ 699070 w 722723"/>
                  <a:gd name="connsiteY10" fmla="*/ 125580 h 436208"/>
                  <a:gd name="connsiteX11" fmla="*/ 624458 w 722723"/>
                  <a:gd name="connsiteY11" fmla="*/ 134276 h 436208"/>
                  <a:gd name="connsiteX12" fmla="*/ 569740 w 722723"/>
                  <a:gd name="connsiteY12" fmla="*/ 141730 h 436208"/>
                  <a:gd name="connsiteX13" fmla="*/ 562278 w 722723"/>
                  <a:gd name="connsiteY13" fmla="*/ 139245 h 436208"/>
                  <a:gd name="connsiteX14" fmla="*/ 309836 w 722723"/>
                  <a:gd name="connsiteY14" fmla="*/ 15013 h 436208"/>
                  <a:gd name="connsiteX15" fmla="*/ 308588 w 722723"/>
                  <a:gd name="connsiteY15" fmla="*/ 1310 h 436208"/>
                  <a:gd name="connsiteX16" fmla="*/ 570998 w 722723"/>
                  <a:gd name="connsiteY16" fmla="*/ 126809 h 436208"/>
                  <a:gd name="connsiteX17" fmla="*/ 621988 w 722723"/>
                  <a:gd name="connsiteY17" fmla="*/ 120596 h 436208"/>
                  <a:gd name="connsiteX18" fmla="*/ 704068 w 722723"/>
                  <a:gd name="connsiteY18" fmla="*/ 110655 h 436208"/>
                  <a:gd name="connsiteX19" fmla="*/ 709042 w 722723"/>
                  <a:gd name="connsiteY19" fmla="*/ 111898 h 436208"/>
                  <a:gd name="connsiteX20" fmla="*/ 712774 w 722723"/>
                  <a:gd name="connsiteY20" fmla="*/ 116868 h 436208"/>
                  <a:gd name="connsiteX21" fmla="*/ 712774 w 722723"/>
                  <a:gd name="connsiteY21" fmla="*/ 429995 h 436208"/>
                  <a:gd name="connsiteX22" fmla="*/ 705312 w 722723"/>
                  <a:gd name="connsiteY22" fmla="*/ 436208 h 436208"/>
                  <a:gd name="connsiteX23" fmla="*/ 36230 w 722723"/>
                  <a:gd name="connsiteY23" fmla="*/ 436208 h 436208"/>
                  <a:gd name="connsiteX24" fmla="*/ 31256 w 722723"/>
                  <a:gd name="connsiteY24" fmla="*/ 432480 h 436208"/>
                  <a:gd name="connsiteX25" fmla="*/ 27524 w 722723"/>
                  <a:gd name="connsiteY25" fmla="*/ 280887 h 436208"/>
                  <a:gd name="connsiteX26" fmla="*/ 87220 w 722723"/>
                  <a:gd name="connsiteY26" fmla="*/ 141720 h 436208"/>
                  <a:gd name="connsiteX27" fmla="*/ 39960 w 722723"/>
                  <a:gd name="connsiteY27" fmla="*/ 101957 h 436208"/>
                  <a:gd name="connsiteX28" fmla="*/ 38718 w 722723"/>
                  <a:gd name="connsiteY28" fmla="*/ 64680 h 436208"/>
                  <a:gd name="connsiteX29" fmla="*/ 308588 w 722723"/>
                  <a:gd name="connsiteY29" fmla="*/ 1310 h 4362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722723" h="436208">
                    <a:moveTo>
                      <a:pt x="309836" y="15013"/>
                    </a:moveTo>
                    <a:cubicBezTo>
                      <a:pt x="140712" y="32406"/>
                      <a:pt x="66098" y="47314"/>
                      <a:pt x="51176" y="72160"/>
                    </a:cubicBezTo>
                    <a:cubicBezTo>
                      <a:pt x="48690" y="77129"/>
                      <a:pt x="48690" y="85825"/>
                      <a:pt x="52420" y="95764"/>
                    </a:cubicBezTo>
                    <a:cubicBezTo>
                      <a:pt x="63612" y="120610"/>
                      <a:pt x="107136" y="135518"/>
                      <a:pt x="107136" y="135518"/>
                    </a:cubicBezTo>
                    <a:cubicBezTo>
                      <a:pt x="110868" y="136760"/>
                      <a:pt x="112110" y="139245"/>
                      <a:pt x="112110" y="141730"/>
                    </a:cubicBezTo>
                    <a:cubicBezTo>
                      <a:pt x="113354" y="145457"/>
                      <a:pt x="110868" y="147941"/>
                      <a:pt x="107136" y="149184"/>
                    </a:cubicBezTo>
                    <a:cubicBezTo>
                      <a:pt x="104650" y="150426"/>
                      <a:pt x="16356" y="182726"/>
                      <a:pt x="42472" y="280869"/>
                    </a:cubicBezTo>
                    <a:cubicBezTo>
                      <a:pt x="42472" y="283354"/>
                      <a:pt x="42472" y="287081"/>
                      <a:pt x="41228" y="288323"/>
                    </a:cubicBezTo>
                    <a:cubicBezTo>
                      <a:pt x="38740" y="290808"/>
                      <a:pt x="-15976" y="352924"/>
                      <a:pt x="39984" y="421251"/>
                    </a:cubicBezTo>
                    <a:lnTo>
                      <a:pt x="700314" y="421251"/>
                    </a:lnTo>
                    <a:cubicBezTo>
                      <a:pt x="718968" y="347954"/>
                      <a:pt x="702802" y="165334"/>
                      <a:pt x="699070" y="125580"/>
                    </a:cubicBezTo>
                    <a:cubicBezTo>
                      <a:pt x="669226" y="129306"/>
                      <a:pt x="644354" y="131791"/>
                      <a:pt x="624458" y="134276"/>
                    </a:cubicBezTo>
                    <a:cubicBezTo>
                      <a:pt x="598342" y="138003"/>
                      <a:pt x="578446" y="139245"/>
                      <a:pt x="569740" y="141730"/>
                    </a:cubicBezTo>
                    <a:cubicBezTo>
                      <a:pt x="566010" y="142972"/>
                      <a:pt x="563522" y="141730"/>
                      <a:pt x="562278" y="139245"/>
                    </a:cubicBezTo>
                    <a:cubicBezTo>
                      <a:pt x="559792" y="138003"/>
                      <a:pt x="467768" y="106"/>
                      <a:pt x="309836" y="15013"/>
                    </a:cubicBezTo>
                    <a:close/>
                    <a:moveTo>
                      <a:pt x="308588" y="1310"/>
                    </a:moveTo>
                    <a:cubicBezTo>
                      <a:pt x="460314" y="-13601"/>
                      <a:pt x="553586" y="103200"/>
                      <a:pt x="570998" y="126809"/>
                    </a:cubicBezTo>
                    <a:cubicBezTo>
                      <a:pt x="580948" y="125566"/>
                      <a:pt x="598358" y="123081"/>
                      <a:pt x="621988" y="120596"/>
                    </a:cubicBezTo>
                    <a:cubicBezTo>
                      <a:pt x="644374" y="118111"/>
                      <a:pt x="672978" y="115626"/>
                      <a:pt x="704068" y="110655"/>
                    </a:cubicBezTo>
                    <a:cubicBezTo>
                      <a:pt x="706556" y="110655"/>
                      <a:pt x="707800" y="110655"/>
                      <a:pt x="709042" y="111898"/>
                    </a:cubicBezTo>
                    <a:cubicBezTo>
                      <a:pt x="711530" y="113141"/>
                      <a:pt x="712774" y="115626"/>
                      <a:pt x="712774" y="116868"/>
                    </a:cubicBezTo>
                    <a:cubicBezTo>
                      <a:pt x="712774" y="125566"/>
                      <a:pt x="735160" y="350471"/>
                      <a:pt x="712774" y="429995"/>
                    </a:cubicBezTo>
                    <a:cubicBezTo>
                      <a:pt x="711530" y="433723"/>
                      <a:pt x="707800" y="436208"/>
                      <a:pt x="705312" y="436208"/>
                    </a:cubicBezTo>
                    <a:lnTo>
                      <a:pt x="36230" y="436208"/>
                    </a:lnTo>
                    <a:cubicBezTo>
                      <a:pt x="34986" y="436208"/>
                      <a:pt x="32498" y="433723"/>
                      <a:pt x="31256" y="432480"/>
                    </a:cubicBezTo>
                    <a:cubicBezTo>
                      <a:pt x="-29684" y="364139"/>
                      <a:pt x="15088" y="295798"/>
                      <a:pt x="27524" y="280887"/>
                    </a:cubicBezTo>
                    <a:cubicBezTo>
                      <a:pt x="10114" y="206333"/>
                      <a:pt x="52398" y="161601"/>
                      <a:pt x="87220" y="141720"/>
                    </a:cubicBezTo>
                    <a:cubicBezTo>
                      <a:pt x="71052" y="134264"/>
                      <a:pt x="48666" y="121839"/>
                      <a:pt x="39960" y="101957"/>
                    </a:cubicBezTo>
                    <a:cubicBezTo>
                      <a:pt x="34986" y="92017"/>
                      <a:pt x="31256" y="78349"/>
                      <a:pt x="38718" y="64680"/>
                    </a:cubicBezTo>
                    <a:cubicBezTo>
                      <a:pt x="56128" y="34859"/>
                      <a:pt x="127016" y="18706"/>
                      <a:pt x="308588" y="13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5268D983-5E92-9847-99FD-4C2915C29B2D}"/>
                  </a:ext>
                </a:extLst>
              </p:cNvPr>
              <p:cNvSpPr/>
              <p:nvPr/>
            </p:nvSpPr>
            <p:spPr>
              <a:xfrm>
                <a:off x="17323983" y="10209429"/>
                <a:ext cx="183131" cy="411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8" h="34">
                    <a:moveTo>
                      <a:pt x="6" y="34"/>
                    </a:moveTo>
                    <a:cubicBezTo>
                      <a:pt x="2" y="34"/>
                      <a:pt x="0" y="32"/>
                      <a:pt x="0" y="29"/>
                    </a:cubicBezTo>
                    <a:cubicBezTo>
                      <a:pt x="0" y="26"/>
                      <a:pt x="1" y="23"/>
                      <a:pt x="5" y="22"/>
                    </a:cubicBezTo>
                    <a:lnTo>
                      <a:pt x="141" y="0"/>
                    </a:lnTo>
                    <a:cubicBezTo>
                      <a:pt x="144" y="0"/>
                      <a:pt x="148" y="2"/>
                      <a:pt x="148" y="5"/>
                    </a:cubicBezTo>
                    <a:cubicBezTo>
                      <a:pt x="148" y="8"/>
                      <a:pt x="146" y="11"/>
                      <a:pt x="14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F971E826-47B9-084B-93CA-827EDB9080B1}"/>
                  </a:ext>
                </a:extLst>
              </p:cNvPr>
              <p:cNvSpPr/>
              <p:nvPr/>
            </p:nvSpPr>
            <p:spPr>
              <a:xfrm>
                <a:off x="17367586" y="9829364"/>
                <a:ext cx="244175" cy="4137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7" h="333">
                    <a:moveTo>
                      <a:pt x="197" y="23"/>
                    </a:moveTo>
                    <a:cubicBezTo>
                      <a:pt x="196" y="21"/>
                      <a:pt x="195" y="20"/>
                      <a:pt x="194" y="19"/>
                    </a:cubicBezTo>
                    <a:lnTo>
                      <a:pt x="151" y="1"/>
                    </a:lnTo>
                    <a:cubicBezTo>
                      <a:pt x="150" y="0"/>
                      <a:pt x="148" y="0"/>
                      <a:pt x="146" y="0"/>
                    </a:cubicBezTo>
                    <a:cubicBezTo>
                      <a:pt x="145" y="1"/>
                      <a:pt x="144" y="2"/>
                      <a:pt x="144" y="3"/>
                    </a:cubicBezTo>
                    <a:lnTo>
                      <a:pt x="1" y="325"/>
                    </a:lnTo>
                    <a:cubicBezTo>
                      <a:pt x="0" y="327"/>
                      <a:pt x="0" y="330"/>
                      <a:pt x="1" y="331"/>
                    </a:cubicBezTo>
                    <a:cubicBezTo>
                      <a:pt x="3" y="333"/>
                      <a:pt x="4" y="333"/>
                      <a:pt x="6" y="333"/>
                    </a:cubicBezTo>
                    <a:lnTo>
                      <a:pt x="7" y="333"/>
                    </a:lnTo>
                    <a:lnTo>
                      <a:pt x="60" y="323"/>
                    </a:lnTo>
                    <a:cubicBezTo>
                      <a:pt x="62" y="323"/>
                      <a:pt x="63" y="321"/>
                      <a:pt x="64" y="319"/>
                    </a:cubicBezTo>
                    <a:lnTo>
                      <a:pt x="197" y="27"/>
                    </a:lnTo>
                    <a:cubicBezTo>
                      <a:pt x="197" y="26"/>
                      <a:pt x="197" y="24"/>
                      <a:pt x="197" y="2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0D9790D1-2DC8-9145-82E6-8CF096D974CF}"/>
                  </a:ext>
                </a:extLst>
              </p:cNvPr>
              <p:cNvSpPr/>
              <p:nvPr/>
            </p:nvSpPr>
            <p:spPr>
              <a:xfrm>
                <a:off x="18451425" y="7912837"/>
                <a:ext cx="882021" cy="5943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9" h="478">
                    <a:moveTo>
                      <a:pt x="203" y="478"/>
                    </a:moveTo>
                    <a:cubicBezTo>
                      <a:pt x="198" y="478"/>
                      <a:pt x="194" y="477"/>
                      <a:pt x="190" y="477"/>
                    </a:cubicBezTo>
                    <a:cubicBezTo>
                      <a:pt x="125" y="475"/>
                      <a:pt x="76" y="451"/>
                      <a:pt x="44" y="408"/>
                    </a:cubicBezTo>
                    <a:cubicBezTo>
                      <a:pt x="4" y="353"/>
                      <a:pt x="-2" y="277"/>
                      <a:pt x="0" y="223"/>
                    </a:cubicBezTo>
                    <a:cubicBezTo>
                      <a:pt x="2" y="164"/>
                      <a:pt x="14" y="119"/>
                      <a:pt x="14" y="117"/>
                    </a:cubicBezTo>
                    <a:cubicBezTo>
                      <a:pt x="15" y="114"/>
                      <a:pt x="18" y="112"/>
                      <a:pt x="21" y="113"/>
                    </a:cubicBezTo>
                    <a:cubicBezTo>
                      <a:pt x="24" y="114"/>
                      <a:pt x="26" y="117"/>
                      <a:pt x="25" y="120"/>
                    </a:cubicBezTo>
                    <a:cubicBezTo>
                      <a:pt x="25" y="122"/>
                      <a:pt x="-20" y="302"/>
                      <a:pt x="53" y="401"/>
                    </a:cubicBezTo>
                    <a:cubicBezTo>
                      <a:pt x="83" y="441"/>
                      <a:pt x="129" y="463"/>
                      <a:pt x="190" y="466"/>
                    </a:cubicBezTo>
                    <a:cubicBezTo>
                      <a:pt x="501" y="479"/>
                      <a:pt x="695" y="8"/>
                      <a:pt x="697" y="4"/>
                    </a:cubicBezTo>
                    <a:cubicBezTo>
                      <a:pt x="698" y="1"/>
                      <a:pt x="702" y="-1"/>
                      <a:pt x="704" y="0"/>
                    </a:cubicBezTo>
                    <a:cubicBezTo>
                      <a:pt x="707" y="1"/>
                      <a:pt x="709" y="5"/>
                      <a:pt x="708" y="8"/>
                    </a:cubicBezTo>
                    <a:cubicBezTo>
                      <a:pt x="707" y="9"/>
                      <a:pt x="658" y="130"/>
                      <a:pt x="570" y="247"/>
                    </a:cubicBezTo>
                    <a:cubicBezTo>
                      <a:pt x="457" y="398"/>
                      <a:pt x="330" y="478"/>
                      <a:pt x="203" y="47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66B6E935-E3A6-2A4E-939C-0658371C9CB4}"/>
                  </a:ext>
                </a:extLst>
              </p:cNvPr>
              <p:cNvSpPr/>
              <p:nvPr/>
            </p:nvSpPr>
            <p:spPr>
              <a:xfrm>
                <a:off x="18060246" y="10188245"/>
                <a:ext cx="36128" cy="34891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" h="281">
                    <a:moveTo>
                      <a:pt x="18" y="281"/>
                    </a:moveTo>
                    <a:cubicBezTo>
                      <a:pt x="17" y="281"/>
                      <a:pt x="17" y="281"/>
                      <a:pt x="16" y="281"/>
                    </a:cubicBezTo>
                    <a:cubicBezTo>
                      <a:pt x="13" y="280"/>
                      <a:pt x="12" y="277"/>
                      <a:pt x="12" y="274"/>
                    </a:cubicBezTo>
                    <a:cubicBezTo>
                      <a:pt x="30" y="152"/>
                      <a:pt x="0" y="8"/>
                      <a:pt x="0" y="7"/>
                    </a:cubicBezTo>
                    <a:cubicBezTo>
                      <a:pt x="-1" y="3"/>
                      <a:pt x="1" y="0"/>
                      <a:pt x="4" y="0"/>
                    </a:cubicBezTo>
                    <a:cubicBezTo>
                      <a:pt x="7" y="-1"/>
                      <a:pt x="10" y="1"/>
                      <a:pt x="11" y="4"/>
                    </a:cubicBezTo>
                    <a:cubicBezTo>
                      <a:pt x="12" y="6"/>
                      <a:pt x="42" y="152"/>
                      <a:pt x="23" y="276"/>
                    </a:cubicBezTo>
                    <a:cubicBezTo>
                      <a:pt x="23" y="279"/>
                      <a:pt x="20" y="281"/>
                      <a:pt x="18" y="2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63D7D70-7CA9-EC46-9632-DCF11479038C}"/>
                </a:ext>
              </a:extLst>
            </p:cNvPr>
            <p:cNvGrpSpPr/>
            <p:nvPr/>
          </p:nvGrpSpPr>
          <p:grpSpPr>
            <a:xfrm>
              <a:off x="19714655" y="5401913"/>
              <a:ext cx="1116230" cy="848605"/>
              <a:chOff x="19714655" y="5401913"/>
              <a:chExt cx="1116230" cy="848605"/>
            </a:xfrm>
          </p:grpSpPr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E2A1FBA6-B6D6-5C47-80BD-E3A042DFC5A9}"/>
                  </a:ext>
                </a:extLst>
              </p:cNvPr>
              <p:cNvSpPr/>
              <p:nvPr/>
            </p:nvSpPr>
            <p:spPr>
              <a:xfrm>
                <a:off x="19722132" y="5408144"/>
                <a:ext cx="1101280" cy="8348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5" h="671">
                    <a:moveTo>
                      <a:pt x="843" y="0"/>
                    </a:moveTo>
                    <a:lnTo>
                      <a:pt x="42" y="0"/>
                    </a:lnTo>
                    <a:cubicBezTo>
                      <a:pt x="19" y="0"/>
                      <a:pt x="0" y="19"/>
                      <a:pt x="0" y="42"/>
                    </a:cubicBezTo>
                    <a:lnTo>
                      <a:pt x="0" y="656"/>
                    </a:lnTo>
                    <a:cubicBezTo>
                      <a:pt x="0" y="669"/>
                      <a:pt x="16" y="676"/>
                      <a:pt x="25" y="666"/>
                    </a:cubicBezTo>
                    <a:lnTo>
                      <a:pt x="140" y="544"/>
                    </a:lnTo>
                    <a:lnTo>
                      <a:pt x="843" y="544"/>
                    </a:lnTo>
                    <a:cubicBezTo>
                      <a:pt x="866" y="544"/>
                      <a:pt x="885" y="525"/>
                      <a:pt x="885" y="502"/>
                    </a:cubicBezTo>
                    <a:lnTo>
                      <a:pt x="885" y="42"/>
                    </a:lnTo>
                    <a:cubicBezTo>
                      <a:pt x="885" y="19"/>
                      <a:pt x="866" y="0"/>
                      <a:pt x="84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D3B7FE45-C7C6-FA46-B39D-F20DF0187D80}"/>
                  </a:ext>
                </a:extLst>
              </p:cNvPr>
              <p:cNvSpPr/>
              <p:nvPr/>
            </p:nvSpPr>
            <p:spPr>
              <a:xfrm>
                <a:off x="19714655" y="5401913"/>
                <a:ext cx="1116230" cy="848605"/>
              </a:xfrm>
              <a:custGeom>
                <a:avLst/>
                <a:gdLst>
                  <a:gd name="connsiteX0" fmla="*/ 59746 w 1116230"/>
                  <a:gd name="connsiteY0" fmla="*/ 13708 h 848605"/>
                  <a:gd name="connsiteX1" fmla="*/ 13704 w 1116230"/>
                  <a:gd name="connsiteY1" fmla="*/ 58500 h 848605"/>
                  <a:gd name="connsiteX2" fmla="*/ 13704 w 1116230"/>
                  <a:gd name="connsiteY2" fmla="*/ 822454 h 848605"/>
                  <a:gd name="connsiteX3" fmla="*/ 21172 w 1116230"/>
                  <a:gd name="connsiteY3" fmla="*/ 832408 h 848605"/>
                  <a:gd name="connsiteX4" fmla="*/ 33614 w 1116230"/>
                  <a:gd name="connsiteY4" fmla="*/ 829920 h 848605"/>
                  <a:gd name="connsiteX5" fmla="*/ 176718 w 1116230"/>
                  <a:gd name="connsiteY5" fmla="*/ 678124 h 848605"/>
                  <a:gd name="connsiteX6" fmla="*/ 181694 w 1116230"/>
                  <a:gd name="connsiteY6" fmla="*/ 675636 h 848605"/>
                  <a:gd name="connsiteX7" fmla="*/ 1056486 w 1116230"/>
                  <a:gd name="connsiteY7" fmla="*/ 675636 h 848605"/>
                  <a:gd name="connsiteX8" fmla="*/ 1102528 w 1116230"/>
                  <a:gd name="connsiteY8" fmla="*/ 630844 h 848605"/>
                  <a:gd name="connsiteX9" fmla="*/ 1102528 w 1116230"/>
                  <a:gd name="connsiteY9" fmla="*/ 58500 h 848605"/>
                  <a:gd name="connsiteX10" fmla="*/ 1056486 w 1116230"/>
                  <a:gd name="connsiteY10" fmla="*/ 13708 h 848605"/>
                  <a:gd name="connsiteX11" fmla="*/ 59732 w 1116230"/>
                  <a:gd name="connsiteY11" fmla="*/ 0 h 848605"/>
                  <a:gd name="connsiteX12" fmla="*/ 1056498 w 1116230"/>
                  <a:gd name="connsiteY12" fmla="*/ 0 h 848605"/>
                  <a:gd name="connsiteX13" fmla="*/ 1116230 w 1116230"/>
                  <a:gd name="connsiteY13" fmla="*/ 58482 h 848605"/>
                  <a:gd name="connsiteX14" fmla="*/ 1116230 w 1116230"/>
                  <a:gd name="connsiteY14" fmla="*/ 630855 h 848605"/>
                  <a:gd name="connsiteX15" fmla="*/ 1056498 w 1116230"/>
                  <a:gd name="connsiteY15" fmla="*/ 689336 h 848605"/>
                  <a:gd name="connsiteX16" fmla="*/ 185416 w 1116230"/>
                  <a:gd name="connsiteY16" fmla="*/ 689336 h 848605"/>
                  <a:gd name="connsiteX17" fmla="*/ 43556 w 1116230"/>
                  <a:gd name="connsiteY17" fmla="*/ 841139 h 848605"/>
                  <a:gd name="connsiteX18" fmla="*/ 24890 w 1116230"/>
                  <a:gd name="connsiteY18" fmla="*/ 848605 h 848605"/>
                  <a:gd name="connsiteX19" fmla="*/ 14934 w 1116230"/>
                  <a:gd name="connsiteY19" fmla="*/ 846117 h 848605"/>
                  <a:gd name="connsiteX20" fmla="*/ 0 w 1116230"/>
                  <a:gd name="connsiteY20" fmla="*/ 822475 h 848605"/>
                  <a:gd name="connsiteX21" fmla="*/ 0 w 1116230"/>
                  <a:gd name="connsiteY21" fmla="*/ 58482 h 848605"/>
                  <a:gd name="connsiteX22" fmla="*/ 59732 w 1116230"/>
                  <a:gd name="connsiteY22" fmla="*/ 0 h 848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16230" h="848605">
                    <a:moveTo>
                      <a:pt x="59746" y="13708"/>
                    </a:moveTo>
                    <a:cubicBezTo>
                      <a:pt x="34860" y="13708"/>
                      <a:pt x="13704" y="33616"/>
                      <a:pt x="13704" y="58500"/>
                    </a:cubicBezTo>
                    <a:lnTo>
                      <a:pt x="13704" y="822454"/>
                    </a:lnTo>
                    <a:cubicBezTo>
                      <a:pt x="13704" y="829920"/>
                      <a:pt x="19926" y="832408"/>
                      <a:pt x="21172" y="832408"/>
                    </a:cubicBezTo>
                    <a:cubicBezTo>
                      <a:pt x="22416" y="833652"/>
                      <a:pt x="28638" y="834896"/>
                      <a:pt x="33614" y="829920"/>
                    </a:cubicBezTo>
                    <a:lnTo>
                      <a:pt x="176718" y="678124"/>
                    </a:lnTo>
                    <a:cubicBezTo>
                      <a:pt x="177962" y="675636"/>
                      <a:pt x="179206" y="675636"/>
                      <a:pt x="181694" y="675636"/>
                    </a:cubicBezTo>
                    <a:lnTo>
                      <a:pt x="1056486" y="675636"/>
                    </a:lnTo>
                    <a:cubicBezTo>
                      <a:pt x="1081372" y="675636"/>
                      <a:pt x="1102528" y="655728"/>
                      <a:pt x="1102528" y="630844"/>
                    </a:cubicBezTo>
                    <a:lnTo>
                      <a:pt x="1102528" y="58500"/>
                    </a:lnTo>
                    <a:cubicBezTo>
                      <a:pt x="1102528" y="33616"/>
                      <a:pt x="1081372" y="13708"/>
                      <a:pt x="1056486" y="13708"/>
                    </a:cubicBezTo>
                    <a:close/>
                    <a:moveTo>
                      <a:pt x="59732" y="0"/>
                    </a:moveTo>
                    <a:lnTo>
                      <a:pt x="1056498" y="0"/>
                    </a:lnTo>
                    <a:cubicBezTo>
                      <a:pt x="1090098" y="0"/>
                      <a:pt x="1116230" y="26130"/>
                      <a:pt x="1116230" y="58482"/>
                    </a:cubicBezTo>
                    <a:lnTo>
                      <a:pt x="1116230" y="630855"/>
                    </a:lnTo>
                    <a:cubicBezTo>
                      <a:pt x="1116230" y="663206"/>
                      <a:pt x="1090098" y="689336"/>
                      <a:pt x="1056498" y="689336"/>
                    </a:cubicBezTo>
                    <a:lnTo>
                      <a:pt x="185416" y="689336"/>
                    </a:lnTo>
                    <a:lnTo>
                      <a:pt x="43556" y="841139"/>
                    </a:lnTo>
                    <a:cubicBezTo>
                      <a:pt x="38578" y="844872"/>
                      <a:pt x="32356" y="848605"/>
                      <a:pt x="24890" y="848605"/>
                    </a:cubicBezTo>
                    <a:cubicBezTo>
                      <a:pt x="22400" y="848605"/>
                      <a:pt x="18668" y="847361"/>
                      <a:pt x="14934" y="846117"/>
                    </a:cubicBezTo>
                    <a:cubicBezTo>
                      <a:pt x="6224" y="842384"/>
                      <a:pt x="0" y="832429"/>
                      <a:pt x="0" y="822475"/>
                    </a:cubicBezTo>
                    <a:lnTo>
                      <a:pt x="0" y="58482"/>
                    </a:lnTo>
                    <a:cubicBezTo>
                      <a:pt x="0" y="26130"/>
                      <a:pt x="26134" y="0"/>
                      <a:pt x="597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18F12062-14D1-CE43-B47D-63153E6C831A}"/>
                  </a:ext>
                </a:extLst>
              </p:cNvPr>
              <p:cNvSpPr/>
              <p:nvPr/>
            </p:nvSpPr>
            <p:spPr>
              <a:xfrm>
                <a:off x="19852940" y="5607522"/>
                <a:ext cx="839664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5">
                    <a:moveTo>
                      <a:pt x="0" y="0"/>
                    </a:moveTo>
                    <a:lnTo>
                      <a:pt x="67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B90AD3DD-871C-E441-893C-AF2FC43E0EDF}"/>
                  </a:ext>
                </a:extLst>
              </p:cNvPr>
              <p:cNvSpPr/>
              <p:nvPr/>
            </p:nvSpPr>
            <p:spPr>
              <a:xfrm>
                <a:off x="19845466" y="5600046"/>
                <a:ext cx="854613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7" h="12">
                    <a:moveTo>
                      <a:pt x="681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681" y="0"/>
                    </a:lnTo>
                    <a:cubicBezTo>
                      <a:pt x="684" y="0"/>
                      <a:pt x="687" y="3"/>
                      <a:pt x="687" y="6"/>
                    </a:cubicBezTo>
                    <a:cubicBezTo>
                      <a:pt x="687" y="9"/>
                      <a:pt x="684" y="12"/>
                      <a:pt x="68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CF340996-39C0-1C49-ADED-C4FB53CF1E8B}"/>
                  </a:ext>
                </a:extLst>
              </p:cNvPr>
              <p:cNvSpPr/>
              <p:nvPr/>
            </p:nvSpPr>
            <p:spPr>
              <a:xfrm>
                <a:off x="20364961" y="5750826"/>
                <a:ext cx="327643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4">
                    <a:moveTo>
                      <a:pt x="0" y="0"/>
                    </a:moveTo>
                    <a:lnTo>
                      <a:pt x="264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765DD2C1-1375-A54E-90C9-EA37E9AA9CF5}"/>
                  </a:ext>
                </a:extLst>
              </p:cNvPr>
              <p:cNvSpPr/>
              <p:nvPr/>
            </p:nvSpPr>
            <p:spPr>
              <a:xfrm>
                <a:off x="20358732" y="5743349"/>
                <a:ext cx="341347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5" h="12">
                    <a:moveTo>
                      <a:pt x="269" y="12"/>
                    </a:moveTo>
                    <a:lnTo>
                      <a:pt x="5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5" y="0"/>
                    </a:cubicBezTo>
                    <a:lnTo>
                      <a:pt x="269" y="0"/>
                    </a:lnTo>
                    <a:cubicBezTo>
                      <a:pt x="272" y="0"/>
                      <a:pt x="275" y="3"/>
                      <a:pt x="275" y="6"/>
                    </a:cubicBezTo>
                    <a:cubicBezTo>
                      <a:pt x="275" y="9"/>
                      <a:pt x="272" y="12"/>
                      <a:pt x="269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1C3274E-94FF-2647-B688-59BE7EBC3AAE}"/>
                  </a:ext>
                </a:extLst>
              </p:cNvPr>
              <p:cNvSpPr/>
              <p:nvPr/>
            </p:nvSpPr>
            <p:spPr>
              <a:xfrm>
                <a:off x="19852940" y="5750826"/>
                <a:ext cx="292761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6">
                    <a:moveTo>
                      <a:pt x="0" y="0"/>
                    </a:moveTo>
                    <a:lnTo>
                      <a:pt x="236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4C1CCD62-A6A8-464C-AAA0-5A0CE9506DB4}"/>
                  </a:ext>
                </a:extLst>
              </p:cNvPr>
              <p:cNvSpPr/>
              <p:nvPr/>
            </p:nvSpPr>
            <p:spPr>
              <a:xfrm>
                <a:off x="19845466" y="5743349"/>
                <a:ext cx="307711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8" h="12">
                    <a:moveTo>
                      <a:pt x="242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42" y="0"/>
                    </a:lnTo>
                    <a:cubicBezTo>
                      <a:pt x="245" y="0"/>
                      <a:pt x="248" y="3"/>
                      <a:pt x="248" y="6"/>
                    </a:cubicBezTo>
                    <a:cubicBezTo>
                      <a:pt x="248" y="9"/>
                      <a:pt x="245" y="12"/>
                      <a:pt x="24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FCCB483E-DE23-7049-A46E-801A96A4DB2F}"/>
                  </a:ext>
                </a:extLst>
              </p:cNvPr>
              <p:cNvSpPr/>
              <p:nvPr/>
            </p:nvSpPr>
            <p:spPr>
              <a:xfrm>
                <a:off x="19852940" y="5894129"/>
                <a:ext cx="839664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5">
                    <a:moveTo>
                      <a:pt x="0" y="0"/>
                    </a:moveTo>
                    <a:lnTo>
                      <a:pt x="67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9B9992C7-80FA-D241-8CF6-12AE0BFFC0C8}"/>
                  </a:ext>
                </a:extLst>
              </p:cNvPr>
              <p:cNvSpPr/>
              <p:nvPr/>
            </p:nvSpPr>
            <p:spPr>
              <a:xfrm>
                <a:off x="19845466" y="5886652"/>
                <a:ext cx="854613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7" h="12">
                    <a:moveTo>
                      <a:pt x="681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681" y="0"/>
                    </a:lnTo>
                    <a:cubicBezTo>
                      <a:pt x="684" y="0"/>
                      <a:pt x="687" y="3"/>
                      <a:pt x="687" y="6"/>
                    </a:cubicBezTo>
                    <a:cubicBezTo>
                      <a:pt x="687" y="9"/>
                      <a:pt x="684" y="12"/>
                      <a:pt x="68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B8A37AD-EFDB-074B-A5F6-195AF82DC641}"/>
                </a:ext>
              </a:extLst>
            </p:cNvPr>
            <p:cNvGrpSpPr/>
            <p:nvPr/>
          </p:nvGrpSpPr>
          <p:grpSpPr>
            <a:xfrm>
              <a:off x="20931641" y="6484788"/>
              <a:ext cx="1505612" cy="679133"/>
              <a:chOff x="20931641" y="6484788"/>
              <a:chExt cx="1505612" cy="679133"/>
            </a:xfrm>
          </p:grpSpPr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004E0495-2AC9-9D48-879D-ADC69CC6A0CD}"/>
                  </a:ext>
                </a:extLst>
              </p:cNvPr>
              <p:cNvSpPr/>
              <p:nvPr/>
            </p:nvSpPr>
            <p:spPr>
              <a:xfrm>
                <a:off x="20939271" y="6492265"/>
                <a:ext cx="1491213" cy="6641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98" h="534">
                    <a:moveTo>
                      <a:pt x="1197" y="476"/>
                    </a:moveTo>
                    <a:cubicBezTo>
                      <a:pt x="1188" y="386"/>
                      <a:pt x="1114" y="316"/>
                      <a:pt x="1024" y="310"/>
                    </a:cubicBezTo>
                    <a:cubicBezTo>
                      <a:pt x="990" y="308"/>
                      <a:pt x="957" y="315"/>
                      <a:pt x="929" y="330"/>
                    </a:cubicBezTo>
                    <a:cubicBezTo>
                      <a:pt x="928" y="148"/>
                      <a:pt x="781" y="0"/>
                      <a:pt x="599" y="0"/>
                    </a:cubicBezTo>
                    <a:cubicBezTo>
                      <a:pt x="417" y="0"/>
                      <a:pt x="270" y="148"/>
                      <a:pt x="270" y="330"/>
                    </a:cubicBezTo>
                    <a:cubicBezTo>
                      <a:pt x="241" y="315"/>
                      <a:pt x="209" y="308"/>
                      <a:pt x="174" y="310"/>
                    </a:cubicBezTo>
                    <a:cubicBezTo>
                      <a:pt x="84" y="316"/>
                      <a:pt x="10" y="386"/>
                      <a:pt x="1" y="476"/>
                    </a:cubicBezTo>
                    <a:lnTo>
                      <a:pt x="0" y="477"/>
                    </a:lnTo>
                    <a:cubicBezTo>
                      <a:pt x="-3" y="508"/>
                      <a:pt x="21" y="534"/>
                      <a:pt x="53" y="534"/>
                    </a:cubicBezTo>
                    <a:lnTo>
                      <a:pt x="1145" y="534"/>
                    </a:lnTo>
                    <a:cubicBezTo>
                      <a:pt x="1177" y="534"/>
                      <a:pt x="1201" y="508"/>
                      <a:pt x="1198" y="477"/>
                    </a:cubicBezTo>
                    <a:cubicBezTo>
                      <a:pt x="1198" y="477"/>
                      <a:pt x="1198" y="476"/>
                      <a:pt x="1197" y="47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39E2D1BB-F0E1-2440-B2BA-B8A2A960ABF8}"/>
                  </a:ext>
                </a:extLst>
              </p:cNvPr>
              <p:cNvSpPr/>
              <p:nvPr/>
            </p:nvSpPr>
            <p:spPr>
              <a:xfrm>
                <a:off x="20931641" y="6484788"/>
                <a:ext cx="1505612" cy="679133"/>
              </a:xfrm>
              <a:custGeom>
                <a:avLst/>
                <a:gdLst>
                  <a:gd name="connsiteX0" fmla="*/ 753237 w 1505612"/>
                  <a:gd name="connsiteY0" fmla="*/ 14954 h 679133"/>
                  <a:gd name="connsiteX1" fmla="*/ 349941 w 1505612"/>
                  <a:gd name="connsiteY1" fmla="*/ 417924 h 679133"/>
                  <a:gd name="connsiteX2" fmla="*/ 347451 w 1505612"/>
                  <a:gd name="connsiteY2" fmla="*/ 422899 h 679133"/>
                  <a:gd name="connsiteX3" fmla="*/ 339983 w 1505612"/>
                  <a:gd name="connsiteY3" fmla="*/ 422899 h 679133"/>
                  <a:gd name="connsiteX4" fmla="*/ 240403 w 1505612"/>
                  <a:gd name="connsiteY4" fmla="*/ 400512 h 679133"/>
                  <a:gd name="connsiteX5" fmla="*/ 224221 w 1505612"/>
                  <a:gd name="connsiteY5" fmla="*/ 400512 h 679133"/>
                  <a:gd name="connsiteX6" fmla="*/ 15105 w 1505612"/>
                  <a:gd name="connsiteY6" fmla="*/ 599509 h 679133"/>
                  <a:gd name="connsiteX7" fmla="*/ 15105 w 1505612"/>
                  <a:gd name="connsiteY7" fmla="*/ 601997 h 679133"/>
                  <a:gd name="connsiteX8" fmla="*/ 30041 w 1505612"/>
                  <a:gd name="connsiteY8" fmla="*/ 645527 h 679133"/>
                  <a:gd name="connsiteX9" fmla="*/ 73607 w 1505612"/>
                  <a:gd name="connsiteY9" fmla="*/ 665427 h 679133"/>
                  <a:gd name="connsiteX10" fmla="*/ 1432867 w 1505612"/>
                  <a:gd name="connsiteY10" fmla="*/ 665427 h 679133"/>
                  <a:gd name="connsiteX11" fmla="*/ 1476433 w 1505612"/>
                  <a:gd name="connsiteY11" fmla="*/ 645527 h 679133"/>
                  <a:gd name="connsiteX12" fmla="*/ 1491369 w 1505612"/>
                  <a:gd name="connsiteY12" fmla="*/ 601997 h 679133"/>
                  <a:gd name="connsiteX13" fmla="*/ 1491369 w 1505612"/>
                  <a:gd name="connsiteY13" fmla="*/ 599509 h 679133"/>
                  <a:gd name="connsiteX14" fmla="*/ 1282253 w 1505612"/>
                  <a:gd name="connsiteY14" fmla="*/ 400512 h 679133"/>
                  <a:gd name="connsiteX15" fmla="*/ 1167737 w 1505612"/>
                  <a:gd name="connsiteY15" fmla="*/ 422899 h 679133"/>
                  <a:gd name="connsiteX16" fmla="*/ 1160267 w 1505612"/>
                  <a:gd name="connsiteY16" fmla="*/ 422899 h 679133"/>
                  <a:gd name="connsiteX17" fmla="*/ 1156533 w 1505612"/>
                  <a:gd name="connsiteY17" fmla="*/ 417924 h 679133"/>
                  <a:gd name="connsiteX18" fmla="*/ 753237 w 1505612"/>
                  <a:gd name="connsiteY18" fmla="*/ 14954 h 679133"/>
                  <a:gd name="connsiteX19" fmla="*/ 753235 w 1505612"/>
                  <a:gd name="connsiteY19" fmla="*/ 0 h 679133"/>
                  <a:gd name="connsiteX20" fmla="*/ 1170231 w 1505612"/>
                  <a:gd name="connsiteY20" fmla="*/ 405490 h 679133"/>
                  <a:gd name="connsiteX21" fmla="*/ 1282259 w 1505612"/>
                  <a:gd name="connsiteY21" fmla="*/ 385589 h 679133"/>
                  <a:gd name="connsiteX22" fmla="*/ 1505071 w 1505612"/>
                  <a:gd name="connsiteY22" fmla="*/ 598284 h 679133"/>
                  <a:gd name="connsiteX23" fmla="*/ 1505071 w 1505612"/>
                  <a:gd name="connsiteY23" fmla="*/ 600772 h 679133"/>
                  <a:gd name="connsiteX24" fmla="*/ 1488889 w 1505612"/>
                  <a:gd name="connsiteY24" fmla="*/ 655500 h 679133"/>
                  <a:gd name="connsiteX25" fmla="*/ 1432875 w 1505612"/>
                  <a:gd name="connsiteY25" fmla="*/ 679133 h 679133"/>
                  <a:gd name="connsiteX26" fmla="*/ 73595 w 1505612"/>
                  <a:gd name="connsiteY26" fmla="*/ 679133 h 679133"/>
                  <a:gd name="connsiteX27" fmla="*/ 18827 w 1505612"/>
                  <a:gd name="connsiteY27" fmla="*/ 655500 h 679133"/>
                  <a:gd name="connsiteX28" fmla="*/ 155 w 1505612"/>
                  <a:gd name="connsiteY28" fmla="*/ 600772 h 679133"/>
                  <a:gd name="connsiteX29" fmla="*/ 155 w 1505612"/>
                  <a:gd name="connsiteY29" fmla="*/ 598284 h 679133"/>
                  <a:gd name="connsiteX30" fmla="*/ 224211 w 1505612"/>
                  <a:gd name="connsiteY30" fmla="*/ 385589 h 679133"/>
                  <a:gd name="connsiteX31" fmla="*/ 334995 w 1505612"/>
                  <a:gd name="connsiteY31" fmla="*/ 405490 h 679133"/>
                  <a:gd name="connsiteX32" fmla="*/ 753235 w 1505612"/>
                  <a:gd name="connsiteY32" fmla="*/ 0 h 679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05612" h="679133">
                    <a:moveTo>
                      <a:pt x="753237" y="14954"/>
                    </a:moveTo>
                    <a:cubicBezTo>
                      <a:pt x="531673" y="14954"/>
                      <a:pt x="351185" y="195296"/>
                      <a:pt x="349941" y="417924"/>
                    </a:cubicBezTo>
                    <a:cubicBezTo>
                      <a:pt x="349941" y="419168"/>
                      <a:pt x="348695" y="421655"/>
                      <a:pt x="347451" y="422899"/>
                    </a:cubicBezTo>
                    <a:cubicBezTo>
                      <a:pt x="344961" y="425387"/>
                      <a:pt x="341227" y="425387"/>
                      <a:pt x="339983" y="422899"/>
                    </a:cubicBezTo>
                    <a:cubicBezTo>
                      <a:pt x="308865" y="407974"/>
                      <a:pt x="274011" y="400512"/>
                      <a:pt x="240403" y="400512"/>
                    </a:cubicBezTo>
                    <a:cubicBezTo>
                      <a:pt x="234179" y="400512"/>
                      <a:pt x="230445" y="400512"/>
                      <a:pt x="224221" y="400512"/>
                    </a:cubicBezTo>
                    <a:cubicBezTo>
                      <a:pt x="117173" y="407974"/>
                      <a:pt x="27553" y="493792"/>
                      <a:pt x="15105" y="599509"/>
                    </a:cubicBezTo>
                    <a:lnTo>
                      <a:pt x="15105" y="601997"/>
                    </a:lnTo>
                    <a:cubicBezTo>
                      <a:pt x="13861" y="618165"/>
                      <a:pt x="18839" y="633090"/>
                      <a:pt x="30041" y="645527"/>
                    </a:cubicBezTo>
                    <a:cubicBezTo>
                      <a:pt x="39999" y="657965"/>
                      <a:pt x="56181" y="665427"/>
                      <a:pt x="73607" y="665427"/>
                    </a:cubicBezTo>
                    <a:lnTo>
                      <a:pt x="1432867" y="665427"/>
                    </a:lnTo>
                    <a:cubicBezTo>
                      <a:pt x="1450293" y="665427"/>
                      <a:pt x="1466475" y="657965"/>
                      <a:pt x="1476433" y="645527"/>
                    </a:cubicBezTo>
                    <a:cubicBezTo>
                      <a:pt x="1488879" y="633090"/>
                      <a:pt x="1493859" y="618165"/>
                      <a:pt x="1491369" y="601997"/>
                    </a:cubicBezTo>
                    <a:lnTo>
                      <a:pt x="1491369" y="599509"/>
                    </a:lnTo>
                    <a:cubicBezTo>
                      <a:pt x="1478921" y="493792"/>
                      <a:pt x="1389301" y="407974"/>
                      <a:pt x="1282253" y="400512"/>
                    </a:cubicBezTo>
                    <a:cubicBezTo>
                      <a:pt x="1242421" y="398024"/>
                      <a:pt x="1202589" y="405487"/>
                      <a:pt x="1167737" y="422899"/>
                    </a:cubicBezTo>
                    <a:cubicBezTo>
                      <a:pt x="1164003" y="425387"/>
                      <a:pt x="1161513" y="425387"/>
                      <a:pt x="1160267" y="422899"/>
                    </a:cubicBezTo>
                    <a:cubicBezTo>
                      <a:pt x="1157779" y="421655"/>
                      <a:pt x="1156533" y="419168"/>
                      <a:pt x="1156533" y="417924"/>
                    </a:cubicBezTo>
                    <a:cubicBezTo>
                      <a:pt x="1156533" y="195296"/>
                      <a:pt x="974801" y="14954"/>
                      <a:pt x="753237" y="14954"/>
                    </a:cubicBezTo>
                    <a:close/>
                    <a:moveTo>
                      <a:pt x="753235" y="0"/>
                    </a:moveTo>
                    <a:cubicBezTo>
                      <a:pt x="979781" y="0"/>
                      <a:pt x="1164007" y="181600"/>
                      <a:pt x="1170231" y="405490"/>
                    </a:cubicBezTo>
                    <a:cubicBezTo>
                      <a:pt x="1206329" y="390564"/>
                      <a:pt x="1244915" y="384345"/>
                      <a:pt x="1282259" y="385589"/>
                    </a:cubicBezTo>
                    <a:cubicBezTo>
                      <a:pt x="1396777" y="393052"/>
                      <a:pt x="1492623" y="485095"/>
                      <a:pt x="1505071" y="598284"/>
                    </a:cubicBezTo>
                    <a:lnTo>
                      <a:pt x="1505071" y="600772"/>
                    </a:lnTo>
                    <a:cubicBezTo>
                      <a:pt x="1507561" y="620673"/>
                      <a:pt x="1501337" y="640574"/>
                      <a:pt x="1488889" y="655500"/>
                    </a:cubicBezTo>
                    <a:cubicBezTo>
                      <a:pt x="1473951" y="670426"/>
                      <a:pt x="1454035" y="679133"/>
                      <a:pt x="1432875" y="679133"/>
                    </a:cubicBezTo>
                    <a:lnTo>
                      <a:pt x="73595" y="679133"/>
                    </a:lnTo>
                    <a:cubicBezTo>
                      <a:pt x="52435" y="679133"/>
                      <a:pt x="32519" y="670426"/>
                      <a:pt x="18827" y="655500"/>
                    </a:cubicBezTo>
                    <a:cubicBezTo>
                      <a:pt x="5135" y="640574"/>
                      <a:pt x="-1089" y="620673"/>
                      <a:pt x="155" y="600772"/>
                    </a:cubicBezTo>
                    <a:lnTo>
                      <a:pt x="155" y="598284"/>
                    </a:lnTo>
                    <a:cubicBezTo>
                      <a:pt x="13847" y="485095"/>
                      <a:pt x="109693" y="393052"/>
                      <a:pt x="224211" y="385589"/>
                    </a:cubicBezTo>
                    <a:cubicBezTo>
                      <a:pt x="262799" y="384345"/>
                      <a:pt x="300143" y="390564"/>
                      <a:pt x="334995" y="405490"/>
                    </a:cubicBezTo>
                    <a:cubicBezTo>
                      <a:pt x="342465" y="181600"/>
                      <a:pt x="527933" y="0"/>
                      <a:pt x="7532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354F44A2-D72E-FA4F-9272-72A73CE10008}"/>
                  </a:ext>
                </a:extLst>
              </p:cNvPr>
              <p:cNvSpPr/>
              <p:nvPr/>
            </p:nvSpPr>
            <p:spPr>
              <a:xfrm>
                <a:off x="21590820" y="6695382"/>
                <a:ext cx="189360" cy="1009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3" h="82">
                    <a:moveTo>
                      <a:pt x="147" y="82"/>
                    </a:moveTo>
                    <a:cubicBezTo>
                      <a:pt x="145" y="82"/>
                      <a:pt x="144" y="81"/>
                      <a:pt x="143" y="80"/>
                    </a:cubicBezTo>
                    <a:lnTo>
                      <a:pt x="76" y="13"/>
                    </a:lnTo>
                    <a:lnTo>
                      <a:pt x="9" y="80"/>
                    </a:lnTo>
                    <a:cubicBezTo>
                      <a:pt x="7" y="82"/>
                      <a:pt x="3" y="82"/>
                      <a:pt x="1" y="80"/>
                    </a:cubicBezTo>
                    <a:cubicBezTo>
                      <a:pt x="0" y="78"/>
                      <a:pt x="0" y="75"/>
                      <a:pt x="1" y="72"/>
                    </a:cubicBezTo>
                    <a:lnTo>
                      <a:pt x="72" y="1"/>
                    </a:lnTo>
                    <a:cubicBezTo>
                      <a:pt x="74" y="0"/>
                      <a:pt x="78" y="0"/>
                      <a:pt x="80" y="1"/>
                    </a:cubicBezTo>
                    <a:lnTo>
                      <a:pt x="151" y="72"/>
                    </a:lnTo>
                    <a:cubicBezTo>
                      <a:pt x="153" y="75"/>
                      <a:pt x="153" y="78"/>
                      <a:pt x="151" y="80"/>
                    </a:cubicBezTo>
                    <a:cubicBezTo>
                      <a:pt x="150" y="81"/>
                      <a:pt x="148" y="82"/>
                      <a:pt x="147" y="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6E334C16-E034-FF4E-AFF7-DD0A2BBC50E3}"/>
                  </a:ext>
                </a:extLst>
              </p:cNvPr>
              <p:cNvSpPr/>
              <p:nvPr/>
            </p:nvSpPr>
            <p:spPr>
              <a:xfrm>
                <a:off x="21678022" y="6783856"/>
                <a:ext cx="13704" cy="2467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199">
                    <a:moveTo>
                      <a:pt x="6" y="199"/>
                    </a:moveTo>
                    <a:cubicBezTo>
                      <a:pt x="3" y="199"/>
                      <a:pt x="0" y="196"/>
                      <a:pt x="0" y="193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lnTo>
                      <a:pt x="12" y="193"/>
                    </a:lnTo>
                    <a:cubicBezTo>
                      <a:pt x="12" y="196"/>
                      <a:pt x="9" y="199"/>
                      <a:pt x="6" y="19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29940EC-CC2D-5F4A-A11D-9EB564182632}"/>
                </a:ext>
              </a:extLst>
            </p:cNvPr>
            <p:cNvGrpSpPr/>
            <p:nvPr/>
          </p:nvGrpSpPr>
          <p:grpSpPr>
            <a:xfrm>
              <a:off x="20944254" y="7593832"/>
              <a:ext cx="1481246" cy="1433033"/>
              <a:chOff x="20944254" y="7593832"/>
              <a:chExt cx="1481246" cy="1433033"/>
            </a:xfrm>
          </p:grpSpPr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BCD46CC5-DEA0-4D4A-B3BD-E2067877E1EE}"/>
                  </a:ext>
                </a:extLst>
              </p:cNvPr>
              <p:cNvSpPr/>
              <p:nvPr/>
            </p:nvSpPr>
            <p:spPr>
              <a:xfrm>
                <a:off x="20944254" y="7646168"/>
                <a:ext cx="281549" cy="13358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7" h="1073">
                    <a:moveTo>
                      <a:pt x="222" y="1073"/>
                    </a:moveTo>
                    <a:lnTo>
                      <a:pt x="103" y="1073"/>
                    </a:lnTo>
                    <a:cubicBezTo>
                      <a:pt x="46" y="1073"/>
                      <a:pt x="0" y="1027"/>
                      <a:pt x="0" y="970"/>
                    </a:cubicBezTo>
                    <a:lnTo>
                      <a:pt x="0" y="103"/>
                    </a:lnTo>
                    <a:cubicBezTo>
                      <a:pt x="0" y="47"/>
                      <a:pt x="46" y="0"/>
                      <a:pt x="103" y="0"/>
                    </a:cubicBezTo>
                    <a:lnTo>
                      <a:pt x="222" y="0"/>
                    </a:lnTo>
                    <a:cubicBezTo>
                      <a:pt x="225" y="0"/>
                      <a:pt x="227" y="3"/>
                      <a:pt x="227" y="6"/>
                    </a:cubicBezTo>
                    <a:cubicBezTo>
                      <a:pt x="227" y="9"/>
                      <a:pt x="225" y="12"/>
                      <a:pt x="222" y="12"/>
                    </a:cubicBezTo>
                    <a:lnTo>
                      <a:pt x="103" y="12"/>
                    </a:lnTo>
                    <a:cubicBezTo>
                      <a:pt x="52" y="12"/>
                      <a:pt x="11" y="53"/>
                      <a:pt x="11" y="103"/>
                    </a:cubicBezTo>
                    <a:lnTo>
                      <a:pt x="11" y="970"/>
                    </a:lnTo>
                    <a:cubicBezTo>
                      <a:pt x="11" y="1021"/>
                      <a:pt x="52" y="1062"/>
                      <a:pt x="103" y="1062"/>
                    </a:cubicBezTo>
                    <a:lnTo>
                      <a:pt x="222" y="1062"/>
                    </a:lnTo>
                    <a:cubicBezTo>
                      <a:pt x="225" y="1062"/>
                      <a:pt x="227" y="1065"/>
                      <a:pt x="227" y="1068"/>
                    </a:cubicBezTo>
                    <a:cubicBezTo>
                      <a:pt x="227" y="1071"/>
                      <a:pt x="225" y="1073"/>
                      <a:pt x="222" y="107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A6BBED12-998C-CD47-8BB1-BE50D24466C4}"/>
                  </a:ext>
                </a:extLst>
              </p:cNvPr>
              <p:cNvSpPr/>
              <p:nvPr/>
            </p:nvSpPr>
            <p:spPr>
              <a:xfrm>
                <a:off x="21167247" y="7601308"/>
                <a:ext cx="104647" cy="1046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" h="85">
                    <a:moveTo>
                      <a:pt x="85" y="43"/>
                    </a:moveTo>
                    <a:cubicBezTo>
                      <a:pt x="85" y="66"/>
                      <a:pt x="66" y="85"/>
                      <a:pt x="43" y="85"/>
                    </a:cubicBezTo>
                    <a:cubicBezTo>
                      <a:pt x="19" y="85"/>
                      <a:pt x="0" y="66"/>
                      <a:pt x="0" y="43"/>
                    </a:cubicBezTo>
                    <a:cubicBezTo>
                      <a:pt x="0" y="20"/>
                      <a:pt x="19" y="0"/>
                      <a:pt x="43" y="0"/>
                    </a:cubicBezTo>
                    <a:cubicBezTo>
                      <a:pt x="66" y="0"/>
                      <a:pt x="85" y="20"/>
                      <a:pt x="85" y="4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E99B676C-B167-DA4A-A587-1D1B5E112BE4}"/>
                  </a:ext>
                </a:extLst>
              </p:cNvPr>
              <p:cNvSpPr/>
              <p:nvPr/>
            </p:nvSpPr>
            <p:spPr>
              <a:xfrm>
                <a:off x="21159772" y="7593832"/>
                <a:ext cx="119596" cy="119627"/>
              </a:xfrm>
              <a:custGeom>
                <a:avLst/>
                <a:gdLst>
                  <a:gd name="connsiteX0" fmla="*/ 60412 w 119596"/>
                  <a:gd name="connsiteY0" fmla="*/ 14953 h 119627"/>
                  <a:gd name="connsiteX1" fmla="*/ 14950 w 119596"/>
                  <a:gd name="connsiteY1" fmla="*/ 60428 h 119627"/>
                  <a:gd name="connsiteX2" fmla="*/ 60412 w 119596"/>
                  <a:gd name="connsiteY2" fmla="*/ 104673 h 119627"/>
                  <a:gd name="connsiteX3" fmla="*/ 104648 w 119596"/>
                  <a:gd name="connsiteY3" fmla="*/ 60428 h 119627"/>
                  <a:gd name="connsiteX4" fmla="*/ 60412 w 119596"/>
                  <a:gd name="connsiteY4" fmla="*/ 14953 h 119627"/>
                  <a:gd name="connsiteX5" fmla="*/ 60414 w 119596"/>
                  <a:gd name="connsiteY5" fmla="*/ 0 h 119627"/>
                  <a:gd name="connsiteX6" fmla="*/ 119596 w 119596"/>
                  <a:gd name="connsiteY6" fmla="*/ 60430 h 119627"/>
                  <a:gd name="connsiteX7" fmla="*/ 60414 w 119596"/>
                  <a:gd name="connsiteY7" fmla="*/ 119627 h 119627"/>
                  <a:gd name="connsiteX8" fmla="*/ 0 w 119596"/>
                  <a:gd name="connsiteY8" fmla="*/ 60430 h 119627"/>
                  <a:gd name="connsiteX9" fmla="*/ 60414 w 119596"/>
                  <a:gd name="connsiteY9" fmla="*/ 0 h 11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9596" h="119627">
                    <a:moveTo>
                      <a:pt x="60412" y="14953"/>
                    </a:moveTo>
                    <a:cubicBezTo>
                      <a:pt x="34610" y="14953"/>
                      <a:pt x="14950" y="34618"/>
                      <a:pt x="14950" y="60428"/>
                    </a:cubicBezTo>
                    <a:cubicBezTo>
                      <a:pt x="14950" y="85009"/>
                      <a:pt x="34610" y="104673"/>
                      <a:pt x="60412" y="104673"/>
                    </a:cubicBezTo>
                    <a:cubicBezTo>
                      <a:pt x="84988" y="104673"/>
                      <a:pt x="104648" y="85009"/>
                      <a:pt x="104648" y="60428"/>
                    </a:cubicBezTo>
                    <a:cubicBezTo>
                      <a:pt x="104648" y="34618"/>
                      <a:pt x="84988" y="14953"/>
                      <a:pt x="60412" y="14953"/>
                    </a:cubicBezTo>
                    <a:close/>
                    <a:moveTo>
                      <a:pt x="60414" y="0"/>
                    </a:moveTo>
                    <a:cubicBezTo>
                      <a:pt x="92472" y="0"/>
                      <a:pt x="119596" y="27132"/>
                      <a:pt x="119596" y="60430"/>
                    </a:cubicBezTo>
                    <a:cubicBezTo>
                      <a:pt x="119596" y="92495"/>
                      <a:pt x="92472" y="119627"/>
                      <a:pt x="60414" y="119627"/>
                    </a:cubicBezTo>
                    <a:cubicBezTo>
                      <a:pt x="27124" y="119627"/>
                      <a:pt x="0" y="92495"/>
                      <a:pt x="0" y="60430"/>
                    </a:cubicBezTo>
                    <a:cubicBezTo>
                      <a:pt x="0" y="27132"/>
                      <a:pt x="27124" y="0"/>
                      <a:pt x="604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57C8D3B6-B43D-BF45-A668-A1127CB456C6}"/>
                  </a:ext>
                </a:extLst>
              </p:cNvPr>
              <p:cNvSpPr/>
              <p:nvPr/>
            </p:nvSpPr>
            <p:spPr>
              <a:xfrm>
                <a:off x="21167247" y="8914711"/>
                <a:ext cx="104647" cy="1046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" h="85">
                    <a:moveTo>
                      <a:pt x="85" y="42"/>
                    </a:moveTo>
                    <a:cubicBezTo>
                      <a:pt x="85" y="66"/>
                      <a:pt x="66" y="85"/>
                      <a:pt x="43" y="85"/>
                    </a:cubicBezTo>
                    <a:cubicBezTo>
                      <a:pt x="19" y="85"/>
                      <a:pt x="0" y="66"/>
                      <a:pt x="0" y="42"/>
                    </a:cubicBezTo>
                    <a:cubicBezTo>
                      <a:pt x="0" y="19"/>
                      <a:pt x="19" y="0"/>
                      <a:pt x="43" y="0"/>
                    </a:cubicBezTo>
                    <a:cubicBezTo>
                      <a:pt x="66" y="0"/>
                      <a:pt x="85" y="19"/>
                      <a:pt x="85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87B8EF81-4F5E-3E41-8071-DC410BFA4B12}"/>
                  </a:ext>
                </a:extLst>
              </p:cNvPr>
              <p:cNvSpPr/>
              <p:nvPr/>
            </p:nvSpPr>
            <p:spPr>
              <a:xfrm>
                <a:off x="21159772" y="8907238"/>
                <a:ext cx="119596" cy="119627"/>
              </a:xfrm>
              <a:custGeom>
                <a:avLst/>
                <a:gdLst>
                  <a:gd name="connsiteX0" fmla="*/ 60412 w 119596"/>
                  <a:gd name="connsiteY0" fmla="*/ 14953 h 119627"/>
                  <a:gd name="connsiteX1" fmla="*/ 14950 w 119596"/>
                  <a:gd name="connsiteY1" fmla="*/ 59198 h 119627"/>
                  <a:gd name="connsiteX2" fmla="*/ 60412 w 119596"/>
                  <a:gd name="connsiteY2" fmla="*/ 104673 h 119627"/>
                  <a:gd name="connsiteX3" fmla="*/ 104648 w 119596"/>
                  <a:gd name="connsiteY3" fmla="*/ 59198 h 119627"/>
                  <a:gd name="connsiteX4" fmla="*/ 60412 w 119596"/>
                  <a:gd name="connsiteY4" fmla="*/ 14953 h 119627"/>
                  <a:gd name="connsiteX5" fmla="*/ 60414 w 119596"/>
                  <a:gd name="connsiteY5" fmla="*/ 0 h 119627"/>
                  <a:gd name="connsiteX6" fmla="*/ 119596 w 119596"/>
                  <a:gd name="connsiteY6" fmla="*/ 59197 h 119627"/>
                  <a:gd name="connsiteX7" fmla="*/ 60414 w 119596"/>
                  <a:gd name="connsiteY7" fmla="*/ 119627 h 119627"/>
                  <a:gd name="connsiteX8" fmla="*/ 0 w 119596"/>
                  <a:gd name="connsiteY8" fmla="*/ 59197 h 119627"/>
                  <a:gd name="connsiteX9" fmla="*/ 60414 w 119596"/>
                  <a:gd name="connsiteY9" fmla="*/ 0 h 11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9596" h="119627">
                    <a:moveTo>
                      <a:pt x="60412" y="14953"/>
                    </a:moveTo>
                    <a:cubicBezTo>
                      <a:pt x="34610" y="14953"/>
                      <a:pt x="14950" y="34618"/>
                      <a:pt x="14950" y="59198"/>
                    </a:cubicBezTo>
                    <a:cubicBezTo>
                      <a:pt x="14950" y="85008"/>
                      <a:pt x="34610" y="104673"/>
                      <a:pt x="60412" y="104673"/>
                    </a:cubicBezTo>
                    <a:cubicBezTo>
                      <a:pt x="84988" y="104673"/>
                      <a:pt x="104648" y="85008"/>
                      <a:pt x="104648" y="59198"/>
                    </a:cubicBezTo>
                    <a:cubicBezTo>
                      <a:pt x="104648" y="34618"/>
                      <a:pt x="84988" y="14953"/>
                      <a:pt x="60412" y="14953"/>
                    </a:cubicBezTo>
                    <a:close/>
                    <a:moveTo>
                      <a:pt x="60414" y="0"/>
                    </a:moveTo>
                    <a:cubicBezTo>
                      <a:pt x="92472" y="0"/>
                      <a:pt x="119596" y="27132"/>
                      <a:pt x="119596" y="59197"/>
                    </a:cubicBezTo>
                    <a:cubicBezTo>
                      <a:pt x="119596" y="92495"/>
                      <a:pt x="92472" y="119627"/>
                      <a:pt x="60414" y="119627"/>
                    </a:cubicBezTo>
                    <a:cubicBezTo>
                      <a:pt x="27124" y="119627"/>
                      <a:pt x="0" y="92495"/>
                      <a:pt x="0" y="59197"/>
                    </a:cubicBezTo>
                    <a:cubicBezTo>
                      <a:pt x="0" y="27132"/>
                      <a:pt x="27124" y="0"/>
                      <a:pt x="604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FAE1C9B8-6E18-F742-A5E9-2AD3B8617EDB}"/>
                  </a:ext>
                </a:extLst>
              </p:cNvPr>
              <p:cNvSpPr/>
              <p:nvPr/>
            </p:nvSpPr>
            <p:spPr>
              <a:xfrm>
                <a:off x="22143951" y="7646168"/>
                <a:ext cx="281549" cy="13358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7" h="1073">
                    <a:moveTo>
                      <a:pt x="124" y="1073"/>
                    </a:moveTo>
                    <a:lnTo>
                      <a:pt x="5" y="1073"/>
                    </a:lnTo>
                    <a:cubicBezTo>
                      <a:pt x="2" y="1073"/>
                      <a:pt x="0" y="1071"/>
                      <a:pt x="0" y="1068"/>
                    </a:cubicBezTo>
                    <a:cubicBezTo>
                      <a:pt x="0" y="1065"/>
                      <a:pt x="2" y="1062"/>
                      <a:pt x="5" y="1062"/>
                    </a:cubicBezTo>
                    <a:lnTo>
                      <a:pt x="124" y="1062"/>
                    </a:lnTo>
                    <a:cubicBezTo>
                      <a:pt x="175" y="1062"/>
                      <a:pt x="216" y="1021"/>
                      <a:pt x="216" y="970"/>
                    </a:cubicBezTo>
                    <a:lnTo>
                      <a:pt x="216" y="103"/>
                    </a:lnTo>
                    <a:cubicBezTo>
                      <a:pt x="216" y="53"/>
                      <a:pt x="175" y="12"/>
                      <a:pt x="124" y="12"/>
                    </a:cubicBezTo>
                    <a:lnTo>
                      <a:pt x="5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124" y="0"/>
                    </a:lnTo>
                    <a:cubicBezTo>
                      <a:pt x="181" y="0"/>
                      <a:pt x="227" y="47"/>
                      <a:pt x="227" y="103"/>
                    </a:cubicBezTo>
                    <a:lnTo>
                      <a:pt x="227" y="970"/>
                    </a:lnTo>
                    <a:cubicBezTo>
                      <a:pt x="227" y="1027"/>
                      <a:pt x="181" y="1073"/>
                      <a:pt x="124" y="107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3803C7C8-3118-F842-9934-ACB941289C30}"/>
                  </a:ext>
                </a:extLst>
              </p:cNvPr>
              <p:cNvSpPr/>
              <p:nvPr/>
            </p:nvSpPr>
            <p:spPr>
              <a:xfrm>
                <a:off x="22097857" y="7601308"/>
                <a:ext cx="104647" cy="1046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" h="85">
                    <a:moveTo>
                      <a:pt x="0" y="43"/>
                    </a:moveTo>
                    <a:cubicBezTo>
                      <a:pt x="0" y="66"/>
                      <a:pt x="19" y="85"/>
                      <a:pt x="42" y="85"/>
                    </a:cubicBezTo>
                    <a:cubicBezTo>
                      <a:pt x="66" y="85"/>
                      <a:pt x="85" y="66"/>
                      <a:pt x="85" y="43"/>
                    </a:cubicBezTo>
                    <a:cubicBezTo>
                      <a:pt x="85" y="20"/>
                      <a:pt x="66" y="0"/>
                      <a:pt x="42" y="0"/>
                    </a:cubicBezTo>
                    <a:cubicBezTo>
                      <a:pt x="19" y="0"/>
                      <a:pt x="0" y="20"/>
                      <a:pt x="0" y="4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49A49FDF-4D23-3F4B-B575-E9E6744EF865}"/>
                  </a:ext>
                </a:extLst>
              </p:cNvPr>
              <p:cNvSpPr/>
              <p:nvPr/>
            </p:nvSpPr>
            <p:spPr>
              <a:xfrm>
                <a:off x="22090382" y="7593832"/>
                <a:ext cx="119596" cy="119627"/>
              </a:xfrm>
              <a:custGeom>
                <a:avLst/>
                <a:gdLst>
                  <a:gd name="connsiteX0" fmla="*/ 59180 w 119596"/>
                  <a:gd name="connsiteY0" fmla="*/ 14953 h 119627"/>
                  <a:gd name="connsiteX1" fmla="*/ 14946 w 119596"/>
                  <a:gd name="connsiteY1" fmla="*/ 60428 h 119627"/>
                  <a:gd name="connsiteX2" fmla="*/ 59180 w 119596"/>
                  <a:gd name="connsiteY2" fmla="*/ 104673 h 119627"/>
                  <a:gd name="connsiteX3" fmla="*/ 104642 w 119596"/>
                  <a:gd name="connsiteY3" fmla="*/ 60428 h 119627"/>
                  <a:gd name="connsiteX4" fmla="*/ 59180 w 119596"/>
                  <a:gd name="connsiteY4" fmla="*/ 14953 h 119627"/>
                  <a:gd name="connsiteX5" fmla="*/ 59182 w 119596"/>
                  <a:gd name="connsiteY5" fmla="*/ 0 h 119627"/>
                  <a:gd name="connsiteX6" fmla="*/ 119596 w 119596"/>
                  <a:gd name="connsiteY6" fmla="*/ 60430 h 119627"/>
                  <a:gd name="connsiteX7" fmla="*/ 59182 w 119596"/>
                  <a:gd name="connsiteY7" fmla="*/ 119627 h 119627"/>
                  <a:gd name="connsiteX8" fmla="*/ 0 w 119596"/>
                  <a:gd name="connsiteY8" fmla="*/ 60430 h 119627"/>
                  <a:gd name="connsiteX9" fmla="*/ 59182 w 119596"/>
                  <a:gd name="connsiteY9" fmla="*/ 0 h 11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9596" h="119627">
                    <a:moveTo>
                      <a:pt x="59180" y="14953"/>
                    </a:moveTo>
                    <a:cubicBezTo>
                      <a:pt x="34606" y="14953"/>
                      <a:pt x="14946" y="34618"/>
                      <a:pt x="14946" y="60428"/>
                    </a:cubicBezTo>
                    <a:cubicBezTo>
                      <a:pt x="14946" y="85009"/>
                      <a:pt x="34606" y="104673"/>
                      <a:pt x="59180" y="104673"/>
                    </a:cubicBezTo>
                    <a:cubicBezTo>
                      <a:pt x="83754" y="104673"/>
                      <a:pt x="104642" y="85009"/>
                      <a:pt x="104642" y="60428"/>
                    </a:cubicBezTo>
                    <a:cubicBezTo>
                      <a:pt x="104642" y="34618"/>
                      <a:pt x="83754" y="14953"/>
                      <a:pt x="59180" y="14953"/>
                    </a:cubicBezTo>
                    <a:close/>
                    <a:moveTo>
                      <a:pt x="59182" y="0"/>
                    </a:moveTo>
                    <a:cubicBezTo>
                      <a:pt x="92472" y="0"/>
                      <a:pt x="119596" y="27132"/>
                      <a:pt x="119596" y="60430"/>
                    </a:cubicBezTo>
                    <a:cubicBezTo>
                      <a:pt x="119596" y="92495"/>
                      <a:pt x="92472" y="119627"/>
                      <a:pt x="59182" y="119627"/>
                    </a:cubicBezTo>
                    <a:cubicBezTo>
                      <a:pt x="27124" y="119627"/>
                      <a:pt x="0" y="92495"/>
                      <a:pt x="0" y="60430"/>
                    </a:cubicBezTo>
                    <a:cubicBezTo>
                      <a:pt x="0" y="27132"/>
                      <a:pt x="27124" y="0"/>
                      <a:pt x="591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D2CD20E7-6F0E-E74D-B225-9E911581BF71}"/>
                  </a:ext>
                </a:extLst>
              </p:cNvPr>
              <p:cNvSpPr/>
              <p:nvPr/>
            </p:nvSpPr>
            <p:spPr>
              <a:xfrm>
                <a:off x="22097857" y="8914711"/>
                <a:ext cx="104647" cy="1046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" h="85">
                    <a:moveTo>
                      <a:pt x="0" y="42"/>
                    </a:moveTo>
                    <a:cubicBezTo>
                      <a:pt x="0" y="66"/>
                      <a:pt x="19" y="85"/>
                      <a:pt x="42" y="85"/>
                    </a:cubicBezTo>
                    <a:cubicBezTo>
                      <a:pt x="66" y="85"/>
                      <a:pt x="85" y="66"/>
                      <a:pt x="85" y="42"/>
                    </a:cubicBezTo>
                    <a:cubicBezTo>
                      <a:pt x="85" y="19"/>
                      <a:pt x="66" y="0"/>
                      <a:pt x="42" y="0"/>
                    </a:cubicBezTo>
                    <a:cubicBezTo>
                      <a:pt x="19" y="0"/>
                      <a:pt x="0" y="19"/>
                      <a:pt x="0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34FDA9A4-96D1-4B4F-872F-67E529ED32B0}"/>
                  </a:ext>
                </a:extLst>
              </p:cNvPr>
              <p:cNvSpPr/>
              <p:nvPr/>
            </p:nvSpPr>
            <p:spPr>
              <a:xfrm>
                <a:off x="22090382" y="8907238"/>
                <a:ext cx="119596" cy="119627"/>
              </a:xfrm>
              <a:custGeom>
                <a:avLst/>
                <a:gdLst>
                  <a:gd name="connsiteX0" fmla="*/ 59180 w 119596"/>
                  <a:gd name="connsiteY0" fmla="*/ 14953 h 119627"/>
                  <a:gd name="connsiteX1" fmla="*/ 14946 w 119596"/>
                  <a:gd name="connsiteY1" fmla="*/ 59198 h 119627"/>
                  <a:gd name="connsiteX2" fmla="*/ 59180 w 119596"/>
                  <a:gd name="connsiteY2" fmla="*/ 104673 h 119627"/>
                  <a:gd name="connsiteX3" fmla="*/ 104642 w 119596"/>
                  <a:gd name="connsiteY3" fmla="*/ 59198 h 119627"/>
                  <a:gd name="connsiteX4" fmla="*/ 59180 w 119596"/>
                  <a:gd name="connsiteY4" fmla="*/ 14953 h 119627"/>
                  <a:gd name="connsiteX5" fmla="*/ 59182 w 119596"/>
                  <a:gd name="connsiteY5" fmla="*/ 0 h 119627"/>
                  <a:gd name="connsiteX6" fmla="*/ 119596 w 119596"/>
                  <a:gd name="connsiteY6" fmla="*/ 59197 h 119627"/>
                  <a:gd name="connsiteX7" fmla="*/ 59182 w 119596"/>
                  <a:gd name="connsiteY7" fmla="*/ 119627 h 119627"/>
                  <a:gd name="connsiteX8" fmla="*/ 0 w 119596"/>
                  <a:gd name="connsiteY8" fmla="*/ 59197 h 119627"/>
                  <a:gd name="connsiteX9" fmla="*/ 59182 w 119596"/>
                  <a:gd name="connsiteY9" fmla="*/ 0 h 11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9596" h="119627">
                    <a:moveTo>
                      <a:pt x="59180" y="14953"/>
                    </a:moveTo>
                    <a:cubicBezTo>
                      <a:pt x="34606" y="14953"/>
                      <a:pt x="14946" y="34618"/>
                      <a:pt x="14946" y="59198"/>
                    </a:cubicBezTo>
                    <a:cubicBezTo>
                      <a:pt x="14946" y="85008"/>
                      <a:pt x="34606" y="104673"/>
                      <a:pt x="59180" y="104673"/>
                    </a:cubicBezTo>
                    <a:cubicBezTo>
                      <a:pt x="83754" y="104673"/>
                      <a:pt x="104642" y="85008"/>
                      <a:pt x="104642" y="59198"/>
                    </a:cubicBezTo>
                    <a:cubicBezTo>
                      <a:pt x="104642" y="34618"/>
                      <a:pt x="83754" y="14953"/>
                      <a:pt x="59180" y="14953"/>
                    </a:cubicBezTo>
                    <a:close/>
                    <a:moveTo>
                      <a:pt x="59182" y="0"/>
                    </a:moveTo>
                    <a:cubicBezTo>
                      <a:pt x="92472" y="0"/>
                      <a:pt x="119596" y="27132"/>
                      <a:pt x="119596" y="59197"/>
                    </a:cubicBezTo>
                    <a:cubicBezTo>
                      <a:pt x="119596" y="92495"/>
                      <a:pt x="92472" y="119627"/>
                      <a:pt x="59182" y="119627"/>
                    </a:cubicBezTo>
                    <a:cubicBezTo>
                      <a:pt x="27124" y="119627"/>
                      <a:pt x="0" y="92495"/>
                      <a:pt x="0" y="59197"/>
                    </a:cubicBezTo>
                    <a:cubicBezTo>
                      <a:pt x="0" y="27132"/>
                      <a:pt x="27124" y="0"/>
                      <a:pt x="591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03A46AE3-3CB5-F14B-8166-14FC51A6AAD8}"/>
                  </a:ext>
                </a:extLst>
              </p:cNvPr>
              <p:cNvSpPr/>
              <p:nvPr/>
            </p:nvSpPr>
            <p:spPr>
              <a:xfrm>
                <a:off x="21139843" y="8147107"/>
                <a:ext cx="188115" cy="5956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2" h="479">
                    <a:moveTo>
                      <a:pt x="105" y="479"/>
                    </a:moveTo>
                    <a:lnTo>
                      <a:pt x="47" y="479"/>
                    </a:lnTo>
                    <a:cubicBezTo>
                      <a:pt x="21" y="479"/>
                      <a:pt x="0" y="458"/>
                      <a:pt x="0" y="433"/>
                    </a:cubicBezTo>
                    <a:lnTo>
                      <a:pt x="0" y="46"/>
                    </a:lnTo>
                    <a:cubicBezTo>
                      <a:pt x="0" y="21"/>
                      <a:pt x="21" y="0"/>
                      <a:pt x="47" y="0"/>
                    </a:cubicBezTo>
                    <a:lnTo>
                      <a:pt x="105" y="0"/>
                    </a:lnTo>
                    <a:cubicBezTo>
                      <a:pt x="131" y="0"/>
                      <a:pt x="152" y="21"/>
                      <a:pt x="152" y="46"/>
                    </a:cubicBezTo>
                    <a:lnTo>
                      <a:pt x="152" y="433"/>
                    </a:lnTo>
                    <a:cubicBezTo>
                      <a:pt x="152" y="458"/>
                      <a:pt x="131" y="479"/>
                      <a:pt x="105" y="47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CB0B1797-655D-7946-A7B8-1425AF71B928}"/>
                  </a:ext>
                </a:extLst>
              </p:cNvPr>
              <p:cNvSpPr/>
              <p:nvPr/>
            </p:nvSpPr>
            <p:spPr>
              <a:xfrm>
                <a:off x="21132364" y="8139630"/>
                <a:ext cx="203064" cy="610597"/>
              </a:xfrm>
              <a:custGeom>
                <a:avLst/>
                <a:gdLst>
                  <a:gd name="connsiteX0" fmla="*/ 40928 w 203064"/>
                  <a:gd name="connsiteY0" fmla="*/ 13708 h 610597"/>
                  <a:gd name="connsiteX1" fmla="*/ 14954 w 203064"/>
                  <a:gd name="connsiteY1" fmla="*/ 39821 h 610597"/>
                  <a:gd name="connsiteX2" fmla="*/ 14954 w 203064"/>
                  <a:gd name="connsiteY2" fmla="*/ 570775 h 610597"/>
                  <a:gd name="connsiteX3" fmla="*/ 40928 w 203064"/>
                  <a:gd name="connsiteY3" fmla="*/ 595644 h 610597"/>
                  <a:gd name="connsiteX4" fmla="*/ 162144 w 203064"/>
                  <a:gd name="connsiteY4" fmla="*/ 595644 h 610597"/>
                  <a:gd name="connsiteX5" fmla="*/ 188120 w 203064"/>
                  <a:gd name="connsiteY5" fmla="*/ 570775 h 610597"/>
                  <a:gd name="connsiteX6" fmla="*/ 188120 w 203064"/>
                  <a:gd name="connsiteY6" fmla="*/ 39821 h 610597"/>
                  <a:gd name="connsiteX7" fmla="*/ 162144 w 203064"/>
                  <a:gd name="connsiteY7" fmla="*/ 13708 h 610597"/>
                  <a:gd name="connsiteX8" fmla="*/ 40862 w 203064"/>
                  <a:gd name="connsiteY8" fmla="*/ 0 h 610597"/>
                  <a:gd name="connsiteX9" fmla="*/ 162204 w 203064"/>
                  <a:gd name="connsiteY9" fmla="*/ 0 h 610597"/>
                  <a:gd name="connsiteX10" fmla="*/ 203064 w 203064"/>
                  <a:gd name="connsiteY10" fmla="*/ 39795 h 610597"/>
                  <a:gd name="connsiteX11" fmla="*/ 203064 w 203064"/>
                  <a:gd name="connsiteY11" fmla="*/ 570802 h 610597"/>
                  <a:gd name="connsiteX12" fmla="*/ 162204 w 203064"/>
                  <a:gd name="connsiteY12" fmla="*/ 610597 h 610597"/>
                  <a:gd name="connsiteX13" fmla="*/ 40862 w 203064"/>
                  <a:gd name="connsiteY13" fmla="*/ 610597 h 610597"/>
                  <a:gd name="connsiteX14" fmla="*/ 0 w 203064"/>
                  <a:gd name="connsiteY14" fmla="*/ 570802 h 610597"/>
                  <a:gd name="connsiteX15" fmla="*/ 0 w 203064"/>
                  <a:gd name="connsiteY15" fmla="*/ 39795 h 610597"/>
                  <a:gd name="connsiteX16" fmla="*/ 40862 w 203064"/>
                  <a:gd name="connsiteY16" fmla="*/ 0 h 610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03064" h="610597">
                    <a:moveTo>
                      <a:pt x="40928" y="13708"/>
                    </a:moveTo>
                    <a:cubicBezTo>
                      <a:pt x="26086" y="13708"/>
                      <a:pt x="14954" y="26143"/>
                      <a:pt x="14954" y="39821"/>
                    </a:cubicBezTo>
                    <a:lnTo>
                      <a:pt x="14954" y="570775"/>
                    </a:lnTo>
                    <a:cubicBezTo>
                      <a:pt x="14954" y="584453"/>
                      <a:pt x="26086" y="595644"/>
                      <a:pt x="40928" y="595644"/>
                    </a:cubicBezTo>
                    <a:lnTo>
                      <a:pt x="162144" y="595644"/>
                    </a:lnTo>
                    <a:cubicBezTo>
                      <a:pt x="176986" y="595644"/>
                      <a:pt x="188120" y="584453"/>
                      <a:pt x="188120" y="570775"/>
                    </a:cubicBezTo>
                    <a:lnTo>
                      <a:pt x="188120" y="39821"/>
                    </a:lnTo>
                    <a:cubicBezTo>
                      <a:pt x="188120" y="26143"/>
                      <a:pt x="176986" y="13708"/>
                      <a:pt x="162144" y="13708"/>
                    </a:cubicBezTo>
                    <a:close/>
                    <a:moveTo>
                      <a:pt x="40862" y="0"/>
                    </a:moveTo>
                    <a:lnTo>
                      <a:pt x="162204" y="0"/>
                    </a:lnTo>
                    <a:cubicBezTo>
                      <a:pt x="184492" y="0"/>
                      <a:pt x="203064" y="17410"/>
                      <a:pt x="203064" y="39795"/>
                    </a:cubicBezTo>
                    <a:lnTo>
                      <a:pt x="203064" y="570802"/>
                    </a:lnTo>
                    <a:cubicBezTo>
                      <a:pt x="203064" y="593187"/>
                      <a:pt x="184492" y="610597"/>
                      <a:pt x="162204" y="610597"/>
                    </a:cubicBezTo>
                    <a:lnTo>
                      <a:pt x="40862" y="610597"/>
                    </a:lnTo>
                    <a:cubicBezTo>
                      <a:pt x="18574" y="610597"/>
                      <a:pt x="0" y="593187"/>
                      <a:pt x="0" y="570802"/>
                    </a:cubicBezTo>
                    <a:lnTo>
                      <a:pt x="0" y="39795"/>
                    </a:lnTo>
                    <a:cubicBezTo>
                      <a:pt x="0" y="17410"/>
                      <a:pt x="18574" y="0"/>
                      <a:pt x="408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E8EE1A65-698B-E147-B9EC-1B9A485F1956}"/>
                  </a:ext>
                </a:extLst>
              </p:cNvPr>
              <p:cNvSpPr/>
              <p:nvPr/>
            </p:nvSpPr>
            <p:spPr>
              <a:xfrm>
                <a:off x="21437587" y="7906607"/>
                <a:ext cx="201818" cy="8436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3" h="678">
                    <a:moveTo>
                      <a:pt x="131" y="0"/>
                    </a:moveTo>
                    <a:lnTo>
                      <a:pt x="32" y="0"/>
                    </a:lnTo>
                    <a:cubicBezTo>
                      <a:pt x="15" y="0"/>
                      <a:pt x="0" y="15"/>
                      <a:pt x="0" y="33"/>
                    </a:cubicBezTo>
                    <a:lnTo>
                      <a:pt x="0" y="646"/>
                    </a:lnTo>
                    <a:cubicBezTo>
                      <a:pt x="0" y="664"/>
                      <a:pt x="15" y="678"/>
                      <a:pt x="32" y="678"/>
                    </a:cubicBezTo>
                    <a:lnTo>
                      <a:pt x="131" y="678"/>
                    </a:lnTo>
                    <a:cubicBezTo>
                      <a:pt x="149" y="678"/>
                      <a:pt x="163" y="664"/>
                      <a:pt x="163" y="646"/>
                    </a:cubicBezTo>
                    <a:lnTo>
                      <a:pt x="163" y="33"/>
                    </a:lnTo>
                    <a:cubicBezTo>
                      <a:pt x="163" y="15"/>
                      <a:pt x="149" y="0"/>
                      <a:pt x="1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CE9F1966-0DE9-AC49-BC4D-286E0F8BBC47}"/>
                  </a:ext>
                </a:extLst>
              </p:cNvPr>
              <p:cNvSpPr/>
              <p:nvPr/>
            </p:nvSpPr>
            <p:spPr>
              <a:xfrm>
                <a:off x="21806342" y="7980128"/>
                <a:ext cx="479630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6">
                    <a:moveTo>
                      <a:pt x="0" y="0"/>
                    </a:move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8B97D1B6-B5DB-BE4B-856F-4703F68C4BA6}"/>
                  </a:ext>
                </a:extLst>
              </p:cNvPr>
              <p:cNvSpPr/>
              <p:nvPr/>
            </p:nvSpPr>
            <p:spPr>
              <a:xfrm>
                <a:off x="21798867" y="7973897"/>
                <a:ext cx="493334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7" h="12">
                    <a:moveTo>
                      <a:pt x="392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5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92" y="0"/>
                    </a:lnTo>
                    <a:cubicBezTo>
                      <a:pt x="395" y="0"/>
                      <a:pt x="397" y="3"/>
                      <a:pt x="397" y="5"/>
                    </a:cubicBezTo>
                    <a:cubicBezTo>
                      <a:pt x="397" y="9"/>
                      <a:pt x="395" y="12"/>
                      <a:pt x="39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74E0E50F-1B8A-7344-8324-349D23CC39ED}"/>
                  </a:ext>
                </a:extLst>
              </p:cNvPr>
              <p:cNvSpPr/>
              <p:nvPr/>
            </p:nvSpPr>
            <p:spPr>
              <a:xfrm>
                <a:off x="21806342" y="8137138"/>
                <a:ext cx="479630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6">
                    <a:moveTo>
                      <a:pt x="0" y="0"/>
                    </a:move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B3615448-09ED-3749-B125-9047E5653E57}"/>
                  </a:ext>
                </a:extLst>
              </p:cNvPr>
              <p:cNvSpPr/>
              <p:nvPr/>
            </p:nvSpPr>
            <p:spPr>
              <a:xfrm>
                <a:off x="21798867" y="8129661"/>
                <a:ext cx="493334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7" h="12">
                    <a:moveTo>
                      <a:pt x="392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4"/>
                      <a:pt x="3" y="0"/>
                      <a:pt x="6" y="0"/>
                    </a:cubicBezTo>
                    <a:lnTo>
                      <a:pt x="392" y="0"/>
                    </a:lnTo>
                    <a:cubicBezTo>
                      <a:pt x="395" y="0"/>
                      <a:pt x="397" y="4"/>
                      <a:pt x="397" y="6"/>
                    </a:cubicBezTo>
                    <a:cubicBezTo>
                      <a:pt x="397" y="10"/>
                      <a:pt x="395" y="12"/>
                      <a:pt x="39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E8FEEAE3-DEC1-AA45-A9AB-3A2E9203506E}"/>
                  </a:ext>
                </a:extLst>
              </p:cNvPr>
              <p:cNvSpPr/>
              <p:nvPr/>
            </p:nvSpPr>
            <p:spPr>
              <a:xfrm>
                <a:off x="21806342" y="8294149"/>
                <a:ext cx="479630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6">
                    <a:moveTo>
                      <a:pt x="0" y="0"/>
                    </a:move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6B6D9BAD-DBBC-2144-8EE6-DB689D69D72B}"/>
                  </a:ext>
                </a:extLst>
              </p:cNvPr>
              <p:cNvSpPr/>
              <p:nvPr/>
            </p:nvSpPr>
            <p:spPr>
              <a:xfrm>
                <a:off x="21798867" y="8286672"/>
                <a:ext cx="493334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7" h="12">
                    <a:moveTo>
                      <a:pt x="392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92" y="0"/>
                    </a:lnTo>
                    <a:cubicBezTo>
                      <a:pt x="395" y="0"/>
                      <a:pt x="397" y="3"/>
                      <a:pt x="397" y="6"/>
                    </a:cubicBezTo>
                    <a:cubicBezTo>
                      <a:pt x="397" y="10"/>
                      <a:pt x="395" y="12"/>
                      <a:pt x="39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E2C4ACA7-B190-974A-AED9-74DA64EA9D94}"/>
                  </a:ext>
                </a:extLst>
              </p:cNvPr>
              <p:cNvSpPr/>
              <p:nvPr/>
            </p:nvSpPr>
            <p:spPr>
              <a:xfrm>
                <a:off x="21806342" y="8451159"/>
                <a:ext cx="479630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6">
                    <a:moveTo>
                      <a:pt x="0" y="0"/>
                    </a:moveTo>
                    <a:lnTo>
                      <a:pt x="386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2E51270F-F8D0-564E-B348-ADC1BD7F1EBA}"/>
                  </a:ext>
                </a:extLst>
              </p:cNvPr>
              <p:cNvSpPr/>
              <p:nvPr/>
            </p:nvSpPr>
            <p:spPr>
              <a:xfrm>
                <a:off x="21798867" y="8443679"/>
                <a:ext cx="493334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7" h="12">
                    <a:moveTo>
                      <a:pt x="392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92" y="0"/>
                    </a:lnTo>
                    <a:cubicBezTo>
                      <a:pt x="395" y="0"/>
                      <a:pt x="397" y="3"/>
                      <a:pt x="397" y="6"/>
                    </a:cubicBezTo>
                    <a:cubicBezTo>
                      <a:pt x="397" y="9"/>
                      <a:pt x="395" y="12"/>
                      <a:pt x="39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B5CB5858-749A-934F-BEB8-C68545DA4BF8}"/>
                  </a:ext>
                </a:extLst>
              </p:cNvPr>
              <p:cNvSpPr/>
              <p:nvPr/>
            </p:nvSpPr>
            <p:spPr>
              <a:xfrm>
                <a:off x="21996948" y="8608170"/>
                <a:ext cx="289024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3">
                    <a:moveTo>
                      <a:pt x="0" y="0"/>
                    </a:moveTo>
                    <a:lnTo>
                      <a:pt x="23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DF6D9E99-410C-F141-AE08-7D6E5A8DA5E8}"/>
                  </a:ext>
                </a:extLst>
              </p:cNvPr>
              <p:cNvSpPr/>
              <p:nvPr/>
            </p:nvSpPr>
            <p:spPr>
              <a:xfrm>
                <a:off x="21990719" y="8600693"/>
                <a:ext cx="301482" cy="124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3" h="11">
                    <a:moveTo>
                      <a:pt x="238" y="11"/>
                    </a:moveTo>
                    <a:lnTo>
                      <a:pt x="5" y="11"/>
                    </a:lnTo>
                    <a:cubicBezTo>
                      <a:pt x="2" y="11"/>
                      <a:pt x="0" y="9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238" y="0"/>
                    </a:lnTo>
                    <a:cubicBezTo>
                      <a:pt x="241" y="0"/>
                      <a:pt x="243" y="3"/>
                      <a:pt x="243" y="6"/>
                    </a:cubicBezTo>
                    <a:cubicBezTo>
                      <a:pt x="243" y="9"/>
                      <a:pt x="241" y="11"/>
                      <a:pt x="238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8F796EB-22B1-E245-BE2C-B9C5631B4649}"/>
                </a:ext>
              </a:extLst>
            </p:cNvPr>
            <p:cNvGrpSpPr/>
            <p:nvPr/>
          </p:nvGrpSpPr>
          <p:grpSpPr>
            <a:xfrm>
              <a:off x="10621620" y="10524697"/>
              <a:ext cx="12259832" cy="337697"/>
              <a:chOff x="10621620" y="10524697"/>
              <a:chExt cx="12259832" cy="337697"/>
            </a:xfrm>
          </p:grpSpPr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55E7D2A7-B6C6-014B-BCFC-6A2A1CE901EC}"/>
                  </a:ext>
                </a:extLst>
              </p:cNvPr>
              <p:cNvSpPr/>
              <p:nvPr/>
            </p:nvSpPr>
            <p:spPr>
              <a:xfrm>
                <a:off x="10629098" y="10530927"/>
                <a:ext cx="12244887" cy="3252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30" h="262">
                    <a:moveTo>
                      <a:pt x="9701" y="262"/>
                    </a:moveTo>
                    <a:lnTo>
                      <a:pt x="4915" y="262"/>
                    </a:lnTo>
                    <a:lnTo>
                      <a:pt x="130" y="262"/>
                    </a:lnTo>
                    <a:cubicBezTo>
                      <a:pt x="94" y="262"/>
                      <a:pt x="62" y="247"/>
                      <a:pt x="38" y="223"/>
                    </a:cubicBezTo>
                    <a:cubicBezTo>
                      <a:pt x="15" y="200"/>
                      <a:pt x="0" y="167"/>
                      <a:pt x="0" y="131"/>
                    </a:cubicBezTo>
                    <a:cubicBezTo>
                      <a:pt x="0" y="95"/>
                      <a:pt x="15" y="62"/>
                      <a:pt x="38" y="39"/>
                    </a:cubicBezTo>
                    <a:cubicBezTo>
                      <a:pt x="62" y="15"/>
                      <a:pt x="94" y="0"/>
                      <a:pt x="130" y="0"/>
                    </a:cubicBezTo>
                    <a:lnTo>
                      <a:pt x="4915" y="0"/>
                    </a:lnTo>
                    <a:lnTo>
                      <a:pt x="9701" y="0"/>
                    </a:lnTo>
                    <a:cubicBezTo>
                      <a:pt x="9737" y="0"/>
                      <a:pt x="9769" y="15"/>
                      <a:pt x="9793" y="39"/>
                    </a:cubicBezTo>
                    <a:cubicBezTo>
                      <a:pt x="9815" y="62"/>
                      <a:pt x="9830" y="95"/>
                      <a:pt x="9830" y="131"/>
                    </a:cubicBezTo>
                    <a:cubicBezTo>
                      <a:pt x="9830" y="167"/>
                      <a:pt x="9815" y="200"/>
                      <a:pt x="9793" y="223"/>
                    </a:cubicBezTo>
                    <a:cubicBezTo>
                      <a:pt x="9769" y="247"/>
                      <a:pt x="9737" y="262"/>
                      <a:pt x="9701" y="26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E0CD48DE-6A4D-8444-ACBE-5D5455D3FD6C}"/>
                  </a:ext>
                </a:extLst>
              </p:cNvPr>
              <p:cNvSpPr/>
              <p:nvPr/>
            </p:nvSpPr>
            <p:spPr>
              <a:xfrm>
                <a:off x="10621620" y="10524697"/>
                <a:ext cx="12259832" cy="337697"/>
              </a:xfrm>
              <a:custGeom>
                <a:avLst/>
                <a:gdLst>
                  <a:gd name="connsiteX0" fmla="*/ 169415 w 12259832"/>
                  <a:gd name="connsiteY0" fmla="*/ 14950 h 337697"/>
                  <a:gd name="connsiteX1" fmla="*/ 59797 w 12259832"/>
                  <a:gd name="connsiteY1" fmla="*/ 59629 h 337697"/>
                  <a:gd name="connsiteX2" fmla="*/ 14953 w 12259832"/>
                  <a:gd name="connsiteY2" fmla="*/ 168845 h 337697"/>
                  <a:gd name="connsiteX3" fmla="*/ 59797 w 12259832"/>
                  <a:gd name="connsiteY3" fmla="*/ 278062 h 337697"/>
                  <a:gd name="connsiteX4" fmla="*/ 169415 w 12259832"/>
                  <a:gd name="connsiteY4" fmla="*/ 322741 h 337697"/>
                  <a:gd name="connsiteX5" fmla="*/ 12091672 w 12259832"/>
                  <a:gd name="connsiteY5" fmla="*/ 322741 h 337697"/>
                  <a:gd name="connsiteX6" fmla="*/ 12201292 w 12259832"/>
                  <a:gd name="connsiteY6" fmla="*/ 278062 h 337697"/>
                  <a:gd name="connsiteX7" fmla="*/ 12244890 w 12259832"/>
                  <a:gd name="connsiteY7" fmla="*/ 168845 h 337697"/>
                  <a:gd name="connsiteX8" fmla="*/ 12201292 w 12259832"/>
                  <a:gd name="connsiteY8" fmla="*/ 59629 h 337697"/>
                  <a:gd name="connsiteX9" fmla="*/ 12091672 w 12259832"/>
                  <a:gd name="connsiteY9" fmla="*/ 14950 h 337697"/>
                  <a:gd name="connsiteX10" fmla="*/ 169410 w 12259832"/>
                  <a:gd name="connsiteY10" fmla="*/ 0 h 337697"/>
                  <a:gd name="connsiteX11" fmla="*/ 12091668 w 12259832"/>
                  <a:gd name="connsiteY11" fmla="*/ 0 h 337697"/>
                  <a:gd name="connsiteX12" fmla="*/ 12210006 w 12259832"/>
                  <a:gd name="connsiteY12" fmla="*/ 49661 h 337697"/>
                  <a:gd name="connsiteX13" fmla="*/ 12259832 w 12259832"/>
                  <a:gd name="connsiteY13" fmla="*/ 168849 h 337697"/>
                  <a:gd name="connsiteX14" fmla="*/ 12210006 w 12259832"/>
                  <a:gd name="connsiteY14" fmla="*/ 288036 h 337697"/>
                  <a:gd name="connsiteX15" fmla="*/ 12091668 w 12259832"/>
                  <a:gd name="connsiteY15" fmla="*/ 337697 h 337697"/>
                  <a:gd name="connsiteX16" fmla="*/ 169410 w 12259832"/>
                  <a:gd name="connsiteY16" fmla="*/ 337697 h 337697"/>
                  <a:gd name="connsiteX17" fmla="*/ 49827 w 12259832"/>
                  <a:gd name="connsiteY17" fmla="*/ 288036 h 337697"/>
                  <a:gd name="connsiteX18" fmla="*/ 0 w 12259832"/>
                  <a:gd name="connsiteY18" fmla="*/ 168849 h 337697"/>
                  <a:gd name="connsiteX19" fmla="*/ 49827 w 12259832"/>
                  <a:gd name="connsiteY19" fmla="*/ 49661 h 337697"/>
                  <a:gd name="connsiteX20" fmla="*/ 169410 w 12259832"/>
                  <a:gd name="connsiteY20" fmla="*/ 0 h 337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259832" h="337697">
                    <a:moveTo>
                      <a:pt x="169415" y="14950"/>
                    </a:moveTo>
                    <a:cubicBezTo>
                      <a:pt x="128308" y="14950"/>
                      <a:pt x="88447" y="29843"/>
                      <a:pt x="59797" y="59629"/>
                    </a:cubicBezTo>
                    <a:cubicBezTo>
                      <a:pt x="29901" y="88174"/>
                      <a:pt x="14953" y="127889"/>
                      <a:pt x="14953" y="168845"/>
                    </a:cubicBezTo>
                    <a:cubicBezTo>
                      <a:pt x="14953" y="209802"/>
                      <a:pt x="29901" y="248275"/>
                      <a:pt x="59797" y="278062"/>
                    </a:cubicBezTo>
                    <a:cubicBezTo>
                      <a:pt x="88447" y="307848"/>
                      <a:pt x="128308" y="322741"/>
                      <a:pt x="169415" y="322741"/>
                    </a:cubicBezTo>
                    <a:lnTo>
                      <a:pt x="12091672" y="322741"/>
                    </a:lnTo>
                    <a:cubicBezTo>
                      <a:pt x="12132780" y="322741"/>
                      <a:pt x="12171396" y="307848"/>
                      <a:pt x="12201292" y="278062"/>
                    </a:cubicBezTo>
                    <a:cubicBezTo>
                      <a:pt x="12228696" y="248275"/>
                      <a:pt x="12244890" y="209802"/>
                      <a:pt x="12244890" y="168845"/>
                    </a:cubicBezTo>
                    <a:cubicBezTo>
                      <a:pt x="12244890" y="127889"/>
                      <a:pt x="12228696" y="88174"/>
                      <a:pt x="12201292" y="59629"/>
                    </a:cubicBezTo>
                    <a:cubicBezTo>
                      <a:pt x="12171396" y="29843"/>
                      <a:pt x="12132780" y="14950"/>
                      <a:pt x="12091672" y="14950"/>
                    </a:cubicBezTo>
                    <a:close/>
                    <a:moveTo>
                      <a:pt x="169410" y="0"/>
                    </a:moveTo>
                    <a:lnTo>
                      <a:pt x="12091668" y="0"/>
                    </a:lnTo>
                    <a:cubicBezTo>
                      <a:pt x="12136512" y="0"/>
                      <a:pt x="12178864" y="17381"/>
                      <a:pt x="12210006" y="49661"/>
                    </a:cubicBezTo>
                    <a:cubicBezTo>
                      <a:pt x="12242394" y="80700"/>
                      <a:pt x="12259832" y="124153"/>
                      <a:pt x="12259832" y="168849"/>
                    </a:cubicBezTo>
                    <a:cubicBezTo>
                      <a:pt x="12259832" y="213544"/>
                      <a:pt x="12242394" y="256997"/>
                      <a:pt x="12210006" y="288036"/>
                    </a:cubicBezTo>
                    <a:cubicBezTo>
                      <a:pt x="12178864" y="320316"/>
                      <a:pt x="12136512" y="337697"/>
                      <a:pt x="12091668" y="337697"/>
                    </a:cubicBezTo>
                    <a:lnTo>
                      <a:pt x="169410" y="337697"/>
                    </a:lnTo>
                    <a:cubicBezTo>
                      <a:pt x="124566" y="337697"/>
                      <a:pt x="82214" y="320316"/>
                      <a:pt x="49827" y="288036"/>
                    </a:cubicBezTo>
                    <a:cubicBezTo>
                      <a:pt x="17439" y="256997"/>
                      <a:pt x="0" y="213544"/>
                      <a:pt x="0" y="168849"/>
                    </a:cubicBezTo>
                    <a:cubicBezTo>
                      <a:pt x="0" y="124153"/>
                      <a:pt x="17439" y="80700"/>
                      <a:pt x="49827" y="49661"/>
                    </a:cubicBezTo>
                    <a:cubicBezTo>
                      <a:pt x="82214" y="17381"/>
                      <a:pt x="124566" y="0"/>
                      <a:pt x="1694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8413122-9972-FC45-918F-DFF1EB582D0E}"/>
                </a:ext>
              </a:extLst>
            </p:cNvPr>
            <p:cNvGrpSpPr/>
            <p:nvPr/>
          </p:nvGrpSpPr>
          <p:grpSpPr>
            <a:xfrm>
              <a:off x="11663489" y="7897884"/>
              <a:ext cx="4307724" cy="2640520"/>
              <a:chOff x="11663489" y="7897884"/>
              <a:chExt cx="4307724" cy="2640520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6163AFC9-2694-5D43-B256-EEB0EB1EB21B}"/>
                  </a:ext>
                </a:extLst>
              </p:cNvPr>
              <p:cNvSpPr/>
              <p:nvPr/>
            </p:nvSpPr>
            <p:spPr>
              <a:xfrm>
                <a:off x="13428392" y="9985125"/>
                <a:ext cx="1198452" cy="54455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63" h="438">
                    <a:moveTo>
                      <a:pt x="681" y="348"/>
                    </a:moveTo>
                    <a:lnTo>
                      <a:pt x="821" y="0"/>
                    </a:lnTo>
                    <a:lnTo>
                      <a:pt x="155" y="0"/>
                    </a:lnTo>
                    <a:lnTo>
                      <a:pt x="3" y="378"/>
                    </a:lnTo>
                    <a:cubicBezTo>
                      <a:pt x="-9" y="407"/>
                      <a:pt x="12" y="438"/>
                      <a:pt x="44" y="438"/>
                    </a:cubicBezTo>
                    <a:lnTo>
                      <a:pt x="917" y="438"/>
                    </a:lnTo>
                    <a:cubicBezTo>
                      <a:pt x="943" y="438"/>
                      <a:pt x="963" y="418"/>
                      <a:pt x="963" y="393"/>
                    </a:cubicBezTo>
                    <a:cubicBezTo>
                      <a:pt x="963" y="368"/>
                      <a:pt x="943" y="348"/>
                      <a:pt x="917" y="34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9333397F-58C3-8E4C-93E2-80F5303DD234}"/>
                  </a:ext>
                </a:extLst>
              </p:cNvPr>
              <p:cNvSpPr/>
              <p:nvPr/>
            </p:nvSpPr>
            <p:spPr>
              <a:xfrm>
                <a:off x="13420384" y="9977652"/>
                <a:ext cx="1213935" cy="560752"/>
              </a:xfrm>
              <a:custGeom>
                <a:avLst/>
                <a:gdLst>
                  <a:gd name="connsiteX0" fmla="*/ 207132 w 1213935"/>
                  <a:gd name="connsiteY0" fmla="*/ 13703 h 560752"/>
                  <a:gd name="connsiteX1" fmla="*/ 17970 w 1213935"/>
                  <a:gd name="connsiteY1" fmla="*/ 481148 h 560752"/>
                  <a:gd name="connsiteX2" fmla="*/ 22948 w 1213935"/>
                  <a:gd name="connsiteY2" fmla="*/ 524660 h 560752"/>
                  <a:gd name="connsiteX3" fmla="*/ 62772 w 1213935"/>
                  <a:gd name="connsiteY3" fmla="*/ 545795 h 560752"/>
                  <a:gd name="connsiteX4" fmla="*/ 1150450 w 1213935"/>
                  <a:gd name="connsiteY4" fmla="*/ 545795 h 560752"/>
                  <a:gd name="connsiteX5" fmla="*/ 1198985 w 1213935"/>
                  <a:gd name="connsiteY5" fmla="*/ 496067 h 560752"/>
                  <a:gd name="connsiteX6" fmla="*/ 1150450 w 1213935"/>
                  <a:gd name="connsiteY6" fmla="*/ 446339 h 560752"/>
                  <a:gd name="connsiteX7" fmla="*/ 855508 w 1213935"/>
                  <a:gd name="connsiteY7" fmla="*/ 446339 h 560752"/>
                  <a:gd name="connsiteX8" fmla="*/ 849285 w 1213935"/>
                  <a:gd name="connsiteY8" fmla="*/ 443852 h 560752"/>
                  <a:gd name="connsiteX9" fmla="*/ 848041 w 1213935"/>
                  <a:gd name="connsiteY9" fmla="*/ 436393 h 560752"/>
                  <a:gd name="connsiteX10" fmla="*/ 1019779 w 1213935"/>
                  <a:gd name="connsiteY10" fmla="*/ 13703 h 560752"/>
                  <a:gd name="connsiteX11" fmla="*/ 200901 w 1213935"/>
                  <a:gd name="connsiteY11" fmla="*/ 0 h 560752"/>
                  <a:gd name="connsiteX12" fmla="*/ 1029747 w 1213935"/>
                  <a:gd name="connsiteY12" fmla="*/ 0 h 560752"/>
                  <a:gd name="connsiteX13" fmla="*/ 1035970 w 1213935"/>
                  <a:gd name="connsiteY13" fmla="*/ 2487 h 560752"/>
                  <a:gd name="connsiteX14" fmla="*/ 1037214 w 1213935"/>
                  <a:gd name="connsiteY14" fmla="*/ 9947 h 560752"/>
                  <a:gd name="connsiteX15" fmla="*/ 865471 w 1213935"/>
                  <a:gd name="connsiteY15" fmla="*/ 432687 h 560752"/>
                  <a:gd name="connsiteX16" fmla="*/ 1150465 w 1213935"/>
                  <a:gd name="connsiteY16" fmla="*/ 432687 h 560752"/>
                  <a:gd name="connsiteX17" fmla="*/ 1213935 w 1213935"/>
                  <a:gd name="connsiteY17" fmla="*/ 496098 h 560752"/>
                  <a:gd name="connsiteX18" fmla="*/ 1150465 w 1213935"/>
                  <a:gd name="connsiteY18" fmla="*/ 560752 h 560752"/>
                  <a:gd name="connsiteX19" fmla="*/ 62760 w 1213935"/>
                  <a:gd name="connsiteY19" fmla="*/ 560752 h 560752"/>
                  <a:gd name="connsiteX20" fmla="*/ 10490 w 1213935"/>
                  <a:gd name="connsiteY20" fmla="*/ 533398 h 560752"/>
                  <a:gd name="connsiteX21" fmla="*/ 4268 w 1213935"/>
                  <a:gd name="connsiteY21" fmla="*/ 476204 h 560752"/>
                  <a:gd name="connsiteX22" fmla="*/ 195923 w 1213935"/>
                  <a:gd name="connsiteY22" fmla="*/ 4973 h 560752"/>
                  <a:gd name="connsiteX23" fmla="*/ 200901 w 1213935"/>
                  <a:gd name="connsiteY23" fmla="*/ 0 h 560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213935" h="560752">
                    <a:moveTo>
                      <a:pt x="207132" y="13703"/>
                    </a:moveTo>
                    <a:lnTo>
                      <a:pt x="17970" y="481148"/>
                    </a:lnTo>
                    <a:cubicBezTo>
                      <a:pt x="11748" y="496067"/>
                      <a:pt x="12993" y="510985"/>
                      <a:pt x="22948" y="524660"/>
                    </a:cubicBezTo>
                    <a:cubicBezTo>
                      <a:pt x="31660" y="538336"/>
                      <a:pt x="46594" y="545795"/>
                      <a:pt x="62772" y="545795"/>
                    </a:cubicBezTo>
                    <a:lnTo>
                      <a:pt x="1150450" y="545795"/>
                    </a:lnTo>
                    <a:cubicBezTo>
                      <a:pt x="1177829" y="545795"/>
                      <a:pt x="1198985" y="523417"/>
                      <a:pt x="1198985" y="496067"/>
                    </a:cubicBezTo>
                    <a:cubicBezTo>
                      <a:pt x="1198985" y="468716"/>
                      <a:pt x="1177829" y="446339"/>
                      <a:pt x="1150450" y="446339"/>
                    </a:cubicBezTo>
                    <a:lnTo>
                      <a:pt x="855508" y="446339"/>
                    </a:lnTo>
                    <a:cubicBezTo>
                      <a:pt x="851774" y="446339"/>
                      <a:pt x="849285" y="446339"/>
                      <a:pt x="849285" y="443852"/>
                    </a:cubicBezTo>
                    <a:cubicBezTo>
                      <a:pt x="848041" y="441366"/>
                      <a:pt x="848041" y="438879"/>
                      <a:pt x="848041" y="436393"/>
                    </a:cubicBezTo>
                    <a:lnTo>
                      <a:pt x="1019779" y="13703"/>
                    </a:lnTo>
                    <a:close/>
                    <a:moveTo>
                      <a:pt x="200901" y="0"/>
                    </a:moveTo>
                    <a:lnTo>
                      <a:pt x="1029747" y="0"/>
                    </a:lnTo>
                    <a:cubicBezTo>
                      <a:pt x="1033480" y="0"/>
                      <a:pt x="1035970" y="1243"/>
                      <a:pt x="1035970" y="2487"/>
                    </a:cubicBezTo>
                    <a:cubicBezTo>
                      <a:pt x="1038459" y="4973"/>
                      <a:pt x="1038459" y="7460"/>
                      <a:pt x="1037214" y="9947"/>
                    </a:cubicBezTo>
                    <a:lnTo>
                      <a:pt x="865471" y="432687"/>
                    </a:lnTo>
                    <a:lnTo>
                      <a:pt x="1150465" y="432687"/>
                    </a:lnTo>
                    <a:cubicBezTo>
                      <a:pt x="1185311" y="432687"/>
                      <a:pt x="1213935" y="461284"/>
                      <a:pt x="1213935" y="496098"/>
                    </a:cubicBezTo>
                    <a:cubicBezTo>
                      <a:pt x="1213935" y="530912"/>
                      <a:pt x="1185311" y="560752"/>
                      <a:pt x="1150465" y="560752"/>
                    </a:cubicBezTo>
                    <a:lnTo>
                      <a:pt x="62760" y="560752"/>
                    </a:lnTo>
                    <a:cubicBezTo>
                      <a:pt x="41603" y="560752"/>
                      <a:pt x="22935" y="549562"/>
                      <a:pt x="10490" y="533398"/>
                    </a:cubicBezTo>
                    <a:cubicBezTo>
                      <a:pt x="-711" y="515991"/>
                      <a:pt x="-3200" y="494854"/>
                      <a:pt x="4268" y="476204"/>
                    </a:cubicBezTo>
                    <a:lnTo>
                      <a:pt x="195923" y="4973"/>
                    </a:lnTo>
                    <a:cubicBezTo>
                      <a:pt x="195923" y="1243"/>
                      <a:pt x="198412" y="0"/>
                      <a:pt x="2009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32945212-C093-E841-8BF6-D078283CA11B}"/>
                  </a:ext>
                </a:extLst>
              </p:cNvPr>
              <p:cNvSpPr/>
              <p:nvPr/>
            </p:nvSpPr>
            <p:spPr>
              <a:xfrm>
                <a:off x="11670580" y="7905361"/>
                <a:ext cx="4292998" cy="20785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47" h="1669">
                    <a:moveTo>
                      <a:pt x="3446" y="1602"/>
                    </a:moveTo>
                    <a:lnTo>
                      <a:pt x="3027" y="39"/>
                    </a:lnTo>
                    <a:cubicBezTo>
                      <a:pt x="3021" y="16"/>
                      <a:pt x="3000" y="0"/>
                      <a:pt x="2975" y="0"/>
                    </a:cubicBezTo>
                    <a:lnTo>
                      <a:pt x="53" y="0"/>
                    </a:lnTo>
                    <a:cubicBezTo>
                      <a:pt x="18" y="0"/>
                      <a:pt x="-7" y="33"/>
                      <a:pt x="2" y="67"/>
                    </a:cubicBezTo>
                    <a:lnTo>
                      <a:pt x="420" y="1629"/>
                    </a:lnTo>
                    <a:cubicBezTo>
                      <a:pt x="426" y="1652"/>
                      <a:pt x="448" y="1669"/>
                      <a:pt x="471" y="1669"/>
                    </a:cubicBezTo>
                    <a:lnTo>
                      <a:pt x="3394" y="1669"/>
                    </a:lnTo>
                    <a:cubicBezTo>
                      <a:pt x="3429" y="1669"/>
                      <a:pt x="3455" y="1635"/>
                      <a:pt x="3446" y="160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67EAC8D1-F9A0-964A-968D-79A6676F32F8}"/>
                  </a:ext>
                </a:extLst>
              </p:cNvPr>
              <p:cNvSpPr/>
              <p:nvPr/>
            </p:nvSpPr>
            <p:spPr>
              <a:xfrm>
                <a:off x="11663489" y="7897884"/>
                <a:ext cx="4307724" cy="2092229"/>
              </a:xfrm>
              <a:custGeom>
                <a:avLst/>
                <a:gdLst>
                  <a:gd name="connsiteX0" fmla="*/ 73101 w 4307724"/>
                  <a:gd name="connsiteY0" fmla="*/ 14953 h 2092229"/>
                  <a:gd name="connsiteX1" fmla="*/ 25774 w 4307724"/>
                  <a:gd name="connsiteY1" fmla="*/ 37370 h 2092229"/>
                  <a:gd name="connsiteX2" fmla="*/ 15811 w 4307724"/>
                  <a:gd name="connsiteY2" fmla="*/ 88430 h 2092229"/>
                  <a:gd name="connsiteX3" fmla="*/ 537645 w 4307724"/>
                  <a:gd name="connsiteY3" fmla="*/ 2034933 h 2092229"/>
                  <a:gd name="connsiteX4" fmla="*/ 593689 w 4307724"/>
                  <a:gd name="connsiteY4" fmla="*/ 2078521 h 2092229"/>
                  <a:gd name="connsiteX5" fmla="*/ 4234076 w 4307724"/>
                  <a:gd name="connsiteY5" fmla="*/ 2078521 h 2092229"/>
                  <a:gd name="connsiteX6" fmla="*/ 4281402 w 4307724"/>
                  <a:gd name="connsiteY6" fmla="*/ 2054859 h 2092229"/>
                  <a:gd name="connsiteX7" fmla="*/ 4291365 w 4307724"/>
                  <a:gd name="connsiteY7" fmla="*/ 2003799 h 2092229"/>
                  <a:gd name="connsiteX8" fmla="*/ 3769531 w 4307724"/>
                  <a:gd name="connsiteY8" fmla="*/ 58541 h 2092229"/>
                  <a:gd name="connsiteX9" fmla="*/ 3712241 w 4307724"/>
                  <a:gd name="connsiteY9" fmla="*/ 14953 h 2092229"/>
                  <a:gd name="connsiteX10" fmla="*/ 73097 w 4307724"/>
                  <a:gd name="connsiteY10" fmla="*/ 0 h 2092229"/>
                  <a:gd name="connsiteX11" fmla="*/ 3712249 w 4307724"/>
                  <a:gd name="connsiteY11" fmla="*/ 0 h 2092229"/>
                  <a:gd name="connsiteX12" fmla="*/ 3784484 w 4307724"/>
                  <a:gd name="connsiteY12" fmla="*/ 54797 h 2092229"/>
                  <a:gd name="connsiteX13" fmla="*/ 4305074 w 4307724"/>
                  <a:gd name="connsiteY13" fmla="*/ 2000071 h 2092229"/>
                  <a:gd name="connsiteX14" fmla="*/ 4292620 w 4307724"/>
                  <a:gd name="connsiteY14" fmla="*/ 2063585 h 2092229"/>
                  <a:gd name="connsiteX15" fmla="*/ 4234085 w 4307724"/>
                  <a:gd name="connsiteY15" fmla="*/ 2092229 h 2092229"/>
                  <a:gd name="connsiteX16" fmla="*/ 593688 w 4307724"/>
                  <a:gd name="connsiteY16" fmla="*/ 2092229 h 2092229"/>
                  <a:gd name="connsiteX17" fmla="*/ 523944 w 4307724"/>
                  <a:gd name="connsiteY17" fmla="*/ 2037432 h 2092229"/>
                  <a:gd name="connsiteX18" fmla="*/ 2108 w 4307724"/>
                  <a:gd name="connsiteY18" fmla="*/ 93403 h 2092229"/>
                  <a:gd name="connsiteX19" fmla="*/ 14562 w 4307724"/>
                  <a:gd name="connsiteY19" fmla="*/ 28644 h 2092229"/>
                  <a:gd name="connsiteX20" fmla="*/ 73097 w 4307724"/>
                  <a:gd name="connsiteY20" fmla="*/ 0 h 2092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307724" h="2092229">
                    <a:moveTo>
                      <a:pt x="73101" y="14953"/>
                    </a:moveTo>
                    <a:cubicBezTo>
                      <a:pt x="54419" y="14953"/>
                      <a:pt x="38229" y="22425"/>
                      <a:pt x="25774" y="37370"/>
                    </a:cubicBezTo>
                    <a:cubicBezTo>
                      <a:pt x="14565" y="52314"/>
                      <a:pt x="10829" y="70995"/>
                      <a:pt x="15811" y="88430"/>
                    </a:cubicBezTo>
                    <a:lnTo>
                      <a:pt x="537645" y="2034933"/>
                    </a:lnTo>
                    <a:cubicBezTo>
                      <a:pt x="543872" y="2059840"/>
                      <a:pt x="567535" y="2078521"/>
                      <a:pt x="593689" y="2078521"/>
                    </a:cubicBezTo>
                    <a:lnTo>
                      <a:pt x="4234076" y="2078521"/>
                    </a:lnTo>
                    <a:cubicBezTo>
                      <a:pt x="4252757" y="2078521"/>
                      <a:pt x="4268948" y="2069804"/>
                      <a:pt x="4281402" y="2054859"/>
                    </a:cubicBezTo>
                    <a:cubicBezTo>
                      <a:pt x="4292611" y="2039915"/>
                      <a:pt x="4296347" y="2021234"/>
                      <a:pt x="4291365" y="2003799"/>
                    </a:cubicBezTo>
                    <a:lnTo>
                      <a:pt x="3769531" y="58541"/>
                    </a:lnTo>
                    <a:cubicBezTo>
                      <a:pt x="3763304" y="32388"/>
                      <a:pt x="3739641" y="14953"/>
                      <a:pt x="3712241" y="14953"/>
                    </a:cubicBezTo>
                    <a:close/>
                    <a:moveTo>
                      <a:pt x="73097" y="0"/>
                    </a:moveTo>
                    <a:lnTo>
                      <a:pt x="3712249" y="0"/>
                    </a:lnTo>
                    <a:cubicBezTo>
                      <a:pt x="3745875" y="0"/>
                      <a:pt x="3774520" y="22417"/>
                      <a:pt x="3784484" y="54797"/>
                    </a:cubicBezTo>
                    <a:lnTo>
                      <a:pt x="4305074" y="2000071"/>
                    </a:lnTo>
                    <a:cubicBezTo>
                      <a:pt x="4311301" y="2022488"/>
                      <a:pt x="4306319" y="2046150"/>
                      <a:pt x="4292620" y="2063585"/>
                    </a:cubicBezTo>
                    <a:cubicBezTo>
                      <a:pt x="4278920" y="2082266"/>
                      <a:pt x="4257747" y="2092229"/>
                      <a:pt x="4234085" y="2092229"/>
                    </a:cubicBezTo>
                    <a:lnTo>
                      <a:pt x="593688" y="2092229"/>
                    </a:lnTo>
                    <a:cubicBezTo>
                      <a:pt x="561307" y="2092229"/>
                      <a:pt x="532662" y="2071058"/>
                      <a:pt x="523944" y="2037432"/>
                    </a:cubicBezTo>
                    <a:lnTo>
                      <a:pt x="2108" y="93403"/>
                    </a:lnTo>
                    <a:cubicBezTo>
                      <a:pt x="-2874" y="70987"/>
                      <a:pt x="862" y="47324"/>
                      <a:pt x="14562" y="28644"/>
                    </a:cubicBezTo>
                    <a:cubicBezTo>
                      <a:pt x="28262" y="9963"/>
                      <a:pt x="49434" y="0"/>
                      <a:pt x="730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B6E47071-4830-874D-BE2C-A5EDB109FFE1}"/>
                  </a:ext>
                </a:extLst>
              </p:cNvPr>
              <p:cNvSpPr/>
              <p:nvPr/>
            </p:nvSpPr>
            <p:spPr>
              <a:xfrm>
                <a:off x="11823813" y="8028726"/>
                <a:ext cx="3930473" cy="16336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56" h="1312">
                    <a:moveTo>
                      <a:pt x="2788" y="0"/>
                    </a:moveTo>
                    <a:lnTo>
                      <a:pt x="38" y="0"/>
                    </a:lnTo>
                    <a:cubicBezTo>
                      <a:pt x="13" y="0"/>
                      <a:pt x="-5" y="23"/>
                      <a:pt x="1" y="47"/>
                    </a:cubicBezTo>
                    <a:lnTo>
                      <a:pt x="333" y="1284"/>
                    </a:lnTo>
                    <a:cubicBezTo>
                      <a:pt x="337" y="1300"/>
                      <a:pt x="352" y="1312"/>
                      <a:pt x="369" y="1312"/>
                    </a:cubicBezTo>
                    <a:lnTo>
                      <a:pt x="3118" y="1312"/>
                    </a:lnTo>
                    <a:cubicBezTo>
                      <a:pt x="3144" y="1312"/>
                      <a:pt x="3161" y="1288"/>
                      <a:pt x="3155" y="1264"/>
                    </a:cubicBezTo>
                    <a:lnTo>
                      <a:pt x="2824" y="28"/>
                    </a:lnTo>
                    <a:cubicBezTo>
                      <a:pt x="2819" y="11"/>
                      <a:pt x="2804" y="0"/>
                      <a:pt x="2788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3" name="Freeform 342">
                <a:extLst>
                  <a:ext uri="{FF2B5EF4-FFF2-40B4-BE49-F238E27FC236}">
                    <a16:creationId xmlns:a16="http://schemas.microsoft.com/office/drawing/2014/main" id="{029A042B-BB60-5C4D-9FF6-4F883D161EF6}"/>
                  </a:ext>
                </a:extLst>
              </p:cNvPr>
              <p:cNvSpPr/>
              <p:nvPr/>
            </p:nvSpPr>
            <p:spPr>
              <a:xfrm>
                <a:off x="11817877" y="8021249"/>
                <a:ext cx="3945304" cy="1647365"/>
              </a:xfrm>
              <a:custGeom>
                <a:avLst/>
                <a:gdLst>
                  <a:gd name="connsiteX0" fmla="*/ 54509 w 3945304"/>
                  <a:gd name="connsiteY0" fmla="*/ 14954 h 1647365"/>
                  <a:gd name="connsiteX1" fmla="*/ 22128 w 3945304"/>
                  <a:gd name="connsiteY1" fmla="*/ 29896 h 1647365"/>
                  <a:gd name="connsiteX2" fmla="*/ 15901 w 3945304"/>
                  <a:gd name="connsiteY2" fmla="*/ 64761 h 1647365"/>
                  <a:gd name="connsiteX3" fmla="*/ 428127 w 3945304"/>
                  <a:gd name="connsiteY3" fmla="*/ 1603775 h 1647365"/>
                  <a:gd name="connsiteX4" fmla="*/ 466735 w 3945304"/>
                  <a:gd name="connsiteY4" fmla="*/ 1633659 h 1647365"/>
                  <a:gd name="connsiteX5" fmla="*/ 3890327 w 3945304"/>
                  <a:gd name="connsiteY5" fmla="*/ 1633659 h 1647365"/>
                  <a:gd name="connsiteX6" fmla="*/ 3922707 w 3945304"/>
                  <a:gd name="connsiteY6" fmla="*/ 1617472 h 1647365"/>
                  <a:gd name="connsiteX7" fmla="*/ 3930179 w 3945304"/>
                  <a:gd name="connsiteY7" fmla="*/ 1583853 h 1647365"/>
                  <a:gd name="connsiteX8" fmla="*/ 3516708 w 3945304"/>
                  <a:gd name="connsiteY8" fmla="*/ 43593 h 1647365"/>
                  <a:gd name="connsiteX9" fmla="*/ 3479347 w 3945304"/>
                  <a:gd name="connsiteY9" fmla="*/ 14954 h 1647365"/>
                  <a:gd name="connsiteX10" fmla="*/ 54505 w 3945304"/>
                  <a:gd name="connsiteY10" fmla="*/ 0 h 1647365"/>
                  <a:gd name="connsiteX11" fmla="*/ 3479350 w 3945304"/>
                  <a:gd name="connsiteY11" fmla="*/ 0 h 1647365"/>
                  <a:gd name="connsiteX12" fmla="*/ 3530411 w 3945304"/>
                  <a:gd name="connsiteY12" fmla="*/ 39846 h 1647365"/>
                  <a:gd name="connsiteX13" fmla="*/ 3943883 w 3945304"/>
                  <a:gd name="connsiteY13" fmla="*/ 1580126 h 1647365"/>
                  <a:gd name="connsiteX14" fmla="*/ 3933921 w 3945304"/>
                  <a:gd name="connsiteY14" fmla="*/ 1626197 h 1647365"/>
                  <a:gd name="connsiteX15" fmla="*/ 3890331 w 3945304"/>
                  <a:gd name="connsiteY15" fmla="*/ 1647365 h 1647365"/>
                  <a:gd name="connsiteX16" fmla="*/ 466731 w 3945304"/>
                  <a:gd name="connsiteY16" fmla="*/ 1647365 h 1647365"/>
                  <a:gd name="connsiteX17" fmla="*/ 414425 w 3945304"/>
                  <a:gd name="connsiteY17" fmla="*/ 1608765 h 1647365"/>
                  <a:gd name="connsiteX18" fmla="*/ 2198 w 3945304"/>
                  <a:gd name="connsiteY18" fmla="*/ 68485 h 1647365"/>
                  <a:gd name="connsiteX19" fmla="*/ 10916 w 3945304"/>
                  <a:gd name="connsiteY19" fmla="*/ 21168 h 1647365"/>
                  <a:gd name="connsiteX20" fmla="*/ 54505 w 3945304"/>
                  <a:gd name="connsiteY20" fmla="*/ 0 h 16473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945304" h="1647365">
                    <a:moveTo>
                      <a:pt x="54509" y="14954"/>
                    </a:moveTo>
                    <a:cubicBezTo>
                      <a:pt x="42055" y="14954"/>
                      <a:pt x="29601" y="19935"/>
                      <a:pt x="22128" y="29896"/>
                    </a:cubicBezTo>
                    <a:cubicBezTo>
                      <a:pt x="14656" y="39857"/>
                      <a:pt x="13411" y="52309"/>
                      <a:pt x="15901" y="64761"/>
                    </a:cubicBezTo>
                    <a:lnTo>
                      <a:pt x="428127" y="1603775"/>
                    </a:lnTo>
                    <a:cubicBezTo>
                      <a:pt x="433109" y="1621207"/>
                      <a:pt x="449299" y="1633659"/>
                      <a:pt x="466735" y="1633659"/>
                    </a:cubicBezTo>
                    <a:lnTo>
                      <a:pt x="3890327" y="1633659"/>
                    </a:lnTo>
                    <a:cubicBezTo>
                      <a:pt x="3902781" y="1633659"/>
                      <a:pt x="3915235" y="1627433"/>
                      <a:pt x="3922707" y="1617472"/>
                    </a:cubicBezTo>
                    <a:cubicBezTo>
                      <a:pt x="3930179" y="1608756"/>
                      <a:pt x="3932671" y="1595059"/>
                      <a:pt x="3930179" y="1583853"/>
                    </a:cubicBezTo>
                    <a:lnTo>
                      <a:pt x="3516708" y="43593"/>
                    </a:lnTo>
                    <a:cubicBezTo>
                      <a:pt x="3512972" y="26161"/>
                      <a:pt x="3496782" y="14954"/>
                      <a:pt x="3479347" y="14954"/>
                    </a:cubicBezTo>
                    <a:close/>
                    <a:moveTo>
                      <a:pt x="54505" y="0"/>
                    </a:moveTo>
                    <a:lnTo>
                      <a:pt x="3479350" y="0"/>
                    </a:lnTo>
                    <a:cubicBezTo>
                      <a:pt x="3503013" y="0"/>
                      <a:pt x="3524184" y="16188"/>
                      <a:pt x="3530411" y="39846"/>
                    </a:cubicBezTo>
                    <a:lnTo>
                      <a:pt x="3943883" y="1580126"/>
                    </a:lnTo>
                    <a:cubicBezTo>
                      <a:pt x="3947620" y="1596313"/>
                      <a:pt x="3943883" y="1613745"/>
                      <a:pt x="3933921" y="1626197"/>
                    </a:cubicBezTo>
                    <a:cubicBezTo>
                      <a:pt x="3923957" y="1639894"/>
                      <a:pt x="3907767" y="1647365"/>
                      <a:pt x="3890331" y="1647365"/>
                    </a:cubicBezTo>
                    <a:lnTo>
                      <a:pt x="466731" y="1647365"/>
                    </a:lnTo>
                    <a:cubicBezTo>
                      <a:pt x="441823" y="1647365"/>
                      <a:pt x="420652" y="1631178"/>
                      <a:pt x="414425" y="1608765"/>
                    </a:cubicBezTo>
                    <a:lnTo>
                      <a:pt x="2198" y="68485"/>
                    </a:lnTo>
                    <a:cubicBezTo>
                      <a:pt x="-2784" y="51052"/>
                      <a:pt x="952" y="34865"/>
                      <a:pt x="10916" y="21168"/>
                    </a:cubicBezTo>
                    <a:cubicBezTo>
                      <a:pt x="22124" y="7471"/>
                      <a:pt x="37069" y="0"/>
                      <a:pt x="545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D524128C-3E31-6B4C-9954-9A768B5CD1CF}"/>
                  </a:ext>
                </a:extLst>
              </p:cNvPr>
              <p:cNvSpPr/>
              <p:nvPr/>
            </p:nvSpPr>
            <p:spPr>
              <a:xfrm>
                <a:off x="13969063" y="9737151"/>
                <a:ext cx="175657" cy="1757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2" h="142">
                    <a:moveTo>
                      <a:pt x="142" y="71"/>
                    </a:moveTo>
                    <a:cubicBezTo>
                      <a:pt x="142" y="110"/>
                      <a:pt x="110" y="142"/>
                      <a:pt x="71" y="142"/>
                    </a:cubicBezTo>
                    <a:cubicBezTo>
                      <a:pt x="31" y="142"/>
                      <a:pt x="0" y="110"/>
                      <a:pt x="0" y="71"/>
                    </a:cubicBezTo>
                    <a:cubicBezTo>
                      <a:pt x="0" y="31"/>
                      <a:pt x="31" y="0"/>
                      <a:pt x="71" y="0"/>
                    </a:cubicBezTo>
                    <a:cubicBezTo>
                      <a:pt x="110" y="0"/>
                      <a:pt x="142" y="31"/>
                      <a:pt x="142" y="7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4" name="Freeform 343">
                <a:extLst>
                  <a:ext uri="{FF2B5EF4-FFF2-40B4-BE49-F238E27FC236}">
                    <a16:creationId xmlns:a16="http://schemas.microsoft.com/office/drawing/2014/main" id="{DE063C8F-C96F-904C-9F9E-B5EAAF06DEE5}"/>
                  </a:ext>
                </a:extLst>
              </p:cNvPr>
              <p:cNvSpPr/>
              <p:nvPr/>
            </p:nvSpPr>
            <p:spPr>
              <a:xfrm>
                <a:off x="13961588" y="9728428"/>
                <a:ext cx="190606" cy="190656"/>
              </a:xfrm>
              <a:custGeom>
                <a:avLst/>
                <a:gdLst>
                  <a:gd name="connsiteX0" fmla="*/ 95311 w 190606"/>
                  <a:gd name="connsiteY0" fmla="*/ 14950 h 190656"/>
                  <a:gd name="connsiteX1" fmla="*/ 14953 w 190606"/>
                  <a:gd name="connsiteY1" fmla="*/ 96566 h 190656"/>
                  <a:gd name="connsiteX2" fmla="*/ 95311 w 190606"/>
                  <a:gd name="connsiteY2" fmla="*/ 176945 h 190656"/>
                  <a:gd name="connsiteX3" fmla="*/ 176906 w 190606"/>
                  <a:gd name="connsiteY3" fmla="*/ 96566 h 190656"/>
                  <a:gd name="connsiteX4" fmla="*/ 95311 w 190606"/>
                  <a:gd name="connsiteY4" fmla="*/ 14950 h 190656"/>
                  <a:gd name="connsiteX5" fmla="*/ 95303 w 190606"/>
                  <a:gd name="connsiteY5" fmla="*/ 0 h 190656"/>
                  <a:gd name="connsiteX6" fmla="*/ 190606 w 190606"/>
                  <a:gd name="connsiteY6" fmla="*/ 96566 h 190656"/>
                  <a:gd name="connsiteX7" fmla="*/ 95303 w 190606"/>
                  <a:gd name="connsiteY7" fmla="*/ 190656 h 190656"/>
                  <a:gd name="connsiteX8" fmla="*/ 0 w 190606"/>
                  <a:gd name="connsiteY8" fmla="*/ 96566 h 190656"/>
                  <a:gd name="connsiteX9" fmla="*/ 95303 w 190606"/>
                  <a:gd name="connsiteY9" fmla="*/ 0 h 19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0606" h="190656">
                    <a:moveTo>
                      <a:pt x="95311" y="14950"/>
                    </a:moveTo>
                    <a:cubicBezTo>
                      <a:pt x="50805" y="14950"/>
                      <a:pt x="14953" y="50811"/>
                      <a:pt x="14953" y="96566"/>
                    </a:cubicBezTo>
                    <a:cubicBezTo>
                      <a:pt x="14953" y="139847"/>
                      <a:pt x="50805" y="176945"/>
                      <a:pt x="95311" y="176945"/>
                    </a:cubicBezTo>
                    <a:cubicBezTo>
                      <a:pt x="139818" y="176945"/>
                      <a:pt x="176906" y="139847"/>
                      <a:pt x="176906" y="96566"/>
                    </a:cubicBezTo>
                    <a:cubicBezTo>
                      <a:pt x="176906" y="50811"/>
                      <a:pt x="139818" y="14950"/>
                      <a:pt x="95311" y="14950"/>
                    </a:cubicBezTo>
                    <a:close/>
                    <a:moveTo>
                      <a:pt x="95303" y="0"/>
                    </a:moveTo>
                    <a:cubicBezTo>
                      <a:pt x="148524" y="0"/>
                      <a:pt x="190606" y="43331"/>
                      <a:pt x="190606" y="96566"/>
                    </a:cubicBezTo>
                    <a:cubicBezTo>
                      <a:pt x="190606" y="148563"/>
                      <a:pt x="148524" y="190656"/>
                      <a:pt x="95303" y="190656"/>
                    </a:cubicBezTo>
                    <a:cubicBezTo>
                      <a:pt x="43320" y="190656"/>
                      <a:pt x="0" y="148563"/>
                      <a:pt x="0" y="96566"/>
                    </a:cubicBezTo>
                    <a:cubicBezTo>
                      <a:pt x="0" y="43331"/>
                      <a:pt x="43320" y="0"/>
                      <a:pt x="953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8B222F28-5AD6-A644-B6BA-241BFA322286}"/>
                  </a:ext>
                </a:extLst>
              </p:cNvPr>
              <p:cNvSpPr/>
              <p:nvPr/>
            </p:nvSpPr>
            <p:spPr>
              <a:xfrm>
                <a:off x="13582871" y="10411300"/>
                <a:ext cx="698889" cy="124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62" h="11">
                    <a:moveTo>
                      <a:pt x="557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557" y="0"/>
                    </a:lnTo>
                    <a:cubicBezTo>
                      <a:pt x="560" y="0"/>
                      <a:pt x="562" y="2"/>
                      <a:pt x="562" y="6"/>
                    </a:cubicBezTo>
                    <a:cubicBezTo>
                      <a:pt x="562" y="9"/>
                      <a:pt x="560" y="11"/>
                      <a:pt x="557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0BD9B0D5-2F98-CA4B-AA30-F821D904A550}"/>
                  </a:ext>
                </a:extLst>
              </p:cNvPr>
              <p:cNvSpPr/>
              <p:nvPr/>
            </p:nvSpPr>
            <p:spPr>
              <a:xfrm>
                <a:off x="14106103" y="8643061"/>
                <a:ext cx="479630" cy="8274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6" h="665">
                    <a:moveTo>
                      <a:pt x="386" y="648"/>
                    </a:moveTo>
                    <a:lnTo>
                      <a:pt x="215" y="9"/>
                    </a:lnTo>
                    <a:cubicBezTo>
                      <a:pt x="213" y="4"/>
                      <a:pt x="208" y="0"/>
                      <a:pt x="202" y="0"/>
                    </a:cubicBezTo>
                    <a:lnTo>
                      <a:pt x="14" y="0"/>
                    </a:lnTo>
                    <a:cubicBezTo>
                      <a:pt x="5" y="0"/>
                      <a:pt x="-2" y="8"/>
                      <a:pt x="1" y="16"/>
                    </a:cubicBezTo>
                    <a:lnTo>
                      <a:pt x="172" y="655"/>
                    </a:lnTo>
                    <a:cubicBezTo>
                      <a:pt x="173" y="661"/>
                      <a:pt x="179" y="665"/>
                      <a:pt x="184" y="665"/>
                    </a:cubicBezTo>
                    <a:lnTo>
                      <a:pt x="373" y="665"/>
                    </a:lnTo>
                    <a:cubicBezTo>
                      <a:pt x="382" y="665"/>
                      <a:pt x="388" y="657"/>
                      <a:pt x="386" y="64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5" name="Freeform 344">
                <a:extLst>
                  <a:ext uri="{FF2B5EF4-FFF2-40B4-BE49-F238E27FC236}">
                    <a16:creationId xmlns:a16="http://schemas.microsoft.com/office/drawing/2014/main" id="{DFB992FD-E439-FC4A-AF4A-4B2E4A2C0EF9}"/>
                  </a:ext>
                </a:extLst>
              </p:cNvPr>
              <p:cNvSpPr/>
              <p:nvPr/>
            </p:nvSpPr>
            <p:spPr>
              <a:xfrm>
                <a:off x="14098162" y="8635585"/>
                <a:ext cx="494250" cy="842374"/>
              </a:xfrm>
              <a:custGeom>
                <a:avLst/>
                <a:gdLst>
                  <a:gd name="connsiteX0" fmla="*/ 24110 w 494250"/>
                  <a:gd name="connsiteY0" fmla="*/ 14953 h 842374"/>
                  <a:gd name="connsiteX1" fmla="*/ 15412 w 494250"/>
                  <a:gd name="connsiteY1" fmla="*/ 17441 h 842374"/>
                  <a:gd name="connsiteX2" fmla="*/ 14170 w 494250"/>
                  <a:gd name="connsiteY2" fmla="*/ 26151 h 842374"/>
                  <a:gd name="connsiteX3" fmla="*/ 227875 w 494250"/>
                  <a:gd name="connsiteY3" fmla="*/ 821200 h 842374"/>
                  <a:gd name="connsiteX4" fmla="*/ 235330 w 494250"/>
                  <a:gd name="connsiteY4" fmla="*/ 827421 h 842374"/>
                  <a:gd name="connsiteX5" fmla="*/ 470156 w 494250"/>
                  <a:gd name="connsiteY5" fmla="*/ 827421 h 842374"/>
                  <a:gd name="connsiteX6" fmla="*/ 477611 w 494250"/>
                  <a:gd name="connsiteY6" fmla="*/ 823688 h 842374"/>
                  <a:gd name="connsiteX7" fmla="*/ 478854 w 494250"/>
                  <a:gd name="connsiteY7" fmla="*/ 816223 h 842374"/>
                  <a:gd name="connsiteX8" fmla="*/ 266391 w 494250"/>
                  <a:gd name="connsiteY8" fmla="*/ 21174 h 842374"/>
                  <a:gd name="connsiteX9" fmla="*/ 257694 w 494250"/>
                  <a:gd name="connsiteY9" fmla="*/ 14953 h 842374"/>
                  <a:gd name="connsiteX10" fmla="*/ 24077 w 494250"/>
                  <a:gd name="connsiteY10" fmla="*/ 0 h 842374"/>
                  <a:gd name="connsiteX11" fmla="*/ 257697 w 494250"/>
                  <a:gd name="connsiteY11" fmla="*/ 0 h 842374"/>
                  <a:gd name="connsiteX12" fmla="*/ 280065 w 494250"/>
                  <a:gd name="connsiteY12" fmla="*/ 17420 h 842374"/>
                  <a:gd name="connsiteX13" fmla="*/ 493802 w 494250"/>
                  <a:gd name="connsiteY13" fmla="*/ 812511 h 842374"/>
                  <a:gd name="connsiteX14" fmla="*/ 488832 w 494250"/>
                  <a:gd name="connsiteY14" fmla="*/ 832420 h 842374"/>
                  <a:gd name="connsiteX15" fmla="*/ 470192 w 494250"/>
                  <a:gd name="connsiteY15" fmla="*/ 842374 h 842374"/>
                  <a:gd name="connsiteX16" fmla="*/ 235329 w 494250"/>
                  <a:gd name="connsiteY16" fmla="*/ 842374 h 842374"/>
                  <a:gd name="connsiteX17" fmla="*/ 214204 w 494250"/>
                  <a:gd name="connsiteY17" fmla="*/ 824954 h 842374"/>
                  <a:gd name="connsiteX18" fmla="*/ 466 w 494250"/>
                  <a:gd name="connsiteY18" fmla="*/ 29863 h 842374"/>
                  <a:gd name="connsiteX19" fmla="*/ 4194 w 494250"/>
                  <a:gd name="connsiteY19" fmla="*/ 8710 h 842374"/>
                  <a:gd name="connsiteX20" fmla="*/ 24077 w 494250"/>
                  <a:gd name="connsiteY20" fmla="*/ 0 h 8423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94250" h="842374">
                    <a:moveTo>
                      <a:pt x="24110" y="14953"/>
                    </a:moveTo>
                    <a:cubicBezTo>
                      <a:pt x="20382" y="14953"/>
                      <a:pt x="17897" y="16197"/>
                      <a:pt x="15412" y="17441"/>
                    </a:cubicBezTo>
                    <a:cubicBezTo>
                      <a:pt x="14170" y="19930"/>
                      <a:pt x="14170" y="22418"/>
                      <a:pt x="14170" y="26151"/>
                    </a:cubicBezTo>
                    <a:lnTo>
                      <a:pt x="227875" y="821200"/>
                    </a:lnTo>
                    <a:cubicBezTo>
                      <a:pt x="227875" y="824933"/>
                      <a:pt x="231602" y="827421"/>
                      <a:pt x="235330" y="827421"/>
                    </a:cubicBezTo>
                    <a:lnTo>
                      <a:pt x="470156" y="827421"/>
                    </a:lnTo>
                    <a:cubicBezTo>
                      <a:pt x="473884" y="827421"/>
                      <a:pt x="476369" y="826177"/>
                      <a:pt x="477611" y="823688"/>
                    </a:cubicBezTo>
                    <a:cubicBezTo>
                      <a:pt x="480096" y="821200"/>
                      <a:pt x="480096" y="818712"/>
                      <a:pt x="478854" y="816223"/>
                    </a:cubicBezTo>
                    <a:lnTo>
                      <a:pt x="266391" y="21174"/>
                    </a:lnTo>
                    <a:cubicBezTo>
                      <a:pt x="265149" y="17441"/>
                      <a:pt x="261421" y="14953"/>
                      <a:pt x="257694" y="14953"/>
                    </a:cubicBezTo>
                    <a:close/>
                    <a:moveTo>
                      <a:pt x="24077" y="0"/>
                    </a:moveTo>
                    <a:lnTo>
                      <a:pt x="257697" y="0"/>
                    </a:lnTo>
                    <a:cubicBezTo>
                      <a:pt x="268881" y="0"/>
                      <a:pt x="277579" y="6221"/>
                      <a:pt x="280065" y="17420"/>
                    </a:cubicBezTo>
                    <a:lnTo>
                      <a:pt x="493802" y="812511"/>
                    </a:lnTo>
                    <a:cubicBezTo>
                      <a:pt x="495045" y="818733"/>
                      <a:pt x="493802" y="827443"/>
                      <a:pt x="488832" y="832420"/>
                    </a:cubicBezTo>
                    <a:cubicBezTo>
                      <a:pt x="483861" y="838641"/>
                      <a:pt x="477648" y="842374"/>
                      <a:pt x="470192" y="842374"/>
                    </a:cubicBezTo>
                    <a:lnTo>
                      <a:pt x="235329" y="842374"/>
                    </a:lnTo>
                    <a:cubicBezTo>
                      <a:pt x="225388" y="842374"/>
                      <a:pt x="215446" y="834908"/>
                      <a:pt x="214204" y="824954"/>
                    </a:cubicBezTo>
                    <a:lnTo>
                      <a:pt x="466" y="29863"/>
                    </a:lnTo>
                    <a:cubicBezTo>
                      <a:pt x="-777" y="22397"/>
                      <a:pt x="466" y="14931"/>
                      <a:pt x="4194" y="8710"/>
                    </a:cubicBezTo>
                    <a:cubicBezTo>
                      <a:pt x="9165" y="2489"/>
                      <a:pt x="15378" y="0"/>
                      <a:pt x="240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32CDE74B-AF4A-8B48-A686-BE96081ACC23}"/>
                  </a:ext>
                </a:extLst>
              </p:cNvPr>
              <p:cNvSpPr/>
              <p:nvPr/>
            </p:nvSpPr>
            <p:spPr>
              <a:xfrm>
                <a:off x="14656743" y="8939633"/>
                <a:ext cx="397408" cy="5308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0" h="427">
                    <a:moveTo>
                      <a:pt x="319" y="405"/>
                    </a:moveTo>
                    <a:lnTo>
                      <a:pt x="213" y="13"/>
                    </a:lnTo>
                    <a:cubicBezTo>
                      <a:pt x="212" y="6"/>
                      <a:pt x="205" y="0"/>
                      <a:pt x="197" y="0"/>
                    </a:cubicBezTo>
                    <a:lnTo>
                      <a:pt x="17" y="0"/>
                    </a:lnTo>
                    <a:cubicBezTo>
                      <a:pt x="5" y="0"/>
                      <a:pt x="-2" y="11"/>
                      <a:pt x="0" y="22"/>
                    </a:cubicBezTo>
                    <a:lnTo>
                      <a:pt x="105" y="414"/>
                    </a:lnTo>
                    <a:cubicBezTo>
                      <a:pt x="107" y="422"/>
                      <a:pt x="114" y="427"/>
                      <a:pt x="122" y="427"/>
                    </a:cubicBezTo>
                    <a:lnTo>
                      <a:pt x="301" y="427"/>
                    </a:lnTo>
                    <a:cubicBezTo>
                      <a:pt x="313" y="427"/>
                      <a:pt x="321" y="416"/>
                      <a:pt x="319" y="40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C650DA07-7412-4F48-A87D-4C10D5310E2C}"/>
                  </a:ext>
                </a:extLst>
              </p:cNvPr>
              <p:cNvSpPr/>
              <p:nvPr/>
            </p:nvSpPr>
            <p:spPr>
              <a:xfrm>
                <a:off x="14648835" y="8933406"/>
                <a:ext cx="411500" cy="544553"/>
              </a:xfrm>
              <a:custGeom>
                <a:avLst/>
                <a:gdLst>
                  <a:gd name="connsiteX0" fmla="*/ 30283 w 411500"/>
                  <a:gd name="connsiteY0" fmla="*/ 13704 h 544553"/>
                  <a:gd name="connsiteX1" fmla="*/ 19107 w 411500"/>
                  <a:gd name="connsiteY1" fmla="*/ 19920 h 544553"/>
                  <a:gd name="connsiteX2" fmla="*/ 16624 w 411500"/>
                  <a:gd name="connsiteY2" fmla="*/ 32351 h 544553"/>
                  <a:gd name="connsiteX3" fmla="*/ 147007 w 411500"/>
                  <a:gd name="connsiteY3" fmla="*/ 519651 h 544553"/>
                  <a:gd name="connsiteX4" fmla="*/ 160666 w 411500"/>
                  <a:gd name="connsiteY4" fmla="*/ 529596 h 544553"/>
                  <a:gd name="connsiteX5" fmla="*/ 382939 w 411500"/>
                  <a:gd name="connsiteY5" fmla="*/ 529596 h 544553"/>
                  <a:gd name="connsiteX6" fmla="*/ 395356 w 411500"/>
                  <a:gd name="connsiteY6" fmla="*/ 523380 h 544553"/>
                  <a:gd name="connsiteX7" fmla="*/ 397840 w 411500"/>
                  <a:gd name="connsiteY7" fmla="*/ 512192 h 544553"/>
                  <a:gd name="connsiteX8" fmla="*/ 267457 w 411500"/>
                  <a:gd name="connsiteY8" fmla="*/ 24892 h 544553"/>
                  <a:gd name="connsiteX9" fmla="*/ 253797 w 411500"/>
                  <a:gd name="connsiteY9" fmla="*/ 13704 h 544553"/>
                  <a:gd name="connsiteX10" fmla="*/ 28999 w 411500"/>
                  <a:gd name="connsiteY10" fmla="*/ 0 h 544553"/>
                  <a:gd name="connsiteX11" fmla="*/ 252564 w 411500"/>
                  <a:gd name="connsiteY11" fmla="*/ 0 h 544553"/>
                  <a:gd name="connsiteX12" fmla="*/ 279888 w 411500"/>
                  <a:gd name="connsiteY12" fmla="*/ 21136 h 544553"/>
                  <a:gd name="connsiteX13" fmla="*/ 410301 w 411500"/>
                  <a:gd name="connsiteY13" fmla="*/ 507255 h 544553"/>
                  <a:gd name="connsiteX14" fmla="*/ 405333 w 411500"/>
                  <a:gd name="connsiteY14" fmla="*/ 533364 h 544553"/>
                  <a:gd name="connsiteX15" fmla="*/ 381734 w 411500"/>
                  <a:gd name="connsiteY15" fmla="*/ 544553 h 544553"/>
                  <a:gd name="connsiteX16" fmla="*/ 159411 w 411500"/>
                  <a:gd name="connsiteY16" fmla="*/ 544553 h 544553"/>
                  <a:gd name="connsiteX17" fmla="*/ 132087 w 411500"/>
                  <a:gd name="connsiteY17" fmla="*/ 523417 h 544553"/>
                  <a:gd name="connsiteX18" fmla="*/ 432 w 411500"/>
                  <a:gd name="connsiteY18" fmla="*/ 36055 h 544553"/>
                  <a:gd name="connsiteX19" fmla="*/ 6642 w 411500"/>
                  <a:gd name="connsiteY19" fmla="*/ 11189 h 544553"/>
                  <a:gd name="connsiteX20" fmla="*/ 28999 w 411500"/>
                  <a:gd name="connsiteY20" fmla="*/ 0 h 5445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11500" h="544553">
                    <a:moveTo>
                      <a:pt x="30283" y="13704"/>
                    </a:moveTo>
                    <a:cubicBezTo>
                      <a:pt x="25316" y="13704"/>
                      <a:pt x="21591" y="16190"/>
                      <a:pt x="19107" y="19920"/>
                    </a:cubicBezTo>
                    <a:cubicBezTo>
                      <a:pt x="15382" y="23649"/>
                      <a:pt x="15382" y="27378"/>
                      <a:pt x="16624" y="32351"/>
                    </a:cubicBezTo>
                    <a:lnTo>
                      <a:pt x="147007" y="519651"/>
                    </a:lnTo>
                    <a:cubicBezTo>
                      <a:pt x="148249" y="525867"/>
                      <a:pt x="154458" y="529596"/>
                      <a:pt x="160666" y="529596"/>
                    </a:cubicBezTo>
                    <a:lnTo>
                      <a:pt x="382939" y="529596"/>
                    </a:lnTo>
                    <a:cubicBezTo>
                      <a:pt x="387906" y="529596"/>
                      <a:pt x="392873" y="527110"/>
                      <a:pt x="395356" y="523380"/>
                    </a:cubicBezTo>
                    <a:cubicBezTo>
                      <a:pt x="397840" y="520894"/>
                      <a:pt x="399082" y="515922"/>
                      <a:pt x="397840" y="512192"/>
                    </a:cubicBezTo>
                    <a:lnTo>
                      <a:pt x="267457" y="24892"/>
                    </a:lnTo>
                    <a:cubicBezTo>
                      <a:pt x="266215" y="18676"/>
                      <a:pt x="260006" y="13704"/>
                      <a:pt x="253797" y="13704"/>
                    </a:cubicBezTo>
                    <a:close/>
                    <a:moveTo>
                      <a:pt x="28999" y="0"/>
                    </a:moveTo>
                    <a:lnTo>
                      <a:pt x="252564" y="0"/>
                    </a:lnTo>
                    <a:cubicBezTo>
                      <a:pt x="264984" y="0"/>
                      <a:pt x="277404" y="8703"/>
                      <a:pt x="279888" y="21136"/>
                    </a:cubicBezTo>
                    <a:lnTo>
                      <a:pt x="410301" y="507255"/>
                    </a:lnTo>
                    <a:cubicBezTo>
                      <a:pt x="412785" y="517201"/>
                      <a:pt x="411543" y="525904"/>
                      <a:pt x="405333" y="533364"/>
                    </a:cubicBezTo>
                    <a:cubicBezTo>
                      <a:pt x="400365" y="539580"/>
                      <a:pt x="391671" y="544553"/>
                      <a:pt x="381734" y="544553"/>
                    </a:cubicBezTo>
                    <a:lnTo>
                      <a:pt x="159411" y="544553"/>
                    </a:lnTo>
                    <a:cubicBezTo>
                      <a:pt x="145749" y="544553"/>
                      <a:pt x="134571" y="534607"/>
                      <a:pt x="132087" y="523417"/>
                    </a:cubicBezTo>
                    <a:lnTo>
                      <a:pt x="432" y="36055"/>
                    </a:lnTo>
                    <a:cubicBezTo>
                      <a:pt x="-810" y="27352"/>
                      <a:pt x="432" y="18649"/>
                      <a:pt x="6642" y="11189"/>
                    </a:cubicBezTo>
                    <a:cubicBezTo>
                      <a:pt x="11610" y="3730"/>
                      <a:pt x="20304" y="0"/>
                      <a:pt x="289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606A8228-555E-384C-965E-20EC1C5038D4}"/>
                  </a:ext>
                </a:extLst>
              </p:cNvPr>
              <p:cNvSpPr/>
              <p:nvPr/>
            </p:nvSpPr>
            <p:spPr>
              <a:xfrm>
                <a:off x="15179976" y="9157707"/>
                <a:ext cx="335118" cy="3127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0" h="252">
                    <a:moveTo>
                      <a:pt x="1" y="28"/>
                    </a:moveTo>
                    <a:lnTo>
                      <a:pt x="57" y="236"/>
                    </a:lnTo>
                    <a:cubicBezTo>
                      <a:pt x="59" y="245"/>
                      <a:pt x="68" y="252"/>
                      <a:pt x="78" y="252"/>
                    </a:cubicBezTo>
                    <a:lnTo>
                      <a:pt x="248" y="252"/>
                    </a:lnTo>
                    <a:cubicBezTo>
                      <a:pt x="263" y="252"/>
                      <a:pt x="273" y="238"/>
                      <a:pt x="270" y="224"/>
                    </a:cubicBezTo>
                    <a:lnTo>
                      <a:pt x="214" y="17"/>
                    </a:lnTo>
                    <a:cubicBezTo>
                      <a:pt x="211" y="7"/>
                      <a:pt x="202" y="0"/>
                      <a:pt x="193" y="0"/>
                    </a:cubicBezTo>
                    <a:lnTo>
                      <a:pt x="22" y="0"/>
                    </a:lnTo>
                    <a:cubicBezTo>
                      <a:pt x="8" y="0"/>
                      <a:pt x="-3" y="14"/>
                      <a:pt x="1" y="2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C30DA52D-30E2-5B4C-A40D-C4EF456F9016}"/>
                  </a:ext>
                </a:extLst>
              </p:cNvPr>
              <p:cNvSpPr/>
              <p:nvPr/>
            </p:nvSpPr>
            <p:spPr>
              <a:xfrm>
                <a:off x="15171993" y="9151477"/>
                <a:ext cx="349250" cy="326482"/>
              </a:xfrm>
              <a:custGeom>
                <a:avLst/>
                <a:gdLst>
                  <a:gd name="connsiteX0" fmla="*/ 35312 w 349250"/>
                  <a:gd name="connsiteY0" fmla="*/ 14953 h 326482"/>
                  <a:gd name="connsiteX1" fmla="*/ 20421 w 349250"/>
                  <a:gd name="connsiteY1" fmla="*/ 22398 h 326482"/>
                  <a:gd name="connsiteX2" fmla="*/ 16698 w 349250"/>
                  <a:gd name="connsiteY2" fmla="*/ 39771 h 326482"/>
                  <a:gd name="connsiteX3" fmla="*/ 84951 w 349250"/>
                  <a:gd name="connsiteY3" fmla="*/ 296638 h 326482"/>
                  <a:gd name="connsiteX4" fmla="*/ 104806 w 349250"/>
                  <a:gd name="connsiteY4" fmla="*/ 311529 h 326482"/>
                  <a:gd name="connsiteX5" fmla="*/ 315770 w 349250"/>
                  <a:gd name="connsiteY5" fmla="*/ 311529 h 326482"/>
                  <a:gd name="connsiteX6" fmla="*/ 331902 w 349250"/>
                  <a:gd name="connsiteY6" fmla="*/ 302843 h 326482"/>
                  <a:gd name="connsiteX7" fmla="*/ 335625 w 349250"/>
                  <a:gd name="connsiteY7" fmla="*/ 286711 h 326482"/>
                  <a:gd name="connsiteX8" fmla="*/ 266131 w 349250"/>
                  <a:gd name="connsiteY8" fmla="*/ 28603 h 326482"/>
                  <a:gd name="connsiteX9" fmla="*/ 247517 w 349250"/>
                  <a:gd name="connsiteY9" fmla="*/ 14953 h 326482"/>
                  <a:gd name="connsiteX10" fmla="*/ 34025 w 349250"/>
                  <a:gd name="connsiteY10" fmla="*/ 0 h 326482"/>
                  <a:gd name="connsiteX11" fmla="*/ 246297 w 349250"/>
                  <a:gd name="connsiteY11" fmla="*/ 0 h 326482"/>
                  <a:gd name="connsiteX12" fmla="*/ 278573 w 349250"/>
                  <a:gd name="connsiteY12" fmla="*/ 24828 h 326482"/>
                  <a:gd name="connsiteX13" fmla="*/ 348089 w 349250"/>
                  <a:gd name="connsiteY13" fmla="*/ 283034 h 326482"/>
                  <a:gd name="connsiteX14" fmla="*/ 341882 w 349250"/>
                  <a:gd name="connsiteY14" fmla="*/ 312827 h 326482"/>
                  <a:gd name="connsiteX15" fmla="*/ 314572 w 349250"/>
                  <a:gd name="connsiteY15" fmla="*/ 326482 h 326482"/>
                  <a:gd name="connsiteX16" fmla="*/ 103541 w 349250"/>
                  <a:gd name="connsiteY16" fmla="*/ 326482 h 326482"/>
                  <a:gd name="connsiteX17" fmla="*/ 70024 w 349250"/>
                  <a:gd name="connsiteY17" fmla="*/ 300413 h 326482"/>
                  <a:gd name="connsiteX18" fmla="*/ 1749 w 349250"/>
                  <a:gd name="connsiteY18" fmla="*/ 43448 h 326482"/>
                  <a:gd name="connsiteX19" fmla="*/ 6715 w 349250"/>
                  <a:gd name="connsiteY19" fmla="*/ 12414 h 326482"/>
                  <a:gd name="connsiteX20" fmla="*/ 34025 w 349250"/>
                  <a:gd name="connsiteY20" fmla="*/ 0 h 3264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9250" h="326482">
                    <a:moveTo>
                      <a:pt x="35312" y="14953"/>
                    </a:moveTo>
                    <a:cubicBezTo>
                      <a:pt x="29108" y="14953"/>
                      <a:pt x="24144" y="17435"/>
                      <a:pt x="20421" y="22398"/>
                    </a:cubicBezTo>
                    <a:cubicBezTo>
                      <a:pt x="16698" y="26121"/>
                      <a:pt x="14216" y="33567"/>
                      <a:pt x="16698" y="39771"/>
                    </a:cubicBezTo>
                    <a:lnTo>
                      <a:pt x="84951" y="296638"/>
                    </a:lnTo>
                    <a:cubicBezTo>
                      <a:pt x="87433" y="305324"/>
                      <a:pt x="94879" y="311529"/>
                      <a:pt x="104806" y="311529"/>
                    </a:cubicBezTo>
                    <a:lnTo>
                      <a:pt x="315770" y="311529"/>
                    </a:lnTo>
                    <a:cubicBezTo>
                      <a:pt x="321974" y="311529"/>
                      <a:pt x="328179" y="309047"/>
                      <a:pt x="331902" y="302843"/>
                    </a:cubicBezTo>
                    <a:cubicBezTo>
                      <a:pt x="335625" y="299120"/>
                      <a:pt x="336866" y="292915"/>
                      <a:pt x="335625" y="286711"/>
                    </a:cubicBezTo>
                    <a:lnTo>
                      <a:pt x="266131" y="28603"/>
                    </a:lnTo>
                    <a:cubicBezTo>
                      <a:pt x="263649" y="19917"/>
                      <a:pt x="256203" y="14953"/>
                      <a:pt x="247517" y="14953"/>
                    </a:cubicBezTo>
                    <a:close/>
                    <a:moveTo>
                      <a:pt x="34025" y="0"/>
                    </a:moveTo>
                    <a:lnTo>
                      <a:pt x="246297" y="0"/>
                    </a:lnTo>
                    <a:cubicBezTo>
                      <a:pt x="262435" y="0"/>
                      <a:pt x="276090" y="9931"/>
                      <a:pt x="278573" y="24828"/>
                    </a:cubicBezTo>
                    <a:lnTo>
                      <a:pt x="348089" y="283034"/>
                    </a:lnTo>
                    <a:cubicBezTo>
                      <a:pt x="350571" y="294206"/>
                      <a:pt x="349330" y="304137"/>
                      <a:pt x="341882" y="312827"/>
                    </a:cubicBezTo>
                    <a:cubicBezTo>
                      <a:pt x="335675" y="321517"/>
                      <a:pt x="325744" y="326482"/>
                      <a:pt x="314572" y="326482"/>
                    </a:cubicBezTo>
                    <a:lnTo>
                      <a:pt x="103541" y="326482"/>
                    </a:lnTo>
                    <a:cubicBezTo>
                      <a:pt x="87403" y="326482"/>
                      <a:pt x="73748" y="315310"/>
                      <a:pt x="70024" y="300413"/>
                    </a:cubicBezTo>
                    <a:lnTo>
                      <a:pt x="1749" y="43448"/>
                    </a:lnTo>
                    <a:cubicBezTo>
                      <a:pt x="-1975" y="32276"/>
                      <a:pt x="508" y="22345"/>
                      <a:pt x="6715" y="12414"/>
                    </a:cubicBezTo>
                    <a:cubicBezTo>
                      <a:pt x="12922" y="3724"/>
                      <a:pt x="22852" y="0"/>
                      <a:pt x="340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2DAF08E9-DAC6-894A-980C-CCD87F2FFBAA}"/>
                  </a:ext>
                </a:extLst>
              </p:cNvPr>
              <p:cNvSpPr/>
              <p:nvPr/>
            </p:nvSpPr>
            <p:spPr>
              <a:xfrm>
                <a:off x="14547113" y="8563310"/>
                <a:ext cx="748721" cy="1046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2" h="85">
                    <a:moveTo>
                      <a:pt x="601" y="31"/>
                    </a:moveTo>
                    <a:cubicBezTo>
                      <a:pt x="596" y="13"/>
                      <a:pt x="580" y="0"/>
                      <a:pt x="562" y="0"/>
                    </a:cubicBezTo>
                    <a:lnTo>
                      <a:pt x="41" y="0"/>
                    </a:lnTo>
                    <a:cubicBezTo>
                      <a:pt x="14" y="0"/>
                      <a:pt x="-6" y="27"/>
                      <a:pt x="2" y="55"/>
                    </a:cubicBezTo>
                    <a:cubicBezTo>
                      <a:pt x="7" y="72"/>
                      <a:pt x="23" y="85"/>
                      <a:pt x="41" y="85"/>
                    </a:cubicBezTo>
                    <a:lnTo>
                      <a:pt x="562" y="85"/>
                    </a:lnTo>
                    <a:cubicBezTo>
                      <a:pt x="589" y="85"/>
                      <a:pt x="608" y="58"/>
                      <a:pt x="601" y="3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8" name="Freeform 347">
                <a:extLst>
                  <a:ext uri="{FF2B5EF4-FFF2-40B4-BE49-F238E27FC236}">
                    <a16:creationId xmlns:a16="http://schemas.microsoft.com/office/drawing/2014/main" id="{E4320766-918C-BE47-9A2A-51AF97F891CD}"/>
                  </a:ext>
                </a:extLst>
              </p:cNvPr>
              <p:cNvSpPr/>
              <p:nvPr/>
            </p:nvSpPr>
            <p:spPr>
              <a:xfrm>
                <a:off x="14539964" y="8555833"/>
                <a:ext cx="763566" cy="119627"/>
              </a:xfrm>
              <a:custGeom>
                <a:avLst/>
                <a:gdLst>
                  <a:gd name="connsiteX0" fmla="*/ 56907 w 763566"/>
                  <a:gd name="connsiteY0" fmla="*/ 14954 h 119627"/>
                  <a:gd name="connsiteX1" fmla="*/ 23327 w 763566"/>
                  <a:gd name="connsiteY1" fmla="*/ 32161 h 119627"/>
                  <a:gd name="connsiteX2" fmla="*/ 15865 w 763566"/>
                  <a:gd name="connsiteY2" fmla="*/ 72719 h 119627"/>
                  <a:gd name="connsiteX3" fmla="*/ 56907 w 763566"/>
                  <a:gd name="connsiteY3" fmla="*/ 104674 h 119627"/>
                  <a:gd name="connsiteX4" fmla="*/ 704866 w 763566"/>
                  <a:gd name="connsiteY4" fmla="*/ 104674 h 119627"/>
                  <a:gd name="connsiteX5" fmla="*/ 738446 w 763566"/>
                  <a:gd name="connsiteY5" fmla="*/ 88696 h 119627"/>
                  <a:gd name="connsiteX6" fmla="*/ 745908 w 763566"/>
                  <a:gd name="connsiteY6" fmla="*/ 48138 h 119627"/>
                  <a:gd name="connsiteX7" fmla="*/ 704866 w 763566"/>
                  <a:gd name="connsiteY7" fmla="*/ 14954 h 119627"/>
                  <a:gd name="connsiteX8" fmla="*/ 58132 w 763566"/>
                  <a:gd name="connsiteY8" fmla="*/ 0 h 119627"/>
                  <a:gd name="connsiteX9" fmla="*/ 706132 w 763566"/>
                  <a:gd name="connsiteY9" fmla="*/ 0 h 119627"/>
                  <a:gd name="connsiteX10" fmla="*/ 760858 w 763566"/>
                  <a:gd name="connsiteY10" fmla="*/ 44398 h 119627"/>
                  <a:gd name="connsiteX11" fmla="*/ 750907 w 763566"/>
                  <a:gd name="connsiteY11" fmla="*/ 96195 h 119627"/>
                  <a:gd name="connsiteX12" fmla="*/ 706132 w 763566"/>
                  <a:gd name="connsiteY12" fmla="*/ 119627 h 119627"/>
                  <a:gd name="connsiteX13" fmla="*/ 58132 w 763566"/>
                  <a:gd name="connsiteY13" fmla="*/ 119627 h 119627"/>
                  <a:gd name="connsiteX14" fmla="*/ 2163 w 763566"/>
                  <a:gd name="connsiteY14" fmla="*/ 76463 h 119627"/>
                  <a:gd name="connsiteX15" fmla="*/ 12113 w 763566"/>
                  <a:gd name="connsiteY15" fmla="*/ 23432 h 119627"/>
                  <a:gd name="connsiteX16" fmla="*/ 58132 w 763566"/>
                  <a:gd name="connsiteY16" fmla="*/ 0 h 11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63566" h="119627">
                    <a:moveTo>
                      <a:pt x="56907" y="14954"/>
                    </a:moveTo>
                    <a:cubicBezTo>
                      <a:pt x="43226" y="14954"/>
                      <a:pt x="30790" y="21099"/>
                      <a:pt x="23327" y="32161"/>
                    </a:cubicBezTo>
                    <a:cubicBezTo>
                      <a:pt x="13378" y="43222"/>
                      <a:pt x="10891" y="57970"/>
                      <a:pt x="15865" y="72719"/>
                    </a:cubicBezTo>
                    <a:cubicBezTo>
                      <a:pt x="20840" y="91155"/>
                      <a:pt x="37008" y="104674"/>
                      <a:pt x="56907" y="104674"/>
                    </a:cubicBezTo>
                    <a:lnTo>
                      <a:pt x="704866" y="104674"/>
                    </a:lnTo>
                    <a:cubicBezTo>
                      <a:pt x="717303" y="104674"/>
                      <a:pt x="729740" y="98529"/>
                      <a:pt x="738446" y="88696"/>
                    </a:cubicBezTo>
                    <a:cubicBezTo>
                      <a:pt x="747151" y="76406"/>
                      <a:pt x="750882" y="61658"/>
                      <a:pt x="745908" y="48138"/>
                    </a:cubicBezTo>
                    <a:cubicBezTo>
                      <a:pt x="740933" y="28473"/>
                      <a:pt x="723521" y="14954"/>
                      <a:pt x="704866" y="14954"/>
                    </a:cubicBezTo>
                    <a:close/>
                    <a:moveTo>
                      <a:pt x="58132" y="0"/>
                    </a:moveTo>
                    <a:lnTo>
                      <a:pt x="706132" y="0"/>
                    </a:lnTo>
                    <a:cubicBezTo>
                      <a:pt x="732251" y="0"/>
                      <a:pt x="754639" y="18499"/>
                      <a:pt x="760858" y="44398"/>
                    </a:cubicBezTo>
                    <a:cubicBezTo>
                      <a:pt x="767076" y="62897"/>
                      <a:pt x="762101" y="81396"/>
                      <a:pt x="750907" y="96195"/>
                    </a:cubicBezTo>
                    <a:cubicBezTo>
                      <a:pt x="739714" y="110994"/>
                      <a:pt x="723545" y="119627"/>
                      <a:pt x="706132" y="119627"/>
                    </a:cubicBezTo>
                    <a:lnTo>
                      <a:pt x="58132" y="119627"/>
                    </a:lnTo>
                    <a:cubicBezTo>
                      <a:pt x="32013" y="119627"/>
                      <a:pt x="9625" y="102361"/>
                      <a:pt x="2163" y="76463"/>
                    </a:cubicBezTo>
                    <a:cubicBezTo>
                      <a:pt x="-2813" y="57964"/>
                      <a:pt x="919" y="38231"/>
                      <a:pt x="12113" y="23432"/>
                    </a:cubicBezTo>
                    <a:cubicBezTo>
                      <a:pt x="23306" y="8633"/>
                      <a:pt x="40719" y="0"/>
                      <a:pt x="581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0284BB89-98BF-FF47-A26A-2F4E21173BAB}"/>
                  </a:ext>
                </a:extLst>
              </p:cNvPr>
              <p:cNvSpPr/>
              <p:nvPr/>
            </p:nvSpPr>
            <p:spPr>
              <a:xfrm>
                <a:off x="14366474" y="8285426"/>
                <a:ext cx="838418" cy="124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4" h="11">
                    <a:moveTo>
                      <a:pt x="668" y="11"/>
                    </a:moveTo>
                    <a:lnTo>
                      <a:pt x="6" y="11"/>
                    </a:lnTo>
                    <a:cubicBezTo>
                      <a:pt x="2" y="11"/>
                      <a:pt x="0" y="8"/>
                      <a:pt x="0" y="5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668" y="0"/>
                    </a:lnTo>
                    <a:cubicBezTo>
                      <a:pt x="671" y="0"/>
                      <a:pt x="674" y="2"/>
                      <a:pt x="674" y="5"/>
                    </a:cubicBezTo>
                    <a:cubicBezTo>
                      <a:pt x="674" y="8"/>
                      <a:pt x="671" y="11"/>
                      <a:pt x="668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01E082D1-8AFE-9B4E-943C-56B4F027656C}"/>
                  </a:ext>
                </a:extLst>
              </p:cNvPr>
              <p:cNvSpPr/>
              <p:nvPr/>
            </p:nvSpPr>
            <p:spPr>
              <a:xfrm>
                <a:off x="14648023" y="8415022"/>
                <a:ext cx="594243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8" h="12">
                    <a:moveTo>
                      <a:pt x="473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473" y="0"/>
                    </a:lnTo>
                    <a:cubicBezTo>
                      <a:pt x="476" y="0"/>
                      <a:pt x="478" y="2"/>
                      <a:pt x="478" y="6"/>
                    </a:cubicBezTo>
                    <a:cubicBezTo>
                      <a:pt x="478" y="9"/>
                      <a:pt x="476" y="12"/>
                      <a:pt x="47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0A8FF2ED-3F8C-9D4F-BE61-0F55A97E8346}"/>
                  </a:ext>
                </a:extLst>
              </p:cNvPr>
              <p:cNvSpPr/>
              <p:nvPr/>
            </p:nvSpPr>
            <p:spPr>
              <a:xfrm>
                <a:off x="12112833" y="8282934"/>
                <a:ext cx="1932223" cy="121496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52" h="976">
                    <a:moveTo>
                      <a:pt x="1275" y="0"/>
                    </a:moveTo>
                    <a:lnTo>
                      <a:pt x="32" y="0"/>
                    </a:lnTo>
                    <a:cubicBezTo>
                      <a:pt x="11" y="0"/>
                      <a:pt x="-4" y="20"/>
                      <a:pt x="1" y="41"/>
                    </a:cubicBezTo>
                    <a:lnTo>
                      <a:pt x="246" y="952"/>
                    </a:lnTo>
                    <a:cubicBezTo>
                      <a:pt x="250" y="966"/>
                      <a:pt x="263" y="976"/>
                      <a:pt x="277" y="976"/>
                    </a:cubicBezTo>
                    <a:lnTo>
                      <a:pt x="1520" y="976"/>
                    </a:lnTo>
                    <a:cubicBezTo>
                      <a:pt x="1542" y="976"/>
                      <a:pt x="1557" y="956"/>
                      <a:pt x="1551" y="935"/>
                    </a:cubicBezTo>
                    <a:lnTo>
                      <a:pt x="1307" y="24"/>
                    </a:lnTo>
                    <a:cubicBezTo>
                      <a:pt x="1302" y="10"/>
                      <a:pt x="1290" y="0"/>
                      <a:pt x="127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9BC096E0-2402-884F-833E-9C74A7887136}"/>
                  </a:ext>
                </a:extLst>
              </p:cNvPr>
              <p:cNvSpPr/>
              <p:nvPr/>
            </p:nvSpPr>
            <p:spPr>
              <a:xfrm>
                <a:off x="12105618" y="8275457"/>
                <a:ext cx="1947133" cy="1228670"/>
              </a:xfrm>
              <a:custGeom>
                <a:avLst/>
                <a:gdLst>
                  <a:gd name="connsiteX0" fmla="*/ 47061 w 1947133"/>
                  <a:gd name="connsiteY0" fmla="*/ 14953 h 1228670"/>
                  <a:gd name="connsiteX1" fmla="*/ 20916 w 1947133"/>
                  <a:gd name="connsiteY1" fmla="*/ 27401 h 1228670"/>
                  <a:gd name="connsiteX2" fmla="*/ 15936 w 1947133"/>
                  <a:gd name="connsiteY2" fmla="*/ 56032 h 1228670"/>
                  <a:gd name="connsiteX3" fmla="*/ 320957 w 1947133"/>
                  <a:gd name="connsiteY3" fmla="*/ 1191310 h 1228670"/>
                  <a:gd name="connsiteX4" fmla="*/ 352081 w 1947133"/>
                  <a:gd name="connsiteY4" fmla="*/ 1213717 h 1228670"/>
                  <a:gd name="connsiteX5" fmla="*/ 1899595 w 1947133"/>
                  <a:gd name="connsiteY5" fmla="*/ 1213717 h 1228670"/>
                  <a:gd name="connsiteX6" fmla="*/ 1925740 w 1947133"/>
                  <a:gd name="connsiteY6" fmla="*/ 1202514 h 1228670"/>
                  <a:gd name="connsiteX7" fmla="*/ 1931965 w 1947133"/>
                  <a:gd name="connsiteY7" fmla="*/ 1173883 h 1228670"/>
                  <a:gd name="connsiteX8" fmla="*/ 1626944 w 1947133"/>
                  <a:gd name="connsiteY8" fmla="*/ 38605 h 1228670"/>
                  <a:gd name="connsiteX9" fmla="*/ 1594575 w 1947133"/>
                  <a:gd name="connsiteY9" fmla="*/ 14953 h 1228670"/>
                  <a:gd name="connsiteX10" fmla="*/ 47051 w 1947133"/>
                  <a:gd name="connsiteY10" fmla="*/ 0 h 1228670"/>
                  <a:gd name="connsiteX11" fmla="*/ 1594579 w 1947133"/>
                  <a:gd name="connsiteY11" fmla="*/ 0 h 1228670"/>
                  <a:gd name="connsiteX12" fmla="*/ 1640644 w 1947133"/>
                  <a:gd name="connsiteY12" fmla="*/ 34856 h 1228670"/>
                  <a:gd name="connsiteX13" fmla="*/ 1945668 w 1947133"/>
                  <a:gd name="connsiteY13" fmla="*/ 1170162 h 1228670"/>
                  <a:gd name="connsiteX14" fmla="*/ 1938198 w 1947133"/>
                  <a:gd name="connsiteY14" fmla="*/ 1211242 h 1228670"/>
                  <a:gd name="connsiteX15" fmla="*/ 1899603 w 1947133"/>
                  <a:gd name="connsiteY15" fmla="*/ 1228670 h 1228670"/>
                  <a:gd name="connsiteX16" fmla="*/ 352075 w 1947133"/>
                  <a:gd name="connsiteY16" fmla="*/ 1228670 h 1228670"/>
                  <a:gd name="connsiteX17" fmla="*/ 307255 w 1947133"/>
                  <a:gd name="connsiteY17" fmla="*/ 1195059 h 1228670"/>
                  <a:gd name="connsiteX18" fmla="*/ 2231 w 1947133"/>
                  <a:gd name="connsiteY18" fmla="*/ 59753 h 1228670"/>
                  <a:gd name="connsiteX19" fmla="*/ 9701 w 1947133"/>
                  <a:gd name="connsiteY19" fmla="*/ 18673 h 1228670"/>
                  <a:gd name="connsiteX20" fmla="*/ 47051 w 1947133"/>
                  <a:gd name="connsiteY20" fmla="*/ 0 h 12286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947133" h="1228670">
                    <a:moveTo>
                      <a:pt x="47061" y="14953"/>
                    </a:moveTo>
                    <a:cubicBezTo>
                      <a:pt x="37101" y="14953"/>
                      <a:pt x="28386" y="18688"/>
                      <a:pt x="20916" y="27401"/>
                    </a:cubicBezTo>
                    <a:cubicBezTo>
                      <a:pt x="14691" y="36115"/>
                      <a:pt x="13446" y="46074"/>
                      <a:pt x="15936" y="56032"/>
                    </a:cubicBezTo>
                    <a:lnTo>
                      <a:pt x="320957" y="1191310"/>
                    </a:lnTo>
                    <a:cubicBezTo>
                      <a:pt x="324692" y="1205003"/>
                      <a:pt x="338387" y="1213717"/>
                      <a:pt x="352081" y="1213717"/>
                    </a:cubicBezTo>
                    <a:lnTo>
                      <a:pt x="1899595" y="1213717"/>
                    </a:lnTo>
                    <a:cubicBezTo>
                      <a:pt x="1910800" y="1213717"/>
                      <a:pt x="1919515" y="1209983"/>
                      <a:pt x="1925740" y="1202514"/>
                    </a:cubicBezTo>
                    <a:cubicBezTo>
                      <a:pt x="1931965" y="1193800"/>
                      <a:pt x="1934455" y="1183841"/>
                      <a:pt x="1931965" y="1173883"/>
                    </a:cubicBezTo>
                    <a:lnTo>
                      <a:pt x="1626944" y="38605"/>
                    </a:lnTo>
                    <a:cubicBezTo>
                      <a:pt x="1621964" y="24912"/>
                      <a:pt x="1609514" y="14953"/>
                      <a:pt x="1594575" y="14953"/>
                    </a:cubicBezTo>
                    <a:close/>
                    <a:moveTo>
                      <a:pt x="47051" y="0"/>
                    </a:moveTo>
                    <a:lnTo>
                      <a:pt x="1594579" y="0"/>
                    </a:lnTo>
                    <a:cubicBezTo>
                      <a:pt x="1615744" y="0"/>
                      <a:pt x="1634419" y="14938"/>
                      <a:pt x="1640644" y="34856"/>
                    </a:cubicBezTo>
                    <a:lnTo>
                      <a:pt x="1945668" y="1170162"/>
                    </a:lnTo>
                    <a:cubicBezTo>
                      <a:pt x="1949403" y="1183855"/>
                      <a:pt x="1945668" y="1198793"/>
                      <a:pt x="1938198" y="1211242"/>
                    </a:cubicBezTo>
                    <a:cubicBezTo>
                      <a:pt x="1928238" y="1222446"/>
                      <a:pt x="1914543" y="1228670"/>
                      <a:pt x="1899603" y="1228670"/>
                    </a:cubicBezTo>
                    <a:lnTo>
                      <a:pt x="352075" y="1228670"/>
                    </a:lnTo>
                    <a:cubicBezTo>
                      <a:pt x="330910" y="1228670"/>
                      <a:pt x="312235" y="1214977"/>
                      <a:pt x="307255" y="1195059"/>
                    </a:cubicBezTo>
                    <a:lnTo>
                      <a:pt x="2231" y="59753"/>
                    </a:lnTo>
                    <a:cubicBezTo>
                      <a:pt x="-2749" y="44815"/>
                      <a:pt x="986" y="31122"/>
                      <a:pt x="9701" y="18673"/>
                    </a:cubicBezTo>
                    <a:cubicBezTo>
                      <a:pt x="19661" y="7469"/>
                      <a:pt x="33356" y="0"/>
                      <a:pt x="470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E8501022-CF1A-4240-B65B-0EA76429C28E}"/>
                  </a:ext>
                </a:extLst>
              </p:cNvPr>
              <p:cNvSpPr/>
              <p:nvPr/>
            </p:nvSpPr>
            <p:spPr>
              <a:xfrm>
                <a:off x="12112833" y="8282934"/>
                <a:ext cx="1644445" cy="959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21" h="78">
                    <a:moveTo>
                      <a:pt x="1307" y="24"/>
                    </a:moveTo>
                    <a:cubicBezTo>
                      <a:pt x="1302" y="10"/>
                      <a:pt x="1290" y="0"/>
                      <a:pt x="1275" y="0"/>
                    </a:cubicBezTo>
                    <a:lnTo>
                      <a:pt x="32" y="0"/>
                    </a:lnTo>
                    <a:cubicBezTo>
                      <a:pt x="11" y="0"/>
                      <a:pt x="-4" y="20"/>
                      <a:pt x="1" y="41"/>
                    </a:cubicBezTo>
                    <a:lnTo>
                      <a:pt x="11" y="78"/>
                    </a:lnTo>
                    <a:lnTo>
                      <a:pt x="1321" y="78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8F7292AC-A0C3-9941-9638-25DB7D74579F}"/>
                  </a:ext>
                </a:extLst>
              </p:cNvPr>
              <p:cNvSpPr/>
              <p:nvPr/>
            </p:nvSpPr>
            <p:spPr>
              <a:xfrm>
                <a:off x="12104922" y="8275457"/>
                <a:ext cx="1658584" cy="110904"/>
              </a:xfrm>
              <a:custGeom>
                <a:avLst/>
                <a:gdLst>
                  <a:gd name="connsiteX0" fmla="*/ 47751 w 1658584"/>
                  <a:gd name="connsiteY0" fmla="*/ 14953 h 110904"/>
                  <a:gd name="connsiteX1" fmla="*/ 21609 w 1658584"/>
                  <a:gd name="connsiteY1" fmla="*/ 27226 h 110904"/>
                  <a:gd name="connsiteX2" fmla="*/ 16630 w 1658584"/>
                  <a:gd name="connsiteY2" fmla="*/ 55452 h 110904"/>
                  <a:gd name="connsiteX3" fmla="*/ 27833 w 1658584"/>
                  <a:gd name="connsiteY3" fmla="*/ 95951 h 110904"/>
                  <a:gd name="connsiteX4" fmla="*/ 1642389 w 1658584"/>
                  <a:gd name="connsiteY4" fmla="*/ 95951 h 110904"/>
                  <a:gd name="connsiteX5" fmla="*/ 1627451 w 1658584"/>
                  <a:gd name="connsiteY5" fmla="*/ 38271 h 110904"/>
                  <a:gd name="connsiteX6" fmla="*/ 1595085 w 1658584"/>
                  <a:gd name="connsiteY6" fmla="*/ 14953 h 110904"/>
                  <a:gd name="connsiteX7" fmla="*/ 46495 w 1658584"/>
                  <a:gd name="connsiteY7" fmla="*/ 0 h 110904"/>
                  <a:gd name="connsiteX8" fmla="*/ 1593851 w 1658584"/>
                  <a:gd name="connsiteY8" fmla="*/ 0 h 110904"/>
                  <a:gd name="connsiteX9" fmla="*/ 1639911 w 1658584"/>
                  <a:gd name="connsiteY9" fmla="*/ 34504 h 110904"/>
                  <a:gd name="connsiteX10" fmla="*/ 1658584 w 1658584"/>
                  <a:gd name="connsiteY10" fmla="*/ 102278 h 110904"/>
                  <a:gd name="connsiteX11" fmla="*/ 1657339 w 1658584"/>
                  <a:gd name="connsiteY11" fmla="*/ 108440 h 110904"/>
                  <a:gd name="connsiteX12" fmla="*/ 1651115 w 1658584"/>
                  <a:gd name="connsiteY12" fmla="*/ 110904 h 110904"/>
                  <a:gd name="connsiteX13" fmla="*/ 20353 w 1658584"/>
                  <a:gd name="connsiteY13" fmla="*/ 110904 h 110904"/>
                  <a:gd name="connsiteX14" fmla="*/ 14128 w 1658584"/>
                  <a:gd name="connsiteY14" fmla="*/ 105975 h 110904"/>
                  <a:gd name="connsiteX15" fmla="*/ 1680 w 1658584"/>
                  <a:gd name="connsiteY15" fmla="*/ 59149 h 110904"/>
                  <a:gd name="connsiteX16" fmla="*/ 9149 w 1658584"/>
                  <a:gd name="connsiteY16" fmla="*/ 18484 h 110904"/>
                  <a:gd name="connsiteX17" fmla="*/ 46495 w 1658584"/>
                  <a:gd name="connsiteY17" fmla="*/ 0 h 110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58584" h="110904">
                    <a:moveTo>
                      <a:pt x="47751" y="14953"/>
                    </a:moveTo>
                    <a:cubicBezTo>
                      <a:pt x="37792" y="14953"/>
                      <a:pt x="29078" y="18635"/>
                      <a:pt x="21609" y="27226"/>
                    </a:cubicBezTo>
                    <a:cubicBezTo>
                      <a:pt x="15385" y="35816"/>
                      <a:pt x="14140" y="45634"/>
                      <a:pt x="16630" y="55452"/>
                    </a:cubicBezTo>
                    <a:lnTo>
                      <a:pt x="27833" y="95951"/>
                    </a:lnTo>
                    <a:lnTo>
                      <a:pt x="1642389" y="95951"/>
                    </a:lnTo>
                    <a:lnTo>
                      <a:pt x="1627451" y="38271"/>
                    </a:lnTo>
                    <a:cubicBezTo>
                      <a:pt x="1622472" y="24771"/>
                      <a:pt x="1610023" y="14953"/>
                      <a:pt x="1595085" y="14953"/>
                    </a:cubicBezTo>
                    <a:close/>
                    <a:moveTo>
                      <a:pt x="46495" y="0"/>
                    </a:moveTo>
                    <a:lnTo>
                      <a:pt x="1593851" y="0"/>
                    </a:lnTo>
                    <a:cubicBezTo>
                      <a:pt x="1615014" y="0"/>
                      <a:pt x="1633687" y="14787"/>
                      <a:pt x="1639911" y="34504"/>
                    </a:cubicBezTo>
                    <a:lnTo>
                      <a:pt x="1658584" y="102278"/>
                    </a:lnTo>
                    <a:cubicBezTo>
                      <a:pt x="1658584" y="103511"/>
                      <a:pt x="1658584" y="105975"/>
                      <a:pt x="1657339" y="108440"/>
                    </a:cubicBezTo>
                    <a:cubicBezTo>
                      <a:pt x="1654849" y="109672"/>
                      <a:pt x="1653605" y="110904"/>
                      <a:pt x="1651115" y="110904"/>
                    </a:cubicBezTo>
                    <a:lnTo>
                      <a:pt x="20353" y="110904"/>
                    </a:lnTo>
                    <a:cubicBezTo>
                      <a:pt x="17863" y="110904"/>
                      <a:pt x="14128" y="108440"/>
                      <a:pt x="14128" y="105975"/>
                    </a:cubicBezTo>
                    <a:lnTo>
                      <a:pt x="1680" y="59149"/>
                    </a:lnTo>
                    <a:cubicBezTo>
                      <a:pt x="-2055" y="44362"/>
                      <a:pt x="435" y="30807"/>
                      <a:pt x="9149" y="18484"/>
                    </a:cubicBezTo>
                    <a:cubicBezTo>
                      <a:pt x="19108" y="7394"/>
                      <a:pt x="32801" y="0"/>
                      <a:pt x="464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81DB7526-1BE2-B348-8A88-B03E4385664E}"/>
                  </a:ext>
                </a:extLst>
              </p:cNvPr>
              <p:cNvSpPr/>
              <p:nvPr/>
            </p:nvSpPr>
            <p:spPr>
              <a:xfrm>
                <a:off x="12320884" y="8471097"/>
                <a:ext cx="656532" cy="3900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8" h="314">
                    <a:moveTo>
                      <a:pt x="497" y="314"/>
                    </a:moveTo>
                    <a:lnTo>
                      <a:pt x="119" y="314"/>
                    </a:lnTo>
                    <a:cubicBezTo>
                      <a:pt x="96" y="314"/>
                      <a:pt x="73" y="296"/>
                      <a:pt x="67" y="274"/>
                    </a:cubicBezTo>
                    <a:lnTo>
                      <a:pt x="1" y="40"/>
                    </a:lnTo>
                    <a:cubicBezTo>
                      <a:pt x="-5" y="19"/>
                      <a:pt x="8" y="0"/>
                      <a:pt x="31" y="0"/>
                    </a:cubicBezTo>
                    <a:lnTo>
                      <a:pt x="409" y="0"/>
                    </a:lnTo>
                    <a:cubicBezTo>
                      <a:pt x="431" y="0"/>
                      <a:pt x="454" y="19"/>
                      <a:pt x="460" y="40"/>
                    </a:cubicBezTo>
                    <a:lnTo>
                      <a:pt x="526" y="274"/>
                    </a:lnTo>
                    <a:cubicBezTo>
                      <a:pt x="532" y="296"/>
                      <a:pt x="519" y="314"/>
                      <a:pt x="497" y="31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0B147FF0-8309-0641-AE7F-01F2E080505D}"/>
                  </a:ext>
                </a:extLst>
              </p:cNvPr>
              <p:cNvSpPr/>
              <p:nvPr/>
            </p:nvSpPr>
            <p:spPr>
              <a:xfrm>
                <a:off x="12313361" y="8464867"/>
                <a:ext cx="670332" cy="403742"/>
              </a:xfrm>
              <a:custGeom>
                <a:avLst/>
                <a:gdLst>
                  <a:gd name="connsiteX0" fmla="*/ 47325 w 670332"/>
                  <a:gd name="connsiteY0" fmla="*/ 13707 h 403742"/>
                  <a:gd name="connsiteX1" fmla="*/ 21214 w 670332"/>
                  <a:gd name="connsiteY1" fmla="*/ 26127 h 403742"/>
                  <a:gd name="connsiteX2" fmla="*/ 17484 w 670332"/>
                  <a:gd name="connsiteY2" fmla="*/ 54693 h 403742"/>
                  <a:gd name="connsiteX3" fmla="*/ 99547 w 670332"/>
                  <a:gd name="connsiteY3" fmla="*/ 344076 h 403742"/>
                  <a:gd name="connsiteX4" fmla="*/ 156742 w 670332"/>
                  <a:gd name="connsiteY4" fmla="*/ 388788 h 403742"/>
                  <a:gd name="connsiteX5" fmla="*/ 626739 w 670332"/>
                  <a:gd name="connsiteY5" fmla="*/ 388788 h 403742"/>
                  <a:gd name="connsiteX6" fmla="*/ 651607 w 670332"/>
                  <a:gd name="connsiteY6" fmla="*/ 377610 h 403742"/>
                  <a:gd name="connsiteX7" fmla="*/ 655337 w 670332"/>
                  <a:gd name="connsiteY7" fmla="*/ 349044 h 403742"/>
                  <a:gd name="connsiteX8" fmla="*/ 574517 w 670332"/>
                  <a:gd name="connsiteY8" fmla="*/ 58419 h 403742"/>
                  <a:gd name="connsiteX9" fmla="*/ 517322 w 670332"/>
                  <a:gd name="connsiteY9" fmla="*/ 13707 h 403742"/>
                  <a:gd name="connsiteX10" fmla="*/ 46057 w 670332"/>
                  <a:gd name="connsiteY10" fmla="*/ 0 h 403742"/>
                  <a:gd name="connsiteX11" fmla="*/ 516092 w 670332"/>
                  <a:gd name="connsiteY11" fmla="*/ 0 h 403742"/>
                  <a:gd name="connsiteX12" fmla="*/ 586971 w 670332"/>
                  <a:gd name="connsiteY12" fmla="*/ 54660 h 403742"/>
                  <a:gd name="connsiteX13" fmla="*/ 667797 w 670332"/>
                  <a:gd name="connsiteY13" fmla="*/ 344112 h 403742"/>
                  <a:gd name="connsiteX14" fmla="*/ 661580 w 670332"/>
                  <a:gd name="connsiteY14" fmla="*/ 386350 h 403742"/>
                  <a:gd name="connsiteX15" fmla="*/ 625519 w 670332"/>
                  <a:gd name="connsiteY15" fmla="*/ 403742 h 403742"/>
                  <a:gd name="connsiteX16" fmla="*/ 155483 w 670332"/>
                  <a:gd name="connsiteY16" fmla="*/ 403742 h 403742"/>
                  <a:gd name="connsiteX17" fmla="*/ 84605 w 670332"/>
                  <a:gd name="connsiteY17" fmla="*/ 349082 h 403742"/>
                  <a:gd name="connsiteX18" fmla="*/ 2535 w 670332"/>
                  <a:gd name="connsiteY18" fmla="*/ 58387 h 403742"/>
                  <a:gd name="connsiteX19" fmla="*/ 8752 w 670332"/>
                  <a:gd name="connsiteY19" fmla="*/ 16150 h 403742"/>
                  <a:gd name="connsiteX20" fmla="*/ 46057 w 670332"/>
                  <a:gd name="connsiteY20" fmla="*/ 0 h 40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70332" h="403742">
                    <a:moveTo>
                      <a:pt x="47325" y="13707"/>
                    </a:moveTo>
                    <a:cubicBezTo>
                      <a:pt x="36134" y="13707"/>
                      <a:pt x="27431" y="17433"/>
                      <a:pt x="21214" y="26127"/>
                    </a:cubicBezTo>
                    <a:cubicBezTo>
                      <a:pt x="14997" y="32337"/>
                      <a:pt x="13754" y="43515"/>
                      <a:pt x="17484" y="54693"/>
                    </a:cubicBezTo>
                    <a:lnTo>
                      <a:pt x="99547" y="344076"/>
                    </a:lnTo>
                    <a:cubicBezTo>
                      <a:pt x="105764" y="368916"/>
                      <a:pt x="130631" y="388788"/>
                      <a:pt x="156742" y="388788"/>
                    </a:cubicBezTo>
                    <a:lnTo>
                      <a:pt x="626739" y="388788"/>
                    </a:lnTo>
                    <a:cubicBezTo>
                      <a:pt x="637929" y="388788"/>
                      <a:pt x="646633" y="385062"/>
                      <a:pt x="651607" y="377610"/>
                    </a:cubicBezTo>
                    <a:cubicBezTo>
                      <a:pt x="656580" y="370158"/>
                      <a:pt x="659067" y="360222"/>
                      <a:pt x="655337" y="349044"/>
                    </a:cubicBezTo>
                    <a:lnTo>
                      <a:pt x="574517" y="58419"/>
                    </a:lnTo>
                    <a:cubicBezTo>
                      <a:pt x="568300" y="33579"/>
                      <a:pt x="542189" y="13707"/>
                      <a:pt x="517322" y="13707"/>
                    </a:cubicBezTo>
                    <a:close/>
                    <a:moveTo>
                      <a:pt x="46057" y="0"/>
                    </a:moveTo>
                    <a:lnTo>
                      <a:pt x="516092" y="0"/>
                    </a:lnTo>
                    <a:cubicBezTo>
                      <a:pt x="547179" y="0"/>
                      <a:pt x="578266" y="23603"/>
                      <a:pt x="586971" y="54660"/>
                    </a:cubicBezTo>
                    <a:lnTo>
                      <a:pt x="667797" y="344112"/>
                    </a:lnTo>
                    <a:cubicBezTo>
                      <a:pt x="672771" y="360262"/>
                      <a:pt x="670284" y="375169"/>
                      <a:pt x="661580" y="386350"/>
                    </a:cubicBezTo>
                    <a:cubicBezTo>
                      <a:pt x="654119" y="397531"/>
                      <a:pt x="640440" y="403742"/>
                      <a:pt x="625519" y="403742"/>
                    </a:cubicBezTo>
                    <a:lnTo>
                      <a:pt x="155483" y="403742"/>
                    </a:lnTo>
                    <a:cubicBezTo>
                      <a:pt x="124396" y="403742"/>
                      <a:pt x="92066" y="380139"/>
                      <a:pt x="84605" y="349082"/>
                    </a:cubicBezTo>
                    <a:lnTo>
                      <a:pt x="2535" y="58387"/>
                    </a:lnTo>
                    <a:cubicBezTo>
                      <a:pt x="-2439" y="42238"/>
                      <a:pt x="48" y="28573"/>
                      <a:pt x="8752" y="16150"/>
                    </a:cubicBezTo>
                    <a:cubicBezTo>
                      <a:pt x="16213" y="6211"/>
                      <a:pt x="29892" y="0"/>
                      <a:pt x="460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3EFCD857-ABFD-7F42-84EF-94129AE10C52}"/>
                  </a:ext>
                </a:extLst>
              </p:cNvPr>
              <p:cNvSpPr/>
              <p:nvPr/>
            </p:nvSpPr>
            <p:spPr>
              <a:xfrm>
                <a:off x="12535160" y="8486051"/>
                <a:ext cx="252896" cy="3152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4" h="254">
                    <a:moveTo>
                      <a:pt x="27" y="254"/>
                    </a:moveTo>
                    <a:cubicBezTo>
                      <a:pt x="27" y="254"/>
                      <a:pt x="18" y="150"/>
                      <a:pt x="7" y="110"/>
                    </a:cubicBezTo>
                    <a:cubicBezTo>
                      <a:pt x="-4" y="70"/>
                      <a:pt x="-13" y="-6"/>
                      <a:pt x="73" y="0"/>
                    </a:cubicBezTo>
                    <a:cubicBezTo>
                      <a:pt x="159" y="7"/>
                      <a:pt x="186" y="100"/>
                      <a:pt x="204" y="25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767070CE-B88A-714C-8346-7EBC9DC55A29}"/>
                  </a:ext>
                </a:extLst>
              </p:cNvPr>
              <p:cNvSpPr/>
              <p:nvPr/>
            </p:nvSpPr>
            <p:spPr>
              <a:xfrm>
                <a:off x="12527217" y="8478160"/>
                <a:ext cx="265822" cy="330634"/>
              </a:xfrm>
              <a:custGeom>
                <a:avLst/>
                <a:gdLst>
                  <a:gd name="connsiteX0" fmla="*/ 84817 w 265822"/>
                  <a:gd name="connsiteY0" fmla="*/ 15366 h 330634"/>
                  <a:gd name="connsiteX1" fmla="*/ 30289 w 265822"/>
                  <a:gd name="connsiteY1" fmla="*/ 36463 h 330634"/>
                  <a:gd name="connsiteX2" fmla="*/ 24093 w 265822"/>
                  <a:gd name="connsiteY2" fmla="*/ 141947 h 330634"/>
                  <a:gd name="connsiteX3" fmla="*/ 47639 w 265822"/>
                  <a:gd name="connsiteY3" fmla="*/ 316926 h 330634"/>
                  <a:gd name="connsiteX4" fmla="*/ 252118 w 265822"/>
                  <a:gd name="connsiteY4" fmla="*/ 311962 h 330634"/>
                  <a:gd name="connsiteX5" fmla="*/ 97210 w 265822"/>
                  <a:gd name="connsiteY5" fmla="*/ 15366 h 330634"/>
                  <a:gd name="connsiteX6" fmla="*/ 84817 w 265822"/>
                  <a:gd name="connsiteY6" fmla="*/ 15366 h 330634"/>
                  <a:gd name="connsiteX7" fmla="*/ 98426 w 265822"/>
                  <a:gd name="connsiteY7" fmla="*/ 413 h 330634"/>
                  <a:gd name="connsiteX8" fmla="*/ 265822 w 265822"/>
                  <a:gd name="connsiteY8" fmla="*/ 319461 h 330634"/>
                  <a:gd name="connsiteX9" fmla="*/ 264582 w 265822"/>
                  <a:gd name="connsiteY9" fmla="*/ 324427 h 330634"/>
                  <a:gd name="connsiteX10" fmla="*/ 259622 w 265822"/>
                  <a:gd name="connsiteY10" fmla="*/ 326910 h 330634"/>
                  <a:gd name="connsiteX11" fmla="*/ 40147 w 265822"/>
                  <a:gd name="connsiteY11" fmla="*/ 330634 h 330634"/>
                  <a:gd name="connsiteX12" fmla="*/ 31467 w 265822"/>
                  <a:gd name="connsiteY12" fmla="*/ 324427 h 330634"/>
                  <a:gd name="connsiteX13" fmla="*/ 9148 w 265822"/>
                  <a:gd name="connsiteY13" fmla="*/ 145661 h 330634"/>
                  <a:gd name="connsiteX14" fmla="*/ 17828 w 265822"/>
                  <a:gd name="connsiteY14" fmla="*/ 26483 h 330634"/>
                  <a:gd name="connsiteX15" fmla="*/ 98426 w 265822"/>
                  <a:gd name="connsiteY15" fmla="*/ 413 h 330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65822" h="330634">
                    <a:moveTo>
                      <a:pt x="84817" y="15366"/>
                    </a:moveTo>
                    <a:cubicBezTo>
                      <a:pt x="60032" y="15366"/>
                      <a:pt x="41443" y="22812"/>
                      <a:pt x="30289" y="36463"/>
                    </a:cubicBezTo>
                    <a:cubicBezTo>
                      <a:pt x="6743" y="63765"/>
                      <a:pt x="16657" y="114645"/>
                      <a:pt x="24093" y="141947"/>
                    </a:cubicBezTo>
                    <a:cubicBezTo>
                      <a:pt x="36486" y="186622"/>
                      <a:pt x="45160" y="288383"/>
                      <a:pt x="47639" y="316926"/>
                    </a:cubicBezTo>
                    <a:lnTo>
                      <a:pt x="252118" y="311962"/>
                    </a:lnTo>
                    <a:cubicBezTo>
                      <a:pt x="229811" y="129537"/>
                      <a:pt x="197590" y="22812"/>
                      <a:pt x="97210" y="15366"/>
                    </a:cubicBezTo>
                    <a:cubicBezTo>
                      <a:pt x="93492" y="15366"/>
                      <a:pt x="89774" y="15366"/>
                      <a:pt x="84817" y="15366"/>
                    </a:cubicBezTo>
                    <a:close/>
                    <a:moveTo>
                      <a:pt x="98426" y="413"/>
                    </a:moveTo>
                    <a:cubicBezTo>
                      <a:pt x="208783" y="9103"/>
                      <a:pt x="243503" y="123315"/>
                      <a:pt x="265822" y="319461"/>
                    </a:cubicBezTo>
                    <a:cubicBezTo>
                      <a:pt x="265822" y="320703"/>
                      <a:pt x="265822" y="323185"/>
                      <a:pt x="264582" y="324427"/>
                    </a:cubicBezTo>
                    <a:cubicBezTo>
                      <a:pt x="263342" y="325668"/>
                      <a:pt x="260862" y="326910"/>
                      <a:pt x="259622" y="326910"/>
                    </a:cubicBezTo>
                    <a:lnTo>
                      <a:pt x="40147" y="330634"/>
                    </a:lnTo>
                    <a:cubicBezTo>
                      <a:pt x="35187" y="330634"/>
                      <a:pt x="32707" y="328151"/>
                      <a:pt x="31467" y="324427"/>
                    </a:cubicBezTo>
                    <a:cubicBezTo>
                      <a:pt x="31467" y="323185"/>
                      <a:pt x="22787" y="194076"/>
                      <a:pt x="9148" y="145661"/>
                    </a:cubicBezTo>
                    <a:cubicBezTo>
                      <a:pt x="468" y="115866"/>
                      <a:pt x="-9452" y="60002"/>
                      <a:pt x="17828" y="26483"/>
                    </a:cubicBezTo>
                    <a:cubicBezTo>
                      <a:pt x="33947" y="6620"/>
                      <a:pt x="61227" y="-2070"/>
                      <a:pt x="98426" y="4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EB59E83F-26DF-FD45-B153-E961B31253C0}"/>
                  </a:ext>
                </a:extLst>
              </p:cNvPr>
              <p:cNvSpPr/>
              <p:nvPr/>
            </p:nvSpPr>
            <p:spPr>
              <a:xfrm>
                <a:off x="12511486" y="8777642"/>
                <a:ext cx="383704" cy="834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9" h="68">
                    <a:moveTo>
                      <a:pt x="251" y="6"/>
                    </a:moveTo>
                    <a:cubicBezTo>
                      <a:pt x="224" y="-3"/>
                      <a:pt x="182" y="0"/>
                      <a:pt x="182" y="0"/>
                    </a:cubicBezTo>
                    <a:lnTo>
                      <a:pt x="136" y="0"/>
                    </a:lnTo>
                    <a:lnTo>
                      <a:pt x="90" y="0"/>
                    </a:lnTo>
                    <a:cubicBezTo>
                      <a:pt x="90" y="0"/>
                      <a:pt x="46" y="-3"/>
                      <a:pt x="24" y="6"/>
                    </a:cubicBezTo>
                    <a:cubicBezTo>
                      <a:pt x="6" y="14"/>
                      <a:pt x="0" y="68"/>
                      <a:pt x="0" y="68"/>
                    </a:cubicBezTo>
                    <a:lnTo>
                      <a:pt x="155" y="68"/>
                    </a:lnTo>
                    <a:lnTo>
                      <a:pt x="309" y="68"/>
                    </a:lnTo>
                    <a:cubicBezTo>
                      <a:pt x="309" y="68"/>
                      <a:pt x="273" y="14"/>
                      <a:pt x="251" y="6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3" name="Freeform 352">
                <a:extLst>
                  <a:ext uri="{FF2B5EF4-FFF2-40B4-BE49-F238E27FC236}">
                    <a16:creationId xmlns:a16="http://schemas.microsoft.com/office/drawing/2014/main" id="{81F82B97-C3D2-E641-9FF5-B2439B3AA0C6}"/>
                  </a:ext>
                </a:extLst>
              </p:cNvPr>
              <p:cNvSpPr/>
              <p:nvPr/>
            </p:nvSpPr>
            <p:spPr>
              <a:xfrm>
                <a:off x="12504012" y="8768719"/>
                <a:ext cx="398342" cy="99889"/>
              </a:xfrm>
              <a:custGeom>
                <a:avLst/>
                <a:gdLst>
                  <a:gd name="connsiteX0" fmla="*/ 119244 w 398342"/>
                  <a:gd name="connsiteY0" fmla="*/ 15153 h 99889"/>
                  <a:gd name="connsiteX1" fmla="*/ 39787 w 398342"/>
                  <a:gd name="connsiteY1" fmla="*/ 23723 h 99889"/>
                  <a:gd name="connsiteX2" fmla="*/ 16198 w 398342"/>
                  <a:gd name="connsiteY2" fmla="*/ 84936 h 99889"/>
                  <a:gd name="connsiteX3" fmla="*/ 377478 w 398342"/>
                  <a:gd name="connsiteY3" fmla="*/ 84936 h 99889"/>
                  <a:gd name="connsiteX4" fmla="*/ 316644 w 398342"/>
                  <a:gd name="connsiteY4" fmla="*/ 23723 h 99889"/>
                  <a:gd name="connsiteX5" fmla="*/ 233463 w 398342"/>
                  <a:gd name="connsiteY5" fmla="*/ 15153 h 99889"/>
                  <a:gd name="connsiteX6" fmla="*/ 119223 w 398342"/>
                  <a:gd name="connsiteY6" fmla="*/ 200 h 99889"/>
                  <a:gd name="connsiteX7" fmla="*/ 233479 w 398342"/>
                  <a:gd name="connsiteY7" fmla="*/ 200 h 99889"/>
                  <a:gd name="connsiteX8" fmla="*/ 321655 w 398342"/>
                  <a:gd name="connsiteY8" fmla="*/ 10046 h 99889"/>
                  <a:gd name="connsiteX9" fmla="*/ 397411 w 398342"/>
                  <a:gd name="connsiteY9" fmla="*/ 87582 h 99889"/>
                  <a:gd name="connsiteX10" fmla="*/ 397411 w 398342"/>
                  <a:gd name="connsiteY10" fmla="*/ 96197 h 99889"/>
                  <a:gd name="connsiteX11" fmla="*/ 391202 w 398342"/>
                  <a:gd name="connsiteY11" fmla="*/ 99889 h 99889"/>
                  <a:gd name="connsiteX12" fmla="*/ 7451 w 398342"/>
                  <a:gd name="connsiteY12" fmla="*/ 99889 h 99889"/>
                  <a:gd name="connsiteX13" fmla="*/ 2484 w 398342"/>
                  <a:gd name="connsiteY13" fmla="*/ 97428 h 99889"/>
                  <a:gd name="connsiteX14" fmla="*/ 0 w 398342"/>
                  <a:gd name="connsiteY14" fmla="*/ 91274 h 99889"/>
                  <a:gd name="connsiteX15" fmla="*/ 34773 w 398342"/>
                  <a:gd name="connsiteY15" fmla="*/ 10046 h 99889"/>
                  <a:gd name="connsiteX16" fmla="*/ 119223 w 398342"/>
                  <a:gd name="connsiteY16" fmla="*/ 200 h 99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98342" h="99889">
                    <a:moveTo>
                      <a:pt x="119244" y="15153"/>
                    </a:moveTo>
                    <a:cubicBezTo>
                      <a:pt x="118002" y="15153"/>
                      <a:pt x="64617" y="12704"/>
                      <a:pt x="39787" y="23723"/>
                    </a:cubicBezTo>
                    <a:cubicBezTo>
                      <a:pt x="28613" y="28620"/>
                      <a:pt x="19923" y="60451"/>
                      <a:pt x="16198" y="84936"/>
                    </a:cubicBezTo>
                    <a:lnTo>
                      <a:pt x="377478" y="84936"/>
                    </a:lnTo>
                    <a:cubicBezTo>
                      <a:pt x="362580" y="64124"/>
                      <a:pt x="334025" y="29844"/>
                      <a:pt x="316644" y="23723"/>
                    </a:cubicBezTo>
                    <a:cubicBezTo>
                      <a:pt x="285606" y="12704"/>
                      <a:pt x="233463" y="15153"/>
                      <a:pt x="233463" y="15153"/>
                    </a:cubicBezTo>
                    <a:close/>
                    <a:moveTo>
                      <a:pt x="119223" y="200"/>
                    </a:moveTo>
                    <a:lnTo>
                      <a:pt x="233479" y="200"/>
                    </a:lnTo>
                    <a:cubicBezTo>
                      <a:pt x="234721" y="200"/>
                      <a:pt x="286881" y="-2261"/>
                      <a:pt x="321655" y="10046"/>
                    </a:cubicBezTo>
                    <a:cubicBezTo>
                      <a:pt x="350219" y="19892"/>
                      <a:pt x="392443" y="81428"/>
                      <a:pt x="397411" y="87582"/>
                    </a:cubicBezTo>
                    <a:cubicBezTo>
                      <a:pt x="398653" y="90043"/>
                      <a:pt x="398653" y="93735"/>
                      <a:pt x="397411" y="96197"/>
                    </a:cubicBezTo>
                    <a:cubicBezTo>
                      <a:pt x="396169" y="97428"/>
                      <a:pt x="393685" y="99889"/>
                      <a:pt x="391202" y="99889"/>
                    </a:cubicBezTo>
                    <a:lnTo>
                      <a:pt x="7451" y="99889"/>
                    </a:lnTo>
                    <a:cubicBezTo>
                      <a:pt x="6210" y="99889"/>
                      <a:pt x="3726" y="98658"/>
                      <a:pt x="2484" y="97428"/>
                    </a:cubicBezTo>
                    <a:cubicBezTo>
                      <a:pt x="1242" y="96197"/>
                      <a:pt x="0" y="93735"/>
                      <a:pt x="0" y="91274"/>
                    </a:cubicBezTo>
                    <a:cubicBezTo>
                      <a:pt x="1242" y="80197"/>
                      <a:pt x="9935" y="21122"/>
                      <a:pt x="34773" y="10046"/>
                    </a:cubicBezTo>
                    <a:cubicBezTo>
                      <a:pt x="63337" y="-2261"/>
                      <a:pt x="116740" y="200"/>
                      <a:pt x="119223" y="2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63AE3CF7-434C-364A-8EA5-89B853558889}"/>
                  </a:ext>
                </a:extLst>
              </p:cNvPr>
              <p:cNvSpPr/>
              <p:nvPr/>
            </p:nvSpPr>
            <p:spPr>
              <a:xfrm>
                <a:off x="12560076" y="8522188"/>
                <a:ext cx="175657" cy="2978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2" h="240">
                    <a:moveTo>
                      <a:pt x="125" y="45"/>
                    </a:moveTo>
                    <a:cubicBezTo>
                      <a:pt x="121" y="33"/>
                      <a:pt x="112" y="22"/>
                      <a:pt x="102" y="14"/>
                    </a:cubicBezTo>
                    <a:cubicBezTo>
                      <a:pt x="91" y="5"/>
                      <a:pt x="77" y="0"/>
                      <a:pt x="65" y="0"/>
                    </a:cubicBezTo>
                    <a:lnTo>
                      <a:pt x="30" y="0"/>
                    </a:lnTo>
                    <a:cubicBezTo>
                      <a:pt x="8" y="0"/>
                      <a:pt x="-5" y="19"/>
                      <a:pt x="1" y="41"/>
                    </a:cubicBezTo>
                    <a:lnTo>
                      <a:pt x="47" y="205"/>
                    </a:lnTo>
                    <a:cubicBezTo>
                      <a:pt x="47" y="205"/>
                      <a:pt x="85" y="240"/>
                      <a:pt x="109" y="240"/>
                    </a:cubicBezTo>
                    <a:cubicBezTo>
                      <a:pt x="132" y="240"/>
                      <a:pt x="128" y="201"/>
                      <a:pt x="128" y="201"/>
                    </a:cubicBezTo>
                    <a:lnTo>
                      <a:pt x="113" y="149"/>
                    </a:lnTo>
                    <a:cubicBezTo>
                      <a:pt x="117" y="149"/>
                      <a:pt x="122" y="148"/>
                      <a:pt x="127" y="148"/>
                    </a:cubicBezTo>
                    <a:cubicBezTo>
                      <a:pt x="155" y="142"/>
                      <a:pt x="136" y="78"/>
                      <a:pt x="125" y="4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934FD41C-6A17-0643-ABED-67BF11518350}"/>
                  </a:ext>
                </a:extLst>
              </p:cNvPr>
              <p:cNvSpPr/>
              <p:nvPr/>
            </p:nvSpPr>
            <p:spPr>
              <a:xfrm>
                <a:off x="12552555" y="8515957"/>
                <a:ext cx="190043" cy="311529"/>
              </a:xfrm>
              <a:custGeom>
                <a:avLst/>
                <a:gdLst>
                  <a:gd name="connsiteX0" fmla="*/ 44665 w 190043"/>
                  <a:gd name="connsiteY0" fmla="*/ 13708 h 311529"/>
                  <a:gd name="connsiteX1" fmla="*/ 19941 w 190043"/>
                  <a:gd name="connsiteY1" fmla="*/ 26114 h 311529"/>
                  <a:gd name="connsiteX2" fmla="*/ 16232 w 190043"/>
                  <a:gd name="connsiteY2" fmla="*/ 55890 h 311529"/>
                  <a:gd name="connsiteX3" fmla="*/ 71862 w 190043"/>
                  <a:gd name="connsiteY3" fmla="*/ 255635 h 311529"/>
                  <a:gd name="connsiteX4" fmla="*/ 142325 w 190043"/>
                  <a:gd name="connsiteY4" fmla="*/ 296576 h 311529"/>
                  <a:gd name="connsiteX5" fmla="*/ 150979 w 190043"/>
                  <a:gd name="connsiteY5" fmla="*/ 292854 h 311529"/>
                  <a:gd name="connsiteX6" fmla="*/ 158396 w 190043"/>
                  <a:gd name="connsiteY6" fmla="*/ 258116 h 311529"/>
                  <a:gd name="connsiteX7" fmla="*/ 139853 w 190043"/>
                  <a:gd name="connsiteY7" fmla="*/ 192361 h 311529"/>
                  <a:gd name="connsiteX8" fmla="*/ 141089 w 190043"/>
                  <a:gd name="connsiteY8" fmla="*/ 186158 h 311529"/>
                  <a:gd name="connsiteX9" fmla="*/ 147270 w 190043"/>
                  <a:gd name="connsiteY9" fmla="*/ 183677 h 311529"/>
                  <a:gd name="connsiteX10" fmla="*/ 163341 w 190043"/>
                  <a:gd name="connsiteY10" fmla="*/ 182436 h 311529"/>
                  <a:gd name="connsiteX11" fmla="*/ 171994 w 190043"/>
                  <a:gd name="connsiteY11" fmla="*/ 176233 h 311529"/>
                  <a:gd name="connsiteX12" fmla="*/ 154687 w 190043"/>
                  <a:gd name="connsiteY12" fmla="*/ 64575 h 311529"/>
                  <a:gd name="connsiteX13" fmla="*/ 128727 w 190043"/>
                  <a:gd name="connsiteY13" fmla="*/ 29836 h 311529"/>
                  <a:gd name="connsiteX14" fmla="*/ 87932 w 190043"/>
                  <a:gd name="connsiteY14" fmla="*/ 13708 h 311529"/>
                  <a:gd name="connsiteX15" fmla="*/ 44604 w 190043"/>
                  <a:gd name="connsiteY15" fmla="*/ 0 h 311529"/>
                  <a:gd name="connsiteX16" fmla="*/ 87924 w 190043"/>
                  <a:gd name="connsiteY16" fmla="*/ 0 h 311529"/>
                  <a:gd name="connsiteX17" fmla="*/ 137432 w 190043"/>
                  <a:gd name="connsiteY17" fmla="*/ 18617 h 311529"/>
                  <a:gd name="connsiteX18" fmla="*/ 168374 w 190043"/>
                  <a:gd name="connsiteY18" fmla="*/ 59575 h 311529"/>
                  <a:gd name="connsiteX19" fmla="*/ 184464 w 190043"/>
                  <a:gd name="connsiteY19" fmla="*/ 183690 h 311529"/>
                  <a:gd name="connsiteX20" fmla="*/ 165899 w 190043"/>
                  <a:gd name="connsiteY20" fmla="*/ 196102 h 311529"/>
                  <a:gd name="connsiteX21" fmla="*/ 157235 w 190043"/>
                  <a:gd name="connsiteY21" fmla="*/ 198584 h 311529"/>
                  <a:gd name="connsiteX22" fmla="*/ 172087 w 190043"/>
                  <a:gd name="connsiteY22" fmla="*/ 254436 h 311529"/>
                  <a:gd name="connsiteX23" fmla="*/ 172087 w 190043"/>
                  <a:gd name="connsiteY23" fmla="*/ 255677 h 311529"/>
                  <a:gd name="connsiteX24" fmla="*/ 162186 w 190043"/>
                  <a:gd name="connsiteY24" fmla="*/ 302841 h 311529"/>
                  <a:gd name="connsiteX25" fmla="*/ 142383 w 190043"/>
                  <a:gd name="connsiteY25" fmla="*/ 311529 h 311529"/>
                  <a:gd name="connsiteX26" fmla="*/ 60694 w 190043"/>
                  <a:gd name="connsiteY26" fmla="*/ 265606 h 311529"/>
                  <a:gd name="connsiteX27" fmla="*/ 58219 w 190043"/>
                  <a:gd name="connsiteY27" fmla="*/ 261883 h 311529"/>
                  <a:gd name="connsiteX28" fmla="*/ 2522 w 190043"/>
                  <a:gd name="connsiteY28" fmla="*/ 58334 h 311529"/>
                  <a:gd name="connsiteX29" fmla="*/ 8711 w 190043"/>
                  <a:gd name="connsiteY29" fmla="*/ 16135 h 311529"/>
                  <a:gd name="connsiteX30" fmla="*/ 44604 w 190043"/>
                  <a:gd name="connsiteY30" fmla="*/ 0 h 311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90043" h="311529">
                    <a:moveTo>
                      <a:pt x="44665" y="13708"/>
                    </a:moveTo>
                    <a:cubicBezTo>
                      <a:pt x="34775" y="13708"/>
                      <a:pt x="26122" y="18671"/>
                      <a:pt x="19941" y="26114"/>
                    </a:cubicBezTo>
                    <a:cubicBezTo>
                      <a:pt x="14996" y="33558"/>
                      <a:pt x="12524" y="43484"/>
                      <a:pt x="16232" y="55890"/>
                    </a:cubicBezTo>
                    <a:lnTo>
                      <a:pt x="71862" y="255635"/>
                    </a:lnTo>
                    <a:cubicBezTo>
                      <a:pt x="86696" y="268041"/>
                      <a:pt x="121310" y="296576"/>
                      <a:pt x="142325" y="296576"/>
                    </a:cubicBezTo>
                    <a:cubicBezTo>
                      <a:pt x="146034" y="296576"/>
                      <a:pt x="148506" y="295335"/>
                      <a:pt x="150979" y="292854"/>
                    </a:cubicBezTo>
                    <a:cubicBezTo>
                      <a:pt x="158396" y="285410"/>
                      <a:pt x="158396" y="264319"/>
                      <a:pt x="158396" y="258116"/>
                    </a:cubicBezTo>
                    <a:lnTo>
                      <a:pt x="139853" y="192361"/>
                    </a:lnTo>
                    <a:cubicBezTo>
                      <a:pt x="139853" y="189880"/>
                      <a:pt x="139853" y="187399"/>
                      <a:pt x="141089" y="186158"/>
                    </a:cubicBezTo>
                    <a:cubicBezTo>
                      <a:pt x="142325" y="183677"/>
                      <a:pt x="144798" y="183677"/>
                      <a:pt x="147270" y="183677"/>
                    </a:cubicBezTo>
                    <a:cubicBezTo>
                      <a:pt x="152215" y="183677"/>
                      <a:pt x="158396" y="183677"/>
                      <a:pt x="163341" y="182436"/>
                    </a:cubicBezTo>
                    <a:cubicBezTo>
                      <a:pt x="167050" y="181196"/>
                      <a:pt x="169522" y="179955"/>
                      <a:pt x="171994" y="176233"/>
                    </a:cubicBezTo>
                    <a:cubicBezTo>
                      <a:pt x="179412" y="161345"/>
                      <a:pt x="173231" y="119163"/>
                      <a:pt x="154687" y="64575"/>
                    </a:cubicBezTo>
                    <a:cubicBezTo>
                      <a:pt x="150979" y="50927"/>
                      <a:pt x="141089" y="38521"/>
                      <a:pt x="128727" y="29836"/>
                    </a:cubicBezTo>
                    <a:cubicBezTo>
                      <a:pt x="116365" y="19911"/>
                      <a:pt x="101531" y="13708"/>
                      <a:pt x="87932" y="13708"/>
                    </a:cubicBezTo>
                    <a:close/>
                    <a:moveTo>
                      <a:pt x="44604" y="0"/>
                    </a:moveTo>
                    <a:lnTo>
                      <a:pt x="87924" y="0"/>
                    </a:lnTo>
                    <a:cubicBezTo>
                      <a:pt x="105252" y="0"/>
                      <a:pt x="122579" y="6206"/>
                      <a:pt x="137432" y="18617"/>
                    </a:cubicBezTo>
                    <a:cubicBezTo>
                      <a:pt x="152284" y="28546"/>
                      <a:pt x="163424" y="43440"/>
                      <a:pt x="168374" y="59575"/>
                    </a:cubicBezTo>
                    <a:cubicBezTo>
                      <a:pt x="184464" y="101774"/>
                      <a:pt x="198079" y="157626"/>
                      <a:pt x="184464" y="183690"/>
                    </a:cubicBezTo>
                    <a:cubicBezTo>
                      <a:pt x="179514" y="189896"/>
                      <a:pt x="173325" y="194861"/>
                      <a:pt x="165899" y="196102"/>
                    </a:cubicBezTo>
                    <a:cubicBezTo>
                      <a:pt x="162186" y="197343"/>
                      <a:pt x="159710" y="197343"/>
                      <a:pt x="157235" y="198584"/>
                    </a:cubicBezTo>
                    <a:lnTo>
                      <a:pt x="172087" y="254436"/>
                    </a:lnTo>
                    <a:lnTo>
                      <a:pt x="172087" y="255677"/>
                    </a:lnTo>
                    <a:cubicBezTo>
                      <a:pt x="173325" y="259401"/>
                      <a:pt x="175801" y="287947"/>
                      <a:pt x="162186" y="302841"/>
                    </a:cubicBezTo>
                    <a:cubicBezTo>
                      <a:pt x="157235" y="307806"/>
                      <a:pt x="151047" y="311529"/>
                      <a:pt x="142383" y="311529"/>
                    </a:cubicBezTo>
                    <a:cubicBezTo>
                      <a:pt x="110202" y="311529"/>
                      <a:pt x="63170" y="266848"/>
                      <a:pt x="60694" y="265606"/>
                    </a:cubicBezTo>
                    <a:cubicBezTo>
                      <a:pt x="59457" y="264365"/>
                      <a:pt x="58219" y="263124"/>
                      <a:pt x="58219" y="261883"/>
                    </a:cubicBezTo>
                    <a:lnTo>
                      <a:pt x="2522" y="58334"/>
                    </a:lnTo>
                    <a:cubicBezTo>
                      <a:pt x="-2428" y="43440"/>
                      <a:pt x="47" y="27305"/>
                      <a:pt x="8711" y="16135"/>
                    </a:cubicBezTo>
                    <a:cubicBezTo>
                      <a:pt x="16137" y="6206"/>
                      <a:pt x="29752" y="0"/>
                      <a:pt x="446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7966AEA3-D670-6B45-A0E3-A0781B6DEA4F}"/>
                  </a:ext>
                </a:extLst>
              </p:cNvPr>
              <p:cNvSpPr/>
              <p:nvPr/>
            </p:nvSpPr>
            <p:spPr>
              <a:xfrm>
                <a:off x="12560076" y="8522188"/>
                <a:ext cx="158216" cy="2542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8" h="205">
                    <a:moveTo>
                      <a:pt x="46" y="107"/>
                    </a:moveTo>
                    <a:cubicBezTo>
                      <a:pt x="24" y="110"/>
                      <a:pt x="17" y="75"/>
                      <a:pt x="25" y="73"/>
                    </a:cubicBezTo>
                    <a:cubicBezTo>
                      <a:pt x="31" y="70"/>
                      <a:pt x="35" y="74"/>
                      <a:pt x="37" y="77"/>
                    </a:cubicBezTo>
                    <a:cubicBezTo>
                      <a:pt x="38" y="78"/>
                      <a:pt x="39" y="79"/>
                      <a:pt x="41" y="78"/>
                    </a:cubicBezTo>
                    <a:cubicBezTo>
                      <a:pt x="50" y="76"/>
                      <a:pt x="87" y="64"/>
                      <a:pt x="86" y="19"/>
                    </a:cubicBezTo>
                    <a:cubicBezTo>
                      <a:pt x="86" y="19"/>
                      <a:pt x="105" y="47"/>
                      <a:pt x="128" y="52"/>
                    </a:cubicBezTo>
                    <a:cubicBezTo>
                      <a:pt x="127" y="50"/>
                      <a:pt x="126" y="47"/>
                      <a:pt x="125" y="45"/>
                    </a:cubicBezTo>
                    <a:cubicBezTo>
                      <a:pt x="121" y="33"/>
                      <a:pt x="112" y="22"/>
                      <a:pt x="102" y="14"/>
                    </a:cubicBezTo>
                    <a:cubicBezTo>
                      <a:pt x="91" y="5"/>
                      <a:pt x="77" y="0"/>
                      <a:pt x="65" y="0"/>
                    </a:cubicBezTo>
                    <a:lnTo>
                      <a:pt x="30" y="0"/>
                    </a:lnTo>
                    <a:cubicBezTo>
                      <a:pt x="8" y="0"/>
                      <a:pt x="-5" y="19"/>
                      <a:pt x="1" y="41"/>
                    </a:cubicBezTo>
                    <a:lnTo>
                      <a:pt x="47" y="205"/>
                    </a:lnTo>
                    <a:cubicBezTo>
                      <a:pt x="71" y="193"/>
                      <a:pt x="46" y="107"/>
                      <a:pt x="46" y="10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B04693E9-126B-5A46-BBFA-2F65C2DF7844}"/>
                  </a:ext>
                </a:extLst>
              </p:cNvPr>
              <p:cNvSpPr/>
              <p:nvPr/>
            </p:nvSpPr>
            <p:spPr>
              <a:xfrm>
                <a:off x="12672197" y="8700383"/>
                <a:ext cx="34882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" h="12">
                    <a:moveTo>
                      <a:pt x="23" y="12"/>
                    </a:moveTo>
                    <a:lnTo>
                      <a:pt x="5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23" y="0"/>
                    </a:lnTo>
                    <a:cubicBezTo>
                      <a:pt x="26" y="0"/>
                      <a:pt x="29" y="2"/>
                      <a:pt x="29" y="6"/>
                    </a:cubicBezTo>
                    <a:cubicBezTo>
                      <a:pt x="29" y="9"/>
                      <a:pt x="26" y="12"/>
                      <a:pt x="2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6FAA795B-1158-F243-A95F-7AAF6B8DBA27}"/>
                  </a:ext>
                </a:extLst>
              </p:cNvPr>
              <p:cNvSpPr/>
              <p:nvPr/>
            </p:nvSpPr>
            <p:spPr>
              <a:xfrm>
                <a:off x="13024756" y="8471097"/>
                <a:ext cx="656532" cy="3900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8" h="314">
                    <a:moveTo>
                      <a:pt x="497" y="314"/>
                    </a:moveTo>
                    <a:lnTo>
                      <a:pt x="118" y="314"/>
                    </a:lnTo>
                    <a:cubicBezTo>
                      <a:pt x="96" y="314"/>
                      <a:pt x="73" y="296"/>
                      <a:pt x="67" y="274"/>
                    </a:cubicBezTo>
                    <a:lnTo>
                      <a:pt x="1" y="40"/>
                    </a:lnTo>
                    <a:cubicBezTo>
                      <a:pt x="-5" y="19"/>
                      <a:pt x="8" y="0"/>
                      <a:pt x="30" y="0"/>
                    </a:cubicBezTo>
                    <a:lnTo>
                      <a:pt x="409" y="0"/>
                    </a:lnTo>
                    <a:cubicBezTo>
                      <a:pt x="431" y="0"/>
                      <a:pt x="454" y="19"/>
                      <a:pt x="460" y="40"/>
                    </a:cubicBezTo>
                    <a:lnTo>
                      <a:pt x="526" y="274"/>
                    </a:lnTo>
                    <a:cubicBezTo>
                      <a:pt x="532" y="296"/>
                      <a:pt x="519" y="314"/>
                      <a:pt x="497" y="31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5" name="Freeform 354">
                <a:extLst>
                  <a:ext uri="{FF2B5EF4-FFF2-40B4-BE49-F238E27FC236}">
                    <a16:creationId xmlns:a16="http://schemas.microsoft.com/office/drawing/2014/main" id="{F1895718-9583-7E41-818E-FA3F6C6495C2}"/>
                  </a:ext>
                </a:extLst>
              </p:cNvPr>
              <p:cNvSpPr/>
              <p:nvPr/>
            </p:nvSpPr>
            <p:spPr>
              <a:xfrm>
                <a:off x="13017233" y="8464867"/>
                <a:ext cx="670384" cy="403742"/>
              </a:xfrm>
              <a:custGeom>
                <a:avLst/>
                <a:gdLst>
                  <a:gd name="connsiteX0" fmla="*/ 44839 w 670384"/>
                  <a:gd name="connsiteY0" fmla="*/ 13707 h 403742"/>
                  <a:gd name="connsiteX1" fmla="*/ 19972 w 670384"/>
                  <a:gd name="connsiteY1" fmla="*/ 26127 h 403742"/>
                  <a:gd name="connsiteX2" fmla="*/ 16241 w 670384"/>
                  <a:gd name="connsiteY2" fmla="*/ 54693 h 403742"/>
                  <a:gd name="connsiteX3" fmla="*/ 98304 w 670384"/>
                  <a:gd name="connsiteY3" fmla="*/ 344076 h 403742"/>
                  <a:gd name="connsiteX4" fmla="*/ 154256 w 670384"/>
                  <a:gd name="connsiteY4" fmla="*/ 388788 h 403742"/>
                  <a:gd name="connsiteX5" fmla="*/ 625497 w 670384"/>
                  <a:gd name="connsiteY5" fmla="*/ 388788 h 403742"/>
                  <a:gd name="connsiteX6" fmla="*/ 650364 w 670384"/>
                  <a:gd name="connsiteY6" fmla="*/ 377610 h 403742"/>
                  <a:gd name="connsiteX7" fmla="*/ 654094 w 670384"/>
                  <a:gd name="connsiteY7" fmla="*/ 349044 h 403742"/>
                  <a:gd name="connsiteX8" fmla="*/ 572031 w 670384"/>
                  <a:gd name="connsiteY8" fmla="*/ 58419 h 403742"/>
                  <a:gd name="connsiteX9" fmla="*/ 516079 w 670384"/>
                  <a:gd name="connsiteY9" fmla="*/ 13707 h 403742"/>
                  <a:gd name="connsiteX10" fmla="*/ 44813 w 670384"/>
                  <a:gd name="connsiteY10" fmla="*/ 0 h 403742"/>
                  <a:gd name="connsiteX11" fmla="*/ 516092 w 670384"/>
                  <a:gd name="connsiteY11" fmla="*/ 0 h 403742"/>
                  <a:gd name="connsiteX12" fmla="*/ 586971 w 670384"/>
                  <a:gd name="connsiteY12" fmla="*/ 54660 h 403742"/>
                  <a:gd name="connsiteX13" fmla="*/ 667797 w 670384"/>
                  <a:gd name="connsiteY13" fmla="*/ 344112 h 403742"/>
                  <a:gd name="connsiteX14" fmla="*/ 662823 w 670384"/>
                  <a:gd name="connsiteY14" fmla="*/ 386350 h 403742"/>
                  <a:gd name="connsiteX15" fmla="*/ 625519 w 670384"/>
                  <a:gd name="connsiteY15" fmla="*/ 403742 h 403742"/>
                  <a:gd name="connsiteX16" fmla="*/ 154240 w 670384"/>
                  <a:gd name="connsiteY16" fmla="*/ 403742 h 403742"/>
                  <a:gd name="connsiteX17" fmla="*/ 83361 w 670384"/>
                  <a:gd name="connsiteY17" fmla="*/ 349082 h 403742"/>
                  <a:gd name="connsiteX18" fmla="*/ 2535 w 670384"/>
                  <a:gd name="connsiteY18" fmla="*/ 58387 h 403742"/>
                  <a:gd name="connsiteX19" fmla="*/ 8752 w 670384"/>
                  <a:gd name="connsiteY19" fmla="*/ 16150 h 403742"/>
                  <a:gd name="connsiteX20" fmla="*/ 44813 w 670384"/>
                  <a:gd name="connsiteY20" fmla="*/ 0 h 40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70384" h="403742">
                    <a:moveTo>
                      <a:pt x="44839" y="13707"/>
                    </a:moveTo>
                    <a:cubicBezTo>
                      <a:pt x="33649" y="13707"/>
                      <a:pt x="26188" y="17433"/>
                      <a:pt x="19972" y="26127"/>
                    </a:cubicBezTo>
                    <a:cubicBezTo>
                      <a:pt x="14998" y="32337"/>
                      <a:pt x="12511" y="43515"/>
                      <a:pt x="16241" y="54693"/>
                    </a:cubicBezTo>
                    <a:lnTo>
                      <a:pt x="98304" y="344076"/>
                    </a:lnTo>
                    <a:cubicBezTo>
                      <a:pt x="104521" y="368916"/>
                      <a:pt x="129389" y="388788"/>
                      <a:pt x="154256" y="388788"/>
                    </a:cubicBezTo>
                    <a:lnTo>
                      <a:pt x="625497" y="388788"/>
                    </a:lnTo>
                    <a:cubicBezTo>
                      <a:pt x="636687" y="388788"/>
                      <a:pt x="644147" y="385062"/>
                      <a:pt x="650364" y="377610"/>
                    </a:cubicBezTo>
                    <a:cubicBezTo>
                      <a:pt x="656581" y="370158"/>
                      <a:pt x="657824" y="360222"/>
                      <a:pt x="654094" y="349044"/>
                    </a:cubicBezTo>
                    <a:lnTo>
                      <a:pt x="572031" y="58419"/>
                    </a:lnTo>
                    <a:cubicBezTo>
                      <a:pt x="565814" y="33579"/>
                      <a:pt x="540947" y="13707"/>
                      <a:pt x="516079" y="13707"/>
                    </a:cubicBezTo>
                    <a:close/>
                    <a:moveTo>
                      <a:pt x="44813" y="0"/>
                    </a:moveTo>
                    <a:lnTo>
                      <a:pt x="516092" y="0"/>
                    </a:lnTo>
                    <a:cubicBezTo>
                      <a:pt x="545936" y="0"/>
                      <a:pt x="578266" y="23603"/>
                      <a:pt x="586971" y="54660"/>
                    </a:cubicBezTo>
                    <a:lnTo>
                      <a:pt x="667797" y="344112"/>
                    </a:lnTo>
                    <a:cubicBezTo>
                      <a:pt x="672771" y="360262"/>
                      <a:pt x="670284" y="375169"/>
                      <a:pt x="662823" y="386350"/>
                    </a:cubicBezTo>
                    <a:cubicBezTo>
                      <a:pt x="654119" y="397531"/>
                      <a:pt x="640440" y="403742"/>
                      <a:pt x="625519" y="403742"/>
                    </a:cubicBezTo>
                    <a:lnTo>
                      <a:pt x="154240" y="403742"/>
                    </a:lnTo>
                    <a:cubicBezTo>
                      <a:pt x="124396" y="403742"/>
                      <a:pt x="93309" y="380139"/>
                      <a:pt x="83361" y="349082"/>
                    </a:cubicBezTo>
                    <a:lnTo>
                      <a:pt x="2535" y="58387"/>
                    </a:lnTo>
                    <a:cubicBezTo>
                      <a:pt x="-2439" y="42238"/>
                      <a:pt x="48" y="28573"/>
                      <a:pt x="8752" y="16150"/>
                    </a:cubicBezTo>
                    <a:cubicBezTo>
                      <a:pt x="16213" y="6211"/>
                      <a:pt x="29892" y="0"/>
                      <a:pt x="448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A926280A-559F-8946-9725-9A916891BAAC}"/>
                  </a:ext>
                </a:extLst>
              </p:cNvPr>
              <p:cNvSpPr/>
              <p:nvPr/>
            </p:nvSpPr>
            <p:spPr>
              <a:xfrm>
                <a:off x="13362362" y="8635585"/>
                <a:ext cx="120842" cy="1644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" h="133">
                    <a:moveTo>
                      <a:pt x="56" y="0"/>
                    </a:moveTo>
                    <a:lnTo>
                      <a:pt x="98" y="133"/>
                    </a:lnTo>
                    <a:lnTo>
                      <a:pt x="22" y="133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6" name="Freeform 355">
                <a:extLst>
                  <a:ext uri="{FF2B5EF4-FFF2-40B4-BE49-F238E27FC236}">
                    <a16:creationId xmlns:a16="http://schemas.microsoft.com/office/drawing/2014/main" id="{B3344A29-0651-224A-9942-9736E2F9F1C2}"/>
                  </a:ext>
                </a:extLst>
              </p:cNvPr>
              <p:cNvSpPr/>
              <p:nvPr/>
            </p:nvSpPr>
            <p:spPr>
              <a:xfrm>
                <a:off x="13358625" y="8631846"/>
                <a:ext cx="129562" cy="171964"/>
              </a:xfrm>
              <a:custGeom>
                <a:avLst/>
                <a:gdLst>
                  <a:gd name="connsiteX0" fmla="*/ 69085 w 129562"/>
                  <a:gd name="connsiteY0" fmla="*/ 7477 h 171964"/>
                  <a:gd name="connsiteX1" fmla="*/ 8720 w 129562"/>
                  <a:gd name="connsiteY1" fmla="*/ 17367 h 171964"/>
                  <a:gd name="connsiteX2" fmla="*/ 33359 w 129562"/>
                  <a:gd name="connsiteY2" fmla="*/ 164488 h 171964"/>
                  <a:gd name="connsiteX3" fmla="*/ 119595 w 129562"/>
                  <a:gd name="connsiteY3" fmla="*/ 164488 h 171964"/>
                  <a:gd name="connsiteX4" fmla="*/ 74035 w 129562"/>
                  <a:gd name="connsiteY4" fmla="*/ 0 h 171964"/>
                  <a:gd name="connsiteX5" fmla="*/ 129562 w 129562"/>
                  <a:gd name="connsiteY5" fmla="*/ 171964 h 171964"/>
                  <a:gd name="connsiteX6" fmla="*/ 27146 w 129562"/>
                  <a:gd name="connsiteY6" fmla="*/ 171964 h 171964"/>
                  <a:gd name="connsiteX7" fmla="*/ 0 w 129562"/>
                  <a:gd name="connsiteY7" fmla="*/ 9897 h 1719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9562" h="171964">
                    <a:moveTo>
                      <a:pt x="69085" y="7477"/>
                    </a:moveTo>
                    <a:lnTo>
                      <a:pt x="8720" y="17367"/>
                    </a:lnTo>
                    <a:lnTo>
                      <a:pt x="33359" y="164488"/>
                    </a:lnTo>
                    <a:lnTo>
                      <a:pt x="119595" y="164488"/>
                    </a:lnTo>
                    <a:close/>
                    <a:moveTo>
                      <a:pt x="74035" y="0"/>
                    </a:moveTo>
                    <a:lnTo>
                      <a:pt x="129562" y="171964"/>
                    </a:lnTo>
                    <a:lnTo>
                      <a:pt x="27146" y="171964"/>
                    </a:lnTo>
                    <a:lnTo>
                      <a:pt x="0" y="9897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8A28CB6F-2C14-BF4D-9772-82282E9C6097}"/>
                  </a:ext>
                </a:extLst>
              </p:cNvPr>
              <p:cNvSpPr/>
              <p:nvPr/>
            </p:nvSpPr>
            <p:spPr>
              <a:xfrm>
                <a:off x="13210379" y="8781380"/>
                <a:ext cx="394916" cy="797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8" h="65">
                    <a:moveTo>
                      <a:pt x="259" y="6"/>
                    </a:moveTo>
                    <a:cubicBezTo>
                      <a:pt x="231" y="-3"/>
                      <a:pt x="187" y="0"/>
                      <a:pt x="187" y="0"/>
                    </a:cubicBezTo>
                    <a:lnTo>
                      <a:pt x="140" y="0"/>
                    </a:lnTo>
                    <a:lnTo>
                      <a:pt x="93" y="0"/>
                    </a:lnTo>
                    <a:cubicBezTo>
                      <a:pt x="93" y="0"/>
                      <a:pt x="48" y="-3"/>
                      <a:pt x="25" y="6"/>
                    </a:cubicBezTo>
                    <a:cubicBezTo>
                      <a:pt x="7" y="14"/>
                      <a:pt x="0" y="65"/>
                      <a:pt x="0" y="65"/>
                    </a:cubicBezTo>
                    <a:lnTo>
                      <a:pt x="159" y="65"/>
                    </a:lnTo>
                    <a:lnTo>
                      <a:pt x="318" y="65"/>
                    </a:lnTo>
                    <a:cubicBezTo>
                      <a:pt x="318" y="65"/>
                      <a:pt x="282" y="14"/>
                      <a:pt x="259" y="6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ED455A7D-4443-3740-A970-C5A4F94C4759}"/>
                  </a:ext>
                </a:extLst>
              </p:cNvPr>
              <p:cNvSpPr/>
              <p:nvPr/>
            </p:nvSpPr>
            <p:spPr>
              <a:xfrm>
                <a:off x="13202904" y="8773672"/>
                <a:ext cx="409554" cy="94937"/>
              </a:xfrm>
              <a:custGeom>
                <a:avLst/>
                <a:gdLst>
                  <a:gd name="connsiteX0" fmla="*/ 91928 w 409554"/>
                  <a:gd name="connsiteY0" fmla="*/ 14727 h 94937"/>
                  <a:gd name="connsiteX1" fmla="*/ 42262 w 409554"/>
                  <a:gd name="connsiteY1" fmla="*/ 22521 h 94937"/>
                  <a:gd name="connsiteX2" fmla="*/ 14946 w 409554"/>
                  <a:gd name="connsiteY2" fmla="*/ 79983 h 94937"/>
                  <a:gd name="connsiteX3" fmla="*/ 387438 w 409554"/>
                  <a:gd name="connsiteY3" fmla="*/ 79983 h 94937"/>
                  <a:gd name="connsiteX4" fmla="*/ 326598 w 409554"/>
                  <a:gd name="connsiteY4" fmla="*/ 22521 h 94937"/>
                  <a:gd name="connsiteX5" fmla="*/ 240924 w 409554"/>
                  <a:gd name="connsiteY5" fmla="*/ 15185 h 94937"/>
                  <a:gd name="connsiteX6" fmla="*/ 122969 w 409554"/>
                  <a:gd name="connsiteY6" fmla="*/ 15185 h 94937"/>
                  <a:gd name="connsiteX7" fmla="*/ 91928 w 409554"/>
                  <a:gd name="connsiteY7" fmla="*/ 14727 h 94937"/>
                  <a:gd name="connsiteX8" fmla="*/ 124202 w 409554"/>
                  <a:gd name="connsiteY8" fmla="*/ 232 h 94937"/>
                  <a:gd name="connsiteX9" fmla="*/ 239709 w 409554"/>
                  <a:gd name="connsiteY9" fmla="*/ 232 h 94937"/>
                  <a:gd name="connsiteX10" fmla="*/ 331618 w 409554"/>
                  <a:gd name="connsiteY10" fmla="*/ 8842 h 94937"/>
                  <a:gd name="connsiteX11" fmla="*/ 408623 w 409554"/>
                  <a:gd name="connsiteY11" fmla="*/ 82638 h 94937"/>
                  <a:gd name="connsiteX12" fmla="*/ 408623 w 409554"/>
                  <a:gd name="connsiteY12" fmla="*/ 91247 h 94937"/>
                  <a:gd name="connsiteX13" fmla="*/ 402413 w 409554"/>
                  <a:gd name="connsiteY13" fmla="*/ 94937 h 94937"/>
                  <a:gd name="connsiteX14" fmla="*/ 7452 w 409554"/>
                  <a:gd name="connsiteY14" fmla="*/ 94937 h 94937"/>
                  <a:gd name="connsiteX15" fmla="*/ 1242 w 409554"/>
                  <a:gd name="connsiteY15" fmla="*/ 92477 h 94937"/>
                  <a:gd name="connsiteX16" fmla="*/ 0 w 409554"/>
                  <a:gd name="connsiteY16" fmla="*/ 86327 h 94937"/>
                  <a:gd name="connsiteX17" fmla="*/ 37260 w 409554"/>
                  <a:gd name="connsiteY17" fmla="*/ 8842 h 94937"/>
                  <a:gd name="connsiteX18" fmla="*/ 124202 w 409554"/>
                  <a:gd name="connsiteY18" fmla="*/ 232 h 94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09554" h="94937">
                    <a:moveTo>
                      <a:pt x="91928" y="14727"/>
                    </a:moveTo>
                    <a:cubicBezTo>
                      <a:pt x="74855" y="15185"/>
                      <a:pt x="54679" y="17019"/>
                      <a:pt x="42262" y="22521"/>
                    </a:cubicBezTo>
                    <a:cubicBezTo>
                      <a:pt x="29846" y="27411"/>
                      <a:pt x="19913" y="56754"/>
                      <a:pt x="14946" y="79983"/>
                    </a:cubicBezTo>
                    <a:lnTo>
                      <a:pt x="387438" y="79983"/>
                    </a:lnTo>
                    <a:cubicBezTo>
                      <a:pt x="371297" y="59199"/>
                      <a:pt x="343981" y="28634"/>
                      <a:pt x="326598" y="22521"/>
                    </a:cubicBezTo>
                    <a:cubicBezTo>
                      <a:pt x="294315" y="11517"/>
                      <a:pt x="240924" y="15185"/>
                      <a:pt x="240924" y="15185"/>
                    </a:cubicBezTo>
                    <a:lnTo>
                      <a:pt x="122969" y="15185"/>
                    </a:lnTo>
                    <a:cubicBezTo>
                      <a:pt x="122969" y="15185"/>
                      <a:pt x="109001" y="14268"/>
                      <a:pt x="91928" y="14727"/>
                    </a:cubicBezTo>
                    <a:close/>
                    <a:moveTo>
                      <a:pt x="124202" y="232"/>
                    </a:moveTo>
                    <a:lnTo>
                      <a:pt x="239709" y="232"/>
                    </a:lnTo>
                    <a:cubicBezTo>
                      <a:pt x="242193" y="232"/>
                      <a:pt x="295600" y="-2228"/>
                      <a:pt x="331618" y="8842"/>
                    </a:cubicBezTo>
                    <a:cubicBezTo>
                      <a:pt x="360184" y="18681"/>
                      <a:pt x="402413" y="76488"/>
                      <a:pt x="408623" y="82638"/>
                    </a:cubicBezTo>
                    <a:cubicBezTo>
                      <a:pt x="409865" y="85098"/>
                      <a:pt x="409865" y="88787"/>
                      <a:pt x="408623" y="91247"/>
                    </a:cubicBezTo>
                    <a:cubicBezTo>
                      <a:pt x="407381" y="92477"/>
                      <a:pt x="403655" y="94937"/>
                      <a:pt x="402413" y="94937"/>
                    </a:cubicBezTo>
                    <a:lnTo>
                      <a:pt x="7452" y="94937"/>
                    </a:lnTo>
                    <a:cubicBezTo>
                      <a:pt x="4968" y="94937"/>
                      <a:pt x="2484" y="93707"/>
                      <a:pt x="1242" y="92477"/>
                    </a:cubicBezTo>
                    <a:cubicBezTo>
                      <a:pt x="0" y="91247"/>
                      <a:pt x="0" y="88787"/>
                      <a:pt x="0" y="86327"/>
                    </a:cubicBezTo>
                    <a:cubicBezTo>
                      <a:pt x="1242" y="78948"/>
                      <a:pt x="11178" y="19911"/>
                      <a:pt x="37260" y="8842"/>
                    </a:cubicBezTo>
                    <a:cubicBezTo>
                      <a:pt x="65827" y="-2228"/>
                      <a:pt x="120475" y="232"/>
                      <a:pt x="124202" y="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F31E29F4-C9D6-E645-B575-75DDBFB9609C}"/>
                  </a:ext>
                </a:extLst>
              </p:cNvPr>
              <p:cNvSpPr/>
              <p:nvPr/>
            </p:nvSpPr>
            <p:spPr>
              <a:xfrm>
                <a:off x="13271423" y="8538388"/>
                <a:ext cx="169428" cy="2828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7" h="228">
                    <a:moveTo>
                      <a:pt x="119" y="43"/>
                    </a:moveTo>
                    <a:cubicBezTo>
                      <a:pt x="108" y="0"/>
                      <a:pt x="74" y="0"/>
                      <a:pt x="62" y="0"/>
                    </a:cubicBezTo>
                    <a:lnTo>
                      <a:pt x="29" y="0"/>
                    </a:lnTo>
                    <a:cubicBezTo>
                      <a:pt x="8" y="0"/>
                      <a:pt x="-4" y="18"/>
                      <a:pt x="2" y="39"/>
                    </a:cubicBezTo>
                    <a:lnTo>
                      <a:pt x="45" y="195"/>
                    </a:lnTo>
                    <a:cubicBezTo>
                      <a:pt x="45" y="195"/>
                      <a:pt x="81" y="228"/>
                      <a:pt x="105" y="228"/>
                    </a:cubicBezTo>
                    <a:cubicBezTo>
                      <a:pt x="125" y="228"/>
                      <a:pt x="122" y="192"/>
                      <a:pt x="122" y="192"/>
                    </a:cubicBezTo>
                    <a:lnTo>
                      <a:pt x="111" y="153"/>
                    </a:lnTo>
                    <a:cubicBezTo>
                      <a:pt x="115" y="153"/>
                      <a:pt x="120" y="153"/>
                      <a:pt x="125" y="152"/>
                    </a:cubicBezTo>
                    <a:cubicBezTo>
                      <a:pt x="151" y="147"/>
                      <a:pt x="128" y="74"/>
                      <a:pt x="119" y="4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8" name="Freeform 357">
                <a:extLst>
                  <a:ext uri="{FF2B5EF4-FFF2-40B4-BE49-F238E27FC236}">
                    <a16:creationId xmlns:a16="http://schemas.microsoft.com/office/drawing/2014/main" id="{40C2CAF3-E28E-D644-B9B1-E5B88BA6DBD5}"/>
                  </a:ext>
                </a:extLst>
              </p:cNvPr>
              <p:cNvSpPr/>
              <p:nvPr/>
            </p:nvSpPr>
            <p:spPr>
              <a:xfrm>
                <a:off x="13264444" y="8532157"/>
                <a:ext cx="183550" cy="296576"/>
              </a:xfrm>
              <a:custGeom>
                <a:avLst/>
                <a:gdLst>
                  <a:gd name="connsiteX0" fmla="*/ 41631 w 183550"/>
                  <a:gd name="connsiteY0" fmla="*/ 13707 h 296576"/>
                  <a:gd name="connsiteX1" fmla="*/ 18150 w 183550"/>
                  <a:gd name="connsiteY1" fmla="*/ 24870 h 296576"/>
                  <a:gd name="connsiteX2" fmla="*/ 14443 w 183550"/>
                  <a:gd name="connsiteY2" fmla="*/ 53398 h 296576"/>
                  <a:gd name="connsiteX3" fmla="*/ 67583 w 183550"/>
                  <a:gd name="connsiteY3" fmla="*/ 244412 h 296576"/>
                  <a:gd name="connsiteX4" fmla="*/ 135554 w 183550"/>
                  <a:gd name="connsiteY4" fmla="*/ 281622 h 296576"/>
                  <a:gd name="connsiteX5" fmla="*/ 142969 w 183550"/>
                  <a:gd name="connsiteY5" fmla="*/ 279141 h 296576"/>
                  <a:gd name="connsiteX6" fmla="*/ 149148 w 183550"/>
                  <a:gd name="connsiteY6" fmla="*/ 245652 h 296576"/>
                  <a:gd name="connsiteX7" fmla="*/ 136789 w 183550"/>
                  <a:gd name="connsiteY7" fmla="*/ 198519 h 296576"/>
                  <a:gd name="connsiteX8" fmla="*/ 136789 w 183550"/>
                  <a:gd name="connsiteY8" fmla="*/ 191077 h 296576"/>
                  <a:gd name="connsiteX9" fmla="*/ 142969 w 183550"/>
                  <a:gd name="connsiteY9" fmla="*/ 189836 h 296576"/>
                  <a:gd name="connsiteX10" fmla="*/ 159034 w 183550"/>
                  <a:gd name="connsiteY10" fmla="*/ 187356 h 296576"/>
                  <a:gd name="connsiteX11" fmla="*/ 163978 w 183550"/>
                  <a:gd name="connsiteY11" fmla="*/ 183635 h 296576"/>
                  <a:gd name="connsiteX12" fmla="*/ 149148 w 183550"/>
                  <a:gd name="connsiteY12" fmla="*/ 69523 h 296576"/>
                  <a:gd name="connsiteX13" fmla="*/ 146676 w 183550"/>
                  <a:gd name="connsiteY13" fmla="*/ 60840 h 296576"/>
                  <a:gd name="connsiteX14" fmla="*/ 82413 w 183550"/>
                  <a:gd name="connsiteY14" fmla="*/ 13707 h 296576"/>
                  <a:gd name="connsiteX15" fmla="*/ 42807 w 183550"/>
                  <a:gd name="connsiteY15" fmla="*/ 0 h 296576"/>
                  <a:gd name="connsiteX16" fmla="*/ 83640 w 183550"/>
                  <a:gd name="connsiteY16" fmla="*/ 0 h 296576"/>
                  <a:gd name="connsiteX17" fmla="*/ 161595 w 183550"/>
                  <a:gd name="connsiteY17" fmla="*/ 57082 h 296576"/>
                  <a:gd name="connsiteX18" fmla="*/ 164069 w 183550"/>
                  <a:gd name="connsiteY18" fmla="*/ 65768 h 296576"/>
                  <a:gd name="connsiteX19" fmla="*/ 177681 w 183550"/>
                  <a:gd name="connsiteY19" fmla="*/ 191099 h 296576"/>
                  <a:gd name="connsiteX20" fmla="*/ 162832 w 183550"/>
                  <a:gd name="connsiteY20" fmla="*/ 202267 h 296576"/>
                  <a:gd name="connsiteX21" fmla="*/ 154170 w 183550"/>
                  <a:gd name="connsiteY21" fmla="*/ 203508 h 296576"/>
                  <a:gd name="connsiteX22" fmla="*/ 165307 w 183550"/>
                  <a:gd name="connsiteY22" fmla="*/ 241976 h 296576"/>
                  <a:gd name="connsiteX23" fmla="*/ 165307 w 183550"/>
                  <a:gd name="connsiteY23" fmla="*/ 244458 h 296576"/>
                  <a:gd name="connsiteX24" fmla="*/ 155408 w 183550"/>
                  <a:gd name="connsiteY24" fmla="*/ 289131 h 296576"/>
                  <a:gd name="connsiteX25" fmla="*/ 136847 w 183550"/>
                  <a:gd name="connsiteY25" fmla="*/ 296576 h 296576"/>
                  <a:gd name="connsiteX26" fmla="*/ 57655 w 183550"/>
                  <a:gd name="connsiteY26" fmla="*/ 253144 h 296576"/>
                  <a:gd name="connsiteX27" fmla="*/ 56418 w 183550"/>
                  <a:gd name="connsiteY27" fmla="*/ 249422 h 296576"/>
                  <a:gd name="connsiteX28" fmla="*/ 1974 w 183550"/>
                  <a:gd name="connsiteY28" fmla="*/ 55841 h 296576"/>
                  <a:gd name="connsiteX29" fmla="*/ 8161 w 183550"/>
                  <a:gd name="connsiteY29" fmla="*/ 16132 h 296576"/>
                  <a:gd name="connsiteX30" fmla="*/ 42807 w 183550"/>
                  <a:gd name="connsiteY30" fmla="*/ 0 h 2965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83550" h="296576">
                    <a:moveTo>
                      <a:pt x="41631" y="13707"/>
                    </a:moveTo>
                    <a:cubicBezTo>
                      <a:pt x="31744" y="13707"/>
                      <a:pt x="24329" y="17428"/>
                      <a:pt x="18150" y="24870"/>
                    </a:cubicBezTo>
                    <a:cubicBezTo>
                      <a:pt x="11971" y="32312"/>
                      <a:pt x="11971" y="42235"/>
                      <a:pt x="14443" y="53398"/>
                    </a:cubicBezTo>
                    <a:lnTo>
                      <a:pt x="67583" y="244412"/>
                    </a:lnTo>
                    <a:cubicBezTo>
                      <a:pt x="81177" y="255575"/>
                      <a:pt x="115780" y="281622"/>
                      <a:pt x="135554" y="281622"/>
                    </a:cubicBezTo>
                    <a:cubicBezTo>
                      <a:pt x="139261" y="281622"/>
                      <a:pt x="140497" y="281622"/>
                      <a:pt x="142969" y="279141"/>
                    </a:cubicBezTo>
                    <a:cubicBezTo>
                      <a:pt x="150383" y="271699"/>
                      <a:pt x="150383" y="253094"/>
                      <a:pt x="149148" y="245652"/>
                    </a:cubicBezTo>
                    <a:lnTo>
                      <a:pt x="136789" y="198519"/>
                    </a:lnTo>
                    <a:cubicBezTo>
                      <a:pt x="135554" y="196038"/>
                      <a:pt x="135554" y="193557"/>
                      <a:pt x="136789" y="191077"/>
                    </a:cubicBezTo>
                    <a:cubicBezTo>
                      <a:pt x="139261" y="189836"/>
                      <a:pt x="140497" y="189836"/>
                      <a:pt x="142969" y="189836"/>
                    </a:cubicBezTo>
                    <a:cubicBezTo>
                      <a:pt x="147912" y="189836"/>
                      <a:pt x="154091" y="188596"/>
                      <a:pt x="159034" y="187356"/>
                    </a:cubicBezTo>
                    <a:cubicBezTo>
                      <a:pt x="160270" y="187356"/>
                      <a:pt x="162742" y="186115"/>
                      <a:pt x="163978" y="183635"/>
                    </a:cubicBezTo>
                    <a:cubicBezTo>
                      <a:pt x="175100" y="163789"/>
                      <a:pt x="157798" y="100531"/>
                      <a:pt x="149148" y="69523"/>
                    </a:cubicBezTo>
                    <a:lnTo>
                      <a:pt x="146676" y="60840"/>
                    </a:lnTo>
                    <a:cubicBezTo>
                      <a:pt x="133082" y="13707"/>
                      <a:pt x="96007" y="13707"/>
                      <a:pt x="82413" y="13707"/>
                    </a:cubicBezTo>
                    <a:close/>
                    <a:moveTo>
                      <a:pt x="42807" y="0"/>
                    </a:moveTo>
                    <a:lnTo>
                      <a:pt x="83640" y="0"/>
                    </a:lnTo>
                    <a:cubicBezTo>
                      <a:pt x="98489" y="0"/>
                      <a:pt x="145509" y="0"/>
                      <a:pt x="161595" y="57082"/>
                    </a:cubicBezTo>
                    <a:lnTo>
                      <a:pt x="164069" y="65768"/>
                    </a:lnTo>
                    <a:cubicBezTo>
                      <a:pt x="178918" y="117886"/>
                      <a:pt x="191292" y="168763"/>
                      <a:pt x="177681" y="191099"/>
                    </a:cubicBezTo>
                    <a:cubicBezTo>
                      <a:pt x="173968" y="197304"/>
                      <a:pt x="169019" y="201026"/>
                      <a:pt x="162832" y="202267"/>
                    </a:cubicBezTo>
                    <a:cubicBezTo>
                      <a:pt x="160357" y="202267"/>
                      <a:pt x="156645" y="203508"/>
                      <a:pt x="154170" y="203508"/>
                    </a:cubicBezTo>
                    <a:lnTo>
                      <a:pt x="165307" y="241976"/>
                    </a:lnTo>
                    <a:cubicBezTo>
                      <a:pt x="165307" y="243217"/>
                      <a:pt x="165307" y="243217"/>
                      <a:pt x="165307" y="244458"/>
                    </a:cubicBezTo>
                    <a:cubicBezTo>
                      <a:pt x="165307" y="246940"/>
                      <a:pt x="167782" y="275481"/>
                      <a:pt x="155408" y="289131"/>
                    </a:cubicBezTo>
                    <a:cubicBezTo>
                      <a:pt x="149221" y="294094"/>
                      <a:pt x="144271" y="296576"/>
                      <a:pt x="136847" y="296576"/>
                    </a:cubicBezTo>
                    <a:cubicBezTo>
                      <a:pt x="105913" y="296576"/>
                      <a:pt x="62605" y="258108"/>
                      <a:pt x="57655" y="253144"/>
                    </a:cubicBezTo>
                    <a:cubicBezTo>
                      <a:pt x="56418" y="251903"/>
                      <a:pt x="56418" y="250663"/>
                      <a:pt x="56418" y="249422"/>
                    </a:cubicBezTo>
                    <a:lnTo>
                      <a:pt x="1974" y="55841"/>
                    </a:lnTo>
                    <a:cubicBezTo>
                      <a:pt x="-1738" y="40950"/>
                      <a:pt x="-501" y="27300"/>
                      <a:pt x="8161" y="16132"/>
                    </a:cubicBezTo>
                    <a:cubicBezTo>
                      <a:pt x="15585" y="4964"/>
                      <a:pt x="29196" y="0"/>
                      <a:pt x="428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8BA2FDB6-1696-2A4E-BF8F-664A737FE397}"/>
                  </a:ext>
                </a:extLst>
              </p:cNvPr>
              <p:cNvSpPr/>
              <p:nvPr/>
            </p:nvSpPr>
            <p:spPr>
              <a:xfrm>
                <a:off x="13381052" y="8722813"/>
                <a:ext cx="33636" cy="124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" h="11">
                    <a:moveTo>
                      <a:pt x="22" y="11"/>
                    </a:moveTo>
                    <a:lnTo>
                      <a:pt x="6" y="11"/>
                    </a:lnTo>
                    <a:cubicBezTo>
                      <a:pt x="3" y="11"/>
                      <a:pt x="0" y="8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22" y="0"/>
                    </a:lnTo>
                    <a:cubicBezTo>
                      <a:pt x="25" y="0"/>
                      <a:pt x="28" y="2"/>
                      <a:pt x="28" y="5"/>
                    </a:cubicBezTo>
                    <a:cubicBezTo>
                      <a:pt x="28" y="8"/>
                      <a:pt x="25" y="11"/>
                      <a:pt x="22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48C2D083-1623-E346-8242-8D1277D4E71E}"/>
                  </a:ext>
                </a:extLst>
              </p:cNvPr>
              <p:cNvSpPr/>
              <p:nvPr/>
            </p:nvSpPr>
            <p:spPr>
              <a:xfrm>
                <a:off x="13242766" y="8517204"/>
                <a:ext cx="163199" cy="2704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2" h="218">
                    <a:moveTo>
                      <a:pt x="2" y="71"/>
                    </a:moveTo>
                    <a:cubicBezTo>
                      <a:pt x="2" y="110"/>
                      <a:pt x="4" y="147"/>
                      <a:pt x="0" y="218"/>
                    </a:cubicBezTo>
                    <a:cubicBezTo>
                      <a:pt x="12" y="215"/>
                      <a:pt x="26" y="213"/>
                      <a:pt x="42" y="212"/>
                    </a:cubicBezTo>
                    <a:cubicBezTo>
                      <a:pt x="52" y="211"/>
                      <a:pt x="63" y="212"/>
                      <a:pt x="72" y="213"/>
                    </a:cubicBezTo>
                    <a:cubicBezTo>
                      <a:pt x="79" y="187"/>
                      <a:pt x="67" y="130"/>
                      <a:pt x="67" y="130"/>
                    </a:cubicBezTo>
                    <a:cubicBezTo>
                      <a:pt x="66" y="130"/>
                      <a:pt x="66" y="130"/>
                      <a:pt x="66" y="130"/>
                    </a:cubicBezTo>
                    <a:cubicBezTo>
                      <a:pt x="45" y="127"/>
                      <a:pt x="38" y="102"/>
                      <a:pt x="48" y="97"/>
                    </a:cubicBezTo>
                    <a:cubicBezTo>
                      <a:pt x="54" y="94"/>
                      <a:pt x="60" y="99"/>
                      <a:pt x="62" y="101"/>
                    </a:cubicBezTo>
                    <a:cubicBezTo>
                      <a:pt x="62" y="101"/>
                      <a:pt x="119" y="82"/>
                      <a:pt x="131" y="41"/>
                    </a:cubicBezTo>
                    <a:cubicBezTo>
                      <a:pt x="144" y="-3"/>
                      <a:pt x="3" y="-34"/>
                      <a:pt x="2" y="7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9" name="Freeform 358">
                <a:extLst>
                  <a:ext uri="{FF2B5EF4-FFF2-40B4-BE49-F238E27FC236}">
                    <a16:creationId xmlns:a16="http://schemas.microsoft.com/office/drawing/2014/main" id="{30029EDC-CEDF-5D44-A6FB-3AB7887278FE}"/>
                  </a:ext>
                </a:extLst>
              </p:cNvPr>
              <p:cNvSpPr/>
              <p:nvPr/>
            </p:nvSpPr>
            <p:spPr>
              <a:xfrm>
                <a:off x="13239029" y="8512857"/>
                <a:ext cx="171297" cy="277246"/>
              </a:xfrm>
              <a:custGeom>
                <a:avLst/>
                <a:gdLst>
                  <a:gd name="connsiteX0" fmla="*/ 108200 w 171297"/>
                  <a:gd name="connsiteY0" fmla="*/ 9325 h 277246"/>
                  <a:gd name="connsiteX1" fmla="*/ 53202 w 171297"/>
                  <a:gd name="connsiteY1" fmla="*/ 16766 h 277246"/>
                  <a:gd name="connsiteX2" fmla="*/ 9946 w 171297"/>
                  <a:gd name="connsiteY2" fmla="*/ 92419 h 277246"/>
                  <a:gd name="connsiteX3" fmla="*/ 9946 w 171297"/>
                  <a:gd name="connsiteY3" fmla="*/ 123424 h 277246"/>
                  <a:gd name="connsiteX4" fmla="*/ 7474 w 171297"/>
                  <a:gd name="connsiteY4" fmla="*/ 269769 h 277246"/>
                  <a:gd name="connsiteX5" fmla="*/ 55674 w 171297"/>
                  <a:gd name="connsiteY5" fmla="*/ 263568 h 277246"/>
                  <a:gd name="connsiteX6" fmla="*/ 90280 w 171297"/>
                  <a:gd name="connsiteY6" fmla="*/ 264808 h 277246"/>
                  <a:gd name="connsiteX7" fmla="*/ 82864 w 171297"/>
                  <a:gd name="connsiteY7" fmla="*/ 168072 h 277246"/>
                  <a:gd name="connsiteX8" fmla="*/ 54438 w 171297"/>
                  <a:gd name="connsiteY8" fmla="*/ 139547 h 277246"/>
                  <a:gd name="connsiteX9" fmla="*/ 60618 w 171297"/>
                  <a:gd name="connsiteY9" fmla="*/ 122184 h 277246"/>
                  <a:gd name="connsiteX10" fmla="*/ 80392 w 171297"/>
                  <a:gd name="connsiteY10" fmla="*/ 124665 h 277246"/>
                  <a:gd name="connsiteX11" fmla="*/ 163198 w 171297"/>
                  <a:gd name="connsiteY11" fmla="*/ 53973 h 277246"/>
                  <a:gd name="connsiteX12" fmla="*/ 152075 w 171297"/>
                  <a:gd name="connsiteY12" fmla="*/ 27928 h 277246"/>
                  <a:gd name="connsiteX13" fmla="*/ 108200 w 171297"/>
                  <a:gd name="connsiteY13" fmla="*/ 9325 h 277246"/>
                  <a:gd name="connsiteX14" fmla="*/ 109453 w 171297"/>
                  <a:gd name="connsiteY14" fmla="*/ 1383 h 277246"/>
                  <a:gd name="connsiteX15" fmla="*/ 157069 w 171297"/>
                  <a:gd name="connsiteY15" fmla="*/ 21697 h 277246"/>
                  <a:gd name="connsiteX16" fmla="*/ 170673 w 171297"/>
                  <a:gd name="connsiteY16" fmla="*/ 53951 h 277246"/>
                  <a:gd name="connsiteX17" fmla="*/ 81626 w 171297"/>
                  <a:gd name="connsiteY17" fmla="*/ 130864 h 277246"/>
                  <a:gd name="connsiteX18" fmla="*/ 79153 w 171297"/>
                  <a:gd name="connsiteY18" fmla="*/ 132104 h 277246"/>
                  <a:gd name="connsiteX19" fmla="*/ 77916 w 171297"/>
                  <a:gd name="connsiteY19" fmla="*/ 130864 h 277246"/>
                  <a:gd name="connsiteX20" fmla="*/ 64312 w 171297"/>
                  <a:gd name="connsiteY20" fmla="*/ 127142 h 277246"/>
                  <a:gd name="connsiteX21" fmla="*/ 61838 w 171297"/>
                  <a:gd name="connsiteY21" fmla="*/ 138307 h 277246"/>
                  <a:gd name="connsiteX22" fmla="*/ 86573 w 171297"/>
                  <a:gd name="connsiteY22" fmla="*/ 159396 h 277246"/>
                  <a:gd name="connsiteX23" fmla="*/ 86573 w 171297"/>
                  <a:gd name="connsiteY23" fmla="*/ 160636 h 277246"/>
                  <a:gd name="connsiteX24" fmla="*/ 89047 w 171297"/>
                  <a:gd name="connsiteY24" fmla="*/ 161877 h 277246"/>
                  <a:gd name="connsiteX25" fmla="*/ 89047 w 171297"/>
                  <a:gd name="connsiteY25" fmla="*/ 163117 h 277246"/>
                  <a:gd name="connsiteX26" fmla="*/ 95231 w 171297"/>
                  <a:gd name="connsiteY26" fmla="*/ 267322 h 277246"/>
                  <a:gd name="connsiteX27" fmla="*/ 95231 w 171297"/>
                  <a:gd name="connsiteY27" fmla="*/ 271043 h 277246"/>
                  <a:gd name="connsiteX28" fmla="*/ 92757 w 171297"/>
                  <a:gd name="connsiteY28" fmla="*/ 271043 h 277246"/>
                  <a:gd name="connsiteX29" fmla="*/ 55654 w 171297"/>
                  <a:gd name="connsiteY29" fmla="*/ 269803 h 277246"/>
                  <a:gd name="connsiteX30" fmla="*/ 3710 w 171297"/>
                  <a:gd name="connsiteY30" fmla="*/ 276005 h 277246"/>
                  <a:gd name="connsiteX31" fmla="*/ 0 w 171297"/>
                  <a:gd name="connsiteY31" fmla="*/ 277246 h 277246"/>
                  <a:gd name="connsiteX32" fmla="*/ 0 w 171297"/>
                  <a:gd name="connsiteY32" fmla="*/ 272284 h 277246"/>
                  <a:gd name="connsiteX33" fmla="*/ 3710 w 171297"/>
                  <a:gd name="connsiteY33" fmla="*/ 122180 h 277246"/>
                  <a:gd name="connsiteX34" fmla="*/ 3710 w 171297"/>
                  <a:gd name="connsiteY34" fmla="*/ 91167 h 277246"/>
                  <a:gd name="connsiteX35" fmla="*/ 50707 w 171297"/>
                  <a:gd name="connsiteY35" fmla="*/ 8051 h 277246"/>
                  <a:gd name="connsiteX36" fmla="*/ 109453 w 171297"/>
                  <a:gd name="connsiteY36" fmla="*/ 1383 h 2772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71297" h="277246">
                    <a:moveTo>
                      <a:pt x="108200" y="9325"/>
                    </a:moveTo>
                    <a:cubicBezTo>
                      <a:pt x="90280" y="6845"/>
                      <a:pt x="70505" y="8705"/>
                      <a:pt x="53202" y="16766"/>
                    </a:cubicBezTo>
                    <a:cubicBezTo>
                      <a:pt x="33428" y="24208"/>
                      <a:pt x="9946" y="45291"/>
                      <a:pt x="9946" y="92419"/>
                    </a:cubicBezTo>
                    <a:cubicBezTo>
                      <a:pt x="9946" y="102341"/>
                      <a:pt x="9946" y="112263"/>
                      <a:pt x="9946" y="123424"/>
                    </a:cubicBezTo>
                    <a:cubicBezTo>
                      <a:pt x="9946" y="160631"/>
                      <a:pt x="11182" y="202798"/>
                      <a:pt x="7474" y="269769"/>
                    </a:cubicBezTo>
                    <a:cubicBezTo>
                      <a:pt x="23541" y="266048"/>
                      <a:pt x="39608" y="264808"/>
                      <a:pt x="55674" y="263568"/>
                    </a:cubicBezTo>
                    <a:cubicBezTo>
                      <a:pt x="66797" y="263568"/>
                      <a:pt x="79156" y="263568"/>
                      <a:pt x="90280" y="264808"/>
                    </a:cubicBezTo>
                    <a:cubicBezTo>
                      <a:pt x="96459" y="235043"/>
                      <a:pt x="85336" y="180474"/>
                      <a:pt x="82864" y="168072"/>
                    </a:cubicBezTo>
                    <a:cubicBezTo>
                      <a:pt x="66797" y="165591"/>
                      <a:pt x="56910" y="151949"/>
                      <a:pt x="54438" y="139547"/>
                    </a:cubicBezTo>
                    <a:cubicBezTo>
                      <a:pt x="53202" y="132106"/>
                      <a:pt x="55674" y="124665"/>
                      <a:pt x="60618" y="122184"/>
                    </a:cubicBezTo>
                    <a:cubicBezTo>
                      <a:pt x="69269" y="117223"/>
                      <a:pt x="76685" y="122184"/>
                      <a:pt x="80392" y="124665"/>
                    </a:cubicBezTo>
                    <a:cubicBezTo>
                      <a:pt x="92751" y="120944"/>
                      <a:pt x="149603" y="98620"/>
                      <a:pt x="163198" y="53973"/>
                    </a:cubicBezTo>
                    <a:cubicBezTo>
                      <a:pt x="165670" y="42811"/>
                      <a:pt x="159490" y="34129"/>
                      <a:pt x="152075" y="27928"/>
                    </a:cubicBezTo>
                    <a:cubicBezTo>
                      <a:pt x="142188" y="18627"/>
                      <a:pt x="126121" y="11806"/>
                      <a:pt x="108200" y="9325"/>
                    </a:cubicBezTo>
                    <a:close/>
                    <a:moveTo>
                      <a:pt x="109453" y="1383"/>
                    </a:moveTo>
                    <a:cubicBezTo>
                      <a:pt x="128623" y="4330"/>
                      <a:pt x="145938" y="11773"/>
                      <a:pt x="157069" y="21697"/>
                    </a:cubicBezTo>
                    <a:cubicBezTo>
                      <a:pt x="168199" y="30381"/>
                      <a:pt x="173147" y="42786"/>
                      <a:pt x="170673" y="53951"/>
                    </a:cubicBezTo>
                    <a:cubicBezTo>
                      <a:pt x="154595" y="107294"/>
                      <a:pt x="84100" y="130864"/>
                      <a:pt x="81626" y="130864"/>
                    </a:cubicBezTo>
                    <a:lnTo>
                      <a:pt x="79153" y="132104"/>
                    </a:lnTo>
                    <a:lnTo>
                      <a:pt x="77916" y="130864"/>
                    </a:lnTo>
                    <a:cubicBezTo>
                      <a:pt x="75442" y="128383"/>
                      <a:pt x="70495" y="124661"/>
                      <a:pt x="64312" y="127142"/>
                    </a:cubicBezTo>
                    <a:cubicBezTo>
                      <a:pt x="61838" y="128383"/>
                      <a:pt x="60601" y="132104"/>
                      <a:pt x="61838" y="138307"/>
                    </a:cubicBezTo>
                    <a:cubicBezTo>
                      <a:pt x="63075" y="148231"/>
                      <a:pt x="71732" y="159396"/>
                      <a:pt x="86573" y="159396"/>
                    </a:cubicBezTo>
                    <a:lnTo>
                      <a:pt x="86573" y="160636"/>
                    </a:lnTo>
                    <a:lnTo>
                      <a:pt x="89047" y="161877"/>
                    </a:lnTo>
                    <a:lnTo>
                      <a:pt x="89047" y="163117"/>
                    </a:lnTo>
                    <a:cubicBezTo>
                      <a:pt x="90284" y="165598"/>
                      <a:pt x="106361" y="235068"/>
                      <a:pt x="95231" y="267322"/>
                    </a:cubicBezTo>
                    <a:lnTo>
                      <a:pt x="95231" y="271043"/>
                    </a:lnTo>
                    <a:lnTo>
                      <a:pt x="92757" y="271043"/>
                    </a:lnTo>
                    <a:cubicBezTo>
                      <a:pt x="80389" y="268562"/>
                      <a:pt x="68022" y="268562"/>
                      <a:pt x="55654" y="269803"/>
                    </a:cubicBezTo>
                    <a:cubicBezTo>
                      <a:pt x="38340" y="271043"/>
                      <a:pt x="21025" y="273524"/>
                      <a:pt x="3710" y="276005"/>
                    </a:cubicBezTo>
                    <a:lnTo>
                      <a:pt x="0" y="277246"/>
                    </a:lnTo>
                    <a:lnTo>
                      <a:pt x="0" y="272284"/>
                    </a:lnTo>
                    <a:cubicBezTo>
                      <a:pt x="3710" y="202814"/>
                      <a:pt x="3710" y="159396"/>
                      <a:pt x="3710" y="122180"/>
                    </a:cubicBezTo>
                    <a:cubicBezTo>
                      <a:pt x="3710" y="111015"/>
                      <a:pt x="3710" y="101091"/>
                      <a:pt x="3710" y="91167"/>
                    </a:cubicBezTo>
                    <a:cubicBezTo>
                      <a:pt x="3710" y="40305"/>
                      <a:pt x="29682" y="17975"/>
                      <a:pt x="50707" y="8051"/>
                    </a:cubicBezTo>
                    <a:cubicBezTo>
                      <a:pt x="69259" y="-12"/>
                      <a:pt x="90284" y="-1563"/>
                      <a:pt x="109453" y="13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D3C84F75-F28B-524A-A27E-192958CEAC88}"/>
                  </a:ext>
                </a:extLst>
              </p:cNvPr>
              <p:cNvSpPr/>
              <p:nvPr/>
            </p:nvSpPr>
            <p:spPr>
              <a:xfrm>
                <a:off x="12462904" y="8965805"/>
                <a:ext cx="656532" cy="3887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8" h="313">
                    <a:moveTo>
                      <a:pt x="496" y="313"/>
                    </a:moveTo>
                    <a:lnTo>
                      <a:pt x="118" y="313"/>
                    </a:lnTo>
                    <a:cubicBezTo>
                      <a:pt x="96" y="313"/>
                      <a:pt x="72" y="296"/>
                      <a:pt x="66" y="274"/>
                    </a:cubicBezTo>
                    <a:lnTo>
                      <a:pt x="1" y="40"/>
                    </a:lnTo>
                    <a:cubicBezTo>
                      <a:pt x="-5" y="18"/>
                      <a:pt x="8" y="0"/>
                      <a:pt x="30" y="0"/>
                    </a:cubicBezTo>
                    <a:lnTo>
                      <a:pt x="408" y="0"/>
                    </a:lnTo>
                    <a:cubicBezTo>
                      <a:pt x="431" y="0"/>
                      <a:pt x="453" y="18"/>
                      <a:pt x="459" y="40"/>
                    </a:cubicBezTo>
                    <a:lnTo>
                      <a:pt x="526" y="274"/>
                    </a:lnTo>
                    <a:cubicBezTo>
                      <a:pt x="532" y="296"/>
                      <a:pt x="519" y="313"/>
                      <a:pt x="496" y="31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0" name="Freeform 359">
                <a:extLst>
                  <a:ext uri="{FF2B5EF4-FFF2-40B4-BE49-F238E27FC236}">
                    <a16:creationId xmlns:a16="http://schemas.microsoft.com/office/drawing/2014/main" id="{C3945DE7-A228-BC4F-B70F-D650149AAF35}"/>
                  </a:ext>
                </a:extLst>
              </p:cNvPr>
              <p:cNvSpPr/>
              <p:nvPr/>
            </p:nvSpPr>
            <p:spPr>
              <a:xfrm>
                <a:off x="12455933" y="8958329"/>
                <a:ext cx="671026" cy="403742"/>
              </a:xfrm>
              <a:custGeom>
                <a:avLst/>
                <a:gdLst>
                  <a:gd name="connsiteX0" fmla="*/ 44284 w 671026"/>
                  <a:gd name="connsiteY0" fmla="*/ 14953 h 403742"/>
                  <a:gd name="connsiteX1" fmla="*/ 18174 w 671026"/>
                  <a:gd name="connsiteY1" fmla="*/ 26131 h 403742"/>
                  <a:gd name="connsiteX2" fmla="*/ 14443 w 671026"/>
                  <a:gd name="connsiteY2" fmla="*/ 54696 h 403742"/>
                  <a:gd name="connsiteX3" fmla="*/ 96506 w 671026"/>
                  <a:gd name="connsiteY3" fmla="*/ 345319 h 403742"/>
                  <a:gd name="connsiteX4" fmla="*/ 153702 w 671026"/>
                  <a:gd name="connsiteY4" fmla="*/ 388788 h 403742"/>
                  <a:gd name="connsiteX5" fmla="*/ 623699 w 671026"/>
                  <a:gd name="connsiteY5" fmla="*/ 388788 h 403742"/>
                  <a:gd name="connsiteX6" fmla="*/ 648566 w 671026"/>
                  <a:gd name="connsiteY6" fmla="*/ 378852 h 403742"/>
                  <a:gd name="connsiteX7" fmla="*/ 653540 w 671026"/>
                  <a:gd name="connsiteY7" fmla="*/ 349045 h 403742"/>
                  <a:gd name="connsiteX8" fmla="*/ 571477 w 671026"/>
                  <a:gd name="connsiteY8" fmla="*/ 58422 h 403742"/>
                  <a:gd name="connsiteX9" fmla="*/ 514281 w 671026"/>
                  <a:gd name="connsiteY9" fmla="*/ 14953 h 403742"/>
                  <a:gd name="connsiteX10" fmla="*/ 45505 w 671026"/>
                  <a:gd name="connsiteY10" fmla="*/ 0 h 403742"/>
                  <a:gd name="connsiteX11" fmla="*/ 515542 w 671026"/>
                  <a:gd name="connsiteY11" fmla="*/ 0 h 403742"/>
                  <a:gd name="connsiteX12" fmla="*/ 586421 w 671026"/>
                  <a:gd name="connsiteY12" fmla="*/ 54660 h 403742"/>
                  <a:gd name="connsiteX13" fmla="*/ 668491 w 671026"/>
                  <a:gd name="connsiteY13" fmla="*/ 345355 h 403742"/>
                  <a:gd name="connsiteX14" fmla="*/ 662274 w 671026"/>
                  <a:gd name="connsiteY14" fmla="*/ 386350 h 403742"/>
                  <a:gd name="connsiteX15" fmla="*/ 624969 w 671026"/>
                  <a:gd name="connsiteY15" fmla="*/ 403742 h 403742"/>
                  <a:gd name="connsiteX16" fmla="*/ 154932 w 671026"/>
                  <a:gd name="connsiteY16" fmla="*/ 403742 h 403742"/>
                  <a:gd name="connsiteX17" fmla="*/ 84053 w 671026"/>
                  <a:gd name="connsiteY17" fmla="*/ 349082 h 403742"/>
                  <a:gd name="connsiteX18" fmla="*/ 1983 w 671026"/>
                  <a:gd name="connsiteY18" fmla="*/ 58387 h 403742"/>
                  <a:gd name="connsiteX19" fmla="*/ 8200 w 671026"/>
                  <a:gd name="connsiteY19" fmla="*/ 16150 h 403742"/>
                  <a:gd name="connsiteX20" fmla="*/ 45505 w 671026"/>
                  <a:gd name="connsiteY20" fmla="*/ 0 h 40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71026" h="403742">
                    <a:moveTo>
                      <a:pt x="44284" y="14953"/>
                    </a:moveTo>
                    <a:cubicBezTo>
                      <a:pt x="33094" y="14953"/>
                      <a:pt x="24390" y="18679"/>
                      <a:pt x="18174" y="26131"/>
                    </a:cubicBezTo>
                    <a:cubicBezTo>
                      <a:pt x="13200" y="33583"/>
                      <a:pt x="11957" y="43518"/>
                      <a:pt x="14443" y="54696"/>
                    </a:cubicBezTo>
                    <a:lnTo>
                      <a:pt x="96506" y="345319"/>
                    </a:lnTo>
                    <a:cubicBezTo>
                      <a:pt x="102723" y="368916"/>
                      <a:pt x="128834" y="388788"/>
                      <a:pt x="153702" y="388788"/>
                    </a:cubicBezTo>
                    <a:lnTo>
                      <a:pt x="623699" y="388788"/>
                    </a:lnTo>
                    <a:cubicBezTo>
                      <a:pt x="634889" y="388788"/>
                      <a:pt x="643593" y="385062"/>
                      <a:pt x="648566" y="378852"/>
                    </a:cubicBezTo>
                    <a:cubicBezTo>
                      <a:pt x="654783" y="371400"/>
                      <a:pt x="656026" y="360223"/>
                      <a:pt x="653540" y="349045"/>
                    </a:cubicBezTo>
                    <a:lnTo>
                      <a:pt x="571477" y="58422"/>
                    </a:lnTo>
                    <a:cubicBezTo>
                      <a:pt x="564016" y="34825"/>
                      <a:pt x="539149" y="14953"/>
                      <a:pt x="514281" y="14953"/>
                    </a:cubicBezTo>
                    <a:close/>
                    <a:moveTo>
                      <a:pt x="45505" y="0"/>
                    </a:moveTo>
                    <a:lnTo>
                      <a:pt x="515542" y="0"/>
                    </a:lnTo>
                    <a:cubicBezTo>
                      <a:pt x="546629" y="0"/>
                      <a:pt x="577717" y="24846"/>
                      <a:pt x="586421" y="54660"/>
                    </a:cubicBezTo>
                    <a:lnTo>
                      <a:pt x="668491" y="345355"/>
                    </a:lnTo>
                    <a:cubicBezTo>
                      <a:pt x="673465" y="361504"/>
                      <a:pt x="670978" y="375169"/>
                      <a:pt x="662274" y="386350"/>
                    </a:cubicBezTo>
                    <a:cubicBezTo>
                      <a:pt x="654813" y="398773"/>
                      <a:pt x="641134" y="403742"/>
                      <a:pt x="624969" y="403742"/>
                    </a:cubicBezTo>
                    <a:lnTo>
                      <a:pt x="154932" y="403742"/>
                    </a:lnTo>
                    <a:cubicBezTo>
                      <a:pt x="123845" y="403742"/>
                      <a:pt x="92757" y="380139"/>
                      <a:pt x="84053" y="349082"/>
                    </a:cubicBezTo>
                    <a:lnTo>
                      <a:pt x="1983" y="58387"/>
                    </a:lnTo>
                    <a:cubicBezTo>
                      <a:pt x="-1747" y="43480"/>
                      <a:pt x="-504" y="28573"/>
                      <a:pt x="8200" y="16150"/>
                    </a:cubicBezTo>
                    <a:cubicBezTo>
                      <a:pt x="16905" y="6211"/>
                      <a:pt x="29340" y="0"/>
                      <a:pt x="455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323C8057-D0F1-E242-8D57-9D31E0B9D48C}"/>
                  </a:ext>
                </a:extLst>
              </p:cNvPr>
              <p:cNvSpPr/>
              <p:nvPr/>
            </p:nvSpPr>
            <p:spPr>
              <a:xfrm>
                <a:off x="12688392" y="9003189"/>
                <a:ext cx="221751" cy="2567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9" h="207">
                    <a:moveTo>
                      <a:pt x="24" y="207"/>
                    </a:moveTo>
                    <a:cubicBezTo>
                      <a:pt x="24" y="207"/>
                      <a:pt x="17" y="146"/>
                      <a:pt x="5" y="99"/>
                    </a:cubicBezTo>
                    <a:cubicBezTo>
                      <a:pt x="-8" y="44"/>
                      <a:pt x="0" y="-6"/>
                      <a:pt x="83" y="0"/>
                    </a:cubicBezTo>
                    <a:cubicBezTo>
                      <a:pt x="166" y="6"/>
                      <a:pt x="179" y="205"/>
                      <a:pt x="179" y="20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232CE5BD-C979-F84F-9E56-97845383A538}"/>
                  </a:ext>
                </a:extLst>
              </p:cNvPr>
              <p:cNvSpPr/>
              <p:nvPr/>
            </p:nvSpPr>
            <p:spPr>
              <a:xfrm>
                <a:off x="12660985" y="9257397"/>
                <a:ext cx="368754" cy="971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7" h="79">
                    <a:moveTo>
                      <a:pt x="237" y="8"/>
                    </a:moveTo>
                    <a:cubicBezTo>
                      <a:pt x="211" y="-3"/>
                      <a:pt x="170" y="0"/>
                      <a:pt x="170" y="0"/>
                    </a:cubicBezTo>
                    <a:lnTo>
                      <a:pt x="126" y="0"/>
                    </a:lnTo>
                    <a:lnTo>
                      <a:pt x="82" y="0"/>
                    </a:lnTo>
                    <a:cubicBezTo>
                      <a:pt x="82" y="0"/>
                      <a:pt x="40" y="-3"/>
                      <a:pt x="19" y="8"/>
                    </a:cubicBezTo>
                    <a:cubicBezTo>
                      <a:pt x="2" y="17"/>
                      <a:pt x="0" y="79"/>
                      <a:pt x="0" y="79"/>
                    </a:cubicBezTo>
                    <a:lnTo>
                      <a:pt x="148" y="79"/>
                    </a:lnTo>
                    <a:lnTo>
                      <a:pt x="297" y="79"/>
                    </a:lnTo>
                    <a:cubicBezTo>
                      <a:pt x="297" y="79"/>
                      <a:pt x="259" y="17"/>
                      <a:pt x="237" y="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806C86E9-E433-EC4E-B689-46198B0D45E5}"/>
                  </a:ext>
                </a:extLst>
              </p:cNvPr>
              <p:cNvSpPr/>
              <p:nvPr/>
            </p:nvSpPr>
            <p:spPr>
              <a:xfrm>
                <a:off x="12653511" y="9249510"/>
                <a:ext cx="383393" cy="112560"/>
              </a:xfrm>
              <a:custGeom>
                <a:avLst/>
                <a:gdLst>
                  <a:gd name="connsiteX0" fmla="*/ 79966 w 383393"/>
                  <a:gd name="connsiteY0" fmla="*/ 15056 h 112560"/>
                  <a:gd name="connsiteX1" fmla="*/ 34812 w 383393"/>
                  <a:gd name="connsiteY1" fmla="*/ 23956 h 112560"/>
                  <a:gd name="connsiteX2" fmla="*/ 14950 w 383393"/>
                  <a:gd name="connsiteY2" fmla="*/ 97607 h 112560"/>
                  <a:gd name="connsiteX3" fmla="*/ 363772 w 383393"/>
                  <a:gd name="connsiteY3" fmla="*/ 97607 h 112560"/>
                  <a:gd name="connsiteX4" fmla="*/ 299221 w 383393"/>
                  <a:gd name="connsiteY4" fmla="*/ 23956 h 112560"/>
                  <a:gd name="connsiteX5" fmla="*/ 218533 w 383393"/>
                  <a:gd name="connsiteY5" fmla="*/ 15363 h 112560"/>
                  <a:gd name="connsiteX6" fmla="*/ 109293 w 383393"/>
                  <a:gd name="connsiteY6" fmla="*/ 15363 h 112560"/>
                  <a:gd name="connsiteX7" fmla="*/ 79966 w 383393"/>
                  <a:gd name="connsiteY7" fmla="*/ 15056 h 112560"/>
                  <a:gd name="connsiteX8" fmla="*/ 109275 w 383393"/>
                  <a:gd name="connsiteY8" fmla="*/ 410 h 112560"/>
                  <a:gd name="connsiteX9" fmla="*/ 218550 w 383393"/>
                  <a:gd name="connsiteY9" fmla="*/ 410 h 112560"/>
                  <a:gd name="connsiteX10" fmla="*/ 305473 w 383393"/>
                  <a:gd name="connsiteY10" fmla="*/ 11502 h 112560"/>
                  <a:gd name="connsiteX11" fmla="*/ 382462 w 383393"/>
                  <a:gd name="connsiteY11" fmla="*/ 101468 h 112560"/>
                  <a:gd name="connsiteX12" fmla="*/ 382462 w 383393"/>
                  <a:gd name="connsiteY12" fmla="*/ 108863 h 112560"/>
                  <a:gd name="connsiteX13" fmla="*/ 376253 w 383393"/>
                  <a:gd name="connsiteY13" fmla="*/ 112560 h 112560"/>
                  <a:gd name="connsiteX14" fmla="*/ 7451 w 383393"/>
                  <a:gd name="connsiteY14" fmla="*/ 112560 h 112560"/>
                  <a:gd name="connsiteX15" fmla="*/ 1242 w 383393"/>
                  <a:gd name="connsiteY15" fmla="*/ 110095 h 112560"/>
                  <a:gd name="connsiteX16" fmla="*/ 0 w 383393"/>
                  <a:gd name="connsiteY16" fmla="*/ 105165 h 112560"/>
                  <a:gd name="connsiteX17" fmla="*/ 27319 w 383393"/>
                  <a:gd name="connsiteY17" fmla="*/ 11502 h 112560"/>
                  <a:gd name="connsiteX18" fmla="*/ 109275 w 383393"/>
                  <a:gd name="connsiteY18" fmla="*/ 410 h 1125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83393" h="112560">
                    <a:moveTo>
                      <a:pt x="79966" y="15056"/>
                    </a:moveTo>
                    <a:cubicBezTo>
                      <a:pt x="64294" y="15670"/>
                      <a:pt x="45984" y="17818"/>
                      <a:pt x="34812" y="23956"/>
                    </a:cubicBezTo>
                    <a:cubicBezTo>
                      <a:pt x="23640" y="30093"/>
                      <a:pt x="16191" y="69374"/>
                      <a:pt x="14950" y="97607"/>
                    </a:cubicBezTo>
                    <a:lnTo>
                      <a:pt x="363772" y="97607"/>
                    </a:lnTo>
                    <a:cubicBezTo>
                      <a:pt x="346393" y="73057"/>
                      <a:pt x="316600" y="31321"/>
                      <a:pt x="299221" y="23956"/>
                    </a:cubicBezTo>
                    <a:cubicBezTo>
                      <a:pt x="268187" y="11680"/>
                      <a:pt x="219774" y="15363"/>
                      <a:pt x="218533" y="15363"/>
                    </a:cubicBezTo>
                    <a:lnTo>
                      <a:pt x="109293" y="15363"/>
                    </a:lnTo>
                    <a:cubicBezTo>
                      <a:pt x="108673" y="15363"/>
                      <a:pt x="95638" y="14442"/>
                      <a:pt x="79966" y="15056"/>
                    </a:cubicBezTo>
                    <a:close/>
                    <a:moveTo>
                      <a:pt x="109275" y="410"/>
                    </a:moveTo>
                    <a:lnTo>
                      <a:pt x="218550" y="410"/>
                    </a:lnTo>
                    <a:cubicBezTo>
                      <a:pt x="221033" y="410"/>
                      <a:pt x="271946" y="-3287"/>
                      <a:pt x="305473" y="11502"/>
                    </a:cubicBezTo>
                    <a:cubicBezTo>
                      <a:pt x="334034" y="22594"/>
                      <a:pt x="377495" y="94074"/>
                      <a:pt x="382462" y="101468"/>
                    </a:cubicBezTo>
                    <a:cubicBezTo>
                      <a:pt x="383704" y="103933"/>
                      <a:pt x="383704" y="107630"/>
                      <a:pt x="382462" y="108863"/>
                    </a:cubicBezTo>
                    <a:cubicBezTo>
                      <a:pt x="381220" y="111328"/>
                      <a:pt x="378737" y="112560"/>
                      <a:pt x="376253" y="112560"/>
                    </a:cubicBezTo>
                    <a:lnTo>
                      <a:pt x="7451" y="112560"/>
                    </a:lnTo>
                    <a:cubicBezTo>
                      <a:pt x="4967" y="112560"/>
                      <a:pt x="2484" y="111328"/>
                      <a:pt x="1242" y="110095"/>
                    </a:cubicBezTo>
                    <a:cubicBezTo>
                      <a:pt x="0" y="108863"/>
                      <a:pt x="0" y="107630"/>
                      <a:pt x="0" y="105165"/>
                    </a:cubicBezTo>
                    <a:cubicBezTo>
                      <a:pt x="0" y="91609"/>
                      <a:pt x="3725" y="23826"/>
                      <a:pt x="27319" y="11502"/>
                    </a:cubicBezTo>
                    <a:cubicBezTo>
                      <a:pt x="54637" y="-3287"/>
                      <a:pt x="106791" y="410"/>
                      <a:pt x="109275" y="4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C3ABD788-90F9-5548-94B8-85B35A467815}"/>
                  </a:ext>
                </a:extLst>
              </p:cNvPr>
              <p:cNvSpPr/>
              <p:nvPr/>
            </p:nvSpPr>
            <p:spPr>
              <a:xfrm>
                <a:off x="12707076" y="9021881"/>
                <a:ext cx="169428" cy="2728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7" h="220">
                    <a:moveTo>
                      <a:pt x="119" y="36"/>
                    </a:moveTo>
                    <a:cubicBezTo>
                      <a:pt x="116" y="25"/>
                      <a:pt x="108" y="16"/>
                      <a:pt x="99" y="9"/>
                    </a:cubicBezTo>
                    <a:cubicBezTo>
                      <a:pt x="83" y="-4"/>
                      <a:pt x="-20" y="-15"/>
                      <a:pt x="3" y="64"/>
                    </a:cubicBezTo>
                    <a:cubicBezTo>
                      <a:pt x="13" y="101"/>
                      <a:pt x="39" y="134"/>
                      <a:pt x="39" y="134"/>
                    </a:cubicBezTo>
                    <a:lnTo>
                      <a:pt x="55" y="190"/>
                    </a:lnTo>
                    <a:cubicBezTo>
                      <a:pt x="55" y="190"/>
                      <a:pt x="88" y="220"/>
                      <a:pt x="110" y="220"/>
                    </a:cubicBezTo>
                    <a:cubicBezTo>
                      <a:pt x="129" y="220"/>
                      <a:pt x="125" y="187"/>
                      <a:pt x="125" y="187"/>
                    </a:cubicBezTo>
                    <a:lnTo>
                      <a:pt x="113" y="140"/>
                    </a:lnTo>
                    <a:cubicBezTo>
                      <a:pt x="116" y="140"/>
                      <a:pt x="120" y="140"/>
                      <a:pt x="125" y="139"/>
                    </a:cubicBezTo>
                    <a:cubicBezTo>
                      <a:pt x="149" y="135"/>
                      <a:pt x="129" y="65"/>
                      <a:pt x="119" y="3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A1014A00-27B7-C540-AA66-B944F9592279}"/>
                  </a:ext>
                </a:extLst>
              </p:cNvPr>
              <p:cNvSpPr/>
              <p:nvPr/>
            </p:nvSpPr>
            <p:spPr>
              <a:xfrm>
                <a:off x="12699094" y="9014150"/>
                <a:ext cx="184030" cy="288107"/>
              </a:xfrm>
              <a:custGeom>
                <a:avLst/>
                <a:gdLst>
                  <a:gd name="connsiteX0" fmla="*/ 88220 w 184030"/>
                  <a:gd name="connsiteY0" fmla="*/ 14897 h 288107"/>
                  <a:gd name="connsiteX1" fmla="*/ 33995 w 184030"/>
                  <a:gd name="connsiteY1" fmla="*/ 26368 h 288107"/>
                  <a:gd name="connsiteX2" fmla="*/ 19164 w 184030"/>
                  <a:gd name="connsiteY2" fmla="*/ 84654 h 288107"/>
                  <a:gd name="connsiteX3" fmla="*/ 63656 w 184030"/>
                  <a:gd name="connsiteY3" fmla="*/ 170223 h 288107"/>
                  <a:gd name="connsiteX4" fmla="*/ 64892 w 184030"/>
                  <a:gd name="connsiteY4" fmla="*/ 172703 h 288107"/>
                  <a:gd name="connsiteX5" fmla="*/ 83431 w 184030"/>
                  <a:gd name="connsiteY5" fmla="*/ 238430 h 288107"/>
                  <a:gd name="connsiteX6" fmla="*/ 145226 w 184030"/>
                  <a:gd name="connsiteY6" fmla="*/ 273153 h 288107"/>
                  <a:gd name="connsiteX7" fmla="*/ 151406 w 184030"/>
                  <a:gd name="connsiteY7" fmla="*/ 270673 h 288107"/>
                  <a:gd name="connsiteX8" fmla="*/ 157585 w 184030"/>
                  <a:gd name="connsiteY8" fmla="*/ 240910 h 288107"/>
                  <a:gd name="connsiteX9" fmla="*/ 141518 w 184030"/>
                  <a:gd name="connsiteY9" fmla="*/ 183864 h 288107"/>
                  <a:gd name="connsiteX10" fmla="*/ 142754 w 184030"/>
                  <a:gd name="connsiteY10" fmla="*/ 177663 h 288107"/>
                  <a:gd name="connsiteX11" fmla="*/ 148934 w 184030"/>
                  <a:gd name="connsiteY11" fmla="*/ 175183 h 288107"/>
                  <a:gd name="connsiteX12" fmla="*/ 162529 w 184030"/>
                  <a:gd name="connsiteY12" fmla="*/ 173943 h 288107"/>
                  <a:gd name="connsiteX13" fmla="*/ 167472 w 184030"/>
                  <a:gd name="connsiteY13" fmla="*/ 170223 h 288107"/>
                  <a:gd name="connsiteX14" fmla="*/ 150170 w 184030"/>
                  <a:gd name="connsiteY14" fmla="*/ 54891 h 288107"/>
                  <a:gd name="connsiteX15" fmla="*/ 126687 w 184030"/>
                  <a:gd name="connsiteY15" fmla="*/ 23888 h 288107"/>
                  <a:gd name="connsiteX16" fmla="*/ 88220 w 184030"/>
                  <a:gd name="connsiteY16" fmla="*/ 14897 h 288107"/>
                  <a:gd name="connsiteX17" fmla="*/ 87130 w 184030"/>
                  <a:gd name="connsiteY17" fmla="*/ 254 h 288107"/>
                  <a:gd name="connsiteX18" fmla="*/ 135390 w 184030"/>
                  <a:gd name="connsiteY18" fmla="*/ 12661 h 288107"/>
                  <a:gd name="connsiteX19" fmla="*/ 162613 w 184030"/>
                  <a:gd name="connsiteY19" fmla="*/ 49884 h 288107"/>
                  <a:gd name="connsiteX20" fmla="*/ 178700 w 184030"/>
                  <a:gd name="connsiteY20" fmla="*/ 176440 h 288107"/>
                  <a:gd name="connsiteX21" fmla="*/ 163851 w 184030"/>
                  <a:gd name="connsiteY21" fmla="*/ 187607 h 288107"/>
                  <a:gd name="connsiteX22" fmla="*/ 156426 w 184030"/>
                  <a:gd name="connsiteY22" fmla="*/ 188847 h 288107"/>
                  <a:gd name="connsiteX23" fmla="*/ 170038 w 184030"/>
                  <a:gd name="connsiteY23" fmla="*/ 237236 h 288107"/>
                  <a:gd name="connsiteX24" fmla="*/ 170038 w 184030"/>
                  <a:gd name="connsiteY24" fmla="*/ 238477 h 288107"/>
                  <a:gd name="connsiteX25" fmla="*/ 161376 w 184030"/>
                  <a:gd name="connsiteY25" fmla="*/ 280663 h 288107"/>
                  <a:gd name="connsiteX26" fmla="*/ 144052 w 184030"/>
                  <a:gd name="connsiteY26" fmla="*/ 288107 h 288107"/>
                  <a:gd name="connsiteX27" fmla="*/ 71043 w 184030"/>
                  <a:gd name="connsiteY27" fmla="*/ 248403 h 288107"/>
                  <a:gd name="connsiteX28" fmla="*/ 68569 w 184030"/>
                  <a:gd name="connsiteY28" fmla="*/ 244681 h 288107"/>
                  <a:gd name="connsiteX29" fmla="*/ 50007 w 184030"/>
                  <a:gd name="connsiteY29" fmla="*/ 178921 h 288107"/>
                  <a:gd name="connsiteX30" fmla="*/ 4222 w 184030"/>
                  <a:gd name="connsiteY30" fmla="*/ 89588 h 288107"/>
                  <a:gd name="connsiteX31" fmla="*/ 24021 w 184030"/>
                  <a:gd name="connsiteY31" fmla="*/ 13902 h 288107"/>
                  <a:gd name="connsiteX32" fmla="*/ 87130 w 184030"/>
                  <a:gd name="connsiteY32" fmla="*/ 254 h 288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84030" h="288107">
                    <a:moveTo>
                      <a:pt x="88220" y="14897"/>
                    </a:moveTo>
                    <a:cubicBezTo>
                      <a:pt x="69836" y="13967"/>
                      <a:pt x="48826" y="16447"/>
                      <a:pt x="33995" y="26368"/>
                    </a:cubicBezTo>
                    <a:cubicBezTo>
                      <a:pt x="15456" y="37529"/>
                      <a:pt x="11748" y="57371"/>
                      <a:pt x="19164" y="84654"/>
                    </a:cubicBezTo>
                    <a:cubicBezTo>
                      <a:pt x="31523" y="129298"/>
                      <a:pt x="62420" y="170223"/>
                      <a:pt x="63656" y="170223"/>
                    </a:cubicBezTo>
                    <a:cubicBezTo>
                      <a:pt x="64892" y="170223"/>
                      <a:pt x="64892" y="171463"/>
                      <a:pt x="64892" y="172703"/>
                    </a:cubicBezTo>
                    <a:lnTo>
                      <a:pt x="83431" y="238430"/>
                    </a:lnTo>
                    <a:cubicBezTo>
                      <a:pt x="95790" y="249591"/>
                      <a:pt x="126687" y="273153"/>
                      <a:pt x="145226" y="273153"/>
                    </a:cubicBezTo>
                    <a:cubicBezTo>
                      <a:pt x="147698" y="273153"/>
                      <a:pt x="150170" y="273153"/>
                      <a:pt x="151406" y="270673"/>
                    </a:cubicBezTo>
                    <a:cubicBezTo>
                      <a:pt x="157585" y="264472"/>
                      <a:pt x="157585" y="247110"/>
                      <a:pt x="157585" y="240910"/>
                    </a:cubicBezTo>
                    <a:lnTo>
                      <a:pt x="141518" y="183864"/>
                    </a:lnTo>
                    <a:cubicBezTo>
                      <a:pt x="140282" y="181384"/>
                      <a:pt x="141518" y="180144"/>
                      <a:pt x="142754" y="177663"/>
                    </a:cubicBezTo>
                    <a:cubicBezTo>
                      <a:pt x="143990" y="176423"/>
                      <a:pt x="146462" y="175183"/>
                      <a:pt x="148934" y="175183"/>
                    </a:cubicBezTo>
                    <a:cubicBezTo>
                      <a:pt x="152641" y="175183"/>
                      <a:pt x="157585" y="173943"/>
                      <a:pt x="162529" y="173943"/>
                    </a:cubicBezTo>
                    <a:cubicBezTo>
                      <a:pt x="163765" y="173943"/>
                      <a:pt x="166236" y="172703"/>
                      <a:pt x="167472" y="170223"/>
                    </a:cubicBezTo>
                    <a:cubicBezTo>
                      <a:pt x="177360" y="152861"/>
                      <a:pt x="166236" y="100776"/>
                      <a:pt x="150170" y="54891"/>
                    </a:cubicBezTo>
                    <a:cubicBezTo>
                      <a:pt x="146462" y="43730"/>
                      <a:pt x="137811" y="33809"/>
                      <a:pt x="126687" y="23888"/>
                    </a:cubicBezTo>
                    <a:cubicBezTo>
                      <a:pt x="122362" y="20168"/>
                      <a:pt x="106604" y="15827"/>
                      <a:pt x="88220" y="14897"/>
                    </a:cubicBezTo>
                    <a:close/>
                    <a:moveTo>
                      <a:pt x="87130" y="254"/>
                    </a:moveTo>
                    <a:cubicBezTo>
                      <a:pt x="108785" y="1495"/>
                      <a:pt x="127965" y="7078"/>
                      <a:pt x="135390" y="12661"/>
                    </a:cubicBezTo>
                    <a:cubicBezTo>
                      <a:pt x="147764" y="23828"/>
                      <a:pt x="157664" y="36236"/>
                      <a:pt x="162613" y="49884"/>
                    </a:cubicBezTo>
                    <a:cubicBezTo>
                      <a:pt x="170038" y="73458"/>
                      <a:pt x="194786" y="149143"/>
                      <a:pt x="178700" y="176440"/>
                    </a:cubicBezTo>
                    <a:cubicBezTo>
                      <a:pt x="174988" y="182644"/>
                      <a:pt x="170038" y="186366"/>
                      <a:pt x="163851" y="187607"/>
                    </a:cubicBezTo>
                    <a:cubicBezTo>
                      <a:pt x="161376" y="187607"/>
                      <a:pt x="158901" y="188847"/>
                      <a:pt x="156426" y="188847"/>
                    </a:cubicBezTo>
                    <a:lnTo>
                      <a:pt x="170038" y="237236"/>
                    </a:lnTo>
                    <a:cubicBezTo>
                      <a:pt x="170038" y="238477"/>
                      <a:pt x="170038" y="238477"/>
                      <a:pt x="170038" y="238477"/>
                    </a:cubicBezTo>
                    <a:cubicBezTo>
                      <a:pt x="170038" y="242199"/>
                      <a:pt x="172513" y="268255"/>
                      <a:pt x="161376" y="280663"/>
                    </a:cubicBezTo>
                    <a:cubicBezTo>
                      <a:pt x="156426" y="285626"/>
                      <a:pt x="150239" y="288107"/>
                      <a:pt x="144052" y="288107"/>
                    </a:cubicBezTo>
                    <a:cubicBezTo>
                      <a:pt x="115591" y="288107"/>
                      <a:pt x="74756" y="252125"/>
                      <a:pt x="71043" y="248403"/>
                    </a:cubicBezTo>
                    <a:cubicBezTo>
                      <a:pt x="69806" y="247162"/>
                      <a:pt x="68569" y="245922"/>
                      <a:pt x="68569" y="244681"/>
                    </a:cubicBezTo>
                    <a:lnTo>
                      <a:pt x="50007" y="178921"/>
                    </a:lnTo>
                    <a:cubicBezTo>
                      <a:pt x="43820" y="170236"/>
                      <a:pt x="16597" y="131773"/>
                      <a:pt x="4222" y="89588"/>
                    </a:cubicBezTo>
                    <a:cubicBezTo>
                      <a:pt x="-8152" y="46162"/>
                      <a:pt x="9172" y="25069"/>
                      <a:pt x="24021" y="13902"/>
                    </a:cubicBezTo>
                    <a:cubicBezTo>
                      <a:pt x="41345" y="2115"/>
                      <a:pt x="65475" y="-987"/>
                      <a:pt x="87130" y="2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34461611-C25A-BC4E-977C-419350C9BD8B}"/>
                  </a:ext>
                </a:extLst>
              </p:cNvPr>
              <p:cNvSpPr/>
              <p:nvPr/>
            </p:nvSpPr>
            <p:spPr>
              <a:xfrm>
                <a:off x="12821688" y="9190106"/>
                <a:ext cx="31145" cy="137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" h="12">
                    <a:moveTo>
                      <a:pt x="21" y="12"/>
                    </a:moveTo>
                    <a:lnTo>
                      <a:pt x="5" y="12"/>
                    </a:lnTo>
                    <a:cubicBezTo>
                      <a:pt x="2" y="12"/>
                      <a:pt x="0" y="9"/>
                      <a:pt x="0" y="5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21" y="0"/>
                    </a:lnTo>
                    <a:cubicBezTo>
                      <a:pt x="24" y="0"/>
                      <a:pt x="26" y="3"/>
                      <a:pt x="26" y="5"/>
                    </a:cubicBezTo>
                    <a:cubicBezTo>
                      <a:pt x="26" y="9"/>
                      <a:pt x="24" y="12"/>
                      <a:pt x="2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E1EA6E75-AE58-D04B-A3BA-DD07505B513B}"/>
                  </a:ext>
                </a:extLst>
              </p:cNvPr>
              <p:cNvSpPr/>
              <p:nvPr/>
            </p:nvSpPr>
            <p:spPr>
              <a:xfrm>
                <a:off x="12705830" y="9016896"/>
                <a:ext cx="151987" cy="1682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" h="136">
                    <a:moveTo>
                      <a:pt x="46" y="136"/>
                    </a:moveTo>
                    <a:cubicBezTo>
                      <a:pt x="46" y="136"/>
                      <a:pt x="28" y="95"/>
                      <a:pt x="36" y="68"/>
                    </a:cubicBezTo>
                    <a:cubicBezTo>
                      <a:pt x="36" y="68"/>
                      <a:pt x="68" y="69"/>
                      <a:pt x="82" y="28"/>
                    </a:cubicBezTo>
                    <a:cubicBezTo>
                      <a:pt x="82" y="28"/>
                      <a:pt x="100" y="53"/>
                      <a:pt x="123" y="51"/>
                    </a:cubicBezTo>
                    <a:cubicBezTo>
                      <a:pt x="123" y="51"/>
                      <a:pt x="105" y="1"/>
                      <a:pt x="66" y="0"/>
                    </a:cubicBezTo>
                    <a:cubicBezTo>
                      <a:pt x="28" y="-2"/>
                      <a:pt x="-9" y="22"/>
                      <a:pt x="2" y="63"/>
                    </a:cubicBezTo>
                    <a:cubicBezTo>
                      <a:pt x="13" y="104"/>
                      <a:pt x="46" y="136"/>
                      <a:pt x="46" y="13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754C9A24-9EB4-5A49-A1FA-F1226C8D3745}"/>
                  </a:ext>
                </a:extLst>
              </p:cNvPr>
              <p:cNvSpPr/>
              <p:nvPr/>
            </p:nvSpPr>
            <p:spPr>
              <a:xfrm>
                <a:off x="13166776" y="8965805"/>
                <a:ext cx="655286" cy="3887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7" h="313">
                    <a:moveTo>
                      <a:pt x="496" y="313"/>
                    </a:moveTo>
                    <a:lnTo>
                      <a:pt x="118" y="313"/>
                    </a:lnTo>
                    <a:cubicBezTo>
                      <a:pt x="96" y="313"/>
                      <a:pt x="72" y="296"/>
                      <a:pt x="66" y="274"/>
                    </a:cubicBezTo>
                    <a:lnTo>
                      <a:pt x="1" y="40"/>
                    </a:lnTo>
                    <a:cubicBezTo>
                      <a:pt x="-5" y="18"/>
                      <a:pt x="8" y="0"/>
                      <a:pt x="30" y="0"/>
                    </a:cubicBezTo>
                    <a:lnTo>
                      <a:pt x="408" y="0"/>
                    </a:lnTo>
                    <a:cubicBezTo>
                      <a:pt x="430" y="0"/>
                      <a:pt x="454" y="18"/>
                      <a:pt x="460" y="40"/>
                    </a:cubicBezTo>
                    <a:lnTo>
                      <a:pt x="525" y="274"/>
                    </a:lnTo>
                    <a:cubicBezTo>
                      <a:pt x="531" y="296"/>
                      <a:pt x="518" y="313"/>
                      <a:pt x="496" y="31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ED7FEA00-7797-3945-A9BA-6D2A1F32E446}"/>
                  </a:ext>
                </a:extLst>
              </p:cNvPr>
              <p:cNvSpPr/>
              <p:nvPr/>
            </p:nvSpPr>
            <p:spPr>
              <a:xfrm>
                <a:off x="13158831" y="8958329"/>
                <a:ext cx="669932" cy="403742"/>
              </a:xfrm>
              <a:custGeom>
                <a:avLst/>
                <a:gdLst>
                  <a:gd name="connsiteX0" fmla="*/ 46504 w 669932"/>
                  <a:gd name="connsiteY0" fmla="*/ 14953 h 403742"/>
                  <a:gd name="connsiteX1" fmla="*/ 20393 w 669932"/>
                  <a:gd name="connsiteY1" fmla="*/ 26131 h 403742"/>
                  <a:gd name="connsiteX2" fmla="*/ 17907 w 669932"/>
                  <a:gd name="connsiteY2" fmla="*/ 54696 h 403742"/>
                  <a:gd name="connsiteX3" fmla="*/ 98726 w 669932"/>
                  <a:gd name="connsiteY3" fmla="*/ 345319 h 403742"/>
                  <a:gd name="connsiteX4" fmla="*/ 155921 w 669932"/>
                  <a:gd name="connsiteY4" fmla="*/ 388788 h 403742"/>
                  <a:gd name="connsiteX5" fmla="*/ 625916 w 669932"/>
                  <a:gd name="connsiteY5" fmla="*/ 388788 h 403742"/>
                  <a:gd name="connsiteX6" fmla="*/ 652027 w 669932"/>
                  <a:gd name="connsiteY6" fmla="*/ 378852 h 403742"/>
                  <a:gd name="connsiteX7" fmla="*/ 654514 w 669932"/>
                  <a:gd name="connsiteY7" fmla="*/ 349045 h 403742"/>
                  <a:gd name="connsiteX8" fmla="*/ 573694 w 669932"/>
                  <a:gd name="connsiteY8" fmla="*/ 58422 h 403742"/>
                  <a:gd name="connsiteX9" fmla="*/ 516499 w 669932"/>
                  <a:gd name="connsiteY9" fmla="*/ 14953 h 403742"/>
                  <a:gd name="connsiteX10" fmla="*/ 45235 w 669932"/>
                  <a:gd name="connsiteY10" fmla="*/ 0 h 403742"/>
                  <a:gd name="connsiteX11" fmla="*/ 515271 w 669932"/>
                  <a:gd name="connsiteY11" fmla="*/ 0 h 403742"/>
                  <a:gd name="connsiteX12" fmla="*/ 586149 w 669932"/>
                  <a:gd name="connsiteY12" fmla="*/ 54660 h 403742"/>
                  <a:gd name="connsiteX13" fmla="*/ 668219 w 669932"/>
                  <a:gd name="connsiteY13" fmla="*/ 345355 h 403742"/>
                  <a:gd name="connsiteX14" fmla="*/ 662002 w 669932"/>
                  <a:gd name="connsiteY14" fmla="*/ 386350 h 403742"/>
                  <a:gd name="connsiteX15" fmla="*/ 624697 w 669932"/>
                  <a:gd name="connsiteY15" fmla="*/ 403742 h 403742"/>
                  <a:gd name="connsiteX16" fmla="*/ 154662 w 669932"/>
                  <a:gd name="connsiteY16" fmla="*/ 403742 h 403742"/>
                  <a:gd name="connsiteX17" fmla="*/ 83783 w 669932"/>
                  <a:gd name="connsiteY17" fmla="*/ 349082 h 403742"/>
                  <a:gd name="connsiteX18" fmla="*/ 1713 w 669932"/>
                  <a:gd name="connsiteY18" fmla="*/ 58387 h 403742"/>
                  <a:gd name="connsiteX19" fmla="*/ 7931 w 669932"/>
                  <a:gd name="connsiteY19" fmla="*/ 16150 h 403742"/>
                  <a:gd name="connsiteX20" fmla="*/ 45235 w 669932"/>
                  <a:gd name="connsiteY20" fmla="*/ 0 h 4037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69932" h="403742">
                    <a:moveTo>
                      <a:pt x="46504" y="14953"/>
                    </a:moveTo>
                    <a:cubicBezTo>
                      <a:pt x="35314" y="14953"/>
                      <a:pt x="26610" y="18679"/>
                      <a:pt x="20393" y="26131"/>
                    </a:cubicBezTo>
                    <a:cubicBezTo>
                      <a:pt x="15420" y="33583"/>
                      <a:pt x="14177" y="43518"/>
                      <a:pt x="17907" y="54696"/>
                    </a:cubicBezTo>
                    <a:lnTo>
                      <a:pt x="98726" y="345319"/>
                    </a:lnTo>
                    <a:cubicBezTo>
                      <a:pt x="104943" y="368916"/>
                      <a:pt x="131054" y="388788"/>
                      <a:pt x="155921" y="388788"/>
                    </a:cubicBezTo>
                    <a:lnTo>
                      <a:pt x="625916" y="388788"/>
                    </a:lnTo>
                    <a:cubicBezTo>
                      <a:pt x="637106" y="388788"/>
                      <a:pt x="645810" y="385062"/>
                      <a:pt x="652027" y="378852"/>
                    </a:cubicBezTo>
                    <a:cubicBezTo>
                      <a:pt x="657000" y="371400"/>
                      <a:pt x="658244" y="360223"/>
                      <a:pt x="654514" y="349045"/>
                    </a:cubicBezTo>
                    <a:lnTo>
                      <a:pt x="573694" y="58422"/>
                    </a:lnTo>
                    <a:cubicBezTo>
                      <a:pt x="567477" y="34825"/>
                      <a:pt x="541367" y="14953"/>
                      <a:pt x="516499" y="14953"/>
                    </a:cubicBezTo>
                    <a:close/>
                    <a:moveTo>
                      <a:pt x="45235" y="0"/>
                    </a:moveTo>
                    <a:lnTo>
                      <a:pt x="515271" y="0"/>
                    </a:lnTo>
                    <a:cubicBezTo>
                      <a:pt x="546358" y="0"/>
                      <a:pt x="577445" y="24846"/>
                      <a:pt x="586149" y="54660"/>
                    </a:cubicBezTo>
                    <a:lnTo>
                      <a:pt x="668219" y="345355"/>
                    </a:lnTo>
                    <a:cubicBezTo>
                      <a:pt x="671949" y="361504"/>
                      <a:pt x="669463" y="375169"/>
                      <a:pt x="662002" y="386350"/>
                    </a:cubicBezTo>
                    <a:cubicBezTo>
                      <a:pt x="653297" y="398773"/>
                      <a:pt x="639619" y="403742"/>
                      <a:pt x="624697" y="403742"/>
                    </a:cubicBezTo>
                    <a:lnTo>
                      <a:pt x="154662" y="403742"/>
                    </a:lnTo>
                    <a:cubicBezTo>
                      <a:pt x="123575" y="403742"/>
                      <a:pt x="92488" y="380139"/>
                      <a:pt x="83783" y="349082"/>
                    </a:cubicBezTo>
                    <a:lnTo>
                      <a:pt x="1713" y="58387"/>
                    </a:lnTo>
                    <a:cubicBezTo>
                      <a:pt x="-2017" y="43480"/>
                      <a:pt x="470" y="28573"/>
                      <a:pt x="7931" y="16150"/>
                    </a:cubicBezTo>
                    <a:cubicBezTo>
                      <a:pt x="16635" y="6211"/>
                      <a:pt x="30314" y="0"/>
                      <a:pt x="452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1CC363D7-3D0E-7D4E-8ACB-69A475A3C6B1}"/>
                  </a:ext>
                </a:extLst>
              </p:cNvPr>
              <p:cNvSpPr/>
              <p:nvPr/>
            </p:nvSpPr>
            <p:spPr>
              <a:xfrm>
                <a:off x="13371083" y="9261135"/>
                <a:ext cx="355051" cy="934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6" h="76">
                    <a:moveTo>
                      <a:pt x="229" y="8"/>
                    </a:moveTo>
                    <a:cubicBezTo>
                      <a:pt x="203" y="-2"/>
                      <a:pt x="164" y="0"/>
                      <a:pt x="164" y="0"/>
                    </a:cubicBezTo>
                    <a:lnTo>
                      <a:pt x="121" y="0"/>
                    </a:lnTo>
                    <a:lnTo>
                      <a:pt x="79" y="0"/>
                    </a:lnTo>
                    <a:cubicBezTo>
                      <a:pt x="79" y="0"/>
                      <a:pt x="38" y="-2"/>
                      <a:pt x="19" y="8"/>
                    </a:cubicBezTo>
                    <a:cubicBezTo>
                      <a:pt x="3" y="16"/>
                      <a:pt x="0" y="76"/>
                      <a:pt x="0" y="76"/>
                    </a:cubicBezTo>
                    <a:lnTo>
                      <a:pt x="143" y="76"/>
                    </a:lnTo>
                    <a:lnTo>
                      <a:pt x="286" y="76"/>
                    </a:lnTo>
                    <a:cubicBezTo>
                      <a:pt x="286" y="76"/>
                      <a:pt x="250" y="16"/>
                      <a:pt x="229" y="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4" name="Freeform 363">
                <a:extLst>
                  <a:ext uri="{FF2B5EF4-FFF2-40B4-BE49-F238E27FC236}">
                    <a16:creationId xmlns:a16="http://schemas.microsoft.com/office/drawing/2014/main" id="{D9689FAD-9C93-A742-8E8E-C503A7ED52B4}"/>
                  </a:ext>
                </a:extLst>
              </p:cNvPr>
              <p:cNvSpPr/>
              <p:nvPr/>
            </p:nvSpPr>
            <p:spPr>
              <a:xfrm>
                <a:off x="13363609" y="9253198"/>
                <a:ext cx="369689" cy="108872"/>
              </a:xfrm>
              <a:custGeom>
                <a:avLst/>
                <a:gdLst>
                  <a:gd name="connsiteX0" fmla="*/ 105554 w 369689"/>
                  <a:gd name="connsiteY0" fmla="*/ 15414 h 108872"/>
                  <a:gd name="connsiteX1" fmla="*/ 34808 w 369689"/>
                  <a:gd name="connsiteY1" fmla="*/ 24000 h 108872"/>
                  <a:gd name="connsiteX2" fmla="*/ 14949 w 369689"/>
                  <a:gd name="connsiteY2" fmla="*/ 93919 h 108872"/>
                  <a:gd name="connsiteX3" fmla="*/ 348821 w 369689"/>
                  <a:gd name="connsiteY3" fmla="*/ 93919 h 108872"/>
                  <a:gd name="connsiteX4" fmla="*/ 289245 w 369689"/>
                  <a:gd name="connsiteY4" fmla="*/ 24000 h 108872"/>
                  <a:gd name="connsiteX5" fmla="*/ 211052 w 369689"/>
                  <a:gd name="connsiteY5" fmla="*/ 15414 h 108872"/>
                  <a:gd name="connsiteX6" fmla="*/ 241028 w 369689"/>
                  <a:gd name="connsiteY6" fmla="*/ 306 h 108872"/>
                  <a:gd name="connsiteX7" fmla="*/ 294262 w 369689"/>
                  <a:gd name="connsiteY7" fmla="*/ 10316 h 108872"/>
                  <a:gd name="connsiteX8" fmla="*/ 368758 w 369689"/>
                  <a:gd name="connsiteY8" fmla="*/ 97784 h 108872"/>
                  <a:gd name="connsiteX9" fmla="*/ 368758 w 369689"/>
                  <a:gd name="connsiteY9" fmla="*/ 105176 h 108872"/>
                  <a:gd name="connsiteX10" fmla="*/ 362550 w 369689"/>
                  <a:gd name="connsiteY10" fmla="*/ 108872 h 108872"/>
                  <a:gd name="connsiteX11" fmla="*/ 7450 w 369689"/>
                  <a:gd name="connsiteY11" fmla="*/ 108872 h 108872"/>
                  <a:gd name="connsiteX12" fmla="*/ 2483 w 369689"/>
                  <a:gd name="connsiteY12" fmla="*/ 106408 h 108872"/>
                  <a:gd name="connsiteX13" fmla="*/ 0 w 369689"/>
                  <a:gd name="connsiteY13" fmla="*/ 101480 h 108872"/>
                  <a:gd name="connsiteX14" fmla="*/ 27315 w 369689"/>
                  <a:gd name="connsiteY14" fmla="*/ 11548 h 108872"/>
                  <a:gd name="connsiteX15" fmla="*/ 106779 w 369689"/>
                  <a:gd name="connsiteY15" fmla="*/ 460 h 108872"/>
                  <a:gd name="connsiteX16" fmla="*/ 211074 w 369689"/>
                  <a:gd name="connsiteY16" fmla="*/ 460 h 108872"/>
                  <a:gd name="connsiteX17" fmla="*/ 241028 w 369689"/>
                  <a:gd name="connsiteY17" fmla="*/ 306 h 108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69689" h="108872">
                    <a:moveTo>
                      <a:pt x="105554" y="15414"/>
                    </a:moveTo>
                    <a:cubicBezTo>
                      <a:pt x="105554" y="15414"/>
                      <a:pt x="55907" y="12961"/>
                      <a:pt x="34808" y="24000"/>
                    </a:cubicBezTo>
                    <a:cubicBezTo>
                      <a:pt x="24878" y="28907"/>
                      <a:pt x="17431" y="63253"/>
                      <a:pt x="14949" y="93919"/>
                    </a:cubicBezTo>
                    <a:lnTo>
                      <a:pt x="348821" y="93919"/>
                    </a:lnTo>
                    <a:cubicBezTo>
                      <a:pt x="333927" y="70613"/>
                      <a:pt x="305380" y="31360"/>
                      <a:pt x="289245" y="24000"/>
                    </a:cubicBezTo>
                    <a:cubicBezTo>
                      <a:pt x="259457" y="12961"/>
                      <a:pt x="212293" y="15414"/>
                      <a:pt x="211052" y="15414"/>
                    </a:cubicBezTo>
                    <a:close/>
                    <a:moveTo>
                      <a:pt x="241028" y="306"/>
                    </a:moveTo>
                    <a:cubicBezTo>
                      <a:pt x="257634" y="1076"/>
                      <a:pt x="278121" y="3540"/>
                      <a:pt x="294262" y="10316"/>
                    </a:cubicBezTo>
                    <a:cubicBezTo>
                      <a:pt x="321577" y="21403"/>
                      <a:pt x="363792" y="90393"/>
                      <a:pt x="368758" y="97784"/>
                    </a:cubicBezTo>
                    <a:cubicBezTo>
                      <a:pt x="370000" y="100248"/>
                      <a:pt x="370000" y="103944"/>
                      <a:pt x="368758" y="105176"/>
                    </a:cubicBezTo>
                    <a:cubicBezTo>
                      <a:pt x="367517" y="107640"/>
                      <a:pt x="365034" y="108872"/>
                      <a:pt x="362550" y="108872"/>
                    </a:cubicBezTo>
                    <a:lnTo>
                      <a:pt x="7450" y="108872"/>
                    </a:lnTo>
                    <a:cubicBezTo>
                      <a:pt x="4966" y="108872"/>
                      <a:pt x="3725" y="107640"/>
                      <a:pt x="2483" y="106408"/>
                    </a:cubicBezTo>
                    <a:cubicBezTo>
                      <a:pt x="1242" y="105176"/>
                      <a:pt x="0" y="103944"/>
                      <a:pt x="0" y="101480"/>
                    </a:cubicBezTo>
                    <a:cubicBezTo>
                      <a:pt x="1242" y="87929"/>
                      <a:pt x="4966" y="23867"/>
                      <a:pt x="27315" y="11548"/>
                    </a:cubicBezTo>
                    <a:cubicBezTo>
                      <a:pt x="53389" y="-3236"/>
                      <a:pt x="104295" y="460"/>
                      <a:pt x="106779" y="460"/>
                    </a:cubicBezTo>
                    <a:lnTo>
                      <a:pt x="211074" y="460"/>
                    </a:lnTo>
                    <a:cubicBezTo>
                      <a:pt x="211694" y="460"/>
                      <a:pt x="224421" y="-464"/>
                      <a:pt x="241028" y="30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25309545-9BF2-5B4B-9EE6-942363D576CC}"/>
                  </a:ext>
                </a:extLst>
              </p:cNvPr>
              <p:cNvSpPr/>
              <p:nvPr/>
            </p:nvSpPr>
            <p:spPr>
              <a:xfrm>
                <a:off x="13415935" y="9035584"/>
                <a:ext cx="161953" cy="2629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1" h="212">
                    <a:moveTo>
                      <a:pt x="115" y="35"/>
                    </a:moveTo>
                    <a:cubicBezTo>
                      <a:pt x="112" y="25"/>
                      <a:pt x="104" y="16"/>
                      <a:pt x="95" y="9"/>
                    </a:cubicBezTo>
                    <a:cubicBezTo>
                      <a:pt x="80" y="-3"/>
                      <a:pt x="-19" y="-14"/>
                      <a:pt x="3" y="62"/>
                    </a:cubicBezTo>
                    <a:cubicBezTo>
                      <a:pt x="13" y="97"/>
                      <a:pt x="38" y="130"/>
                      <a:pt x="38" y="130"/>
                    </a:cubicBezTo>
                    <a:lnTo>
                      <a:pt x="53" y="182"/>
                    </a:lnTo>
                    <a:cubicBezTo>
                      <a:pt x="53" y="182"/>
                      <a:pt x="85" y="212"/>
                      <a:pt x="106" y="212"/>
                    </a:cubicBezTo>
                    <a:cubicBezTo>
                      <a:pt x="124" y="212"/>
                      <a:pt x="121" y="180"/>
                      <a:pt x="121" y="180"/>
                    </a:cubicBezTo>
                    <a:lnTo>
                      <a:pt x="109" y="135"/>
                    </a:lnTo>
                    <a:cubicBezTo>
                      <a:pt x="112" y="135"/>
                      <a:pt x="116" y="135"/>
                      <a:pt x="120" y="134"/>
                    </a:cubicBezTo>
                    <a:cubicBezTo>
                      <a:pt x="143" y="130"/>
                      <a:pt x="124" y="63"/>
                      <a:pt x="115" y="3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5" name="Freeform 364">
                <a:extLst>
                  <a:ext uri="{FF2B5EF4-FFF2-40B4-BE49-F238E27FC236}">
                    <a16:creationId xmlns:a16="http://schemas.microsoft.com/office/drawing/2014/main" id="{A507380F-D5EE-4049-96E7-48E4F6976F8E}"/>
                  </a:ext>
                </a:extLst>
              </p:cNvPr>
              <p:cNvSpPr/>
              <p:nvPr/>
            </p:nvSpPr>
            <p:spPr>
              <a:xfrm>
                <a:off x="13409020" y="9028373"/>
                <a:ext cx="177450" cy="277623"/>
              </a:xfrm>
              <a:custGeom>
                <a:avLst/>
                <a:gdLst>
                  <a:gd name="connsiteX0" fmla="*/ 84190 w 177450"/>
                  <a:gd name="connsiteY0" fmla="*/ 15309 h 277623"/>
                  <a:gd name="connsiteX1" fmla="*/ 31685 w 177450"/>
                  <a:gd name="connsiteY1" fmla="*/ 25848 h 277623"/>
                  <a:gd name="connsiteX2" fmla="*/ 18095 w 177450"/>
                  <a:gd name="connsiteY2" fmla="*/ 81643 h 277623"/>
                  <a:gd name="connsiteX3" fmla="*/ 61335 w 177450"/>
                  <a:gd name="connsiteY3" fmla="*/ 163475 h 277623"/>
                  <a:gd name="connsiteX4" fmla="*/ 62570 w 177450"/>
                  <a:gd name="connsiteY4" fmla="*/ 165955 h 277623"/>
                  <a:gd name="connsiteX5" fmla="*/ 79866 w 177450"/>
                  <a:gd name="connsiteY5" fmla="*/ 230429 h 277623"/>
                  <a:gd name="connsiteX6" fmla="*/ 139165 w 177450"/>
                  <a:gd name="connsiteY6" fmla="*/ 262666 h 277623"/>
                  <a:gd name="connsiteX7" fmla="*/ 145342 w 177450"/>
                  <a:gd name="connsiteY7" fmla="*/ 260186 h 277623"/>
                  <a:gd name="connsiteX8" fmla="*/ 150284 w 177450"/>
                  <a:gd name="connsiteY8" fmla="*/ 231669 h 277623"/>
                  <a:gd name="connsiteX9" fmla="*/ 134224 w 177450"/>
                  <a:gd name="connsiteY9" fmla="*/ 177114 h 277623"/>
                  <a:gd name="connsiteX10" fmla="*/ 136694 w 177450"/>
                  <a:gd name="connsiteY10" fmla="*/ 170915 h 277623"/>
                  <a:gd name="connsiteX11" fmla="*/ 142871 w 177450"/>
                  <a:gd name="connsiteY11" fmla="*/ 168435 h 277623"/>
                  <a:gd name="connsiteX12" fmla="*/ 155226 w 177450"/>
                  <a:gd name="connsiteY12" fmla="*/ 167195 h 277623"/>
                  <a:gd name="connsiteX13" fmla="*/ 160167 w 177450"/>
                  <a:gd name="connsiteY13" fmla="*/ 163475 h 277623"/>
                  <a:gd name="connsiteX14" fmla="*/ 142871 w 177450"/>
                  <a:gd name="connsiteY14" fmla="*/ 53125 h 277623"/>
                  <a:gd name="connsiteX15" fmla="*/ 121870 w 177450"/>
                  <a:gd name="connsiteY15" fmla="*/ 23368 h 277623"/>
                  <a:gd name="connsiteX16" fmla="*/ 84190 w 177450"/>
                  <a:gd name="connsiteY16" fmla="*/ 15309 h 277623"/>
                  <a:gd name="connsiteX17" fmla="*/ 84335 w 177450"/>
                  <a:gd name="connsiteY17" fmla="*/ 204 h 277623"/>
                  <a:gd name="connsiteX18" fmla="*/ 130570 w 177450"/>
                  <a:gd name="connsiteY18" fmla="*/ 12145 h 277623"/>
                  <a:gd name="connsiteX19" fmla="*/ 156549 w 177450"/>
                  <a:gd name="connsiteY19" fmla="*/ 48121 h 277623"/>
                  <a:gd name="connsiteX20" fmla="*/ 172631 w 177450"/>
                  <a:gd name="connsiteY20" fmla="*/ 170935 h 277623"/>
                  <a:gd name="connsiteX21" fmla="*/ 159023 w 177450"/>
                  <a:gd name="connsiteY21" fmla="*/ 180860 h 277623"/>
                  <a:gd name="connsiteX22" fmla="*/ 151600 w 177450"/>
                  <a:gd name="connsiteY22" fmla="*/ 182100 h 277623"/>
                  <a:gd name="connsiteX23" fmla="*/ 163971 w 177450"/>
                  <a:gd name="connsiteY23" fmla="*/ 229241 h 277623"/>
                  <a:gd name="connsiteX24" fmla="*/ 165208 w 177450"/>
                  <a:gd name="connsiteY24" fmla="*/ 230482 h 277623"/>
                  <a:gd name="connsiteX25" fmla="*/ 155312 w 177450"/>
                  <a:gd name="connsiteY25" fmla="*/ 270180 h 277623"/>
                  <a:gd name="connsiteX26" fmla="*/ 139230 w 177450"/>
                  <a:gd name="connsiteY26" fmla="*/ 277623 h 277623"/>
                  <a:gd name="connsiteX27" fmla="*/ 68716 w 177450"/>
                  <a:gd name="connsiteY27" fmla="*/ 239166 h 277623"/>
                  <a:gd name="connsiteX28" fmla="*/ 67479 w 177450"/>
                  <a:gd name="connsiteY28" fmla="*/ 235444 h 277623"/>
                  <a:gd name="connsiteX29" fmla="*/ 48923 w 177450"/>
                  <a:gd name="connsiteY29" fmla="*/ 170935 h 277623"/>
                  <a:gd name="connsiteX30" fmla="*/ 4388 w 177450"/>
                  <a:gd name="connsiteY30" fmla="*/ 85337 h 277623"/>
                  <a:gd name="connsiteX31" fmla="*/ 24182 w 177450"/>
                  <a:gd name="connsiteY31" fmla="*/ 13385 h 277623"/>
                  <a:gd name="connsiteX32" fmla="*/ 84335 w 177450"/>
                  <a:gd name="connsiteY32" fmla="*/ 204 h 2776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77450" h="277623">
                    <a:moveTo>
                      <a:pt x="84190" y="15309"/>
                    </a:moveTo>
                    <a:cubicBezTo>
                      <a:pt x="66585" y="14379"/>
                      <a:pt x="46510" y="16549"/>
                      <a:pt x="31685" y="25848"/>
                    </a:cubicBezTo>
                    <a:cubicBezTo>
                      <a:pt x="15624" y="37007"/>
                      <a:pt x="10683" y="55605"/>
                      <a:pt x="18095" y="81643"/>
                    </a:cubicBezTo>
                    <a:cubicBezTo>
                      <a:pt x="30449" y="123799"/>
                      <a:pt x="61335" y="163475"/>
                      <a:pt x="61335" y="163475"/>
                    </a:cubicBezTo>
                    <a:cubicBezTo>
                      <a:pt x="61335" y="164715"/>
                      <a:pt x="61335" y="165955"/>
                      <a:pt x="62570" y="165955"/>
                    </a:cubicBezTo>
                    <a:lnTo>
                      <a:pt x="79866" y="230429"/>
                    </a:lnTo>
                    <a:cubicBezTo>
                      <a:pt x="90984" y="240348"/>
                      <a:pt x="120634" y="262666"/>
                      <a:pt x="139165" y="262666"/>
                    </a:cubicBezTo>
                    <a:cubicBezTo>
                      <a:pt x="141636" y="262666"/>
                      <a:pt x="142871" y="262666"/>
                      <a:pt x="145342" y="260186"/>
                    </a:cubicBezTo>
                    <a:cubicBezTo>
                      <a:pt x="150284" y="253987"/>
                      <a:pt x="150284" y="237868"/>
                      <a:pt x="150284" y="231669"/>
                    </a:cubicBezTo>
                    <a:lnTo>
                      <a:pt x="134224" y="177114"/>
                    </a:lnTo>
                    <a:cubicBezTo>
                      <a:pt x="134224" y="174634"/>
                      <a:pt x="134224" y="173394"/>
                      <a:pt x="136694" y="170915"/>
                    </a:cubicBezTo>
                    <a:cubicBezTo>
                      <a:pt x="137930" y="168435"/>
                      <a:pt x="140401" y="168435"/>
                      <a:pt x="142871" y="168435"/>
                    </a:cubicBezTo>
                    <a:cubicBezTo>
                      <a:pt x="146578" y="168435"/>
                      <a:pt x="151519" y="167195"/>
                      <a:pt x="155226" y="167195"/>
                    </a:cubicBezTo>
                    <a:cubicBezTo>
                      <a:pt x="156461" y="167195"/>
                      <a:pt x="158932" y="165955"/>
                      <a:pt x="160167" y="163475"/>
                    </a:cubicBezTo>
                    <a:cubicBezTo>
                      <a:pt x="168815" y="147357"/>
                      <a:pt x="158932" y="95282"/>
                      <a:pt x="142871" y="53125"/>
                    </a:cubicBezTo>
                    <a:cubicBezTo>
                      <a:pt x="140401" y="41966"/>
                      <a:pt x="131753" y="32047"/>
                      <a:pt x="121870" y="23368"/>
                    </a:cubicBezTo>
                    <a:cubicBezTo>
                      <a:pt x="116928" y="20269"/>
                      <a:pt x="101794" y="16239"/>
                      <a:pt x="84190" y="15309"/>
                    </a:cubicBezTo>
                    <a:close/>
                    <a:moveTo>
                      <a:pt x="84335" y="204"/>
                    </a:moveTo>
                    <a:cubicBezTo>
                      <a:pt x="104901" y="1290"/>
                      <a:pt x="123148" y="6563"/>
                      <a:pt x="130570" y="12145"/>
                    </a:cubicBezTo>
                    <a:cubicBezTo>
                      <a:pt x="142941" y="23310"/>
                      <a:pt x="152838" y="34474"/>
                      <a:pt x="156549" y="48121"/>
                    </a:cubicBezTo>
                    <a:cubicBezTo>
                      <a:pt x="163971" y="70451"/>
                      <a:pt x="187476" y="143643"/>
                      <a:pt x="172631" y="170935"/>
                    </a:cubicBezTo>
                    <a:cubicBezTo>
                      <a:pt x="168920" y="175898"/>
                      <a:pt x="163971" y="179619"/>
                      <a:pt x="159023" y="180860"/>
                    </a:cubicBezTo>
                    <a:cubicBezTo>
                      <a:pt x="155312" y="180860"/>
                      <a:pt x="154075" y="182100"/>
                      <a:pt x="151600" y="182100"/>
                    </a:cubicBezTo>
                    <a:lnTo>
                      <a:pt x="163971" y="229241"/>
                    </a:lnTo>
                    <a:cubicBezTo>
                      <a:pt x="163971" y="229241"/>
                      <a:pt x="163971" y="230482"/>
                      <a:pt x="165208" y="230482"/>
                    </a:cubicBezTo>
                    <a:cubicBezTo>
                      <a:pt x="165208" y="232963"/>
                      <a:pt x="166445" y="257774"/>
                      <a:pt x="155312" y="270180"/>
                    </a:cubicBezTo>
                    <a:cubicBezTo>
                      <a:pt x="151600" y="275142"/>
                      <a:pt x="145415" y="277623"/>
                      <a:pt x="139230" y="277623"/>
                    </a:cubicBezTo>
                    <a:cubicBezTo>
                      <a:pt x="110777" y="277623"/>
                      <a:pt x="72428" y="242888"/>
                      <a:pt x="68716" y="239166"/>
                    </a:cubicBezTo>
                    <a:cubicBezTo>
                      <a:pt x="67479" y="237925"/>
                      <a:pt x="67479" y="236685"/>
                      <a:pt x="67479" y="235444"/>
                    </a:cubicBezTo>
                    <a:lnTo>
                      <a:pt x="48923" y="170935"/>
                    </a:lnTo>
                    <a:cubicBezTo>
                      <a:pt x="42738" y="164733"/>
                      <a:pt x="16759" y="127516"/>
                      <a:pt x="4388" y="85337"/>
                    </a:cubicBezTo>
                    <a:cubicBezTo>
                      <a:pt x="-7982" y="44399"/>
                      <a:pt x="8100" y="24550"/>
                      <a:pt x="24182" y="13385"/>
                    </a:cubicBezTo>
                    <a:cubicBezTo>
                      <a:pt x="40883" y="2220"/>
                      <a:pt x="63768" y="-881"/>
                      <a:pt x="84335" y="20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78DBA0CC-03EE-B340-836D-56B87961C646}"/>
                  </a:ext>
                </a:extLst>
              </p:cNvPr>
              <p:cNvSpPr/>
              <p:nvPr/>
            </p:nvSpPr>
            <p:spPr>
              <a:xfrm>
                <a:off x="13525564" y="9196337"/>
                <a:ext cx="31145" cy="124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" h="11">
                    <a:moveTo>
                      <a:pt x="21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21" y="0"/>
                    </a:lnTo>
                    <a:cubicBezTo>
                      <a:pt x="24" y="0"/>
                      <a:pt x="26" y="2"/>
                      <a:pt x="26" y="5"/>
                    </a:cubicBezTo>
                    <a:cubicBezTo>
                      <a:pt x="26" y="9"/>
                      <a:pt x="24" y="11"/>
                      <a:pt x="21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3E3200EA-6509-864F-82B4-7FDCC168BF76}"/>
                  </a:ext>
                </a:extLst>
              </p:cNvPr>
              <p:cNvSpPr/>
              <p:nvPr/>
            </p:nvSpPr>
            <p:spPr>
              <a:xfrm>
                <a:off x="13387278" y="9010662"/>
                <a:ext cx="180640" cy="1931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" h="156">
                    <a:moveTo>
                      <a:pt x="64" y="156"/>
                    </a:moveTo>
                    <a:cubicBezTo>
                      <a:pt x="66" y="153"/>
                      <a:pt x="70" y="148"/>
                      <a:pt x="72" y="140"/>
                    </a:cubicBezTo>
                    <a:cubicBezTo>
                      <a:pt x="73" y="134"/>
                      <a:pt x="73" y="129"/>
                      <a:pt x="73" y="125"/>
                    </a:cubicBezTo>
                    <a:cubicBezTo>
                      <a:pt x="72" y="123"/>
                      <a:pt x="71" y="121"/>
                      <a:pt x="69" y="121"/>
                    </a:cubicBezTo>
                    <a:cubicBezTo>
                      <a:pt x="62" y="120"/>
                      <a:pt x="47" y="116"/>
                      <a:pt x="47" y="101"/>
                    </a:cubicBezTo>
                    <a:cubicBezTo>
                      <a:pt x="47" y="91"/>
                      <a:pt x="55" y="91"/>
                      <a:pt x="60" y="93"/>
                    </a:cubicBezTo>
                    <a:cubicBezTo>
                      <a:pt x="62" y="93"/>
                      <a:pt x="63" y="91"/>
                      <a:pt x="63" y="90"/>
                    </a:cubicBezTo>
                    <a:cubicBezTo>
                      <a:pt x="63" y="80"/>
                      <a:pt x="64" y="52"/>
                      <a:pt x="84" y="52"/>
                    </a:cubicBezTo>
                    <a:cubicBezTo>
                      <a:pt x="110" y="51"/>
                      <a:pt x="149" y="54"/>
                      <a:pt x="146" y="21"/>
                    </a:cubicBezTo>
                    <a:cubicBezTo>
                      <a:pt x="143" y="-5"/>
                      <a:pt x="116" y="-1"/>
                      <a:pt x="105" y="3"/>
                    </a:cubicBezTo>
                    <a:cubicBezTo>
                      <a:pt x="101" y="5"/>
                      <a:pt x="97" y="5"/>
                      <a:pt x="93" y="5"/>
                    </a:cubicBezTo>
                    <a:cubicBezTo>
                      <a:pt x="74" y="3"/>
                      <a:pt x="21" y="1"/>
                      <a:pt x="5" y="39"/>
                    </a:cubicBezTo>
                    <a:cubicBezTo>
                      <a:pt x="-13" y="81"/>
                      <a:pt x="19" y="147"/>
                      <a:pt x="64" y="1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9014CFD2-ACBC-4F4D-83BC-87F77FE1C4B5}"/>
                </a:ext>
              </a:extLst>
            </p:cNvPr>
            <p:cNvGrpSpPr/>
            <p:nvPr/>
          </p:nvGrpSpPr>
          <p:grpSpPr>
            <a:xfrm>
              <a:off x="15894104" y="7945236"/>
              <a:ext cx="461899" cy="552030"/>
              <a:chOff x="15894104" y="7945236"/>
              <a:chExt cx="461899" cy="552030"/>
            </a:xfrm>
          </p:grpSpPr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DD62E9ED-1A7F-7348-B9E6-3F7764568904}"/>
                  </a:ext>
                </a:extLst>
              </p:cNvPr>
              <p:cNvSpPr/>
              <p:nvPr/>
            </p:nvSpPr>
            <p:spPr>
              <a:xfrm>
                <a:off x="16081929" y="7983866"/>
                <a:ext cx="48586" cy="1046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" h="85">
                    <a:moveTo>
                      <a:pt x="20" y="85"/>
                    </a:moveTo>
                    <a:cubicBezTo>
                      <a:pt x="9" y="85"/>
                      <a:pt x="0" y="76"/>
                      <a:pt x="0" y="65"/>
                    </a:cubicBezTo>
                    <a:lnTo>
                      <a:pt x="0" y="20"/>
                    </a:ln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lnTo>
                      <a:pt x="40" y="65"/>
                    </a:lnTo>
                    <a:cubicBezTo>
                      <a:pt x="40" y="76"/>
                      <a:pt x="31" y="85"/>
                      <a:pt x="20" y="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6" name="Freeform 365">
                <a:extLst>
                  <a:ext uri="{FF2B5EF4-FFF2-40B4-BE49-F238E27FC236}">
                    <a16:creationId xmlns:a16="http://schemas.microsoft.com/office/drawing/2014/main" id="{A4F5F9F9-E0FD-EA4E-946C-9F8282B61F62}"/>
                  </a:ext>
                </a:extLst>
              </p:cNvPr>
              <p:cNvSpPr/>
              <p:nvPr/>
            </p:nvSpPr>
            <p:spPr>
              <a:xfrm>
                <a:off x="16074454" y="7977635"/>
                <a:ext cx="63535" cy="117135"/>
              </a:xfrm>
              <a:custGeom>
                <a:avLst/>
                <a:gdLst>
                  <a:gd name="connsiteX0" fmla="*/ 31768 w 63535"/>
                  <a:gd name="connsiteY0" fmla="*/ 13708 h 117135"/>
                  <a:gd name="connsiteX1" fmla="*/ 14950 w 63535"/>
                  <a:gd name="connsiteY1" fmla="*/ 29686 h 117135"/>
                  <a:gd name="connsiteX2" fmla="*/ 14950 w 63535"/>
                  <a:gd name="connsiteY2" fmla="*/ 86222 h 117135"/>
                  <a:gd name="connsiteX3" fmla="*/ 31768 w 63535"/>
                  <a:gd name="connsiteY3" fmla="*/ 103428 h 117135"/>
                  <a:gd name="connsiteX4" fmla="*/ 48586 w 63535"/>
                  <a:gd name="connsiteY4" fmla="*/ 86222 h 117135"/>
                  <a:gd name="connsiteX5" fmla="*/ 48586 w 63535"/>
                  <a:gd name="connsiteY5" fmla="*/ 29686 h 117135"/>
                  <a:gd name="connsiteX6" fmla="*/ 31768 w 63535"/>
                  <a:gd name="connsiteY6" fmla="*/ 13708 h 117135"/>
                  <a:gd name="connsiteX7" fmla="*/ 31768 w 63535"/>
                  <a:gd name="connsiteY7" fmla="*/ 0 h 117135"/>
                  <a:gd name="connsiteX8" fmla="*/ 63535 w 63535"/>
                  <a:gd name="connsiteY8" fmla="*/ 29592 h 117135"/>
                  <a:gd name="connsiteX9" fmla="*/ 63535 w 63535"/>
                  <a:gd name="connsiteY9" fmla="*/ 86310 h 117135"/>
                  <a:gd name="connsiteX10" fmla="*/ 31768 w 63535"/>
                  <a:gd name="connsiteY10" fmla="*/ 117135 h 117135"/>
                  <a:gd name="connsiteX11" fmla="*/ 0 w 63535"/>
                  <a:gd name="connsiteY11" fmla="*/ 86310 h 117135"/>
                  <a:gd name="connsiteX12" fmla="*/ 0 w 63535"/>
                  <a:gd name="connsiteY12" fmla="*/ 29592 h 117135"/>
                  <a:gd name="connsiteX13" fmla="*/ 31768 w 63535"/>
                  <a:gd name="connsiteY13" fmla="*/ 0 h 117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535" h="117135">
                    <a:moveTo>
                      <a:pt x="31768" y="13708"/>
                    </a:moveTo>
                    <a:cubicBezTo>
                      <a:pt x="22158" y="13708"/>
                      <a:pt x="14950" y="21082"/>
                      <a:pt x="14950" y="29686"/>
                    </a:cubicBezTo>
                    <a:lnTo>
                      <a:pt x="14950" y="86222"/>
                    </a:lnTo>
                    <a:cubicBezTo>
                      <a:pt x="14950" y="96054"/>
                      <a:pt x="22158" y="103428"/>
                      <a:pt x="31768" y="103428"/>
                    </a:cubicBezTo>
                    <a:cubicBezTo>
                      <a:pt x="41378" y="103428"/>
                      <a:pt x="48586" y="96054"/>
                      <a:pt x="48586" y="86222"/>
                    </a:cubicBezTo>
                    <a:lnTo>
                      <a:pt x="48586" y="29686"/>
                    </a:lnTo>
                    <a:cubicBezTo>
                      <a:pt x="48586" y="21082"/>
                      <a:pt x="41378" y="13708"/>
                      <a:pt x="31768" y="13708"/>
                    </a:cubicBezTo>
                    <a:close/>
                    <a:moveTo>
                      <a:pt x="31768" y="0"/>
                    </a:moveTo>
                    <a:cubicBezTo>
                      <a:pt x="48873" y="0"/>
                      <a:pt x="63535" y="13563"/>
                      <a:pt x="63535" y="29592"/>
                    </a:cubicBezTo>
                    <a:lnTo>
                      <a:pt x="63535" y="86310"/>
                    </a:lnTo>
                    <a:cubicBezTo>
                      <a:pt x="63535" y="103572"/>
                      <a:pt x="48873" y="117135"/>
                      <a:pt x="31768" y="117135"/>
                    </a:cubicBezTo>
                    <a:cubicBezTo>
                      <a:pt x="14662" y="117135"/>
                      <a:pt x="0" y="103572"/>
                      <a:pt x="0" y="86310"/>
                    </a:cubicBezTo>
                    <a:lnTo>
                      <a:pt x="0" y="29592"/>
                    </a:lnTo>
                    <a:cubicBezTo>
                      <a:pt x="0" y="13563"/>
                      <a:pt x="14662" y="0"/>
                      <a:pt x="317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F1026EEE-1ADE-194E-8C73-593F4EDA417F}"/>
                  </a:ext>
                </a:extLst>
              </p:cNvPr>
              <p:cNvSpPr/>
              <p:nvPr/>
            </p:nvSpPr>
            <p:spPr>
              <a:xfrm>
                <a:off x="15901289" y="8053648"/>
                <a:ext cx="411111" cy="3788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1" h="305">
                    <a:moveTo>
                      <a:pt x="328" y="288"/>
                    </a:moveTo>
                    <a:lnTo>
                      <a:pt x="301" y="266"/>
                    </a:lnTo>
                    <a:cubicBezTo>
                      <a:pt x="283" y="251"/>
                      <a:pt x="272" y="228"/>
                      <a:pt x="272" y="203"/>
                    </a:cubicBezTo>
                    <a:lnTo>
                      <a:pt x="272" y="116"/>
                    </a:lnTo>
                    <a:cubicBezTo>
                      <a:pt x="272" y="90"/>
                      <a:pt x="264" y="64"/>
                      <a:pt x="249" y="43"/>
                    </a:cubicBezTo>
                    <a:cubicBezTo>
                      <a:pt x="233" y="21"/>
                      <a:pt x="207" y="1"/>
                      <a:pt x="166" y="0"/>
                    </a:cubicBezTo>
                    <a:cubicBezTo>
                      <a:pt x="121" y="1"/>
                      <a:pt x="95" y="24"/>
                      <a:pt x="80" y="47"/>
                    </a:cubicBezTo>
                    <a:cubicBezTo>
                      <a:pt x="67" y="67"/>
                      <a:pt x="60" y="91"/>
                      <a:pt x="60" y="115"/>
                    </a:cubicBezTo>
                    <a:lnTo>
                      <a:pt x="60" y="203"/>
                    </a:lnTo>
                    <a:cubicBezTo>
                      <a:pt x="60" y="228"/>
                      <a:pt x="50" y="251"/>
                      <a:pt x="31" y="266"/>
                    </a:cubicBezTo>
                    <a:lnTo>
                      <a:pt x="4" y="288"/>
                    </a:lnTo>
                    <a:cubicBezTo>
                      <a:pt x="-3" y="294"/>
                      <a:pt x="1" y="305"/>
                      <a:pt x="10" y="305"/>
                    </a:cubicBezTo>
                    <a:lnTo>
                      <a:pt x="166" y="305"/>
                    </a:lnTo>
                    <a:lnTo>
                      <a:pt x="322" y="305"/>
                    </a:lnTo>
                    <a:cubicBezTo>
                      <a:pt x="331" y="305"/>
                      <a:pt x="335" y="294"/>
                      <a:pt x="328" y="28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4BBF5E97-12D5-A941-8949-CB6B7C9AD9E7}"/>
                  </a:ext>
                </a:extLst>
              </p:cNvPr>
              <p:cNvSpPr/>
              <p:nvPr/>
            </p:nvSpPr>
            <p:spPr>
              <a:xfrm>
                <a:off x="15894104" y="8046172"/>
                <a:ext cx="426279" cy="393773"/>
              </a:xfrm>
              <a:custGeom>
                <a:avLst/>
                <a:gdLst>
                  <a:gd name="connsiteX0" fmla="*/ 212118 w 426279"/>
                  <a:gd name="connsiteY0" fmla="*/ 14953 h 393773"/>
                  <a:gd name="connsiteX1" fmla="*/ 110282 w 426279"/>
                  <a:gd name="connsiteY1" fmla="*/ 70837 h 393773"/>
                  <a:gd name="connsiteX2" fmla="*/ 87928 w 426279"/>
                  <a:gd name="connsiteY2" fmla="*/ 150316 h 393773"/>
                  <a:gd name="connsiteX3" fmla="*/ 87928 w 426279"/>
                  <a:gd name="connsiteY3" fmla="*/ 259600 h 393773"/>
                  <a:gd name="connsiteX4" fmla="*/ 48187 w 426279"/>
                  <a:gd name="connsiteY4" fmla="*/ 344047 h 393773"/>
                  <a:gd name="connsiteX5" fmla="*/ 14656 w 426279"/>
                  <a:gd name="connsiteY5" fmla="*/ 371368 h 393773"/>
                  <a:gd name="connsiteX6" fmla="*/ 13414 w 426279"/>
                  <a:gd name="connsiteY6" fmla="*/ 376335 h 393773"/>
                  <a:gd name="connsiteX7" fmla="*/ 18382 w 426279"/>
                  <a:gd name="connsiteY7" fmla="*/ 378819 h 393773"/>
                  <a:gd name="connsiteX8" fmla="*/ 405854 w 426279"/>
                  <a:gd name="connsiteY8" fmla="*/ 378819 h 393773"/>
                  <a:gd name="connsiteX9" fmla="*/ 409580 w 426279"/>
                  <a:gd name="connsiteY9" fmla="*/ 376335 h 393773"/>
                  <a:gd name="connsiteX10" fmla="*/ 409580 w 426279"/>
                  <a:gd name="connsiteY10" fmla="*/ 371368 h 393773"/>
                  <a:gd name="connsiteX11" fmla="*/ 376049 w 426279"/>
                  <a:gd name="connsiteY11" fmla="*/ 344047 h 393773"/>
                  <a:gd name="connsiteX12" fmla="*/ 336308 w 426279"/>
                  <a:gd name="connsiteY12" fmla="*/ 259600 h 393773"/>
                  <a:gd name="connsiteX13" fmla="*/ 336308 w 426279"/>
                  <a:gd name="connsiteY13" fmla="*/ 151558 h 393773"/>
                  <a:gd name="connsiteX14" fmla="*/ 308986 w 426279"/>
                  <a:gd name="connsiteY14" fmla="*/ 64628 h 393773"/>
                  <a:gd name="connsiteX15" fmla="*/ 212118 w 426279"/>
                  <a:gd name="connsiteY15" fmla="*/ 14953 h 393773"/>
                  <a:gd name="connsiteX16" fmla="*/ 213362 w 426279"/>
                  <a:gd name="connsiteY16" fmla="*/ 0 h 393773"/>
                  <a:gd name="connsiteX17" fmla="*/ 322672 w 426279"/>
                  <a:gd name="connsiteY17" fmla="*/ 55899 h 393773"/>
                  <a:gd name="connsiteX18" fmla="*/ 352484 w 426279"/>
                  <a:gd name="connsiteY18" fmla="*/ 151547 h 393773"/>
                  <a:gd name="connsiteX19" fmla="*/ 352484 w 426279"/>
                  <a:gd name="connsiteY19" fmla="*/ 259617 h 393773"/>
                  <a:gd name="connsiteX20" fmla="*/ 386022 w 426279"/>
                  <a:gd name="connsiteY20" fmla="*/ 332906 h 393773"/>
                  <a:gd name="connsiteX21" fmla="*/ 419560 w 426279"/>
                  <a:gd name="connsiteY21" fmla="*/ 360234 h 393773"/>
                  <a:gd name="connsiteX22" fmla="*/ 424529 w 426279"/>
                  <a:gd name="connsiteY22" fmla="*/ 381351 h 393773"/>
                  <a:gd name="connsiteX23" fmla="*/ 407139 w 426279"/>
                  <a:gd name="connsiteY23" fmla="*/ 393773 h 393773"/>
                  <a:gd name="connsiteX24" fmla="*/ 19585 w 426279"/>
                  <a:gd name="connsiteY24" fmla="*/ 393773 h 393773"/>
                  <a:gd name="connsiteX25" fmla="*/ 952 w 426279"/>
                  <a:gd name="connsiteY25" fmla="*/ 381351 h 393773"/>
                  <a:gd name="connsiteX26" fmla="*/ 7163 w 426279"/>
                  <a:gd name="connsiteY26" fmla="*/ 360234 h 393773"/>
                  <a:gd name="connsiteX27" fmla="*/ 40701 w 426279"/>
                  <a:gd name="connsiteY27" fmla="*/ 332906 h 393773"/>
                  <a:gd name="connsiteX28" fmla="*/ 74240 w 426279"/>
                  <a:gd name="connsiteY28" fmla="*/ 259617 h 393773"/>
                  <a:gd name="connsiteX29" fmla="*/ 74240 w 426279"/>
                  <a:gd name="connsiteY29" fmla="*/ 150305 h 393773"/>
                  <a:gd name="connsiteX30" fmla="*/ 100325 w 426279"/>
                  <a:gd name="connsiteY30" fmla="*/ 62110 h 393773"/>
                  <a:gd name="connsiteX31" fmla="*/ 213362 w 426279"/>
                  <a:gd name="connsiteY31" fmla="*/ 0 h 393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26279" h="393773">
                    <a:moveTo>
                      <a:pt x="212118" y="14953"/>
                    </a:moveTo>
                    <a:cubicBezTo>
                      <a:pt x="168652" y="14953"/>
                      <a:pt x="135120" y="33581"/>
                      <a:pt x="110282" y="70837"/>
                    </a:cubicBezTo>
                    <a:cubicBezTo>
                      <a:pt x="95379" y="93191"/>
                      <a:pt x="87928" y="120512"/>
                      <a:pt x="87928" y="150316"/>
                    </a:cubicBezTo>
                    <a:lnTo>
                      <a:pt x="87928" y="259600"/>
                    </a:lnTo>
                    <a:cubicBezTo>
                      <a:pt x="87928" y="291889"/>
                      <a:pt x="73025" y="322935"/>
                      <a:pt x="48187" y="344047"/>
                    </a:cubicBezTo>
                    <a:lnTo>
                      <a:pt x="14656" y="371368"/>
                    </a:lnTo>
                    <a:cubicBezTo>
                      <a:pt x="13414" y="372610"/>
                      <a:pt x="13414" y="375093"/>
                      <a:pt x="13414" y="376335"/>
                    </a:cubicBezTo>
                    <a:cubicBezTo>
                      <a:pt x="14656" y="376335"/>
                      <a:pt x="14656" y="378819"/>
                      <a:pt x="18382" y="378819"/>
                    </a:cubicBezTo>
                    <a:lnTo>
                      <a:pt x="405854" y="378819"/>
                    </a:lnTo>
                    <a:cubicBezTo>
                      <a:pt x="409580" y="378819"/>
                      <a:pt x="409580" y="376335"/>
                      <a:pt x="409580" y="376335"/>
                    </a:cubicBezTo>
                    <a:cubicBezTo>
                      <a:pt x="410822" y="375093"/>
                      <a:pt x="410822" y="372610"/>
                      <a:pt x="409580" y="371368"/>
                    </a:cubicBezTo>
                    <a:lnTo>
                      <a:pt x="376049" y="344047"/>
                    </a:lnTo>
                    <a:cubicBezTo>
                      <a:pt x="351211" y="322935"/>
                      <a:pt x="336308" y="291889"/>
                      <a:pt x="336308" y="259600"/>
                    </a:cubicBezTo>
                    <a:lnTo>
                      <a:pt x="336308" y="151558"/>
                    </a:lnTo>
                    <a:cubicBezTo>
                      <a:pt x="336308" y="119270"/>
                      <a:pt x="327615" y="89465"/>
                      <a:pt x="308986" y="64628"/>
                    </a:cubicBezTo>
                    <a:cubicBezTo>
                      <a:pt x="285390" y="32339"/>
                      <a:pt x="253101" y="14953"/>
                      <a:pt x="212118" y="14953"/>
                    </a:cubicBezTo>
                    <a:close/>
                    <a:moveTo>
                      <a:pt x="213362" y="0"/>
                    </a:moveTo>
                    <a:cubicBezTo>
                      <a:pt x="258079" y="1242"/>
                      <a:pt x="295344" y="19875"/>
                      <a:pt x="322672" y="55899"/>
                    </a:cubicBezTo>
                    <a:cubicBezTo>
                      <a:pt x="341304" y="83227"/>
                      <a:pt x="352484" y="116766"/>
                      <a:pt x="352484" y="151547"/>
                    </a:cubicBezTo>
                    <a:lnTo>
                      <a:pt x="352484" y="259617"/>
                    </a:lnTo>
                    <a:cubicBezTo>
                      <a:pt x="352484" y="288187"/>
                      <a:pt x="364905" y="314273"/>
                      <a:pt x="386022" y="332906"/>
                    </a:cubicBezTo>
                    <a:lnTo>
                      <a:pt x="419560" y="360234"/>
                    </a:lnTo>
                    <a:cubicBezTo>
                      <a:pt x="425771" y="365203"/>
                      <a:pt x="428255" y="373898"/>
                      <a:pt x="424529" y="381351"/>
                    </a:cubicBezTo>
                    <a:cubicBezTo>
                      <a:pt x="423287" y="388804"/>
                      <a:pt x="415834" y="393773"/>
                      <a:pt x="407139" y="393773"/>
                    </a:cubicBezTo>
                    <a:lnTo>
                      <a:pt x="19585" y="393773"/>
                    </a:lnTo>
                    <a:cubicBezTo>
                      <a:pt x="10889" y="393773"/>
                      <a:pt x="4679" y="388804"/>
                      <a:pt x="952" y="381351"/>
                    </a:cubicBezTo>
                    <a:cubicBezTo>
                      <a:pt x="-1532" y="373898"/>
                      <a:pt x="952" y="365203"/>
                      <a:pt x="7163" y="360234"/>
                    </a:cubicBezTo>
                    <a:lnTo>
                      <a:pt x="40701" y="332906"/>
                    </a:lnTo>
                    <a:cubicBezTo>
                      <a:pt x="61818" y="314273"/>
                      <a:pt x="74240" y="288187"/>
                      <a:pt x="74240" y="259617"/>
                    </a:cubicBezTo>
                    <a:lnTo>
                      <a:pt x="74240" y="150305"/>
                    </a:lnTo>
                    <a:cubicBezTo>
                      <a:pt x="74240" y="118008"/>
                      <a:pt x="82935" y="88195"/>
                      <a:pt x="100325" y="62110"/>
                    </a:cubicBezTo>
                    <a:cubicBezTo>
                      <a:pt x="117715" y="33539"/>
                      <a:pt x="152496" y="1242"/>
                      <a:pt x="2133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F95033F2-C52B-CA43-8FB4-CC17DDC6DEAC}"/>
                  </a:ext>
                </a:extLst>
              </p:cNvPr>
              <p:cNvSpPr/>
              <p:nvPr/>
            </p:nvSpPr>
            <p:spPr>
              <a:xfrm>
                <a:off x="16048292" y="8433714"/>
                <a:ext cx="115859" cy="573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4" h="47">
                    <a:moveTo>
                      <a:pt x="92" y="0"/>
                    </a:moveTo>
                    <a:cubicBezTo>
                      <a:pt x="93" y="0"/>
                      <a:pt x="94" y="1"/>
                      <a:pt x="94" y="2"/>
                    </a:cubicBezTo>
                    <a:cubicBezTo>
                      <a:pt x="93" y="27"/>
                      <a:pt x="72" y="47"/>
                      <a:pt x="47" y="47"/>
                    </a:cubicBezTo>
                    <a:cubicBezTo>
                      <a:pt x="22" y="47"/>
                      <a:pt x="1" y="27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7B51B602-0FB5-2042-8A47-E3BA457B57BE}"/>
                  </a:ext>
                </a:extLst>
              </p:cNvPr>
              <p:cNvSpPr/>
              <p:nvPr/>
            </p:nvSpPr>
            <p:spPr>
              <a:xfrm>
                <a:off x="16040818" y="8426237"/>
                <a:ext cx="129562" cy="71029"/>
              </a:xfrm>
              <a:custGeom>
                <a:avLst/>
                <a:gdLst>
                  <a:gd name="connsiteX0" fmla="*/ 16195 w 129562"/>
                  <a:gd name="connsiteY0" fmla="*/ 14950 h 71029"/>
                  <a:gd name="connsiteX1" fmla="*/ 65411 w 129562"/>
                  <a:gd name="connsiteY1" fmla="*/ 57318 h 71029"/>
                  <a:gd name="connsiteX2" fmla="*/ 115858 w 129562"/>
                  <a:gd name="connsiteY2" fmla="*/ 14950 h 71029"/>
                  <a:gd name="connsiteX3" fmla="*/ 9871 w 129562"/>
                  <a:gd name="connsiteY3" fmla="*/ 0 h 71029"/>
                  <a:gd name="connsiteX4" fmla="*/ 120925 w 129562"/>
                  <a:gd name="connsiteY4" fmla="*/ 0 h 71029"/>
                  <a:gd name="connsiteX5" fmla="*/ 128328 w 129562"/>
                  <a:gd name="connsiteY5" fmla="*/ 3674 h 71029"/>
                  <a:gd name="connsiteX6" fmla="*/ 129562 w 129562"/>
                  <a:gd name="connsiteY6" fmla="*/ 9797 h 71029"/>
                  <a:gd name="connsiteX7" fmla="*/ 65398 w 129562"/>
                  <a:gd name="connsiteY7" fmla="*/ 71029 h 71029"/>
                  <a:gd name="connsiteX8" fmla="*/ 0 w 129562"/>
                  <a:gd name="connsiteY8" fmla="*/ 9797 h 71029"/>
                  <a:gd name="connsiteX9" fmla="*/ 3702 w 129562"/>
                  <a:gd name="connsiteY9" fmla="*/ 3674 h 71029"/>
                  <a:gd name="connsiteX10" fmla="*/ 9871 w 129562"/>
                  <a:gd name="connsiteY10" fmla="*/ 0 h 71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9562" h="71029">
                    <a:moveTo>
                      <a:pt x="16195" y="14950"/>
                    </a:moveTo>
                    <a:cubicBezTo>
                      <a:pt x="18656" y="39160"/>
                      <a:pt x="39573" y="57318"/>
                      <a:pt x="65411" y="57318"/>
                    </a:cubicBezTo>
                    <a:cubicBezTo>
                      <a:pt x="90019" y="57318"/>
                      <a:pt x="112167" y="39160"/>
                      <a:pt x="115858" y="14950"/>
                    </a:cubicBezTo>
                    <a:close/>
                    <a:moveTo>
                      <a:pt x="9871" y="0"/>
                    </a:moveTo>
                    <a:lnTo>
                      <a:pt x="120925" y="0"/>
                    </a:lnTo>
                    <a:cubicBezTo>
                      <a:pt x="123392" y="0"/>
                      <a:pt x="125860" y="1225"/>
                      <a:pt x="128328" y="3674"/>
                    </a:cubicBezTo>
                    <a:cubicBezTo>
                      <a:pt x="129562" y="4899"/>
                      <a:pt x="129562" y="7348"/>
                      <a:pt x="129562" y="9797"/>
                    </a:cubicBezTo>
                    <a:cubicBezTo>
                      <a:pt x="129562" y="44087"/>
                      <a:pt x="101182" y="71029"/>
                      <a:pt x="65398" y="71029"/>
                    </a:cubicBezTo>
                    <a:cubicBezTo>
                      <a:pt x="30848" y="71029"/>
                      <a:pt x="2468" y="44087"/>
                      <a:pt x="0" y="9797"/>
                    </a:cubicBezTo>
                    <a:cubicBezTo>
                      <a:pt x="0" y="7348"/>
                      <a:pt x="1234" y="4899"/>
                      <a:pt x="3702" y="3674"/>
                    </a:cubicBezTo>
                    <a:cubicBezTo>
                      <a:pt x="4936" y="1225"/>
                      <a:pt x="7404" y="0"/>
                      <a:pt x="98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3F1E0E80-6B0C-254C-9BAF-CCFD0C2FC5D2}"/>
                  </a:ext>
                </a:extLst>
              </p:cNvPr>
              <p:cNvSpPr/>
              <p:nvPr/>
            </p:nvSpPr>
            <p:spPr>
              <a:xfrm>
                <a:off x="15974791" y="8248043"/>
                <a:ext cx="262862" cy="585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2" h="48">
                    <a:moveTo>
                      <a:pt x="212" y="48"/>
                    </a:moveTo>
                    <a:lnTo>
                      <a:pt x="212" y="1"/>
                    </a:lnTo>
                    <a:cubicBezTo>
                      <a:pt x="212" y="0"/>
                      <a:pt x="211" y="0"/>
                      <a:pt x="210" y="0"/>
                    </a:cubicBezTo>
                    <a:lnTo>
                      <a:pt x="2" y="0"/>
                    </a:lnTo>
                    <a:cubicBezTo>
                      <a:pt x="1" y="0"/>
                      <a:pt x="0" y="0"/>
                      <a:pt x="0" y="1"/>
                    </a:cubicBez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C7FE88CF-DC52-4F46-977B-B6AB31F8C71E}"/>
                  </a:ext>
                </a:extLst>
              </p:cNvPr>
              <p:cNvSpPr/>
              <p:nvPr/>
            </p:nvSpPr>
            <p:spPr>
              <a:xfrm>
                <a:off x="15967316" y="8239320"/>
                <a:ext cx="277812" cy="74767"/>
              </a:xfrm>
              <a:custGeom>
                <a:avLst/>
                <a:gdLst>
                  <a:gd name="connsiteX0" fmla="*/ 14949 w 277812"/>
                  <a:gd name="connsiteY0" fmla="*/ 14953 h 74767"/>
                  <a:gd name="connsiteX1" fmla="*/ 14949 w 277812"/>
                  <a:gd name="connsiteY1" fmla="*/ 61059 h 74767"/>
                  <a:gd name="connsiteX2" fmla="*/ 262862 w 277812"/>
                  <a:gd name="connsiteY2" fmla="*/ 61059 h 74767"/>
                  <a:gd name="connsiteX3" fmla="*/ 262862 w 277812"/>
                  <a:gd name="connsiteY3" fmla="*/ 14953 h 74767"/>
                  <a:gd name="connsiteX4" fmla="*/ 9922 w 277812"/>
                  <a:gd name="connsiteY4" fmla="*/ 0 h 74767"/>
                  <a:gd name="connsiteX5" fmla="*/ 267890 w 277812"/>
                  <a:gd name="connsiteY5" fmla="*/ 0 h 74767"/>
                  <a:gd name="connsiteX6" fmla="*/ 277812 w 277812"/>
                  <a:gd name="connsiteY6" fmla="*/ 9806 h 74767"/>
                  <a:gd name="connsiteX7" fmla="*/ 277812 w 277812"/>
                  <a:gd name="connsiteY7" fmla="*/ 67413 h 74767"/>
                  <a:gd name="connsiteX8" fmla="*/ 270371 w 277812"/>
                  <a:gd name="connsiteY8" fmla="*/ 74767 h 74767"/>
                  <a:gd name="connsiteX9" fmla="*/ 7441 w 277812"/>
                  <a:gd name="connsiteY9" fmla="*/ 74767 h 74767"/>
                  <a:gd name="connsiteX10" fmla="*/ 2480 w 277812"/>
                  <a:gd name="connsiteY10" fmla="*/ 73542 h 74767"/>
                  <a:gd name="connsiteX11" fmla="*/ 0 w 277812"/>
                  <a:gd name="connsiteY11" fmla="*/ 67413 h 74767"/>
                  <a:gd name="connsiteX12" fmla="*/ 0 w 277812"/>
                  <a:gd name="connsiteY12" fmla="*/ 9806 h 74767"/>
                  <a:gd name="connsiteX13" fmla="*/ 9922 w 277812"/>
                  <a:gd name="connsiteY13" fmla="*/ 0 h 74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7812" h="74767">
                    <a:moveTo>
                      <a:pt x="14949" y="14953"/>
                    </a:moveTo>
                    <a:lnTo>
                      <a:pt x="14949" y="61059"/>
                    </a:lnTo>
                    <a:lnTo>
                      <a:pt x="262862" y="61059"/>
                    </a:lnTo>
                    <a:lnTo>
                      <a:pt x="262862" y="14953"/>
                    </a:lnTo>
                    <a:close/>
                    <a:moveTo>
                      <a:pt x="9922" y="0"/>
                    </a:moveTo>
                    <a:lnTo>
                      <a:pt x="267890" y="0"/>
                    </a:lnTo>
                    <a:cubicBezTo>
                      <a:pt x="272851" y="0"/>
                      <a:pt x="277812" y="4903"/>
                      <a:pt x="277812" y="9806"/>
                    </a:cubicBezTo>
                    <a:lnTo>
                      <a:pt x="277812" y="67413"/>
                    </a:lnTo>
                    <a:cubicBezTo>
                      <a:pt x="277812" y="72316"/>
                      <a:pt x="274091" y="74767"/>
                      <a:pt x="270371" y="74767"/>
                    </a:cubicBezTo>
                    <a:lnTo>
                      <a:pt x="7441" y="74767"/>
                    </a:lnTo>
                    <a:cubicBezTo>
                      <a:pt x="6201" y="74767"/>
                      <a:pt x="3721" y="74767"/>
                      <a:pt x="2480" y="73542"/>
                    </a:cubicBezTo>
                    <a:cubicBezTo>
                      <a:pt x="1240" y="72316"/>
                      <a:pt x="0" y="69864"/>
                      <a:pt x="0" y="67413"/>
                    </a:cubicBezTo>
                    <a:lnTo>
                      <a:pt x="0" y="9806"/>
                    </a:lnTo>
                    <a:cubicBezTo>
                      <a:pt x="0" y="4903"/>
                      <a:pt x="4961" y="0"/>
                      <a:pt x="99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3F2805D7-9062-F046-9C34-D6B0E94235F1}"/>
                  </a:ext>
                </a:extLst>
              </p:cNvPr>
              <p:cNvSpPr/>
              <p:nvPr/>
            </p:nvSpPr>
            <p:spPr>
              <a:xfrm>
                <a:off x="16232670" y="8000065"/>
                <a:ext cx="67273" cy="685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" h="56">
                    <a:moveTo>
                      <a:pt x="49" y="56"/>
                    </a:moveTo>
                    <a:cubicBezTo>
                      <a:pt x="45" y="56"/>
                      <a:pt x="43" y="53"/>
                      <a:pt x="43" y="50"/>
                    </a:cubicBezTo>
                    <a:cubicBezTo>
                      <a:pt x="43" y="38"/>
                      <a:pt x="39" y="28"/>
                      <a:pt x="33" y="22"/>
                    </a:cubicBezTo>
                    <a:cubicBezTo>
                      <a:pt x="22" y="11"/>
                      <a:pt x="6" y="12"/>
                      <a:pt x="6" y="12"/>
                    </a:cubicBezTo>
                    <a:cubicBezTo>
                      <a:pt x="3" y="12"/>
                      <a:pt x="0" y="10"/>
                      <a:pt x="0" y="6"/>
                    </a:cubicBezTo>
                    <a:cubicBezTo>
                      <a:pt x="0" y="4"/>
                      <a:pt x="2" y="0"/>
                      <a:pt x="5" y="0"/>
                    </a:cubicBezTo>
                    <a:cubicBezTo>
                      <a:pt x="6" y="0"/>
                      <a:pt x="27" y="0"/>
                      <a:pt x="41" y="13"/>
                    </a:cubicBezTo>
                    <a:cubicBezTo>
                      <a:pt x="50" y="22"/>
                      <a:pt x="55" y="34"/>
                      <a:pt x="55" y="50"/>
                    </a:cubicBezTo>
                    <a:cubicBezTo>
                      <a:pt x="55" y="53"/>
                      <a:pt x="52" y="56"/>
                      <a:pt x="49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CD19103A-D867-4E4E-AB24-DC1CC5254DC7}"/>
                  </a:ext>
                </a:extLst>
              </p:cNvPr>
              <p:cNvSpPr/>
              <p:nvPr/>
            </p:nvSpPr>
            <p:spPr>
              <a:xfrm>
                <a:off x="16258831" y="7945236"/>
                <a:ext cx="97172" cy="971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" h="79">
                    <a:moveTo>
                      <a:pt x="73" y="79"/>
                    </a:moveTo>
                    <a:cubicBezTo>
                      <a:pt x="70" y="79"/>
                      <a:pt x="68" y="77"/>
                      <a:pt x="68" y="73"/>
                    </a:cubicBezTo>
                    <a:cubicBezTo>
                      <a:pt x="68" y="54"/>
                      <a:pt x="61" y="38"/>
                      <a:pt x="50" y="27"/>
                    </a:cubicBezTo>
                    <a:cubicBezTo>
                      <a:pt x="33" y="10"/>
                      <a:pt x="6" y="11"/>
                      <a:pt x="6" y="11"/>
                    </a:cubicBezTo>
                    <a:cubicBezTo>
                      <a:pt x="3" y="11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" y="0"/>
                      <a:pt x="37" y="-2"/>
                      <a:pt x="58" y="19"/>
                    </a:cubicBezTo>
                    <a:cubicBezTo>
                      <a:pt x="72" y="32"/>
                      <a:pt x="79" y="50"/>
                      <a:pt x="79" y="73"/>
                    </a:cubicBezTo>
                    <a:cubicBezTo>
                      <a:pt x="79" y="77"/>
                      <a:pt x="76" y="79"/>
                      <a:pt x="73" y="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6DBC74E3-DB3B-FF46-AAD3-B56140E70F7E}"/>
                </a:ext>
              </a:extLst>
            </p:cNvPr>
            <p:cNvGrpSpPr/>
            <p:nvPr/>
          </p:nvGrpSpPr>
          <p:grpSpPr>
            <a:xfrm>
              <a:off x="21350382" y="9345871"/>
              <a:ext cx="803596" cy="1191287"/>
              <a:chOff x="21350382" y="9345871"/>
              <a:chExt cx="803596" cy="1191287"/>
            </a:xfrm>
          </p:grpSpPr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169B2035-4710-294D-8359-F1C6B7671CD2}"/>
                  </a:ext>
                </a:extLst>
              </p:cNvPr>
              <p:cNvSpPr/>
              <p:nvPr/>
            </p:nvSpPr>
            <p:spPr>
              <a:xfrm>
                <a:off x="21420146" y="9861763"/>
                <a:ext cx="726297" cy="6417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4" h="516">
                    <a:moveTo>
                      <a:pt x="537" y="81"/>
                    </a:moveTo>
                    <a:cubicBezTo>
                      <a:pt x="517" y="69"/>
                      <a:pt x="495" y="66"/>
                      <a:pt x="474" y="72"/>
                    </a:cubicBezTo>
                    <a:cubicBezTo>
                      <a:pt x="467" y="74"/>
                      <a:pt x="461" y="76"/>
                      <a:pt x="455" y="80"/>
                    </a:cubicBezTo>
                    <a:lnTo>
                      <a:pt x="455" y="30"/>
                    </a:lnTo>
                    <a:cubicBezTo>
                      <a:pt x="455" y="14"/>
                      <a:pt x="441" y="0"/>
                      <a:pt x="425" y="0"/>
                    </a:cubicBezTo>
                    <a:lnTo>
                      <a:pt x="30" y="0"/>
                    </a:lnTo>
                    <a:cubicBezTo>
                      <a:pt x="13" y="0"/>
                      <a:pt x="0" y="14"/>
                      <a:pt x="0" y="30"/>
                    </a:cubicBezTo>
                    <a:lnTo>
                      <a:pt x="0" y="288"/>
                    </a:lnTo>
                    <a:cubicBezTo>
                      <a:pt x="0" y="414"/>
                      <a:pt x="101" y="516"/>
                      <a:pt x="227" y="516"/>
                    </a:cubicBezTo>
                    <a:cubicBezTo>
                      <a:pt x="310" y="516"/>
                      <a:pt x="382" y="472"/>
                      <a:pt x="422" y="406"/>
                    </a:cubicBezTo>
                    <a:cubicBezTo>
                      <a:pt x="488" y="405"/>
                      <a:pt x="542" y="364"/>
                      <a:pt x="568" y="292"/>
                    </a:cubicBezTo>
                    <a:cubicBezTo>
                      <a:pt x="595" y="217"/>
                      <a:pt x="589" y="114"/>
                      <a:pt x="537" y="8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14C66E35-8172-EE45-87C6-DA4E588697F6}"/>
                  </a:ext>
                </a:extLst>
              </p:cNvPr>
              <p:cNvSpPr/>
              <p:nvPr/>
            </p:nvSpPr>
            <p:spPr>
              <a:xfrm>
                <a:off x="21979507" y="10026250"/>
                <a:ext cx="89697" cy="2579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3" h="208">
                    <a:moveTo>
                      <a:pt x="61" y="140"/>
                    </a:moveTo>
                    <a:cubicBezTo>
                      <a:pt x="51" y="167"/>
                      <a:pt x="33" y="197"/>
                      <a:pt x="0" y="208"/>
                    </a:cubicBezTo>
                    <a:cubicBezTo>
                      <a:pt x="3" y="192"/>
                      <a:pt x="6" y="174"/>
                      <a:pt x="6" y="157"/>
                    </a:cubicBezTo>
                    <a:lnTo>
                      <a:pt x="6" y="33"/>
                    </a:lnTo>
                    <a:cubicBezTo>
                      <a:pt x="15" y="19"/>
                      <a:pt x="29" y="4"/>
                      <a:pt x="41" y="1"/>
                    </a:cubicBezTo>
                    <a:cubicBezTo>
                      <a:pt x="45" y="0"/>
                      <a:pt x="49" y="0"/>
                      <a:pt x="55" y="3"/>
                    </a:cubicBezTo>
                    <a:cubicBezTo>
                      <a:pt x="70" y="13"/>
                      <a:pt x="84" y="77"/>
                      <a:pt x="61" y="14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79F5739D-A90C-694A-860F-5136C5C1FD4D}"/>
                  </a:ext>
                </a:extLst>
              </p:cNvPr>
              <p:cNvSpPr/>
              <p:nvPr/>
            </p:nvSpPr>
            <p:spPr>
              <a:xfrm>
                <a:off x="21412672" y="9855532"/>
                <a:ext cx="741306" cy="655457"/>
              </a:xfrm>
              <a:custGeom>
                <a:avLst/>
                <a:gdLst>
                  <a:gd name="connsiteX0" fmla="*/ 44794 w 741306"/>
                  <a:gd name="connsiteY0" fmla="*/ 13708 h 655457"/>
                  <a:gd name="connsiteX1" fmla="*/ 13704 w 741306"/>
                  <a:gd name="connsiteY1" fmla="*/ 43555 h 655457"/>
                  <a:gd name="connsiteX2" fmla="*/ 13704 w 741306"/>
                  <a:gd name="connsiteY2" fmla="*/ 364415 h 655457"/>
                  <a:gd name="connsiteX3" fmla="*/ 289788 w 741306"/>
                  <a:gd name="connsiteY3" fmla="*/ 640504 h 655457"/>
                  <a:gd name="connsiteX4" fmla="*/ 526076 w 741306"/>
                  <a:gd name="connsiteY4" fmla="*/ 507434 h 655457"/>
                  <a:gd name="connsiteX5" fmla="*/ 532294 w 741306"/>
                  <a:gd name="connsiteY5" fmla="*/ 504947 h 655457"/>
                  <a:gd name="connsiteX6" fmla="*/ 707644 w 741306"/>
                  <a:gd name="connsiteY6" fmla="*/ 366903 h 655457"/>
                  <a:gd name="connsiteX7" fmla="*/ 670336 w 741306"/>
                  <a:gd name="connsiteY7" fmla="*/ 113199 h 655457"/>
                  <a:gd name="connsiteX8" fmla="*/ 598206 w 741306"/>
                  <a:gd name="connsiteY8" fmla="*/ 103250 h 655457"/>
                  <a:gd name="connsiteX9" fmla="*/ 575820 w 741306"/>
                  <a:gd name="connsiteY9" fmla="*/ 111956 h 655457"/>
                  <a:gd name="connsiteX10" fmla="*/ 569602 w 741306"/>
                  <a:gd name="connsiteY10" fmla="*/ 111956 h 655457"/>
                  <a:gd name="connsiteX11" fmla="*/ 565872 w 741306"/>
                  <a:gd name="connsiteY11" fmla="*/ 105738 h 655457"/>
                  <a:gd name="connsiteX12" fmla="*/ 565872 w 741306"/>
                  <a:gd name="connsiteY12" fmla="*/ 43555 h 655457"/>
                  <a:gd name="connsiteX13" fmla="*/ 536024 w 741306"/>
                  <a:gd name="connsiteY13" fmla="*/ 13708 h 655457"/>
                  <a:gd name="connsiteX14" fmla="*/ 44774 w 741306"/>
                  <a:gd name="connsiteY14" fmla="*/ 0 h 655457"/>
                  <a:gd name="connsiteX15" fmla="*/ 536036 w 741306"/>
                  <a:gd name="connsiteY15" fmla="*/ 0 h 655457"/>
                  <a:gd name="connsiteX16" fmla="*/ 579564 w 741306"/>
                  <a:gd name="connsiteY16" fmla="*/ 43531 h 655457"/>
                  <a:gd name="connsiteX17" fmla="*/ 579564 w 741306"/>
                  <a:gd name="connsiteY17" fmla="*/ 93281 h 655457"/>
                  <a:gd name="connsiteX18" fmla="*/ 594490 w 741306"/>
                  <a:gd name="connsiteY18" fmla="*/ 88306 h 655457"/>
                  <a:gd name="connsiteX19" fmla="*/ 679060 w 741306"/>
                  <a:gd name="connsiteY19" fmla="*/ 100744 h 655457"/>
                  <a:gd name="connsiteX20" fmla="*/ 721346 w 741306"/>
                  <a:gd name="connsiteY20" fmla="*/ 371882 h 655457"/>
                  <a:gd name="connsiteX21" fmla="*/ 536036 w 741306"/>
                  <a:gd name="connsiteY21" fmla="*/ 517401 h 655457"/>
                  <a:gd name="connsiteX22" fmla="*/ 289782 w 741306"/>
                  <a:gd name="connsiteY22" fmla="*/ 655457 h 655457"/>
                  <a:gd name="connsiteX23" fmla="*/ 0 w 741306"/>
                  <a:gd name="connsiteY23" fmla="*/ 364419 h 655457"/>
                  <a:gd name="connsiteX24" fmla="*/ 0 w 741306"/>
                  <a:gd name="connsiteY24" fmla="*/ 43531 h 655457"/>
                  <a:gd name="connsiteX25" fmla="*/ 44774 w 741306"/>
                  <a:gd name="connsiteY25" fmla="*/ 0 h 655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741306" h="655457">
                    <a:moveTo>
                      <a:pt x="44794" y="13708"/>
                    </a:moveTo>
                    <a:cubicBezTo>
                      <a:pt x="27382" y="13708"/>
                      <a:pt x="13704" y="27388"/>
                      <a:pt x="13704" y="43555"/>
                    </a:cubicBezTo>
                    <a:lnTo>
                      <a:pt x="13704" y="364415"/>
                    </a:lnTo>
                    <a:cubicBezTo>
                      <a:pt x="13704" y="516140"/>
                      <a:pt x="138066" y="640504"/>
                      <a:pt x="289788" y="640504"/>
                    </a:cubicBezTo>
                    <a:cubicBezTo>
                      <a:pt x="388034" y="640504"/>
                      <a:pt x="475086" y="590758"/>
                      <a:pt x="526076" y="507434"/>
                    </a:cubicBezTo>
                    <a:cubicBezTo>
                      <a:pt x="527318" y="504947"/>
                      <a:pt x="529806" y="504947"/>
                      <a:pt x="532294" y="504947"/>
                    </a:cubicBezTo>
                    <a:cubicBezTo>
                      <a:pt x="611886" y="503703"/>
                      <a:pt x="675310" y="452714"/>
                      <a:pt x="707644" y="366903"/>
                    </a:cubicBezTo>
                    <a:cubicBezTo>
                      <a:pt x="748684" y="254975"/>
                      <a:pt x="721324" y="145534"/>
                      <a:pt x="670336" y="113199"/>
                    </a:cubicBezTo>
                    <a:cubicBezTo>
                      <a:pt x="647950" y="99519"/>
                      <a:pt x="623078" y="95788"/>
                      <a:pt x="598206" y="103250"/>
                    </a:cubicBezTo>
                    <a:cubicBezTo>
                      <a:pt x="591988" y="104494"/>
                      <a:pt x="583282" y="108225"/>
                      <a:pt x="575820" y="111956"/>
                    </a:cubicBezTo>
                    <a:cubicBezTo>
                      <a:pt x="573332" y="113199"/>
                      <a:pt x="572090" y="111956"/>
                      <a:pt x="569602" y="111956"/>
                    </a:cubicBezTo>
                    <a:cubicBezTo>
                      <a:pt x="567114" y="110712"/>
                      <a:pt x="565872" y="108225"/>
                      <a:pt x="565872" y="105738"/>
                    </a:cubicBezTo>
                    <a:lnTo>
                      <a:pt x="565872" y="43555"/>
                    </a:lnTo>
                    <a:cubicBezTo>
                      <a:pt x="565872" y="27388"/>
                      <a:pt x="552192" y="13708"/>
                      <a:pt x="536024" y="13708"/>
                    </a:cubicBezTo>
                    <a:close/>
                    <a:moveTo>
                      <a:pt x="44774" y="0"/>
                    </a:moveTo>
                    <a:lnTo>
                      <a:pt x="536036" y="0"/>
                    </a:lnTo>
                    <a:cubicBezTo>
                      <a:pt x="559666" y="0"/>
                      <a:pt x="579564" y="19900"/>
                      <a:pt x="579564" y="43531"/>
                    </a:cubicBezTo>
                    <a:lnTo>
                      <a:pt x="579564" y="93281"/>
                    </a:lnTo>
                    <a:cubicBezTo>
                      <a:pt x="585784" y="92038"/>
                      <a:pt x="589514" y="89550"/>
                      <a:pt x="594490" y="88306"/>
                    </a:cubicBezTo>
                    <a:cubicBezTo>
                      <a:pt x="623094" y="80844"/>
                      <a:pt x="651700" y="84575"/>
                      <a:pt x="679060" y="100744"/>
                    </a:cubicBezTo>
                    <a:cubicBezTo>
                      <a:pt x="747464" y="143031"/>
                      <a:pt x="756170" y="276113"/>
                      <a:pt x="721346" y="371882"/>
                    </a:cubicBezTo>
                    <a:cubicBezTo>
                      <a:pt x="687766" y="462676"/>
                      <a:pt x="620608" y="514913"/>
                      <a:pt x="536036" y="517401"/>
                    </a:cubicBezTo>
                    <a:cubicBezTo>
                      <a:pt x="482556" y="604463"/>
                      <a:pt x="391766" y="655457"/>
                      <a:pt x="289782" y="655457"/>
                    </a:cubicBezTo>
                    <a:cubicBezTo>
                      <a:pt x="129344" y="655457"/>
                      <a:pt x="0" y="524863"/>
                      <a:pt x="0" y="364419"/>
                    </a:cubicBezTo>
                    <a:lnTo>
                      <a:pt x="0" y="43531"/>
                    </a:lnTo>
                    <a:cubicBezTo>
                      <a:pt x="0" y="19900"/>
                      <a:pt x="19900" y="0"/>
                      <a:pt x="447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2541F90B-3C30-564B-B06B-D30D65AAD09D}"/>
                  </a:ext>
                </a:extLst>
              </p:cNvPr>
              <p:cNvSpPr/>
              <p:nvPr/>
            </p:nvSpPr>
            <p:spPr>
              <a:xfrm>
                <a:off x="21972032" y="10019366"/>
                <a:ext cx="104154" cy="272307"/>
              </a:xfrm>
              <a:custGeom>
                <a:avLst/>
                <a:gdLst>
                  <a:gd name="connsiteX0" fmla="*/ 60304 w 104154"/>
                  <a:gd name="connsiteY0" fmla="*/ 13115 h 272307"/>
                  <a:gd name="connsiteX1" fmla="*/ 21116 w 104154"/>
                  <a:gd name="connsiteY1" fmla="*/ 49064 h 272307"/>
                  <a:gd name="connsiteX2" fmla="*/ 21116 w 104154"/>
                  <a:gd name="connsiteY2" fmla="*/ 200298 h 272307"/>
                  <a:gd name="connsiteX3" fmla="*/ 17440 w 104154"/>
                  <a:gd name="connsiteY3" fmla="*/ 251123 h 272307"/>
                  <a:gd name="connsiteX4" fmla="*/ 75000 w 104154"/>
                  <a:gd name="connsiteY4" fmla="*/ 176746 h 272307"/>
                  <a:gd name="connsiteX5" fmla="*/ 71326 w 104154"/>
                  <a:gd name="connsiteY5" fmla="*/ 15594 h 272307"/>
                  <a:gd name="connsiteX6" fmla="*/ 60304 w 104154"/>
                  <a:gd name="connsiteY6" fmla="*/ 13115 h 272307"/>
                  <a:gd name="connsiteX7" fmla="*/ 56632 w 104154"/>
                  <a:gd name="connsiteY7" fmla="*/ 648 h 272307"/>
                  <a:gd name="connsiteX8" fmla="*/ 78794 w 104154"/>
                  <a:gd name="connsiteY8" fmla="*/ 5610 h 272307"/>
                  <a:gd name="connsiteX9" fmla="*/ 88642 w 104154"/>
                  <a:gd name="connsiteY9" fmla="*/ 182995 h 272307"/>
                  <a:gd name="connsiteX10" fmla="*/ 9850 w 104154"/>
                  <a:gd name="connsiteY10" fmla="*/ 272307 h 272307"/>
                  <a:gd name="connsiteX11" fmla="*/ 7386 w 104154"/>
                  <a:gd name="connsiteY11" fmla="*/ 272307 h 272307"/>
                  <a:gd name="connsiteX12" fmla="*/ 2462 w 104154"/>
                  <a:gd name="connsiteY12" fmla="*/ 271067 h 272307"/>
                  <a:gd name="connsiteX13" fmla="*/ 0 w 104154"/>
                  <a:gd name="connsiteY13" fmla="*/ 263624 h 272307"/>
                  <a:gd name="connsiteX14" fmla="*/ 7386 w 104154"/>
                  <a:gd name="connsiteY14" fmla="*/ 201601 h 272307"/>
                  <a:gd name="connsiteX15" fmla="*/ 7386 w 104154"/>
                  <a:gd name="connsiteY15" fmla="*/ 47786 h 272307"/>
                  <a:gd name="connsiteX16" fmla="*/ 8618 w 104154"/>
                  <a:gd name="connsiteY16" fmla="*/ 44064 h 272307"/>
                  <a:gd name="connsiteX17" fmla="*/ 56632 w 104154"/>
                  <a:gd name="connsiteY17" fmla="*/ 648 h 2723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4154" h="272307">
                    <a:moveTo>
                      <a:pt x="60304" y="13115"/>
                    </a:moveTo>
                    <a:cubicBezTo>
                      <a:pt x="49282" y="16834"/>
                      <a:pt x="35812" y="29230"/>
                      <a:pt x="21116" y="49064"/>
                    </a:cubicBezTo>
                    <a:lnTo>
                      <a:pt x="21116" y="200298"/>
                    </a:lnTo>
                    <a:cubicBezTo>
                      <a:pt x="21116" y="217653"/>
                      <a:pt x="19890" y="235008"/>
                      <a:pt x="17440" y="251123"/>
                    </a:cubicBezTo>
                    <a:cubicBezTo>
                      <a:pt x="43160" y="238727"/>
                      <a:pt x="61530" y="213934"/>
                      <a:pt x="75000" y="176746"/>
                    </a:cubicBezTo>
                    <a:cubicBezTo>
                      <a:pt x="103168" y="99889"/>
                      <a:pt x="86022" y="25511"/>
                      <a:pt x="71326" y="15594"/>
                    </a:cubicBezTo>
                    <a:cubicBezTo>
                      <a:pt x="65204" y="11875"/>
                      <a:pt x="62754" y="13115"/>
                      <a:pt x="60304" y="13115"/>
                    </a:cubicBezTo>
                    <a:close/>
                    <a:moveTo>
                      <a:pt x="56632" y="648"/>
                    </a:moveTo>
                    <a:cubicBezTo>
                      <a:pt x="61558" y="-592"/>
                      <a:pt x="68944" y="-592"/>
                      <a:pt x="78794" y="5610"/>
                    </a:cubicBezTo>
                    <a:cubicBezTo>
                      <a:pt x="102184" y="20496"/>
                      <a:pt x="116958" y="106087"/>
                      <a:pt x="88642" y="182995"/>
                    </a:cubicBezTo>
                    <a:cubicBezTo>
                      <a:pt x="71406" y="228891"/>
                      <a:pt x="44322" y="259902"/>
                      <a:pt x="9850" y="272307"/>
                    </a:cubicBezTo>
                    <a:cubicBezTo>
                      <a:pt x="8618" y="272307"/>
                      <a:pt x="7386" y="272307"/>
                      <a:pt x="7386" y="272307"/>
                    </a:cubicBezTo>
                    <a:cubicBezTo>
                      <a:pt x="6156" y="272307"/>
                      <a:pt x="3694" y="272307"/>
                      <a:pt x="2462" y="271067"/>
                    </a:cubicBezTo>
                    <a:cubicBezTo>
                      <a:pt x="0" y="268586"/>
                      <a:pt x="0" y="266105"/>
                      <a:pt x="0" y="263624"/>
                    </a:cubicBezTo>
                    <a:cubicBezTo>
                      <a:pt x="4924" y="242536"/>
                      <a:pt x="7386" y="222689"/>
                      <a:pt x="7386" y="201601"/>
                    </a:cubicBezTo>
                    <a:lnTo>
                      <a:pt x="7386" y="47786"/>
                    </a:lnTo>
                    <a:cubicBezTo>
                      <a:pt x="7386" y="45305"/>
                      <a:pt x="7386" y="44064"/>
                      <a:pt x="8618" y="44064"/>
                    </a:cubicBezTo>
                    <a:cubicBezTo>
                      <a:pt x="18468" y="30419"/>
                      <a:pt x="36934" y="6851"/>
                      <a:pt x="56632" y="64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F9B804E7-9808-354D-92AD-106F7A083D07}"/>
                  </a:ext>
                </a:extLst>
              </p:cNvPr>
              <p:cNvSpPr/>
              <p:nvPr/>
            </p:nvSpPr>
            <p:spPr>
              <a:xfrm>
                <a:off x="21356611" y="10449930"/>
                <a:ext cx="675219" cy="797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3" h="65">
                    <a:moveTo>
                      <a:pt x="511" y="65"/>
                    </a:moveTo>
                    <a:lnTo>
                      <a:pt x="272" y="65"/>
                    </a:lnTo>
                    <a:lnTo>
                      <a:pt x="33" y="65"/>
                    </a:lnTo>
                    <a:cubicBezTo>
                      <a:pt x="23" y="65"/>
                      <a:pt x="15" y="62"/>
                      <a:pt x="10" y="56"/>
                    </a:cubicBezTo>
                    <a:cubicBezTo>
                      <a:pt x="4" y="50"/>
                      <a:pt x="0" y="41"/>
                      <a:pt x="0" y="33"/>
                    </a:cubicBezTo>
                    <a:cubicBezTo>
                      <a:pt x="0" y="24"/>
                      <a:pt x="4" y="16"/>
                      <a:pt x="10" y="10"/>
                    </a:cubicBezTo>
                    <a:cubicBezTo>
                      <a:pt x="15" y="4"/>
                      <a:pt x="23" y="0"/>
                      <a:pt x="33" y="0"/>
                    </a:cubicBezTo>
                    <a:lnTo>
                      <a:pt x="272" y="0"/>
                    </a:lnTo>
                    <a:lnTo>
                      <a:pt x="511" y="0"/>
                    </a:lnTo>
                    <a:cubicBezTo>
                      <a:pt x="520" y="0"/>
                      <a:pt x="528" y="4"/>
                      <a:pt x="534" y="10"/>
                    </a:cubicBezTo>
                    <a:cubicBezTo>
                      <a:pt x="540" y="16"/>
                      <a:pt x="543" y="24"/>
                      <a:pt x="543" y="33"/>
                    </a:cubicBezTo>
                    <a:cubicBezTo>
                      <a:pt x="543" y="41"/>
                      <a:pt x="540" y="50"/>
                      <a:pt x="534" y="56"/>
                    </a:cubicBezTo>
                    <a:cubicBezTo>
                      <a:pt x="528" y="62"/>
                      <a:pt x="520" y="65"/>
                      <a:pt x="511" y="6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79B0031C-228A-C54A-A7F2-307FC911029B}"/>
                  </a:ext>
                </a:extLst>
              </p:cNvPr>
              <p:cNvSpPr/>
              <p:nvPr/>
            </p:nvSpPr>
            <p:spPr>
              <a:xfrm>
                <a:off x="21350382" y="10442453"/>
                <a:ext cx="688922" cy="94705"/>
              </a:xfrm>
              <a:custGeom>
                <a:avLst/>
                <a:gdLst>
                  <a:gd name="connsiteX0" fmla="*/ 47278 w 688922"/>
                  <a:gd name="connsiteY0" fmla="*/ 14953 h 94705"/>
                  <a:gd name="connsiteX1" fmla="*/ 22408 w 688922"/>
                  <a:gd name="connsiteY1" fmla="*/ 24734 h 94705"/>
                  <a:gd name="connsiteX2" fmla="*/ 13704 w 688922"/>
                  <a:gd name="connsiteY2" fmla="*/ 47963 h 94705"/>
                  <a:gd name="connsiteX3" fmla="*/ 22408 w 688922"/>
                  <a:gd name="connsiteY3" fmla="*/ 69970 h 94705"/>
                  <a:gd name="connsiteX4" fmla="*/ 47278 w 688922"/>
                  <a:gd name="connsiteY4" fmla="*/ 79751 h 94705"/>
                  <a:gd name="connsiteX5" fmla="*/ 641646 w 688922"/>
                  <a:gd name="connsiteY5" fmla="*/ 79751 h 94705"/>
                  <a:gd name="connsiteX6" fmla="*/ 665272 w 688922"/>
                  <a:gd name="connsiteY6" fmla="*/ 69970 h 94705"/>
                  <a:gd name="connsiteX7" fmla="*/ 675218 w 688922"/>
                  <a:gd name="connsiteY7" fmla="*/ 47963 h 94705"/>
                  <a:gd name="connsiteX8" fmla="*/ 665272 w 688922"/>
                  <a:gd name="connsiteY8" fmla="*/ 24734 h 94705"/>
                  <a:gd name="connsiteX9" fmla="*/ 641646 w 688922"/>
                  <a:gd name="connsiteY9" fmla="*/ 14953 h 94705"/>
                  <a:gd name="connsiteX10" fmla="*/ 47254 w 688922"/>
                  <a:gd name="connsiteY10" fmla="*/ 0 h 94705"/>
                  <a:gd name="connsiteX11" fmla="*/ 641668 w 688922"/>
                  <a:gd name="connsiteY11" fmla="*/ 0 h 94705"/>
                  <a:gd name="connsiteX12" fmla="*/ 675244 w 688922"/>
                  <a:gd name="connsiteY12" fmla="*/ 14759 h 94705"/>
                  <a:gd name="connsiteX13" fmla="*/ 688922 w 688922"/>
                  <a:gd name="connsiteY13" fmla="*/ 47967 h 94705"/>
                  <a:gd name="connsiteX14" fmla="*/ 675244 w 688922"/>
                  <a:gd name="connsiteY14" fmla="*/ 81176 h 94705"/>
                  <a:gd name="connsiteX15" fmla="*/ 641668 w 688922"/>
                  <a:gd name="connsiteY15" fmla="*/ 94705 h 94705"/>
                  <a:gd name="connsiteX16" fmla="*/ 47254 w 688922"/>
                  <a:gd name="connsiteY16" fmla="*/ 94705 h 94705"/>
                  <a:gd name="connsiteX17" fmla="*/ 13678 w 688922"/>
                  <a:gd name="connsiteY17" fmla="*/ 81176 h 94705"/>
                  <a:gd name="connsiteX18" fmla="*/ 0 w 688922"/>
                  <a:gd name="connsiteY18" fmla="*/ 47967 h 94705"/>
                  <a:gd name="connsiteX19" fmla="*/ 13678 w 688922"/>
                  <a:gd name="connsiteY19" fmla="*/ 14759 h 94705"/>
                  <a:gd name="connsiteX20" fmla="*/ 47254 w 688922"/>
                  <a:gd name="connsiteY20" fmla="*/ 0 h 947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88922" h="94705">
                    <a:moveTo>
                      <a:pt x="47278" y="14953"/>
                    </a:moveTo>
                    <a:cubicBezTo>
                      <a:pt x="37330" y="14953"/>
                      <a:pt x="28626" y="18621"/>
                      <a:pt x="22408" y="24734"/>
                    </a:cubicBezTo>
                    <a:cubicBezTo>
                      <a:pt x="17434" y="30847"/>
                      <a:pt x="13704" y="39405"/>
                      <a:pt x="13704" y="47963"/>
                    </a:cubicBezTo>
                    <a:cubicBezTo>
                      <a:pt x="13704" y="56522"/>
                      <a:pt x="17434" y="63857"/>
                      <a:pt x="22408" y="69970"/>
                    </a:cubicBezTo>
                    <a:cubicBezTo>
                      <a:pt x="28626" y="77306"/>
                      <a:pt x="37330" y="79751"/>
                      <a:pt x="47278" y="79751"/>
                    </a:cubicBezTo>
                    <a:lnTo>
                      <a:pt x="641646" y="79751"/>
                    </a:lnTo>
                    <a:cubicBezTo>
                      <a:pt x="650350" y="79751"/>
                      <a:pt x="659054" y="77306"/>
                      <a:pt x="665272" y="69970"/>
                    </a:cubicBezTo>
                    <a:cubicBezTo>
                      <a:pt x="671488" y="63857"/>
                      <a:pt x="675218" y="56522"/>
                      <a:pt x="675218" y="47963"/>
                    </a:cubicBezTo>
                    <a:cubicBezTo>
                      <a:pt x="675218" y="39405"/>
                      <a:pt x="671488" y="30847"/>
                      <a:pt x="665272" y="24734"/>
                    </a:cubicBezTo>
                    <a:cubicBezTo>
                      <a:pt x="659054" y="18621"/>
                      <a:pt x="650350" y="14953"/>
                      <a:pt x="641646" y="14953"/>
                    </a:cubicBezTo>
                    <a:close/>
                    <a:moveTo>
                      <a:pt x="47254" y="0"/>
                    </a:moveTo>
                    <a:lnTo>
                      <a:pt x="641668" y="0"/>
                    </a:lnTo>
                    <a:cubicBezTo>
                      <a:pt x="654104" y="0"/>
                      <a:pt x="666540" y="6150"/>
                      <a:pt x="675244" y="14759"/>
                    </a:cubicBezTo>
                    <a:cubicBezTo>
                      <a:pt x="683948" y="23369"/>
                      <a:pt x="688922" y="35668"/>
                      <a:pt x="688922" y="47967"/>
                    </a:cubicBezTo>
                    <a:cubicBezTo>
                      <a:pt x="688922" y="60267"/>
                      <a:pt x="683948" y="71336"/>
                      <a:pt x="675244" y="81176"/>
                    </a:cubicBezTo>
                    <a:cubicBezTo>
                      <a:pt x="666540" y="89785"/>
                      <a:pt x="654104" y="94705"/>
                      <a:pt x="641668" y="94705"/>
                    </a:cubicBezTo>
                    <a:lnTo>
                      <a:pt x="47254" y="94705"/>
                    </a:lnTo>
                    <a:cubicBezTo>
                      <a:pt x="33576" y="94705"/>
                      <a:pt x="22384" y="89785"/>
                      <a:pt x="13678" y="81176"/>
                    </a:cubicBezTo>
                    <a:cubicBezTo>
                      <a:pt x="3730" y="71336"/>
                      <a:pt x="0" y="60267"/>
                      <a:pt x="0" y="47967"/>
                    </a:cubicBezTo>
                    <a:cubicBezTo>
                      <a:pt x="0" y="35668"/>
                      <a:pt x="3730" y="23369"/>
                      <a:pt x="13678" y="14759"/>
                    </a:cubicBezTo>
                    <a:cubicBezTo>
                      <a:pt x="22384" y="6150"/>
                      <a:pt x="33576" y="0"/>
                      <a:pt x="472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23A12E5B-2E97-F64B-8A0D-960AD43723A2}"/>
                  </a:ext>
                </a:extLst>
              </p:cNvPr>
              <p:cNvSpPr/>
              <p:nvPr/>
            </p:nvSpPr>
            <p:spPr>
              <a:xfrm>
                <a:off x="21356611" y="10449930"/>
                <a:ext cx="675219" cy="797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3" h="65">
                    <a:moveTo>
                      <a:pt x="511" y="65"/>
                    </a:moveTo>
                    <a:lnTo>
                      <a:pt x="272" y="65"/>
                    </a:lnTo>
                    <a:lnTo>
                      <a:pt x="33" y="65"/>
                    </a:lnTo>
                    <a:cubicBezTo>
                      <a:pt x="23" y="65"/>
                      <a:pt x="15" y="62"/>
                      <a:pt x="10" y="56"/>
                    </a:cubicBezTo>
                    <a:cubicBezTo>
                      <a:pt x="4" y="50"/>
                      <a:pt x="0" y="41"/>
                      <a:pt x="0" y="33"/>
                    </a:cubicBezTo>
                    <a:cubicBezTo>
                      <a:pt x="0" y="24"/>
                      <a:pt x="4" y="16"/>
                      <a:pt x="10" y="10"/>
                    </a:cubicBezTo>
                    <a:cubicBezTo>
                      <a:pt x="15" y="4"/>
                      <a:pt x="23" y="0"/>
                      <a:pt x="33" y="0"/>
                    </a:cubicBezTo>
                    <a:lnTo>
                      <a:pt x="272" y="0"/>
                    </a:lnTo>
                    <a:lnTo>
                      <a:pt x="511" y="0"/>
                    </a:lnTo>
                    <a:cubicBezTo>
                      <a:pt x="520" y="0"/>
                      <a:pt x="528" y="4"/>
                      <a:pt x="534" y="10"/>
                    </a:cubicBezTo>
                    <a:cubicBezTo>
                      <a:pt x="540" y="16"/>
                      <a:pt x="543" y="24"/>
                      <a:pt x="543" y="33"/>
                    </a:cubicBezTo>
                    <a:cubicBezTo>
                      <a:pt x="543" y="41"/>
                      <a:pt x="540" y="50"/>
                      <a:pt x="534" y="56"/>
                    </a:cubicBezTo>
                    <a:cubicBezTo>
                      <a:pt x="528" y="62"/>
                      <a:pt x="520" y="65"/>
                      <a:pt x="511" y="65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A4F82DD0-472A-D74F-95E8-2E03DE5AA1AA}"/>
                  </a:ext>
                </a:extLst>
              </p:cNvPr>
              <p:cNvSpPr/>
              <p:nvPr/>
            </p:nvSpPr>
            <p:spPr>
              <a:xfrm>
                <a:off x="21555938" y="9345871"/>
                <a:ext cx="90943" cy="4548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" h="366">
                    <a:moveTo>
                      <a:pt x="59" y="366"/>
                    </a:moveTo>
                    <a:cubicBezTo>
                      <a:pt x="57" y="366"/>
                      <a:pt x="57" y="366"/>
                      <a:pt x="55" y="366"/>
                    </a:cubicBezTo>
                    <a:cubicBezTo>
                      <a:pt x="53" y="364"/>
                      <a:pt x="-11" y="325"/>
                      <a:pt x="1" y="259"/>
                    </a:cubicBezTo>
                    <a:cubicBezTo>
                      <a:pt x="6" y="233"/>
                      <a:pt x="17" y="210"/>
                      <a:pt x="29" y="185"/>
                    </a:cubicBezTo>
                    <a:cubicBezTo>
                      <a:pt x="54" y="135"/>
                      <a:pt x="79" y="83"/>
                      <a:pt x="47" y="8"/>
                    </a:cubicBezTo>
                    <a:cubicBezTo>
                      <a:pt x="46" y="5"/>
                      <a:pt x="47" y="1"/>
                      <a:pt x="50" y="0"/>
                    </a:cubicBezTo>
                    <a:cubicBezTo>
                      <a:pt x="53" y="-1"/>
                      <a:pt x="57" y="0"/>
                      <a:pt x="58" y="3"/>
                    </a:cubicBezTo>
                    <a:cubicBezTo>
                      <a:pt x="92" y="83"/>
                      <a:pt x="65" y="140"/>
                      <a:pt x="40" y="190"/>
                    </a:cubicBezTo>
                    <a:cubicBezTo>
                      <a:pt x="28" y="214"/>
                      <a:pt x="17" y="237"/>
                      <a:pt x="13" y="262"/>
                    </a:cubicBezTo>
                    <a:cubicBezTo>
                      <a:pt x="2" y="318"/>
                      <a:pt x="61" y="355"/>
                      <a:pt x="61" y="355"/>
                    </a:cubicBezTo>
                    <a:cubicBezTo>
                      <a:pt x="64" y="357"/>
                      <a:pt x="65" y="361"/>
                      <a:pt x="63" y="364"/>
                    </a:cubicBezTo>
                    <a:cubicBezTo>
                      <a:pt x="62" y="365"/>
                      <a:pt x="60" y="366"/>
                      <a:pt x="59" y="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943996A2-D7D0-CC48-B799-0A03B9EEC421}"/>
                  </a:ext>
                </a:extLst>
              </p:cNvPr>
              <p:cNvSpPr/>
              <p:nvPr/>
            </p:nvSpPr>
            <p:spPr>
              <a:xfrm>
                <a:off x="21737823" y="9551480"/>
                <a:ext cx="79731" cy="2492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" h="201">
                    <a:moveTo>
                      <a:pt x="58" y="201"/>
                    </a:moveTo>
                    <a:cubicBezTo>
                      <a:pt x="57" y="201"/>
                      <a:pt x="57" y="201"/>
                      <a:pt x="56" y="201"/>
                    </a:cubicBezTo>
                    <a:cubicBezTo>
                      <a:pt x="53" y="199"/>
                      <a:pt x="-11" y="160"/>
                      <a:pt x="1" y="94"/>
                    </a:cubicBezTo>
                    <a:cubicBezTo>
                      <a:pt x="6" y="68"/>
                      <a:pt x="17" y="45"/>
                      <a:pt x="29" y="20"/>
                    </a:cubicBezTo>
                    <a:cubicBezTo>
                      <a:pt x="32" y="14"/>
                      <a:pt x="35" y="9"/>
                      <a:pt x="38" y="3"/>
                    </a:cubicBezTo>
                    <a:cubicBezTo>
                      <a:pt x="39" y="1"/>
                      <a:pt x="42" y="-1"/>
                      <a:pt x="45" y="1"/>
                    </a:cubicBezTo>
                    <a:cubicBezTo>
                      <a:pt x="48" y="2"/>
                      <a:pt x="50" y="6"/>
                      <a:pt x="48" y="8"/>
                    </a:cubicBezTo>
                    <a:cubicBezTo>
                      <a:pt x="45" y="14"/>
                      <a:pt x="43" y="19"/>
                      <a:pt x="40" y="25"/>
                    </a:cubicBezTo>
                    <a:cubicBezTo>
                      <a:pt x="28" y="49"/>
                      <a:pt x="17" y="72"/>
                      <a:pt x="13" y="97"/>
                    </a:cubicBezTo>
                    <a:cubicBezTo>
                      <a:pt x="2" y="153"/>
                      <a:pt x="61" y="190"/>
                      <a:pt x="62" y="190"/>
                    </a:cubicBezTo>
                    <a:cubicBezTo>
                      <a:pt x="64" y="192"/>
                      <a:pt x="65" y="196"/>
                      <a:pt x="63" y="199"/>
                    </a:cubicBezTo>
                    <a:cubicBezTo>
                      <a:pt x="62" y="200"/>
                      <a:pt x="61" y="201"/>
                      <a:pt x="58" y="20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4" name="Straight Connector 3">
            <a:extLst>
              <a:ext uri="{FF2B5EF4-FFF2-40B4-BE49-F238E27FC236}">
                <a16:creationId xmlns:a16="http://schemas.microsoft.com/office/drawing/2014/main" id="{A2754DCB-B922-A047-9FD8-632D5981BF53}"/>
              </a:ext>
            </a:extLst>
          </p:cNvPr>
          <p:cNvSpPr/>
          <p:nvPr/>
        </p:nvSpPr>
        <p:spPr>
          <a:xfrm>
            <a:off x="2357038" y="12975807"/>
            <a:ext cx="0" cy="740193"/>
          </a:xfrm>
          <a:prstGeom prst="line">
            <a:avLst/>
          </a:prstGeom>
          <a:noFill/>
          <a:ln w="3600" cap="flat">
            <a:solidFill>
              <a:srgbClr val="262626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E169A49D-DC62-3143-AA4E-3641B076DC97}"/>
              </a:ext>
            </a:extLst>
          </p:cNvPr>
          <p:cNvSpPr/>
          <p:nvPr/>
        </p:nvSpPr>
        <p:spPr>
          <a:xfrm>
            <a:off x="2357038" y="9115339"/>
            <a:ext cx="0" cy="2009985"/>
          </a:xfrm>
          <a:prstGeom prst="line">
            <a:avLst/>
          </a:prstGeom>
          <a:noFill/>
          <a:ln w="3600" cap="flat">
            <a:solidFill>
              <a:srgbClr val="262626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" name="Straight Connector 5">
            <a:extLst>
              <a:ext uri="{FF2B5EF4-FFF2-40B4-BE49-F238E27FC236}">
                <a16:creationId xmlns:a16="http://schemas.microsoft.com/office/drawing/2014/main" id="{96F6CA76-660D-A445-A8AF-307BB18E541C}"/>
              </a:ext>
            </a:extLst>
          </p:cNvPr>
          <p:cNvSpPr/>
          <p:nvPr/>
        </p:nvSpPr>
        <p:spPr>
          <a:xfrm>
            <a:off x="2357038" y="5256118"/>
            <a:ext cx="0" cy="2017462"/>
          </a:xfrm>
          <a:prstGeom prst="line">
            <a:avLst/>
          </a:prstGeom>
          <a:noFill/>
          <a:ln w="3600" cap="flat">
            <a:solidFill>
              <a:srgbClr val="262626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41C7E9F7-9601-6343-AC03-C01FB292A276}"/>
              </a:ext>
            </a:extLst>
          </p:cNvPr>
          <p:cNvSpPr/>
          <p:nvPr/>
        </p:nvSpPr>
        <p:spPr>
          <a:xfrm>
            <a:off x="2357038" y="0"/>
            <a:ext cx="0" cy="3416850"/>
          </a:xfrm>
          <a:prstGeom prst="line">
            <a:avLst/>
          </a:prstGeom>
          <a:noFill/>
          <a:ln w="3600" cap="flat">
            <a:solidFill>
              <a:srgbClr val="262626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97" name="Freeform 296">
            <a:extLst>
              <a:ext uri="{FF2B5EF4-FFF2-40B4-BE49-F238E27FC236}">
                <a16:creationId xmlns:a16="http://schemas.microsoft.com/office/drawing/2014/main" id="{D23020EF-72A3-0844-9B8D-D1142454D614}"/>
              </a:ext>
            </a:extLst>
          </p:cNvPr>
          <p:cNvSpPr/>
          <p:nvPr/>
        </p:nvSpPr>
        <p:spPr>
          <a:xfrm>
            <a:off x="1617041" y="11077972"/>
            <a:ext cx="8303198" cy="173334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66" h="1392">
                <a:moveTo>
                  <a:pt x="2087" y="0"/>
                </a:moveTo>
                <a:cubicBezTo>
                  <a:pt x="1793" y="0"/>
                  <a:pt x="1542" y="183"/>
                  <a:pt x="1440" y="440"/>
                </a:cubicBezTo>
                <a:lnTo>
                  <a:pt x="1342" y="440"/>
                </a:lnTo>
                <a:cubicBezTo>
                  <a:pt x="1238" y="177"/>
                  <a:pt x="979" y="-7"/>
                  <a:pt x="678" y="0"/>
                </a:cubicBezTo>
                <a:cubicBezTo>
                  <a:pt x="307" y="10"/>
                  <a:pt x="5" y="314"/>
                  <a:pt x="0" y="685"/>
                </a:cubicBezTo>
                <a:cubicBezTo>
                  <a:pt x="-6" y="1074"/>
                  <a:pt x="307" y="1392"/>
                  <a:pt x="695" y="1392"/>
                </a:cubicBezTo>
                <a:cubicBezTo>
                  <a:pt x="989" y="1392"/>
                  <a:pt x="1241" y="1209"/>
                  <a:pt x="1342" y="952"/>
                </a:cubicBezTo>
                <a:lnTo>
                  <a:pt x="1440" y="952"/>
                </a:lnTo>
                <a:cubicBezTo>
                  <a:pt x="1542" y="1209"/>
                  <a:pt x="1793" y="1392"/>
                  <a:pt x="2087" y="1392"/>
                </a:cubicBezTo>
                <a:lnTo>
                  <a:pt x="6381" y="1392"/>
                </a:lnTo>
                <a:cubicBezTo>
                  <a:pt x="6538" y="1392"/>
                  <a:pt x="6666" y="1265"/>
                  <a:pt x="6666" y="1107"/>
                </a:cubicBezTo>
                <a:lnTo>
                  <a:pt x="6666" y="934"/>
                </a:lnTo>
                <a:cubicBezTo>
                  <a:pt x="6666" y="419"/>
                  <a:pt x="6247" y="0"/>
                  <a:pt x="5731" y="0"/>
                </a:cubicBezTo>
                <a:close/>
              </a:path>
            </a:pathLst>
          </a:custGeom>
          <a:solidFill>
            <a:schemeClr val="accent6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98" name="Freeform 297">
            <a:extLst>
              <a:ext uri="{FF2B5EF4-FFF2-40B4-BE49-F238E27FC236}">
                <a16:creationId xmlns:a16="http://schemas.microsoft.com/office/drawing/2014/main" id="{5A295C59-EC9C-9F40-BFD4-846BEEA893E8}"/>
              </a:ext>
            </a:extLst>
          </p:cNvPr>
          <p:cNvSpPr/>
          <p:nvPr/>
        </p:nvSpPr>
        <p:spPr>
          <a:xfrm>
            <a:off x="1489970" y="11205076"/>
            <a:ext cx="8303198" cy="173334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66" h="1392">
                <a:moveTo>
                  <a:pt x="2087" y="0"/>
                </a:moveTo>
                <a:cubicBezTo>
                  <a:pt x="1793" y="0"/>
                  <a:pt x="1542" y="182"/>
                  <a:pt x="1440" y="440"/>
                </a:cubicBezTo>
                <a:lnTo>
                  <a:pt x="1343" y="440"/>
                </a:lnTo>
                <a:cubicBezTo>
                  <a:pt x="1239" y="177"/>
                  <a:pt x="979" y="-7"/>
                  <a:pt x="678" y="1"/>
                </a:cubicBezTo>
                <a:cubicBezTo>
                  <a:pt x="307" y="9"/>
                  <a:pt x="6" y="314"/>
                  <a:pt x="0" y="685"/>
                </a:cubicBezTo>
                <a:cubicBezTo>
                  <a:pt x="-6" y="1075"/>
                  <a:pt x="308" y="1392"/>
                  <a:pt x="696" y="1392"/>
                </a:cubicBezTo>
                <a:cubicBezTo>
                  <a:pt x="989" y="1392"/>
                  <a:pt x="1241" y="1209"/>
                  <a:pt x="1343" y="951"/>
                </a:cubicBezTo>
                <a:lnTo>
                  <a:pt x="1440" y="951"/>
                </a:lnTo>
                <a:cubicBezTo>
                  <a:pt x="1542" y="1209"/>
                  <a:pt x="1793" y="1392"/>
                  <a:pt x="2087" y="1392"/>
                </a:cubicBezTo>
                <a:lnTo>
                  <a:pt x="6381" y="1392"/>
                </a:lnTo>
                <a:cubicBezTo>
                  <a:pt x="6539" y="1392"/>
                  <a:pt x="6666" y="1264"/>
                  <a:pt x="6666" y="1107"/>
                </a:cubicBezTo>
                <a:lnTo>
                  <a:pt x="6666" y="934"/>
                </a:lnTo>
                <a:cubicBezTo>
                  <a:pt x="6666" y="418"/>
                  <a:pt x="6247" y="0"/>
                  <a:pt x="5731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00" name="Freeform 299">
            <a:extLst>
              <a:ext uri="{FF2B5EF4-FFF2-40B4-BE49-F238E27FC236}">
                <a16:creationId xmlns:a16="http://schemas.microsoft.com/office/drawing/2014/main" id="{4B9C88F4-27E8-3647-BEE3-D476DFFAC7B9}"/>
              </a:ext>
            </a:extLst>
          </p:cNvPr>
          <p:cNvSpPr/>
          <p:nvPr/>
        </p:nvSpPr>
        <p:spPr>
          <a:xfrm>
            <a:off x="1617041" y="3359529"/>
            <a:ext cx="8303198" cy="173210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66" h="1391">
                <a:moveTo>
                  <a:pt x="2087" y="0"/>
                </a:moveTo>
                <a:cubicBezTo>
                  <a:pt x="1793" y="0"/>
                  <a:pt x="1542" y="182"/>
                  <a:pt x="1440" y="439"/>
                </a:cubicBezTo>
                <a:lnTo>
                  <a:pt x="1342" y="439"/>
                </a:lnTo>
                <a:cubicBezTo>
                  <a:pt x="1238" y="177"/>
                  <a:pt x="979" y="-8"/>
                  <a:pt x="678" y="0"/>
                </a:cubicBezTo>
                <a:cubicBezTo>
                  <a:pt x="307" y="9"/>
                  <a:pt x="5" y="313"/>
                  <a:pt x="0" y="685"/>
                </a:cubicBezTo>
                <a:cubicBezTo>
                  <a:pt x="-6" y="1074"/>
                  <a:pt x="307" y="1391"/>
                  <a:pt x="695" y="1391"/>
                </a:cubicBezTo>
                <a:cubicBezTo>
                  <a:pt x="989" y="1391"/>
                  <a:pt x="1241" y="1209"/>
                  <a:pt x="1342" y="951"/>
                </a:cubicBezTo>
                <a:lnTo>
                  <a:pt x="1440" y="951"/>
                </a:lnTo>
                <a:cubicBezTo>
                  <a:pt x="1542" y="1209"/>
                  <a:pt x="1793" y="1391"/>
                  <a:pt x="2087" y="1391"/>
                </a:cubicBezTo>
                <a:lnTo>
                  <a:pt x="6381" y="1391"/>
                </a:lnTo>
                <a:cubicBezTo>
                  <a:pt x="6538" y="1391"/>
                  <a:pt x="6666" y="1264"/>
                  <a:pt x="6666" y="1107"/>
                </a:cubicBezTo>
                <a:lnTo>
                  <a:pt x="6666" y="934"/>
                </a:lnTo>
                <a:cubicBezTo>
                  <a:pt x="6666" y="418"/>
                  <a:pt x="6247" y="0"/>
                  <a:pt x="5731" y="0"/>
                </a:cubicBezTo>
                <a:close/>
              </a:path>
            </a:pathLst>
          </a:custGeom>
          <a:solidFill>
            <a:schemeClr val="accent6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01" name="Freeform 300">
            <a:extLst>
              <a:ext uri="{FF2B5EF4-FFF2-40B4-BE49-F238E27FC236}">
                <a16:creationId xmlns:a16="http://schemas.microsoft.com/office/drawing/2014/main" id="{84A844E0-CB79-5849-8956-862BF778A4C7}"/>
              </a:ext>
            </a:extLst>
          </p:cNvPr>
          <p:cNvSpPr/>
          <p:nvPr/>
        </p:nvSpPr>
        <p:spPr>
          <a:xfrm>
            <a:off x="1489970" y="3485383"/>
            <a:ext cx="8303198" cy="173210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66" h="1391">
                <a:moveTo>
                  <a:pt x="2087" y="0"/>
                </a:moveTo>
                <a:cubicBezTo>
                  <a:pt x="1793" y="0"/>
                  <a:pt x="1542" y="182"/>
                  <a:pt x="1440" y="440"/>
                </a:cubicBezTo>
                <a:lnTo>
                  <a:pt x="1343" y="440"/>
                </a:lnTo>
                <a:cubicBezTo>
                  <a:pt x="1239" y="177"/>
                  <a:pt x="979" y="-8"/>
                  <a:pt x="678" y="0"/>
                </a:cubicBezTo>
                <a:cubicBezTo>
                  <a:pt x="307" y="9"/>
                  <a:pt x="6" y="314"/>
                  <a:pt x="0" y="684"/>
                </a:cubicBezTo>
                <a:cubicBezTo>
                  <a:pt x="-6" y="1074"/>
                  <a:pt x="308" y="1391"/>
                  <a:pt x="696" y="1391"/>
                </a:cubicBezTo>
                <a:cubicBezTo>
                  <a:pt x="989" y="1391"/>
                  <a:pt x="1241" y="1209"/>
                  <a:pt x="1343" y="951"/>
                </a:cubicBezTo>
                <a:lnTo>
                  <a:pt x="1440" y="951"/>
                </a:lnTo>
                <a:cubicBezTo>
                  <a:pt x="1542" y="1209"/>
                  <a:pt x="1793" y="1391"/>
                  <a:pt x="2087" y="1391"/>
                </a:cubicBezTo>
                <a:lnTo>
                  <a:pt x="6381" y="1391"/>
                </a:lnTo>
                <a:cubicBezTo>
                  <a:pt x="6539" y="1391"/>
                  <a:pt x="6666" y="1264"/>
                  <a:pt x="6666" y="1107"/>
                </a:cubicBezTo>
                <a:lnTo>
                  <a:pt x="6666" y="934"/>
                </a:lnTo>
                <a:cubicBezTo>
                  <a:pt x="6666" y="418"/>
                  <a:pt x="6247" y="0"/>
                  <a:pt x="5731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03" name="Freeform 302">
            <a:extLst>
              <a:ext uri="{FF2B5EF4-FFF2-40B4-BE49-F238E27FC236}">
                <a16:creationId xmlns:a16="http://schemas.microsoft.com/office/drawing/2014/main" id="{16F62589-F4AD-7448-BA80-3E2D0C60FC56}"/>
              </a:ext>
            </a:extLst>
          </p:cNvPr>
          <p:cNvSpPr/>
          <p:nvPr/>
        </p:nvSpPr>
        <p:spPr>
          <a:xfrm>
            <a:off x="1623267" y="3619967"/>
            <a:ext cx="1465051" cy="146543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77" h="1177">
                <a:moveTo>
                  <a:pt x="1177" y="588"/>
                </a:moveTo>
                <a:cubicBezTo>
                  <a:pt x="1177" y="914"/>
                  <a:pt x="913" y="1177"/>
                  <a:pt x="589" y="1177"/>
                </a:cubicBezTo>
                <a:cubicBezTo>
                  <a:pt x="263" y="1177"/>
                  <a:pt x="0" y="914"/>
                  <a:pt x="0" y="588"/>
                </a:cubicBezTo>
                <a:cubicBezTo>
                  <a:pt x="0" y="264"/>
                  <a:pt x="263" y="0"/>
                  <a:pt x="589" y="0"/>
                </a:cubicBezTo>
                <a:cubicBezTo>
                  <a:pt x="913" y="0"/>
                  <a:pt x="1177" y="264"/>
                  <a:pt x="1177" y="588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06" name="Rounded Rectangle 305">
            <a:extLst>
              <a:ext uri="{FF2B5EF4-FFF2-40B4-BE49-F238E27FC236}">
                <a16:creationId xmlns:a16="http://schemas.microsoft.com/office/drawing/2014/main" id="{2764F1AC-CECD-0042-BD21-5CDCC6DC7340}"/>
              </a:ext>
            </a:extLst>
          </p:cNvPr>
          <p:cNvSpPr/>
          <p:nvPr/>
        </p:nvSpPr>
        <p:spPr>
          <a:xfrm>
            <a:off x="7995495" y="3262332"/>
            <a:ext cx="1627004" cy="1369482"/>
          </a:xfrm>
          <a:prstGeom prst="roundRect">
            <a:avLst>
              <a:gd name="adj" fmla="val 25266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1" name="Freeform 380">
            <a:extLst>
              <a:ext uri="{FF2B5EF4-FFF2-40B4-BE49-F238E27FC236}">
                <a16:creationId xmlns:a16="http://schemas.microsoft.com/office/drawing/2014/main" id="{D1B788E2-FC15-274B-8133-D746C722A453}"/>
              </a:ext>
            </a:extLst>
          </p:cNvPr>
          <p:cNvSpPr/>
          <p:nvPr/>
        </p:nvSpPr>
        <p:spPr>
          <a:xfrm>
            <a:off x="8353243" y="3560011"/>
            <a:ext cx="911814" cy="740193"/>
          </a:xfrm>
          <a:custGeom>
            <a:avLst/>
            <a:gdLst>
              <a:gd name="connsiteX0" fmla="*/ 33416 w 911814"/>
              <a:gd name="connsiteY0" fmla="*/ 634276 h 740193"/>
              <a:gd name="connsiteX1" fmla="*/ 24708 w 911814"/>
              <a:gd name="connsiteY1" fmla="*/ 637959 h 740193"/>
              <a:gd name="connsiteX2" fmla="*/ 24708 w 911814"/>
              <a:gd name="connsiteY2" fmla="*/ 645324 h 740193"/>
              <a:gd name="connsiteX3" fmla="*/ 44612 w 911814"/>
              <a:gd name="connsiteY3" fmla="*/ 671102 h 740193"/>
              <a:gd name="connsiteX4" fmla="*/ 142888 w 911814"/>
              <a:gd name="connsiteY4" fmla="*/ 716520 h 740193"/>
              <a:gd name="connsiteX5" fmla="*/ 768619 w 911814"/>
              <a:gd name="connsiteY5" fmla="*/ 716520 h 740193"/>
              <a:gd name="connsiteX6" fmla="*/ 866895 w 911814"/>
              <a:gd name="connsiteY6" fmla="*/ 671102 h 740193"/>
              <a:gd name="connsiteX7" fmla="*/ 885555 w 911814"/>
              <a:gd name="connsiteY7" fmla="*/ 645324 h 740193"/>
              <a:gd name="connsiteX8" fmla="*/ 886799 w 911814"/>
              <a:gd name="connsiteY8" fmla="*/ 637959 h 740193"/>
              <a:gd name="connsiteX9" fmla="*/ 879335 w 911814"/>
              <a:gd name="connsiteY9" fmla="*/ 634276 h 740193"/>
              <a:gd name="connsiteX10" fmla="*/ 526039 w 911814"/>
              <a:gd name="connsiteY10" fmla="*/ 634276 h 740193"/>
              <a:gd name="connsiteX11" fmla="*/ 497427 w 911814"/>
              <a:gd name="connsiteY11" fmla="*/ 650234 h 740193"/>
              <a:gd name="connsiteX12" fmla="*/ 455131 w 911814"/>
              <a:gd name="connsiteY12" fmla="*/ 677240 h 740193"/>
              <a:gd name="connsiteX13" fmla="*/ 412836 w 911814"/>
              <a:gd name="connsiteY13" fmla="*/ 650234 h 740193"/>
              <a:gd name="connsiteX14" fmla="*/ 385468 w 911814"/>
              <a:gd name="connsiteY14" fmla="*/ 634276 h 740193"/>
              <a:gd name="connsiteX15" fmla="*/ 628915 w 911814"/>
              <a:gd name="connsiteY15" fmla="*/ 469789 h 740193"/>
              <a:gd name="connsiteX16" fmla="*/ 628915 w 911814"/>
              <a:gd name="connsiteY16" fmla="*/ 501553 h 740193"/>
              <a:gd name="connsiteX17" fmla="*/ 660868 w 911814"/>
              <a:gd name="connsiteY17" fmla="*/ 532095 h 740193"/>
              <a:gd name="connsiteX18" fmla="*/ 689134 w 911814"/>
              <a:gd name="connsiteY18" fmla="*/ 532095 h 740193"/>
              <a:gd name="connsiteX19" fmla="*/ 719858 w 911814"/>
              <a:gd name="connsiteY19" fmla="*/ 501553 h 740193"/>
              <a:gd name="connsiteX20" fmla="*/ 719858 w 911814"/>
              <a:gd name="connsiteY20" fmla="*/ 469789 h 740193"/>
              <a:gd name="connsiteX21" fmla="*/ 441439 w 911814"/>
              <a:gd name="connsiteY21" fmla="*/ 391284 h 740193"/>
              <a:gd name="connsiteX22" fmla="*/ 381006 w 911814"/>
              <a:gd name="connsiteY22" fmla="*/ 472301 h 740193"/>
              <a:gd name="connsiteX23" fmla="*/ 381006 w 911814"/>
              <a:gd name="connsiteY23" fmla="*/ 473528 h 740193"/>
              <a:gd name="connsiteX24" fmla="*/ 503106 w 911814"/>
              <a:gd name="connsiteY24" fmla="*/ 473528 h 740193"/>
              <a:gd name="connsiteX25" fmla="*/ 504339 w 911814"/>
              <a:gd name="connsiteY25" fmla="*/ 472301 h 740193"/>
              <a:gd name="connsiteX26" fmla="*/ 442673 w 911814"/>
              <a:gd name="connsiteY26" fmla="*/ 391284 h 740193"/>
              <a:gd name="connsiteX27" fmla="*/ 441427 w 911814"/>
              <a:gd name="connsiteY27" fmla="*/ 366361 h 740193"/>
              <a:gd name="connsiteX28" fmla="*/ 461215 w 911814"/>
              <a:gd name="connsiteY28" fmla="*/ 376236 h 740193"/>
              <a:gd name="connsiteX29" fmla="*/ 523053 w 911814"/>
              <a:gd name="connsiteY29" fmla="*/ 458938 h 740193"/>
              <a:gd name="connsiteX30" fmla="*/ 525526 w 911814"/>
              <a:gd name="connsiteY30" fmla="*/ 483625 h 740193"/>
              <a:gd name="connsiteX31" fmla="*/ 503265 w 911814"/>
              <a:gd name="connsiteY31" fmla="*/ 497203 h 740193"/>
              <a:gd name="connsiteX32" fmla="*/ 380825 w 911814"/>
              <a:gd name="connsiteY32" fmla="*/ 497203 h 740193"/>
              <a:gd name="connsiteX33" fmla="*/ 358564 w 911814"/>
              <a:gd name="connsiteY33" fmla="*/ 483625 h 740193"/>
              <a:gd name="connsiteX34" fmla="*/ 361037 w 911814"/>
              <a:gd name="connsiteY34" fmla="*/ 458938 h 740193"/>
              <a:gd name="connsiteX35" fmla="*/ 422875 w 911814"/>
              <a:gd name="connsiteY35" fmla="*/ 376236 h 740193"/>
              <a:gd name="connsiteX36" fmla="*/ 441427 w 911814"/>
              <a:gd name="connsiteY36" fmla="*/ 366361 h 740193"/>
              <a:gd name="connsiteX37" fmla="*/ 433882 w 911814"/>
              <a:gd name="connsiteY37" fmla="*/ 279121 h 740193"/>
              <a:gd name="connsiteX38" fmla="*/ 207841 w 911814"/>
              <a:gd name="connsiteY38" fmla="*/ 530849 h 740193"/>
              <a:gd name="connsiteX39" fmla="*/ 613969 w 911814"/>
              <a:gd name="connsiteY39" fmla="*/ 530849 h 740193"/>
              <a:gd name="connsiteX40" fmla="*/ 604033 w 911814"/>
              <a:gd name="connsiteY40" fmla="*/ 499848 h 740193"/>
              <a:gd name="connsiteX41" fmla="*/ 604033 w 911814"/>
              <a:gd name="connsiteY41" fmla="*/ 451487 h 740193"/>
              <a:gd name="connsiteX42" fmla="*/ 448785 w 911814"/>
              <a:gd name="connsiteY42" fmla="*/ 279121 h 740193"/>
              <a:gd name="connsiteX43" fmla="*/ 433882 w 911814"/>
              <a:gd name="connsiteY43" fmla="*/ 279121 h 740193"/>
              <a:gd name="connsiteX44" fmla="*/ 660650 w 911814"/>
              <a:gd name="connsiteY44" fmla="*/ 184429 h 740193"/>
              <a:gd name="connsiteX45" fmla="*/ 671272 w 911814"/>
              <a:gd name="connsiteY45" fmla="*/ 196824 h 740193"/>
              <a:gd name="connsiteX46" fmla="*/ 671272 w 911814"/>
              <a:gd name="connsiteY46" fmla="*/ 403813 h 740193"/>
              <a:gd name="connsiteX47" fmla="*/ 660650 w 911814"/>
              <a:gd name="connsiteY47" fmla="*/ 416207 h 740193"/>
              <a:gd name="connsiteX48" fmla="*/ 648848 w 911814"/>
              <a:gd name="connsiteY48" fmla="*/ 403813 h 740193"/>
              <a:gd name="connsiteX49" fmla="*/ 648848 w 911814"/>
              <a:gd name="connsiteY49" fmla="*/ 196824 h 740193"/>
              <a:gd name="connsiteX50" fmla="*/ 660650 w 911814"/>
              <a:gd name="connsiteY50" fmla="*/ 184429 h 740193"/>
              <a:gd name="connsiteX51" fmla="*/ 338649 w 911814"/>
              <a:gd name="connsiteY51" fmla="*/ 179444 h 740193"/>
              <a:gd name="connsiteX52" fmla="*/ 338649 w 911814"/>
              <a:gd name="connsiteY52" fmla="*/ 351747 h 740193"/>
              <a:gd name="connsiteX53" fmla="*/ 416767 w 911814"/>
              <a:gd name="connsiteY53" fmla="*/ 263736 h 740193"/>
              <a:gd name="connsiteX54" fmla="*/ 441567 w 911814"/>
              <a:gd name="connsiteY54" fmla="*/ 252580 h 740193"/>
              <a:gd name="connsiteX55" fmla="*/ 467606 w 911814"/>
              <a:gd name="connsiteY55" fmla="*/ 263736 h 740193"/>
              <a:gd name="connsiteX56" fmla="*/ 604003 w 911814"/>
              <a:gd name="connsiteY56" fmla="*/ 416206 h 740193"/>
              <a:gd name="connsiteX57" fmla="*/ 604003 w 911814"/>
              <a:gd name="connsiteY57" fmla="*/ 179444 h 740193"/>
              <a:gd name="connsiteX58" fmla="*/ 166622 w 911814"/>
              <a:gd name="connsiteY58" fmla="*/ 179444 h 740193"/>
              <a:gd name="connsiteX59" fmla="*/ 105686 w 911814"/>
              <a:gd name="connsiteY59" fmla="*/ 240343 h 740193"/>
              <a:gd name="connsiteX60" fmla="*/ 105686 w 911814"/>
              <a:gd name="connsiteY60" fmla="*/ 608223 h 740193"/>
              <a:gd name="connsiteX61" fmla="*/ 385492 w 911814"/>
              <a:gd name="connsiteY61" fmla="*/ 608223 h 740193"/>
              <a:gd name="connsiteX62" fmla="*/ 435236 w 911814"/>
              <a:gd name="connsiteY62" fmla="*/ 640537 h 740193"/>
              <a:gd name="connsiteX63" fmla="*/ 455133 w 911814"/>
              <a:gd name="connsiteY63" fmla="*/ 651722 h 740193"/>
              <a:gd name="connsiteX64" fmla="*/ 476274 w 911814"/>
              <a:gd name="connsiteY64" fmla="*/ 640537 h 740193"/>
              <a:gd name="connsiteX65" fmla="*/ 526017 w 911814"/>
              <a:gd name="connsiteY65" fmla="*/ 608223 h 740193"/>
              <a:gd name="connsiteX66" fmla="*/ 807067 w 911814"/>
              <a:gd name="connsiteY66" fmla="*/ 608223 h 740193"/>
              <a:gd name="connsiteX67" fmla="*/ 807067 w 911814"/>
              <a:gd name="connsiteY67" fmla="*/ 240343 h 740193"/>
              <a:gd name="connsiteX68" fmla="*/ 746131 w 911814"/>
              <a:gd name="connsiteY68" fmla="*/ 179444 h 740193"/>
              <a:gd name="connsiteX69" fmla="*/ 743644 w 911814"/>
              <a:gd name="connsiteY69" fmla="*/ 179444 h 740193"/>
              <a:gd name="connsiteX70" fmla="*/ 743644 w 911814"/>
              <a:gd name="connsiteY70" fmla="*/ 501339 h 740193"/>
              <a:gd name="connsiteX71" fmla="*/ 688927 w 911814"/>
              <a:gd name="connsiteY71" fmla="*/ 556024 h 740193"/>
              <a:gd name="connsiteX72" fmla="*/ 660324 w 911814"/>
              <a:gd name="connsiteY72" fmla="*/ 556024 h 740193"/>
              <a:gd name="connsiteX73" fmla="*/ 181545 w 911814"/>
              <a:gd name="connsiteY73" fmla="*/ 556024 h 740193"/>
              <a:gd name="connsiteX74" fmla="*/ 177814 w 911814"/>
              <a:gd name="connsiteY74" fmla="*/ 556024 h 740193"/>
              <a:gd name="connsiteX75" fmla="*/ 177814 w 911814"/>
              <a:gd name="connsiteY75" fmla="*/ 554781 h 740193"/>
              <a:gd name="connsiteX76" fmla="*/ 175327 w 911814"/>
              <a:gd name="connsiteY76" fmla="*/ 554781 h 740193"/>
              <a:gd name="connsiteX77" fmla="*/ 174083 w 911814"/>
              <a:gd name="connsiteY77" fmla="*/ 554781 h 740193"/>
              <a:gd name="connsiteX78" fmla="*/ 171596 w 911814"/>
              <a:gd name="connsiteY78" fmla="*/ 552295 h 740193"/>
              <a:gd name="connsiteX79" fmla="*/ 171596 w 911814"/>
              <a:gd name="connsiteY79" fmla="*/ 551052 h 740193"/>
              <a:gd name="connsiteX80" fmla="*/ 170352 w 911814"/>
              <a:gd name="connsiteY80" fmla="*/ 548567 h 740193"/>
              <a:gd name="connsiteX81" fmla="*/ 169109 w 911814"/>
              <a:gd name="connsiteY81" fmla="*/ 546081 h 740193"/>
              <a:gd name="connsiteX82" fmla="*/ 169109 w 911814"/>
              <a:gd name="connsiteY82" fmla="*/ 544838 h 740193"/>
              <a:gd name="connsiteX83" fmla="*/ 169109 w 911814"/>
              <a:gd name="connsiteY83" fmla="*/ 543595 h 740193"/>
              <a:gd name="connsiteX84" fmla="*/ 169109 w 911814"/>
              <a:gd name="connsiteY84" fmla="*/ 179444 h 740193"/>
              <a:gd name="connsiteX85" fmla="*/ 628915 w 911814"/>
              <a:gd name="connsiteY85" fmla="*/ 150783 h 740193"/>
              <a:gd name="connsiteX86" fmla="*/ 628915 w 911814"/>
              <a:gd name="connsiteY86" fmla="*/ 444866 h 740193"/>
              <a:gd name="connsiteX87" fmla="*/ 719858 w 911814"/>
              <a:gd name="connsiteY87" fmla="*/ 444866 h 740193"/>
              <a:gd name="connsiteX88" fmla="*/ 719858 w 911814"/>
              <a:gd name="connsiteY88" fmla="*/ 150783 h 740193"/>
              <a:gd name="connsiteX89" fmla="*/ 674387 w 911814"/>
              <a:gd name="connsiteY89" fmla="*/ 46110 h 740193"/>
              <a:gd name="connsiteX90" fmla="*/ 628915 w 911814"/>
              <a:gd name="connsiteY90" fmla="*/ 123407 h 740193"/>
              <a:gd name="connsiteX91" fmla="*/ 628915 w 911814"/>
              <a:gd name="connsiteY91" fmla="*/ 125861 h 740193"/>
              <a:gd name="connsiteX92" fmla="*/ 719858 w 911814"/>
              <a:gd name="connsiteY92" fmla="*/ 125861 h 740193"/>
              <a:gd name="connsiteX93" fmla="*/ 719858 w 911814"/>
              <a:gd name="connsiteY93" fmla="*/ 123407 h 740193"/>
              <a:gd name="connsiteX94" fmla="*/ 210155 w 911814"/>
              <a:gd name="connsiteY94" fmla="*/ 23680 h 740193"/>
              <a:gd name="connsiteX95" fmla="*/ 192892 w 911814"/>
              <a:gd name="connsiteY95" fmla="*/ 39838 h 740193"/>
              <a:gd name="connsiteX96" fmla="*/ 192892 w 911814"/>
              <a:gd name="connsiteY96" fmla="*/ 106958 h 740193"/>
              <a:gd name="connsiteX97" fmla="*/ 217554 w 911814"/>
              <a:gd name="connsiteY97" fmla="*/ 106958 h 740193"/>
              <a:gd name="connsiteX98" fmla="*/ 228651 w 911814"/>
              <a:gd name="connsiteY98" fmla="*/ 119387 h 740193"/>
              <a:gd name="connsiteX99" fmla="*/ 217554 w 911814"/>
              <a:gd name="connsiteY99" fmla="*/ 130574 h 740193"/>
              <a:gd name="connsiteX100" fmla="*/ 192892 w 911814"/>
              <a:gd name="connsiteY100" fmla="*/ 130574 h 740193"/>
              <a:gd name="connsiteX101" fmla="*/ 192892 w 911814"/>
              <a:gd name="connsiteY101" fmla="*/ 179048 h 740193"/>
              <a:gd name="connsiteX102" fmla="*/ 217554 w 911814"/>
              <a:gd name="connsiteY102" fmla="*/ 179048 h 740193"/>
              <a:gd name="connsiteX103" fmla="*/ 228651 w 911814"/>
              <a:gd name="connsiteY103" fmla="*/ 191478 h 740193"/>
              <a:gd name="connsiteX104" fmla="*/ 217554 w 911814"/>
              <a:gd name="connsiteY104" fmla="*/ 203907 h 740193"/>
              <a:gd name="connsiteX105" fmla="*/ 192892 w 911814"/>
              <a:gd name="connsiteY105" fmla="*/ 203907 h 740193"/>
              <a:gd name="connsiteX106" fmla="*/ 192892 w 911814"/>
              <a:gd name="connsiteY106" fmla="*/ 252382 h 740193"/>
              <a:gd name="connsiteX107" fmla="*/ 217554 w 911814"/>
              <a:gd name="connsiteY107" fmla="*/ 252382 h 740193"/>
              <a:gd name="connsiteX108" fmla="*/ 228651 w 911814"/>
              <a:gd name="connsiteY108" fmla="*/ 263569 h 740193"/>
              <a:gd name="connsiteX109" fmla="*/ 217554 w 911814"/>
              <a:gd name="connsiteY109" fmla="*/ 275998 h 740193"/>
              <a:gd name="connsiteX110" fmla="*/ 192892 w 911814"/>
              <a:gd name="connsiteY110" fmla="*/ 275998 h 740193"/>
              <a:gd name="connsiteX111" fmla="*/ 192892 w 911814"/>
              <a:gd name="connsiteY111" fmla="*/ 324473 h 740193"/>
              <a:gd name="connsiteX112" fmla="*/ 217554 w 911814"/>
              <a:gd name="connsiteY112" fmla="*/ 324473 h 740193"/>
              <a:gd name="connsiteX113" fmla="*/ 228651 w 911814"/>
              <a:gd name="connsiteY113" fmla="*/ 335660 h 740193"/>
              <a:gd name="connsiteX114" fmla="*/ 217554 w 911814"/>
              <a:gd name="connsiteY114" fmla="*/ 348089 h 740193"/>
              <a:gd name="connsiteX115" fmla="*/ 192892 w 911814"/>
              <a:gd name="connsiteY115" fmla="*/ 348089 h 740193"/>
              <a:gd name="connsiteX116" fmla="*/ 192892 w 911814"/>
              <a:gd name="connsiteY116" fmla="*/ 512158 h 740193"/>
              <a:gd name="connsiteX117" fmla="*/ 313734 w 911814"/>
              <a:gd name="connsiteY117" fmla="*/ 377920 h 740193"/>
              <a:gd name="connsiteX118" fmla="*/ 313734 w 911814"/>
              <a:gd name="connsiteY118" fmla="*/ 39838 h 740193"/>
              <a:gd name="connsiteX119" fmla="*/ 296471 w 911814"/>
              <a:gd name="connsiteY119" fmla="*/ 23680 h 740193"/>
              <a:gd name="connsiteX120" fmla="*/ 210046 w 911814"/>
              <a:gd name="connsiteY120" fmla="*/ 0 h 740193"/>
              <a:gd name="connsiteX121" fmla="*/ 297132 w 911814"/>
              <a:gd name="connsiteY121" fmla="*/ 0 h 740193"/>
              <a:gd name="connsiteX122" fmla="*/ 338187 w 911814"/>
              <a:gd name="connsiteY122" fmla="*/ 39809 h 740193"/>
              <a:gd name="connsiteX123" fmla="*/ 338187 w 911814"/>
              <a:gd name="connsiteY123" fmla="*/ 155503 h 740193"/>
              <a:gd name="connsiteX124" fmla="*/ 604423 w 911814"/>
              <a:gd name="connsiteY124" fmla="*/ 155503 h 740193"/>
              <a:gd name="connsiteX125" fmla="*/ 604423 w 911814"/>
              <a:gd name="connsiteY125" fmla="*/ 129378 h 740193"/>
              <a:gd name="connsiteX126" fmla="*/ 604423 w 911814"/>
              <a:gd name="connsiteY126" fmla="*/ 126890 h 740193"/>
              <a:gd name="connsiteX127" fmla="*/ 608155 w 911814"/>
              <a:gd name="connsiteY127" fmla="*/ 111962 h 740193"/>
              <a:gd name="connsiteX128" fmla="*/ 655431 w 911814"/>
              <a:gd name="connsiteY128" fmla="*/ 29857 h 740193"/>
              <a:gd name="connsiteX129" fmla="*/ 674092 w 911814"/>
              <a:gd name="connsiteY129" fmla="*/ 18660 h 740193"/>
              <a:gd name="connsiteX130" fmla="*/ 692754 w 911814"/>
              <a:gd name="connsiteY130" fmla="*/ 29857 h 740193"/>
              <a:gd name="connsiteX131" fmla="*/ 740029 w 911814"/>
              <a:gd name="connsiteY131" fmla="*/ 111962 h 740193"/>
              <a:gd name="connsiteX132" fmla="*/ 743761 w 911814"/>
              <a:gd name="connsiteY132" fmla="*/ 126890 h 740193"/>
              <a:gd name="connsiteX133" fmla="*/ 743761 w 911814"/>
              <a:gd name="connsiteY133" fmla="*/ 129378 h 740193"/>
              <a:gd name="connsiteX134" fmla="*/ 743761 w 911814"/>
              <a:gd name="connsiteY134" fmla="*/ 155503 h 740193"/>
              <a:gd name="connsiteX135" fmla="*/ 746250 w 911814"/>
              <a:gd name="connsiteY135" fmla="*/ 155503 h 740193"/>
              <a:gd name="connsiteX136" fmla="*/ 830848 w 911814"/>
              <a:gd name="connsiteY136" fmla="*/ 240096 h 740193"/>
              <a:gd name="connsiteX137" fmla="*/ 830848 w 911814"/>
              <a:gd name="connsiteY137" fmla="*/ 608327 h 740193"/>
              <a:gd name="connsiteX138" fmla="*/ 879368 w 911814"/>
              <a:gd name="connsiteY138" fmla="*/ 608327 h 740193"/>
              <a:gd name="connsiteX139" fmla="*/ 909226 w 911814"/>
              <a:gd name="connsiteY139" fmla="*/ 626987 h 740193"/>
              <a:gd name="connsiteX140" fmla="*/ 904249 w 911814"/>
              <a:gd name="connsiteY140" fmla="*/ 659332 h 740193"/>
              <a:gd name="connsiteX141" fmla="*/ 884344 w 911814"/>
              <a:gd name="connsiteY141" fmla="*/ 684212 h 740193"/>
              <a:gd name="connsiteX142" fmla="*/ 768643 w 911814"/>
              <a:gd name="connsiteY142" fmla="*/ 740193 h 740193"/>
              <a:gd name="connsiteX143" fmla="*/ 142865 w 911814"/>
              <a:gd name="connsiteY143" fmla="*/ 740193 h 740193"/>
              <a:gd name="connsiteX144" fmla="*/ 25920 w 911814"/>
              <a:gd name="connsiteY144" fmla="*/ 684212 h 740193"/>
              <a:gd name="connsiteX145" fmla="*/ 7259 w 911814"/>
              <a:gd name="connsiteY145" fmla="*/ 659332 h 740193"/>
              <a:gd name="connsiteX146" fmla="*/ 3527 w 911814"/>
              <a:gd name="connsiteY146" fmla="*/ 626987 h 740193"/>
              <a:gd name="connsiteX147" fmla="*/ 33385 w 911814"/>
              <a:gd name="connsiteY147" fmla="*/ 608327 h 740193"/>
              <a:gd name="connsiteX148" fmla="*/ 81904 w 911814"/>
              <a:gd name="connsiteY148" fmla="*/ 608327 h 740193"/>
              <a:gd name="connsiteX149" fmla="*/ 81904 w 911814"/>
              <a:gd name="connsiteY149" fmla="*/ 240096 h 740193"/>
              <a:gd name="connsiteX150" fmla="*/ 166502 w 911814"/>
              <a:gd name="connsiteY150" fmla="*/ 155503 h 740193"/>
              <a:gd name="connsiteX151" fmla="*/ 168991 w 911814"/>
              <a:gd name="connsiteY151" fmla="*/ 155503 h 740193"/>
              <a:gd name="connsiteX152" fmla="*/ 168991 w 911814"/>
              <a:gd name="connsiteY152" fmla="*/ 39809 h 740193"/>
              <a:gd name="connsiteX153" fmla="*/ 210046 w 911814"/>
              <a:gd name="connsiteY153" fmla="*/ 0 h 7401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</a:cxnLst>
            <a:rect l="l" t="t" r="r" b="b"/>
            <a:pathLst>
              <a:path w="911814" h="740193">
                <a:moveTo>
                  <a:pt x="33416" y="634276"/>
                </a:moveTo>
                <a:cubicBezTo>
                  <a:pt x="27196" y="634276"/>
                  <a:pt x="24708" y="636731"/>
                  <a:pt x="24708" y="637959"/>
                </a:cubicBezTo>
                <a:cubicBezTo>
                  <a:pt x="23464" y="639186"/>
                  <a:pt x="23464" y="642869"/>
                  <a:pt x="24708" y="645324"/>
                </a:cubicBezTo>
                <a:lnTo>
                  <a:pt x="44612" y="671102"/>
                </a:lnTo>
                <a:cubicBezTo>
                  <a:pt x="68248" y="699335"/>
                  <a:pt x="104324" y="716520"/>
                  <a:pt x="142888" y="716520"/>
                </a:cubicBezTo>
                <a:lnTo>
                  <a:pt x="768619" y="716520"/>
                </a:lnTo>
                <a:cubicBezTo>
                  <a:pt x="805939" y="716520"/>
                  <a:pt x="844503" y="699335"/>
                  <a:pt x="866895" y="671102"/>
                </a:cubicBezTo>
                <a:lnTo>
                  <a:pt x="885555" y="645324"/>
                </a:lnTo>
                <a:cubicBezTo>
                  <a:pt x="889287" y="642869"/>
                  <a:pt x="888043" y="639186"/>
                  <a:pt x="886799" y="637959"/>
                </a:cubicBezTo>
                <a:cubicBezTo>
                  <a:pt x="886799" y="636731"/>
                  <a:pt x="884311" y="634276"/>
                  <a:pt x="879335" y="634276"/>
                </a:cubicBezTo>
                <a:lnTo>
                  <a:pt x="526039" y="634276"/>
                </a:lnTo>
                <a:cubicBezTo>
                  <a:pt x="513599" y="634276"/>
                  <a:pt x="503647" y="640414"/>
                  <a:pt x="497427" y="650234"/>
                </a:cubicBezTo>
                <a:cubicBezTo>
                  <a:pt x="491207" y="666192"/>
                  <a:pt x="473791" y="677240"/>
                  <a:pt x="455131" y="677240"/>
                </a:cubicBezTo>
                <a:cubicBezTo>
                  <a:pt x="436472" y="677240"/>
                  <a:pt x="420300" y="666192"/>
                  <a:pt x="412836" y="650234"/>
                </a:cubicBezTo>
                <a:cubicBezTo>
                  <a:pt x="409104" y="640414"/>
                  <a:pt x="397908" y="634276"/>
                  <a:pt x="385468" y="634276"/>
                </a:cubicBezTo>
                <a:close/>
                <a:moveTo>
                  <a:pt x="628915" y="469789"/>
                </a:moveTo>
                <a:lnTo>
                  <a:pt x="628915" y="501553"/>
                </a:lnTo>
                <a:cubicBezTo>
                  <a:pt x="628915" y="517435"/>
                  <a:pt x="642434" y="532095"/>
                  <a:pt x="660868" y="532095"/>
                </a:cubicBezTo>
                <a:lnTo>
                  <a:pt x="689134" y="532095"/>
                </a:lnTo>
                <a:cubicBezTo>
                  <a:pt x="706339" y="532095"/>
                  <a:pt x="719858" y="517435"/>
                  <a:pt x="719858" y="501553"/>
                </a:cubicBezTo>
                <a:lnTo>
                  <a:pt x="719858" y="469789"/>
                </a:lnTo>
                <a:close/>
                <a:moveTo>
                  <a:pt x="441439" y="391284"/>
                </a:moveTo>
                <a:lnTo>
                  <a:pt x="381006" y="472301"/>
                </a:lnTo>
                <a:lnTo>
                  <a:pt x="381006" y="473528"/>
                </a:lnTo>
                <a:lnTo>
                  <a:pt x="503106" y="473528"/>
                </a:lnTo>
                <a:lnTo>
                  <a:pt x="504339" y="472301"/>
                </a:lnTo>
                <a:lnTo>
                  <a:pt x="442673" y="391284"/>
                </a:lnTo>
                <a:close/>
                <a:moveTo>
                  <a:pt x="441427" y="366361"/>
                </a:moveTo>
                <a:cubicBezTo>
                  <a:pt x="450084" y="366361"/>
                  <a:pt x="457504" y="371299"/>
                  <a:pt x="461215" y="376236"/>
                </a:cubicBezTo>
                <a:lnTo>
                  <a:pt x="523053" y="458938"/>
                </a:lnTo>
                <a:cubicBezTo>
                  <a:pt x="528000" y="465110"/>
                  <a:pt x="529237" y="476219"/>
                  <a:pt x="525526" y="483625"/>
                </a:cubicBezTo>
                <a:cubicBezTo>
                  <a:pt x="520579" y="492266"/>
                  <a:pt x="511922" y="497203"/>
                  <a:pt x="503265" y="497203"/>
                </a:cubicBezTo>
                <a:lnTo>
                  <a:pt x="380825" y="497203"/>
                </a:lnTo>
                <a:cubicBezTo>
                  <a:pt x="372168" y="497203"/>
                  <a:pt x="363511" y="492266"/>
                  <a:pt x="358564" y="483625"/>
                </a:cubicBezTo>
                <a:cubicBezTo>
                  <a:pt x="354853" y="476219"/>
                  <a:pt x="356090" y="465110"/>
                  <a:pt x="361037" y="458938"/>
                </a:cubicBezTo>
                <a:lnTo>
                  <a:pt x="422875" y="376236"/>
                </a:lnTo>
                <a:cubicBezTo>
                  <a:pt x="426585" y="371299"/>
                  <a:pt x="434006" y="366361"/>
                  <a:pt x="441427" y="366361"/>
                </a:cubicBezTo>
                <a:close/>
                <a:moveTo>
                  <a:pt x="433882" y="279121"/>
                </a:moveTo>
                <a:lnTo>
                  <a:pt x="207841" y="530849"/>
                </a:lnTo>
                <a:lnTo>
                  <a:pt x="613969" y="530849"/>
                </a:lnTo>
                <a:cubicBezTo>
                  <a:pt x="607759" y="520929"/>
                  <a:pt x="604033" y="511009"/>
                  <a:pt x="604033" y="499848"/>
                </a:cubicBezTo>
                <a:lnTo>
                  <a:pt x="604033" y="451487"/>
                </a:lnTo>
                <a:lnTo>
                  <a:pt x="448785" y="279121"/>
                </a:lnTo>
                <a:cubicBezTo>
                  <a:pt x="446301" y="275401"/>
                  <a:pt x="438850" y="275401"/>
                  <a:pt x="433882" y="279121"/>
                </a:cubicBezTo>
                <a:close/>
                <a:moveTo>
                  <a:pt x="660650" y="184429"/>
                </a:moveTo>
                <a:cubicBezTo>
                  <a:pt x="665371" y="184429"/>
                  <a:pt x="671272" y="190626"/>
                  <a:pt x="671272" y="196824"/>
                </a:cubicBezTo>
                <a:lnTo>
                  <a:pt x="671272" y="403813"/>
                </a:lnTo>
                <a:cubicBezTo>
                  <a:pt x="671272" y="411249"/>
                  <a:pt x="665371" y="416207"/>
                  <a:pt x="660650" y="416207"/>
                </a:cubicBezTo>
                <a:cubicBezTo>
                  <a:pt x="653569" y="416207"/>
                  <a:pt x="648848" y="411249"/>
                  <a:pt x="648848" y="403813"/>
                </a:cubicBezTo>
                <a:lnTo>
                  <a:pt x="648848" y="196824"/>
                </a:lnTo>
                <a:cubicBezTo>
                  <a:pt x="648848" y="190626"/>
                  <a:pt x="653569" y="184429"/>
                  <a:pt x="660650" y="184429"/>
                </a:cubicBezTo>
                <a:close/>
                <a:moveTo>
                  <a:pt x="338649" y="179444"/>
                </a:moveTo>
                <a:lnTo>
                  <a:pt x="338649" y="351747"/>
                </a:lnTo>
                <a:lnTo>
                  <a:pt x="416767" y="263736"/>
                </a:lnTo>
                <a:cubicBezTo>
                  <a:pt x="422967" y="256299"/>
                  <a:pt x="432887" y="252580"/>
                  <a:pt x="441567" y="252580"/>
                </a:cubicBezTo>
                <a:cubicBezTo>
                  <a:pt x="451486" y="252580"/>
                  <a:pt x="460166" y="256299"/>
                  <a:pt x="467606" y="263736"/>
                </a:cubicBezTo>
                <a:lnTo>
                  <a:pt x="604003" y="416206"/>
                </a:lnTo>
                <a:lnTo>
                  <a:pt x="604003" y="179444"/>
                </a:lnTo>
                <a:close/>
                <a:moveTo>
                  <a:pt x="166622" y="179444"/>
                </a:moveTo>
                <a:cubicBezTo>
                  <a:pt x="133045" y="179444"/>
                  <a:pt x="105686" y="206787"/>
                  <a:pt x="105686" y="240343"/>
                </a:cubicBezTo>
                <a:lnTo>
                  <a:pt x="105686" y="608223"/>
                </a:lnTo>
                <a:lnTo>
                  <a:pt x="385492" y="608223"/>
                </a:lnTo>
                <a:cubicBezTo>
                  <a:pt x="406633" y="608223"/>
                  <a:pt x="426531" y="620651"/>
                  <a:pt x="435236" y="640537"/>
                </a:cubicBezTo>
                <a:cubicBezTo>
                  <a:pt x="438966" y="647994"/>
                  <a:pt x="446428" y="651722"/>
                  <a:pt x="455133" y="651722"/>
                </a:cubicBezTo>
                <a:cubicBezTo>
                  <a:pt x="465082" y="651722"/>
                  <a:pt x="472543" y="647994"/>
                  <a:pt x="476274" y="640537"/>
                </a:cubicBezTo>
                <a:cubicBezTo>
                  <a:pt x="484979" y="620651"/>
                  <a:pt x="503633" y="608223"/>
                  <a:pt x="526017" y="608223"/>
                </a:cubicBezTo>
                <a:lnTo>
                  <a:pt x="807067" y="608223"/>
                </a:lnTo>
                <a:lnTo>
                  <a:pt x="807067" y="240343"/>
                </a:lnTo>
                <a:cubicBezTo>
                  <a:pt x="807067" y="206787"/>
                  <a:pt x="779708" y="179444"/>
                  <a:pt x="746131" y="179444"/>
                </a:cubicBezTo>
                <a:lnTo>
                  <a:pt x="743644" y="179444"/>
                </a:lnTo>
                <a:lnTo>
                  <a:pt x="743644" y="501339"/>
                </a:lnTo>
                <a:cubicBezTo>
                  <a:pt x="743644" y="531167"/>
                  <a:pt x="718773" y="556024"/>
                  <a:pt x="688927" y="556024"/>
                </a:cubicBezTo>
                <a:lnTo>
                  <a:pt x="660324" y="556024"/>
                </a:lnTo>
                <a:lnTo>
                  <a:pt x="181545" y="556024"/>
                </a:lnTo>
                <a:cubicBezTo>
                  <a:pt x="180301" y="556024"/>
                  <a:pt x="179057" y="556024"/>
                  <a:pt x="177814" y="556024"/>
                </a:cubicBezTo>
                <a:cubicBezTo>
                  <a:pt x="177814" y="556024"/>
                  <a:pt x="177814" y="556024"/>
                  <a:pt x="177814" y="554781"/>
                </a:cubicBezTo>
                <a:cubicBezTo>
                  <a:pt x="176570" y="554781"/>
                  <a:pt x="175327" y="554781"/>
                  <a:pt x="175327" y="554781"/>
                </a:cubicBezTo>
                <a:lnTo>
                  <a:pt x="174083" y="554781"/>
                </a:lnTo>
                <a:cubicBezTo>
                  <a:pt x="174083" y="553538"/>
                  <a:pt x="172839" y="552295"/>
                  <a:pt x="171596" y="552295"/>
                </a:cubicBezTo>
                <a:cubicBezTo>
                  <a:pt x="171596" y="552295"/>
                  <a:pt x="171596" y="552295"/>
                  <a:pt x="171596" y="551052"/>
                </a:cubicBezTo>
                <a:cubicBezTo>
                  <a:pt x="171596" y="549810"/>
                  <a:pt x="170352" y="549810"/>
                  <a:pt x="170352" y="548567"/>
                </a:cubicBezTo>
                <a:cubicBezTo>
                  <a:pt x="170352" y="548567"/>
                  <a:pt x="170352" y="546081"/>
                  <a:pt x="169109" y="546081"/>
                </a:cubicBezTo>
                <a:lnTo>
                  <a:pt x="169109" y="544838"/>
                </a:lnTo>
                <a:lnTo>
                  <a:pt x="169109" y="543595"/>
                </a:lnTo>
                <a:lnTo>
                  <a:pt x="169109" y="179444"/>
                </a:lnTo>
                <a:close/>
                <a:moveTo>
                  <a:pt x="628915" y="150783"/>
                </a:moveTo>
                <a:lnTo>
                  <a:pt x="628915" y="444866"/>
                </a:lnTo>
                <a:lnTo>
                  <a:pt x="719858" y="444866"/>
                </a:lnTo>
                <a:lnTo>
                  <a:pt x="719858" y="150783"/>
                </a:lnTo>
                <a:close/>
                <a:moveTo>
                  <a:pt x="674387" y="46110"/>
                </a:moveTo>
                <a:lnTo>
                  <a:pt x="628915" y="123407"/>
                </a:lnTo>
                <a:cubicBezTo>
                  <a:pt x="628915" y="123407"/>
                  <a:pt x="628915" y="124634"/>
                  <a:pt x="628915" y="125861"/>
                </a:cubicBezTo>
                <a:lnTo>
                  <a:pt x="719858" y="125861"/>
                </a:lnTo>
                <a:cubicBezTo>
                  <a:pt x="719858" y="124634"/>
                  <a:pt x="719858" y="123407"/>
                  <a:pt x="719858" y="123407"/>
                </a:cubicBezTo>
                <a:close/>
                <a:moveTo>
                  <a:pt x="210155" y="23680"/>
                </a:moveTo>
                <a:cubicBezTo>
                  <a:pt x="200290" y="23680"/>
                  <a:pt x="192892" y="31138"/>
                  <a:pt x="192892" y="39838"/>
                </a:cubicBezTo>
                <a:lnTo>
                  <a:pt x="192892" y="106958"/>
                </a:lnTo>
                <a:lnTo>
                  <a:pt x="217554" y="106958"/>
                </a:lnTo>
                <a:cubicBezTo>
                  <a:pt x="223719" y="106958"/>
                  <a:pt x="228651" y="113172"/>
                  <a:pt x="228651" y="119387"/>
                </a:cubicBezTo>
                <a:cubicBezTo>
                  <a:pt x="228651" y="125602"/>
                  <a:pt x="223719" y="130574"/>
                  <a:pt x="217554" y="130574"/>
                </a:cubicBezTo>
                <a:lnTo>
                  <a:pt x="192892" y="130574"/>
                </a:lnTo>
                <a:lnTo>
                  <a:pt x="192892" y="179048"/>
                </a:lnTo>
                <a:lnTo>
                  <a:pt x="217554" y="179048"/>
                </a:lnTo>
                <a:cubicBezTo>
                  <a:pt x="223719" y="179048"/>
                  <a:pt x="228651" y="185263"/>
                  <a:pt x="228651" y="191478"/>
                </a:cubicBezTo>
                <a:cubicBezTo>
                  <a:pt x="228651" y="197693"/>
                  <a:pt x="223719" y="203907"/>
                  <a:pt x="217554" y="203907"/>
                </a:cubicBezTo>
                <a:lnTo>
                  <a:pt x="192892" y="203907"/>
                </a:lnTo>
                <a:lnTo>
                  <a:pt x="192892" y="252382"/>
                </a:lnTo>
                <a:lnTo>
                  <a:pt x="217554" y="252382"/>
                </a:lnTo>
                <a:cubicBezTo>
                  <a:pt x="223719" y="252382"/>
                  <a:pt x="228651" y="257354"/>
                  <a:pt x="228651" y="263569"/>
                </a:cubicBezTo>
                <a:cubicBezTo>
                  <a:pt x="228651" y="269784"/>
                  <a:pt x="223719" y="275998"/>
                  <a:pt x="217554" y="275998"/>
                </a:cubicBezTo>
                <a:lnTo>
                  <a:pt x="192892" y="275998"/>
                </a:lnTo>
                <a:lnTo>
                  <a:pt x="192892" y="324473"/>
                </a:lnTo>
                <a:lnTo>
                  <a:pt x="217554" y="324473"/>
                </a:lnTo>
                <a:cubicBezTo>
                  <a:pt x="223719" y="324473"/>
                  <a:pt x="228651" y="329445"/>
                  <a:pt x="228651" y="335660"/>
                </a:cubicBezTo>
                <a:cubicBezTo>
                  <a:pt x="228651" y="341874"/>
                  <a:pt x="223719" y="348089"/>
                  <a:pt x="217554" y="348089"/>
                </a:cubicBezTo>
                <a:lnTo>
                  <a:pt x="192892" y="348089"/>
                </a:lnTo>
                <a:lnTo>
                  <a:pt x="192892" y="512158"/>
                </a:lnTo>
                <a:lnTo>
                  <a:pt x="313734" y="377920"/>
                </a:lnTo>
                <a:lnTo>
                  <a:pt x="313734" y="39838"/>
                </a:lnTo>
                <a:cubicBezTo>
                  <a:pt x="313734" y="31138"/>
                  <a:pt x="306336" y="23680"/>
                  <a:pt x="296471" y="23680"/>
                </a:cubicBezTo>
                <a:close/>
                <a:moveTo>
                  <a:pt x="210046" y="0"/>
                </a:moveTo>
                <a:lnTo>
                  <a:pt x="297132" y="0"/>
                </a:lnTo>
                <a:cubicBezTo>
                  <a:pt x="319526" y="0"/>
                  <a:pt x="338187" y="17416"/>
                  <a:pt x="338187" y="39809"/>
                </a:cubicBezTo>
                <a:lnTo>
                  <a:pt x="338187" y="155503"/>
                </a:lnTo>
                <a:lnTo>
                  <a:pt x="604423" y="155503"/>
                </a:lnTo>
                <a:lnTo>
                  <a:pt x="604423" y="129378"/>
                </a:lnTo>
                <a:cubicBezTo>
                  <a:pt x="604423" y="128134"/>
                  <a:pt x="604423" y="128134"/>
                  <a:pt x="604423" y="126890"/>
                </a:cubicBezTo>
                <a:cubicBezTo>
                  <a:pt x="604423" y="121914"/>
                  <a:pt x="604423" y="116938"/>
                  <a:pt x="608155" y="111962"/>
                </a:cubicBezTo>
                <a:lnTo>
                  <a:pt x="655431" y="29857"/>
                </a:lnTo>
                <a:cubicBezTo>
                  <a:pt x="660407" y="23637"/>
                  <a:pt x="666628" y="18660"/>
                  <a:pt x="674092" y="18660"/>
                </a:cubicBezTo>
                <a:cubicBezTo>
                  <a:pt x="681557" y="18660"/>
                  <a:pt x="687777" y="23637"/>
                  <a:pt x="692754" y="29857"/>
                </a:cubicBezTo>
                <a:lnTo>
                  <a:pt x="740029" y="111962"/>
                </a:lnTo>
                <a:cubicBezTo>
                  <a:pt x="742517" y="116938"/>
                  <a:pt x="743761" y="121914"/>
                  <a:pt x="743761" y="126890"/>
                </a:cubicBezTo>
                <a:cubicBezTo>
                  <a:pt x="743761" y="126890"/>
                  <a:pt x="743761" y="128134"/>
                  <a:pt x="743761" y="129378"/>
                </a:cubicBezTo>
                <a:lnTo>
                  <a:pt x="743761" y="155503"/>
                </a:lnTo>
                <a:lnTo>
                  <a:pt x="746250" y="155503"/>
                </a:lnTo>
                <a:cubicBezTo>
                  <a:pt x="792281" y="155503"/>
                  <a:pt x="830848" y="192824"/>
                  <a:pt x="830848" y="240096"/>
                </a:cubicBezTo>
                <a:lnTo>
                  <a:pt x="830848" y="608327"/>
                </a:lnTo>
                <a:lnTo>
                  <a:pt x="879368" y="608327"/>
                </a:lnTo>
                <a:cubicBezTo>
                  <a:pt x="891809" y="608327"/>
                  <a:pt x="903005" y="615791"/>
                  <a:pt x="909226" y="626987"/>
                </a:cubicBezTo>
                <a:cubicBezTo>
                  <a:pt x="914202" y="636939"/>
                  <a:pt x="911714" y="649380"/>
                  <a:pt x="904249" y="659332"/>
                </a:cubicBezTo>
                <a:lnTo>
                  <a:pt x="884344" y="684212"/>
                </a:lnTo>
                <a:cubicBezTo>
                  <a:pt x="858218" y="719045"/>
                  <a:pt x="814675" y="740193"/>
                  <a:pt x="768643" y="740193"/>
                </a:cubicBezTo>
                <a:lnTo>
                  <a:pt x="142865" y="740193"/>
                </a:lnTo>
                <a:cubicBezTo>
                  <a:pt x="96833" y="740193"/>
                  <a:pt x="54534" y="719045"/>
                  <a:pt x="25920" y="684212"/>
                </a:cubicBezTo>
                <a:lnTo>
                  <a:pt x="7259" y="659332"/>
                </a:lnTo>
                <a:cubicBezTo>
                  <a:pt x="-206" y="649380"/>
                  <a:pt x="-2694" y="636939"/>
                  <a:pt x="3527" y="626987"/>
                </a:cubicBezTo>
                <a:cubicBezTo>
                  <a:pt x="8503" y="615791"/>
                  <a:pt x="19700" y="608327"/>
                  <a:pt x="33385" y="608327"/>
                </a:cubicBezTo>
                <a:lnTo>
                  <a:pt x="81904" y="608327"/>
                </a:lnTo>
                <a:lnTo>
                  <a:pt x="81904" y="240096"/>
                </a:lnTo>
                <a:cubicBezTo>
                  <a:pt x="81904" y="192824"/>
                  <a:pt x="120471" y="155503"/>
                  <a:pt x="166502" y="155503"/>
                </a:cubicBezTo>
                <a:lnTo>
                  <a:pt x="168991" y="155503"/>
                </a:lnTo>
                <a:lnTo>
                  <a:pt x="168991" y="39809"/>
                </a:lnTo>
                <a:cubicBezTo>
                  <a:pt x="168991" y="17416"/>
                  <a:pt x="187652" y="0"/>
                  <a:pt x="210046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4" name="Freeform 383">
            <a:extLst>
              <a:ext uri="{FF2B5EF4-FFF2-40B4-BE49-F238E27FC236}">
                <a16:creationId xmlns:a16="http://schemas.microsoft.com/office/drawing/2014/main" id="{760D34ED-4556-FB42-8F4B-13CA537175A8}"/>
              </a:ext>
            </a:extLst>
          </p:cNvPr>
          <p:cNvSpPr/>
          <p:nvPr/>
        </p:nvSpPr>
        <p:spPr>
          <a:xfrm>
            <a:off x="1617041" y="7217504"/>
            <a:ext cx="8303198" cy="173334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66" h="1392">
                <a:moveTo>
                  <a:pt x="2087" y="0"/>
                </a:moveTo>
                <a:cubicBezTo>
                  <a:pt x="1793" y="0"/>
                  <a:pt x="1542" y="183"/>
                  <a:pt x="1440" y="440"/>
                </a:cubicBezTo>
                <a:lnTo>
                  <a:pt x="1342" y="440"/>
                </a:lnTo>
                <a:cubicBezTo>
                  <a:pt x="1238" y="178"/>
                  <a:pt x="979" y="-6"/>
                  <a:pt x="678" y="1"/>
                </a:cubicBezTo>
                <a:cubicBezTo>
                  <a:pt x="307" y="9"/>
                  <a:pt x="5" y="314"/>
                  <a:pt x="0" y="685"/>
                </a:cubicBezTo>
                <a:cubicBezTo>
                  <a:pt x="-6" y="1075"/>
                  <a:pt x="307" y="1392"/>
                  <a:pt x="695" y="1392"/>
                </a:cubicBezTo>
                <a:cubicBezTo>
                  <a:pt x="989" y="1392"/>
                  <a:pt x="1241" y="1210"/>
                  <a:pt x="1342" y="952"/>
                </a:cubicBezTo>
                <a:lnTo>
                  <a:pt x="1440" y="952"/>
                </a:lnTo>
                <a:cubicBezTo>
                  <a:pt x="1542" y="1210"/>
                  <a:pt x="1793" y="1392"/>
                  <a:pt x="2087" y="1392"/>
                </a:cubicBezTo>
                <a:lnTo>
                  <a:pt x="6381" y="1392"/>
                </a:lnTo>
                <a:cubicBezTo>
                  <a:pt x="6538" y="1392"/>
                  <a:pt x="6666" y="1265"/>
                  <a:pt x="6666" y="1108"/>
                </a:cubicBezTo>
                <a:lnTo>
                  <a:pt x="6666" y="935"/>
                </a:lnTo>
                <a:cubicBezTo>
                  <a:pt x="6666" y="419"/>
                  <a:pt x="6247" y="0"/>
                  <a:pt x="5731" y="0"/>
                </a:cubicBezTo>
                <a:close/>
              </a:path>
            </a:pathLst>
          </a:custGeom>
          <a:solidFill>
            <a:schemeClr val="accent6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5" name="Freeform 384">
            <a:extLst>
              <a:ext uri="{FF2B5EF4-FFF2-40B4-BE49-F238E27FC236}">
                <a16:creationId xmlns:a16="http://schemas.microsoft.com/office/drawing/2014/main" id="{1FC6889E-D7BF-7646-A82D-94B113A48638}"/>
              </a:ext>
            </a:extLst>
          </p:cNvPr>
          <p:cNvSpPr/>
          <p:nvPr/>
        </p:nvSpPr>
        <p:spPr>
          <a:xfrm>
            <a:off x="1489970" y="7344608"/>
            <a:ext cx="8303198" cy="173334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66" h="1392">
                <a:moveTo>
                  <a:pt x="2087" y="0"/>
                </a:moveTo>
                <a:cubicBezTo>
                  <a:pt x="1793" y="0"/>
                  <a:pt x="1542" y="183"/>
                  <a:pt x="1440" y="440"/>
                </a:cubicBezTo>
                <a:lnTo>
                  <a:pt x="1343" y="440"/>
                </a:lnTo>
                <a:cubicBezTo>
                  <a:pt x="1239" y="178"/>
                  <a:pt x="979" y="-7"/>
                  <a:pt x="678" y="0"/>
                </a:cubicBezTo>
                <a:cubicBezTo>
                  <a:pt x="307" y="10"/>
                  <a:pt x="6" y="314"/>
                  <a:pt x="0" y="686"/>
                </a:cubicBezTo>
                <a:cubicBezTo>
                  <a:pt x="-6" y="1074"/>
                  <a:pt x="308" y="1392"/>
                  <a:pt x="696" y="1392"/>
                </a:cubicBezTo>
                <a:cubicBezTo>
                  <a:pt x="989" y="1392"/>
                  <a:pt x="1241" y="1210"/>
                  <a:pt x="1343" y="952"/>
                </a:cubicBezTo>
                <a:lnTo>
                  <a:pt x="1440" y="952"/>
                </a:lnTo>
                <a:cubicBezTo>
                  <a:pt x="1542" y="1210"/>
                  <a:pt x="1793" y="1392"/>
                  <a:pt x="2087" y="1392"/>
                </a:cubicBezTo>
                <a:lnTo>
                  <a:pt x="6381" y="1392"/>
                </a:lnTo>
                <a:cubicBezTo>
                  <a:pt x="6539" y="1392"/>
                  <a:pt x="6666" y="1265"/>
                  <a:pt x="6666" y="1108"/>
                </a:cubicBezTo>
                <a:lnTo>
                  <a:pt x="6666" y="935"/>
                </a:lnTo>
                <a:cubicBezTo>
                  <a:pt x="6666" y="419"/>
                  <a:pt x="6247" y="0"/>
                  <a:pt x="5731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7" name="Freeform 386">
            <a:extLst>
              <a:ext uri="{FF2B5EF4-FFF2-40B4-BE49-F238E27FC236}">
                <a16:creationId xmlns:a16="http://schemas.microsoft.com/office/drawing/2014/main" id="{D3C3D17E-B91B-1C40-B3B7-66BBE1882A49}"/>
              </a:ext>
            </a:extLst>
          </p:cNvPr>
          <p:cNvSpPr/>
          <p:nvPr/>
        </p:nvSpPr>
        <p:spPr>
          <a:xfrm>
            <a:off x="1623267" y="7477943"/>
            <a:ext cx="1465051" cy="146667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77" h="1178">
                <a:moveTo>
                  <a:pt x="1177" y="590"/>
                </a:moveTo>
                <a:cubicBezTo>
                  <a:pt x="1177" y="914"/>
                  <a:pt x="913" y="1178"/>
                  <a:pt x="589" y="1178"/>
                </a:cubicBezTo>
                <a:cubicBezTo>
                  <a:pt x="263" y="1178"/>
                  <a:pt x="0" y="914"/>
                  <a:pt x="0" y="590"/>
                </a:cubicBezTo>
                <a:cubicBezTo>
                  <a:pt x="0" y="264"/>
                  <a:pt x="263" y="0"/>
                  <a:pt x="589" y="0"/>
                </a:cubicBezTo>
                <a:cubicBezTo>
                  <a:pt x="913" y="0"/>
                  <a:pt x="1177" y="264"/>
                  <a:pt x="1177" y="59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90" name="Rounded Rectangle 389">
            <a:extLst>
              <a:ext uri="{FF2B5EF4-FFF2-40B4-BE49-F238E27FC236}">
                <a16:creationId xmlns:a16="http://schemas.microsoft.com/office/drawing/2014/main" id="{E7E3E8F8-4772-9D45-86D3-7563D70C5862}"/>
              </a:ext>
            </a:extLst>
          </p:cNvPr>
          <p:cNvSpPr/>
          <p:nvPr/>
        </p:nvSpPr>
        <p:spPr>
          <a:xfrm>
            <a:off x="7995495" y="7121554"/>
            <a:ext cx="1627004" cy="1369482"/>
          </a:xfrm>
          <a:prstGeom prst="roundRect">
            <a:avLst/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56" name="Freeform 455">
            <a:extLst>
              <a:ext uri="{FF2B5EF4-FFF2-40B4-BE49-F238E27FC236}">
                <a16:creationId xmlns:a16="http://schemas.microsoft.com/office/drawing/2014/main" id="{2BACB848-3C5F-C247-AE83-2A1AE639380D}"/>
              </a:ext>
            </a:extLst>
          </p:cNvPr>
          <p:cNvSpPr/>
          <p:nvPr/>
        </p:nvSpPr>
        <p:spPr>
          <a:xfrm>
            <a:off x="1623267" y="11338410"/>
            <a:ext cx="1465051" cy="146543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77" h="1177">
                <a:moveTo>
                  <a:pt x="1177" y="589"/>
                </a:moveTo>
                <a:cubicBezTo>
                  <a:pt x="1177" y="914"/>
                  <a:pt x="913" y="1177"/>
                  <a:pt x="589" y="1177"/>
                </a:cubicBezTo>
                <a:cubicBezTo>
                  <a:pt x="263" y="1177"/>
                  <a:pt x="0" y="914"/>
                  <a:pt x="0" y="589"/>
                </a:cubicBezTo>
                <a:cubicBezTo>
                  <a:pt x="0" y="264"/>
                  <a:pt x="263" y="0"/>
                  <a:pt x="589" y="0"/>
                </a:cubicBezTo>
                <a:cubicBezTo>
                  <a:pt x="913" y="0"/>
                  <a:pt x="1177" y="264"/>
                  <a:pt x="1177" y="589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59" name="Rounded Rectangle 458">
            <a:extLst>
              <a:ext uri="{FF2B5EF4-FFF2-40B4-BE49-F238E27FC236}">
                <a16:creationId xmlns:a16="http://schemas.microsoft.com/office/drawing/2014/main" id="{511F6B98-49CC-D949-8CD5-6B38DBBE6545}"/>
              </a:ext>
            </a:extLst>
          </p:cNvPr>
          <p:cNvSpPr/>
          <p:nvPr/>
        </p:nvSpPr>
        <p:spPr>
          <a:xfrm>
            <a:off x="7995495" y="10982018"/>
            <a:ext cx="1627004" cy="1368235"/>
          </a:xfrm>
          <a:prstGeom prst="roundRect">
            <a:avLst/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96" name="Freeform 395">
            <a:extLst>
              <a:ext uri="{FF2B5EF4-FFF2-40B4-BE49-F238E27FC236}">
                <a16:creationId xmlns:a16="http://schemas.microsoft.com/office/drawing/2014/main" id="{C78A8528-EEF3-B042-80CC-6A59FD1BD413}"/>
              </a:ext>
            </a:extLst>
          </p:cNvPr>
          <p:cNvSpPr/>
          <p:nvPr/>
        </p:nvSpPr>
        <p:spPr>
          <a:xfrm>
            <a:off x="8353167" y="7415637"/>
            <a:ext cx="911791" cy="780069"/>
          </a:xfrm>
          <a:custGeom>
            <a:avLst/>
            <a:gdLst>
              <a:gd name="connsiteX0" fmla="*/ 93202 w 911791"/>
              <a:gd name="connsiteY0" fmla="*/ 578198 h 780069"/>
              <a:gd name="connsiteX1" fmla="*/ 24784 w 911791"/>
              <a:gd name="connsiteY1" fmla="*/ 735356 h 780069"/>
              <a:gd name="connsiteX2" fmla="*/ 27272 w 911791"/>
              <a:gd name="connsiteY2" fmla="*/ 750206 h 780069"/>
              <a:gd name="connsiteX3" fmla="*/ 38468 w 911791"/>
              <a:gd name="connsiteY3" fmla="*/ 756393 h 780069"/>
              <a:gd name="connsiteX4" fmla="*/ 858242 w 911791"/>
              <a:gd name="connsiteY4" fmla="*/ 756393 h 780069"/>
              <a:gd name="connsiteX5" fmla="*/ 870682 w 911791"/>
              <a:gd name="connsiteY5" fmla="*/ 750206 h 780069"/>
              <a:gd name="connsiteX6" fmla="*/ 871926 w 911791"/>
              <a:gd name="connsiteY6" fmla="*/ 735356 h 780069"/>
              <a:gd name="connsiteX7" fmla="*/ 804752 w 911791"/>
              <a:gd name="connsiteY7" fmla="*/ 578198 h 780069"/>
              <a:gd name="connsiteX8" fmla="*/ 201588 w 911791"/>
              <a:gd name="connsiteY8" fmla="*/ 423679 h 780069"/>
              <a:gd name="connsiteX9" fmla="*/ 317647 w 911791"/>
              <a:gd name="connsiteY9" fmla="*/ 423679 h 780069"/>
              <a:gd name="connsiteX10" fmla="*/ 328759 w 911791"/>
              <a:gd name="connsiteY10" fmla="*/ 434304 h 780069"/>
              <a:gd name="connsiteX11" fmla="*/ 317647 w 911791"/>
              <a:gd name="connsiteY11" fmla="*/ 446109 h 780069"/>
              <a:gd name="connsiteX12" fmla="*/ 201588 w 911791"/>
              <a:gd name="connsiteY12" fmla="*/ 446109 h 780069"/>
              <a:gd name="connsiteX13" fmla="*/ 190476 w 911791"/>
              <a:gd name="connsiteY13" fmla="*/ 434304 h 780069"/>
              <a:gd name="connsiteX14" fmla="*/ 201588 w 911791"/>
              <a:gd name="connsiteY14" fmla="*/ 423679 h 780069"/>
              <a:gd name="connsiteX15" fmla="*/ 201639 w 911791"/>
              <a:gd name="connsiteY15" fmla="*/ 365109 h 780069"/>
              <a:gd name="connsiteX16" fmla="*/ 463354 w 911791"/>
              <a:gd name="connsiteY16" fmla="*/ 365109 h 780069"/>
              <a:gd name="connsiteX17" fmla="*/ 474517 w 911791"/>
              <a:gd name="connsiteY17" fmla="*/ 375734 h 780069"/>
              <a:gd name="connsiteX18" fmla="*/ 463354 w 911791"/>
              <a:gd name="connsiteY18" fmla="*/ 387539 h 780069"/>
              <a:gd name="connsiteX19" fmla="*/ 201639 w 911791"/>
              <a:gd name="connsiteY19" fmla="*/ 387539 h 780069"/>
              <a:gd name="connsiteX20" fmla="*/ 190476 w 911791"/>
              <a:gd name="connsiteY20" fmla="*/ 375734 h 780069"/>
              <a:gd name="connsiteX21" fmla="*/ 201639 w 911791"/>
              <a:gd name="connsiteY21" fmla="*/ 365109 h 780069"/>
              <a:gd name="connsiteX22" fmla="*/ 201618 w 911791"/>
              <a:gd name="connsiteY22" fmla="*/ 306545 h 780069"/>
              <a:gd name="connsiteX23" fmla="*/ 374931 w 911791"/>
              <a:gd name="connsiteY23" fmla="*/ 306545 h 780069"/>
              <a:gd name="connsiteX24" fmla="*/ 387311 w 911791"/>
              <a:gd name="connsiteY24" fmla="*/ 318351 h 780069"/>
              <a:gd name="connsiteX25" fmla="*/ 374931 w 911791"/>
              <a:gd name="connsiteY25" fmla="*/ 328975 h 780069"/>
              <a:gd name="connsiteX26" fmla="*/ 201618 w 911791"/>
              <a:gd name="connsiteY26" fmla="*/ 328975 h 780069"/>
              <a:gd name="connsiteX27" fmla="*/ 190476 w 911791"/>
              <a:gd name="connsiteY27" fmla="*/ 318351 h 780069"/>
              <a:gd name="connsiteX28" fmla="*/ 201618 w 911791"/>
              <a:gd name="connsiteY28" fmla="*/ 306545 h 780069"/>
              <a:gd name="connsiteX29" fmla="*/ 201562 w 911791"/>
              <a:gd name="connsiteY29" fmla="*/ 249220 h 780069"/>
              <a:gd name="connsiteX30" fmla="*/ 287788 w 911791"/>
              <a:gd name="connsiteY30" fmla="*/ 249220 h 780069"/>
              <a:gd name="connsiteX31" fmla="*/ 300106 w 911791"/>
              <a:gd name="connsiteY31" fmla="*/ 259845 h 780069"/>
              <a:gd name="connsiteX32" fmla="*/ 287788 w 911791"/>
              <a:gd name="connsiteY32" fmla="*/ 271650 h 780069"/>
              <a:gd name="connsiteX33" fmla="*/ 201562 w 911791"/>
              <a:gd name="connsiteY33" fmla="*/ 271650 h 780069"/>
              <a:gd name="connsiteX34" fmla="*/ 190476 w 911791"/>
              <a:gd name="connsiteY34" fmla="*/ 259845 h 780069"/>
              <a:gd name="connsiteX35" fmla="*/ 201562 w 911791"/>
              <a:gd name="connsiteY35" fmla="*/ 249220 h 780069"/>
              <a:gd name="connsiteX36" fmla="*/ 170513 w 911791"/>
              <a:gd name="connsiteY36" fmla="*/ 199379 h 780069"/>
              <a:gd name="connsiteX37" fmla="*/ 155595 w 911791"/>
              <a:gd name="connsiteY37" fmla="*/ 214270 h 780069"/>
              <a:gd name="connsiteX38" fmla="*/ 155595 w 911791"/>
              <a:gd name="connsiteY38" fmla="*/ 479823 h 780069"/>
              <a:gd name="connsiteX39" fmla="*/ 170513 w 911791"/>
              <a:gd name="connsiteY39" fmla="*/ 495955 h 780069"/>
              <a:gd name="connsiteX40" fmla="*/ 726199 w 911791"/>
              <a:gd name="connsiteY40" fmla="*/ 495955 h 780069"/>
              <a:gd name="connsiteX41" fmla="*/ 741117 w 911791"/>
              <a:gd name="connsiteY41" fmla="*/ 478583 h 780069"/>
              <a:gd name="connsiteX42" fmla="*/ 741117 w 911791"/>
              <a:gd name="connsiteY42" fmla="*/ 286243 h 780069"/>
              <a:gd name="connsiteX43" fmla="*/ 706309 w 911791"/>
              <a:gd name="connsiteY43" fmla="*/ 286243 h 780069"/>
              <a:gd name="connsiteX44" fmla="*/ 691391 w 911791"/>
              <a:gd name="connsiteY44" fmla="*/ 327192 h 780069"/>
              <a:gd name="connsiteX45" fmla="*/ 670258 w 911791"/>
              <a:gd name="connsiteY45" fmla="*/ 340842 h 780069"/>
              <a:gd name="connsiteX46" fmla="*/ 669014 w 911791"/>
              <a:gd name="connsiteY46" fmla="*/ 340842 h 780069"/>
              <a:gd name="connsiteX47" fmla="*/ 649124 w 911791"/>
              <a:gd name="connsiteY47" fmla="*/ 327192 h 780069"/>
              <a:gd name="connsiteX48" fmla="*/ 630477 w 911791"/>
              <a:gd name="connsiteY48" fmla="*/ 286243 h 780069"/>
              <a:gd name="connsiteX49" fmla="*/ 481299 w 911791"/>
              <a:gd name="connsiteY49" fmla="*/ 286243 h 780069"/>
              <a:gd name="connsiteX50" fmla="*/ 451464 w 911791"/>
              <a:gd name="connsiteY50" fmla="*/ 256461 h 780069"/>
              <a:gd name="connsiteX51" fmla="*/ 451464 w 911791"/>
              <a:gd name="connsiteY51" fmla="*/ 199379 h 780069"/>
              <a:gd name="connsiteX52" fmla="*/ 609062 w 911791"/>
              <a:gd name="connsiteY52" fmla="*/ 155765 h 780069"/>
              <a:gd name="connsiteX53" fmla="*/ 609062 w 911791"/>
              <a:gd name="connsiteY53" fmla="*/ 186140 h 780069"/>
              <a:gd name="connsiteX54" fmla="*/ 668353 w 911791"/>
              <a:gd name="connsiteY54" fmla="*/ 203149 h 780069"/>
              <a:gd name="connsiteX55" fmla="*/ 695529 w 911791"/>
              <a:gd name="connsiteY55" fmla="*/ 203149 h 780069"/>
              <a:gd name="connsiteX56" fmla="*/ 754820 w 911791"/>
              <a:gd name="connsiteY56" fmla="*/ 186140 h 780069"/>
              <a:gd name="connsiteX57" fmla="*/ 754820 w 911791"/>
              <a:gd name="connsiteY57" fmla="*/ 155765 h 780069"/>
              <a:gd name="connsiteX58" fmla="*/ 694293 w 911791"/>
              <a:gd name="connsiteY58" fmla="*/ 177635 h 780069"/>
              <a:gd name="connsiteX59" fmla="*/ 681941 w 911791"/>
              <a:gd name="connsiteY59" fmla="*/ 180065 h 780069"/>
              <a:gd name="connsiteX60" fmla="*/ 669589 w 911791"/>
              <a:gd name="connsiteY60" fmla="*/ 177635 h 780069"/>
              <a:gd name="connsiteX61" fmla="*/ 113209 w 911791"/>
              <a:gd name="connsiteY61" fmla="*/ 140811 h 780069"/>
              <a:gd name="connsiteX62" fmla="*/ 97042 w 911791"/>
              <a:gd name="connsiteY62" fmla="*/ 156962 h 780069"/>
              <a:gd name="connsiteX63" fmla="*/ 97042 w 911791"/>
              <a:gd name="connsiteY63" fmla="*/ 553275 h 780069"/>
              <a:gd name="connsiteX64" fmla="*/ 800914 w 911791"/>
              <a:gd name="connsiteY64" fmla="*/ 553275 h 780069"/>
              <a:gd name="connsiteX65" fmla="*/ 800914 w 911791"/>
              <a:gd name="connsiteY65" fmla="*/ 286168 h 780069"/>
              <a:gd name="connsiteX66" fmla="*/ 766093 w 911791"/>
              <a:gd name="connsiteY66" fmla="*/ 286168 h 780069"/>
              <a:gd name="connsiteX67" fmla="*/ 766093 w 911791"/>
              <a:gd name="connsiteY67" fmla="*/ 478734 h 780069"/>
              <a:gd name="connsiteX68" fmla="*/ 726299 w 911791"/>
              <a:gd name="connsiteY68" fmla="*/ 518489 h 780069"/>
              <a:gd name="connsiteX69" fmla="*/ 170414 w 911791"/>
              <a:gd name="connsiteY69" fmla="*/ 518489 h 780069"/>
              <a:gd name="connsiteX70" fmla="*/ 131863 w 911791"/>
              <a:gd name="connsiteY70" fmla="*/ 479976 h 780069"/>
              <a:gd name="connsiteX71" fmla="*/ 131863 w 911791"/>
              <a:gd name="connsiteY71" fmla="*/ 214111 h 780069"/>
              <a:gd name="connsiteX72" fmla="*/ 170414 w 911791"/>
              <a:gd name="connsiteY72" fmla="*/ 175597 h 780069"/>
              <a:gd name="connsiteX73" fmla="*/ 451465 w 911791"/>
              <a:gd name="connsiteY73" fmla="*/ 175597 h 780069"/>
              <a:gd name="connsiteX74" fmla="*/ 451465 w 911791"/>
              <a:gd name="connsiteY74" fmla="*/ 140811 h 780069"/>
              <a:gd name="connsiteX75" fmla="*/ 681941 w 911791"/>
              <a:gd name="connsiteY75" fmla="*/ 84736 h 780069"/>
              <a:gd name="connsiteX76" fmla="*/ 582900 w 911791"/>
              <a:gd name="connsiteY76" fmla="*/ 120251 h 780069"/>
              <a:gd name="connsiteX77" fmla="*/ 676988 w 911791"/>
              <a:gd name="connsiteY77" fmla="*/ 154541 h 780069"/>
              <a:gd name="connsiteX78" fmla="*/ 685655 w 911791"/>
              <a:gd name="connsiteY78" fmla="*/ 154541 h 780069"/>
              <a:gd name="connsiteX79" fmla="*/ 780981 w 911791"/>
              <a:gd name="connsiteY79" fmla="*/ 120251 h 780069"/>
              <a:gd name="connsiteX80" fmla="*/ 676976 w 911791"/>
              <a:gd name="connsiteY80" fmla="*/ 62298 h 780069"/>
              <a:gd name="connsiteX81" fmla="*/ 685658 w 911791"/>
              <a:gd name="connsiteY81" fmla="*/ 62298 h 780069"/>
              <a:gd name="connsiteX82" fmla="*/ 808435 w 911791"/>
              <a:gd name="connsiteY82" fmla="*/ 106829 h 780069"/>
              <a:gd name="connsiteX83" fmla="*/ 819597 w 911791"/>
              <a:gd name="connsiteY83" fmla="*/ 119198 h 780069"/>
              <a:gd name="connsiteX84" fmla="*/ 819597 w 911791"/>
              <a:gd name="connsiteY84" fmla="*/ 121672 h 780069"/>
              <a:gd name="connsiteX85" fmla="*/ 819597 w 911791"/>
              <a:gd name="connsiteY85" fmla="*/ 173624 h 780069"/>
              <a:gd name="connsiteX86" fmla="*/ 808435 w 911791"/>
              <a:gd name="connsiteY86" fmla="*/ 184757 h 780069"/>
              <a:gd name="connsiteX87" fmla="*/ 796034 w 911791"/>
              <a:gd name="connsiteY87" fmla="*/ 173624 h 780069"/>
              <a:gd name="connsiteX88" fmla="*/ 796034 w 911791"/>
              <a:gd name="connsiteY88" fmla="*/ 141463 h 780069"/>
              <a:gd name="connsiteX89" fmla="*/ 779911 w 911791"/>
              <a:gd name="connsiteY89" fmla="*/ 147648 h 780069"/>
              <a:gd name="connsiteX90" fmla="*/ 779911 w 911791"/>
              <a:gd name="connsiteY90" fmla="*/ 197126 h 780069"/>
              <a:gd name="connsiteX91" fmla="*/ 769990 w 911791"/>
              <a:gd name="connsiteY91" fmla="*/ 208259 h 780069"/>
              <a:gd name="connsiteX92" fmla="*/ 701780 w 911791"/>
              <a:gd name="connsiteY92" fmla="*/ 226813 h 780069"/>
              <a:gd name="connsiteX93" fmla="*/ 681937 w 911791"/>
              <a:gd name="connsiteY93" fmla="*/ 229287 h 780069"/>
              <a:gd name="connsiteX94" fmla="*/ 662094 w 911791"/>
              <a:gd name="connsiteY94" fmla="*/ 226813 h 780069"/>
              <a:gd name="connsiteX95" fmla="*/ 593884 w 911791"/>
              <a:gd name="connsiteY95" fmla="*/ 208259 h 780069"/>
              <a:gd name="connsiteX96" fmla="*/ 583963 w 911791"/>
              <a:gd name="connsiteY96" fmla="*/ 197126 h 780069"/>
              <a:gd name="connsiteX97" fmla="*/ 583963 w 911791"/>
              <a:gd name="connsiteY97" fmla="*/ 147648 h 780069"/>
              <a:gd name="connsiteX98" fmla="*/ 554198 w 911791"/>
              <a:gd name="connsiteY98" fmla="*/ 136516 h 780069"/>
              <a:gd name="connsiteX99" fmla="*/ 544277 w 911791"/>
              <a:gd name="connsiteY99" fmla="*/ 121672 h 780069"/>
              <a:gd name="connsiteX100" fmla="*/ 554198 w 911791"/>
              <a:gd name="connsiteY100" fmla="*/ 106829 h 780069"/>
              <a:gd name="connsiteX101" fmla="*/ 481969 w 911791"/>
              <a:gd name="connsiteY101" fmla="*/ 23676 h 780069"/>
              <a:gd name="connsiteX102" fmla="*/ 475759 w 911791"/>
              <a:gd name="connsiteY102" fmla="*/ 31121 h 780069"/>
              <a:gd name="connsiteX103" fmla="*/ 475759 w 911791"/>
              <a:gd name="connsiteY103" fmla="*/ 255708 h 780069"/>
              <a:gd name="connsiteX104" fmla="*/ 481969 w 911791"/>
              <a:gd name="connsiteY104" fmla="*/ 261912 h 780069"/>
              <a:gd name="connsiteX105" fmla="*/ 638466 w 911791"/>
              <a:gd name="connsiteY105" fmla="*/ 261912 h 780069"/>
              <a:gd name="connsiteX106" fmla="*/ 648402 w 911791"/>
              <a:gd name="connsiteY106" fmla="*/ 269357 h 780069"/>
              <a:gd name="connsiteX107" fmla="*/ 669517 w 911791"/>
              <a:gd name="connsiteY107" fmla="*/ 315267 h 780069"/>
              <a:gd name="connsiteX108" fmla="*/ 688148 w 911791"/>
              <a:gd name="connsiteY108" fmla="*/ 269357 h 780069"/>
              <a:gd name="connsiteX109" fmla="*/ 699326 w 911791"/>
              <a:gd name="connsiteY109" fmla="*/ 261912 h 780069"/>
              <a:gd name="connsiteX110" fmla="*/ 881906 w 911791"/>
              <a:gd name="connsiteY110" fmla="*/ 261912 h 780069"/>
              <a:gd name="connsiteX111" fmla="*/ 888116 w 911791"/>
              <a:gd name="connsiteY111" fmla="*/ 255708 h 780069"/>
              <a:gd name="connsiteX112" fmla="*/ 888116 w 911791"/>
              <a:gd name="connsiteY112" fmla="*/ 31121 h 780069"/>
              <a:gd name="connsiteX113" fmla="*/ 881906 w 911791"/>
              <a:gd name="connsiteY113" fmla="*/ 23676 h 780069"/>
              <a:gd name="connsiteX114" fmla="*/ 481335 w 911791"/>
              <a:gd name="connsiteY114" fmla="*/ 0 h 780069"/>
              <a:gd name="connsiteX115" fmla="*/ 881933 w 911791"/>
              <a:gd name="connsiteY115" fmla="*/ 0 h 780069"/>
              <a:gd name="connsiteX116" fmla="*/ 911791 w 911791"/>
              <a:gd name="connsiteY116" fmla="*/ 31103 h 780069"/>
              <a:gd name="connsiteX117" fmla="*/ 911791 w 911791"/>
              <a:gd name="connsiteY117" fmla="*/ 256291 h 780069"/>
              <a:gd name="connsiteX118" fmla="*/ 881933 w 911791"/>
              <a:gd name="connsiteY118" fmla="*/ 286150 h 780069"/>
              <a:gd name="connsiteX119" fmla="*/ 824704 w 911791"/>
              <a:gd name="connsiteY119" fmla="*/ 286150 h 780069"/>
              <a:gd name="connsiteX120" fmla="*/ 824704 w 911791"/>
              <a:gd name="connsiteY120" fmla="*/ 563591 h 780069"/>
              <a:gd name="connsiteX121" fmla="*/ 894374 w 911791"/>
              <a:gd name="connsiteY121" fmla="*/ 725328 h 780069"/>
              <a:gd name="connsiteX122" fmla="*/ 890641 w 911791"/>
              <a:gd name="connsiteY122" fmla="*/ 762651 h 780069"/>
              <a:gd name="connsiteX123" fmla="*/ 858295 w 911791"/>
              <a:gd name="connsiteY123" fmla="*/ 780069 h 780069"/>
              <a:gd name="connsiteX124" fmla="*/ 38438 w 911791"/>
              <a:gd name="connsiteY124" fmla="*/ 780069 h 780069"/>
              <a:gd name="connsiteX125" fmla="*/ 6092 w 911791"/>
              <a:gd name="connsiteY125" fmla="*/ 762651 h 780069"/>
              <a:gd name="connsiteX126" fmla="*/ 3604 w 911791"/>
              <a:gd name="connsiteY126" fmla="*/ 725328 h 780069"/>
              <a:gd name="connsiteX127" fmla="*/ 73272 w 911791"/>
              <a:gd name="connsiteY127" fmla="*/ 563591 h 780069"/>
              <a:gd name="connsiteX128" fmla="*/ 73272 w 911791"/>
              <a:gd name="connsiteY128" fmla="*/ 156761 h 780069"/>
              <a:gd name="connsiteX129" fmla="*/ 113083 w 911791"/>
              <a:gd name="connsiteY129" fmla="*/ 116948 h 780069"/>
              <a:gd name="connsiteX130" fmla="*/ 451477 w 911791"/>
              <a:gd name="connsiteY130" fmla="*/ 116948 h 780069"/>
              <a:gd name="connsiteX131" fmla="*/ 451477 w 911791"/>
              <a:gd name="connsiteY131" fmla="*/ 31103 h 780069"/>
              <a:gd name="connsiteX132" fmla="*/ 481335 w 911791"/>
              <a:gd name="connsiteY132" fmla="*/ 0 h 780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911791" h="780069">
                <a:moveTo>
                  <a:pt x="93202" y="578198"/>
                </a:moveTo>
                <a:lnTo>
                  <a:pt x="24784" y="735356"/>
                </a:lnTo>
                <a:cubicBezTo>
                  <a:pt x="23540" y="740306"/>
                  <a:pt x="23540" y="745256"/>
                  <a:pt x="27272" y="750206"/>
                </a:cubicBezTo>
                <a:cubicBezTo>
                  <a:pt x="29760" y="753918"/>
                  <a:pt x="34736" y="756393"/>
                  <a:pt x="38468" y="756393"/>
                </a:cubicBezTo>
                <a:lnTo>
                  <a:pt x="858242" y="756393"/>
                </a:lnTo>
                <a:cubicBezTo>
                  <a:pt x="863218" y="756393"/>
                  <a:pt x="868194" y="753918"/>
                  <a:pt x="870682" y="750206"/>
                </a:cubicBezTo>
                <a:cubicBezTo>
                  <a:pt x="873170" y="745256"/>
                  <a:pt x="874414" y="740306"/>
                  <a:pt x="871926" y="735356"/>
                </a:cubicBezTo>
                <a:lnTo>
                  <a:pt x="804752" y="578198"/>
                </a:lnTo>
                <a:close/>
                <a:moveTo>
                  <a:pt x="201588" y="423679"/>
                </a:moveTo>
                <a:lnTo>
                  <a:pt x="317647" y="423679"/>
                </a:lnTo>
                <a:cubicBezTo>
                  <a:pt x="323820" y="423679"/>
                  <a:pt x="328759" y="428401"/>
                  <a:pt x="328759" y="434304"/>
                </a:cubicBezTo>
                <a:cubicBezTo>
                  <a:pt x="328759" y="440207"/>
                  <a:pt x="323820" y="446109"/>
                  <a:pt x="317647" y="446109"/>
                </a:cubicBezTo>
                <a:lnTo>
                  <a:pt x="201588" y="446109"/>
                </a:lnTo>
                <a:cubicBezTo>
                  <a:pt x="195415" y="446109"/>
                  <a:pt x="190476" y="440207"/>
                  <a:pt x="190476" y="434304"/>
                </a:cubicBezTo>
                <a:cubicBezTo>
                  <a:pt x="190476" y="428401"/>
                  <a:pt x="195415" y="423679"/>
                  <a:pt x="201588" y="423679"/>
                </a:cubicBezTo>
                <a:close/>
                <a:moveTo>
                  <a:pt x="201639" y="365109"/>
                </a:moveTo>
                <a:lnTo>
                  <a:pt x="463354" y="365109"/>
                </a:lnTo>
                <a:cubicBezTo>
                  <a:pt x="468315" y="365109"/>
                  <a:pt x="474517" y="369831"/>
                  <a:pt x="474517" y="375734"/>
                </a:cubicBezTo>
                <a:cubicBezTo>
                  <a:pt x="474517" y="382817"/>
                  <a:pt x="468315" y="387539"/>
                  <a:pt x="463354" y="387539"/>
                </a:cubicBezTo>
                <a:lnTo>
                  <a:pt x="201639" y="387539"/>
                </a:lnTo>
                <a:cubicBezTo>
                  <a:pt x="195437" y="387539"/>
                  <a:pt x="190476" y="382817"/>
                  <a:pt x="190476" y="375734"/>
                </a:cubicBezTo>
                <a:cubicBezTo>
                  <a:pt x="190476" y="369831"/>
                  <a:pt x="195437" y="365109"/>
                  <a:pt x="201639" y="365109"/>
                </a:cubicBezTo>
                <a:close/>
                <a:moveTo>
                  <a:pt x="201618" y="306545"/>
                </a:moveTo>
                <a:lnTo>
                  <a:pt x="374931" y="306545"/>
                </a:lnTo>
                <a:cubicBezTo>
                  <a:pt x="382359" y="306545"/>
                  <a:pt x="387311" y="311267"/>
                  <a:pt x="387311" y="318351"/>
                </a:cubicBezTo>
                <a:cubicBezTo>
                  <a:pt x="387311" y="324253"/>
                  <a:pt x="382359" y="328975"/>
                  <a:pt x="374931" y="328975"/>
                </a:cubicBezTo>
                <a:lnTo>
                  <a:pt x="201618" y="328975"/>
                </a:lnTo>
                <a:cubicBezTo>
                  <a:pt x="195428" y="328975"/>
                  <a:pt x="190476" y="324253"/>
                  <a:pt x="190476" y="318351"/>
                </a:cubicBezTo>
                <a:cubicBezTo>
                  <a:pt x="190476" y="311267"/>
                  <a:pt x="195428" y="306545"/>
                  <a:pt x="201618" y="306545"/>
                </a:cubicBezTo>
                <a:close/>
                <a:moveTo>
                  <a:pt x="201562" y="249220"/>
                </a:moveTo>
                <a:lnTo>
                  <a:pt x="287788" y="249220"/>
                </a:lnTo>
                <a:cubicBezTo>
                  <a:pt x="295179" y="249220"/>
                  <a:pt x="300106" y="253942"/>
                  <a:pt x="300106" y="259845"/>
                </a:cubicBezTo>
                <a:cubicBezTo>
                  <a:pt x="300106" y="266928"/>
                  <a:pt x="295179" y="271650"/>
                  <a:pt x="287788" y="271650"/>
                </a:cubicBezTo>
                <a:lnTo>
                  <a:pt x="201562" y="271650"/>
                </a:lnTo>
                <a:cubicBezTo>
                  <a:pt x="195403" y="271650"/>
                  <a:pt x="190476" y="266928"/>
                  <a:pt x="190476" y="259845"/>
                </a:cubicBezTo>
                <a:cubicBezTo>
                  <a:pt x="190476" y="253942"/>
                  <a:pt x="195403" y="249220"/>
                  <a:pt x="201562" y="249220"/>
                </a:cubicBezTo>
                <a:close/>
                <a:moveTo>
                  <a:pt x="170513" y="199379"/>
                </a:moveTo>
                <a:cubicBezTo>
                  <a:pt x="161811" y="199379"/>
                  <a:pt x="155595" y="205584"/>
                  <a:pt x="155595" y="214270"/>
                </a:cubicBezTo>
                <a:lnTo>
                  <a:pt x="155595" y="479823"/>
                </a:lnTo>
                <a:cubicBezTo>
                  <a:pt x="155595" y="487269"/>
                  <a:pt x="161811" y="495955"/>
                  <a:pt x="170513" y="495955"/>
                </a:cubicBezTo>
                <a:lnTo>
                  <a:pt x="726199" y="495955"/>
                </a:lnTo>
                <a:cubicBezTo>
                  <a:pt x="734901" y="495955"/>
                  <a:pt x="741117" y="487269"/>
                  <a:pt x="741117" y="478583"/>
                </a:cubicBezTo>
                <a:lnTo>
                  <a:pt x="741117" y="286243"/>
                </a:lnTo>
                <a:lnTo>
                  <a:pt x="706309" y="286243"/>
                </a:lnTo>
                <a:lnTo>
                  <a:pt x="691391" y="327192"/>
                </a:lnTo>
                <a:cubicBezTo>
                  <a:pt x="687662" y="334638"/>
                  <a:pt x="678960" y="340842"/>
                  <a:pt x="670258" y="340842"/>
                </a:cubicBezTo>
                <a:cubicBezTo>
                  <a:pt x="670258" y="340842"/>
                  <a:pt x="670258" y="340842"/>
                  <a:pt x="669014" y="340842"/>
                </a:cubicBezTo>
                <a:cubicBezTo>
                  <a:pt x="661556" y="340842"/>
                  <a:pt x="652854" y="335879"/>
                  <a:pt x="649124" y="327192"/>
                </a:cubicBezTo>
                <a:lnTo>
                  <a:pt x="630477" y="286243"/>
                </a:lnTo>
                <a:lnTo>
                  <a:pt x="481299" y="286243"/>
                </a:lnTo>
                <a:cubicBezTo>
                  <a:pt x="465138" y="286243"/>
                  <a:pt x="451464" y="272593"/>
                  <a:pt x="451464" y="256461"/>
                </a:cubicBezTo>
                <a:lnTo>
                  <a:pt x="451464" y="199379"/>
                </a:lnTo>
                <a:close/>
                <a:moveTo>
                  <a:pt x="609062" y="155765"/>
                </a:moveTo>
                <a:lnTo>
                  <a:pt x="609062" y="186140"/>
                </a:lnTo>
                <a:lnTo>
                  <a:pt x="668353" y="203149"/>
                </a:lnTo>
                <a:cubicBezTo>
                  <a:pt x="677000" y="205579"/>
                  <a:pt x="686882" y="205579"/>
                  <a:pt x="695529" y="203149"/>
                </a:cubicBezTo>
                <a:lnTo>
                  <a:pt x="754820" y="186140"/>
                </a:lnTo>
                <a:lnTo>
                  <a:pt x="754820" y="155765"/>
                </a:lnTo>
                <a:lnTo>
                  <a:pt x="694293" y="177635"/>
                </a:lnTo>
                <a:cubicBezTo>
                  <a:pt x="690588" y="178850"/>
                  <a:pt x="685647" y="180065"/>
                  <a:pt x="681941" y="180065"/>
                </a:cubicBezTo>
                <a:cubicBezTo>
                  <a:pt x="677000" y="180065"/>
                  <a:pt x="673294" y="178850"/>
                  <a:pt x="669589" y="177635"/>
                </a:cubicBezTo>
                <a:close/>
                <a:moveTo>
                  <a:pt x="113209" y="140811"/>
                </a:moveTo>
                <a:cubicBezTo>
                  <a:pt x="103260" y="140811"/>
                  <a:pt x="97042" y="148265"/>
                  <a:pt x="97042" y="156962"/>
                </a:cubicBezTo>
                <a:lnTo>
                  <a:pt x="97042" y="553275"/>
                </a:lnTo>
                <a:lnTo>
                  <a:pt x="800914" y="553275"/>
                </a:lnTo>
                <a:lnTo>
                  <a:pt x="800914" y="286168"/>
                </a:lnTo>
                <a:lnTo>
                  <a:pt x="766093" y="286168"/>
                </a:lnTo>
                <a:lnTo>
                  <a:pt x="766093" y="478734"/>
                </a:lnTo>
                <a:cubicBezTo>
                  <a:pt x="766093" y="501096"/>
                  <a:pt x="747440" y="518489"/>
                  <a:pt x="726299" y="518489"/>
                </a:cubicBezTo>
                <a:lnTo>
                  <a:pt x="170414" y="518489"/>
                </a:lnTo>
                <a:cubicBezTo>
                  <a:pt x="149273" y="518489"/>
                  <a:pt x="131863" y="501096"/>
                  <a:pt x="131863" y="479976"/>
                </a:cubicBezTo>
                <a:lnTo>
                  <a:pt x="131863" y="214111"/>
                </a:lnTo>
                <a:cubicBezTo>
                  <a:pt x="131863" y="192990"/>
                  <a:pt x="149273" y="175597"/>
                  <a:pt x="170414" y="175597"/>
                </a:cubicBezTo>
                <a:lnTo>
                  <a:pt x="451465" y="175597"/>
                </a:lnTo>
                <a:lnTo>
                  <a:pt x="451465" y="140811"/>
                </a:lnTo>
                <a:close/>
                <a:moveTo>
                  <a:pt x="681941" y="84736"/>
                </a:moveTo>
                <a:lnTo>
                  <a:pt x="582900" y="120251"/>
                </a:lnTo>
                <a:lnTo>
                  <a:pt x="676988" y="154541"/>
                </a:lnTo>
                <a:cubicBezTo>
                  <a:pt x="679464" y="155765"/>
                  <a:pt x="683179" y="155765"/>
                  <a:pt x="685655" y="154541"/>
                </a:cubicBezTo>
                <a:lnTo>
                  <a:pt x="780981" y="120251"/>
                </a:lnTo>
                <a:close/>
                <a:moveTo>
                  <a:pt x="676976" y="62298"/>
                </a:moveTo>
                <a:cubicBezTo>
                  <a:pt x="680697" y="61061"/>
                  <a:pt x="683177" y="61061"/>
                  <a:pt x="685658" y="62298"/>
                </a:cubicBezTo>
                <a:lnTo>
                  <a:pt x="808435" y="106829"/>
                </a:lnTo>
                <a:cubicBezTo>
                  <a:pt x="814636" y="109303"/>
                  <a:pt x="818357" y="113013"/>
                  <a:pt x="819597" y="119198"/>
                </a:cubicBezTo>
                <a:cubicBezTo>
                  <a:pt x="819597" y="119198"/>
                  <a:pt x="819597" y="120435"/>
                  <a:pt x="819597" y="121672"/>
                </a:cubicBezTo>
                <a:lnTo>
                  <a:pt x="819597" y="173624"/>
                </a:lnTo>
                <a:cubicBezTo>
                  <a:pt x="819597" y="179809"/>
                  <a:pt x="814636" y="184757"/>
                  <a:pt x="808435" y="184757"/>
                </a:cubicBezTo>
                <a:cubicBezTo>
                  <a:pt x="800994" y="184757"/>
                  <a:pt x="796034" y="179809"/>
                  <a:pt x="796034" y="173624"/>
                </a:cubicBezTo>
                <a:lnTo>
                  <a:pt x="796034" y="141463"/>
                </a:lnTo>
                <a:lnTo>
                  <a:pt x="779911" y="147648"/>
                </a:lnTo>
                <a:lnTo>
                  <a:pt x="779911" y="197126"/>
                </a:lnTo>
                <a:cubicBezTo>
                  <a:pt x="779911" y="202074"/>
                  <a:pt x="774951" y="205785"/>
                  <a:pt x="769990" y="208259"/>
                </a:cubicBezTo>
                <a:lnTo>
                  <a:pt x="701780" y="226813"/>
                </a:lnTo>
                <a:cubicBezTo>
                  <a:pt x="695579" y="229287"/>
                  <a:pt x="688138" y="229287"/>
                  <a:pt x="681937" y="229287"/>
                </a:cubicBezTo>
                <a:cubicBezTo>
                  <a:pt x="674496" y="229287"/>
                  <a:pt x="668295" y="229287"/>
                  <a:pt x="662094" y="226813"/>
                </a:cubicBezTo>
                <a:lnTo>
                  <a:pt x="593884" y="208259"/>
                </a:lnTo>
                <a:cubicBezTo>
                  <a:pt x="588923" y="205785"/>
                  <a:pt x="583963" y="202074"/>
                  <a:pt x="583963" y="197126"/>
                </a:cubicBezTo>
                <a:lnTo>
                  <a:pt x="583963" y="147648"/>
                </a:lnTo>
                <a:lnTo>
                  <a:pt x="554198" y="136516"/>
                </a:lnTo>
                <a:cubicBezTo>
                  <a:pt x="547998" y="134042"/>
                  <a:pt x="544277" y="127857"/>
                  <a:pt x="544277" y="121672"/>
                </a:cubicBezTo>
                <a:cubicBezTo>
                  <a:pt x="544277" y="114250"/>
                  <a:pt x="547998" y="109303"/>
                  <a:pt x="554198" y="106829"/>
                </a:cubicBezTo>
                <a:close/>
                <a:moveTo>
                  <a:pt x="481969" y="23676"/>
                </a:moveTo>
                <a:cubicBezTo>
                  <a:pt x="478243" y="23676"/>
                  <a:pt x="475759" y="27399"/>
                  <a:pt x="475759" y="31121"/>
                </a:cubicBezTo>
                <a:lnTo>
                  <a:pt x="475759" y="255708"/>
                </a:lnTo>
                <a:cubicBezTo>
                  <a:pt x="475759" y="259431"/>
                  <a:pt x="478243" y="261912"/>
                  <a:pt x="481969" y="261912"/>
                </a:cubicBezTo>
                <a:lnTo>
                  <a:pt x="638466" y="261912"/>
                </a:lnTo>
                <a:cubicBezTo>
                  <a:pt x="642192" y="261912"/>
                  <a:pt x="647160" y="264394"/>
                  <a:pt x="648402" y="269357"/>
                </a:cubicBezTo>
                <a:lnTo>
                  <a:pt x="669517" y="315267"/>
                </a:lnTo>
                <a:lnTo>
                  <a:pt x="688148" y="269357"/>
                </a:lnTo>
                <a:cubicBezTo>
                  <a:pt x="689390" y="264394"/>
                  <a:pt x="694358" y="261912"/>
                  <a:pt x="699326" y="261912"/>
                </a:cubicBezTo>
                <a:lnTo>
                  <a:pt x="881906" y="261912"/>
                </a:lnTo>
                <a:cubicBezTo>
                  <a:pt x="884390" y="261912"/>
                  <a:pt x="888116" y="259431"/>
                  <a:pt x="888116" y="255708"/>
                </a:cubicBezTo>
                <a:lnTo>
                  <a:pt x="888116" y="31121"/>
                </a:lnTo>
                <a:cubicBezTo>
                  <a:pt x="888116" y="27399"/>
                  <a:pt x="884390" y="23676"/>
                  <a:pt x="881906" y="23676"/>
                </a:cubicBezTo>
                <a:close/>
                <a:moveTo>
                  <a:pt x="481335" y="0"/>
                </a:moveTo>
                <a:lnTo>
                  <a:pt x="881933" y="0"/>
                </a:lnTo>
                <a:cubicBezTo>
                  <a:pt x="898106" y="0"/>
                  <a:pt x="911791" y="13686"/>
                  <a:pt x="911791" y="31103"/>
                </a:cubicBezTo>
                <a:lnTo>
                  <a:pt x="911791" y="256291"/>
                </a:lnTo>
                <a:cubicBezTo>
                  <a:pt x="911791" y="272465"/>
                  <a:pt x="898106" y="286150"/>
                  <a:pt x="881933" y="286150"/>
                </a:cubicBezTo>
                <a:lnTo>
                  <a:pt x="824704" y="286150"/>
                </a:lnTo>
                <a:lnTo>
                  <a:pt x="824704" y="563591"/>
                </a:lnTo>
                <a:lnTo>
                  <a:pt x="894374" y="725328"/>
                </a:lnTo>
                <a:cubicBezTo>
                  <a:pt x="899350" y="737769"/>
                  <a:pt x="898106" y="752698"/>
                  <a:pt x="890641" y="762651"/>
                </a:cubicBezTo>
                <a:cubicBezTo>
                  <a:pt x="883177" y="773849"/>
                  <a:pt x="870736" y="780069"/>
                  <a:pt x="858295" y="780069"/>
                </a:cubicBezTo>
                <a:lnTo>
                  <a:pt x="38438" y="780069"/>
                </a:lnTo>
                <a:cubicBezTo>
                  <a:pt x="25997" y="780069"/>
                  <a:pt x="13556" y="773849"/>
                  <a:pt x="6092" y="762651"/>
                </a:cubicBezTo>
                <a:cubicBezTo>
                  <a:pt x="-129" y="752698"/>
                  <a:pt x="-2617" y="737769"/>
                  <a:pt x="3604" y="725328"/>
                </a:cubicBezTo>
                <a:lnTo>
                  <a:pt x="73272" y="563591"/>
                </a:lnTo>
                <a:lnTo>
                  <a:pt x="73272" y="156761"/>
                </a:lnTo>
                <a:cubicBezTo>
                  <a:pt x="73272" y="134366"/>
                  <a:pt x="90690" y="116948"/>
                  <a:pt x="113083" y="116948"/>
                </a:cubicBezTo>
                <a:lnTo>
                  <a:pt x="451477" y="116948"/>
                </a:lnTo>
                <a:lnTo>
                  <a:pt x="451477" y="31103"/>
                </a:lnTo>
                <a:cubicBezTo>
                  <a:pt x="451477" y="13686"/>
                  <a:pt x="465162" y="0"/>
                  <a:pt x="481335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99" name="Freeform 398">
            <a:extLst>
              <a:ext uri="{FF2B5EF4-FFF2-40B4-BE49-F238E27FC236}">
                <a16:creationId xmlns:a16="http://schemas.microsoft.com/office/drawing/2014/main" id="{D4FCE644-EFAB-C44E-889C-32B1016AE916}"/>
              </a:ext>
            </a:extLst>
          </p:cNvPr>
          <p:cNvSpPr/>
          <p:nvPr/>
        </p:nvSpPr>
        <p:spPr>
          <a:xfrm>
            <a:off x="8391658" y="11209923"/>
            <a:ext cx="834679" cy="913536"/>
          </a:xfrm>
          <a:custGeom>
            <a:avLst/>
            <a:gdLst>
              <a:gd name="connsiteX0" fmla="*/ 429797 w 834679"/>
              <a:gd name="connsiteY0" fmla="*/ 545936 h 913536"/>
              <a:gd name="connsiteX1" fmla="*/ 429797 w 834679"/>
              <a:gd name="connsiteY1" fmla="*/ 883633 h 913536"/>
              <a:gd name="connsiteX2" fmla="*/ 766192 w 834679"/>
              <a:gd name="connsiteY2" fmla="*/ 745823 h 913536"/>
              <a:gd name="connsiteX3" fmla="*/ 774881 w 834679"/>
              <a:gd name="connsiteY3" fmla="*/ 730924 h 913536"/>
              <a:gd name="connsiteX4" fmla="*/ 774881 w 834679"/>
              <a:gd name="connsiteY4" fmla="*/ 567042 h 913536"/>
              <a:gd name="connsiteX5" fmla="*/ 524137 w 834679"/>
              <a:gd name="connsiteY5" fmla="*/ 660157 h 913536"/>
              <a:gd name="connsiteX6" fmla="*/ 504276 w 834679"/>
              <a:gd name="connsiteY6" fmla="*/ 662640 h 913536"/>
              <a:gd name="connsiteX7" fmla="*/ 478208 w 834679"/>
              <a:gd name="connsiteY7" fmla="*/ 656432 h 913536"/>
              <a:gd name="connsiteX8" fmla="*/ 445934 w 834679"/>
              <a:gd name="connsiteY8" fmla="*/ 614220 h 913536"/>
              <a:gd name="connsiteX9" fmla="*/ 404881 w 834679"/>
              <a:gd name="connsiteY9" fmla="*/ 545936 h 913536"/>
              <a:gd name="connsiteX10" fmla="*/ 388744 w 834679"/>
              <a:gd name="connsiteY10" fmla="*/ 614220 h 913536"/>
              <a:gd name="connsiteX11" fmla="*/ 356470 w 834679"/>
              <a:gd name="connsiteY11" fmla="*/ 656432 h 913536"/>
              <a:gd name="connsiteX12" fmla="*/ 330402 w 834679"/>
              <a:gd name="connsiteY12" fmla="*/ 662640 h 913536"/>
              <a:gd name="connsiteX13" fmla="*/ 310541 w 834679"/>
              <a:gd name="connsiteY13" fmla="*/ 660157 h 913536"/>
              <a:gd name="connsiteX14" fmla="*/ 59797 w 834679"/>
              <a:gd name="connsiteY14" fmla="*/ 567042 h 913536"/>
              <a:gd name="connsiteX15" fmla="*/ 59797 w 834679"/>
              <a:gd name="connsiteY15" fmla="*/ 730924 h 913536"/>
              <a:gd name="connsiteX16" fmla="*/ 68486 w 834679"/>
              <a:gd name="connsiteY16" fmla="*/ 745823 h 913536"/>
              <a:gd name="connsiteX17" fmla="*/ 404881 w 834679"/>
              <a:gd name="connsiteY17" fmla="*/ 883633 h 913536"/>
              <a:gd name="connsiteX18" fmla="*/ 778728 w 834679"/>
              <a:gd name="connsiteY18" fmla="*/ 387680 h 913536"/>
              <a:gd name="connsiteX19" fmla="*/ 442255 w 834679"/>
              <a:gd name="connsiteY19" fmla="*/ 491838 h 913536"/>
              <a:gd name="connsiteX20" fmla="*/ 468329 w 834679"/>
              <a:gd name="connsiteY20" fmla="*/ 607156 h 913536"/>
              <a:gd name="connsiteX21" fmla="*/ 489436 w 834679"/>
              <a:gd name="connsiteY21" fmla="*/ 634435 h 913536"/>
              <a:gd name="connsiteX22" fmla="*/ 515509 w 834679"/>
              <a:gd name="connsiteY22" fmla="*/ 635675 h 913536"/>
              <a:gd name="connsiteX23" fmla="*/ 786177 w 834679"/>
              <a:gd name="connsiteY23" fmla="*/ 536477 h 913536"/>
              <a:gd name="connsiteX24" fmla="*/ 808526 w 834679"/>
              <a:gd name="connsiteY24" fmla="*/ 480678 h 913536"/>
              <a:gd name="connsiteX25" fmla="*/ 55951 w 834679"/>
              <a:gd name="connsiteY25" fmla="*/ 387680 h 913536"/>
              <a:gd name="connsiteX26" fmla="*/ 26152 w 834679"/>
              <a:gd name="connsiteY26" fmla="*/ 480678 h 913536"/>
              <a:gd name="connsiteX27" fmla="*/ 49743 w 834679"/>
              <a:gd name="connsiteY27" fmla="*/ 536477 h 913536"/>
              <a:gd name="connsiteX28" fmla="*/ 319172 w 834679"/>
              <a:gd name="connsiteY28" fmla="*/ 635675 h 913536"/>
              <a:gd name="connsiteX29" fmla="*/ 345246 w 834679"/>
              <a:gd name="connsiteY29" fmla="*/ 634435 h 913536"/>
              <a:gd name="connsiteX30" fmla="*/ 365112 w 834679"/>
              <a:gd name="connsiteY30" fmla="*/ 607156 h 913536"/>
              <a:gd name="connsiteX31" fmla="*/ 393669 w 834679"/>
              <a:gd name="connsiteY31" fmla="*/ 491838 h 913536"/>
              <a:gd name="connsiteX32" fmla="*/ 289887 w 834679"/>
              <a:gd name="connsiteY32" fmla="*/ 310420 h 913536"/>
              <a:gd name="connsiteX33" fmla="*/ 88450 w 834679"/>
              <a:gd name="connsiteY33" fmla="*/ 372250 h 913536"/>
              <a:gd name="connsiteX34" fmla="*/ 416717 w 834679"/>
              <a:gd name="connsiteY34" fmla="*/ 472415 h 913536"/>
              <a:gd name="connsiteX35" fmla="*/ 746228 w 834679"/>
              <a:gd name="connsiteY35" fmla="*/ 372250 h 913536"/>
              <a:gd name="connsiteX36" fmla="*/ 543548 w 834679"/>
              <a:gd name="connsiteY36" fmla="*/ 310420 h 913536"/>
              <a:gd name="connsiteX37" fmla="*/ 449047 w 834679"/>
              <a:gd name="connsiteY37" fmla="*/ 396982 h 913536"/>
              <a:gd name="connsiteX38" fmla="*/ 415474 w 834679"/>
              <a:gd name="connsiteY38" fmla="*/ 409348 h 913536"/>
              <a:gd name="connsiteX39" fmla="*/ 381901 w 834679"/>
              <a:gd name="connsiteY39" fmla="*/ 396982 h 913536"/>
              <a:gd name="connsiteX40" fmla="*/ 282619 w 834679"/>
              <a:gd name="connsiteY40" fmla="*/ 23809 h 913536"/>
              <a:gd name="connsiteX41" fmla="*/ 239155 w 834679"/>
              <a:gd name="connsiteY41" fmla="*/ 44920 h 913536"/>
              <a:gd name="connsiteX42" fmla="*/ 237914 w 834679"/>
              <a:gd name="connsiteY42" fmla="*/ 108254 h 913536"/>
              <a:gd name="connsiteX43" fmla="*/ 291312 w 834679"/>
              <a:gd name="connsiteY43" fmla="*/ 131849 h 913536"/>
              <a:gd name="connsiteX44" fmla="*/ 307456 w 834679"/>
              <a:gd name="connsiteY44" fmla="*/ 140541 h 913536"/>
              <a:gd name="connsiteX45" fmla="*/ 303730 w 834679"/>
              <a:gd name="connsiteY45" fmla="*/ 159169 h 913536"/>
              <a:gd name="connsiteX46" fmla="*/ 288828 w 834679"/>
              <a:gd name="connsiteY46" fmla="*/ 171587 h 913536"/>
              <a:gd name="connsiteX47" fmla="*/ 249090 w 834679"/>
              <a:gd name="connsiteY47" fmla="*/ 210084 h 913536"/>
              <a:gd name="connsiteX48" fmla="*/ 241639 w 834679"/>
              <a:gd name="connsiteY48" fmla="*/ 224986 h 913536"/>
              <a:gd name="connsiteX49" fmla="*/ 249090 w 834679"/>
              <a:gd name="connsiteY49" fmla="*/ 238646 h 913536"/>
              <a:gd name="connsiteX50" fmla="*/ 399351 w 834679"/>
              <a:gd name="connsiteY50" fmla="*/ 378974 h 913536"/>
              <a:gd name="connsiteX51" fmla="*/ 432880 w 834679"/>
              <a:gd name="connsiteY51" fmla="*/ 378974 h 913536"/>
              <a:gd name="connsiteX52" fmla="*/ 611703 w 834679"/>
              <a:gd name="connsiteY52" fmla="*/ 212568 h 913536"/>
              <a:gd name="connsiteX53" fmla="*/ 617912 w 834679"/>
              <a:gd name="connsiteY53" fmla="*/ 197666 h 913536"/>
              <a:gd name="connsiteX54" fmla="*/ 611703 w 834679"/>
              <a:gd name="connsiteY54" fmla="*/ 184006 h 913536"/>
              <a:gd name="connsiteX55" fmla="*/ 588108 w 834679"/>
              <a:gd name="connsiteY55" fmla="*/ 161653 h 913536"/>
              <a:gd name="connsiteX56" fmla="*/ 584383 w 834679"/>
              <a:gd name="connsiteY56" fmla="*/ 156685 h 913536"/>
              <a:gd name="connsiteX57" fmla="*/ 558304 w 834679"/>
              <a:gd name="connsiteY57" fmla="*/ 186489 h 913536"/>
              <a:gd name="connsiteX58" fmla="*/ 516082 w 834679"/>
              <a:gd name="connsiteY58" fmla="*/ 198908 h 913536"/>
              <a:gd name="connsiteX59" fmla="*/ 476344 w 834679"/>
              <a:gd name="connsiteY59" fmla="*/ 188973 h 913536"/>
              <a:gd name="connsiteX60" fmla="*/ 444057 w 834679"/>
              <a:gd name="connsiteY60" fmla="*/ 136816 h 913536"/>
              <a:gd name="connsiteX61" fmla="*/ 465168 w 834679"/>
              <a:gd name="connsiteY61" fmla="*/ 82175 h 913536"/>
              <a:gd name="connsiteX62" fmla="*/ 487520 w 834679"/>
              <a:gd name="connsiteY62" fmla="*/ 68515 h 913536"/>
              <a:gd name="connsiteX63" fmla="*/ 480069 w 834679"/>
              <a:gd name="connsiteY63" fmla="*/ 61064 h 913536"/>
              <a:gd name="connsiteX64" fmla="*/ 461442 w 834679"/>
              <a:gd name="connsiteY64" fmla="*/ 42437 h 913536"/>
              <a:gd name="connsiteX65" fmla="*/ 427913 w 834679"/>
              <a:gd name="connsiteY65" fmla="*/ 42437 h 913536"/>
              <a:gd name="connsiteX66" fmla="*/ 390658 w 834679"/>
              <a:gd name="connsiteY66" fmla="*/ 77208 h 913536"/>
              <a:gd name="connsiteX67" fmla="*/ 380723 w 834679"/>
              <a:gd name="connsiteY67" fmla="*/ 85901 h 913536"/>
              <a:gd name="connsiteX68" fmla="*/ 359612 w 834679"/>
              <a:gd name="connsiteY68" fmla="*/ 90868 h 913536"/>
              <a:gd name="connsiteX69" fmla="*/ 345952 w 834679"/>
              <a:gd name="connsiteY69" fmla="*/ 72241 h 913536"/>
              <a:gd name="connsiteX70" fmla="*/ 329809 w 834679"/>
              <a:gd name="connsiteY70" fmla="*/ 39953 h 913536"/>
              <a:gd name="connsiteX71" fmla="*/ 282619 w 834679"/>
              <a:gd name="connsiteY71" fmla="*/ 23809 h 913536"/>
              <a:gd name="connsiteX72" fmla="*/ 281129 w 834679"/>
              <a:gd name="connsiteY72" fmla="*/ 133 h 913536"/>
              <a:gd name="connsiteX73" fmla="*/ 344570 w 834679"/>
              <a:gd name="connsiteY73" fmla="*/ 22533 h 913536"/>
              <a:gd name="connsiteX74" fmla="*/ 368205 w 834679"/>
              <a:gd name="connsiteY74" fmla="*/ 66087 h 913536"/>
              <a:gd name="connsiteX75" fmla="*/ 374424 w 834679"/>
              <a:gd name="connsiteY75" fmla="*/ 59865 h 913536"/>
              <a:gd name="connsiteX76" fmla="*/ 411742 w 834679"/>
              <a:gd name="connsiteY76" fmla="*/ 25021 h 913536"/>
              <a:gd name="connsiteX77" fmla="*/ 477671 w 834679"/>
              <a:gd name="connsiteY77" fmla="*/ 25021 h 913536"/>
              <a:gd name="connsiteX78" fmla="*/ 483891 w 834679"/>
              <a:gd name="connsiteY78" fmla="*/ 31243 h 913536"/>
              <a:gd name="connsiteX79" fmla="*/ 508769 w 834679"/>
              <a:gd name="connsiteY79" fmla="*/ 54887 h 913536"/>
              <a:gd name="connsiteX80" fmla="*/ 514989 w 834679"/>
              <a:gd name="connsiteY80" fmla="*/ 74798 h 913536"/>
              <a:gd name="connsiteX81" fmla="*/ 500062 w 834679"/>
              <a:gd name="connsiteY81" fmla="*/ 88487 h 913536"/>
              <a:gd name="connsiteX82" fmla="*/ 481403 w 834679"/>
              <a:gd name="connsiteY82" fmla="*/ 99686 h 913536"/>
              <a:gd name="connsiteX83" fmla="*/ 467719 w 834679"/>
              <a:gd name="connsiteY83" fmla="*/ 134530 h 913536"/>
              <a:gd name="connsiteX84" fmla="*/ 488866 w 834679"/>
              <a:gd name="connsiteY84" fmla="*/ 168129 h 913536"/>
              <a:gd name="connsiteX85" fmla="*/ 544843 w 834679"/>
              <a:gd name="connsiteY85" fmla="*/ 168129 h 913536"/>
              <a:gd name="connsiteX86" fmla="*/ 563502 w 834679"/>
              <a:gd name="connsiteY86" fmla="*/ 143241 h 913536"/>
              <a:gd name="connsiteX87" fmla="*/ 575942 w 834679"/>
              <a:gd name="connsiteY87" fmla="*/ 130797 h 913536"/>
              <a:gd name="connsiteX88" fmla="*/ 594601 w 834679"/>
              <a:gd name="connsiteY88" fmla="*/ 134530 h 913536"/>
              <a:gd name="connsiteX89" fmla="*/ 616991 w 834679"/>
              <a:gd name="connsiteY89" fmla="*/ 155685 h 913536"/>
              <a:gd name="connsiteX90" fmla="*/ 628187 w 834679"/>
              <a:gd name="connsiteY90" fmla="*/ 166885 h 913536"/>
              <a:gd name="connsiteX91" fmla="*/ 643114 w 834679"/>
              <a:gd name="connsiteY91" fmla="*/ 197996 h 913536"/>
              <a:gd name="connsiteX92" fmla="*/ 628187 w 834679"/>
              <a:gd name="connsiteY92" fmla="*/ 230350 h 913536"/>
              <a:gd name="connsiteX93" fmla="*/ 563502 w 834679"/>
              <a:gd name="connsiteY93" fmla="*/ 291327 h 913536"/>
              <a:gd name="connsiteX94" fmla="*/ 789898 w 834679"/>
              <a:gd name="connsiteY94" fmla="*/ 361014 h 913536"/>
              <a:gd name="connsiteX95" fmla="*/ 792386 w 834679"/>
              <a:gd name="connsiteY95" fmla="*/ 361014 h 913536"/>
              <a:gd name="connsiteX96" fmla="*/ 793630 w 834679"/>
              <a:gd name="connsiteY96" fmla="*/ 362259 h 913536"/>
              <a:gd name="connsiteX97" fmla="*/ 794874 w 834679"/>
              <a:gd name="connsiteY97" fmla="*/ 363503 h 913536"/>
              <a:gd name="connsiteX98" fmla="*/ 796118 w 834679"/>
              <a:gd name="connsiteY98" fmla="*/ 364748 h 913536"/>
              <a:gd name="connsiteX99" fmla="*/ 797362 w 834679"/>
              <a:gd name="connsiteY99" fmla="*/ 367236 h 913536"/>
              <a:gd name="connsiteX100" fmla="*/ 797362 w 834679"/>
              <a:gd name="connsiteY100" fmla="*/ 368481 h 913536"/>
              <a:gd name="connsiteX101" fmla="*/ 830948 w 834679"/>
              <a:gd name="connsiteY101" fmla="*/ 474256 h 913536"/>
              <a:gd name="connsiteX102" fmla="*/ 798606 w 834679"/>
              <a:gd name="connsiteY102" fmla="*/ 556388 h 913536"/>
              <a:gd name="connsiteX103" fmla="*/ 798606 w 834679"/>
              <a:gd name="connsiteY103" fmla="*/ 730606 h 913536"/>
              <a:gd name="connsiteX104" fmla="*/ 774971 w 834679"/>
              <a:gd name="connsiteY104" fmla="*/ 767939 h 913536"/>
              <a:gd name="connsiteX105" fmla="*/ 421694 w 834679"/>
              <a:gd name="connsiteY105" fmla="*/ 912292 h 913536"/>
              <a:gd name="connsiteX106" fmla="*/ 420450 w 834679"/>
              <a:gd name="connsiteY106" fmla="*/ 912292 h 913536"/>
              <a:gd name="connsiteX107" fmla="*/ 416718 w 834679"/>
              <a:gd name="connsiteY107" fmla="*/ 913536 h 913536"/>
              <a:gd name="connsiteX108" fmla="*/ 414230 w 834679"/>
              <a:gd name="connsiteY108" fmla="*/ 912292 h 913536"/>
              <a:gd name="connsiteX109" fmla="*/ 412986 w 834679"/>
              <a:gd name="connsiteY109" fmla="*/ 912292 h 913536"/>
              <a:gd name="connsiteX110" fmla="*/ 59709 w 834679"/>
              <a:gd name="connsiteY110" fmla="*/ 767939 h 913536"/>
              <a:gd name="connsiteX111" fmla="*/ 36074 w 834679"/>
              <a:gd name="connsiteY111" fmla="*/ 730606 h 913536"/>
              <a:gd name="connsiteX112" fmla="*/ 36074 w 834679"/>
              <a:gd name="connsiteY112" fmla="*/ 556388 h 913536"/>
              <a:gd name="connsiteX113" fmla="*/ 3732 w 834679"/>
              <a:gd name="connsiteY113" fmla="*/ 474256 h 913536"/>
              <a:gd name="connsiteX114" fmla="*/ 37318 w 834679"/>
              <a:gd name="connsiteY114" fmla="*/ 368481 h 913536"/>
              <a:gd name="connsiteX115" fmla="*/ 37318 w 834679"/>
              <a:gd name="connsiteY115" fmla="*/ 367236 h 913536"/>
              <a:gd name="connsiteX116" fmla="*/ 37318 w 834679"/>
              <a:gd name="connsiteY116" fmla="*/ 365992 h 913536"/>
              <a:gd name="connsiteX117" fmla="*/ 38562 w 834679"/>
              <a:gd name="connsiteY117" fmla="*/ 364748 h 913536"/>
              <a:gd name="connsiteX118" fmla="*/ 38562 w 834679"/>
              <a:gd name="connsiteY118" fmla="*/ 363503 h 913536"/>
              <a:gd name="connsiteX119" fmla="*/ 39806 w 834679"/>
              <a:gd name="connsiteY119" fmla="*/ 363503 h 913536"/>
              <a:gd name="connsiteX120" fmla="*/ 41050 w 834679"/>
              <a:gd name="connsiteY120" fmla="*/ 362259 h 913536"/>
              <a:gd name="connsiteX121" fmla="*/ 42294 w 834679"/>
              <a:gd name="connsiteY121" fmla="*/ 362259 h 913536"/>
              <a:gd name="connsiteX122" fmla="*/ 42294 w 834679"/>
              <a:gd name="connsiteY122" fmla="*/ 361014 h 913536"/>
              <a:gd name="connsiteX123" fmla="*/ 44782 w 834679"/>
              <a:gd name="connsiteY123" fmla="*/ 361014 h 913536"/>
              <a:gd name="connsiteX124" fmla="*/ 268690 w 834679"/>
              <a:gd name="connsiteY124" fmla="*/ 291327 h 913536"/>
              <a:gd name="connsiteX125" fmla="*/ 231372 w 834679"/>
              <a:gd name="connsiteY125" fmla="*/ 256483 h 913536"/>
              <a:gd name="connsiteX126" fmla="*/ 217689 w 834679"/>
              <a:gd name="connsiteY126" fmla="*/ 225373 h 913536"/>
              <a:gd name="connsiteX127" fmla="*/ 231372 w 834679"/>
              <a:gd name="connsiteY127" fmla="*/ 193018 h 913536"/>
              <a:gd name="connsiteX128" fmla="*/ 272422 w 834679"/>
              <a:gd name="connsiteY128" fmla="*/ 154441 h 913536"/>
              <a:gd name="connsiteX129" fmla="*/ 218932 w 834679"/>
              <a:gd name="connsiteY129" fmla="*/ 123330 h 913536"/>
              <a:gd name="connsiteX130" fmla="*/ 221420 w 834679"/>
              <a:gd name="connsiteY130" fmla="*/ 29999 h 913536"/>
              <a:gd name="connsiteX131" fmla="*/ 281129 w 834679"/>
              <a:gd name="connsiteY131" fmla="*/ 133 h 913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834679" h="913536">
                <a:moveTo>
                  <a:pt x="429797" y="545936"/>
                </a:moveTo>
                <a:lnTo>
                  <a:pt x="429797" y="883633"/>
                </a:lnTo>
                <a:lnTo>
                  <a:pt x="766192" y="745823"/>
                </a:lnTo>
                <a:cubicBezTo>
                  <a:pt x="771157" y="743340"/>
                  <a:pt x="774881" y="737132"/>
                  <a:pt x="774881" y="730924"/>
                </a:cubicBezTo>
                <a:lnTo>
                  <a:pt x="774881" y="567042"/>
                </a:lnTo>
                <a:lnTo>
                  <a:pt x="524137" y="660157"/>
                </a:lnTo>
                <a:cubicBezTo>
                  <a:pt x="517930" y="662640"/>
                  <a:pt x="510482" y="662640"/>
                  <a:pt x="504276" y="662640"/>
                </a:cubicBezTo>
                <a:cubicBezTo>
                  <a:pt x="495586" y="662640"/>
                  <a:pt x="486897" y="661399"/>
                  <a:pt x="478208" y="656432"/>
                </a:cubicBezTo>
                <a:cubicBezTo>
                  <a:pt x="462071" y="647742"/>
                  <a:pt x="450899" y="632843"/>
                  <a:pt x="445934" y="614220"/>
                </a:cubicBezTo>
                <a:close/>
                <a:moveTo>
                  <a:pt x="404881" y="545936"/>
                </a:moveTo>
                <a:lnTo>
                  <a:pt x="388744" y="614220"/>
                </a:lnTo>
                <a:cubicBezTo>
                  <a:pt x="383779" y="632843"/>
                  <a:pt x="371366" y="647742"/>
                  <a:pt x="356470" y="656432"/>
                </a:cubicBezTo>
                <a:cubicBezTo>
                  <a:pt x="349022" y="661399"/>
                  <a:pt x="339092" y="662640"/>
                  <a:pt x="330402" y="662640"/>
                </a:cubicBezTo>
                <a:cubicBezTo>
                  <a:pt x="322955" y="662640"/>
                  <a:pt x="316748" y="662640"/>
                  <a:pt x="310541" y="660157"/>
                </a:cubicBezTo>
                <a:lnTo>
                  <a:pt x="59797" y="567042"/>
                </a:lnTo>
                <a:lnTo>
                  <a:pt x="59797" y="730924"/>
                </a:lnTo>
                <a:cubicBezTo>
                  <a:pt x="59797" y="737132"/>
                  <a:pt x="63521" y="743340"/>
                  <a:pt x="68486" y="745823"/>
                </a:cubicBezTo>
                <a:lnTo>
                  <a:pt x="404881" y="883633"/>
                </a:lnTo>
                <a:close/>
                <a:moveTo>
                  <a:pt x="778728" y="387680"/>
                </a:moveTo>
                <a:lnTo>
                  <a:pt x="442255" y="491838"/>
                </a:lnTo>
                <a:lnTo>
                  <a:pt x="468329" y="607156"/>
                </a:lnTo>
                <a:cubicBezTo>
                  <a:pt x="472053" y="619555"/>
                  <a:pt x="479503" y="629475"/>
                  <a:pt x="489436" y="634435"/>
                </a:cubicBezTo>
                <a:cubicBezTo>
                  <a:pt x="498127" y="639395"/>
                  <a:pt x="506818" y="640635"/>
                  <a:pt x="515509" y="635675"/>
                </a:cubicBezTo>
                <a:lnTo>
                  <a:pt x="786177" y="536477"/>
                </a:lnTo>
                <a:cubicBezTo>
                  <a:pt x="806043" y="529037"/>
                  <a:pt x="815975" y="504238"/>
                  <a:pt x="808526" y="480678"/>
                </a:cubicBezTo>
                <a:close/>
                <a:moveTo>
                  <a:pt x="55951" y="387680"/>
                </a:moveTo>
                <a:lnTo>
                  <a:pt x="26152" y="480678"/>
                </a:lnTo>
                <a:cubicBezTo>
                  <a:pt x="18703" y="504238"/>
                  <a:pt x="29877" y="529037"/>
                  <a:pt x="49743" y="536477"/>
                </a:cubicBezTo>
                <a:lnTo>
                  <a:pt x="319172" y="635675"/>
                </a:lnTo>
                <a:cubicBezTo>
                  <a:pt x="327864" y="640635"/>
                  <a:pt x="336555" y="639395"/>
                  <a:pt x="345246" y="634435"/>
                </a:cubicBezTo>
                <a:cubicBezTo>
                  <a:pt x="355179" y="629475"/>
                  <a:pt x="362629" y="619555"/>
                  <a:pt x="365112" y="607156"/>
                </a:cubicBezTo>
                <a:lnTo>
                  <a:pt x="393669" y="491838"/>
                </a:lnTo>
                <a:close/>
                <a:moveTo>
                  <a:pt x="289887" y="310420"/>
                </a:moveTo>
                <a:lnTo>
                  <a:pt x="88450" y="372250"/>
                </a:lnTo>
                <a:lnTo>
                  <a:pt x="416717" y="472415"/>
                </a:lnTo>
                <a:lnTo>
                  <a:pt x="746228" y="372250"/>
                </a:lnTo>
                <a:lnTo>
                  <a:pt x="543548" y="310420"/>
                </a:lnTo>
                <a:lnTo>
                  <a:pt x="449047" y="396982"/>
                </a:lnTo>
                <a:cubicBezTo>
                  <a:pt x="439099" y="405638"/>
                  <a:pt x="427908" y="409348"/>
                  <a:pt x="415474" y="409348"/>
                </a:cubicBezTo>
                <a:cubicBezTo>
                  <a:pt x="403039" y="409348"/>
                  <a:pt x="391849" y="405638"/>
                  <a:pt x="381901" y="396982"/>
                </a:cubicBezTo>
                <a:close/>
                <a:moveTo>
                  <a:pt x="282619" y="23809"/>
                </a:moveTo>
                <a:cubicBezTo>
                  <a:pt x="266476" y="25051"/>
                  <a:pt x="250332" y="32502"/>
                  <a:pt x="239155" y="44920"/>
                </a:cubicBezTo>
                <a:cubicBezTo>
                  <a:pt x="224254" y="63548"/>
                  <a:pt x="224254" y="89626"/>
                  <a:pt x="237914" y="108254"/>
                </a:cubicBezTo>
                <a:cubicBezTo>
                  <a:pt x="250332" y="124398"/>
                  <a:pt x="270201" y="133090"/>
                  <a:pt x="291312" y="131849"/>
                </a:cubicBezTo>
                <a:cubicBezTo>
                  <a:pt x="298763" y="131849"/>
                  <a:pt x="303730" y="134332"/>
                  <a:pt x="307456" y="140541"/>
                </a:cubicBezTo>
                <a:cubicBezTo>
                  <a:pt x="309939" y="146751"/>
                  <a:pt x="308698" y="154202"/>
                  <a:pt x="303730" y="159169"/>
                </a:cubicBezTo>
                <a:lnTo>
                  <a:pt x="288828" y="171587"/>
                </a:lnTo>
                <a:lnTo>
                  <a:pt x="249090" y="210084"/>
                </a:lnTo>
                <a:cubicBezTo>
                  <a:pt x="244123" y="213810"/>
                  <a:pt x="241639" y="218777"/>
                  <a:pt x="241639" y="224986"/>
                </a:cubicBezTo>
                <a:cubicBezTo>
                  <a:pt x="241639" y="229954"/>
                  <a:pt x="244123" y="234921"/>
                  <a:pt x="249090" y="238646"/>
                </a:cubicBezTo>
                <a:lnTo>
                  <a:pt x="399351" y="378974"/>
                </a:lnTo>
                <a:cubicBezTo>
                  <a:pt x="408044" y="387667"/>
                  <a:pt x="422945" y="387667"/>
                  <a:pt x="432880" y="378974"/>
                </a:cubicBezTo>
                <a:lnTo>
                  <a:pt x="611703" y="212568"/>
                </a:lnTo>
                <a:cubicBezTo>
                  <a:pt x="615428" y="208842"/>
                  <a:pt x="617912" y="203875"/>
                  <a:pt x="617912" y="197666"/>
                </a:cubicBezTo>
                <a:cubicBezTo>
                  <a:pt x="617912" y="192699"/>
                  <a:pt x="615428" y="187731"/>
                  <a:pt x="611703" y="184006"/>
                </a:cubicBezTo>
                <a:lnTo>
                  <a:pt x="588108" y="161653"/>
                </a:lnTo>
                <a:lnTo>
                  <a:pt x="584383" y="156685"/>
                </a:lnTo>
                <a:cubicBezTo>
                  <a:pt x="578174" y="169104"/>
                  <a:pt x="569481" y="179038"/>
                  <a:pt x="558304" y="186489"/>
                </a:cubicBezTo>
                <a:cubicBezTo>
                  <a:pt x="545886" y="196424"/>
                  <a:pt x="530984" y="198908"/>
                  <a:pt x="516082" y="198908"/>
                </a:cubicBezTo>
                <a:cubicBezTo>
                  <a:pt x="501180" y="198908"/>
                  <a:pt x="487520" y="196424"/>
                  <a:pt x="476344" y="188973"/>
                </a:cubicBezTo>
                <a:cubicBezTo>
                  <a:pt x="457717" y="176555"/>
                  <a:pt x="445298" y="159169"/>
                  <a:pt x="444057" y="136816"/>
                </a:cubicBezTo>
                <a:cubicBezTo>
                  <a:pt x="441573" y="116947"/>
                  <a:pt x="449024" y="97077"/>
                  <a:pt x="465168" y="82175"/>
                </a:cubicBezTo>
                <a:cubicBezTo>
                  <a:pt x="471377" y="75966"/>
                  <a:pt x="480069" y="70999"/>
                  <a:pt x="487520" y="68515"/>
                </a:cubicBezTo>
                <a:lnTo>
                  <a:pt x="480069" y="61064"/>
                </a:lnTo>
                <a:lnTo>
                  <a:pt x="461442" y="42437"/>
                </a:lnTo>
                <a:cubicBezTo>
                  <a:pt x="452749" y="34986"/>
                  <a:pt x="436606" y="34986"/>
                  <a:pt x="427913" y="42437"/>
                </a:cubicBezTo>
                <a:lnTo>
                  <a:pt x="390658" y="77208"/>
                </a:lnTo>
                <a:lnTo>
                  <a:pt x="380723" y="85901"/>
                </a:lnTo>
                <a:cubicBezTo>
                  <a:pt x="374514" y="92110"/>
                  <a:pt x="367063" y="93352"/>
                  <a:pt x="359612" y="90868"/>
                </a:cubicBezTo>
                <a:cubicBezTo>
                  <a:pt x="352161" y="88384"/>
                  <a:pt x="347194" y="80933"/>
                  <a:pt x="345952" y="72241"/>
                </a:cubicBezTo>
                <a:cubicBezTo>
                  <a:pt x="344711" y="61064"/>
                  <a:pt x="338501" y="48646"/>
                  <a:pt x="329809" y="39953"/>
                </a:cubicBezTo>
                <a:cubicBezTo>
                  <a:pt x="317390" y="28776"/>
                  <a:pt x="300005" y="23809"/>
                  <a:pt x="282619" y="23809"/>
                </a:cubicBezTo>
                <a:close/>
                <a:moveTo>
                  <a:pt x="281129" y="133"/>
                </a:moveTo>
                <a:cubicBezTo>
                  <a:pt x="304764" y="-1111"/>
                  <a:pt x="328399" y="6355"/>
                  <a:pt x="344570" y="22533"/>
                </a:cubicBezTo>
                <a:cubicBezTo>
                  <a:pt x="357009" y="33732"/>
                  <a:pt x="365717" y="48665"/>
                  <a:pt x="368205" y="66087"/>
                </a:cubicBezTo>
                <a:lnTo>
                  <a:pt x="374424" y="59865"/>
                </a:lnTo>
                <a:lnTo>
                  <a:pt x="411742" y="25021"/>
                </a:lnTo>
                <a:cubicBezTo>
                  <a:pt x="429157" y="8844"/>
                  <a:pt x="459012" y="8844"/>
                  <a:pt x="477671" y="25021"/>
                </a:cubicBezTo>
                <a:lnTo>
                  <a:pt x="483891" y="31243"/>
                </a:lnTo>
                <a:lnTo>
                  <a:pt x="508769" y="54887"/>
                </a:lnTo>
                <a:cubicBezTo>
                  <a:pt x="513745" y="59865"/>
                  <a:pt x="516233" y="67332"/>
                  <a:pt x="514989" y="74798"/>
                </a:cubicBezTo>
                <a:cubicBezTo>
                  <a:pt x="512501" y="81020"/>
                  <a:pt x="507525" y="87242"/>
                  <a:pt x="500062" y="88487"/>
                </a:cubicBezTo>
                <a:cubicBezTo>
                  <a:pt x="492598" y="90976"/>
                  <a:pt x="486378" y="94709"/>
                  <a:pt x="481403" y="99686"/>
                </a:cubicBezTo>
                <a:cubicBezTo>
                  <a:pt x="471451" y="109642"/>
                  <a:pt x="466475" y="122086"/>
                  <a:pt x="467719" y="134530"/>
                </a:cubicBezTo>
                <a:cubicBezTo>
                  <a:pt x="467719" y="148219"/>
                  <a:pt x="476427" y="160663"/>
                  <a:pt x="488866" y="168129"/>
                </a:cubicBezTo>
                <a:cubicBezTo>
                  <a:pt x="506281" y="179329"/>
                  <a:pt x="528672" y="179329"/>
                  <a:pt x="544843" y="168129"/>
                </a:cubicBezTo>
                <a:cubicBezTo>
                  <a:pt x="554795" y="161907"/>
                  <a:pt x="559771" y="153196"/>
                  <a:pt x="563502" y="143241"/>
                </a:cubicBezTo>
                <a:cubicBezTo>
                  <a:pt x="564746" y="137019"/>
                  <a:pt x="570966" y="132041"/>
                  <a:pt x="575942" y="130797"/>
                </a:cubicBezTo>
                <a:cubicBezTo>
                  <a:pt x="583405" y="129552"/>
                  <a:pt x="589625" y="130797"/>
                  <a:pt x="594601" y="134530"/>
                </a:cubicBezTo>
                <a:lnTo>
                  <a:pt x="616991" y="155685"/>
                </a:lnTo>
                <a:lnTo>
                  <a:pt x="628187" y="166885"/>
                </a:lnTo>
                <a:cubicBezTo>
                  <a:pt x="636894" y="174352"/>
                  <a:pt x="643114" y="185551"/>
                  <a:pt x="643114" y="197996"/>
                </a:cubicBezTo>
                <a:cubicBezTo>
                  <a:pt x="643114" y="210440"/>
                  <a:pt x="636894" y="221639"/>
                  <a:pt x="628187" y="230350"/>
                </a:cubicBezTo>
                <a:lnTo>
                  <a:pt x="563502" y="291327"/>
                </a:lnTo>
                <a:lnTo>
                  <a:pt x="789898" y="361014"/>
                </a:lnTo>
                <a:cubicBezTo>
                  <a:pt x="791142" y="361014"/>
                  <a:pt x="792386" y="361014"/>
                  <a:pt x="792386" y="361014"/>
                </a:cubicBezTo>
                <a:cubicBezTo>
                  <a:pt x="792386" y="362259"/>
                  <a:pt x="792386" y="362259"/>
                  <a:pt x="793630" y="362259"/>
                </a:cubicBezTo>
                <a:cubicBezTo>
                  <a:pt x="794874" y="362259"/>
                  <a:pt x="794874" y="363503"/>
                  <a:pt x="794874" y="363503"/>
                </a:cubicBezTo>
                <a:lnTo>
                  <a:pt x="796118" y="364748"/>
                </a:lnTo>
                <a:cubicBezTo>
                  <a:pt x="796118" y="365992"/>
                  <a:pt x="797362" y="365992"/>
                  <a:pt x="797362" y="367236"/>
                </a:cubicBezTo>
                <a:cubicBezTo>
                  <a:pt x="797362" y="367236"/>
                  <a:pt x="797362" y="367236"/>
                  <a:pt x="797362" y="368481"/>
                </a:cubicBezTo>
                <a:lnTo>
                  <a:pt x="830948" y="474256"/>
                </a:lnTo>
                <a:cubicBezTo>
                  <a:pt x="842144" y="506611"/>
                  <a:pt x="827216" y="542699"/>
                  <a:pt x="798606" y="556388"/>
                </a:cubicBezTo>
                <a:lnTo>
                  <a:pt x="798606" y="730606"/>
                </a:lnTo>
                <a:cubicBezTo>
                  <a:pt x="798606" y="746784"/>
                  <a:pt x="788654" y="761717"/>
                  <a:pt x="774971" y="767939"/>
                </a:cubicBezTo>
                <a:lnTo>
                  <a:pt x="421694" y="912292"/>
                </a:lnTo>
                <a:lnTo>
                  <a:pt x="420450" y="912292"/>
                </a:lnTo>
                <a:cubicBezTo>
                  <a:pt x="419206" y="912292"/>
                  <a:pt x="417962" y="913536"/>
                  <a:pt x="416718" y="913536"/>
                </a:cubicBezTo>
                <a:cubicBezTo>
                  <a:pt x="416718" y="913536"/>
                  <a:pt x="415474" y="912292"/>
                  <a:pt x="414230" y="912292"/>
                </a:cubicBezTo>
                <a:lnTo>
                  <a:pt x="412986" y="912292"/>
                </a:lnTo>
                <a:lnTo>
                  <a:pt x="59709" y="767939"/>
                </a:lnTo>
                <a:cubicBezTo>
                  <a:pt x="44782" y="761717"/>
                  <a:pt x="36074" y="746784"/>
                  <a:pt x="36074" y="730606"/>
                </a:cubicBezTo>
                <a:lnTo>
                  <a:pt x="36074" y="556388"/>
                </a:lnTo>
                <a:cubicBezTo>
                  <a:pt x="7464" y="542699"/>
                  <a:pt x="-7464" y="506611"/>
                  <a:pt x="3732" y="474256"/>
                </a:cubicBezTo>
                <a:lnTo>
                  <a:pt x="37318" y="368481"/>
                </a:lnTo>
                <a:lnTo>
                  <a:pt x="37318" y="367236"/>
                </a:lnTo>
                <a:lnTo>
                  <a:pt x="37318" y="365992"/>
                </a:lnTo>
                <a:cubicBezTo>
                  <a:pt x="37318" y="365992"/>
                  <a:pt x="38562" y="365992"/>
                  <a:pt x="38562" y="364748"/>
                </a:cubicBezTo>
                <a:cubicBezTo>
                  <a:pt x="38562" y="364748"/>
                  <a:pt x="38562" y="364748"/>
                  <a:pt x="38562" y="363503"/>
                </a:cubicBezTo>
                <a:lnTo>
                  <a:pt x="39806" y="363503"/>
                </a:lnTo>
                <a:cubicBezTo>
                  <a:pt x="39806" y="363503"/>
                  <a:pt x="39806" y="362259"/>
                  <a:pt x="41050" y="362259"/>
                </a:cubicBezTo>
                <a:lnTo>
                  <a:pt x="42294" y="362259"/>
                </a:lnTo>
                <a:cubicBezTo>
                  <a:pt x="42294" y="362259"/>
                  <a:pt x="42294" y="362259"/>
                  <a:pt x="42294" y="361014"/>
                </a:cubicBezTo>
                <a:cubicBezTo>
                  <a:pt x="43538" y="361014"/>
                  <a:pt x="43538" y="361014"/>
                  <a:pt x="44782" y="361014"/>
                </a:cubicBezTo>
                <a:lnTo>
                  <a:pt x="268690" y="291327"/>
                </a:lnTo>
                <a:lnTo>
                  <a:pt x="231372" y="256483"/>
                </a:lnTo>
                <a:cubicBezTo>
                  <a:pt x="222664" y="249017"/>
                  <a:pt x="217689" y="236572"/>
                  <a:pt x="217689" y="225373"/>
                </a:cubicBezTo>
                <a:cubicBezTo>
                  <a:pt x="217689" y="212929"/>
                  <a:pt x="222664" y="201729"/>
                  <a:pt x="231372" y="193018"/>
                </a:cubicBezTo>
                <a:lnTo>
                  <a:pt x="272422" y="154441"/>
                </a:lnTo>
                <a:cubicBezTo>
                  <a:pt x="251275" y="151952"/>
                  <a:pt x="232616" y="140752"/>
                  <a:pt x="218932" y="123330"/>
                </a:cubicBezTo>
                <a:cubicBezTo>
                  <a:pt x="199030" y="95953"/>
                  <a:pt x="199030" y="56132"/>
                  <a:pt x="221420" y="29999"/>
                </a:cubicBezTo>
                <a:cubicBezTo>
                  <a:pt x="236348" y="11333"/>
                  <a:pt x="257494" y="1377"/>
                  <a:pt x="281129" y="133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44" name="Freeform 543">
            <a:extLst>
              <a:ext uri="{FF2B5EF4-FFF2-40B4-BE49-F238E27FC236}">
                <a16:creationId xmlns:a16="http://schemas.microsoft.com/office/drawing/2014/main" id="{2B8BB016-C033-E64F-BA19-F45C8B23AB6D}"/>
              </a:ext>
            </a:extLst>
          </p:cNvPr>
          <p:cNvSpPr/>
          <p:nvPr/>
        </p:nvSpPr>
        <p:spPr>
          <a:xfrm>
            <a:off x="2292257" y="9015650"/>
            <a:ext cx="125825" cy="12585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2" h="102">
                <a:moveTo>
                  <a:pt x="102" y="51"/>
                </a:moveTo>
                <a:cubicBezTo>
                  <a:pt x="102" y="79"/>
                  <a:pt x="80" y="102"/>
                  <a:pt x="52" y="102"/>
                </a:cubicBezTo>
                <a:cubicBezTo>
                  <a:pt x="23" y="102"/>
                  <a:pt x="0" y="79"/>
                  <a:pt x="0" y="51"/>
                </a:cubicBezTo>
                <a:cubicBezTo>
                  <a:pt x="0" y="23"/>
                  <a:pt x="23" y="0"/>
                  <a:pt x="52" y="0"/>
                </a:cubicBezTo>
                <a:cubicBezTo>
                  <a:pt x="80" y="0"/>
                  <a:pt x="102" y="23"/>
                  <a:pt x="102" y="51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45" name="Freeform 544">
            <a:extLst>
              <a:ext uri="{FF2B5EF4-FFF2-40B4-BE49-F238E27FC236}">
                <a16:creationId xmlns:a16="http://schemas.microsoft.com/office/drawing/2014/main" id="{B493C063-681D-5348-8304-801AF79AF3D1}"/>
              </a:ext>
            </a:extLst>
          </p:cNvPr>
          <p:cNvSpPr/>
          <p:nvPr/>
        </p:nvSpPr>
        <p:spPr>
          <a:xfrm>
            <a:off x="2292257" y="5157675"/>
            <a:ext cx="125825" cy="12461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2" h="101">
                <a:moveTo>
                  <a:pt x="102" y="50"/>
                </a:moveTo>
                <a:cubicBezTo>
                  <a:pt x="102" y="78"/>
                  <a:pt x="80" y="101"/>
                  <a:pt x="52" y="101"/>
                </a:cubicBezTo>
                <a:cubicBezTo>
                  <a:pt x="23" y="101"/>
                  <a:pt x="0" y="78"/>
                  <a:pt x="0" y="50"/>
                </a:cubicBezTo>
                <a:cubicBezTo>
                  <a:pt x="0" y="22"/>
                  <a:pt x="23" y="0"/>
                  <a:pt x="52" y="0"/>
                </a:cubicBezTo>
                <a:cubicBezTo>
                  <a:pt x="80" y="0"/>
                  <a:pt x="102" y="22"/>
                  <a:pt x="102" y="5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46" name="Freeform 545">
            <a:extLst>
              <a:ext uri="{FF2B5EF4-FFF2-40B4-BE49-F238E27FC236}">
                <a16:creationId xmlns:a16="http://schemas.microsoft.com/office/drawing/2014/main" id="{08885D7D-E64B-1846-A8EC-9286B6CABD34}"/>
              </a:ext>
            </a:extLst>
          </p:cNvPr>
          <p:cNvSpPr/>
          <p:nvPr/>
        </p:nvSpPr>
        <p:spPr>
          <a:xfrm>
            <a:off x="2292257" y="12876118"/>
            <a:ext cx="125825" cy="12585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2" h="102">
                <a:moveTo>
                  <a:pt x="102" y="51"/>
                </a:moveTo>
                <a:cubicBezTo>
                  <a:pt x="102" y="79"/>
                  <a:pt x="80" y="102"/>
                  <a:pt x="52" y="102"/>
                </a:cubicBezTo>
                <a:cubicBezTo>
                  <a:pt x="23" y="102"/>
                  <a:pt x="0" y="79"/>
                  <a:pt x="0" y="51"/>
                </a:cubicBezTo>
                <a:cubicBezTo>
                  <a:pt x="0" y="23"/>
                  <a:pt x="23" y="0"/>
                  <a:pt x="52" y="0"/>
                </a:cubicBezTo>
                <a:cubicBezTo>
                  <a:pt x="80" y="0"/>
                  <a:pt x="102" y="23"/>
                  <a:pt x="102" y="51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4E69B76F-A7FB-5742-B81F-FA67F6CA79AE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88F69551-29CE-1E4E-B079-0394AF94760F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F05EFAFE-C8D5-CE4D-9042-B6E3E9E842E6}"/>
              </a:ext>
            </a:extLst>
          </p:cNvPr>
          <p:cNvSpPr txBox="1"/>
          <p:nvPr/>
        </p:nvSpPr>
        <p:spPr>
          <a:xfrm>
            <a:off x="1797413" y="3763181"/>
            <a:ext cx="1125081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A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A773D200-9D96-AB49-8EE2-6E0D00F62D3F}"/>
              </a:ext>
            </a:extLst>
          </p:cNvPr>
          <p:cNvSpPr txBox="1"/>
          <p:nvPr/>
        </p:nvSpPr>
        <p:spPr>
          <a:xfrm>
            <a:off x="3842860" y="3592226"/>
            <a:ext cx="4135729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49A57E4D-0A74-E643-B196-D2DCE42DB5BE}"/>
              </a:ext>
            </a:extLst>
          </p:cNvPr>
          <p:cNvSpPr txBox="1"/>
          <p:nvPr/>
        </p:nvSpPr>
        <p:spPr>
          <a:xfrm>
            <a:off x="1797413" y="7629744"/>
            <a:ext cx="1125081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B</a:t>
            </a: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0D7B255A-93D7-854D-91A8-7C22E1FFF196}"/>
              </a:ext>
            </a:extLst>
          </p:cNvPr>
          <p:cNvSpPr txBox="1"/>
          <p:nvPr/>
        </p:nvSpPr>
        <p:spPr>
          <a:xfrm>
            <a:off x="3833896" y="7446819"/>
            <a:ext cx="4144693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DD7C1C1C-B74E-AF48-BC06-DA5D592B6936}"/>
              </a:ext>
            </a:extLst>
          </p:cNvPr>
          <p:cNvSpPr txBox="1"/>
          <p:nvPr/>
        </p:nvSpPr>
        <p:spPr>
          <a:xfrm>
            <a:off x="1743623" y="11493532"/>
            <a:ext cx="1125081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C</a:t>
            </a: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4AE47A18-AE94-6F45-ACB2-6D9A1520763C}"/>
              </a:ext>
            </a:extLst>
          </p:cNvPr>
          <p:cNvSpPr txBox="1"/>
          <p:nvPr/>
        </p:nvSpPr>
        <p:spPr>
          <a:xfrm>
            <a:off x="3833896" y="11310607"/>
            <a:ext cx="4144693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39876736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6501AB07-A091-5542-949F-C90135AF85F8}"/>
              </a:ext>
            </a:extLst>
          </p:cNvPr>
          <p:cNvGrpSpPr/>
          <p:nvPr/>
        </p:nvGrpSpPr>
        <p:grpSpPr>
          <a:xfrm>
            <a:off x="4964484" y="6656111"/>
            <a:ext cx="14448688" cy="6315890"/>
            <a:chOff x="4964484" y="6656111"/>
            <a:chExt cx="14448688" cy="631589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4AE762F7-FCC7-A24D-A28F-847E9725BBC0}"/>
                </a:ext>
              </a:extLst>
            </p:cNvPr>
            <p:cNvGrpSpPr/>
            <p:nvPr/>
          </p:nvGrpSpPr>
          <p:grpSpPr>
            <a:xfrm>
              <a:off x="17753781" y="10758698"/>
              <a:ext cx="1257749" cy="1929163"/>
              <a:chOff x="17753781" y="10758698"/>
              <a:chExt cx="1257749" cy="1929163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33BEB57E-7F94-654B-A5E2-6CA821251856}"/>
                  </a:ext>
                </a:extLst>
              </p:cNvPr>
              <p:cNvSpPr/>
              <p:nvPr/>
            </p:nvSpPr>
            <p:spPr>
              <a:xfrm>
                <a:off x="17822300" y="11594918"/>
                <a:ext cx="1181011" cy="10418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49" h="837">
                    <a:moveTo>
                      <a:pt x="871" y="131"/>
                    </a:moveTo>
                    <a:cubicBezTo>
                      <a:pt x="840" y="111"/>
                      <a:pt x="804" y="106"/>
                      <a:pt x="769" y="116"/>
                    </a:cubicBezTo>
                    <a:cubicBezTo>
                      <a:pt x="759" y="119"/>
                      <a:pt x="749" y="123"/>
                      <a:pt x="739" y="128"/>
                    </a:cubicBezTo>
                    <a:lnTo>
                      <a:pt x="739" y="49"/>
                    </a:lnTo>
                    <a:cubicBezTo>
                      <a:pt x="739" y="23"/>
                      <a:pt x="717" y="0"/>
                      <a:pt x="690" y="0"/>
                    </a:cubicBezTo>
                    <a:lnTo>
                      <a:pt x="48" y="0"/>
                    </a:lnTo>
                    <a:cubicBezTo>
                      <a:pt x="21" y="0"/>
                      <a:pt x="0" y="23"/>
                      <a:pt x="0" y="49"/>
                    </a:cubicBezTo>
                    <a:lnTo>
                      <a:pt x="0" y="467"/>
                    </a:lnTo>
                    <a:cubicBezTo>
                      <a:pt x="0" y="671"/>
                      <a:pt x="165" y="837"/>
                      <a:pt x="369" y="837"/>
                    </a:cubicBezTo>
                    <a:cubicBezTo>
                      <a:pt x="503" y="837"/>
                      <a:pt x="621" y="765"/>
                      <a:pt x="686" y="658"/>
                    </a:cubicBezTo>
                    <a:cubicBezTo>
                      <a:pt x="793" y="657"/>
                      <a:pt x="880" y="591"/>
                      <a:pt x="923" y="474"/>
                    </a:cubicBezTo>
                    <a:cubicBezTo>
                      <a:pt x="967" y="351"/>
                      <a:pt x="958" y="185"/>
                      <a:pt x="871" y="13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EEF113C7-596E-5149-8C80-F4B3950B8DA1}"/>
                  </a:ext>
                </a:extLst>
              </p:cNvPr>
              <p:cNvSpPr/>
              <p:nvPr/>
            </p:nvSpPr>
            <p:spPr>
              <a:xfrm>
                <a:off x="18730482" y="11859115"/>
                <a:ext cx="147003" cy="4199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9" h="338">
                    <a:moveTo>
                      <a:pt x="99" y="227"/>
                    </a:moveTo>
                    <a:cubicBezTo>
                      <a:pt x="83" y="271"/>
                      <a:pt x="53" y="320"/>
                      <a:pt x="0" y="338"/>
                    </a:cubicBezTo>
                    <a:cubicBezTo>
                      <a:pt x="6" y="311"/>
                      <a:pt x="10" y="284"/>
                      <a:pt x="10" y="255"/>
                    </a:cubicBezTo>
                    <a:lnTo>
                      <a:pt x="10" y="53"/>
                    </a:lnTo>
                    <a:cubicBezTo>
                      <a:pt x="25" y="31"/>
                      <a:pt x="47" y="7"/>
                      <a:pt x="68" y="1"/>
                    </a:cubicBezTo>
                    <a:cubicBezTo>
                      <a:pt x="73" y="0"/>
                      <a:pt x="80" y="-1"/>
                      <a:pt x="89" y="5"/>
                    </a:cubicBezTo>
                    <a:cubicBezTo>
                      <a:pt x="114" y="21"/>
                      <a:pt x="136" y="126"/>
                      <a:pt x="99" y="22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D5179EA7-4BB7-1042-A4F7-0F9E09E3E50C}"/>
                  </a:ext>
                </a:extLst>
              </p:cNvPr>
              <p:cNvSpPr/>
              <p:nvPr/>
            </p:nvSpPr>
            <p:spPr>
              <a:xfrm>
                <a:off x="17813581" y="11587437"/>
                <a:ext cx="1197949" cy="1056802"/>
              </a:xfrm>
              <a:custGeom>
                <a:avLst/>
                <a:gdLst>
                  <a:gd name="connsiteX0" fmla="*/ 68462 w 1197949"/>
                  <a:gd name="connsiteY0" fmla="*/ 16201 h 1056802"/>
                  <a:gd name="connsiteX1" fmla="*/ 17440 w 1197949"/>
                  <a:gd name="connsiteY1" fmla="*/ 68479 h 1056802"/>
                  <a:gd name="connsiteX2" fmla="*/ 17440 w 1197949"/>
                  <a:gd name="connsiteY2" fmla="*/ 588770 h 1056802"/>
                  <a:gd name="connsiteX3" fmla="*/ 467934 w 1197949"/>
                  <a:gd name="connsiteY3" fmla="*/ 1040602 h 1056802"/>
                  <a:gd name="connsiteX4" fmla="*/ 854962 w 1197949"/>
                  <a:gd name="connsiteY4" fmla="*/ 822777 h 1056802"/>
                  <a:gd name="connsiteX5" fmla="*/ 861184 w 1197949"/>
                  <a:gd name="connsiteY5" fmla="*/ 817798 h 1056802"/>
                  <a:gd name="connsiteX6" fmla="*/ 1148654 w 1197949"/>
                  <a:gd name="connsiteY6" fmla="*/ 593749 h 1056802"/>
                  <a:gd name="connsiteX7" fmla="*/ 1088920 w 1197949"/>
                  <a:gd name="connsiteY7" fmla="*/ 178014 h 1056802"/>
                  <a:gd name="connsiteX8" fmla="*/ 968208 w 1197949"/>
                  <a:gd name="connsiteY8" fmla="*/ 159343 h 1056802"/>
                  <a:gd name="connsiteX9" fmla="*/ 932118 w 1197949"/>
                  <a:gd name="connsiteY9" fmla="*/ 174280 h 1056802"/>
                  <a:gd name="connsiteX10" fmla="*/ 923408 w 1197949"/>
                  <a:gd name="connsiteY10" fmla="*/ 174280 h 1056802"/>
                  <a:gd name="connsiteX11" fmla="*/ 919674 w 1197949"/>
                  <a:gd name="connsiteY11" fmla="*/ 166812 h 1056802"/>
                  <a:gd name="connsiteX12" fmla="*/ 919674 w 1197949"/>
                  <a:gd name="connsiteY12" fmla="*/ 68479 h 1056802"/>
                  <a:gd name="connsiteX13" fmla="*/ 867406 w 1197949"/>
                  <a:gd name="connsiteY13" fmla="*/ 16201 h 1056802"/>
                  <a:gd name="connsiteX14" fmla="*/ 68446 w 1197949"/>
                  <a:gd name="connsiteY14" fmla="*/ 0 h 1056802"/>
                  <a:gd name="connsiteX15" fmla="*/ 867414 w 1197949"/>
                  <a:gd name="connsiteY15" fmla="*/ 0 h 1056802"/>
                  <a:gd name="connsiteX16" fmla="*/ 937106 w 1197949"/>
                  <a:gd name="connsiteY16" fmla="*/ 68462 h 1056802"/>
                  <a:gd name="connsiteX17" fmla="*/ 937106 w 1197949"/>
                  <a:gd name="connsiteY17" fmla="*/ 154350 h 1056802"/>
                  <a:gd name="connsiteX18" fmla="*/ 963240 w 1197949"/>
                  <a:gd name="connsiteY18" fmla="*/ 143147 h 1056802"/>
                  <a:gd name="connsiteX19" fmla="*/ 1097646 w 1197949"/>
                  <a:gd name="connsiteY19" fmla="*/ 163064 h 1056802"/>
                  <a:gd name="connsiteX20" fmla="*/ 1164850 w 1197949"/>
                  <a:gd name="connsiteY20" fmla="*/ 599975 h 1056802"/>
                  <a:gd name="connsiteX21" fmla="*/ 866170 w 1197949"/>
                  <a:gd name="connsiteY21" fmla="*/ 835235 h 1056802"/>
                  <a:gd name="connsiteX22" fmla="*/ 467930 w 1197949"/>
                  <a:gd name="connsiteY22" fmla="*/ 1056802 h 1056802"/>
                  <a:gd name="connsiteX23" fmla="*/ 0 w 1197949"/>
                  <a:gd name="connsiteY23" fmla="*/ 588772 h 1056802"/>
                  <a:gd name="connsiteX24" fmla="*/ 0 w 1197949"/>
                  <a:gd name="connsiteY24" fmla="*/ 68462 h 1056802"/>
                  <a:gd name="connsiteX25" fmla="*/ 68446 w 1197949"/>
                  <a:gd name="connsiteY25" fmla="*/ 0 h 1056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1197949" h="1056802">
                    <a:moveTo>
                      <a:pt x="68462" y="16201"/>
                    </a:moveTo>
                    <a:cubicBezTo>
                      <a:pt x="41084" y="16201"/>
                      <a:pt x="17440" y="39851"/>
                      <a:pt x="17440" y="68479"/>
                    </a:cubicBezTo>
                    <a:lnTo>
                      <a:pt x="17440" y="588770"/>
                    </a:lnTo>
                    <a:cubicBezTo>
                      <a:pt x="17440" y="837713"/>
                      <a:pt x="219042" y="1040602"/>
                      <a:pt x="467934" y="1040602"/>
                    </a:cubicBezTo>
                    <a:cubicBezTo>
                      <a:pt x="627226" y="1040602"/>
                      <a:pt x="771584" y="958451"/>
                      <a:pt x="854962" y="822777"/>
                    </a:cubicBezTo>
                    <a:cubicBezTo>
                      <a:pt x="856206" y="819043"/>
                      <a:pt x="858696" y="817798"/>
                      <a:pt x="861184" y="817798"/>
                    </a:cubicBezTo>
                    <a:cubicBezTo>
                      <a:pt x="993096" y="816553"/>
                      <a:pt x="1097632" y="735647"/>
                      <a:pt x="1148654" y="593749"/>
                    </a:cubicBezTo>
                    <a:cubicBezTo>
                      <a:pt x="1217100" y="409531"/>
                      <a:pt x="1172300" y="229047"/>
                      <a:pt x="1088920" y="178014"/>
                    </a:cubicBezTo>
                    <a:cubicBezTo>
                      <a:pt x="1051586" y="154364"/>
                      <a:pt x="1009276" y="148141"/>
                      <a:pt x="968208" y="159343"/>
                    </a:cubicBezTo>
                    <a:cubicBezTo>
                      <a:pt x="955764" y="163077"/>
                      <a:pt x="944564" y="168056"/>
                      <a:pt x="932118" y="174280"/>
                    </a:cubicBezTo>
                    <a:cubicBezTo>
                      <a:pt x="928386" y="176769"/>
                      <a:pt x="925896" y="176769"/>
                      <a:pt x="923408" y="174280"/>
                    </a:cubicBezTo>
                    <a:cubicBezTo>
                      <a:pt x="920918" y="173035"/>
                      <a:pt x="919674" y="170546"/>
                      <a:pt x="919674" y="166812"/>
                    </a:cubicBezTo>
                    <a:lnTo>
                      <a:pt x="919674" y="68479"/>
                    </a:lnTo>
                    <a:cubicBezTo>
                      <a:pt x="919674" y="39851"/>
                      <a:pt x="896030" y="16201"/>
                      <a:pt x="867406" y="16201"/>
                    </a:cubicBezTo>
                    <a:close/>
                    <a:moveTo>
                      <a:pt x="68446" y="0"/>
                    </a:moveTo>
                    <a:lnTo>
                      <a:pt x="867414" y="0"/>
                    </a:lnTo>
                    <a:cubicBezTo>
                      <a:pt x="904750" y="0"/>
                      <a:pt x="937106" y="31119"/>
                      <a:pt x="937106" y="68462"/>
                    </a:cubicBezTo>
                    <a:lnTo>
                      <a:pt x="937106" y="154350"/>
                    </a:lnTo>
                    <a:cubicBezTo>
                      <a:pt x="945818" y="149371"/>
                      <a:pt x="954530" y="145637"/>
                      <a:pt x="963240" y="143147"/>
                    </a:cubicBezTo>
                    <a:cubicBezTo>
                      <a:pt x="1009288" y="130700"/>
                      <a:pt x="1055334" y="136924"/>
                      <a:pt x="1097646" y="163064"/>
                    </a:cubicBezTo>
                    <a:cubicBezTo>
                      <a:pt x="1208408" y="232770"/>
                      <a:pt x="1222096" y="444380"/>
                      <a:pt x="1164850" y="599975"/>
                    </a:cubicBezTo>
                    <a:cubicBezTo>
                      <a:pt x="1111336" y="746857"/>
                      <a:pt x="1003064" y="831500"/>
                      <a:pt x="866170" y="835235"/>
                    </a:cubicBezTo>
                    <a:cubicBezTo>
                      <a:pt x="780300" y="974648"/>
                      <a:pt x="632204" y="1056802"/>
                      <a:pt x="467930" y="1056802"/>
                    </a:cubicBezTo>
                    <a:cubicBezTo>
                      <a:pt x="210320" y="1056802"/>
                      <a:pt x="0" y="846437"/>
                      <a:pt x="0" y="588772"/>
                    </a:cubicBezTo>
                    <a:lnTo>
                      <a:pt x="0" y="68462"/>
                    </a:lnTo>
                    <a:cubicBezTo>
                      <a:pt x="0" y="31119"/>
                      <a:pt x="31112" y="0"/>
                      <a:pt x="684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04C49C83-3E01-CF43-B94E-5B2D8E743360}"/>
                  </a:ext>
                </a:extLst>
              </p:cNvPr>
              <p:cNvSpPr/>
              <p:nvPr/>
            </p:nvSpPr>
            <p:spPr>
              <a:xfrm>
                <a:off x="18721760" y="11851133"/>
                <a:ext cx="164061" cy="436688"/>
              </a:xfrm>
              <a:custGeom>
                <a:avLst/>
                <a:gdLst>
                  <a:gd name="connsiteX0" fmla="*/ 93952 w 164061"/>
                  <a:gd name="connsiteY0" fmla="*/ 16705 h 436688"/>
                  <a:gd name="connsiteX1" fmla="*/ 29800 w 164061"/>
                  <a:gd name="connsiteY1" fmla="*/ 76337 h 436688"/>
                  <a:gd name="connsiteX2" fmla="*/ 29800 w 164061"/>
                  <a:gd name="connsiteY2" fmla="*/ 324804 h 436688"/>
                  <a:gd name="connsiteX3" fmla="*/ 19932 w 164061"/>
                  <a:gd name="connsiteY3" fmla="*/ 414252 h 436688"/>
                  <a:gd name="connsiteX4" fmla="*/ 123562 w 164061"/>
                  <a:gd name="connsiteY4" fmla="*/ 287534 h 436688"/>
                  <a:gd name="connsiteX5" fmla="*/ 114926 w 164061"/>
                  <a:gd name="connsiteY5" fmla="*/ 21674 h 436688"/>
                  <a:gd name="connsiteX6" fmla="*/ 93952 w 164061"/>
                  <a:gd name="connsiteY6" fmla="*/ 16705 h 436688"/>
                  <a:gd name="connsiteX7" fmla="*/ 90260 w 164061"/>
                  <a:gd name="connsiteY7" fmla="*/ 1751 h 436688"/>
                  <a:gd name="connsiteX8" fmla="*/ 123644 w 164061"/>
                  <a:gd name="connsiteY8" fmla="*/ 7964 h 436688"/>
                  <a:gd name="connsiteX9" fmla="*/ 138480 w 164061"/>
                  <a:gd name="connsiteY9" fmla="*/ 293780 h 436688"/>
                  <a:gd name="connsiteX10" fmla="*/ 11128 w 164061"/>
                  <a:gd name="connsiteY10" fmla="*/ 436688 h 436688"/>
                  <a:gd name="connsiteX11" fmla="*/ 8656 w 164061"/>
                  <a:gd name="connsiteY11" fmla="*/ 436688 h 436688"/>
                  <a:gd name="connsiteX12" fmla="*/ 3710 w 164061"/>
                  <a:gd name="connsiteY12" fmla="*/ 434203 h 436688"/>
                  <a:gd name="connsiteX13" fmla="*/ 0 w 164061"/>
                  <a:gd name="connsiteY13" fmla="*/ 425504 h 436688"/>
                  <a:gd name="connsiteX14" fmla="*/ 12366 w 164061"/>
                  <a:gd name="connsiteY14" fmla="*/ 324847 h 436688"/>
                  <a:gd name="connsiteX15" fmla="*/ 12366 w 164061"/>
                  <a:gd name="connsiteY15" fmla="*/ 73826 h 436688"/>
                  <a:gd name="connsiteX16" fmla="*/ 13602 w 164061"/>
                  <a:gd name="connsiteY16" fmla="*/ 68855 h 436688"/>
                  <a:gd name="connsiteX17" fmla="*/ 90260 w 164061"/>
                  <a:gd name="connsiteY17" fmla="*/ 1751 h 436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64061" h="436688">
                    <a:moveTo>
                      <a:pt x="93952" y="16705"/>
                    </a:moveTo>
                    <a:cubicBezTo>
                      <a:pt x="75448" y="22917"/>
                      <a:pt x="53240" y="44036"/>
                      <a:pt x="29800" y="76337"/>
                    </a:cubicBezTo>
                    <a:lnTo>
                      <a:pt x="29800" y="324804"/>
                    </a:lnTo>
                    <a:cubicBezTo>
                      <a:pt x="29800" y="354620"/>
                      <a:pt x="26100" y="385678"/>
                      <a:pt x="19932" y="414252"/>
                    </a:cubicBezTo>
                    <a:cubicBezTo>
                      <a:pt x="65578" y="394375"/>
                      <a:pt x="98888" y="350893"/>
                      <a:pt x="123562" y="287534"/>
                    </a:cubicBezTo>
                    <a:cubicBezTo>
                      <a:pt x="169208" y="159573"/>
                      <a:pt x="139600" y="36582"/>
                      <a:pt x="114926" y="21674"/>
                    </a:cubicBezTo>
                    <a:cubicBezTo>
                      <a:pt x="105056" y="15463"/>
                      <a:pt x="98888" y="16705"/>
                      <a:pt x="93952" y="16705"/>
                    </a:cubicBezTo>
                    <a:close/>
                    <a:moveTo>
                      <a:pt x="90260" y="1751"/>
                    </a:moveTo>
                    <a:cubicBezTo>
                      <a:pt x="97678" y="-735"/>
                      <a:pt x="108806" y="-1977"/>
                      <a:pt x="123644" y="7964"/>
                    </a:cubicBezTo>
                    <a:cubicBezTo>
                      <a:pt x="161974" y="30332"/>
                      <a:pt x="184228" y="168270"/>
                      <a:pt x="138480" y="293780"/>
                    </a:cubicBezTo>
                    <a:cubicBezTo>
                      <a:pt x="111280" y="367098"/>
                      <a:pt x="68004" y="416805"/>
                      <a:pt x="11128" y="436688"/>
                    </a:cubicBezTo>
                    <a:cubicBezTo>
                      <a:pt x="11128" y="436688"/>
                      <a:pt x="9892" y="436688"/>
                      <a:pt x="8656" y="436688"/>
                    </a:cubicBezTo>
                    <a:cubicBezTo>
                      <a:pt x="6184" y="436688"/>
                      <a:pt x="4946" y="435445"/>
                      <a:pt x="3710" y="434203"/>
                    </a:cubicBezTo>
                    <a:cubicBezTo>
                      <a:pt x="1238" y="431717"/>
                      <a:pt x="0" y="429232"/>
                      <a:pt x="0" y="425504"/>
                    </a:cubicBezTo>
                    <a:cubicBezTo>
                      <a:pt x="7420" y="393194"/>
                      <a:pt x="12366" y="358399"/>
                      <a:pt x="12366" y="324847"/>
                    </a:cubicBezTo>
                    <a:lnTo>
                      <a:pt x="12366" y="73826"/>
                    </a:lnTo>
                    <a:cubicBezTo>
                      <a:pt x="12366" y="72583"/>
                      <a:pt x="12366" y="70098"/>
                      <a:pt x="13602" y="68855"/>
                    </a:cubicBezTo>
                    <a:cubicBezTo>
                      <a:pt x="29676" y="47730"/>
                      <a:pt x="59350" y="9207"/>
                      <a:pt x="90260" y="175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735DF7DD-4E32-C244-AE34-DAD80A2AF812}"/>
                  </a:ext>
                </a:extLst>
              </p:cNvPr>
              <p:cNvSpPr/>
              <p:nvPr/>
            </p:nvSpPr>
            <p:spPr>
              <a:xfrm>
                <a:off x="17753781" y="12540806"/>
                <a:ext cx="1113738" cy="1470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95" h="119">
                    <a:moveTo>
                      <a:pt x="836" y="0"/>
                    </a:moveTo>
                    <a:lnTo>
                      <a:pt x="448" y="0"/>
                    </a:lnTo>
                    <a:lnTo>
                      <a:pt x="59" y="0"/>
                    </a:lnTo>
                    <a:cubicBezTo>
                      <a:pt x="43" y="0"/>
                      <a:pt x="28" y="7"/>
                      <a:pt x="17" y="18"/>
                    </a:cubicBezTo>
                    <a:cubicBezTo>
                      <a:pt x="7" y="29"/>
                      <a:pt x="0" y="43"/>
                      <a:pt x="0" y="60"/>
                    </a:cubicBezTo>
                    <a:cubicBezTo>
                      <a:pt x="0" y="76"/>
                      <a:pt x="7" y="91"/>
                      <a:pt x="17" y="101"/>
                    </a:cubicBezTo>
                    <a:cubicBezTo>
                      <a:pt x="28" y="112"/>
                      <a:pt x="43" y="119"/>
                      <a:pt x="59" y="119"/>
                    </a:cubicBezTo>
                    <a:lnTo>
                      <a:pt x="448" y="119"/>
                    </a:lnTo>
                    <a:lnTo>
                      <a:pt x="836" y="119"/>
                    </a:lnTo>
                    <a:cubicBezTo>
                      <a:pt x="852" y="119"/>
                      <a:pt x="867" y="112"/>
                      <a:pt x="878" y="101"/>
                    </a:cubicBezTo>
                    <a:cubicBezTo>
                      <a:pt x="889" y="91"/>
                      <a:pt x="895" y="76"/>
                      <a:pt x="895" y="60"/>
                    </a:cubicBezTo>
                    <a:cubicBezTo>
                      <a:pt x="895" y="43"/>
                      <a:pt x="889" y="29"/>
                      <a:pt x="878" y="18"/>
                    </a:cubicBezTo>
                    <a:cubicBezTo>
                      <a:pt x="867" y="7"/>
                      <a:pt x="852" y="0"/>
                      <a:pt x="8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E4FF8FA6-C021-F140-8F26-A1F32B2B07B1}"/>
                  </a:ext>
                </a:extLst>
              </p:cNvPr>
              <p:cNvSpPr/>
              <p:nvPr/>
            </p:nvSpPr>
            <p:spPr>
              <a:xfrm>
                <a:off x="18046542" y="10758698"/>
                <a:ext cx="142020" cy="7340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5" h="590">
                    <a:moveTo>
                      <a:pt x="92" y="590"/>
                    </a:moveTo>
                    <a:cubicBezTo>
                      <a:pt x="91" y="590"/>
                      <a:pt x="90" y="590"/>
                      <a:pt x="88" y="589"/>
                    </a:cubicBezTo>
                    <a:cubicBezTo>
                      <a:pt x="88" y="588"/>
                      <a:pt x="-17" y="523"/>
                      <a:pt x="2" y="419"/>
                    </a:cubicBezTo>
                    <a:cubicBezTo>
                      <a:pt x="9" y="378"/>
                      <a:pt x="28" y="340"/>
                      <a:pt x="47" y="300"/>
                    </a:cubicBezTo>
                    <a:cubicBezTo>
                      <a:pt x="88" y="218"/>
                      <a:pt x="130" y="133"/>
                      <a:pt x="76" y="10"/>
                    </a:cubicBezTo>
                    <a:cubicBezTo>
                      <a:pt x="75" y="6"/>
                      <a:pt x="77" y="2"/>
                      <a:pt x="80" y="0"/>
                    </a:cubicBezTo>
                    <a:cubicBezTo>
                      <a:pt x="84" y="-1"/>
                      <a:pt x="87" y="0"/>
                      <a:pt x="89" y="4"/>
                    </a:cubicBezTo>
                    <a:cubicBezTo>
                      <a:pt x="144" y="133"/>
                      <a:pt x="99" y="225"/>
                      <a:pt x="60" y="306"/>
                    </a:cubicBezTo>
                    <a:cubicBezTo>
                      <a:pt x="40" y="345"/>
                      <a:pt x="22" y="382"/>
                      <a:pt x="15" y="422"/>
                    </a:cubicBezTo>
                    <a:cubicBezTo>
                      <a:pt x="-2" y="517"/>
                      <a:pt x="95" y="577"/>
                      <a:pt x="96" y="577"/>
                    </a:cubicBezTo>
                    <a:cubicBezTo>
                      <a:pt x="99" y="579"/>
                      <a:pt x="100" y="584"/>
                      <a:pt x="98" y="586"/>
                    </a:cubicBezTo>
                    <a:cubicBezTo>
                      <a:pt x="97" y="589"/>
                      <a:pt x="95" y="590"/>
                      <a:pt x="92" y="59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987EC55C-E912-5245-9E1B-0F79AA0A812E}"/>
                  </a:ext>
                </a:extLst>
              </p:cNvPr>
              <p:cNvSpPr/>
              <p:nvPr/>
            </p:nvSpPr>
            <p:spPr>
              <a:xfrm>
                <a:off x="18341792" y="11095180"/>
                <a:ext cx="123333" cy="3975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0" h="320">
                    <a:moveTo>
                      <a:pt x="92" y="320"/>
                    </a:moveTo>
                    <a:cubicBezTo>
                      <a:pt x="91" y="320"/>
                      <a:pt x="90" y="320"/>
                      <a:pt x="89" y="319"/>
                    </a:cubicBezTo>
                    <a:cubicBezTo>
                      <a:pt x="88" y="318"/>
                      <a:pt x="62" y="303"/>
                      <a:pt x="39" y="274"/>
                    </a:cubicBezTo>
                    <a:cubicBezTo>
                      <a:pt x="7" y="236"/>
                      <a:pt x="-6" y="193"/>
                      <a:pt x="2" y="149"/>
                    </a:cubicBezTo>
                    <a:cubicBezTo>
                      <a:pt x="9" y="108"/>
                      <a:pt x="28" y="70"/>
                      <a:pt x="48" y="30"/>
                    </a:cubicBezTo>
                    <a:cubicBezTo>
                      <a:pt x="52" y="21"/>
                      <a:pt x="56" y="12"/>
                      <a:pt x="61" y="3"/>
                    </a:cubicBezTo>
                    <a:cubicBezTo>
                      <a:pt x="62" y="0"/>
                      <a:pt x="66" y="-1"/>
                      <a:pt x="70" y="0"/>
                    </a:cubicBezTo>
                    <a:cubicBezTo>
                      <a:pt x="73" y="2"/>
                      <a:pt x="75" y="6"/>
                      <a:pt x="73" y="9"/>
                    </a:cubicBezTo>
                    <a:cubicBezTo>
                      <a:pt x="69" y="18"/>
                      <a:pt x="64" y="27"/>
                      <a:pt x="60" y="36"/>
                    </a:cubicBezTo>
                    <a:cubicBezTo>
                      <a:pt x="40" y="75"/>
                      <a:pt x="22" y="112"/>
                      <a:pt x="15" y="152"/>
                    </a:cubicBezTo>
                    <a:cubicBezTo>
                      <a:pt x="-2" y="247"/>
                      <a:pt x="95" y="307"/>
                      <a:pt x="96" y="307"/>
                    </a:cubicBezTo>
                    <a:cubicBezTo>
                      <a:pt x="99" y="309"/>
                      <a:pt x="101" y="314"/>
                      <a:pt x="98" y="316"/>
                    </a:cubicBezTo>
                    <a:cubicBezTo>
                      <a:pt x="97" y="319"/>
                      <a:pt x="95" y="320"/>
                      <a:pt x="92" y="3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0656019-0094-594D-9B97-E93A76A32439}"/>
                </a:ext>
              </a:extLst>
            </p:cNvPr>
            <p:cNvGrpSpPr/>
            <p:nvPr/>
          </p:nvGrpSpPr>
          <p:grpSpPr>
            <a:xfrm>
              <a:off x="6571979" y="9382861"/>
              <a:ext cx="7329815" cy="3305001"/>
              <a:chOff x="6571979" y="9382861"/>
              <a:chExt cx="7329815" cy="3305001"/>
            </a:xfrm>
          </p:grpSpPr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7169FB70-353C-534E-9C24-97C0C3280F42}"/>
                  </a:ext>
                </a:extLst>
              </p:cNvPr>
              <p:cNvSpPr/>
              <p:nvPr/>
            </p:nvSpPr>
            <p:spPr>
              <a:xfrm>
                <a:off x="6674956" y="9391584"/>
                <a:ext cx="7218114" cy="31579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95" h="2535">
                    <a:moveTo>
                      <a:pt x="5795" y="2535"/>
                    </a:moveTo>
                    <a:cubicBezTo>
                      <a:pt x="5790" y="2488"/>
                      <a:pt x="5750" y="2452"/>
                      <a:pt x="5702" y="2452"/>
                    </a:cubicBezTo>
                    <a:lnTo>
                      <a:pt x="4518" y="2452"/>
                    </a:lnTo>
                    <a:lnTo>
                      <a:pt x="3907" y="87"/>
                    </a:lnTo>
                    <a:cubicBezTo>
                      <a:pt x="3894" y="35"/>
                      <a:pt x="3847" y="0"/>
                      <a:pt x="3795" y="0"/>
                    </a:cubicBezTo>
                    <a:lnTo>
                      <a:pt x="46" y="0"/>
                    </a:lnTo>
                    <a:cubicBezTo>
                      <a:pt x="30" y="0"/>
                      <a:pt x="14" y="3"/>
                      <a:pt x="0" y="10"/>
                    </a:cubicBezTo>
                    <a:lnTo>
                      <a:pt x="653" y="2535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50B57D97-C8A1-9547-BF6C-1624576F27CE}"/>
                  </a:ext>
                </a:extLst>
              </p:cNvPr>
              <p:cNvSpPr/>
              <p:nvPr/>
            </p:nvSpPr>
            <p:spPr>
              <a:xfrm>
                <a:off x="6665903" y="9382861"/>
                <a:ext cx="7234640" cy="3175392"/>
              </a:xfrm>
              <a:custGeom>
                <a:avLst/>
                <a:gdLst>
                  <a:gd name="connsiteX0" fmla="*/ 66346 w 7234640"/>
                  <a:gd name="connsiteY0" fmla="*/ 17447 h 3175392"/>
                  <a:gd name="connsiteX1" fmla="*/ 19014 w 7234640"/>
                  <a:gd name="connsiteY1" fmla="*/ 24921 h 3175392"/>
                  <a:gd name="connsiteX2" fmla="*/ 828639 w 7234640"/>
                  <a:gd name="connsiteY2" fmla="*/ 3157945 h 3175392"/>
                  <a:gd name="connsiteX3" fmla="*/ 7217199 w 7234640"/>
                  <a:gd name="connsiteY3" fmla="*/ 3157945 h 3175392"/>
                  <a:gd name="connsiteX4" fmla="*/ 7111325 w 7234640"/>
                  <a:gd name="connsiteY4" fmla="*/ 3071989 h 3175392"/>
                  <a:gd name="connsiteX5" fmla="*/ 5636563 w 7234640"/>
                  <a:gd name="connsiteY5" fmla="*/ 3071989 h 3175392"/>
                  <a:gd name="connsiteX6" fmla="*/ 5629090 w 7234640"/>
                  <a:gd name="connsiteY6" fmla="*/ 3064515 h 3175392"/>
                  <a:gd name="connsiteX7" fmla="*/ 4866796 w 7234640"/>
                  <a:gd name="connsiteY7" fmla="*/ 119597 h 3175392"/>
                  <a:gd name="connsiteX8" fmla="*/ 4736011 w 7234640"/>
                  <a:gd name="connsiteY8" fmla="*/ 17447 h 3175392"/>
                  <a:gd name="connsiteX9" fmla="*/ 65101 w 7234640"/>
                  <a:gd name="connsiteY9" fmla="*/ 0 h 3175392"/>
                  <a:gd name="connsiteX10" fmla="*/ 4734768 w 7234640"/>
                  <a:gd name="connsiteY10" fmla="*/ 0 h 3175392"/>
                  <a:gd name="connsiteX11" fmla="*/ 4881746 w 7234640"/>
                  <a:gd name="connsiteY11" fmla="*/ 114608 h 3175392"/>
                  <a:gd name="connsiteX12" fmla="*/ 5642793 w 7234640"/>
                  <a:gd name="connsiteY12" fmla="*/ 3055801 h 3175392"/>
                  <a:gd name="connsiteX13" fmla="*/ 7110082 w 7234640"/>
                  <a:gd name="connsiteY13" fmla="*/ 3055801 h 3175392"/>
                  <a:gd name="connsiteX14" fmla="*/ 7234640 w 7234640"/>
                  <a:gd name="connsiteY14" fmla="*/ 3164180 h 3175392"/>
                  <a:gd name="connsiteX15" fmla="*/ 7232149 w 7234640"/>
                  <a:gd name="connsiteY15" fmla="*/ 3171655 h 3175392"/>
                  <a:gd name="connsiteX16" fmla="*/ 7225921 w 7234640"/>
                  <a:gd name="connsiteY16" fmla="*/ 3175392 h 3175392"/>
                  <a:gd name="connsiteX17" fmla="*/ 821166 w 7234640"/>
                  <a:gd name="connsiteY17" fmla="*/ 3175392 h 3175392"/>
                  <a:gd name="connsiteX18" fmla="*/ 812447 w 7234640"/>
                  <a:gd name="connsiteY18" fmla="*/ 3167917 h 3175392"/>
                  <a:gd name="connsiteX19" fmla="*/ 331 w 7234640"/>
                  <a:gd name="connsiteY19" fmla="*/ 22423 h 3175392"/>
                  <a:gd name="connsiteX20" fmla="*/ 4068 w 7234640"/>
                  <a:gd name="connsiteY20" fmla="*/ 13703 h 3175392"/>
                  <a:gd name="connsiteX21" fmla="*/ 65101 w 7234640"/>
                  <a:gd name="connsiteY21" fmla="*/ 0 h 3175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7234640" h="3175392">
                    <a:moveTo>
                      <a:pt x="66346" y="17447"/>
                    </a:moveTo>
                    <a:cubicBezTo>
                      <a:pt x="50154" y="17447"/>
                      <a:pt x="33961" y="19938"/>
                      <a:pt x="19014" y="24921"/>
                    </a:cubicBezTo>
                    <a:lnTo>
                      <a:pt x="828639" y="3157945"/>
                    </a:lnTo>
                    <a:lnTo>
                      <a:pt x="7217199" y="3157945"/>
                    </a:lnTo>
                    <a:cubicBezTo>
                      <a:pt x="7207234" y="3108115"/>
                      <a:pt x="7163639" y="3071989"/>
                      <a:pt x="7111325" y="3071989"/>
                    </a:cubicBezTo>
                    <a:lnTo>
                      <a:pt x="5636563" y="3071989"/>
                    </a:lnTo>
                    <a:cubicBezTo>
                      <a:pt x="5632826" y="3071989"/>
                      <a:pt x="5630335" y="3069498"/>
                      <a:pt x="5629090" y="3064515"/>
                    </a:cubicBezTo>
                    <a:lnTo>
                      <a:pt x="4866796" y="119597"/>
                    </a:lnTo>
                    <a:cubicBezTo>
                      <a:pt x="4851850" y="58556"/>
                      <a:pt x="4797044" y="17447"/>
                      <a:pt x="4736011" y="17447"/>
                    </a:cubicBezTo>
                    <a:close/>
                    <a:moveTo>
                      <a:pt x="65101" y="0"/>
                    </a:moveTo>
                    <a:lnTo>
                      <a:pt x="4734768" y="0"/>
                    </a:lnTo>
                    <a:cubicBezTo>
                      <a:pt x="4803274" y="0"/>
                      <a:pt x="4864308" y="47338"/>
                      <a:pt x="4881746" y="114608"/>
                    </a:cubicBezTo>
                    <a:lnTo>
                      <a:pt x="5642793" y="3055801"/>
                    </a:lnTo>
                    <a:lnTo>
                      <a:pt x="7110082" y="3055801"/>
                    </a:lnTo>
                    <a:cubicBezTo>
                      <a:pt x="7173606" y="3055801"/>
                      <a:pt x="7227166" y="3101893"/>
                      <a:pt x="7234640" y="3164180"/>
                    </a:cubicBezTo>
                    <a:cubicBezTo>
                      <a:pt x="7234640" y="3166672"/>
                      <a:pt x="7233394" y="3169163"/>
                      <a:pt x="7232149" y="3171655"/>
                    </a:cubicBezTo>
                    <a:cubicBezTo>
                      <a:pt x="7230904" y="3172901"/>
                      <a:pt x="7228412" y="3175392"/>
                      <a:pt x="7225921" y="3175392"/>
                    </a:cubicBezTo>
                    <a:lnTo>
                      <a:pt x="821166" y="3175392"/>
                    </a:lnTo>
                    <a:cubicBezTo>
                      <a:pt x="817429" y="3175392"/>
                      <a:pt x="813693" y="3171655"/>
                      <a:pt x="812447" y="3167917"/>
                    </a:cubicBezTo>
                    <a:lnTo>
                      <a:pt x="331" y="22423"/>
                    </a:lnTo>
                    <a:cubicBezTo>
                      <a:pt x="-915" y="18686"/>
                      <a:pt x="1577" y="14949"/>
                      <a:pt x="4068" y="13703"/>
                    </a:cubicBezTo>
                    <a:cubicBezTo>
                      <a:pt x="23997" y="3737"/>
                      <a:pt x="43926" y="0"/>
                      <a:pt x="651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DED59BF8-2D43-1A44-91E9-5987363B1167}"/>
                  </a:ext>
                </a:extLst>
              </p:cNvPr>
              <p:cNvSpPr/>
              <p:nvPr/>
            </p:nvSpPr>
            <p:spPr>
              <a:xfrm>
                <a:off x="6579030" y="9404047"/>
                <a:ext cx="7314043" cy="32750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72" h="2629">
                    <a:moveTo>
                      <a:pt x="729" y="2525"/>
                    </a:moveTo>
                    <a:lnTo>
                      <a:pt x="76" y="0"/>
                    </a:lnTo>
                    <a:cubicBezTo>
                      <a:pt x="-17" y="34"/>
                      <a:pt x="-5" y="77"/>
                      <a:pt x="10" y="135"/>
                    </a:cubicBezTo>
                    <a:lnTo>
                      <a:pt x="655" y="2629"/>
                    </a:lnTo>
                    <a:lnTo>
                      <a:pt x="5778" y="2629"/>
                    </a:lnTo>
                    <a:cubicBezTo>
                      <a:pt x="5830" y="2629"/>
                      <a:pt x="5872" y="2587"/>
                      <a:pt x="5872" y="2536"/>
                    </a:cubicBezTo>
                    <a:cubicBezTo>
                      <a:pt x="5872" y="2532"/>
                      <a:pt x="5872" y="2528"/>
                      <a:pt x="5871" y="252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8F399DA5-F811-714A-A1E3-ECDF8EEABD92}"/>
                  </a:ext>
                </a:extLst>
              </p:cNvPr>
              <p:cNvSpPr/>
              <p:nvPr/>
            </p:nvSpPr>
            <p:spPr>
              <a:xfrm>
                <a:off x="6571979" y="9395751"/>
                <a:ext cx="7329815" cy="3292111"/>
              </a:xfrm>
              <a:custGeom>
                <a:avLst/>
                <a:gdLst>
                  <a:gd name="connsiteX0" fmla="*/ 97980 w 7329815"/>
                  <a:gd name="connsiteY0" fmla="*/ 18266 h 3292111"/>
                  <a:gd name="connsiteX1" fmla="*/ 29473 w 7329815"/>
                  <a:gd name="connsiteY1" fmla="*/ 172739 h 3292111"/>
                  <a:gd name="connsiteX2" fmla="*/ 29473 w 7329815"/>
                  <a:gd name="connsiteY2" fmla="*/ 173985 h 3292111"/>
                  <a:gd name="connsiteX3" fmla="*/ 830380 w 7329815"/>
                  <a:gd name="connsiteY3" fmla="*/ 3275909 h 3292111"/>
                  <a:gd name="connsiteX4" fmla="*/ 7205251 w 7329815"/>
                  <a:gd name="connsiteY4" fmla="*/ 3275909 h 3292111"/>
                  <a:gd name="connsiteX5" fmla="*/ 7313616 w 7329815"/>
                  <a:gd name="connsiteY5" fmla="*/ 3167528 h 3292111"/>
                  <a:gd name="connsiteX6" fmla="*/ 7313616 w 7329815"/>
                  <a:gd name="connsiteY6" fmla="*/ 3162546 h 3292111"/>
                  <a:gd name="connsiteX7" fmla="*/ 916325 w 7329815"/>
                  <a:gd name="connsiteY7" fmla="*/ 3162546 h 3292111"/>
                  <a:gd name="connsiteX8" fmla="*/ 907606 w 7329815"/>
                  <a:gd name="connsiteY8" fmla="*/ 3155071 h 3292111"/>
                  <a:gd name="connsiteX9" fmla="*/ 99223 w 7329815"/>
                  <a:gd name="connsiteY9" fmla="*/ 819 h 3292111"/>
                  <a:gd name="connsiteX10" fmla="*/ 106696 w 7329815"/>
                  <a:gd name="connsiteY10" fmla="*/ 2065 h 3292111"/>
                  <a:gd name="connsiteX11" fmla="*/ 111678 w 7329815"/>
                  <a:gd name="connsiteY11" fmla="*/ 7048 h 3292111"/>
                  <a:gd name="connsiteX12" fmla="*/ 922551 w 7329815"/>
                  <a:gd name="connsiteY12" fmla="*/ 3145112 h 3292111"/>
                  <a:gd name="connsiteX13" fmla="*/ 7319851 w 7329815"/>
                  <a:gd name="connsiteY13" fmla="*/ 3145112 h 3292111"/>
                  <a:gd name="connsiteX14" fmla="*/ 7328569 w 7329815"/>
                  <a:gd name="connsiteY14" fmla="*/ 3151340 h 3292111"/>
                  <a:gd name="connsiteX15" fmla="*/ 7329815 w 7329815"/>
                  <a:gd name="connsiteY15" fmla="*/ 3167535 h 3292111"/>
                  <a:gd name="connsiteX16" fmla="*/ 7204011 w 7329815"/>
                  <a:gd name="connsiteY16" fmla="*/ 3292111 h 3292111"/>
                  <a:gd name="connsiteX17" fmla="*/ 824150 w 7329815"/>
                  <a:gd name="connsiteY17" fmla="*/ 3292111 h 3292111"/>
                  <a:gd name="connsiteX18" fmla="*/ 815431 w 7329815"/>
                  <a:gd name="connsiteY18" fmla="*/ 3285882 h 3292111"/>
                  <a:gd name="connsiteX19" fmla="*/ 12032 w 7329815"/>
                  <a:gd name="connsiteY19" fmla="*/ 177716 h 3292111"/>
                  <a:gd name="connsiteX20" fmla="*/ 99223 w 7329815"/>
                  <a:gd name="connsiteY20" fmla="*/ 819 h 3292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329815" h="3292111">
                    <a:moveTo>
                      <a:pt x="97980" y="18266"/>
                    </a:moveTo>
                    <a:cubicBezTo>
                      <a:pt x="-421" y="58130"/>
                      <a:pt x="10789" y="104223"/>
                      <a:pt x="29473" y="172739"/>
                    </a:cubicBezTo>
                    <a:lnTo>
                      <a:pt x="29473" y="173985"/>
                    </a:lnTo>
                    <a:lnTo>
                      <a:pt x="830380" y="3275909"/>
                    </a:lnTo>
                    <a:lnTo>
                      <a:pt x="7205251" y="3275909"/>
                    </a:lnTo>
                    <a:cubicBezTo>
                      <a:pt x="7265039" y="3275909"/>
                      <a:pt x="7313616" y="3227325"/>
                      <a:pt x="7313616" y="3167528"/>
                    </a:cubicBezTo>
                    <a:cubicBezTo>
                      <a:pt x="7313616" y="3165037"/>
                      <a:pt x="7313616" y="3163791"/>
                      <a:pt x="7313616" y="3162546"/>
                    </a:cubicBezTo>
                    <a:lnTo>
                      <a:pt x="916325" y="3162546"/>
                    </a:lnTo>
                    <a:cubicBezTo>
                      <a:pt x="912588" y="3162546"/>
                      <a:pt x="908851" y="3158808"/>
                      <a:pt x="907606" y="3155071"/>
                    </a:cubicBezTo>
                    <a:close/>
                    <a:moveTo>
                      <a:pt x="99223" y="819"/>
                    </a:moveTo>
                    <a:cubicBezTo>
                      <a:pt x="101714" y="-427"/>
                      <a:pt x="104205" y="-427"/>
                      <a:pt x="106696" y="2065"/>
                    </a:cubicBezTo>
                    <a:cubicBezTo>
                      <a:pt x="109187" y="2065"/>
                      <a:pt x="110433" y="4556"/>
                      <a:pt x="111678" y="7048"/>
                    </a:cubicBezTo>
                    <a:lnTo>
                      <a:pt x="922551" y="3145112"/>
                    </a:lnTo>
                    <a:lnTo>
                      <a:pt x="7319851" y="3145112"/>
                    </a:lnTo>
                    <a:cubicBezTo>
                      <a:pt x="7323587" y="3145112"/>
                      <a:pt x="7327324" y="3148849"/>
                      <a:pt x="7328569" y="3151340"/>
                    </a:cubicBezTo>
                    <a:cubicBezTo>
                      <a:pt x="7329815" y="3157569"/>
                      <a:pt x="7329815" y="3162552"/>
                      <a:pt x="7329815" y="3167535"/>
                    </a:cubicBezTo>
                    <a:cubicBezTo>
                      <a:pt x="7329815" y="3236052"/>
                      <a:pt x="7272519" y="3292111"/>
                      <a:pt x="7204011" y="3292111"/>
                    </a:cubicBezTo>
                    <a:lnTo>
                      <a:pt x="824150" y="3292111"/>
                    </a:lnTo>
                    <a:cubicBezTo>
                      <a:pt x="820414" y="3292111"/>
                      <a:pt x="817922" y="3289620"/>
                      <a:pt x="815431" y="3285882"/>
                    </a:cubicBezTo>
                    <a:lnTo>
                      <a:pt x="12032" y="177716"/>
                    </a:lnTo>
                    <a:cubicBezTo>
                      <a:pt x="-5407" y="107954"/>
                      <a:pt x="-21599" y="46912"/>
                      <a:pt x="99223" y="8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2D286AF7-84A6-F849-8B4E-B067A0FD39AC}"/>
                  </a:ext>
                </a:extLst>
              </p:cNvPr>
              <p:cNvSpPr/>
              <p:nvPr/>
            </p:nvSpPr>
            <p:spPr>
              <a:xfrm>
                <a:off x="6873036" y="9526177"/>
                <a:ext cx="5297106" cy="291991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53" h="2344">
                    <a:moveTo>
                      <a:pt x="4253" y="2344"/>
                    </a:moveTo>
                    <a:lnTo>
                      <a:pt x="3663" y="76"/>
                    </a:lnTo>
                    <a:cubicBezTo>
                      <a:pt x="3652" y="31"/>
                      <a:pt x="3612" y="0"/>
                      <a:pt x="3566" y="0"/>
                    </a:cubicBezTo>
                    <a:lnTo>
                      <a:pt x="66" y="0"/>
                    </a:lnTo>
                    <a:cubicBezTo>
                      <a:pt x="23" y="0"/>
                      <a:pt x="-9" y="41"/>
                      <a:pt x="2" y="83"/>
                    </a:cubicBezTo>
                    <a:lnTo>
                      <a:pt x="590" y="2344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509E3AD0-CDDB-3A48-83BC-6F53AAE55572}"/>
                  </a:ext>
                </a:extLst>
              </p:cNvPr>
              <p:cNvSpPr/>
              <p:nvPr/>
            </p:nvSpPr>
            <p:spPr>
              <a:xfrm>
                <a:off x="6873036" y="9526177"/>
                <a:ext cx="5297106" cy="291991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53" h="2344">
                    <a:moveTo>
                      <a:pt x="4253" y="2344"/>
                    </a:moveTo>
                    <a:lnTo>
                      <a:pt x="3663" y="76"/>
                    </a:lnTo>
                    <a:cubicBezTo>
                      <a:pt x="3652" y="31"/>
                      <a:pt x="3612" y="0"/>
                      <a:pt x="3566" y="0"/>
                    </a:cubicBezTo>
                    <a:lnTo>
                      <a:pt x="66" y="0"/>
                    </a:lnTo>
                    <a:cubicBezTo>
                      <a:pt x="23" y="0"/>
                      <a:pt x="-9" y="41"/>
                      <a:pt x="2" y="83"/>
                    </a:cubicBezTo>
                    <a:lnTo>
                      <a:pt x="590" y="2344"/>
                    </a:lnTo>
                    <a:close/>
                  </a:path>
                </a:pathLst>
              </a:custGeom>
              <a:solidFill>
                <a:schemeClr val="accent2">
                  <a:alpha val="1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A2C07B69-6978-184E-AF81-9B8AA16CF49B}"/>
                  </a:ext>
                </a:extLst>
              </p:cNvPr>
              <p:cNvSpPr/>
              <p:nvPr/>
            </p:nvSpPr>
            <p:spPr>
              <a:xfrm>
                <a:off x="6864722" y="9517453"/>
                <a:ext cx="5313411" cy="2937359"/>
              </a:xfrm>
              <a:custGeom>
                <a:avLst/>
                <a:gdLst>
                  <a:gd name="connsiteX0" fmla="*/ 90520 w 5313411"/>
                  <a:gd name="connsiteY0" fmla="*/ 17448 h 2937359"/>
                  <a:gd name="connsiteX1" fmla="*/ 31981 w 5313411"/>
                  <a:gd name="connsiteY1" fmla="*/ 46099 h 2937359"/>
                  <a:gd name="connsiteX2" fmla="*/ 19526 w 5313411"/>
                  <a:gd name="connsiteY2" fmla="*/ 109629 h 2937359"/>
                  <a:gd name="connsiteX3" fmla="*/ 749388 w 5313411"/>
                  <a:gd name="connsiteY3" fmla="*/ 2921159 h 2937359"/>
                  <a:gd name="connsiteX4" fmla="*/ 5295455 w 5313411"/>
                  <a:gd name="connsiteY4" fmla="*/ 2921159 h 2937359"/>
                  <a:gd name="connsiteX5" fmla="*/ 4563102 w 5313411"/>
                  <a:gd name="connsiteY5" fmla="*/ 104647 h 2937359"/>
                  <a:gd name="connsiteX6" fmla="*/ 4449762 w 5313411"/>
                  <a:gd name="connsiteY6" fmla="*/ 17448 h 2937359"/>
                  <a:gd name="connsiteX7" fmla="*/ 90516 w 5313411"/>
                  <a:gd name="connsiteY7" fmla="*/ 0 h 2937359"/>
                  <a:gd name="connsiteX8" fmla="*/ 4448518 w 5313411"/>
                  <a:gd name="connsiteY8" fmla="*/ 0 h 2937359"/>
                  <a:gd name="connsiteX9" fmla="*/ 4578050 w 5313411"/>
                  <a:gd name="connsiteY9" fmla="*/ 100902 h 2937359"/>
                  <a:gd name="connsiteX10" fmla="*/ 5312896 w 5313411"/>
                  <a:gd name="connsiteY10" fmla="*/ 2927393 h 2937359"/>
                  <a:gd name="connsiteX11" fmla="*/ 5311650 w 5313411"/>
                  <a:gd name="connsiteY11" fmla="*/ 2933622 h 2937359"/>
                  <a:gd name="connsiteX12" fmla="*/ 5304177 w 5313411"/>
                  <a:gd name="connsiteY12" fmla="*/ 2937359 h 2937359"/>
                  <a:gd name="connsiteX13" fmla="*/ 743158 w 5313411"/>
                  <a:gd name="connsiteY13" fmla="*/ 2937359 h 2937359"/>
                  <a:gd name="connsiteX14" fmla="*/ 734439 w 5313411"/>
                  <a:gd name="connsiteY14" fmla="*/ 2929885 h 2937359"/>
                  <a:gd name="connsiteX15" fmla="*/ 3331 w 5313411"/>
                  <a:gd name="connsiteY15" fmla="*/ 114604 h 2937359"/>
                  <a:gd name="connsiteX16" fmla="*/ 19522 w 5313411"/>
                  <a:gd name="connsiteY16" fmla="*/ 36125 h 2937359"/>
                  <a:gd name="connsiteX17" fmla="*/ 90516 w 5313411"/>
                  <a:gd name="connsiteY17" fmla="*/ 0 h 29373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313411" h="2937359">
                    <a:moveTo>
                      <a:pt x="90520" y="17448"/>
                    </a:moveTo>
                    <a:cubicBezTo>
                      <a:pt x="68101" y="17448"/>
                      <a:pt x="46927" y="28659"/>
                      <a:pt x="31981" y="46099"/>
                    </a:cubicBezTo>
                    <a:cubicBezTo>
                      <a:pt x="18281" y="64784"/>
                      <a:pt x="13299" y="88453"/>
                      <a:pt x="19526" y="109629"/>
                    </a:cubicBezTo>
                    <a:lnTo>
                      <a:pt x="749388" y="2921159"/>
                    </a:lnTo>
                    <a:lnTo>
                      <a:pt x="5295455" y="2921159"/>
                    </a:lnTo>
                    <a:lnTo>
                      <a:pt x="4563102" y="104647"/>
                    </a:lnTo>
                    <a:cubicBezTo>
                      <a:pt x="4549402" y="53573"/>
                      <a:pt x="4503318" y="17448"/>
                      <a:pt x="4449762" y="17448"/>
                    </a:cubicBezTo>
                    <a:close/>
                    <a:moveTo>
                      <a:pt x="90516" y="0"/>
                    </a:moveTo>
                    <a:lnTo>
                      <a:pt x="4448518" y="0"/>
                    </a:lnTo>
                    <a:cubicBezTo>
                      <a:pt x="4509548" y="0"/>
                      <a:pt x="4563104" y="42354"/>
                      <a:pt x="4578050" y="100902"/>
                    </a:cubicBezTo>
                    <a:lnTo>
                      <a:pt x="5312896" y="2927393"/>
                    </a:lnTo>
                    <a:cubicBezTo>
                      <a:pt x="5314141" y="2928639"/>
                      <a:pt x="5312896" y="2932376"/>
                      <a:pt x="5311650" y="2933622"/>
                    </a:cubicBezTo>
                    <a:cubicBezTo>
                      <a:pt x="5310404" y="2936113"/>
                      <a:pt x="5306668" y="2937359"/>
                      <a:pt x="5304177" y="2937359"/>
                    </a:cubicBezTo>
                    <a:lnTo>
                      <a:pt x="743158" y="2937359"/>
                    </a:lnTo>
                    <a:cubicBezTo>
                      <a:pt x="739421" y="2937359"/>
                      <a:pt x="735685" y="2934867"/>
                      <a:pt x="734439" y="2929885"/>
                    </a:cubicBezTo>
                    <a:lnTo>
                      <a:pt x="3331" y="114604"/>
                    </a:lnTo>
                    <a:cubicBezTo>
                      <a:pt x="-4143" y="87199"/>
                      <a:pt x="840" y="58548"/>
                      <a:pt x="19522" y="36125"/>
                    </a:cubicBezTo>
                    <a:cubicBezTo>
                      <a:pt x="36959" y="13703"/>
                      <a:pt x="61869" y="0"/>
                      <a:pt x="905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5E830FA7-B9A9-CB45-9969-C40F13766C30}"/>
                  </a:ext>
                </a:extLst>
              </p:cNvPr>
              <p:cNvSpPr/>
              <p:nvPr/>
            </p:nvSpPr>
            <p:spPr>
              <a:xfrm>
                <a:off x="12171385" y="12447335"/>
                <a:ext cx="148249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0">
                    <a:moveTo>
                      <a:pt x="12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E73EC1C9-4BD1-0949-BD38-63A7EC0F6DEC}"/>
                  </a:ext>
                </a:extLst>
              </p:cNvPr>
              <p:cNvSpPr/>
              <p:nvPr/>
            </p:nvSpPr>
            <p:spPr>
              <a:xfrm>
                <a:off x="12163914" y="12439858"/>
                <a:ext cx="16444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3" h="13">
                    <a:moveTo>
                      <a:pt x="126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126" y="0"/>
                    </a:lnTo>
                    <a:cubicBezTo>
                      <a:pt x="130" y="0"/>
                      <a:pt x="133" y="2"/>
                      <a:pt x="133" y="6"/>
                    </a:cubicBezTo>
                    <a:cubicBezTo>
                      <a:pt x="133" y="10"/>
                      <a:pt x="130" y="13"/>
                      <a:pt x="126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AA42A10-1BD0-0C40-A84F-B872FF29A345}"/>
                </a:ext>
              </a:extLst>
            </p:cNvPr>
            <p:cNvGrpSpPr/>
            <p:nvPr/>
          </p:nvGrpSpPr>
          <p:grpSpPr>
            <a:xfrm>
              <a:off x="4964484" y="12672906"/>
              <a:ext cx="14448688" cy="299095"/>
              <a:chOff x="4964484" y="12672906"/>
              <a:chExt cx="14448688" cy="299095"/>
            </a:xfrm>
          </p:grpSpPr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99D817B1-E92C-A841-BC50-8D68F0D16FEA}"/>
                  </a:ext>
                </a:extLst>
              </p:cNvPr>
              <p:cNvSpPr/>
              <p:nvPr/>
            </p:nvSpPr>
            <p:spPr>
              <a:xfrm>
                <a:off x="4973204" y="12680383"/>
                <a:ext cx="14431251" cy="2828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585" h="228">
                    <a:moveTo>
                      <a:pt x="11472" y="228"/>
                    </a:moveTo>
                    <a:lnTo>
                      <a:pt x="114" y="228"/>
                    </a:lnTo>
                    <a:cubicBezTo>
                      <a:pt x="51" y="228"/>
                      <a:pt x="0" y="177"/>
                      <a:pt x="0" y="114"/>
                    </a:cubicBezTo>
                    <a:cubicBezTo>
                      <a:pt x="0" y="51"/>
                      <a:pt x="51" y="0"/>
                      <a:pt x="114" y="0"/>
                    </a:cubicBezTo>
                    <a:lnTo>
                      <a:pt x="11472" y="0"/>
                    </a:lnTo>
                    <a:cubicBezTo>
                      <a:pt x="11535" y="0"/>
                      <a:pt x="11585" y="51"/>
                      <a:pt x="11585" y="114"/>
                    </a:cubicBezTo>
                    <a:cubicBezTo>
                      <a:pt x="11585" y="177"/>
                      <a:pt x="11535" y="228"/>
                      <a:pt x="11472" y="22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53066534-DAF6-F744-9BCD-CB9F5C9E4B59}"/>
                  </a:ext>
                </a:extLst>
              </p:cNvPr>
              <p:cNvSpPr/>
              <p:nvPr/>
            </p:nvSpPr>
            <p:spPr>
              <a:xfrm>
                <a:off x="4964484" y="12672906"/>
                <a:ext cx="14448688" cy="299095"/>
              </a:xfrm>
              <a:custGeom>
                <a:avLst/>
                <a:gdLst>
                  <a:gd name="connsiteX0" fmla="*/ 150729 w 14448688"/>
                  <a:gd name="connsiteY0" fmla="*/ 16201 h 299095"/>
                  <a:gd name="connsiteX1" fmla="*/ 16195 w 14448688"/>
                  <a:gd name="connsiteY1" fmla="*/ 148924 h 299095"/>
                  <a:gd name="connsiteX2" fmla="*/ 150729 w 14448688"/>
                  <a:gd name="connsiteY2" fmla="*/ 281648 h 299095"/>
                  <a:gd name="connsiteX3" fmla="*/ 14299208 w 14448688"/>
                  <a:gd name="connsiteY3" fmla="*/ 281648 h 299095"/>
                  <a:gd name="connsiteX4" fmla="*/ 14432496 w 14448688"/>
                  <a:gd name="connsiteY4" fmla="*/ 148924 h 299095"/>
                  <a:gd name="connsiteX5" fmla="*/ 14299208 w 14448688"/>
                  <a:gd name="connsiteY5" fmla="*/ 16201 h 299095"/>
                  <a:gd name="connsiteX6" fmla="*/ 150727 w 14448688"/>
                  <a:gd name="connsiteY6" fmla="*/ 0 h 299095"/>
                  <a:gd name="connsiteX7" fmla="*/ 14299206 w 14448688"/>
                  <a:gd name="connsiteY7" fmla="*/ 0 h 299095"/>
                  <a:gd name="connsiteX8" fmla="*/ 14448688 w 14448688"/>
                  <a:gd name="connsiteY8" fmla="*/ 148927 h 299095"/>
                  <a:gd name="connsiteX9" fmla="*/ 14299206 w 14448688"/>
                  <a:gd name="connsiteY9" fmla="*/ 299095 h 299095"/>
                  <a:gd name="connsiteX10" fmla="*/ 150727 w 14448688"/>
                  <a:gd name="connsiteY10" fmla="*/ 299095 h 299095"/>
                  <a:gd name="connsiteX11" fmla="*/ 0 w 14448688"/>
                  <a:gd name="connsiteY11" fmla="*/ 148927 h 299095"/>
                  <a:gd name="connsiteX12" fmla="*/ 150727 w 14448688"/>
                  <a:gd name="connsiteY12" fmla="*/ 0 h 2990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448688" h="299095">
                    <a:moveTo>
                      <a:pt x="150729" y="16201"/>
                    </a:moveTo>
                    <a:cubicBezTo>
                      <a:pt x="77234" y="16201"/>
                      <a:pt x="16195" y="75741"/>
                      <a:pt x="16195" y="148924"/>
                    </a:cubicBezTo>
                    <a:cubicBezTo>
                      <a:pt x="16195" y="223349"/>
                      <a:pt x="77234" y="281648"/>
                      <a:pt x="150729" y="281648"/>
                    </a:cubicBezTo>
                    <a:lnTo>
                      <a:pt x="14299208" y="281648"/>
                    </a:lnTo>
                    <a:cubicBezTo>
                      <a:pt x="14371458" y="281648"/>
                      <a:pt x="14432496" y="223349"/>
                      <a:pt x="14432496" y="148924"/>
                    </a:cubicBezTo>
                    <a:cubicBezTo>
                      <a:pt x="14432496" y="75741"/>
                      <a:pt x="14371458" y="16201"/>
                      <a:pt x="14299208" y="16201"/>
                    </a:cubicBezTo>
                    <a:close/>
                    <a:moveTo>
                      <a:pt x="150727" y="0"/>
                    </a:moveTo>
                    <a:lnTo>
                      <a:pt x="14299206" y="0"/>
                    </a:lnTo>
                    <a:cubicBezTo>
                      <a:pt x="14381420" y="0"/>
                      <a:pt x="14448688" y="67017"/>
                      <a:pt x="14448688" y="148927"/>
                    </a:cubicBezTo>
                    <a:cubicBezTo>
                      <a:pt x="14448688" y="232078"/>
                      <a:pt x="14381420" y="299095"/>
                      <a:pt x="14299206" y="299095"/>
                    </a:cubicBezTo>
                    <a:lnTo>
                      <a:pt x="150727" y="299095"/>
                    </a:lnTo>
                    <a:cubicBezTo>
                      <a:pt x="67266" y="299095"/>
                      <a:pt x="0" y="232078"/>
                      <a:pt x="0" y="148927"/>
                    </a:cubicBezTo>
                    <a:cubicBezTo>
                      <a:pt x="0" y="67017"/>
                      <a:pt x="67266" y="0"/>
                      <a:pt x="1507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4C5A90C-699D-E948-B856-496072D49F89}"/>
                </a:ext>
              </a:extLst>
            </p:cNvPr>
            <p:cNvGrpSpPr/>
            <p:nvPr/>
          </p:nvGrpSpPr>
          <p:grpSpPr>
            <a:xfrm>
              <a:off x="5338237" y="11302032"/>
              <a:ext cx="1478384" cy="1385829"/>
              <a:chOff x="5338237" y="11302032"/>
              <a:chExt cx="1478384" cy="1385829"/>
            </a:xfrm>
          </p:grpSpPr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290840E4-77B7-DD4B-B9BB-D126CC1896FC}"/>
                  </a:ext>
                </a:extLst>
              </p:cNvPr>
              <p:cNvSpPr/>
              <p:nvPr/>
            </p:nvSpPr>
            <p:spPr>
              <a:xfrm>
                <a:off x="6241420" y="11719541"/>
                <a:ext cx="568081" cy="2704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7" h="218">
                    <a:moveTo>
                      <a:pt x="0" y="218"/>
                    </a:moveTo>
                    <a:cubicBezTo>
                      <a:pt x="0" y="218"/>
                      <a:pt x="36" y="71"/>
                      <a:pt x="257" y="9"/>
                    </a:cubicBezTo>
                    <a:cubicBezTo>
                      <a:pt x="465" y="-49"/>
                      <a:pt x="666" y="198"/>
                      <a:pt x="0" y="21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1D9E9245-5BFE-AC45-A614-6F4966FB1A97}"/>
                  </a:ext>
                </a:extLst>
              </p:cNvPr>
              <p:cNvSpPr/>
              <p:nvPr/>
            </p:nvSpPr>
            <p:spPr>
              <a:xfrm>
                <a:off x="6232185" y="11712010"/>
                <a:ext cx="584436" cy="286683"/>
              </a:xfrm>
              <a:custGeom>
                <a:avLst/>
                <a:gdLst>
                  <a:gd name="connsiteX0" fmla="*/ 409497 w 584436"/>
                  <a:gd name="connsiteY0" fmla="*/ 16254 h 286683"/>
                  <a:gd name="connsiteX1" fmla="*/ 331191 w 584436"/>
                  <a:gd name="connsiteY1" fmla="*/ 26175 h 286683"/>
                  <a:gd name="connsiteX2" fmla="*/ 72655 w 584436"/>
                  <a:gd name="connsiteY2" fmla="*/ 182430 h 286683"/>
                  <a:gd name="connsiteX3" fmla="*/ 21693 w 584436"/>
                  <a:gd name="connsiteY3" fmla="*/ 269239 h 286683"/>
                  <a:gd name="connsiteX4" fmla="*/ 563624 w 584436"/>
                  <a:gd name="connsiteY4" fmla="*/ 126625 h 286683"/>
                  <a:gd name="connsiteX5" fmla="*/ 553681 w 584436"/>
                  <a:gd name="connsiteY5" fmla="*/ 68339 h 286683"/>
                  <a:gd name="connsiteX6" fmla="*/ 409497 w 584436"/>
                  <a:gd name="connsiteY6" fmla="*/ 16254 h 286683"/>
                  <a:gd name="connsiteX7" fmla="*/ 401097 w 584436"/>
                  <a:gd name="connsiteY7" fmla="*/ 69 h 286683"/>
                  <a:gd name="connsiteX8" fmla="*/ 564900 w 584436"/>
                  <a:gd name="connsiteY8" fmla="*/ 57128 h 286683"/>
                  <a:gd name="connsiteX9" fmla="*/ 578575 w 584436"/>
                  <a:gd name="connsiteY9" fmla="*/ 132819 h 286683"/>
                  <a:gd name="connsiteX10" fmla="*/ 7973 w 584436"/>
                  <a:gd name="connsiteY10" fmla="*/ 286683 h 286683"/>
                  <a:gd name="connsiteX11" fmla="*/ 1757 w 584436"/>
                  <a:gd name="connsiteY11" fmla="*/ 282960 h 286683"/>
                  <a:gd name="connsiteX12" fmla="*/ 514 w 584436"/>
                  <a:gd name="connsiteY12" fmla="*/ 275515 h 286683"/>
                  <a:gd name="connsiteX13" fmla="*/ 324974 w 584436"/>
                  <a:gd name="connsiteY13" fmla="*/ 11218 h 286683"/>
                  <a:gd name="connsiteX14" fmla="*/ 401097 w 584436"/>
                  <a:gd name="connsiteY14" fmla="*/ 69 h 286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84436" h="286683">
                    <a:moveTo>
                      <a:pt x="409497" y="16254"/>
                    </a:moveTo>
                    <a:cubicBezTo>
                      <a:pt x="384638" y="16254"/>
                      <a:pt x="357293" y="18734"/>
                      <a:pt x="331191" y="26175"/>
                    </a:cubicBezTo>
                    <a:cubicBezTo>
                      <a:pt x="190736" y="65859"/>
                      <a:pt x="113672" y="132826"/>
                      <a:pt x="72655" y="182430"/>
                    </a:cubicBezTo>
                    <a:cubicBezTo>
                      <a:pt x="41581" y="219634"/>
                      <a:pt x="27908" y="253117"/>
                      <a:pt x="21693" y="269239"/>
                    </a:cubicBezTo>
                    <a:cubicBezTo>
                      <a:pt x="327462" y="259318"/>
                      <a:pt x="528821" y="205993"/>
                      <a:pt x="563624" y="126625"/>
                    </a:cubicBezTo>
                    <a:cubicBezTo>
                      <a:pt x="576054" y="100582"/>
                      <a:pt x="563624" y="80740"/>
                      <a:pt x="553681" y="68339"/>
                    </a:cubicBezTo>
                    <a:cubicBezTo>
                      <a:pt x="528821" y="38576"/>
                      <a:pt x="474131" y="16254"/>
                      <a:pt x="409497" y="16254"/>
                    </a:cubicBezTo>
                    <a:close/>
                    <a:moveTo>
                      <a:pt x="401097" y="69"/>
                    </a:moveTo>
                    <a:cubicBezTo>
                      <a:pt x="474229" y="-1501"/>
                      <a:pt x="535997" y="23626"/>
                      <a:pt x="564900" y="57128"/>
                    </a:cubicBezTo>
                    <a:cubicBezTo>
                      <a:pt x="584790" y="80704"/>
                      <a:pt x="589763" y="106762"/>
                      <a:pt x="578575" y="132819"/>
                    </a:cubicBezTo>
                    <a:cubicBezTo>
                      <a:pt x="540037" y="220919"/>
                      <a:pt x="332433" y="276756"/>
                      <a:pt x="7973" y="286683"/>
                    </a:cubicBezTo>
                    <a:cubicBezTo>
                      <a:pt x="5487" y="286683"/>
                      <a:pt x="3001" y="284201"/>
                      <a:pt x="1757" y="282960"/>
                    </a:cubicBezTo>
                    <a:cubicBezTo>
                      <a:pt x="514" y="280479"/>
                      <a:pt x="-729" y="277997"/>
                      <a:pt x="514" y="275515"/>
                    </a:cubicBezTo>
                    <a:cubicBezTo>
                      <a:pt x="1757" y="268070"/>
                      <a:pt x="48997" y="86908"/>
                      <a:pt x="324974" y="11218"/>
                    </a:cubicBezTo>
                    <a:cubicBezTo>
                      <a:pt x="351080" y="4083"/>
                      <a:pt x="376720" y="593"/>
                      <a:pt x="401097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EA04ED60-AA91-9D4E-A105-00486D348461}"/>
                  </a:ext>
                </a:extLst>
              </p:cNvPr>
              <p:cNvSpPr/>
              <p:nvPr/>
            </p:nvSpPr>
            <p:spPr>
              <a:xfrm>
                <a:off x="6134282" y="11801792"/>
                <a:ext cx="548148" cy="304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1" h="245">
                    <a:moveTo>
                      <a:pt x="7" y="245"/>
                    </a:moveTo>
                    <a:cubicBezTo>
                      <a:pt x="6" y="245"/>
                      <a:pt x="4" y="244"/>
                      <a:pt x="4" y="244"/>
                    </a:cubicBezTo>
                    <a:cubicBezTo>
                      <a:pt x="0" y="242"/>
                      <a:pt x="-1" y="237"/>
                      <a:pt x="1" y="235"/>
                    </a:cubicBezTo>
                    <a:cubicBezTo>
                      <a:pt x="2" y="233"/>
                      <a:pt x="134" y="31"/>
                      <a:pt x="434" y="0"/>
                    </a:cubicBezTo>
                    <a:cubicBezTo>
                      <a:pt x="438" y="0"/>
                      <a:pt x="441" y="3"/>
                      <a:pt x="441" y="6"/>
                    </a:cubicBezTo>
                    <a:cubicBezTo>
                      <a:pt x="442" y="10"/>
                      <a:pt x="439" y="13"/>
                      <a:pt x="435" y="14"/>
                    </a:cubicBezTo>
                    <a:cubicBezTo>
                      <a:pt x="282" y="29"/>
                      <a:pt x="175" y="90"/>
                      <a:pt x="112" y="139"/>
                    </a:cubicBezTo>
                    <a:cubicBezTo>
                      <a:pt x="45" y="192"/>
                      <a:pt x="13" y="241"/>
                      <a:pt x="13" y="242"/>
                    </a:cubicBezTo>
                    <a:cubicBezTo>
                      <a:pt x="11" y="244"/>
                      <a:pt x="9" y="245"/>
                      <a:pt x="7" y="24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2F6BB769-6E5F-854C-B358-5993638F939E}"/>
                  </a:ext>
                </a:extLst>
              </p:cNvPr>
              <p:cNvSpPr/>
              <p:nvPr/>
            </p:nvSpPr>
            <p:spPr>
              <a:xfrm>
                <a:off x="6149231" y="11310777"/>
                <a:ext cx="394916" cy="5981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8" h="481">
                    <a:moveTo>
                      <a:pt x="4" y="481"/>
                    </a:moveTo>
                    <a:cubicBezTo>
                      <a:pt x="4" y="481"/>
                      <a:pt x="-49" y="175"/>
                      <a:pt x="215" y="17"/>
                    </a:cubicBezTo>
                    <a:cubicBezTo>
                      <a:pt x="388" y="-86"/>
                      <a:pt x="357" y="292"/>
                      <a:pt x="4" y="48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5260D0BA-329E-E240-88B5-9FEF301DA255}"/>
                  </a:ext>
                </a:extLst>
              </p:cNvPr>
              <p:cNvSpPr/>
              <p:nvPr/>
            </p:nvSpPr>
            <p:spPr>
              <a:xfrm>
                <a:off x="6142294" y="11302032"/>
                <a:ext cx="410651" cy="614412"/>
              </a:xfrm>
              <a:custGeom>
                <a:avLst/>
                <a:gdLst>
                  <a:gd name="connsiteX0" fmla="*/ 339745 w 410651"/>
                  <a:gd name="connsiteY0" fmla="*/ 16222 h 614412"/>
                  <a:gd name="connsiteX1" fmla="*/ 280143 w 410651"/>
                  <a:gd name="connsiteY1" fmla="*/ 37362 h 614412"/>
                  <a:gd name="connsiteX2" fmla="*/ 20629 w 410651"/>
                  <a:gd name="connsiteY2" fmla="*/ 591980 h 614412"/>
                  <a:gd name="connsiteX3" fmla="*/ 394379 w 410651"/>
                  <a:gd name="connsiteY3" fmla="*/ 102026 h 614412"/>
                  <a:gd name="connsiteX4" fmla="*/ 363337 w 410651"/>
                  <a:gd name="connsiteY4" fmla="*/ 22440 h 614412"/>
                  <a:gd name="connsiteX5" fmla="*/ 339745 w 410651"/>
                  <a:gd name="connsiteY5" fmla="*/ 16222 h 614412"/>
                  <a:gd name="connsiteX6" fmla="*/ 334190 w 410651"/>
                  <a:gd name="connsiteY6" fmla="*/ 177 h 614412"/>
                  <a:gd name="connsiteX7" fmla="*/ 372071 w 410651"/>
                  <a:gd name="connsiteY7" fmla="*/ 8727 h 614412"/>
                  <a:gd name="connsiteX8" fmla="*/ 410574 w 410651"/>
                  <a:gd name="connsiteY8" fmla="*/ 102005 h 614412"/>
                  <a:gd name="connsiteX9" fmla="*/ 314938 w 410651"/>
                  <a:gd name="connsiteY9" fmla="*/ 353234 h 614412"/>
                  <a:gd name="connsiteX10" fmla="*/ 18094 w 410651"/>
                  <a:gd name="connsiteY10" fmla="*/ 613168 h 614412"/>
                  <a:gd name="connsiteX11" fmla="*/ 13126 w 410651"/>
                  <a:gd name="connsiteY11" fmla="*/ 614412 h 614412"/>
                  <a:gd name="connsiteX12" fmla="*/ 10641 w 410651"/>
                  <a:gd name="connsiteY12" fmla="*/ 614412 h 614412"/>
                  <a:gd name="connsiteX13" fmla="*/ 5673 w 410651"/>
                  <a:gd name="connsiteY13" fmla="*/ 608193 h 614412"/>
                  <a:gd name="connsiteX14" fmla="*/ 270225 w 410651"/>
                  <a:gd name="connsiteY14" fmla="*/ 22408 h 614412"/>
                  <a:gd name="connsiteX15" fmla="*/ 334190 w 410651"/>
                  <a:gd name="connsiteY15" fmla="*/ 177 h 614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10651" h="614412">
                    <a:moveTo>
                      <a:pt x="339745" y="16222"/>
                    </a:moveTo>
                    <a:cubicBezTo>
                      <a:pt x="322361" y="16222"/>
                      <a:pt x="302494" y="23683"/>
                      <a:pt x="280143" y="37362"/>
                    </a:cubicBezTo>
                    <a:cubicBezTo>
                      <a:pt x="-7930" y="207727"/>
                      <a:pt x="13179" y="528560"/>
                      <a:pt x="20629" y="591980"/>
                    </a:cubicBezTo>
                    <a:cubicBezTo>
                      <a:pt x="260276" y="460165"/>
                      <a:pt x="390654" y="242546"/>
                      <a:pt x="394379" y="102026"/>
                    </a:cubicBezTo>
                    <a:cubicBezTo>
                      <a:pt x="394379" y="62233"/>
                      <a:pt x="383204" y="34875"/>
                      <a:pt x="363337" y="22440"/>
                    </a:cubicBezTo>
                    <a:cubicBezTo>
                      <a:pt x="357128" y="18709"/>
                      <a:pt x="348437" y="16222"/>
                      <a:pt x="339745" y="16222"/>
                    </a:cubicBezTo>
                    <a:close/>
                    <a:moveTo>
                      <a:pt x="334190" y="177"/>
                    </a:moveTo>
                    <a:cubicBezTo>
                      <a:pt x="350957" y="-911"/>
                      <a:pt x="363377" y="3131"/>
                      <a:pt x="372071" y="8727"/>
                    </a:cubicBezTo>
                    <a:cubicBezTo>
                      <a:pt x="398154" y="22408"/>
                      <a:pt x="411816" y="55988"/>
                      <a:pt x="410574" y="102005"/>
                    </a:cubicBezTo>
                    <a:cubicBezTo>
                      <a:pt x="409332" y="175384"/>
                      <a:pt x="374555" y="266174"/>
                      <a:pt x="314938" y="353234"/>
                    </a:cubicBezTo>
                    <a:cubicBezTo>
                      <a:pt x="264015" y="426612"/>
                      <a:pt x="172105" y="531084"/>
                      <a:pt x="18094" y="613168"/>
                    </a:cubicBezTo>
                    <a:cubicBezTo>
                      <a:pt x="15610" y="614412"/>
                      <a:pt x="15610" y="614412"/>
                      <a:pt x="13126" y="614412"/>
                    </a:cubicBezTo>
                    <a:cubicBezTo>
                      <a:pt x="11884" y="614412"/>
                      <a:pt x="11884" y="614412"/>
                      <a:pt x="10641" y="614412"/>
                    </a:cubicBezTo>
                    <a:cubicBezTo>
                      <a:pt x="8157" y="611925"/>
                      <a:pt x="5673" y="609437"/>
                      <a:pt x="5673" y="608193"/>
                    </a:cubicBezTo>
                    <a:cubicBezTo>
                      <a:pt x="4431" y="603219"/>
                      <a:pt x="-58913" y="220157"/>
                      <a:pt x="270225" y="22408"/>
                    </a:cubicBezTo>
                    <a:cubicBezTo>
                      <a:pt x="296308" y="7484"/>
                      <a:pt x="317422" y="1265"/>
                      <a:pt x="334190" y="1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07B281E4-0E19-244E-9125-15172A159E92}"/>
                  </a:ext>
                </a:extLst>
              </p:cNvPr>
              <p:cNvSpPr/>
              <p:nvPr/>
            </p:nvSpPr>
            <p:spPr>
              <a:xfrm>
                <a:off x="6125561" y="11502697"/>
                <a:ext cx="289024" cy="5645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3" h="454">
                    <a:moveTo>
                      <a:pt x="7" y="454"/>
                    </a:moveTo>
                    <a:cubicBezTo>
                      <a:pt x="3" y="454"/>
                      <a:pt x="0" y="451"/>
                      <a:pt x="0" y="448"/>
                    </a:cubicBezTo>
                    <a:cubicBezTo>
                      <a:pt x="0" y="444"/>
                      <a:pt x="0" y="183"/>
                      <a:pt x="223" y="2"/>
                    </a:cubicBezTo>
                    <a:cubicBezTo>
                      <a:pt x="225" y="-1"/>
                      <a:pt x="229" y="0"/>
                      <a:pt x="232" y="3"/>
                    </a:cubicBezTo>
                    <a:cubicBezTo>
                      <a:pt x="234" y="6"/>
                      <a:pt x="234" y="10"/>
                      <a:pt x="231" y="12"/>
                    </a:cubicBezTo>
                    <a:cubicBezTo>
                      <a:pt x="13" y="189"/>
                      <a:pt x="13" y="444"/>
                      <a:pt x="13" y="447"/>
                    </a:cubicBezTo>
                    <a:cubicBezTo>
                      <a:pt x="13" y="451"/>
                      <a:pt x="11" y="454"/>
                      <a:pt x="7" y="4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B62E58EF-0ADF-3345-810F-3C4EB0E5FF44}"/>
                  </a:ext>
                </a:extLst>
              </p:cNvPr>
              <p:cNvSpPr/>
              <p:nvPr/>
            </p:nvSpPr>
            <p:spPr>
              <a:xfrm>
                <a:off x="5632224" y="11344426"/>
                <a:ext cx="455960" cy="5720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7" h="460">
                    <a:moveTo>
                      <a:pt x="360" y="460"/>
                    </a:moveTo>
                    <a:cubicBezTo>
                      <a:pt x="360" y="460"/>
                      <a:pt x="428" y="114"/>
                      <a:pt x="134" y="12"/>
                    </a:cubicBezTo>
                    <a:cubicBezTo>
                      <a:pt x="-86" y="-63"/>
                      <a:pt x="-51" y="216"/>
                      <a:pt x="360" y="46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84CA2B55-EBA8-1443-BF38-3D7E1699A9C6}"/>
                  </a:ext>
                </a:extLst>
              </p:cNvPr>
              <p:cNvSpPr/>
              <p:nvPr/>
            </p:nvSpPr>
            <p:spPr>
              <a:xfrm>
                <a:off x="5623888" y="11337518"/>
                <a:ext cx="472391" cy="587650"/>
              </a:xfrm>
              <a:custGeom>
                <a:avLst/>
                <a:gdLst>
                  <a:gd name="connsiteX0" fmla="*/ 94074 w 472391"/>
                  <a:gd name="connsiteY0" fmla="*/ 15631 h 587650"/>
                  <a:gd name="connsiteX1" fmla="*/ 23265 w 472391"/>
                  <a:gd name="connsiteY1" fmla="*/ 51690 h 587650"/>
                  <a:gd name="connsiteX2" fmla="*/ 94074 w 472391"/>
                  <a:gd name="connsiteY2" fmla="*/ 265557 h 587650"/>
                  <a:gd name="connsiteX3" fmla="*/ 449364 w 472391"/>
                  <a:gd name="connsiteY3" fmla="*/ 566464 h 587650"/>
                  <a:gd name="connsiteX4" fmla="*/ 444395 w 472391"/>
                  <a:gd name="connsiteY4" fmla="*/ 348866 h 587650"/>
                  <a:gd name="connsiteX5" fmla="*/ 171095 w 472391"/>
                  <a:gd name="connsiteY5" fmla="*/ 30552 h 587650"/>
                  <a:gd name="connsiteX6" fmla="*/ 94074 w 472391"/>
                  <a:gd name="connsiteY6" fmla="*/ 15631 h 587650"/>
                  <a:gd name="connsiteX7" fmla="*/ 118396 w 472391"/>
                  <a:gd name="connsiteY7" fmla="*/ 1548 h 587650"/>
                  <a:gd name="connsiteX8" fmla="*/ 177299 w 472391"/>
                  <a:gd name="connsiteY8" fmla="*/ 15597 h 587650"/>
                  <a:gd name="connsiteX9" fmla="*/ 459349 w 472391"/>
                  <a:gd name="connsiteY9" fmla="*/ 347636 h 587650"/>
                  <a:gd name="connsiteX10" fmla="*/ 464319 w 472391"/>
                  <a:gd name="connsiteY10" fmla="*/ 580188 h 587650"/>
                  <a:gd name="connsiteX11" fmla="*/ 459349 w 472391"/>
                  <a:gd name="connsiteY11" fmla="*/ 586406 h 587650"/>
                  <a:gd name="connsiteX12" fmla="*/ 455622 w 472391"/>
                  <a:gd name="connsiteY12" fmla="*/ 587650 h 587650"/>
                  <a:gd name="connsiteX13" fmla="*/ 450652 w 472391"/>
                  <a:gd name="connsiteY13" fmla="*/ 586406 h 587650"/>
                  <a:gd name="connsiteX14" fmla="*/ 81625 w 472391"/>
                  <a:gd name="connsiteY14" fmla="*/ 276751 h 587650"/>
                  <a:gd name="connsiteX15" fmla="*/ 8317 w 472391"/>
                  <a:gd name="connsiteY15" fmla="*/ 45443 h 587650"/>
                  <a:gd name="connsiteX16" fmla="*/ 118396 w 472391"/>
                  <a:gd name="connsiteY16" fmla="*/ 1548 h 58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2391" h="587650">
                    <a:moveTo>
                      <a:pt x="94074" y="15631"/>
                    </a:moveTo>
                    <a:cubicBezTo>
                      <a:pt x="59291" y="15631"/>
                      <a:pt x="35688" y="28065"/>
                      <a:pt x="23265" y="51690"/>
                    </a:cubicBezTo>
                    <a:cubicBezTo>
                      <a:pt x="2146" y="97696"/>
                      <a:pt x="29476" y="177275"/>
                      <a:pt x="94074" y="265557"/>
                    </a:cubicBezTo>
                    <a:cubicBezTo>
                      <a:pt x="149977" y="337676"/>
                      <a:pt x="255570" y="448340"/>
                      <a:pt x="449364" y="566464"/>
                    </a:cubicBezTo>
                    <a:cubicBezTo>
                      <a:pt x="454333" y="535379"/>
                      <a:pt x="463029" y="445853"/>
                      <a:pt x="444395" y="348866"/>
                    </a:cubicBezTo>
                    <a:cubicBezTo>
                      <a:pt x="410853" y="188466"/>
                      <a:pt x="320168" y="81532"/>
                      <a:pt x="171095" y="30552"/>
                    </a:cubicBezTo>
                    <a:cubicBezTo>
                      <a:pt x="142523" y="20605"/>
                      <a:pt x="116435" y="15631"/>
                      <a:pt x="94074" y="15631"/>
                    </a:cubicBezTo>
                    <a:close/>
                    <a:moveTo>
                      <a:pt x="118396" y="1548"/>
                    </a:moveTo>
                    <a:cubicBezTo>
                      <a:pt x="136451" y="3783"/>
                      <a:pt x="156176" y="8446"/>
                      <a:pt x="177299" y="15597"/>
                    </a:cubicBezTo>
                    <a:cubicBezTo>
                      <a:pt x="369888" y="81507"/>
                      <a:pt x="436984" y="233226"/>
                      <a:pt x="459349" y="347636"/>
                    </a:cubicBezTo>
                    <a:cubicBezTo>
                      <a:pt x="485442" y="471996"/>
                      <a:pt x="464319" y="576458"/>
                      <a:pt x="464319" y="580188"/>
                    </a:cubicBezTo>
                    <a:cubicBezTo>
                      <a:pt x="463077" y="583919"/>
                      <a:pt x="461834" y="586406"/>
                      <a:pt x="459349" y="586406"/>
                    </a:cubicBezTo>
                    <a:cubicBezTo>
                      <a:pt x="458107" y="587650"/>
                      <a:pt x="456864" y="587650"/>
                      <a:pt x="455622" y="587650"/>
                    </a:cubicBezTo>
                    <a:cubicBezTo>
                      <a:pt x="454379" y="587650"/>
                      <a:pt x="451894" y="587650"/>
                      <a:pt x="450652" y="586406"/>
                    </a:cubicBezTo>
                    <a:cubicBezTo>
                      <a:pt x="246879" y="465778"/>
                      <a:pt x="137538" y="351367"/>
                      <a:pt x="81625" y="276751"/>
                    </a:cubicBezTo>
                    <a:cubicBezTo>
                      <a:pt x="12044" y="183482"/>
                      <a:pt x="-15291" y="97674"/>
                      <a:pt x="8317" y="45443"/>
                    </a:cubicBezTo>
                    <a:cubicBezTo>
                      <a:pt x="25091" y="10000"/>
                      <a:pt x="64230" y="-5156"/>
                      <a:pt x="118396" y="154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131FDBA2-8805-A14F-A218-964A26BDF413}"/>
                  </a:ext>
                </a:extLst>
              </p:cNvPr>
              <p:cNvSpPr/>
              <p:nvPr/>
            </p:nvSpPr>
            <p:spPr>
              <a:xfrm>
                <a:off x="5758049" y="11460325"/>
                <a:ext cx="351313" cy="6318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3" h="508">
                    <a:moveTo>
                      <a:pt x="276" y="508"/>
                    </a:moveTo>
                    <a:cubicBezTo>
                      <a:pt x="272" y="508"/>
                      <a:pt x="270" y="505"/>
                      <a:pt x="270" y="501"/>
                    </a:cubicBezTo>
                    <a:cubicBezTo>
                      <a:pt x="270" y="498"/>
                      <a:pt x="272" y="203"/>
                      <a:pt x="2" y="12"/>
                    </a:cubicBezTo>
                    <a:cubicBezTo>
                      <a:pt x="-1" y="10"/>
                      <a:pt x="-1" y="6"/>
                      <a:pt x="1" y="3"/>
                    </a:cubicBezTo>
                    <a:cubicBezTo>
                      <a:pt x="3" y="0"/>
                      <a:pt x="7" y="-1"/>
                      <a:pt x="10" y="1"/>
                    </a:cubicBezTo>
                    <a:cubicBezTo>
                      <a:pt x="287" y="196"/>
                      <a:pt x="283" y="499"/>
                      <a:pt x="283" y="502"/>
                    </a:cubicBezTo>
                    <a:cubicBezTo>
                      <a:pt x="283" y="505"/>
                      <a:pt x="280" y="508"/>
                      <a:pt x="276" y="50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1D420ECA-CDA1-3E4F-81FF-5A838064A49E}"/>
                  </a:ext>
                </a:extLst>
              </p:cNvPr>
              <p:cNvSpPr/>
              <p:nvPr/>
            </p:nvSpPr>
            <p:spPr>
              <a:xfrm>
                <a:off x="5346942" y="11687139"/>
                <a:ext cx="597980" cy="3140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1" h="253">
                    <a:moveTo>
                      <a:pt x="481" y="242"/>
                    </a:moveTo>
                    <a:cubicBezTo>
                      <a:pt x="481" y="242"/>
                      <a:pt x="371" y="23"/>
                      <a:pt x="150" y="1"/>
                    </a:cubicBezTo>
                    <a:cubicBezTo>
                      <a:pt x="-83" y="-21"/>
                      <a:pt x="-95" y="319"/>
                      <a:pt x="481" y="2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1FE13469-0D6C-2B48-B99D-2BB12BE5EF22}"/>
                  </a:ext>
                </a:extLst>
              </p:cNvPr>
              <p:cNvSpPr/>
              <p:nvPr/>
            </p:nvSpPr>
            <p:spPr>
              <a:xfrm>
                <a:off x="5338237" y="11678405"/>
                <a:ext cx="615094" cy="331507"/>
              </a:xfrm>
              <a:custGeom>
                <a:avLst/>
                <a:gdLst>
                  <a:gd name="connsiteX0" fmla="*/ 167838 w 615094"/>
                  <a:gd name="connsiteY0" fmla="*/ 17457 h 331507"/>
                  <a:gd name="connsiteX1" fmla="*/ 29853 w 615094"/>
                  <a:gd name="connsiteY1" fmla="*/ 80750 h 331507"/>
                  <a:gd name="connsiteX2" fmla="*/ 36069 w 615094"/>
                  <a:gd name="connsiteY2" fmla="*/ 189961 h 331507"/>
                  <a:gd name="connsiteX3" fmla="*/ 592981 w 615094"/>
                  <a:gd name="connsiteY3" fmla="*/ 302896 h 331507"/>
                  <a:gd name="connsiteX4" fmla="*/ 192701 w 615094"/>
                  <a:gd name="connsiteY4" fmla="*/ 18698 h 331507"/>
                  <a:gd name="connsiteX5" fmla="*/ 167838 w 615094"/>
                  <a:gd name="connsiteY5" fmla="*/ 17457 h 331507"/>
                  <a:gd name="connsiteX6" fmla="*/ 195178 w 615094"/>
                  <a:gd name="connsiteY6" fmla="*/ 1252 h 331507"/>
                  <a:gd name="connsiteX7" fmla="*/ 614162 w 615094"/>
                  <a:gd name="connsiteY7" fmla="*/ 305434 h 331507"/>
                  <a:gd name="connsiteX8" fmla="*/ 614162 w 615094"/>
                  <a:gd name="connsiteY8" fmla="*/ 312884 h 331507"/>
                  <a:gd name="connsiteX9" fmla="*/ 607946 w 615094"/>
                  <a:gd name="connsiteY9" fmla="*/ 317850 h 331507"/>
                  <a:gd name="connsiteX10" fmla="*/ 411508 w 615094"/>
                  <a:gd name="connsiteY10" fmla="*/ 331507 h 331507"/>
                  <a:gd name="connsiteX11" fmla="*/ 22363 w 615094"/>
                  <a:gd name="connsiteY11" fmla="*/ 198660 h 331507"/>
                  <a:gd name="connsiteX12" fmla="*/ 16147 w 615094"/>
                  <a:gd name="connsiteY12" fmla="*/ 72021 h 331507"/>
                  <a:gd name="connsiteX13" fmla="*/ 195178 w 615094"/>
                  <a:gd name="connsiteY13" fmla="*/ 1252 h 331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15094" h="331507">
                    <a:moveTo>
                      <a:pt x="167838" y="17457"/>
                    </a:moveTo>
                    <a:cubicBezTo>
                      <a:pt x="105683" y="17457"/>
                      <a:pt x="53472" y="39796"/>
                      <a:pt x="29853" y="80750"/>
                    </a:cubicBezTo>
                    <a:cubicBezTo>
                      <a:pt x="8721" y="114258"/>
                      <a:pt x="11207" y="153971"/>
                      <a:pt x="36069" y="189961"/>
                    </a:cubicBezTo>
                    <a:cubicBezTo>
                      <a:pt x="62174" y="230915"/>
                      <a:pt x="179026" y="355019"/>
                      <a:pt x="592981" y="302896"/>
                    </a:cubicBezTo>
                    <a:cubicBezTo>
                      <a:pt x="564390" y="253254"/>
                      <a:pt x="428891" y="41037"/>
                      <a:pt x="192701" y="18698"/>
                    </a:cubicBezTo>
                    <a:cubicBezTo>
                      <a:pt x="185242" y="17457"/>
                      <a:pt x="176540" y="17457"/>
                      <a:pt x="167838" y="17457"/>
                    </a:cubicBezTo>
                    <a:close/>
                    <a:moveTo>
                      <a:pt x="195178" y="1252"/>
                    </a:moveTo>
                    <a:cubicBezTo>
                      <a:pt x="471185" y="28566"/>
                      <a:pt x="612919" y="302951"/>
                      <a:pt x="614162" y="305434"/>
                    </a:cubicBezTo>
                    <a:cubicBezTo>
                      <a:pt x="615405" y="307917"/>
                      <a:pt x="615405" y="310400"/>
                      <a:pt x="614162" y="312884"/>
                    </a:cubicBezTo>
                    <a:cubicBezTo>
                      <a:pt x="612919" y="315367"/>
                      <a:pt x="610432" y="317850"/>
                      <a:pt x="607946" y="317850"/>
                    </a:cubicBezTo>
                    <a:cubicBezTo>
                      <a:pt x="538322" y="326541"/>
                      <a:pt x="471185" y="331507"/>
                      <a:pt x="411508" y="331507"/>
                    </a:cubicBezTo>
                    <a:cubicBezTo>
                      <a:pt x="218801" y="331507"/>
                      <a:pt x="78311" y="285569"/>
                      <a:pt x="22363" y="198660"/>
                    </a:cubicBezTo>
                    <a:cubicBezTo>
                      <a:pt x="-4989" y="157688"/>
                      <a:pt x="-7476" y="110509"/>
                      <a:pt x="16147" y="72021"/>
                    </a:cubicBezTo>
                    <a:cubicBezTo>
                      <a:pt x="47229" y="19875"/>
                      <a:pt x="114366" y="-6198"/>
                      <a:pt x="195178" y="125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394D1B08-C44D-B84B-80F1-9A71411CD0ED}"/>
                  </a:ext>
                </a:extLst>
              </p:cNvPr>
              <p:cNvSpPr/>
              <p:nvPr/>
            </p:nvSpPr>
            <p:spPr>
              <a:xfrm>
                <a:off x="5525090" y="11795557"/>
                <a:ext cx="545657" cy="3227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9" h="260">
                    <a:moveTo>
                      <a:pt x="432" y="260"/>
                    </a:moveTo>
                    <a:cubicBezTo>
                      <a:pt x="430" y="260"/>
                      <a:pt x="428" y="258"/>
                      <a:pt x="426" y="256"/>
                    </a:cubicBezTo>
                    <a:cubicBezTo>
                      <a:pt x="426" y="254"/>
                      <a:pt x="344" y="103"/>
                      <a:pt x="5" y="13"/>
                    </a:cubicBezTo>
                    <a:cubicBezTo>
                      <a:pt x="1" y="12"/>
                      <a:pt x="0" y="8"/>
                      <a:pt x="0" y="5"/>
                    </a:cubicBezTo>
                    <a:cubicBezTo>
                      <a:pt x="1" y="1"/>
                      <a:pt x="5" y="-1"/>
                      <a:pt x="9" y="0"/>
                    </a:cubicBezTo>
                    <a:cubicBezTo>
                      <a:pt x="354" y="91"/>
                      <a:pt x="435" y="243"/>
                      <a:pt x="439" y="250"/>
                    </a:cubicBezTo>
                    <a:cubicBezTo>
                      <a:pt x="440" y="253"/>
                      <a:pt x="439" y="257"/>
                      <a:pt x="436" y="259"/>
                    </a:cubicBezTo>
                    <a:cubicBezTo>
                      <a:pt x="434" y="260"/>
                      <a:pt x="434" y="260"/>
                      <a:pt x="432" y="2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BB5AB1AF-EAD3-BD4B-9CDA-CB606CFD64F1}"/>
                  </a:ext>
                </a:extLst>
              </p:cNvPr>
              <p:cNvSpPr/>
              <p:nvPr/>
            </p:nvSpPr>
            <p:spPr>
              <a:xfrm>
                <a:off x="5472763" y="12059761"/>
                <a:ext cx="1260741" cy="2168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13" h="175">
                    <a:moveTo>
                      <a:pt x="1013" y="48"/>
                    </a:moveTo>
                    <a:cubicBezTo>
                      <a:pt x="1014" y="23"/>
                      <a:pt x="993" y="0"/>
                      <a:pt x="966" y="0"/>
                    </a:cubicBezTo>
                    <a:lnTo>
                      <a:pt x="506" y="0"/>
                    </a:lnTo>
                    <a:lnTo>
                      <a:pt x="47" y="0"/>
                    </a:lnTo>
                    <a:cubicBezTo>
                      <a:pt x="19" y="0"/>
                      <a:pt x="-2" y="23"/>
                      <a:pt x="0" y="48"/>
                    </a:cubicBezTo>
                    <a:cubicBezTo>
                      <a:pt x="2" y="80"/>
                      <a:pt x="7" y="125"/>
                      <a:pt x="16" y="175"/>
                    </a:cubicBezTo>
                    <a:lnTo>
                      <a:pt x="997" y="175"/>
                    </a:lnTo>
                    <a:cubicBezTo>
                      <a:pt x="1007" y="125"/>
                      <a:pt x="1011" y="80"/>
                      <a:pt x="1013" y="4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FDD6CDEC-911B-E94F-A5AC-94C0CA51A441}"/>
                  </a:ext>
                </a:extLst>
              </p:cNvPr>
              <p:cNvSpPr/>
              <p:nvPr/>
            </p:nvSpPr>
            <p:spPr>
              <a:xfrm>
                <a:off x="5464043" y="12051038"/>
                <a:ext cx="1277473" cy="234291"/>
              </a:xfrm>
              <a:custGeom>
                <a:avLst/>
                <a:gdLst>
                  <a:gd name="connsiteX0" fmla="*/ 67226 w 1277473"/>
                  <a:gd name="connsiteY0" fmla="*/ 17447 h 234291"/>
                  <a:gd name="connsiteX1" fmla="*/ 29890 w 1277473"/>
                  <a:gd name="connsiteY1" fmla="*/ 33548 h 234291"/>
                  <a:gd name="connsiteX2" fmla="*/ 17444 w 1277473"/>
                  <a:gd name="connsiteY2" fmla="*/ 68227 h 234291"/>
                  <a:gd name="connsiteX3" fmla="*/ 34868 w 1277473"/>
                  <a:gd name="connsiteY3" fmla="*/ 218090 h 234291"/>
                  <a:gd name="connsiteX4" fmla="*/ 1242076 w 1277473"/>
                  <a:gd name="connsiteY4" fmla="*/ 218090 h 234291"/>
                  <a:gd name="connsiteX5" fmla="*/ 1260744 w 1277473"/>
                  <a:gd name="connsiteY5" fmla="*/ 68227 h 234291"/>
                  <a:gd name="connsiteX6" fmla="*/ 1248299 w 1277473"/>
                  <a:gd name="connsiteY6" fmla="*/ 33548 h 234291"/>
                  <a:gd name="connsiteX7" fmla="*/ 1210962 w 1277473"/>
                  <a:gd name="connsiteY7" fmla="*/ 17447 h 234291"/>
                  <a:gd name="connsiteX8" fmla="*/ 67207 w 1277473"/>
                  <a:gd name="connsiteY8" fmla="*/ 0 h 234291"/>
                  <a:gd name="connsiteX9" fmla="*/ 1210971 w 1277473"/>
                  <a:gd name="connsiteY9" fmla="*/ 0 h 234291"/>
                  <a:gd name="connsiteX10" fmla="*/ 1260754 w 1277473"/>
                  <a:gd name="connsiteY10" fmla="*/ 22313 h 234291"/>
                  <a:gd name="connsiteX11" fmla="*/ 1276933 w 1277473"/>
                  <a:gd name="connsiteY11" fmla="*/ 69420 h 234291"/>
                  <a:gd name="connsiteX12" fmla="*/ 1257020 w 1277473"/>
                  <a:gd name="connsiteY12" fmla="*/ 228093 h 234291"/>
                  <a:gd name="connsiteX13" fmla="*/ 1249553 w 1277473"/>
                  <a:gd name="connsiteY13" fmla="*/ 234291 h 234291"/>
                  <a:gd name="connsiteX14" fmla="*/ 28625 w 1277473"/>
                  <a:gd name="connsiteY14" fmla="*/ 234291 h 234291"/>
                  <a:gd name="connsiteX15" fmla="*/ 19913 w 1277473"/>
                  <a:gd name="connsiteY15" fmla="*/ 228093 h 234291"/>
                  <a:gd name="connsiteX16" fmla="*/ 0 w 1277473"/>
                  <a:gd name="connsiteY16" fmla="*/ 69420 h 234291"/>
                  <a:gd name="connsiteX17" fmla="*/ 17424 w 1277473"/>
                  <a:gd name="connsiteY17" fmla="*/ 22313 h 234291"/>
                  <a:gd name="connsiteX18" fmla="*/ 67207 w 1277473"/>
                  <a:gd name="connsiteY18" fmla="*/ 0 h 234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277473" h="234291">
                    <a:moveTo>
                      <a:pt x="67226" y="17447"/>
                    </a:moveTo>
                    <a:cubicBezTo>
                      <a:pt x="52291" y="17447"/>
                      <a:pt x="38602" y="23640"/>
                      <a:pt x="29890" y="33548"/>
                    </a:cubicBezTo>
                    <a:cubicBezTo>
                      <a:pt x="21178" y="43456"/>
                      <a:pt x="16200" y="55842"/>
                      <a:pt x="17444" y="68227"/>
                    </a:cubicBezTo>
                    <a:cubicBezTo>
                      <a:pt x="18689" y="102906"/>
                      <a:pt x="24912" y="156163"/>
                      <a:pt x="34868" y="218090"/>
                    </a:cubicBezTo>
                    <a:lnTo>
                      <a:pt x="1242076" y="218090"/>
                    </a:lnTo>
                    <a:cubicBezTo>
                      <a:pt x="1253277" y="156163"/>
                      <a:pt x="1258255" y="102906"/>
                      <a:pt x="1260744" y="68227"/>
                    </a:cubicBezTo>
                    <a:cubicBezTo>
                      <a:pt x="1261989" y="55842"/>
                      <a:pt x="1257011" y="43456"/>
                      <a:pt x="1248299" y="33548"/>
                    </a:cubicBezTo>
                    <a:cubicBezTo>
                      <a:pt x="1238342" y="23640"/>
                      <a:pt x="1224652" y="17447"/>
                      <a:pt x="1210962" y="17447"/>
                    </a:cubicBezTo>
                    <a:close/>
                    <a:moveTo>
                      <a:pt x="67207" y="0"/>
                    </a:moveTo>
                    <a:lnTo>
                      <a:pt x="1210971" y="0"/>
                    </a:lnTo>
                    <a:cubicBezTo>
                      <a:pt x="1229639" y="0"/>
                      <a:pt x="1247063" y="8677"/>
                      <a:pt x="1260754" y="22313"/>
                    </a:cubicBezTo>
                    <a:cubicBezTo>
                      <a:pt x="1273199" y="34710"/>
                      <a:pt x="1279422" y="52065"/>
                      <a:pt x="1276933" y="69420"/>
                    </a:cubicBezTo>
                    <a:cubicBezTo>
                      <a:pt x="1275689" y="105369"/>
                      <a:pt x="1269466" y="162392"/>
                      <a:pt x="1257020" y="228093"/>
                    </a:cubicBezTo>
                    <a:cubicBezTo>
                      <a:pt x="1257020" y="231812"/>
                      <a:pt x="1253286" y="234291"/>
                      <a:pt x="1249553" y="234291"/>
                    </a:cubicBezTo>
                    <a:lnTo>
                      <a:pt x="28625" y="234291"/>
                    </a:lnTo>
                    <a:cubicBezTo>
                      <a:pt x="24892" y="234291"/>
                      <a:pt x="21158" y="231812"/>
                      <a:pt x="19913" y="228093"/>
                    </a:cubicBezTo>
                    <a:cubicBezTo>
                      <a:pt x="8712" y="162392"/>
                      <a:pt x="2489" y="105369"/>
                      <a:pt x="0" y="69420"/>
                    </a:cubicBezTo>
                    <a:cubicBezTo>
                      <a:pt x="0" y="52065"/>
                      <a:pt x="4979" y="34710"/>
                      <a:pt x="17424" y="22313"/>
                    </a:cubicBezTo>
                    <a:cubicBezTo>
                      <a:pt x="29870" y="8677"/>
                      <a:pt x="48539" y="0"/>
                      <a:pt x="672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7B5E4B42-8922-2C40-8E44-E8CDA77DAD13}"/>
                  </a:ext>
                </a:extLst>
              </p:cNvPr>
              <p:cNvSpPr/>
              <p:nvPr/>
            </p:nvSpPr>
            <p:spPr>
              <a:xfrm>
                <a:off x="5492699" y="12277851"/>
                <a:ext cx="1220876" cy="4012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1" h="323">
                    <a:moveTo>
                      <a:pt x="0" y="0"/>
                    </a:moveTo>
                    <a:cubicBezTo>
                      <a:pt x="18" y="103"/>
                      <a:pt x="56" y="231"/>
                      <a:pt x="134" y="323"/>
                    </a:cubicBezTo>
                    <a:lnTo>
                      <a:pt x="490" y="323"/>
                    </a:lnTo>
                    <a:lnTo>
                      <a:pt x="847" y="323"/>
                    </a:lnTo>
                    <a:cubicBezTo>
                      <a:pt x="925" y="231"/>
                      <a:pt x="962" y="103"/>
                      <a:pt x="98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B5F9DD83-7E6B-D748-8F6F-564A9C1468A3}"/>
                  </a:ext>
                </a:extLst>
              </p:cNvPr>
              <p:cNvSpPr/>
              <p:nvPr/>
            </p:nvSpPr>
            <p:spPr>
              <a:xfrm>
                <a:off x="5483978" y="12270374"/>
                <a:ext cx="1237586" cy="417487"/>
              </a:xfrm>
              <a:custGeom>
                <a:avLst/>
                <a:gdLst>
                  <a:gd name="connsiteX0" fmla="*/ 18687 w 1237586"/>
                  <a:gd name="connsiteY0" fmla="*/ 16201 h 417487"/>
                  <a:gd name="connsiteX1" fmla="*/ 179228 w 1237586"/>
                  <a:gd name="connsiteY1" fmla="*/ 401286 h 417487"/>
                  <a:gd name="connsiteX2" fmla="*/ 1059090 w 1237586"/>
                  <a:gd name="connsiteY2" fmla="*/ 401286 h 417487"/>
                  <a:gd name="connsiteX3" fmla="*/ 1219630 w 1237586"/>
                  <a:gd name="connsiteY3" fmla="*/ 16201 h 417487"/>
                  <a:gd name="connsiteX4" fmla="*/ 8712 w 1237586"/>
                  <a:gd name="connsiteY4" fmla="*/ 0 h 417487"/>
                  <a:gd name="connsiteX5" fmla="*/ 1229604 w 1237586"/>
                  <a:gd name="connsiteY5" fmla="*/ 0 h 417487"/>
                  <a:gd name="connsiteX6" fmla="*/ 1235827 w 1237586"/>
                  <a:gd name="connsiteY6" fmla="*/ 2485 h 417487"/>
                  <a:gd name="connsiteX7" fmla="*/ 1237071 w 1237586"/>
                  <a:gd name="connsiteY7" fmla="*/ 9940 h 417487"/>
                  <a:gd name="connsiteX8" fmla="*/ 1069059 w 1237586"/>
                  <a:gd name="connsiteY8" fmla="*/ 415002 h 417487"/>
                  <a:gd name="connsiteX9" fmla="*/ 1062836 w 1237586"/>
                  <a:gd name="connsiteY9" fmla="*/ 417487 h 417487"/>
                  <a:gd name="connsiteX10" fmla="*/ 175480 w 1237586"/>
                  <a:gd name="connsiteY10" fmla="*/ 417487 h 417487"/>
                  <a:gd name="connsiteX11" fmla="*/ 168013 w 1237586"/>
                  <a:gd name="connsiteY11" fmla="*/ 415002 h 417487"/>
                  <a:gd name="connsiteX12" fmla="*/ 0 w 1237586"/>
                  <a:gd name="connsiteY12" fmla="*/ 9940 h 417487"/>
                  <a:gd name="connsiteX13" fmla="*/ 2489 w 1237586"/>
                  <a:gd name="connsiteY13" fmla="*/ 2485 h 417487"/>
                  <a:gd name="connsiteX14" fmla="*/ 8712 w 1237586"/>
                  <a:gd name="connsiteY14" fmla="*/ 0 h 417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37586" h="417487">
                    <a:moveTo>
                      <a:pt x="18687" y="16201"/>
                    </a:moveTo>
                    <a:cubicBezTo>
                      <a:pt x="41088" y="131726"/>
                      <a:pt x="84646" y="288245"/>
                      <a:pt x="179228" y="401286"/>
                    </a:cubicBezTo>
                    <a:lnTo>
                      <a:pt x="1059090" y="401286"/>
                    </a:lnTo>
                    <a:cubicBezTo>
                      <a:pt x="1152427" y="288245"/>
                      <a:pt x="1198474" y="131726"/>
                      <a:pt x="1219630" y="16201"/>
                    </a:cubicBezTo>
                    <a:close/>
                    <a:moveTo>
                      <a:pt x="8712" y="0"/>
                    </a:moveTo>
                    <a:lnTo>
                      <a:pt x="1229604" y="0"/>
                    </a:lnTo>
                    <a:cubicBezTo>
                      <a:pt x="1232093" y="0"/>
                      <a:pt x="1234582" y="1243"/>
                      <a:pt x="1235827" y="2485"/>
                    </a:cubicBezTo>
                    <a:cubicBezTo>
                      <a:pt x="1237071" y="4970"/>
                      <a:pt x="1238316" y="7455"/>
                      <a:pt x="1237071" y="9940"/>
                    </a:cubicBezTo>
                    <a:cubicBezTo>
                      <a:pt x="1215914" y="129222"/>
                      <a:pt x="1169866" y="295720"/>
                      <a:pt x="1069059" y="415002"/>
                    </a:cubicBezTo>
                    <a:cubicBezTo>
                      <a:pt x="1067814" y="416244"/>
                      <a:pt x="1065325" y="417487"/>
                      <a:pt x="1062836" y="417487"/>
                    </a:cubicBezTo>
                    <a:lnTo>
                      <a:pt x="175480" y="417487"/>
                    </a:lnTo>
                    <a:cubicBezTo>
                      <a:pt x="171747" y="417487"/>
                      <a:pt x="169257" y="416244"/>
                      <a:pt x="168013" y="415002"/>
                    </a:cubicBezTo>
                    <a:cubicBezTo>
                      <a:pt x="68450" y="295720"/>
                      <a:pt x="21157" y="129222"/>
                      <a:pt x="0" y="9940"/>
                    </a:cubicBezTo>
                    <a:cubicBezTo>
                      <a:pt x="0" y="7455"/>
                      <a:pt x="0" y="4970"/>
                      <a:pt x="2489" y="2485"/>
                    </a:cubicBezTo>
                    <a:cubicBezTo>
                      <a:pt x="3734" y="1243"/>
                      <a:pt x="6223" y="0"/>
                      <a:pt x="87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0289E2A-9C3D-4E4E-A451-15B1958AA1A2}"/>
                </a:ext>
              </a:extLst>
            </p:cNvPr>
            <p:cNvGrpSpPr/>
            <p:nvPr/>
          </p:nvGrpSpPr>
          <p:grpSpPr>
            <a:xfrm>
              <a:off x="9056906" y="6656111"/>
              <a:ext cx="7801148" cy="4672114"/>
              <a:chOff x="9056906" y="6656111"/>
              <a:chExt cx="7801148" cy="4672114"/>
            </a:xfrm>
          </p:grpSpPr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23983282-9B0A-EC47-A3BE-5A90C9180E3A}"/>
                  </a:ext>
                </a:extLst>
              </p:cNvPr>
              <p:cNvSpPr/>
              <p:nvPr/>
            </p:nvSpPr>
            <p:spPr>
              <a:xfrm>
                <a:off x="9064381" y="6664834"/>
                <a:ext cx="7786198" cy="46546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51" h="3736">
                    <a:moveTo>
                      <a:pt x="6155" y="3736"/>
                    </a:moveTo>
                    <a:lnTo>
                      <a:pt x="97" y="3736"/>
                    </a:lnTo>
                    <a:cubicBezTo>
                      <a:pt x="43" y="3736"/>
                      <a:pt x="0" y="3693"/>
                      <a:pt x="0" y="3640"/>
                    </a:cubicBezTo>
                    <a:lnTo>
                      <a:pt x="0" y="96"/>
                    </a:lnTo>
                    <a:cubicBezTo>
                      <a:pt x="0" y="43"/>
                      <a:pt x="43" y="0"/>
                      <a:pt x="97" y="0"/>
                    </a:cubicBezTo>
                    <a:lnTo>
                      <a:pt x="6155" y="0"/>
                    </a:lnTo>
                    <a:cubicBezTo>
                      <a:pt x="6207" y="0"/>
                      <a:pt x="6251" y="43"/>
                      <a:pt x="6251" y="96"/>
                    </a:cubicBezTo>
                    <a:lnTo>
                      <a:pt x="6251" y="3640"/>
                    </a:lnTo>
                    <a:cubicBezTo>
                      <a:pt x="6251" y="3693"/>
                      <a:pt x="6207" y="3736"/>
                      <a:pt x="6155" y="373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F1D6EABC-A46E-4847-BD9B-10A4663CBABE}"/>
                  </a:ext>
                </a:extLst>
              </p:cNvPr>
              <p:cNvSpPr/>
              <p:nvPr/>
            </p:nvSpPr>
            <p:spPr>
              <a:xfrm>
                <a:off x="9056906" y="6656111"/>
                <a:ext cx="7801148" cy="4672114"/>
              </a:xfrm>
              <a:custGeom>
                <a:avLst/>
                <a:gdLst>
                  <a:gd name="connsiteX0" fmla="*/ 16195 w 7801148"/>
                  <a:gd name="connsiteY0" fmla="*/ 329004 h 4672114"/>
                  <a:gd name="connsiteX1" fmla="*/ 16195 w 7801148"/>
                  <a:gd name="connsiteY1" fmla="*/ 4582405 h 4672114"/>
                  <a:gd name="connsiteX2" fmla="*/ 87194 w 7801148"/>
                  <a:gd name="connsiteY2" fmla="*/ 4653420 h 4672114"/>
                  <a:gd name="connsiteX3" fmla="*/ 7713954 w 7801148"/>
                  <a:gd name="connsiteY3" fmla="*/ 4653420 h 4672114"/>
                  <a:gd name="connsiteX4" fmla="*/ 7784952 w 7801148"/>
                  <a:gd name="connsiteY4" fmla="*/ 4582405 h 4672114"/>
                  <a:gd name="connsiteX5" fmla="*/ 7784952 w 7801148"/>
                  <a:gd name="connsiteY5" fmla="*/ 329004 h 4672114"/>
                  <a:gd name="connsiteX6" fmla="*/ 87192 w 7801148"/>
                  <a:gd name="connsiteY6" fmla="*/ 0 h 4672114"/>
                  <a:gd name="connsiteX7" fmla="*/ 7713956 w 7801148"/>
                  <a:gd name="connsiteY7" fmla="*/ 0 h 4672114"/>
                  <a:gd name="connsiteX8" fmla="*/ 7801148 w 7801148"/>
                  <a:gd name="connsiteY8" fmla="*/ 87213 h 4672114"/>
                  <a:gd name="connsiteX9" fmla="*/ 7801148 w 7801148"/>
                  <a:gd name="connsiteY9" fmla="*/ 321442 h 4672114"/>
                  <a:gd name="connsiteX10" fmla="*/ 7801148 w 7801148"/>
                  <a:gd name="connsiteY10" fmla="*/ 4583655 h 4672114"/>
                  <a:gd name="connsiteX11" fmla="*/ 7713956 w 7801148"/>
                  <a:gd name="connsiteY11" fmla="*/ 4672114 h 4672114"/>
                  <a:gd name="connsiteX12" fmla="*/ 87192 w 7801148"/>
                  <a:gd name="connsiteY12" fmla="*/ 4672114 h 4672114"/>
                  <a:gd name="connsiteX13" fmla="*/ 0 w 7801148"/>
                  <a:gd name="connsiteY13" fmla="*/ 4583655 h 4672114"/>
                  <a:gd name="connsiteX14" fmla="*/ 0 w 7801148"/>
                  <a:gd name="connsiteY14" fmla="*/ 321442 h 4672114"/>
                  <a:gd name="connsiteX15" fmla="*/ 0 w 7801148"/>
                  <a:gd name="connsiteY15" fmla="*/ 87213 h 4672114"/>
                  <a:gd name="connsiteX16" fmla="*/ 87192 w 7801148"/>
                  <a:gd name="connsiteY16" fmla="*/ 0 h 4672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801148" h="4672114">
                    <a:moveTo>
                      <a:pt x="16195" y="329004"/>
                    </a:moveTo>
                    <a:lnTo>
                      <a:pt x="16195" y="4582405"/>
                    </a:lnTo>
                    <a:cubicBezTo>
                      <a:pt x="16195" y="4622273"/>
                      <a:pt x="48580" y="4653420"/>
                      <a:pt x="87194" y="4653420"/>
                    </a:cubicBezTo>
                    <a:lnTo>
                      <a:pt x="7713954" y="4653420"/>
                    </a:lnTo>
                    <a:cubicBezTo>
                      <a:pt x="7752566" y="4653420"/>
                      <a:pt x="7784952" y="4622273"/>
                      <a:pt x="7784952" y="4582405"/>
                    </a:cubicBezTo>
                    <a:lnTo>
                      <a:pt x="7784952" y="329004"/>
                    </a:lnTo>
                    <a:close/>
                    <a:moveTo>
                      <a:pt x="87192" y="0"/>
                    </a:moveTo>
                    <a:lnTo>
                      <a:pt x="7713956" y="0"/>
                    </a:lnTo>
                    <a:cubicBezTo>
                      <a:pt x="7761290" y="0"/>
                      <a:pt x="7801148" y="39869"/>
                      <a:pt x="7801148" y="87213"/>
                    </a:cubicBezTo>
                    <a:lnTo>
                      <a:pt x="7801148" y="321442"/>
                    </a:lnTo>
                    <a:lnTo>
                      <a:pt x="7801148" y="4583655"/>
                    </a:lnTo>
                    <a:cubicBezTo>
                      <a:pt x="7801148" y="4632245"/>
                      <a:pt x="7761290" y="4672114"/>
                      <a:pt x="7713956" y="4672114"/>
                    </a:cubicBezTo>
                    <a:lnTo>
                      <a:pt x="87192" y="4672114"/>
                    </a:lnTo>
                    <a:cubicBezTo>
                      <a:pt x="38613" y="4672114"/>
                      <a:pt x="0" y="4632245"/>
                      <a:pt x="0" y="4583655"/>
                    </a:cubicBezTo>
                    <a:lnTo>
                      <a:pt x="0" y="321442"/>
                    </a:lnTo>
                    <a:lnTo>
                      <a:pt x="0" y="87213"/>
                    </a:lnTo>
                    <a:cubicBezTo>
                      <a:pt x="0" y="39869"/>
                      <a:pt x="38613" y="0"/>
                      <a:pt x="871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B4BD3C12-3CF9-174A-9291-2C7CEAE5B1AC}"/>
                  </a:ext>
                </a:extLst>
              </p:cNvPr>
              <p:cNvSpPr/>
              <p:nvPr/>
            </p:nvSpPr>
            <p:spPr>
              <a:xfrm>
                <a:off x="16052030" y="6752071"/>
                <a:ext cx="137037" cy="138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1" h="112">
                    <a:moveTo>
                      <a:pt x="111" y="56"/>
                    </a:moveTo>
                    <a:cubicBezTo>
                      <a:pt x="111" y="87"/>
                      <a:pt x="86" y="112"/>
                      <a:pt x="56" y="112"/>
                    </a:cubicBezTo>
                    <a:cubicBezTo>
                      <a:pt x="25" y="112"/>
                      <a:pt x="0" y="87"/>
                      <a:pt x="0" y="56"/>
                    </a:cubicBezTo>
                    <a:cubicBezTo>
                      <a:pt x="0" y="25"/>
                      <a:pt x="25" y="0"/>
                      <a:pt x="56" y="0"/>
                    </a:cubicBezTo>
                    <a:cubicBezTo>
                      <a:pt x="86" y="0"/>
                      <a:pt x="111" y="25"/>
                      <a:pt x="111" y="5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A737B879-233F-7043-9EB4-F4E857AFE5C2}"/>
                  </a:ext>
                </a:extLst>
              </p:cNvPr>
              <p:cNvSpPr/>
              <p:nvPr/>
            </p:nvSpPr>
            <p:spPr>
              <a:xfrm>
                <a:off x="16334825" y="6752071"/>
                <a:ext cx="137037" cy="138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1" h="112">
                    <a:moveTo>
                      <a:pt x="111" y="56"/>
                    </a:moveTo>
                    <a:cubicBezTo>
                      <a:pt x="111" y="87"/>
                      <a:pt x="87" y="112"/>
                      <a:pt x="55" y="112"/>
                    </a:cubicBezTo>
                    <a:cubicBezTo>
                      <a:pt x="25" y="112"/>
                      <a:pt x="0" y="87"/>
                      <a:pt x="0" y="56"/>
                    </a:cubicBezTo>
                    <a:cubicBezTo>
                      <a:pt x="0" y="25"/>
                      <a:pt x="25" y="0"/>
                      <a:pt x="55" y="0"/>
                    </a:cubicBezTo>
                    <a:cubicBezTo>
                      <a:pt x="87" y="0"/>
                      <a:pt x="111" y="25"/>
                      <a:pt x="111" y="5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845E3CD4-78A9-274A-86D7-70609D614E51}"/>
                  </a:ext>
                </a:extLst>
              </p:cNvPr>
              <p:cNvSpPr/>
              <p:nvPr/>
            </p:nvSpPr>
            <p:spPr>
              <a:xfrm>
                <a:off x="16617619" y="6752071"/>
                <a:ext cx="138283" cy="138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2" h="112">
                    <a:moveTo>
                      <a:pt x="112" y="56"/>
                    </a:moveTo>
                    <a:cubicBezTo>
                      <a:pt x="112" y="87"/>
                      <a:pt x="86" y="112"/>
                      <a:pt x="56" y="112"/>
                    </a:cubicBezTo>
                    <a:cubicBezTo>
                      <a:pt x="25" y="112"/>
                      <a:pt x="0" y="87"/>
                      <a:pt x="0" y="56"/>
                    </a:cubicBezTo>
                    <a:cubicBezTo>
                      <a:pt x="0" y="25"/>
                      <a:pt x="25" y="0"/>
                      <a:pt x="56" y="0"/>
                    </a:cubicBezTo>
                    <a:cubicBezTo>
                      <a:pt x="86" y="0"/>
                      <a:pt x="112" y="25"/>
                      <a:pt x="112" y="5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6DCB731F-1AA2-644E-BB7A-54B3B891D11D}"/>
                  </a:ext>
                </a:extLst>
              </p:cNvPr>
              <p:cNvSpPr/>
              <p:nvPr/>
            </p:nvSpPr>
            <p:spPr>
              <a:xfrm>
                <a:off x="15289605" y="7277979"/>
                <a:ext cx="14950" cy="37399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3002">
                    <a:moveTo>
                      <a:pt x="6" y="3002"/>
                    </a:moveTo>
                    <a:cubicBezTo>
                      <a:pt x="3" y="3002"/>
                      <a:pt x="0" y="2999"/>
                      <a:pt x="0" y="2995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2995"/>
                    </a:lnTo>
                    <a:cubicBezTo>
                      <a:pt x="13" y="2999"/>
                      <a:pt x="10" y="3002"/>
                      <a:pt x="6" y="30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A19AD036-6DCA-6D4D-86C2-61C8CACB60A5}"/>
                  </a:ext>
                </a:extLst>
              </p:cNvPr>
              <p:cNvSpPr/>
              <p:nvPr/>
            </p:nvSpPr>
            <p:spPr>
              <a:xfrm>
                <a:off x="15577383" y="7377678"/>
                <a:ext cx="994142" cy="574512"/>
              </a:xfrm>
              <a:custGeom>
                <a:avLst/>
                <a:gdLst>
                  <a:gd name="connsiteX0" fmla="*/ 52278 w 994142"/>
                  <a:gd name="connsiteY0" fmla="*/ 16201 h 574512"/>
                  <a:gd name="connsiteX1" fmla="*/ 17441 w 994142"/>
                  <a:gd name="connsiteY1" fmla="*/ 52259 h 574512"/>
                  <a:gd name="connsiteX2" fmla="*/ 17441 w 994142"/>
                  <a:gd name="connsiteY2" fmla="*/ 522251 h 574512"/>
                  <a:gd name="connsiteX3" fmla="*/ 52278 w 994142"/>
                  <a:gd name="connsiteY3" fmla="*/ 557065 h 574512"/>
                  <a:gd name="connsiteX4" fmla="*/ 941865 w 994142"/>
                  <a:gd name="connsiteY4" fmla="*/ 557065 h 574512"/>
                  <a:gd name="connsiteX5" fmla="*/ 977946 w 994142"/>
                  <a:gd name="connsiteY5" fmla="*/ 522251 h 574512"/>
                  <a:gd name="connsiteX6" fmla="*/ 977946 w 994142"/>
                  <a:gd name="connsiteY6" fmla="*/ 52259 h 574512"/>
                  <a:gd name="connsiteX7" fmla="*/ 941865 w 994142"/>
                  <a:gd name="connsiteY7" fmla="*/ 16201 h 574512"/>
                  <a:gd name="connsiteX8" fmla="*/ 52258 w 994142"/>
                  <a:gd name="connsiteY8" fmla="*/ 0 h 574512"/>
                  <a:gd name="connsiteX9" fmla="*/ 941884 w 994142"/>
                  <a:gd name="connsiteY9" fmla="*/ 0 h 574512"/>
                  <a:gd name="connsiteX10" fmla="*/ 994142 w 994142"/>
                  <a:gd name="connsiteY10" fmla="*/ 52229 h 574512"/>
                  <a:gd name="connsiteX11" fmla="*/ 994142 w 994142"/>
                  <a:gd name="connsiteY11" fmla="*/ 522284 h 574512"/>
                  <a:gd name="connsiteX12" fmla="*/ 941884 w 994142"/>
                  <a:gd name="connsiteY12" fmla="*/ 574512 h 574512"/>
                  <a:gd name="connsiteX13" fmla="*/ 52258 w 994142"/>
                  <a:gd name="connsiteY13" fmla="*/ 574512 h 574512"/>
                  <a:gd name="connsiteX14" fmla="*/ 0 w 994142"/>
                  <a:gd name="connsiteY14" fmla="*/ 522284 h 574512"/>
                  <a:gd name="connsiteX15" fmla="*/ 0 w 994142"/>
                  <a:gd name="connsiteY15" fmla="*/ 52229 h 574512"/>
                  <a:gd name="connsiteX16" fmla="*/ 52258 w 994142"/>
                  <a:gd name="connsiteY16" fmla="*/ 0 h 574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4142" h="574512">
                    <a:moveTo>
                      <a:pt x="52278" y="16201"/>
                    </a:moveTo>
                    <a:cubicBezTo>
                      <a:pt x="33615" y="16201"/>
                      <a:pt x="17441" y="32365"/>
                      <a:pt x="17441" y="52259"/>
                    </a:cubicBezTo>
                    <a:lnTo>
                      <a:pt x="17441" y="522251"/>
                    </a:lnTo>
                    <a:cubicBezTo>
                      <a:pt x="17441" y="542145"/>
                      <a:pt x="33615" y="557065"/>
                      <a:pt x="52278" y="557065"/>
                    </a:cubicBezTo>
                    <a:lnTo>
                      <a:pt x="941865" y="557065"/>
                    </a:lnTo>
                    <a:cubicBezTo>
                      <a:pt x="961772" y="557065"/>
                      <a:pt x="977946" y="542145"/>
                      <a:pt x="977946" y="522251"/>
                    </a:cubicBezTo>
                    <a:lnTo>
                      <a:pt x="977946" y="52259"/>
                    </a:lnTo>
                    <a:cubicBezTo>
                      <a:pt x="977946" y="32365"/>
                      <a:pt x="961772" y="16201"/>
                      <a:pt x="941865" y="16201"/>
                    </a:cubicBezTo>
                    <a:close/>
                    <a:moveTo>
                      <a:pt x="52258" y="0"/>
                    </a:moveTo>
                    <a:lnTo>
                      <a:pt x="941884" y="0"/>
                    </a:lnTo>
                    <a:cubicBezTo>
                      <a:pt x="970502" y="0"/>
                      <a:pt x="994142" y="22384"/>
                      <a:pt x="994142" y="52229"/>
                    </a:cubicBezTo>
                    <a:lnTo>
                      <a:pt x="994142" y="522284"/>
                    </a:lnTo>
                    <a:cubicBezTo>
                      <a:pt x="994142" y="550885"/>
                      <a:pt x="970502" y="574512"/>
                      <a:pt x="941884" y="574512"/>
                    </a:cubicBezTo>
                    <a:lnTo>
                      <a:pt x="52258" y="574512"/>
                    </a:lnTo>
                    <a:cubicBezTo>
                      <a:pt x="23640" y="574512"/>
                      <a:pt x="0" y="550885"/>
                      <a:pt x="0" y="522284"/>
                    </a:cubicBezTo>
                    <a:lnTo>
                      <a:pt x="0" y="52229"/>
                    </a:lnTo>
                    <a:cubicBezTo>
                      <a:pt x="0" y="22384"/>
                      <a:pt x="23640" y="0"/>
                      <a:pt x="522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FDE70736-5481-3649-91BF-F2B48485D4CE}"/>
                  </a:ext>
                </a:extLst>
              </p:cNvPr>
              <p:cNvSpPr/>
              <p:nvPr/>
            </p:nvSpPr>
            <p:spPr>
              <a:xfrm>
                <a:off x="15972299" y="7562120"/>
                <a:ext cx="204310" cy="204382"/>
              </a:xfrm>
              <a:custGeom>
                <a:avLst/>
                <a:gdLst>
                  <a:gd name="connsiteX0" fmla="*/ 102773 w 204310"/>
                  <a:gd name="connsiteY0" fmla="*/ 17447 h 204382"/>
                  <a:gd name="connsiteX1" fmla="*/ 16195 w 204310"/>
                  <a:gd name="connsiteY1" fmla="*/ 102814 h 204382"/>
                  <a:gd name="connsiteX2" fmla="*/ 102773 w 204310"/>
                  <a:gd name="connsiteY2" fmla="*/ 188180 h 204382"/>
                  <a:gd name="connsiteX3" fmla="*/ 188114 w 204310"/>
                  <a:gd name="connsiteY3" fmla="*/ 102814 h 204382"/>
                  <a:gd name="connsiteX4" fmla="*/ 102773 w 204310"/>
                  <a:gd name="connsiteY4" fmla="*/ 17447 h 204382"/>
                  <a:gd name="connsiteX5" fmla="*/ 102774 w 204310"/>
                  <a:gd name="connsiteY5" fmla="*/ 0 h 204382"/>
                  <a:gd name="connsiteX6" fmla="*/ 204310 w 204310"/>
                  <a:gd name="connsiteY6" fmla="*/ 102811 h 204382"/>
                  <a:gd name="connsiteX7" fmla="*/ 102774 w 204310"/>
                  <a:gd name="connsiteY7" fmla="*/ 204382 h 204382"/>
                  <a:gd name="connsiteX8" fmla="*/ 0 w 204310"/>
                  <a:gd name="connsiteY8" fmla="*/ 102811 h 204382"/>
                  <a:gd name="connsiteX9" fmla="*/ 102774 w 204310"/>
                  <a:gd name="connsiteY9" fmla="*/ 0 h 20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4310" h="204382">
                    <a:moveTo>
                      <a:pt x="102773" y="17447"/>
                    </a:moveTo>
                    <a:cubicBezTo>
                      <a:pt x="55773" y="17447"/>
                      <a:pt x="16195" y="55800"/>
                      <a:pt x="16195" y="102814"/>
                    </a:cubicBezTo>
                    <a:cubicBezTo>
                      <a:pt x="16195" y="149827"/>
                      <a:pt x="55773" y="188180"/>
                      <a:pt x="102773" y="188180"/>
                    </a:cubicBezTo>
                    <a:cubicBezTo>
                      <a:pt x="149772" y="188180"/>
                      <a:pt x="188114" y="149827"/>
                      <a:pt x="188114" y="102814"/>
                    </a:cubicBezTo>
                    <a:cubicBezTo>
                      <a:pt x="188114" y="55800"/>
                      <a:pt x="149772" y="17447"/>
                      <a:pt x="102773" y="17447"/>
                    </a:cubicBezTo>
                    <a:close/>
                    <a:moveTo>
                      <a:pt x="102774" y="0"/>
                    </a:moveTo>
                    <a:cubicBezTo>
                      <a:pt x="158495" y="0"/>
                      <a:pt x="204310" y="45831"/>
                      <a:pt x="204310" y="102811"/>
                    </a:cubicBezTo>
                    <a:cubicBezTo>
                      <a:pt x="204310" y="158551"/>
                      <a:pt x="158495" y="204382"/>
                      <a:pt x="102774" y="204382"/>
                    </a:cubicBezTo>
                    <a:cubicBezTo>
                      <a:pt x="45815" y="204382"/>
                      <a:pt x="0" y="158551"/>
                      <a:pt x="0" y="102811"/>
                    </a:cubicBezTo>
                    <a:cubicBezTo>
                      <a:pt x="0" y="45831"/>
                      <a:pt x="45815" y="0"/>
                      <a:pt x="1027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5C7AAC9B-63A8-9F4C-9AD8-1BA5DC5B8BF8}"/>
                  </a:ext>
                </a:extLst>
              </p:cNvPr>
              <p:cNvSpPr/>
              <p:nvPr/>
            </p:nvSpPr>
            <p:spPr>
              <a:xfrm>
                <a:off x="15577383" y="8119184"/>
                <a:ext cx="994142" cy="574512"/>
              </a:xfrm>
              <a:custGeom>
                <a:avLst/>
                <a:gdLst>
                  <a:gd name="connsiteX0" fmla="*/ 52278 w 994142"/>
                  <a:gd name="connsiteY0" fmla="*/ 16201 h 574512"/>
                  <a:gd name="connsiteX1" fmla="*/ 17441 w 994142"/>
                  <a:gd name="connsiteY1" fmla="*/ 52259 h 574512"/>
                  <a:gd name="connsiteX2" fmla="*/ 17441 w 994142"/>
                  <a:gd name="connsiteY2" fmla="*/ 522253 h 574512"/>
                  <a:gd name="connsiteX3" fmla="*/ 52278 w 994142"/>
                  <a:gd name="connsiteY3" fmla="*/ 558311 h 574512"/>
                  <a:gd name="connsiteX4" fmla="*/ 941865 w 994142"/>
                  <a:gd name="connsiteY4" fmla="*/ 558311 h 574512"/>
                  <a:gd name="connsiteX5" fmla="*/ 977946 w 994142"/>
                  <a:gd name="connsiteY5" fmla="*/ 522253 h 574512"/>
                  <a:gd name="connsiteX6" fmla="*/ 977946 w 994142"/>
                  <a:gd name="connsiteY6" fmla="*/ 52259 h 574512"/>
                  <a:gd name="connsiteX7" fmla="*/ 941865 w 994142"/>
                  <a:gd name="connsiteY7" fmla="*/ 16201 h 574512"/>
                  <a:gd name="connsiteX8" fmla="*/ 52258 w 994142"/>
                  <a:gd name="connsiteY8" fmla="*/ 0 h 574512"/>
                  <a:gd name="connsiteX9" fmla="*/ 941884 w 994142"/>
                  <a:gd name="connsiteY9" fmla="*/ 0 h 574512"/>
                  <a:gd name="connsiteX10" fmla="*/ 994142 w 994142"/>
                  <a:gd name="connsiteY10" fmla="*/ 52229 h 574512"/>
                  <a:gd name="connsiteX11" fmla="*/ 994142 w 994142"/>
                  <a:gd name="connsiteY11" fmla="*/ 522284 h 574512"/>
                  <a:gd name="connsiteX12" fmla="*/ 941884 w 994142"/>
                  <a:gd name="connsiteY12" fmla="*/ 574512 h 574512"/>
                  <a:gd name="connsiteX13" fmla="*/ 52258 w 994142"/>
                  <a:gd name="connsiteY13" fmla="*/ 574512 h 574512"/>
                  <a:gd name="connsiteX14" fmla="*/ 0 w 994142"/>
                  <a:gd name="connsiteY14" fmla="*/ 522284 h 574512"/>
                  <a:gd name="connsiteX15" fmla="*/ 0 w 994142"/>
                  <a:gd name="connsiteY15" fmla="*/ 52229 h 574512"/>
                  <a:gd name="connsiteX16" fmla="*/ 52258 w 994142"/>
                  <a:gd name="connsiteY16" fmla="*/ 0 h 574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4142" h="574512">
                    <a:moveTo>
                      <a:pt x="52278" y="16201"/>
                    </a:moveTo>
                    <a:cubicBezTo>
                      <a:pt x="33615" y="16201"/>
                      <a:pt x="17441" y="32365"/>
                      <a:pt x="17441" y="52259"/>
                    </a:cubicBezTo>
                    <a:lnTo>
                      <a:pt x="17441" y="522253"/>
                    </a:lnTo>
                    <a:cubicBezTo>
                      <a:pt x="17441" y="542147"/>
                      <a:pt x="33615" y="558311"/>
                      <a:pt x="52278" y="558311"/>
                    </a:cubicBezTo>
                    <a:lnTo>
                      <a:pt x="941865" y="558311"/>
                    </a:lnTo>
                    <a:cubicBezTo>
                      <a:pt x="961772" y="558311"/>
                      <a:pt x="977946" y="542147"/>
                      <a:pt x="977946" y="522253"/>
                    </a:cubicBezTo>
                    <a:lnTo>
                      <a:pt x="977946" y="52259"/>
                    </a:lnTo>
                    <a:cubicBezTo>
                      <a:pt x="977946" y="32365"/>
                      <a:pt x="961772" y="16201"/>
                      <a:pt x="941865" y="16201"/>
                    </a:cubicBezTo>
                    <a:close/>
                    <a:moveTo>
                      <a:pt x="52258" y="0"/>
                    </a:moveTo>
                    <a:lnTo>
                      <a:pt x="941884" y="0"/>
                    </a:lnTo>
                    <a:cubicBezTo>
                      <a:pt x="970502" y="0"/>
                      <a:pt x="994142" y="23627"/>
                      <a:pt x="994142" y="52229"/>
                    </a:cubicBezTo>
                    <a:lnTo>
                      <a:pt x="994142" y="522284"/>
                    </a:lnTo>
                    <a:cubicBezTo>
                      <a:pt x="994142" y="550885"/>
                      <a:pt x="970502" y="574512"/>
                      <a:pt x="941884" y="574512"/>
                    </a:cubicBezTo>
                    <a:lnTo>
                      <a:pt x="52258" y="574512"/>
                    </a:lnTo>
                    <a:cubicBezTo>
                      <a:pt x="23640" y="574512"/>
                      <a:pt x="0" y="550885"/>
                      <a:pt x="0" y="522284"/>
                    </a:cubicBezTo>
                    <a:lnTo>
                      <a:pt x="0" y="52229"/>
                    </a:lnTo>
                    <a:cubicBezTo>
                      <a:pt x="0" y="23627"/>
                      <a:pt x="23640" y="0"/>
                      <a:pt x="522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37C3FB6C-B5F8-C640-8323-A94B9795B0F8}"/>
                  </a:ext>
                </a:extLst>
              </p:cNvPr>
              <p:cNvSpPr/>
              <p:nvPr/>
            </p:nvSpPr>
            <p:spPr>
              <a:xfrm>
                <a:off x="15972299" y="8303626"/>
                <a:ext cx="204310" cy="204382"/>
              </a:xfrm>
              <a:custGeom>
                <a:avLst/>
                <a:gdLst>
                  <a:gd name="connsiteX0" fmla="*/ 102773 w 204310"/>
                  <a:gd name="connsiteY0" fmla="*/ 17444 h 204382"/>
                  <a:gd name="connsiteX1" fmla="*/ 16195 w 204310"/>
                  <a:gd name="connsiteY1" fmla="*/ 102810 h 204382"/>
                  <a:gd name="connsiteX2" fmla="*/ 102773 w 204310"/>
                  <a:gd name="connsiteY2" fmla="*/ 188177 h 204382"/>
                  <a:gd name="connsiteX3" fmla="*/ 188114 w 204310"/>
                  <a:gd name="connsiteY3" fmla="*/ 102810 h 204382"/>
                  <a:gd name="connsiteX4" fmla="*/ 102773 w 204310"/>
                  <a:gd name="connsiteY4" fmla="*/ 17444 h 204382"/>
                  <a:gd name="connsiteX5" fmla="*/ 102774 w 204310"/>
                  <a:gd name="connsiteY5" fmla="*/ 0 h 204382"/>
                  <a:gd name="connsiteX6" fmla="*/ 204310 w 204310"/>
                  <a:gd name="connsiteY6" fmla="*/ 102810 h 204382"/>
                  <a:gd name="connsiteX7" fmla="*/ 102774 w 204310"/>
                  <a:gd name="connsiteY7" fmla="*/ 204382 h 204382"/>
                  <a:gd name="connsiteX8" fmla="*/ 0 w 204310"/>
                  <a:gd name="connsiteY8" fmla="*/ 102810 h 204382"/>
                  <a:gd name="connsiteX9" fmla="*/ 102774 w 204310"/>
                  <a:gd name="connsiteY9" fmla="*/ 0 h 20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4310" h="204382">
                    <a:moveTo>
                      <a:pt x="102773" y="17444"/>
                    </a:moveTo>
                    <a:cubicBezTo>
                      <a:pt x="55773" y="17444"/>
                      <a:pt x="16195" y="55797"/>
                      <a:pt x="16195" y="102810"/>
                    </a:cubicBezTo>
                    <a:cubicBezTo>
                      <a:pt x="16195" y="149824"/>
                      <a:pt x="55773" y="188177"/>
                      <a:pt x="102773" y="188177"/>
                    </a:cubicBezTo>
                    <a:cubicBezTo>
                      <a:pt x="149772" y="188177"/>
                      <a:pt x="188114" y="149824"/>
                      <a:pt x="188114" y="102810"/>
                    </a:cubicBezTo>
                    <a:cubicBezTo>
                      <a:pt x="188114" y="55797"/>
                      <a:pt x="149772" y="17444"/>
                      <a:pt x="102773" y="17444"/>
                    </a:cubicBezTo>
                    <a:close/>
                    <a:moveTo>
                      <a:pt x="102774" y="0"/>
                    </a:moveTo>
                    <a:cubicBezTo>
                      <a:pt x="158495" y="0"/>
                      <a:pt x="204310" y="47070"/>
                      <a:pt x="204310" y="102810"/>
                    </a:cubicBezTo>
                    <a:cubicBezTo>
                      <a:pt x="204310" y="158551"/>
                      <a:pt x="158495" y="204382"/>
                      <a:pt x="102774" y="204382"/>
                    </a:cubicBezTo>
                    <a:cubicBezTo>
                      <a:pt x="45815" y="204382"/>
                      <a:pt x="0" y="158551"/>
                      <a:pt x="0" y="102810"/>
                    </a:cubicBezTo>
                    <a:cubicBezTo>
                      <a:pt x="0" y="47070"/>
                      <a:pt x="45815" y="0"/>
                      <a:pt x="1027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B4451F25-E9CD-DB4B-A126-9C2A5220CCA5}"/>
                  </a:ext>
                </a:extLst>
              </p:cNvPr>
              <p:cNvSpPr/>
              <p:nvPr/>
            </p:nvSpPr>
            <p:spPr>
              <a:xfrm>
                <a:off x="15577383" y="8860691"/>
                <a:ext cx="994142" cy="574512"/>
              </a:xfrm>
              <a:custGeom>
                <a:avLst/>
                <a:gdLst>
                  <a:gd name="connsiteX0" fmla="*/ 52278 w 994142"/>
                  <a:gd name="connsiteY0" fmla="*/ 16201 h 574512"/>
                  <a:gd name="connsiteX1" fmla="*/ 17441 w 994142"/>
                  <a:gd name="connsiteY1" fmla="*/ 52259 h 574512"/>
                  <a:gd name="connsiteX2" fmla="*/ 17441 w 994142"/>
                  <a:gd name="connsiteY2" fmla="*/ 522251 h 574512"/>
                  <a:gd name="connsiteX3" fmla="*/ 52278 w 994142"/>
                  <a:gd name="connsiteY3" fmla="*/ 557065 h 574512"/>
                  <a:gd name="connsiteX4" fmla="*/ 941865 w 994142"/>
                  <a:gd name="connsiteY4" fmla="*/ 557065 h 574512"/>
                  <a:gd name="connsiteX5" fmla="*/ 977946 w 994142"/>
                  <a:gd name="connsiteY5" fmla="*/ 522251 h 574512"/>
                  <a:gd name="connsiteX6" fmla="*/ 977946 w 994142"/>
                  <a:gd name="connsiteY6" fmla="*/ 52259 h 574512"/>
                  <a:gd name="connsiteX7" fmla="*/ 941865 w 994142"/>
                  <a:gd name="connsiteY7" fmla="*/ 16201 h 574512"/>
                  <a:gd name="connsiteX8" fmla="*/ 52258 w 994142"/>
                  <a:gd name="connsiteY8" fmla="*/ 0 h 574512"/>
                  <a:gd name="connsiteX9" fmla="*/ 941884 w 994142"/>
                  <a:gd name="connsiteY9" fmla="*/ 0 h 574512"/>
                  <a:gd name="connsiteX10" fmla="*/ 994142 w 994142"/>
                  <a:gd name="connsiteY10" fmla="*/ 52228 h 574512"/>
                  <a:gd name="connsiteX11" fmla="*/ 994142 w 994142"/>
                  <a:gd name="connsiteY11" fmla="*/ 522284 h 574512"/>
                  <a:gd name="connsiteX12" fmla="*/ 941884 w 994142"/>
                  <a:gd name="connsiteY12" fmla="*/ 574512 h 574512"/>
                  <a:gd name="connsiteX13" fmla="*/ 52258 w 994142"/>
                  <a:gd name="connsiteY13" fmla="*/ 574512 h 574512"/>
                  <a:gd name="connsiteX14" fmla="*/ 0 w 994142"/>
                  <a:gd name="connsiteY14" fmla="*/ 522284 h 574512"/>
                  <a:gd name="connsiteX15" fmla="*/ 0 w 994142"/>
                  <a:gd name="connsiteY15" fmla="*/ 52228 h 574512"/>
                  <a:gd name="connsiteX16" fmla="*/ 52258 w 994142"/>
                  <a:gd name="connsiteY16" fmla="*/ 0 h 574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4142" h="574512">
                    <a:moveTo>
                      <a:pt x="52278" y="16201"/>
                    </a:moveTo>
                    <a:cubicBezTo>
                      <a:pt x="33615" y="16201"/>
                      <a:pt x="17441" y="32365"/>
                      <a:pt x="17441" y="52259"/>
                    </a:cubicBezTo>
                    <a:lnTo>
                      <a:pt x="17441" y="522251"/>
                    </a:lnTo>
                    <a:cubicBezTo>
                      <a:pt x="17441" y="542145"/>
                      <a:pt x="33615" y="557065"/>
                      <a:pt x="52278" y="557065"/>
                    </a:cubicBezTo>
                    <a:lnTo>
                      <a:pt x="941865" y="557065"/>
                    </a:lnTo>
                    <a:cubicBezTo>
                      <a:pt x="961772" y="557065"/>
                      <a:pt x="977946" y="542145"/>
                      <a:pt x="977946" y="522251"/>
                    </a:cubicBezTo>
                    <a:lnTo>
                      <a:pt x="977946" y="52259"/>
                    </a:lnTo>
                    <a:cubicBezTo>
                      <a:pt x="977946" y="32365"/>
                      <a:pt x="961772" y="16201"/>
                      <a:pt x="941865" y="16201"/>
                    </a:cubicBezTo>
                    <a:close/>
                    <a:moveTo>
                      <a:pt x="52258" y="0"/>
                    </a:moveTo>
                    <a:lnTo>
                      <a:pt x="941884" y="0"/>
                    </a:lnTo>
                    <a:cubicBezTo>
                      <a:pt x="970502" y="0"/>
                      <a:pt x="994142" y="22384"/>
                      <a:pt x="994142" y="52228"/>
                    </a:cubicBezTo>
                    <a:lnTo>
                      <a:pt x="994142" y="522284"/>
                    </a:lnTo>
                    <a:cubicBezTo>
                      <a:pt x="994142" y="550885"/>
                      <a:pt x="970502" y="574512"/>
                      <a:pt x="941884" y="574512"/>
                    </a:cubicBezTo>
                    <a:lnTo>
                      <a:pt x="52258" y="574512"/>
                    </a:lnTo>
                    <a:cubicBezTo>
                      <a:pt x="23640" y="574512"/>
                      <a:pt x="0" y="550885"/>
                      <a:pt x="0" y="522284"/>
                    </a:cubicBezTo>
                    <a:lnTo>
                      <a:pt x="0" y="52228"/>
                    </a:lnTo>
                    <a:cubicBezTo>
                      <a:pt x="0" y="22384"/>
                      <a:pt x="23640" y="0"/>
                      <a:pt x="522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88B38F5D-E70F-B44F-AD51-22E602C85A94}"/>
                  </a:ext>
                </a:extLst>
              </p:cNvPr>
              <p:cNvSpPr/>
              <p:nvPr/>
            </p:nvSpPr>
            <p:spPr>
              <a:xfrm>
                <a:off x="15972299" y="9045132"/>
                <a:ext cx="204310" cy="204382"/>
              </a:xfrm>
              <a:custGeom>
                <a:avLst/>
                <a:gdLst>
                  <a:gd name="connsiteX0" fmla="*/ 102773 w 204310"/>
                  <a:gd name="connsiteY0" fmla="*/ 17448 h 204382"/>
                  <a:gd name="connsiteX1" fmla="*/ 16195 w 204310"/>
                  <a:gd name="connsiteY1" fmla="*/ 102814 h 204382"/>
                  <a:gd name="connsiteX2" fmla="*/ 102773 w 204310"/>
                  <a:gd name="connsiteY2" fmla="*/ 188181 h 204382"/>
                  <a:gd name="connsiteX3" fmla="*/ 188114 w 204310"/>
                  <a:gd name="connsiteY3" fmla="*/ 102814 h 204382"/>
                  <a:gd name="connsiteX4" fmla="*/ 102773 w 204310"/>
                  <a:gd name="connsiteY4" fmla="*/ 17448 h 204382"/>
                  <a:gd name="connsiteX5" fmla="*/ 102774 w 204310"/>
                  <a:gd name="connsiteY5" fmla="*/ 0 h 204382"/>
                  <a:gd name="connsiteX6" fmla="*/ 204310 w 204310"/>
                  <a:gd name="connsiteY6" fmla="*/ 102810 h 204382"/>
                  <a:gd name="connsiteX7" fmla="*/ 102774 w 204310"/>
                  <a:gd name="connsiteY7" fmla="*/ 204382 h 204382"/>
                  <a:gd name="connsiteX8" fmla="*/ 0 w 204310"/>
                  <a:gd name="connsiteY8" fmla="*/ 102810 h 204382"/>
                  <a:gd name="connsiteX9" fmla="*/ 102774 w 204310"/>
                  <a:gd name="connsiteY9" fmla="*/ 0 h 20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4310" h="204382">
                    <a:moveTo>
                      <a:pt x="102773" y="17448"/>
                    </a:moveTo>
                    <a:cubicBezTo>
                      <a:pt x="55773" y="17448"/>
                      <a:pt x="16195" y="55801"/>
                      <a:pt x="16195" y="102814"/>
                    </a:cubicBezTo>
                    <a:cubicBezTo>
                      <a:pt x="16195" y="149828"/>
                      <a:pt x="55773" y="188181"/>
                      <a:pt x="102773" y="188181"/>
                    </a:cubicBezTo>
                    <a:cubicBezTo>
                      <a:pt x="149772" y="188181"/>
                      <a:pt x="188114" y="149828"/>
                      <a:pt x="188114" y="102814"/>
                    </a:cubicBezTo>
                    <a:cubicBezTo>
                      <a:pt x="188114" y="55801"/>
                      <a:pt x="149772" y="17448"/>
                      <a:pt x="102773" y="17448"/>
                    </a:cubicBezTo>
                    <a:close/>
                    <a:moveTo>
                      <a:pt x="102774" y="0"/>
                    </a:moveTo>
                    <a:cubicBezTo>
                      <a:pt x="158495" y="0"/>
                      <a:pt x="204310" y="45831"/>
                      <a:pt x="204310" y="102810"/>
                    </a:cubicBezTo>
                    <a:cubicBezTo>
                      <a:pt x="204310" y="158551"/>
                      <a:pt x="158495" y="204382"/>
                      <a:pt x="102774" y="204382"/>
                    </a:cubicBezTo>
                    <a:cubicBezTo>
                      <a:pt x="45815" y="204382"/>
                      <a:pt x="0" y="158551"/>
                      <a:pt x="0" y="102810"/>
                    </a:cubicBezTo>
                    <a:cubicBezTo>
                      <a:pt x="0" y="45831"/>
                      <a:pt x="45815" y="0"/>
                      <a:pt x="1027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BCAC225B-9678-C04C-87A8-255C1E61B229}"/>
                  </a:ext>
                </a:extLst>
              </p:cNvPr>
              <p:cNvSpPr/>
              <p:nvPr/>
            </p:nvSpPr>
            <p:spPr>
              <a:xfrm>
                <a:off x="15577383" y="9602197"/>
                <a:ext cx="994142" cy="574512"/>
              </a:xfrm>
              <a:custGeom>
                <a:avLst/>
                <a:gdLst>
                  <a:gd name="connsiteX0" fmla="*/ 52278 w 994142"/>
                  <a:gd name="connsiteY0" fmla="*/ 16201 h 574512"/>
                  <a:gd name="connsiteX1" fmla="*/ 17441 w 994142"/>
                  <a:gd name="connsiteY1" fmla="*/ 52259 h 574512"/>
                  <a:gd name="connsiteX2" fmla="*/ 17441 w 994142"/>
                  <a:gd name="connsiteY2" fmla="*/ 522253 h 574512"/>
                  <a:gd name="connsiteX3" fmla="*/ 52278 w 994142"/>
                  <a:gd name="connsiteY3" fmla="*/ 558311 h 574512"/>
                  <a:gd name="connsiteX4" fmla="*/ 941865 w 994142"/>
                  <a:gd name="connsiteY4" fmla="*/ 558311 h 574512"/>
                  <a:gd name="connsiteX5" fmla="*/ 977946 w 994142"/>
                  <a:gd name="connsiteY5" fmla="*/ 522253 h 574512"/>
                  <a:gd name="connsiteX6" fmla="*/ 977946 w 994142"/>
                  <a:gd name="connsiteY6" fmla="*/ 52259 h 574512"/>
                  <a:gd name="connsiteX7" fmla="*/ 941865 w 994142"/>
                  <a:gd name="connsiteY7" fmla="*/ 16201 h 574512"/>
                  <a:gd name="connsiteX8" fmla="*/ 52258 w 994142"/>
                  <a:gd name="connsiteY8" fmla="*/ 0 h 574512"/>
                  <a:gd name="connsiteX9" fmla="*/ 941884 w 994142"/>
                  <a:gd name="connsiteY9" fmla="*/ 0 h 574512"/>
                  <a:gd name="connsiteX10" fmla="*/ 994142 w 994142"/>
                  <a:gd name="connsiteY10" fmla="*/ 52228 h 574512"/>
                  <a:gd name="connsiteX11" fmla="*/ 994142 w 994142"/>
                  <a:gd name="connsiteY11" fmla="*/ 522284 h 574512"/>
                  <a:gd name="connsiteX12" fmla="*/ 941884 w 994142"/>
                  <a:gd name="connsiteY12" fmla="*/ 574512 h 574512"/>
                  <a:gd name="connsiteX13" fmla="*/ 52258 w 994142"/>
                  <a:gd name="connsiteY13" fmla="*/ 574512 h 574512"/>
                  <a:gd name="connsiteX14" fmla="*/ 0 w 994142"/>
                  <a:gd name="connsiteY14" fmla="*/ 522284 h 574512"/>
                  <a:gd name="connsiteX15" fmla="*/ 0 w 994142"/>
                  <a:gd name="connsiteY15" fmla="*/ 52228 h 574512"/>
                  <a:gd name="connsiteX16" fmla="*/ 52258 w 994142"/>
                  <a:gd name="connsiteY16" fmla="*/ 0 h 574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4142" h="574512">
                    <a:moveTo>
                      <a:pt x="52278" y="16201"/>
                    </a:moveTo>
                    <a:cubicBezTo>
                      <a:pt x="33615" y="16201"/>
                      <a:pt x="17441" y="32365"/>
                      <a:pt x="17441" y="52259"/>
                    </a:cubicBezTo>
                    <a:lnTo>
                      <a:pt x="17441" y="522253"/>
                    </a:lnTo>
                    <a:cubicBezTo>
                      <a:pt x="17441" y="542147"/>
                      <a:pt x="33615" y="558311"/>
                      <a:pt x="52278" y="558311"/>
                    </a:cubicBezTo>
                    <a:lnTo>
                      <a:pt x="941865" y="558311"/>
                    </a:lnTo>
                    <a:cubicBezTo>
                      <a:pt x="961772" y="558311"/>
                      <a:pt x="977946" y="542147"/>
                      <a:pt x="977946" y="522253"/>
                    </a:cubicBezTo>
                    <a:lnTo>
                      <a:pt x="977946" y="52259"/>
                    </a:lnTo>
                    <a:cubicBezTo>
                      <a:pt x="977946" y="32365"/>
                      <a:pt x="961772" y="16201"/>
                      <a:pt x="941865" y="16201"/>
                    </a:cubicBezTo>
                    <a:close/>
                    <a:moveTo>
                      <a:pt x="52258" y="0"/>
                    </a:moveTo>
                    <a:lnTo>
                      <a:pt x="941884" y="0"/>
                    </a:lnTo>
                    <a:cubicBezTo>
                      <a:pt x="970502" y="0"/>
                      <a:pt x="994142" y="23627"/>
                      <a:pt x="994142" y="52228"/>
                    </a:cubicBezTo>
                    <a:lnTo>
                      <a:pt x="994142" y="522284"/>
                    </a:lnTo>
                    <a:cubicBezTo>
                      <a:pt x="994142" y="550885"/>
                      <a:pt x="970502" y="574512"/>
                      <a:pt x="941884" y="574512"/>
                    </a:cubicBezTo>
                    <a:lnTo>
                      <a:pt x="52258" y="574512"/>
                    </a:lnTo>
                    <a:cubicBezTo>
                      <a:pt x="23640" y="574512"/>
                      <a:pt x="0" y="550885"/>
                      <a:pt x="0" y="522284"/>
                    </a:cubicBezTo>
                    <a:lnTo>
                      <a:pt x="0" y="52228"/>
                    </a:lnTo>
                    <a:cubicBezTo>
                      <a:pt x="0" y="23627"/>
                      <a:pt x="23640" y="0"/>
                      <a:pt x="522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B670D162-4AE0-4543-B5A2-E5FCE2200AC6}"/>
                  </a:ext>
                </a:extLst>
              </p:cNvPr>
              <p:cNvSpPr/>
              <p:nvPr/>
            </p:nvSpPr>
            <p:spPr>
              <a:xfrm>
                <a:off x="15972299" y="9786639"/>
                <a:ext cx="204310" cy="204382"/>
              </a:xfrm>
              <a:custGeom>
                <a:avLst/>
                <a:gdLst>
                  <a:gd name="connsiteX0" fmla="*/ 102773 w 204310"/>
                  <a:gd name="connsiteY0" fmla="*/ 17447 h 204382"/>
                  <a:gd name="connsiteX1" fmla="*/ 16195 w 204310"/>
                  <a:gd name="connsiteY1" fmla="*/ 102813 h 204382"/>
                  <a:gd name="connsiteX2" fmla="*/ 102773 w 204310"/>
                  <a:gd name="connsiteY2" fmla="*/ 188180 h 204382"/>
                  <a:gd name="connsiteX3" fmla="*/ 188114 w 204310"/>
                  <a:gd name="connsiteY3" fmla="*/ 102813 h 204382"/>
                  <a:gd name="connsiteX4" fmla="*/ 102773 w 204310"/>
                  <a:gd name="connsiteY4" fmla="*/ 17447 h 204382"/>
                  <a:gd name="connsiteX5" fmla="*/ 102774 w 204310"/>
                  <a:gd name="connsiteY5" fmla="*/ 0 h 204382"/>
                  <a:gd name="connsiteX6" fmla="*/ 204310 w 204310"/>
                  <a:gd name="connsiteY6" fmla="*/ 102810 h 204382"/>
                  <a:gd name="connsiteX7" fmla="*/ 102774 w 204310"/>
                  <a:gd name="connsiteY7" fmla="*/ 204382 h 204382"/>
                  <a:gd name="connsiteX8" fmla="*/ 0 w 204310"/>
                  <a:gd name="connsiteY8" fmla="*/ 102810 h 204382"/>
                  <a:gd name="connsiteX9" fmla="*/ 102774 w 204310"/>
                  <a:gd name="connsiteY9" fmla="*/ 0 h 20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4310" h="204382">
                    <a:moveTo>
                      <a:pt x="102773" y="17447"/>
                    </a:moveTo>
                    <a:cubicBezTo>
                      <a:pt x="55773" y="17447"/>
                      <a:pt x="16195" y="55800"/>
                      <a:pt x="16195" y="102813"/>
                    </a:cubicBezTo>
                    <a:cubicBezTo>
                      <a:pt x="16195" y="149827"/>
                      <a:pt x="55773" y="188180"/>
                      <a:pt x="102773" y="188180"/>
                    </a:cubicBezTo>
                    <a:cubicBezTo>
                      <a:pt x="149772" y="188180"/>
                      <a:pt x="188114" y="149827"/>
                      <a:pt x="188114" y="102813"/>
                    </a:cubicBezTo>
                    <a:cubicBezTo>
                      <a:pt x="188114" y="55800"/>
                      <a:pt x="149772" y="17447"/>
                      <a:pt x="102773" y="17447"/>
                    </a:cubicBezTo>
                    <a:close/>
                    <a:moveTo>
                      <a:pt x="102774" y="0"/>
                    </a:moveTo>
                    <a:cubicBezTo>
                      <a:pt x="158495" y="0"/>
                      <a:pt x="204310" y="47070"/>
                      <a:pt x="204310" y="102810"/>
                    </a:cubicBezTo>
                    <a:cubicBezTo>
                      <a:pt x="204310" y="158551"/>
                      <a:pt x="158495" y="204382"/>
                      <a:pt x="102774" y="204382"/>
                    </a:cubicBezTo>
                    <a:cubicBezTo>
                      <a:pt x="45815" y="204382"/>
                      <a:pt x="0" y="158551"/>
                      <a:pt x="0" y="102810"/>
                    </a:cubicBezTo>
                    <a:cubicBezTo>
                      <a:pt x="0" y="47070"/>
                      <a:pt x="45815" y="0"/>
                      <a:pt x="1027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4FBB1539-53EE-DA4C-ADF2-BDA06DAF7581}"/>
                  </a:ext>
                </a:extLst>
              </p:cNvPr>
              <p:cNvSpPr/>
              <p:nvPr/>
            </p:nvSpPr>
            <p:spPr>
              <a:xfrm>
                <a:off x="15577383" y="10343703"/>
                <a:ext cx="994142" cy="573265"/>
              </a:xfrm>
              <a:custGeom>
                <a:avLst/>
                <a:gdLst>
                  <a:gd name="connsiteX0" fmla="*/ 52278 w 994142"/>
                  <a:gd name="connsiteY0" fmla="*/ 16198 h 573265"/>
                  <a:gd name="connsiteX1" fmla="*/ 17441 w 994142"/>
                  <a:gd name="connsiteY1" fmla="*/ 52256 h 573265"/>
                  <a:gd name="connsiteX2" fmla="*/ 17441 w 994142"/>
                  <a:gd name="connsiteY2" fmla="*/ 522248 h 573265"/>
                  <a:gd name="connsiteX3" fmla="*/ 52278 w 994142"/>
                  <a:gd name="connsiteY3" fmla="*/ 557062 h 573265"/>
                  <a:gd name="connsiteX4" fmla="*/ 941865 w 994142"/>
                  <a:gd name="connsiteY4" fmla="*/ 557062 h 573265"/>
                  <a:gd name="connsiteX5" fmla="*/ 977946 w 994142"/>
                  <a:gd name="connsiteY5" fmla="*/ 522248 h 573265"/>
                  <a:gd name="connsiteX6" fmla="*/ 977946 w 994142"/>
                  <a:gd name="connsiteY6" fmla="*/ 52256 h 573265"/>
                  <a:gd name="connsiteX7" fmla="*/ 941865 w 994142"/>
                  <a:gd name="connsiteY7" fmla="*/ 16198 h 573265"/>
                  <a:gd name="connsiteX8" fmla="*/ 52258 w 994142"/>
                  <a:gd name="connsiteY8" fmla="*/ 0 h 573265"/>
                  <a:gd name="connsiteX9" fmla="*/ 941884 w 994142"/>
                  <a:gd name="connsiteY9" fmla="*/ 0 h 573265"/>
                  <a:gd name="connsiteX10" fmla="*/ 994142 w 994142"/>
                  <a:gd name="connsiteY10" fmla="*/ 52228 h 573265"/>
                  <a:gd name="connsiteX11" fmla="*/ 994142 w 994142"/>
                  <a:gd name="connsiteY11" fmla="*/ 522280 h 573265"/>
                  <a:gd name="connsiteX12" fmla="*/ 941884 w 994142"/>
                  <a:gd name="connsiteY12" fmla="*/ 573265 h 573265"/>
                  <a:gd name="connsiteX13" fmla="*/ 52258 w 994142"/>
                  <a:gd name="connsiteY13" fmla="*/ 573265 h 573265"/>
                  <a:gd name="connsiteX14" fmla="*/ 0 w 994142"/>
                  <a:gd name="connsiteY14" fmla="*/ 522280 h 573265"/>
                  <a:gd name="connsiteX15" fmla="*/ 0 w 994142"/>
                  <a:gd name="connsiteY15" fmla="*/ 52228 h 573265"/>
                  <a:gd name="connsiteX16" fmla="*/ 52258 w 994142"/>
                  <a:gd name="connsiteY16" fmla="*/ 0 h 573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94142" h="573265">
                    <a:moveTo>
                      <a:pt x="52278" y="16198"/>
                    </a:moveTo>
                    <a:cubicBezTo>
                      <a:pt x="33615" y="16198"/>
                      <a:pt x="17441" y="32362"/>
                      <a:pt x="17441" y="52256"/>
                    </a:cubicBezTo>
                    <a:lnTo>
                      <a:pt x="17441" y="522248"/>
                    </a:lnTo>
                    <a:cubicBezTo>
                      <a:pt x="17441" y="542142"/>
                      <a:pt x="33615" y="557062"/>
                      <a:pt x="52278" y="557062"/>
                    </a:cubicBezTo>
                    <a:lnTo>
                      <a:pt x="941865" y="557062"/>
                    </a:lnTo>
                    <a:cubicBezTo>
                      <a:pt x="961772" y="557062"/>
                      <a:pt x="977946" y="542142"/>
                      <a:pt x="977946" y="522248"/>
                    </a:cubicBezTo>
                    <a:lnTo>
                      <a:pt x="977946" y="52256"/>
                    </a:lnTo>
                    <a:cubicBezTo>
                      <a:pt x="977946" y="32362"/>
                      <a:pt x="961772" y="16198"/>
                      <a:pt x="941865" y="16198"/>
                    </a:cubicBezTo>
                    <a:close/>
                    <a:moveTo>
                      <a:pt x="52258" y="0"/>
                    </a:moveTo>
                    <a:lnTo>
                      <a:pt x="941884" y="0"/>
                    </a:lnTo>
                    <a:cubicBezTo>
                      <a:pt x="970502" y="0"/>
                      <a:pt x="994142" y="23627"/>
                      <a:pt x="994142" y="52228"/>
                    </a:cubicBezTo>
                    <a:lnTo>
                      <a:pt x="994142" y="522280"/>
                    </a:lnTo>
                    <a:cubicBezTo>
                      <a:pt x="994142" y="550882"/>
                      <a:pt x="970502" y="573265"/>
                      <a:pt x="941884" y="573265"/>
                    </a:cubicBezTo>
                    <a:lnTo>
                      <a:pt x="52258" y="573265"/>
                    </a:lnTo>
                    <a:cubicBezTo>
                      <a:pt x="23640" y="573265"/>
                      <a:pt x="0" y="550882"/>
                      <a:pt x="0" y="522280"/>
                    </a:cubicBezTo>
                    <a:lnTo>
                      <a:pt x="0" y="52228"/>
                    </a:lnTo>
                    <a:cubicBezTo>
                      <a:pt x="0" y="23627"/>
                      <a:pt x="23640" y="0"/>
                      <a:pt x="522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A864227F-E88F-0843-8018-35E8E55F8E76}"/>
                  </a:ext>
                </a:extLst>
              </p:cNvPr>
              <p:cNvSpPr/>
              <p:nvPr/>
            </p:nvSpPr>
            <p:spPr>
              <a:xfrm>
                <a:off x="15972299" y="10528145"/>
                <a:ext cx="204310" cy="205628"/>
              </a:xfrm>
              <a:custGeom>
                <a:avLst/>
                <a:gdLst>
                  <a:gd name="connsiteX0" fmla="*/ 102773 w 204310"/>
                  <a:gd name="connsiteY0" fmla="*/ 17444 h 205628"/>
                  <a:gd name="connsiteX1" fmla="*/ 16195 w 204310"/>
                  <a:gd name="connsiteY1" fmla="*/ 102811 h 205628"/>
                  <a:gd name="connsiteX2" fmla="*/ 102773 w 204310"/>
                  <a:gd name="connsiteY2" fmla="*/ 188177 h 205628"/>
                  <a:gd name="connsiteX3" fmla="*/ 188114 w 204310"/>
                  <a:gd name="connsiteY3" fmla="*/ 102811 h 205628"/>
                  <a:gd name="connsiteX4" fmla="*/ 102773 w 204310"/>
                  <a:gd name="connsiteY4" fmla="*/ 17444 h 205628"/>
                  <a:gd name="connsiteX5" fmla="*/ 102774 w 204310"/>
                  <a:gd name="connsiteY5" fmla="*/ 0 h 205628"/>
                  <a:gd name="connsiteX6" fmla="*/ 204310 w 204310"/>
                  <a:gd name="connsiteY6" fmla="*/ 102814 h 205628"/>
                  <a:gd name="connsiteX7" fmla="*/ 102774 w 204310"/>
                  <a:gd name="connsiteY7" fmla="*/ 205628 h 205628"/>
                  <a:gd name="connsiteX8" fmla="*/ 0 w 204310"/>
                  <a:gd name="connsiteY8" fmla="*/ 102814 h 205628"/>
                  <a:gd name="connsiteX9" fmla="*/ 102774 w 204310"/>
                  <a:gd name="connsiteY9" fmla="*/ 0 h 2056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4310" h="205628">
                    <a:moveTo>
                      <a:pt x="102773" y="17444"/>
                    </a:moveTo>
                    <a:cubicBezTo>
                      <a:pt x="55773" y="17444"/>
                      <a:pt x="16195" y="55797"/>
                      <a:pt x="16195" y="102811"/>
                    </a:cubicBezTo>
                    <a:cubicBezTo>
                      <a:pt x="16195" y="149824"/>
                      <a:pt x="55773" y="188177"/>
                      <a:pt x="102773" y="188177"/>
                    </a:cubicBezTo>
                    <a:cubicBezTo>
                      <a:pt x="149772" y="188177"/>
                      <a:pt x="188114" y="149824"/>
                      <a:pt x="188114" y="102811"/>
                    </a:cubicBezTo>
                    <a:cubicBezTo>
                      <a:pt x="188114" y="55797"/>
                      <a:pt x="149772" y="17444"/>
                      <a:pt x="102773" y="17444"/>
                    </a:cubicBezTo>
                    <a:close/>
                    <a:moveTo>
                      <a:pt x="102774" y="0"/>
                    </a:moveTo>
                    <a:cubicBezTo>
                      <a:pt x="158495" y="0"/>
                      <a:pt x="204310" y="45833"/>
                      <a:pt x="204310" y="102814"/>
                    </a:cubicBezTo>
                    <a:cubicBezTo>
                      <a:pt x="204310" y="158557"/>
                      <a:pt x="158495" y="205628"/>
                      <a:pt x="102774" y="205628"/>
                    </a:cubicBezTo>
                    <a:cubicBezTo>
                      <a:pt x="45815" y="205628"/>
                      <a:pt x="0" y="158557"/>
                      <a:pt x="0" y="102814"/>
                    </a:cubicBezTo>
                    <a:cubicBezTo>
                      <a:pt x="0" y="45833"/>
                      <a:pt x="45815" y="0"/>
                      <a:pt x="1027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02357DB4-C1DC-EE42-9334-4D8791F0189E}"/>
                  </a:ext>
                </a:extLst>
              </p:cNvPr>
              <p:cNvSpPr/>
              <p:nvPr/>
            </p:nvSpPr>
            <p:spPr>
              <a:xfrm>
                <a:off x="9374586" y="7274241"/>
                <a:ext cx="2693402" cy="17708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63" h="1422">
                    <a:moveTo>
                      <a:pt x="2052" y="1422"/>
                    </a:moveTo>
                    <a:lnTo>
                      <a:pt x="111" y="1422"/>
                    </a:lnTo>
                    <a:cubicBezTo>
                      <a:pt x="50" y="1422"/>
                      <a:pt x="0" y="1372"/>
                      <a:pt x="0" y="1311"/>
                    </a:cubicBezTo>
                    <a:lnTo>
                      <a:pt x="0" y="111"/>
                    </a:lnTo>
                    <a:cubicBezTo>
                      <a:pt x="0" y="49"/>
                      <a:pt x="50" y="0"/>
                      <a:pt x="111" y="0"/>
                    </a:cubicBezTo>
                    <a:lnTo>
                      <a:pt x="2052" y="0"/>
                    </a:lnTo>
                    <a:cubicBezTo>
                      <a:pt x="2113" y="0"/>
                      <a:pt x="2163" y="49"/>
                      <a:pt x="2163" y="111"/>
                    </a:cubicBezTo>
                    <a:lnTo>
                      <a:pt x="2163" y="1311"/>
                    </a:lnTo>
                    <a:cubicBezTo>
                      <a:pt x="2163" y="1372"/>
                      <a:pt x="2113" y="1422"/>
                      <a:pt x="2052" y="142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4E0C3FDA-F77A-B648-95C3-9913ED742FBD}"/>
                  </a:ext>
                </a:extLst>
              </p:cNvPr>
              <p:cNvSpPr/>
              <p:nvPr/>
            </p:nvSpPr>
            <p:spPr>
              <a:xfrm>
                <a:off x="9365866" y="7265517"/>
                <a:ext cx="2710839" cy="1787093"/>
              </a:xfrm>
              <a:custGeom>
                <a:avLst/>
                <a:gdLst>
                  <a:gd name="connsiteX0" fmla="*/ 99624 w 2710839"/>
                  <a:gd name="connsiteY0" fmla="*/ 17447 h 1787093"/>
                  <a:gd name="connsiteX1" fmla="*/ 16195 w 2710839"/>
                  <a:gd name="connsiteY1" fmla="*/ 99640 h 1787093"/>
                  <a:gd name="connsiteX2" fmla="*/ 16195 w 2710839"/>
                  <a:gd name="connsiteY2" fmla="*/ 1687450 h 1787093"/>
                  <a:gd name="connsiteX3" fmla="*/ 99624 w 2710839"/>
                  <a:gd name="connsiteY3" fmla="*/ 1770888 h 1787093"/>
                  <a:gd name="connsiteX4" fmla="*/ 2611218 w 2710839"/>
                  <a:gd name="connsiteY4" fmla="*/ 1770888 h 1787093"/>
                  <a:gd name="connsiteX5" fmla="*/ 2694647 w 2710839"/>
                  <a:gd name="connsiteY5" fmla="*/ 1687450 h 1787093"/>
                  <a:gd name="connsiteX6" fmla="*/ 2694647 w 2710839"/>
                  <a:gd name="connsiteY6" fmla="*/ 99640 h 1787093"/>
                  <a:gd name="connsiteX7" fmla="*/ 2611218 w 2710839"/>
                  <a:gd name="connsiteY7" fmla="*/ 17447 h 1787093"/>
                  <a:gd name="connsiteX8" fmla="*/ 99617 w 2710839"/>
                  <a:gd name="connsiteY8" fmla="*/ 0 h 1787093"/>
                  <a:gd name="connsiteX9" fmla="*/ 2611222 w 2710839"/>
                  <a:gd name="connsiteY9" fmla="*/ 0 h 1787093"/>
                  <a:gd name="connsiteX10" fmla="*/ 2710839 w 2710839"/>
                  <a:gd name="connsiteY10" fmla="*/ 99629 h 1787093"/>
                  <a:gd name="connsiteX11" fmla="*/ 2710839 w 2710839"/>
                  <a:gd name="connsiteY11" fmla="*/ 1687464 h 1787093"/>
                  <a:gd name="connsiteX12" fmla="*/ 2611222 w 2710839"/>
                  <a:gd name="connsiteY12" fmla="*/ 1787093 h 1787093"/>
                  <a:gd name="connsiteX13" fmla="*/ 99617 w 2710839"/>
                  <a:gd name="connsiteY13" fmla="*/ 1787093 h 1787093"/>
                  <a:gd name="connsiteX14" fmla="*/ 0 w 2710839"/>
                  <a:gd name="connsiteY14" fmla="*/ 1687464 h 1787093"/>
                  <a:gd name="connsiteX15" fmla="*/ 0 w 2710839"/>
                  <a:gd name="connsiteY15" fmla="*/ 99629 h 1787093"/>
                  <a:gd name="connsiteX16" fmla="*/ 99617 w 2710839"/>
                  <a:gd name="connsiteY16" fmla="*/ 0 h 1787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10839" h="1787093">
                    <a:moveTo>
                      <a:pt x="99624" y="17447"/>
                    </a:moveTo>
                    <a:cubicBezTo>
                      <a:pt x="54797" y="17447"/>
                      <a:pt x="16195" y="54807"/>
                      <a:pt x="16195" y="99640"/>
                    </a:cubicBezTo>
                    <a:lnTo>
                      <a:pt x="16195" y="1687450"/>
                    </a:lnTo>
                    <a:cubicBezTo>
                      <a:pt x="16195" y="1733528"/>
                      <a:pt x="54797" y="1770888"/>
                      <a:pt x="99624" y="1770888"/>
                    </a:cubicBezTo>
                    <a:lnTo>
                      <a:pt x="2611218" y="1770888"/>
                    </a:lnTo>
                    <a:cubicBezTo>
                      <a:pt x="2657291" y="1770888"/>
                      <a:pt x="2694647" y="1733528"/>
                      <a:pt x="2694647" y="1687450"/>
                    </a:cubicBezTo>
                    <a:lnTo>
                      <a:pt x="2694647" y="99640"/>
                    </a:lnTo>
                    <a:cubicBezTo>
                      <a:pt x="2694647" y="54807"/>
                      <a:pt x="2657291" y="17447"/>
                      <a:pt x="2611218" y="17447"/>
                    </a:cubicBezTo>
                    <a:close/>
                    <a:moveTo>
                      <a:pt x="99617" y="0"/>
                    </a:moveTo>
                    <a:lnTo>
                      <a:pt x="2611222" y="0"/>
                    </a:lnTo>
                    <a:cubicBezTo>
                      <a:pt x="2666011" y="0"/>
                      <a:pt x="2710839" y="44833"/>
                      <a:pt x="2710839" y="99629"/>
                    </a:cubicBezTo>
                    <a:lnTo>
                      <a:pt x="2710839" y="1687464"/>
                    </a:lnTo>
                    <a:cubicBezTo>
                      <a:pt x="2710839" y="1743505"/>
                      <a:pt x="2666011" y="1787093"/>
                      <a:pt x="2611222" y="1787093"/>
                    </a:cubicBezTo>
                    <a:lnTo>
                      <a:pt x="99617" y="1787093"/>
                    </a:lnTo>
                    <a:cubicBezTo>
                      <a:pt x="44828" y="1787093"/>
                      <a:pt x="0" y="1743505"/>
                      <a:pt x="0" y="1687464"/>
                    </a:cubicBezTo>
                    <a:lnTo>
                      <a:pt x="0" y="99629"/>
                    </a:lnTo>
                    <a:cubicBezTo>
                      <a:pt x="0" y="44833"/>
                      <a:pt x="44828" y="0"/>
                      <a:pt x="996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977F053E-3955-7C4A-9472-0D87613D35FA}"/>
                  </a:ext>
                </a:extLst>
              </p:cNvPr>
              <p:cNvSpPr/>
              <p:nvPr/>
            </p:nvSpPr>
            <p:spPr>
              <a:xfrm>
                <a:off x="9374586" y="9254499"/>
                <a:ext cx="2693402" cy="17708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63" h="1422">
                    <a:moveTo>
                      <a:pt x="2052" y="1422"/>
                    </a:moveTo>
                    <a:lnTo>
                      <a:pt x="111" y="1422"/>
                    </a:lnTo>
                    <a:cubicBezTo>
                      <a:pt x="50" y="1422"/>
                      <a:pt x="0" y="1373"/>
                      <a:pt x="0" y="1311"/>
                    </a:cubicBezTo>
                    <a:lnTo>
                      <a:pt x="0" y="112"/>
                    </a:lnTo>
                    <a:cubicBezTo>
                      <a:pt x="0" y="51"/>
                      <a:pt x="50" y="0"/>
                      <a:pt x="111" y="0"/>
                    </a:cubicBezTo>
                    <a:lnTo>
                      <a:pt x="2052" y="0"/>
                    </a:lnTo>
                    <a:cubicBezTo>
                      <a:pt x="2113" y="0"/>
                      <a:pt x="2163" y="51"/>
                      <a:pt x="2163" y="112"/>
                    </a:cubicBezTo>
                    <a:lnTo>
                      <a:pt x="2163" y="1311"/>
                    </a:lnTo>
                    <a:cubicBezTo>
                      <a:pt x="2163" y="1373"/>
                      <a:pt x="2113" y="1422"/>
                      <a:pt x="2052" y="142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55946F2B-9072-B348-9E57-EFD267D091E3}"/>
                  </a:ext>
                </a:extLst>
              </p:cNvPr>
              <p:cNvSpPr/>
              <p:nvPr/>
            </p:nvSpPr>
            <p:spPr>
              <a:xfrm>
                <a:off x="9374586" y="9254499"/>
                <a:ext cx="2693402" cy="17708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63" h="1422">
                    <a:moveTo>
                      <a:pt x="2052" y="1422"/>
                    </a:moveTo>
                    <a:lnTo>
                      <a:pt x="111" y="1422"/>
                    </a:lnTo>
                    <a:cubicBezTo>
                      <a:pt x="50" y="1422"/>
                      <a:pt x="0" y="1373"/>
                      <a:pt x="0" y="1311"/>
                    </a:cubicBezTo>
                    <a:lnTo>
                      <a:pt x="0" y="112"/>
                    </a:lnTo>
                    <a:cubicBezTo>
                      <a:pt x="0" y="51"/>
                      <a:pt x="50" y="0"/>
                      <a:pt x="111" y="0"/>
                    </a:cubicBezTo>
                    <a:lnTo>
                      <a:pt x="2052" y="0"/>
                    </a:lnTo>
                    <a:cubicBezTo>
                      <a:pt x="2113" y="0"/>
                      <a:pt x="2163" y="51"/>
                      <a:pt x="2163" y="112"/>
                    </a:cubicBezTo>
                    <a:lnTo>
                      <a:pt x="2163" y="1311"/>
                    </a:lnTo>
                    <a:cubicBezTo>
                      <a:pt x="2163" y="1373"/>
                      <a:pt x="2113" y="1422"/>
                      <a:pt x="2052" y="1422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C1A74552-CCC3-F942-9C7B-5C67C7EE3EAE}"/>
                  </a:ext>
                </a:extLst>
              </p:cNvPr>
              <p:cNvSpPr/>
              <p:nvPr/>
            </p:nvSpPr>
            <p:spPr>
              <a:xfrm>
                <a:off x="9365866" y="9247022"/>
                <a:ext cx="2710839" cy="1787093"/>
              </a:xfrm>
              <a:custGeom>
                <a:avLst/>
                <a:gdLst>
                  <a:gd name="connsiteX0" fmla="*/ 99624 w 2710839"/>
                  <a:gd name="connsiteY0" fmla="*/ 16201 h 1787093"/>
                  <a:gd name="connsiteX1" fmla="*/ 16195 w 2710839"/>
                  <a:gd name="connsiteY1" fmla="*/ 99639 h 1787093"/>
                  <a:gd name="connsiteX2" fmla="*/ 16195 w 2710839"/>
                  <a:gd name="connsiteY2" fmla="*/ 1687450 h 1787093"/>
                  <a:gd name="connsiteX3" fmla="*/ 99624 w 2710839"/>
                  <a:gd name="connsiteY3" fmla="*/ 1770888 h 1787093"/>
                  <a:gd name="connsiteX4" fmla="*/ 2611218 w 2710839"/>
                  <a:gd name="connsiteY4" fmla="*/ 1770888 h 1787093"/>
                  <a:gd name="connsiteX5" fmla="*/ 2694647 w 2710839"/>
                  <a:gd name="connsiteY5" fmla="*/ 1687450 h 1787093"/>
                  <a:gd name="connsiteX6" fmla="*/ 2694647 w 2710839"/>
                  <a:gd name="connsiteY6" fmla="*/ 99639 h 1787093"/>
                  <a:gd name="connsiteX7" fmla="*/ 2611218 w 2710839"/>
                  <a:gd name="connsiteY7" fmla="*/ 16201 h 1787093"/>
                  <a:gd name="connsiteX8" fmla="*/ 99617 w 2710839"/>
                  <a:gd name="connsiteY8" fmla="*/ 0 h 1787093"/>
                  <a:gd name="connsiteX9" fmla="*/ 2611222 w 2710839"/>
                  <a:gd name="connsiteY9" fmla="*/ 0 h 1787093"/>
                  <a:gd name="connsiteX10" fmla="*/ 2710839 w 2710839"/>
                  <a:gd name="connsiteY10" fmla="*/ 99629 h 1787093"/>
                  <a:gd name="connsiteX11" fmla="*/ 2710839 w 2710839"/>
                  <a:gd name="connsiteY11" fmla="*/ 1687464 h 1787093"/>
                  <a:gd name="connsiteX12" fmla="*/ 2611222 w 2710839"/>
                  <a:gd name="connsiteY12" fmla="*/ 1787093 h 1787093"/>
                  <a:gd name="connsiteX13" fmla="*/ 99617 w 2710839"/>
                  <a:gd name="connsiteY13" fmla="*/ 1787093 h 1787093"/>
                  <a:gd name="connsiteX14" fmla="*/ 0 w 2710839"/>
                  <a:gd name="connsiteY14" fmla="*/ 1687464 h 1787093"/>
                  <a:gd name="connsiteX15" fmla="*/ 0 w 2710839"/>
                  <a:gd name="connsiteY15" fmla="*/ 99629 h 1787093"/>
                  <a:gd name="connsiteX16" fmla="*/ 99617 w 2710839"/>
                  <a:gd name="connsiteY16" fmla="*/ 0 h 1787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10839" h="1787093">
                    <a:moveTo>
                      <a:pt x="99624" y="16201"/>
                    </a:moveTo>
                    <a:cubicBezTo>
                      <a:pt x="54797" y="16201"/>
                      <a:pt x="16195" y="53561"/>
                      <a:pt x="16195" y="99639"/>
                    </a:cubicBezTo>
                    <a:lnTo>
                      <a:pt x="16195" y="1687450"/>
                    </a:lnTo>
                    <a:cubicBezTo>
                      <a:pt x="16195" y="1733528"/>
                      <a:pt x="54797" y="1770888"/>
                      <a:pt x="99624" y="1770888"/>
                    </a:cubicBezTo>
                    <a:lnTo>
                      <a:pt x="2611218" y="1770888"/>
                    </a:lnTo>
                    <a:cubicBezTo>
                      <a:pt x="2657291" y="1770888"/>
                      <a:pt x="2694647" y="1733528"/>
                      <a:pt x="2694647" y="1687450"/>
                    </a:cubicBezTo>
                    <a:lnTo>
                      <a:pt x="2694647" y="99639"/>
                    </a:lnTo>
                    <a:cubicBezTo>
                      <a:pt x="2694647" y="53561"/>
                      <a:pt x="2657291" y="16201"/>
                      <a:pt x="2611218" y="16201"/>
                    </a:cubicBezTo>
                    <a:close/>
                    <a:moveTo>
                      <a:pt x="99617" y="0"/>
                    </a:moveTo>
                    <a:lnTo>
                      <a:pt x="2611222" y="0"/>
                    </a:lnTo>
                    <a:cubicBezTo>
                      <a:pt x="2666011" y="0"/>
                      <a:pt x="2710839" y="44833"/>
                      <a:pt x="2710839" y="99629"/>
                    </a:cubicBezTo>
                    <a:lnTo>
                      <a:pt x="2710839" y="1687464"/>
                    </a:lnTo>
                    <a:cubicBezTo>
                      <a:pt x="2710839" y="1743505"/>
                      <a:pt x="2666011" y="1787093"/>
                      <a:pt x="2611222" y="1787093"/>
                    </a:cubicBezTo>
                    <a:lnTo>
                      <a:pt x="99617" y="1787093"/>
                    </a:lnTo>
                    <a:cubicBezTo>
                      <a:pt x="44828" y="1787093"/>
                      <a:pt x="0" y="1743505"/>
                      <a:pt x="0" y="1687464"/>
                    </a:cubicBezTo>
                    <a:lnTo>
                      <a:pt x="0" y="99629"/>
                    </a:lnTo>
                    <a:cubicBezTo>
                      <a:pt x="0" y="44833"/>
                      <a:pt x="44828" y="0"/>
                      <a:pt x="996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A576FAF4-49C1-6B4E-AB0F-BF8B4D58AC3B}"/>
                  </a:ext>
                </a:extLst>
              </p:cNvPr>
              <p:cNvSpPr/>
              <p:nvPr/>
            </p:nvSpPr>
            <p:spPr>
              <a:xfrm>
                <a:off x="12284756" y="7268009"/>
                <a:ext cx="2693402" cy="17696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63" h="1421">
                    <a:moveTo>
                      <a:pt x="2052" y="1421"/>
                    </a:moveTo>
                    <a:lnTo>
                      <a:pt x="112" y="1421"/>
                    </a:lnTo>
                    <a:cubicBezTo>
                      <a:pt x="50" y="1421"/>
                      <a:pt x="0" y="1371"/>
                      <a:pt x="0" y="1310"/>
                    </a:cubicBezTo>
                    <a:lnTo>
                      <a:pt x="0" y="111"/>
                    </a:lnTo>
                    <a:cubicBezTo>
                      <a:pt x="0" y="49"/>
                      <a:pt x="50" y="0"/>
                      <a:pt x="112" y="0"/>
                    </a:cubicBezTo>
                    <a:lnTo>
                      <a:pt x="2052" y="0"/>
                    </a:lnTo>
                    <a:cubicBezTo>
                      <a:pt x="2114" y="0"/>
                      <a:pt x="2163" y="49"/>
                      <a:pt x="2163" y="111"/>
                    </a:cubicBezTo>
                    <a:lnTo>
                      <a:pt x="2163" y="1310"/>
                    </a:lnTo>
                    <a:cubicBezTo>
                      <a:pt x="2163" y="1371"/>
                      <a:pt x="2114" y="1421"/>
                      <a:pt x="2052" y="142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009C614B-EA99-614C-83F2-1A70E5010836}"/>
                  </a:ext>
                </a:extLst>
              </p:cNvPr>
              <p:cNvSpPr/>
              <p:nvPr/>
            </p:nvSpPr>
            <p:spPr>
              <a:xfrm>
                <a:off x="12284756" y="7268009"/>
                <a:ext cx="2693402" cy="17696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63" h="1421">
                    <a:moveTo>
                      <a:pt x="2052" y="1421"/>
                    </a:moveTo>
                    <a:lnTo>
                      <a:pt x="112" y="1421"/>
                    </a:lnTo>
                    <a:cubicBezTo>
                      <a:pt x="50" y="1421"/>
                      <a:pt x="0" y="1371"/>
                      <a:pt x="0" y="1310"/>
                    </a:cubicBezTo>
                    <a:lnTo>
                      <a:pt x="0" y="111"/>
                    </a:lnTo>
                    <a:cubicBezTo>
                      <a:pt x="0" y="49"/>
                      <a:pt x="50" y="0"/>
                      <a:pt x="112" y="0"/>
                    </a:cubicBezTo>
                    <a:lnTo>
                      <a:pt x="2052" y="0"/>
                    </a:lnTo>
                    <a:cubicBezTo>
                      <a:pt x="2114" y="0"/>
                      <a:pt x="2163" y="49"/>
                      <a:pt x="2163" y="111"/>
                    </a:cubicBezTo>
                    <a:lnTo>
                      <a:pt x="2163" y="1310"/>
                    </a:lnTo>
                    <a:cubicBezTo>
                      <a:pt x="2163" y="1371"/>
                      <a:pt x="2114" y="1421"/>
                      <a:pt x="2052" y="1421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64DD8210-06CB-B845-911D-F44F93C170EC}"/>
                  </a:ext>
                </a:extLst>
              </p:cNvPr>
              <p:cNvSpPr/>
              <p:nvPr/>
            </p:nvSpPr>
            <p:spPr>
              <a:xfrm>
                <a:off x="12276035" y="7259286"/>
                <a:ext cx="2710839" cy="1787093"/>
              </a:xfrm>
              <a:custGeom>
                <a:avLst/>
                <a:gdLst>
                  <a:gd name="connsiteX0" fmla="*/ 99625 w 2710839"/>
                  <a:gd name="connsiteY0" fmla="*/ 16201 h 1787093"/>
                  <a:gd name="connsiteX1" fmla="*/ 17441 w 2710839"/>
                  <a:gd name="connsiteY1" fmla="*/ 99639 h 1787093"/>
                  <a:gd name="connsiteX2" fmla="*/ 17441 w 2710839"/>
                  <a:gd name="connsiteY2" fmla="*/ 1687450 h 1787093"/>
                  <a:gd name="connsiteX3" fmla="*/ 99625 w 2710839"/>
                  <a:gd name="connsiteY3" fmla="*/ 1770888 h 1787093"/>
                  <a:gd name="connsiteX4" fmla="*/ 2611218 w 2710839"/>
                  <a:gd name="connsiteY4" fmla="*/ 1770888 h 1787093"/>
                  <a:gd name="connsiteX5" fmla="*/ 2694647 w 2710839"/>
                  <a:gd name="connsiteY5" fmla="*/ 1687450 h 1787093"/>
                  <a:gd name="connsiteX6" fmla="*/ 2694647 w 2710839"/>
                  <a:gd name="connsiteY6" fmla="*/ 99639 h 1787093"/>
                  <a:gd name="connsiteX7" fmla="*/ 2611218 w 2710839"/>
                  <a:gd name="connsiteY7" fmla="*/ 16201 h 1787093"/>
                  <a:gd name="connsiteX8" fmla="*/ 99617 w 2710839"/>
                  <a:gd name="connsiteY8" fmla="*/ 0 h 1787093"/>
                  <a:gd name="connsiteX9" fmla="*/ 2611221 w 2710839"/>
                  <a:gd name="connsiteY9" fmla="*/ 0 h 1787093"/>
                  <a:gd name="connsiteX10" fmla="*/ 2710839 w 2710839"/>
                  <a:gd name="connsiteY10" fmla="*/ 99629 h 1787093"/>
                  <a:gd name="connsiteX11" fmla="*/ 2710839 w 2710839"/>
                  <a:gd name="connsiteY11" fmla="*/ 1687464 h 1787093"/>
                  <a:gd name="connsiteX12" fmla="*/ 2611221 w 2710839"/>
                  <a:gd name="connsiteY12" fmla="*/ 1787093 h 1787093"/>
                  <a:gd name="connsiteX13" fmla="*/ 99617 w 2710839"/>
                  <a:gd name="connsiteY13" fmla="*/ 1787093 h 1787093"/>
                  <a:gd name="connsiteX14" fmla="*/ 0 w 2710839"/>
                  <a:gd name="connsiteY14" fmla="*/ 1687464 h 1787093"/>
                  <a:gd name="connsiteX15" fmla="*/ 0 w 2710839"/>
                  <a:gd name="connsiteY15" fmla="*/ 99629 h 1787093"/>
                  <a:gd name="connsiteX16" fmla="*/ 99617 w 2710839"/>
                  <a:gd name="connsiteY16" fmla="*/ 0 h 1787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10839" h="1787093">
                    <a:moveTo>
                      <a:pt x="99625" y="16201"/>
                    </a:moveTo>
                    <a:cubicBezTo>
                      <a:pt x="53552" y="16201"/>
                      <a:pt x="17441" y="53562"/>
                      <a:pt x="17441" y="99639"/>
                    </a:cubicBezTo>
                    <a:lnTo>
                      <a:pt x="17441" y="1687450"/>
                    </a:lnTo>
                    <a:cubicBezTo>
                      <a:pt x="17441" y="1733528"/>
                      <a:pt x="53552" y="1770888"/>
                      <a:pt x="99625" y="1770888"/>
                    </a:cubicBezTo>
                    <a:lnTo>
                      <a:pt x="2611218" y="1770888"/>
                    </a:lnTo>
                    <a:cubicBezTo>
                      <a:pt x="2657291" y="1770888"/>
                      <a:pt x="2694647" y="1733528"/>
                      <a:pt x="2694647" y="1687450"/>
                    </a:cubicBezTo>
                    <a:lnTo>
                      <a:pt x="2694647" y="99639"/>
                    </a:lnTo>
                    <a:cubicBezTo>
                      <a:pt x="2694647" y="53562"/>
                      <a:pt x="2657291" y="16201"/>
                      <a:pt x="2611218" y="16201"/>
                    </a:cubicBezTo>
                    <a:close/>
                    <a:moveTo>
                      <a:pt x="99617" y="0"/>
                    </a:moveTo>
                    <a:lnTo>
                      <a:pt x="2611221" y="0"/>
                    </a:lnTo>
                    <a:cubicBezTo>
                      <a:pt x="2666011" y="0"/>
                      <a:pt x="2710839" y="43588"/>
                      <a:pt x="2710839" y="99629"/>
                    </a:cubicBezTo>
                    <a:lnTo>
                      <a:pt x="2710839" y="1687464"/>
                    </a:lnTo>
                    <a:cubicBezTo>
                      <a:pt x="2710839" y="1742260"/>
                      <a:pt x="2666011" y="1787093"/>
                      <a:pt x="2611221" y="1787093"/>
                    </a:cubicBezTo>
                    <a:lnTo>
                      <a:pt x="99617" y="1787093"/>
                    </a:lnTo>
                    <a:cubicBezTo>
                      <a:pt x="44828" y="1787093"/>
                      <a:pt x="0" y="1742260"/>
                      <a:pt x="0" y="1687464"/>
                    </a:cubicBezTo>
                    <a:lnTo>
                      <a:pt x="0" y="99629"/>
                    </a:lnTo>
                    <a:cubicBezTo>
                      <a:pt x="0" y="43588"/>
                      <a:pt x="44828" y="0"/>
                      <a:pt x="996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B45252DC-B890-8148-8BFF-978EB2A3FE1D}"/>
                  </a:ext>
                </a:extLst>
              </p:cNvPr>
              <p:cNvSpPr/>
              <p:nvPr/>
            </p:nvSpPr>
            <p:spPr>
              <a:xfrm>
                <a:off x="12284756" y="9254499"/>
                <a:ext cx="2693402" cy="17708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63" h="1422">
                    <a:moveTo>
                      <a:pt x="2052" y="1422"/>
                    </a:moveTo>
                    <a:lnTo>
                      <a:pt x="112" y="1422"/>
                    </a:lnTo>
                    <a:cubicBezTo>
                      <a:pt x="50" y="1422"/>
                      <a:pt x="0" y="1373"/>
                      <a:pt x="0" y="1311"/>
                    </a:cubicBezTo>
                    <a:lnTo>
                      <a:pt x="0" y="112"/>
                    </a:lnTo>
                    <a:cubicBezTo>
                      <a:pt x="0" y="51"/>
                      <a:pt x="50" y="0"/>
                      <a:pt x="112" y="0"/>
                    </a:cubicBezTo>
                    <a:lnTo>
                      <a:pt x="2052" y="0"/>
                    </a:lnTo>
                    <a:cubicBezTo>
                      <a:pt x="2114" y="0"/>
                      <a:pt x="2163" y="51"/>
                      <a:pt x="2163" y="112"/>
                    </a:cubicBezTo>
                    <a:lnTo>
                      <a:pt x="2163" y="1311"/>
                    </a:lnTo>
                    <a:cubicBezTo>
                      <a:pt x="2163" y="1373"/>
                      <a:pt x="2114" y="1422"/>
                      <a:pt x="2052" y="142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84FF246F-D446-6243-94B7-F4E6A154E8D7}"/>
                  </a:ext>
                </a:extLst>
              </p:cNvPr>
              <p:cNvSpPr/>
              <p:nvPr/>
            </p:nvSpPr>
            <p:spPr>
              <a:xfrm>
                <a:off x="12276035" y="9247022"/>
                <a:ext cx="2710839" cy="1787093"/>
              </a:xfrm>
              <a:custGeom>
                <a:avLst/>
                <a:gdLst>
                  <a:gd name="connsiteX0" fmla="*/ 99625 w 2710839"/>
                  <a:gd name="connsiteY0" fmla="*/ 16201 h 1787093"/>
                  <a:gd name="connsiteX1" fmla="*/ 17441 w 2710839"/>
                  <a:gd name="connsiteY1" fmla="*/ 99639 h 1787093"/>
                  <a:gd name="connsiteX2" fmla="*/ 17441 w 2710839"/>
                  <a:gd name="connsiteY2" fmla="*/ 1687450 h 1787093"/>
                  <a:gd name="connsiteX3" fmla="*/ 99625 w 2710839"/>
                  <a:gd name="connsiteY3" fmla="*/ 1770888 h 1787093"/>
                  <a:gd name="connsiteX4" fmla="*/ 2611218 w 2710839"/>
                  <a:gd name="connsiteY4" fmla="*/ 1770888 h 1787093"/>
                  <a:gd name="connsiteX5" fmla="*/ 2694647 w 2710839"/>
                  <a:gd name="connsiteY5" fmla="*/ 1687450 h 1787093"/>
                  <a:gd name="connsiteX6" fmla="*/ 2694647 w 2710839"/>
                  <a:gd name="connsiteY6" fmla="*/ 99639 h 1787093"/>
                  <a:gd name="connsiteX7" fmla="*/ 2611218 w 2710839"/>
                  <a:gd name="connsiteY7" fmla="*/ 16201 h 1787093"/>
                  <a:gd name="connsiteX8" fmla="*/ 99617 w 2710839"/>
                  <a:gd name="connsiteY8" fmla="*/ 0 h 1787093"/>
                  <a:gd name="connsiteX9" fmla="*/ 2611221 w 2710839"/>
                  <a:gd name="connsiteY9" fmla="*/ 0 h 1787093"/>
                  <a:gd name="connsiteX10" fmla="*/ 2710839 w 2710839"/>
                  <a:gd name="connsiteY10" fmla="*/ 99629 h 1787093"/>
                  <a:gd name="connsiteX11" fmla="*/ 2710839 w 2710839"/>
                  <a:gd name="connsiteY11" fmla="*/ 1687464 h 1787093"/>
                  <a:gd name="connsiteX12" fmla="*/ 2611221 w 2710839"/>
                  <a:gd name="connsiteY12" fmla="*/ 1787093 h 1787093"/>
                  <a:gd name="connsiteX13" fmla="*/ 99617 w 2710839"/>
                  <a:gd name="connsiteY13" fmla="*/ 1787093 h 1787093"/>
                  <a:gd name="connsiteX14" fmla="*/ 0 w 2710839"/>
                  <a:gd name="connsiteY14" fmla="*/ 1687464 h 1787093"/>
                  <a:gd name="connsiteX15" fmla="*/ 0 w 2710839"/>
                  <a:gd name="connsiteY15" fmla="*/ 99629 h 1787093"/>
                  <a:gd name="connsiteX16" fmla="*/ 99617 w 2710839"/>
                  <a:gd name="connsiteY16" fmla="*/ 0 h 1787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710839" h="1787093">
                    <a:moveTo>
                      <a:pt x="99625" y="16201"/>
                    </a:moveTo>
                    <a:cubicBezTo>
                      <a:pt x="53552" y="16201"/>
                      <a:pt x="17441" y="53561"/>
                      <a:pt x="17441" y="99639"/>
                    </a:cubicBezTo>
                    <a:lnTo>
                      <a:pt x="17441" y="1687450"/>
                    </a:lnTo>
                    <a:cubicBezTo>
                      <a:pt x="17441" y="1733528"/>
                      <a:pt x="53552" y="1770888"/>
                      <a:pt x="99625" y="1770888"/>
                    </a:cubicBezTo>
                    <a:lnTo>
                      <a:pt x="2611218" y="1770888"/>
                    </a:lnTo>
                    <a:cubicBezTo>
                      <a:pt x="2657291" y="1770888"/>
                      <a:pt x="2694647" y="1733528"/>
                      <a:pt x="2694647" y="1687450"/>
                    </a:cubicBezTo>
                    <a:lnTo>
                      <a:pt x="2694647" y="99639"/>
                    </a:lnTo>
                    <a:cubicBezTo>
                      <a:pt x="2694647" y="53561"/>
                      <a:pt x="2657291" y="16201"/>
                      <a:pt x="2611218" y="16201"/>
                    </a:cubicBezTo>
                    <a:close/>
                    <a:moveTo>
                      <a:pt x="99617" y="0"/>
                    </a:moveTo>
                    <a:lnTo>
                      <a:pt x="2611221" y="0"/>
                    </a:lnTo>
                    <a:cubicBezTo>
                      <a:pt x="2666011" y="0"/>
                      <a:pt x="2710839" y="44833"/>
                      <a:pt x="2710839" y="99629"/>
                    </a:cubicBezTo>
                    <a:lnTo>
                      <a:pt x="2710839" y="1687464"/>
                    </a:lnTo>
                    <a:cubicBezTo>
                      <a:pt x="2710839" y="1743505"/>
                      <a:pt x="2666011" y="1787093"/>
                      <a:pt x="2611221" y="1787093"/>
                    </a:cubicBezTo>
                    <a:lnTo>
                      <a:pt x="99617" y="1787093"/>
                    </a:lnTo>
                    <a:cubicBezTo>
                      <a:pt x="44828" y="1787093"/>
                      <a:pt x="0" y="1743505"/>
                      <a:pt x="0" y="1687464"/>
                    </a:cubicBezTo>
                    <a:lnTo>
                      <a:pt x="0" y="99629"/>
                    </a:lnTo>
                    <a:cubicBezTo>
                      <a:pt x="0" y="44833"/>
                      <a:pt x="44828" y="0"/>
                      <a:pt x="996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02C9C72F-F5E5-6C44-B709-811640716AFA}"/>
                  </a:ext>
                </a:extLst>
              </p:cNvPr>
              <p:cNvSpPr/>
              <p:nvPr/>
            </p:nvSpPr>
            <p:spPr>
              <a:xfrm>
                <a:off x="10094650" y="7459929"/>
                <a:ext cx="1533566" cy="14107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2" h="1133">
                    <a:moveTo>
                      <a:pt x="1052" y="502"/>
                    </a:moveTo>
                    <a:cubicBezTo>
                      <a:pt x="956" y="432"/>
                      <a:pt x="921" y="366"/>
                      <a:pt x="882" y="289"/>
                    </a:cubicBezTo>
                    <a:cubicBezTo>
                      <a:pt x="851" y="231"/>
                      <a:pt x="817" y="165"/>
                      <a:pt x="749" y="88"/>
                    </a:cubicBezTo>
                    <a:cubicBezTo>
                      <a:pt x="675" y="5"/>
                      <a:pt x="530" y="-23"/>
                      <a:pt x="397" y="21"/>
                    </a:cubicBezTo>
                    <a:cubicBezTo>
                      <a:pt x="263" y="64"/>
                      <a:pt x="179" y="165"/>
                      <a:pt x="167" y="297"/>
                    </a:cubicBezTo>
                    <a:cubicBezTo>
                      <a:pt x="150" y="487"/>
                      <a:pt x="118" y="558"/>
                      <a:pt x="80" y="640"/>
                    </a:cubicBezTo>
                    <a:cubicBezTo>
                      <a:pt x="58" y="689"/>
                      <a:pt x="36" y="740"/>
                      <a:pt x="12" y="820"/>
                    </a:cubicBezTo>
                    <a:cubicBezTo>
                      <a:pt x="-51" y="1040"/>
                      <a:pt x="154" y="1131"/>
                      <a:pt x="156" y="1132"/>
                    </a:cubicBezTo>
                    <a:cubicBezTo>
                      <a:pt x="157" y="1133"/>
                      <a:pt x="158" y="1133"/>
                      <a:pt x="159" y="1133"/>
                    </a:cubicBezTo>
                    <a:lnTo>
                      <a:pt x="1006" y="1133"/>
                    </a:lnTo>
                    <a:cubicBezTo>
                      <a:pt x="1006" y="1133"/>
                      <a:pt x="1007" y="1133"/>
                      <a:pt x="1008" y="1133"/>
                    </a:cubicBezTo>
                    <a:cubicBezTo>
                      <a:pt x="1129" y="1097"/>
                      <a:pt x="1207" y="1017"/>
                      <a:pt x="1227" y="907"/>
                    </a:cubicBezTo>
                    <a:cubicBezTo>
                      <a:pt x="1252" y="765"/>
                      <a:pt x="1179" y="595"/>
                      <a:pt x="1052" y="5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D7DC08EE-E610-614A-B798-92FAF6991785}"/>
                  </a:ext>
                </a:extLst>
              </p:cNvPr>
              <p:cNvSpPr/>
              <p:nvPr/>
            </p:nvSpPr>
            <p:spPr>
              <a:xfrm>
                <a:off x="10053543" y="8631384"/>
                <a:ext cx="1536058" cy="4137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4" h="333">
                    <a:moveTo>
                      <a:pt x="1094" y="107"/>
                    </a:moveTo>
                    <a:cubicBezTo>
                      <a:pt x="956" y="16"/>
                      <a:pt x="755" y="0"/>
                      <a:pt x="755" y="0"/>
                    </a:cubicBezTo>
                    <a:lnTo>
                      <a:pt x="617" y="0"/>
                    </a:lnTo>
                    <a:lnTo>
                      <a:pt x="480" y="0"/>
                    </a:lnTo>
                    <a:cubicBezTo>
                      <a:pt x="480" y="0"/>
                      <a:pt x="279" y="16"/>
                      <a:pt x="140" y="107"/>
                    </a:cubicBezTo>
                    <a:cubicBezTo>
                      <a:pt x="3" y="200"/>
                      <a:pt x="0" y="333"/>
                      <a:pt x="0" y="333"/>
                    </a:cubicBezTo>
                    <a:lnTo>
                      <a:pt x="617" y="333"/>
                    </a:lnTo>
                    <a:lnTo>
                      <a:pt x="1234" y="333"/>
                    </a:lnTo>
                    <a:cubicBezTo>
                      <a:pt x="1234" y="333"/>
                      <a:pt x="1232" y="200"/>
                      <a:pt x="1094" y="10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6CAA3CCE-60ED-4849-AB18-67546E4782F0}"/>
                  </a:ext>
                </a:extLst>
              </p:cNvPr>
              <p:cNvSpPr/>
              <p:nvPr/>
            </p:nvSpPr>
            <p:spPr>
              <a:xfrm>
                <a:off x="10044822" y="8622661"/>
                <a:ext cx="1553499" cy="429949"/>
              </a:xfrm>
              <a:custGeom>
                <a:avLst/>
                <a:gdLst>
                  <a:gd name="connsiteX0" fmla="*/ 606218 w 1553499"/>
                  <a:gd name="connsiteY0" fmla="*/ 17447 h 429949"/>
                  <a:gd name="connsiteX1" fmla="*/ 187976 w 1553499"/>
                  <a:gd name="connsiteY1" fmla="*/ 149133 h 429949"/>
                  <a:gd name="connsiteX2" fmla="*/ 39848 w 1553499"/>
                  <a:gd name="connsiteY2" fmla="*/ 328028 h 429949"/>
                  <a:gd name="connsiteX3" fmla="*/ 18687 w 1553499"/>
                  <a:gd name="connsiteY3" fmla="*/ 413748 h 429949"/>
                  <a:gd name="connsiteX4" fmla="*/ 1536061 w 1553499"/>
                  <a:gd name="connsiteY4" fmla="*/ 413748 h 429949"/>
                  <a:gd name="connsiteX5" fmla="*/ 1365528 w 1553499"/>
                  <a:gd name="connsiteY5" fmla="*/ 149133 h 429949"/>
                  <a:gd name="connsiteX6" fmla="*/ 947285 w 1553499"/>
                  <a:gd name="connsiteY6" fmla="*/ 17447 h 429949"/>
                  <a:gd name="connsiteX7" fmla="*/ 604968 w 1553499"/>
                  <a:gd name="connsiteY7" fmla="*/ 0 h 429949"/>
                  <a:gd name="connsiteX8" fmla="*/ 948531 w 1553499"/>
                  <a:gd name="connsiteY8" fmla="*/ 0 h 429949"/>
                  <a:gd name="connsiteX9" fmla="*/ 1374249 w 1553499"/>
                  <a:gd name="connsiteY9" fmla="*/ 135446 h 429949"/>
                  <a:gd name="connsiteX10" fmla="*/ 1529848 w 1553499"/>
                  <a:gd name="connsiteY10" fmla="*/ 321840 h 429949"/>
                  <a:gd name="connsiteX11" fmla="*/ 1553499 w 1553499"/>
                  <a:gd name="connsiteY11" fmla="*/ 422493 h 429949"/>
                  <a:gd name="connsiteX12" fmla="*/ 1551009 w 1553499"/>
                  <a:gd name="connsiteY12" fmla="*/ 428706 h 429949"/>
                  <a:gd name="connsiteX13" fmla="*/ 1544786 w 1553499"/>
                  <a:gd name="connsiteY13" fmla="*/ 429949 h 429949"/>
                  <a:gd name="connsiteX14" fmla="*/ 8714 w 1553499"/>
                  <a:gd name="connsiteY14" fmla="*/ 429949 h 429949"/>
                  <a:gd name="connsiteX15" fmla="*/ 2490 w 1553499"/>
                  <a:gd name="connsiteY15" fmla="*/ 428706 h 429949"/>
                  <a:gd name="connsiteX16" fmla="*/ 0 w 1553499"/>
                  <a:gd name="connsiteY16" fmla="*/ 422493 h 429949"/>
                  <a:gd name="connsiteX17" fmla="*/ 23651 w 1553499"/>
                  <a:gd name="connsiteY17" fmla="*/ 321840 h 429949"/>
                  <a:gd name="connsiteX18" fmla="*/ 179250 w 1553499"/>
                  <a:gd name="connsiteY18" fmla="*/ 135446 h 429949"/>
                  <a:gd name="connsiteX19" fmla="*/ 604968 w 1553499"/>
                  <a:gd name="connsiteY19" fmla="*/ 0 h 4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53499" h="429949">
                    <a:moveTo>
                      <a:pt x="606218" y="17447"/>
                    </a:moveTo>
                    <a:cubicBezTo>
                      <a:pt x="603729" y="17447"/>
                      <a:pt x="356020" y="37324"/>
                      <a:pt x="187976" y="149133"/>
                    </a:cubicBezTo>
                    <a:cubicBezTo>
                      <a:pt x="102087" y="206280"/>
                      <a:pt x="59764" y="278335"/>
                      <a:pt x="39848" y="328028"/>
                    </a:cubicBezTo>
                    <a:cubicBezTo>
                      <a:pt x="23666" y="366540"/>
                      <a:pt x="18687" y="400082"/>
                      <a:pt x="18687" y="413748"/>
                    </a:cubicBezTo>
                    <a:lnTo>
                      <a:pt x="1536061" y="413748"/>
                    </a:lnTo>
                    <a:cubicBezTo>
                      <a:pt x="1532327" y="378963"/>
                      <a:pt x="1509921" y="244792"/>
                      <a:pt x="1365528" y="149133"/>
                    </a:cubicBezTo>
                    <a:cubicBezTo>
                      <a:pt x="1198728" y="37324"/>
                      <a:pt x="949775" y="17447"/>
                      <a:pt x="947285" y="17447"/>
                    </a:cubicBezTo>
                    <a:close/>
                    <a:moveTo>
                      <a:pt x="604968" y="0"/>
                    </a:moveTo>
                    <a:lnTo>
                      <a:pt x="948531" y="0"/>
                    </a:lnTo>
                    <a:cubicBezTo>
                      <a:pt x="951020" y="1243"/>
                      <a:pt x="1203713" y="21125"/>
                      <a:pt x="1374249" y="135446"/>
                    </a:cubicBezTo>
                    <a:cubicBezTo>
                      <a:pt x="1465119" y="195092"/>
                      <a:pt x="1508686" y="270893"/>
                      <a:pt x="1529848" y="321840"/>
                    </a:cubicBezTo>
                    <a:cubicBezTo>
                      <a:pt x="1552254" y="377759"/>
                      <a:pt x="1552254" y="420008"/>
                      <a:pt x="1553499" y="422493"/>
                    </a:cubicBezTo>
                    <a:cubicBezTo>
                      <a:pt x="1553499" y="424979"/>
                      <a:pt x="1552254" y="426221"/>
                      <a:pt x="1551009" y="428706"/>
                    </a:cubicBezTo>
                    <a:cubicBezTo>
                      <a:pt x="1549765" y="429949"/>
                      <a:pt x="1547275" y="429949"/>
                      <a:pt x="1544786" y="429949"/>
                    </a:cubicBezTo>
                    <a:lnTo>
                      <a:pt x="8714" y="429949"/>
                    </a:lnTo>
                    <a:cubicBezTo>
                      <a:pt x="6224" y="429949"/>
                      <a:pt x="4979" y="429949"/>
                      <a:pt x="2490" y="428706"/>
                    </a:cubicBezTo>
                    <a:cubicBezTo>
                      <a:pt x="1245" y="426221"/>
                      <a:pt x="0" y="424979"/>
                      <a:pt x="0" y="422493"/>
                    </a:cubicBezTo>
                    <a:cubicBezTo>
                      <a:pt x="0" y="420008"/>
                      <a:pt x="1245" y="377759"/>
                      <a:pt x="23651" y="321840"/>
                    </a:cubicBezTo>
                    <a:cubicBezTo>
                      <a:pt x="44812" y="270893"/>
                      <a:pt x="88380" y="195092"/>
                      <a:pt x="179250" y="135446"/>
                    </a:cubicBezTo>
                    <a:cubicBezTo>
                      <a:pt x="349786" y="21125"/>
                      <a:pt x="602479" y="1243"/>
                      <a:pt x="6049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D4CC5874-40AC-0D4A-A5EE-BB76EF3ADB1A}"/>
                  </a:ext>
                </a:extLst>
              </p:cNvPr>
              <p:cNvSpPr/>
              <p:nvPr/>
            </p:nvSpPr>
            <p:spPr>
              <a:xfrm>
                <a:off x="10442230" y="7613215"/>
                <a:ext cx="677711" cy="11801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5" h="948">
                    <a:moveTo>
                      <a:pt x="545" y="332"/>
                    </a:moveTo>
                    <a:cubicBezTo>
                      <a:pt x="545" y="33"/>
                      <a:pt x="370" y="0"/>
                      <a:pt x="246" y="0"/>
                    </a:cubicBezTo>
                    <a:cubicBezTo>
                      <a:pt x="120" y="0"/>
                      <a:pt x="0" y="12"/>
                      <a:pt x="0" y="267"/>
                    </a:cubicBezTo>
                    <a:cubicBezTo>
                      <a:pt x="0" y="423"/>
                      <a:pt x="-11" y="652"/>
                      <a:pt x="134" y="652"/>
                    </a:cubicBezTo>
                    <a:cubicBezTo>
                      <a:pt x="146" y="652"/>
                      <a:pt x="159" y="651"/>
                      <a:pt x="172" y="650"/>
                    </a:cubicBezTo>
                    <a:lnTo>
                      <a:pt x="172" y="809"/>
                    </a:lnTo>
                    <a:cubicBezTo>
                      <a:pt x="172" y="886"/>
                      <a:pt x="234" y="948"/>
                      <a:pt x="311" y="948"/>
                    </a:cubicBezTo>
                    <a:cubicBezTo>
                      <a:pt x="387" y="948"/>
                      <a:pt x="449" y="886"/>
                      <a:pt x="449" y="809"/>
                    </a:cubicBezTo>
                    <a:lnTo>
                      <a:pt x="449" y="569"/>
                    </a:lnTo>
                    <a:cubicBezTo>
                      <a:pt x="528" y="519"/>
                      <a:pt x="545" y="443"/>
                      <a:pt x="545" y="33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1C4EA2AE-03EA-9C41-A9CF-42EB900B7C39}"/>
                  </a:ext>
                </a:extLst>
              </p:cNvPr>
              <p:cNvSpPr/>
              <p:nvPr/>
            </p:nvSpPr>
            <p:spPr>
              <a:xfrm>
                <a:off x="10433247" y="7604491"/>
                <a:ext cx="695414" cy="1196380"/>
              </a:xfrm>
              <a:custGeom>
                <a:avLst/>
                <a:gdLst>
                  <a:gd name="connsiteX0" fmla="*/ 314887 w 695414"/>
                  <a:gd name="connsiteY0" fmla="*/ 17448 h 1196380"/>
                  <a:gd name="connsiteX1" fmla="*/ 17703 w 695414"/>
                  <a:gd name="connsiteY1" fmla="*/ 341121 h 1196380"/>
                  <a:gd name="connsiteX2" fmla="*/ 17703 w 695414"/>
                  <a:gd name="connsiteY2" fmla="*/ 378468 h 1196380"/>
                  <a:gd name="connsiteX3" fmla="*/ 89823 w 695414"/>
                  <a:gd name="connsiteY3" fmla="*/ 778079 h 1196380"/>
                  <a:gd name="connsiteX4" fmla="*/ 175621 w 695414"/>
                  <a:gd name="connsiteY4" fmla="*/ 811691 h 1196380"/>
                  <a:gd name="connsiteX5" fmla="*/ 222872 w 695414"/>
                  <a:gd name="connsiteY5" fmla="*/ 810446 h 1196380"/>
                  <a:gd name="connsiteX6" fmla="*/ 229089 w 695414"/>
                  <a:gd name="connsiteY6" fmla="*/ 811691 h 1196380"/>
                  <a:gd name="connsiteX7" fmla="*/ 231576 w 695414"/>
                  <a:gd name="connsiteY7" fmla="*/ 817916 h 1196380"/>
                  <a:gd name="connsiteX8" fmla="*/ 231576 w 695414"/>
                  <a:gd name="connsiteY8" fmla="*/ 1015854 h 1196380"/>
                  <a:gd name="connsiteX9" fmla="*/ 395711 w 695414"/>
                  <a:gd name="connsiteY9" fmla="*/ 1180180 h 1196380"/>
                  <a:gd name="connsiteX10" fmla="*/ 559846 w 695414"/>
                  <a:gd name="connsiteY10" fmla="*/ 1015854 h 1196380"/>
                  <a:gd name="connsiteX11" fmla="*/ 559846 w 695414"/>
                  <a:gd name="connsiteY11" fmla="*/ 717079 h 1196380"/>
                  <a:gd name="connsiteX12" fmla="*/ 563576 w 695414"/>
                  <a:gd name="connsiteY12" fmla="*/ 709610 h 1196380"/>
                  <a:gd name="connsiteX13" fmla="*/ 677973 w 695414"/>
                  <a:gd name="connsiteY13" fmla="*/ 422039 h 1196380"/>
                  <a:gd name="connsiteX14" fmla="*/ 314887 w 695414"/>
                  <a:gd name="connsiteY14" fmla="*/ 17448 h 1196380"/>
                  <a:gd name="connsiteX15" fmla="*/ 314884 w 695414"/>
                  <a:gd name="connsiteY15" fmla="*/ 0 h 1196380"/>
                  <a:gd name="connsiteX16" fmla="*/ 563596 w 695414"/>
                  <a:gd name="connsiteY16" fmla="*/ 68472 h 1196380"/>
                  <a:gd name="connsiteX17" fmla="*/ 695414 w 695414"/>
                  <a:gd name="connsiteY17" fmla="*/ 422032 h 1196380"/>
                  <a:gd name="connsiteX18" fmla="*/ 576032 w 695414"/>
                  <a:gd name="connsiteY18" fmla="*/ 722061 h 1196380"/>
                  <a:gd name="connsiteX19" fmla="*/ 576032 w 695414"/>
                  <a:gd name="connsiteY19" fmla="*/ 1015865 h 1196380"/>
                  <a:gd name="connsiteX20" fmla="*/ 395715 w 695414"/>
                  <a:gd name="connsiteY20" fmla="*/ 1196380 h 1196380"/>
                  <a:gd name="connsiteX21" fmla="*/ 215398 w 695414"/>
                  <a:gd name="connsiteY21" fmla="*/ 1015865 h 1196380"/>
                  <a:gd name="connsiteX22" fmla="*/ 215398 w 695414"/>
                  <a:gd name="connsiteY22" fmla="*/ 826635 h 1196380"/>
                  <a:gd name="connsiteX23" fmla="*/ 175604 w 695414"/>
                  <a:gd name="connsiteY23" fmla="*/ 829125 h 1196380"/>
                  <a:gd name="connsiteX24" fmla="*/ 77363 w 695414"/>
                  <a:gd name="connsiteY24" fmla="*/ 789287 h 1196380"/>
                  <a:gd name="connsiteX25" fmla="*/ 262 w 695414"/>
                  <a:gd name="connsiteY25" fmla="*/ 378460 h 1196380"/>
                  <a:gd name="connsiteX26" fmla="*/ 262 w 695414"/>
                  <a:gd name="connsiteY26" fmla="*/ 341112 h 1196380"/>
                  <a:gd name="connsiteX27" fmla="*/ 314884 w 695414"/>
                  <a:gd name="connsiteY27" fmla="*/ 0 h 1196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95414" h="1196380">
                    <a:moveTo>
                      <a:pt x="314887" y="17448"/>
                    </a:moveTo>
                    <a:cubicBezTo>
                      <a:pt x="145778" y="17448"/>
                      <a:pt x="17703" y="41101"/>
                      <a:pt x="17703" y="341121"/>
                    </a:cubicBezTo>
                    <a:cubicBezTo>
                      <a:pt x="17703" y="353570"/>
                      <a:pt x="17703" y="367264"/>
                      <a:pt x="17703" y="378468"/>
                    </a:cubicBezTo>
                    <a:cubicBezTo>
                      <a:pt x="16460" y="524121"/>
                      <a:pt x="15216" y="703385"/>
                      <a:pt x="89823" y="778079"/>
                    </a:cubicBezTo>
                    <a:cubicBezTo>
                      <a:pt x="112205" y="800487"/>
                      <a:pt x="140804" y="811691"/>
                      <a:pt x="175621" y="811691"/>
                    </a:cubicBezTo>
                    <a:cubicBezTo>
                      <a:pt x="190542" y="811691"/>
                      <a:pt x="205463" y="811691"/>
                      <a:pt x="222872" y="810446"/>
                    </a:cubicBezTo>
                    <a:cubicBezTo>
                      <a:pt x="225359" y="810446"/>
                      <a:pt x="226602" y="811691"/>
                      <a:pt x="229089" y="811691"/>
                    </a:cubicBezTo>
                    <a:cubicBezTo>
                      <a:pt x="230332" y="812936"/>
                      <a:pt x="231576" y="815426"/>
                      <a:pt x="231576" y="817916"/>
                    </a:cubicBezTo>
                    <a:lnTo>
                      <a:pt x="231576" y="1015854"/>
                    </a:lnTo>
                    <a:cubicBezTo>
                      <a:pt x="231576" y="1105486"/>
                      <a:pt x="304939" y="1180180"/>
                      <a:pt x="395711" y="1180180"/>
                    </a:cubicBezTo>
                    <a:cubicBezTo>
                      <a:pt x="485239" y="1180180"/>
                      <a:pt x="559846" y="1105486"/>
                      <a:pt x="559846" y="1015854"/>
                    </a:cubicBezTo>
                    <a:lnTo>
                      <a:pt x="559846" y="717079"/>
                    </a:lnTo>
                    <a:cubicBezTo>
                      <a:pt x="559846" y="714589"/>
                      <a:pt x="561089" y="710855"/>
                      <a:pt x="563576" y="709610"/>
                    </a:cubicBezTo>
                    <a:cubicBezTo>
                      <a:pt x="659321" y="648610"/>
                      <a:pt x="677973" y="558978"/>
                      <a:pt x="677973" y="422039"/>
                    </a:cubicBezTo>
                    <a:cubicBezTo>
                      <a:pt x="677973" y="58530"/>
                      <a:pt x="470317" y="17448"/>
                      <a:pt x="314887" y="17448"/>
                    </a:cubicBezTo>
                    <a:close/>
                    <a:moveTo>
                      <a:pt x="314884" y="0"/>
                    </a:moveTo>
                    <a:cubicBezTo>
                      <a:pt x="383280" y="0"/>
                      <a:pt x="484008" y="7470"/>
                      <a:pt x="563596" y="68472"/>
                    </a:cubicBezTo>
                    <a:cubicBezTo>
                      <a:pt x="650646" y="135698"/>
                      <a:pt x="695414" y="253966"/>
                      <a:pt x="695414" y="422032"/>
                    </a:cubicBezTo>
                    <a:cubicBezTo>
                      <a:pt x="695414" y="558975"/>
                      <a:pt x="674273" y="657325"/>
                      <a:pt x="576032" y="722061"/>
                    </a:cubicBezTo>
                    <a:lnTo>
                      <a:pt x="576032" y="1015865"/>
                    </a:lnTo>
                    <a:cubicBezTo>
                      <a:pt x="576032" y="1115459"/>
                      <a:pt x="495200" y="1196380"/>
                      <a:pt x="395715" y="1196380"/>
                    </a:cubicBezTo>
                    <a:cubicBezTo>
                      <a:pt x="294987" y="1196380"/>
                      <a:pt x="215398" y="1115459"/>
                      <a:pt x="215398" y="1015865"/>
                    </a:cubicBezTo>
                    <a:lnTo>
                      <a:pt x="215398" y="826635"/>
                    </a:lnTo>
                    <a:cubicBezTo>
                      <a:pt x="201719" y="829125"/>
                      <a:pt x="188040" y="829125"/>
                      <a:pt x="175604" y="829125"/>
                    </a:cubicBezTo>
                    <a:cubicBezTo>
                      <a:pt x="137054" y="829125"/>
                      <a:pt x="103478" y="815431"/>
                      <a:pt x="77363" y="789287"/>
                    </a:cubicBezTo>
                    <a:cubicBezTo>
                      <a:pt x="-982" y="710857"/>
                      <a:pt x="-982" y="526607"/>
                      <a:pt x="262" y="378460"/>
                    </a:cubicBezTo>
                    <a:cubicBezTo>
                      <a:pt x="262" y="367255"/>
                      <a:pt x="262" y="353561"/>
                      <a:pt x="262" y="341112"/>
                    </a:cubicBezTo>
                    <a:cubicBezTo>
                      <a:pt x="262" y="26144"/>
                      <a:pt x="142028" y="0"/>
                      <a:pt x="3148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A287808C-6729-2247-A81C-2B33F0E27145}"/>
                  </a:ext>
                </a:extLst>
              </p:cNvPr>
              <p:cNvSpPr/>
              <p:nvPr/>
            </p:nvSpPr>
            <p:spPr>
              <a:xfrm>
                <a:off x="10462162" y="7604491"/>
                <a:ext cx="666499" cy="7253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6" h="583">
                    <a:moveTo>
                      <a:pt x="430" y="55"/>
                    </a:moveTo>
                    <a:cubicBezTo>
                      <a:pt x="366" y="6"/>
                      <a:pt x="285" y="0"/>
                      <a:pt x="230" y="0"/>
                    </a:cubicBezTo>
                    <a:cubicBezTo>
                      <a:pt x="132" y="0"/>
                      <a:pt x="41" y="9"/>
                      <a:pt x="0" y="118"/>
                    </a:cubicBezTo>
                    <a:cubicBezTo>
                      <a:pt x="-1" y="120"/>
                      <a:pt x="0" y="122"/>
                      <a:pt x="1" y="124"/>
                    </a:cubicBezTo>
                    <a:cubicBezTo>
                      <a:pt x="2" y="126"/>
                      <a:pt x="4" y="127"/>
                      <a:pt x="6" y="127"/>
                    </a:cubicBezTo>
                    <a:lnTo>
                      <a:pt x="310" y="127"/>
                    </a:lnTo>
                    <a:cubicBezTo>
                      <a:pt x="311" y="155"/>
                      <a:pt x="315" y="263"/>
                      <a:pt x="354" y="331"/>
                    </a:cubicBezTo>
                    <a:cubicBezTo>
                      <a:pt x="356" y="333"/>
                      <a:pt x="359" y="335"/>
                      <a:pt x="362" y="334"/>
                    </a:cubicBezTo>
                    <a:cubicBezTo>
                      <a:pt x="364" y="334"/>
                      <a:pt x="367" y="331"/>
                      <a:pt x="367" y="329"/>
                    </a:cubicBezTo>
                    <a:cubicBezTo>
                      <a:pt x="367" y="328"/>
                      <a:pt x="370" y="310"/>
                      <a:pt x="384" y="300"/>
                    </a:cubicBezTo>
                    <a:cubicBezTo>
                      <a:pt x="392" y="294"/>
                      <a:pt x="403" y="292"/>
                      <a:pt x="416" y="294"/>
                    </a:cubicBezTo>
                    <a:cubicBezTo>
                      <a:pt x="428" y="296"/>
                      <a:pt x="438" y="308"/>
                      <a:pt x="444" y="327"/>
                    </a:cubicBezTo>
                    <a:cubicBezTo>
                      <a:pt x="455" y="359"/>
                      <a:pt x="452" y="405"/>
                      <a:pt x="430" y="428"/>
                    </a:cubicBezTo>
                    <a:cubicBezTo>
                      <a:pt x="418" y="441"/>
                      <a:pt x="401" y="444"/>
                      <a:pt x="380" y="438"/>
                    </a:cubicBezTo>
                    <a:cubicBezTo>
                      <a:pt x="377" y="437"/>
                      <a:pt x="375" y="438"/>
                      <a:pt x="373" y="439"/>
                    </a:cubicBezTo>
                    <a:cubicBezTo>
                      <a:pt x="371" y="441"/>
                      <a:pt x="371" y="443"/>
                      <a:pt x="371" y="445"/>
                    </a:cubicBezTo>
                    <a:cubicBezTo>
                      <a:pt x="371" y="449"/>
                      <a:pt x="382" y="533"/>
                      <a:pt x="428" y="581"/>
                    </a:cubicBezTo>
                    <a:cubicBezTo>
                      <a:pt x="430" y="582"/>
                      <a:pt x="432" y="583"/>
                      <a:pt x="433" y="583"/>
                    </a:cubicBezTo>
                    <a:cubicBezTo>
                      <a:pt x="434" y="583"/>
                      <a:pt x="436" y="583"/>
                      <a:pt x="437" y="582"/>
                    </a:cubicBezTo>
                    <a:cubicBezTo>
                      <a:pt x="519" y="530"/>
                      <a:pt x="536" y="450"/>
                      <a:pt x="536" y="339"/>
                    </a:cubicBezTo>
                    <a:cubicBezTo>
                      <a:pt x="536" y="204"/>
                      <a:pt x="500" y="109"/>
                      <a:pt x="430" y="5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702E324D-E15F-6D49-896D-D87DA4733F12}"/>
                  </a:ext>
                </a:extLst>
              </p:cNvPr>
              <p:cNvSpPr/>
              <p:nvPr/>
            </p:nvSpPr>
            <p:spPr>
              <a:xfrm>
                <a:off x="10649031" y="8407063"/>
                <a:ext cx="112121" cy="236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" h="20">
                    <a:moveTo>
                      <a:pt x="6" y="20"/>
                    </a:moveTo>
                    <a:cubicBezTo>
                      <a:pt x="3" y="20"/>
                      <a:pt x="0" y="18"/>
                      <a:pt x="0" y="14"/>
                    </a:cubicBezTo>
                    <a:cubicBezTo>
                      <a:pt x="-1" y="10"/>
                      <a:pt x="2" y="7"/>
                      <a:pt x="6" y="7"/>
                    </a:cubicBezTo>
                    <a:lnTo>
                      <a:pt x="83" y="0"/>
                    </a:lnTo>
                    <a:cubicBezTo>
                      <a:pt x="87" y="0"/>
                      <a:pt x="91" y="3"/>
                      <a:pt x="91" y="7"/>
                    </a:cubicBezTo>
                    <a:cubicBezTo>
                      <a:pt x="91" y="11"/>
                      <a:pt x="88" y="14"/>
                      <a:pt x="84" y="14"/>
                    </a:cubicBezTo>
                    <a:lnTo>
                      <a:pt x="7" y="20"/>
                    </a:lnTo>
                    <a:cubicBezTo>
                      <a:pt x="6" y="20"/>
                      <a:pt x="6" y="20"/>
                      <a:pt x="6" y="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C3DCF470-7810-3F42-B7FB-009906F95CF2}"/>
                  </a:ext>
                </a:extLst>
              </p:cNvPr>
              <p:cNvSpPr/>
              <p:nvPr/>
            </p:nvSpPr>
            <p:spPr>
              <a:xfrm>
                <a:off x="10083442" y="10612886"/>
                <a:ext cx="1536058" cy="4125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4" h="332">
                    <a:moveTo>
                      <a:pt x="1094" y="107"/>
                    </a:moveTo>
                    <a:cubicBezTo>
                      <a:pt x="956" y="16"/>
                      <a:pt x="755" y="0"/>
                      <a:pt x="755" y="0"/>
                    </a:cubicBezTo>
                    <a:lnTo>
                      <a:pt x="617" y="0"/>
                    </a:lnTo>
                    <a:lnTo>
                      <a:pt x="480" y="0"/>
                    </a:lnTo>
                    <a:cubicBezTo>
                      <a:pt x="480" y="0"/>
                      <a:pt x="278" y="16"/>
                      <a:pt x="141" y="107"/>
                    </a:cubicBezTo>
                    <a:cubicBezTo>
                      <a:pt x="3" y="199"/>
                      <a:pt x="0" y="332"/>
                      <a:pt x="0" y="332"/>
                    </a:cubicBezTo>
                    <a:lnTo>
                      <a:pt x="617" y="332"/>
                    </a:lnTo>
                    <a:lnTo>
                      <a:pt x="1234" y="332"/>
                    </a:lnTo>
                    <a:cubicBezTo>
                      <a:pt x="1234" y="332"/>
                      <a:pt x="1232" y="199"/>
                      <a:pt x="1094" y="10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77AC17D0-62E4-234D-8038-B3F0DF6AC67C}"/>
                  </a:ext>
                </a:extLst>
              </p:cNvPr>
              <p:cNvSpPr/>
              <p:nvPr/>
            </p:nvSpPr>
            <p:spPr>
              <a:xfrm>
                <a:off x="10074718" y="10605412"/>
                <a:ext cx="1553499" cy="428703"/>
              </a:xfrm>
              <a:custGeom>
                <a:avLst/>
                <a:gdLst>
                  <a:gd name="connsiteX0" fmla="*/ 606221 w 1553499"/>
                  <a:gd name="connsiteY0" fmla="*/ 16197 h 428703"/>
                  <a:gd name="connsiteX1" fmla="*/ 187979 w 1553499"/>
                  <a:gd name="connsiteY1" fmla="*/ 147883 h 428703"/>
                  <a:gd name="connsiteX2" fmla="*/ 39851 w 1553499"/>
                  <a:gd name="connsiteY2" fmla="*/ 325535 h 428703"/>
                  <a:gd name="connsiteX3" fmla="*/ 18690 w 1553499"/>
                  <a:gd name="connsiteY3" fmla="*/ 412498 h 428703"/>
                  <a:gd name="connsiteX4" fmla="*/ 1536064 w 1553499"/>
                  <a:gd name="connsiteY4" fmla="*/ 412498 h 428703"/>
                  <a:gd name="connsiteX5" fmla="*/ 1365531 w 1553499"/>
                  <a:gd name="connsiteY5" fmla="*/ 147883 h 428703"/>
                  <a:gd name="connsiteX6" fmla="*/ 947288 w 1553499"/>
                  <a:gd name="connsiteY6" fmla="*/ 16197 h 428703"/>
                  <a:gd name="connsiteX7" fmla="*/ 604968 w 1553499"/>
                  <a:gd name="connsiteY7" fmla="*/ 0 h 428703"/>
                  <a:gd name="connsiteX8" fmla="*/ 948531 w 1553499"/>
                  <a:gd name="connsiteY8" fmla="*/ 0 h 428703"/>
                  <a:gd name="connsiteX9" fmla="*/ 1375494 w 1553499"/>
                  <a:gd name="connsiteY9" fmla="*/ 134203 h 428703"/>
                  <a:gd name="connsiteX10" fmla="*/ 1529848 w 1553499"/>
                  <a:gd name="connsiteY10" fmla="*/ 320595 h 428703"/>
                  <a:gd name="connsiteX11" fmla="*/ 1553499 w 1553499"/>
                  <a:gd name="connsiteY11" fmla="*/ 420005 h 428703"/>
                  <a:gd name="connsiteX12" fmla="*/ 1551009 w 1553499"/>
                  <a:gd name="connsiteY12" fmla="*/ 426218 h 428703"/>
                  <a:gd name="connsiteX13" fmla="*/ 1544786 w 1553499"/>
                  <a:gd name="connsiteY13" fmla="*/ 428703 h 428703"/>
                  <a:gd name="connsiteX14" fmla="*/ 8714 w 1553499"/>
                  <a:gd name="connsiteY14" fmla="*/ 428703 h 428703"/>
                  <a:gd name="connsiteX15" fmla="*/ 2490 w 1553499"/>
                  <a:gd name="connsiteY15" fmla="*/ 426218 h 428703"/>
                  <a:gd name="connsiteX16" fmla="*/ 0 w 1553499"/>
                  <a:gd name="connsiteY16" fmla="*/ 420005 h 428703"/>
                  <a:gd name="connsiteX17" fmla="*/ 23651 w 1553499"/>
                  <a:gd name="connsiteY17" fmla="*/ 320595 h 428703"/>
                  <a:gd name="connsiteX18" fmla="*/ 179250 w 1553499"/>
                  <a:gd name="connsiteY18" fmla="*/ 134203 h 428703"/>
                  <a:gd name="connsiteX19" fmla="*/ 604968 w 1553499"/>
                  <a:gd name="connsiteY19" fmla="*/ 0 h 428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53499" h="428703">
                    <a:moveTo>
                      <a:pt x="606221" y="16197"/>
                    </a:moveTo>
                    <a:cubicBezTo>
                      <a:pt x="604976" y="16197"/>
                      <a:pt x="356023" y="36074"/>
                      <a:pt x="187979" y="147883"/>
                    </a:cubicBezTo>
                    <a:cubicBezTo>
                      <a:pt x="102090" y="205030"/>
                      <a:pt x="59767" y="277085"/>
                      <a:pt x="39851" y="325535"/>
                    </a:cubicBezTo>
                    <a:cubicBezTo>
                      <a:pt x="23669" y="365290"/>
                      <a:pt x="19935" y="397590"/>
                      <a:pt x="18690" y="412498"/>
                    </a:cubicBezTo>
                    <a:lnTo>
                      <a:pt x="1536064" y="412498"/>
                    </a:lnTo>
                    <a:cubicBezTo>
                      <a:pt x="1533574" y="377713"/>
                      <a:pt x="1509924" y="243542"/>
                      <a:pt x="1365531" y="147883"/>
                    </a:cubicBezTo>
                    <a:cubicBezTo>
                      <a:pt x="1197487" y="36074"/>
                      <a:pt x="951022" y="16197"/>
                      <a:pt x="947288" y="16197"/>
                    </a:cubicBezTo>
                    <a:close/>
                    <a:moveTo>
                      <a:pt x="604968" y="0"/>
                    </a:moveTo>
                    <a:lnTo>
                      <a:pt x="948531" y="0"/>
                    </a:lnTo>
                    <a:cubicBezTo>
                      <a:pt x="951020" y="0"/>
                      <a:pt x="1203713" y="19882"/>
                      <a:pt x="1375494" y="134203"/>
                    </a:cubicBezTo>
                    <a:cubicBezTo>
                      <a:pt x="1466364" y="193848"/>
                      <a:pt x="1508686" y="268405"/>
                      <a:pt x="1529848" y="320595"/>
                    </a:cubicBezTo>
                    <a:cubicBezTo>
                      <a:pt x="1552254" y="376513"/>
                      <a:pt x="1553499" y="418762"/>
                      <a:pt x="1553499" y="420005"/>
                    </a:cubicBezTo>
                    <a:cubicBezTo>
                      <a:pt x="1553499" y="422490"/>
                      <a:pt x="1552254" y="424975"/>
                      <a:pt x="1551009" y="426218"/>
                    </a:cubicBezTo>
                    <a:cubicBezTo>
                      <a:pt x="1549765" y="428703"/>
                      <a:pt x="1547275" y="428703"/>
                      <a:pt x="1544786" y="428703"/>
                    </a:cubicBezTo>
                    <a:lnTo>
                      <a:pt x="8714" y="428703"/>
                    </a:lnTo>
                    <a:cubicBezTo>
                      <a:pt x="6224" y="428703"/>
                      <a:pt x="4979" y="428703"/>
                      <a:pt x="2490" y="426218"/>
                    </a:cubicBezTo>
                    <a:cubicBezTo>
                      <a:pt x="1245" y="424975"/>
                      <a:pt x="0" y="422490"/>
                      <a:pt x="0" y="420005"/>
                    </a:cubicBezTo>
                    <a:cubicBezTo>
                      <a:pt x="0" y="418762"/>
                      <a:pt x="2490" y="376513"/>
                      <a:pt x="23651" y="320595"/>
                    </a:cubicBezTo>
                    <a:cubicBezTo>
                      <a:pt x="44812" y="268405"/>
                      <a:pt x="88380" y="193848"/>
                      <a:pt x="179250" y="134203"/>
                    </a:cubicBezTo>
                    <a:cubicBezTo>
                      <a:pt x="351031" y="19882"/>
                      <a:pt x="602479" y="0"/>
                      <a:pt x="6049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364D9A13-98D5-E041-98C7-0002E04FF046}"/>
                  </a:ext>
                </a:extLst>
              </p:cNvPr>
              <p:cNvSpPr/>
              <p:nvPr/>
            </p:nvSpPr>
            <p:spPr>
              <a:xfrm>
                <a:off x="10472129" y="9594720"/>
                <a:ext cx="677711" cy="117893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5" h="947">
                    <a:moveTo>
                      <a:pt x="545" y="331"/>
                    </a:moveTo>
                    <a:cubicBezTo>
                      <a:pt x="545" y="32"/>
                      <a:pt x="371" y="0"/>
                      <a:pt x="246" y="0"/>
                    </a:cubicBezTo>
                    <a:cubicBezTo>
                      <a:pt x="121" y="0"/>
                      <a:pt x="0" y="11"/>
                      <a:pt x="0" y="267"/>
                    </a:cubicBezTo>
                    <a:cubicBezTo>
                      <a:pt x="0" y="422"/>
                      <a:pt x="-11" y="652"/>
                      <a:pt x="134" y="652"/>
                    </a:cubicBezTo>
                    <a:cubicBezTo>
                      <a:pt x="146" y="652"/>
                      <a:pt x="159" y="651"/>
                      <a:pt x="172" y="650"/>
                    </a:cubicBezTo>
                    <a:lnTo>
                      <a:pt x="172" y="809"/>
                    </a:lnTo>
                    <a:cubicBezTo>
                      <a:pt x="172" y="885"/>
                      <a:pt x="235" y="947"/>
                      <a:pt x="311" y="947"/>
                    </a:cubicBezTo>
                    <a:cubicBezTo>
                      <a:pt x="387" y="947"/>
                      <a:pt x="450" y="885"/>
                      <a:pt x="450" y="809"/>
                    </a:cubicBezTo>
                    <a:lnTo>
                      <a:pt x="450" y="569"/>
                    </a:lnTo>
                    <a:cubicBezTo>
                      <a:pt x="528" y="519"/>
                      <a:pt x="545" y="444"/>
                      <a:pt x="545" y="33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D8D99022-1DAC-E846-AFB9-8BFB90841908}"/>
                  </a:ext>
                </a:extLst>
              </p:cNvPr>
              <p:cNvSpPr/>
              <p:nvPr/>
            </p:nvSpPr>
            <p:spPr>
              <a:xfrm>
                <a:off x="10463146" y="9585996"/>
                <a:ext cx="694168" cy="1196380"/>
              </a:xfrm>
              <a:custGeom>
                <a:avLst/>
                <a:gdLst>
                  <a:gd name="connsiteX0" fmla="*/ 316131 w 694168"/>
                  <a:gd name="connsiteY0" fmla="*/ 17447 h 1196380"/>
                  <a:gd name="connsiteX1" fmla="*/ 17703 w 694168"/>
                  <a:gd name="connsiteY1" fmla="*/ 341120 h 1196380"/>
                  <a:gd name="connsiteX2" fmla="*/ 17703 w 694168"/>
                  <a:gd name="connsiteY2" fmla="*/ 378467 h 1196380"/>
                  <a:gd name="connsiteX3" fmla="*/ 89823 w 694168"/>
                  <a:gd name="connsiteY3" fmla="*/ 778078 h 1196380"/>
                  <a:gd name="connsiteX4" fmla="*/ 176864 w 694168"/>
                  <a:gd name="connsiteY4" fmla="*/ 811690 h 1196380"/>
                  <a:gd name="connsiteX5" fmla="*/ 224116 w 694168"/>
                  <a:gd name="connsiteY5" fmla="*/ 810445 h 1196380"/>
                  <a:gd name="connsiteX6" fmla="*/ 230333 w 694168"/>
                  <a:gd name="connsiteY6" fmla="*/ 811690 h 1196380"/>
                  <a:gd name="connsiteX7" fmla="*/ 232820 w 694168"/>
                  <a:gd name="connsiteY7" fmla="*/ 817915 h 1196380"/>
                  <a:gd name="connsiteX8" fmla="*/ 232820 w 694168"/>
                  <a:gd name="connsiteY8" fmla="*/ 1015853 h 1196380"/>
                  <a:gd name="connsiteX9" fmla="*/ 396955 w 694168"/>
                  <a:gd name="connsiteY9" fmla="*/ 1180179 h 1196380"/>
                  <a:gd name="connsiteX10" fmla="*/ 559847 w 694168"/>
                  <a:gd name="connsiteY10" fmla="*/ 1015853 h 1196380"/>
                  <a:gd name="connsiteX11" fmla="*/ 559847 w 694168"/>
                  <a:gd name="connsiteY11" fmla="*/ 717078 h 1196380"/>
                  <a:gd name="connsiteX12" fmla="*/ 564821 w 694168"/>
                  <a:gd name="connsiteY12" fmla="*/ 710854 h 1196380"/>
                  <a:gd name="connsiteX13" fmla="*/ 679218 w 694168"/>
                  <a:gd name="connsiteY13" fmla="*/ 420793 h 1196380"/>
                  <a:gd name="connsiteX14" fmla="*/ 316131 w 694168"/>
                  <a:gd name="connsiteY14" fmla="*/ 17447 h 1196380"/>
                  <a:gd name="connsiteX15" fmla="*/ 314882 w 694168"/>
                  <a:gd name="connsiteY15" fmla="*/ 0 h 1196380"/>
                  <a:gd name="connsiteX16" fmla="*/ 563594 w 694168"/>
                  <a:gd name="connsiteY16" fmla="*/ 68471 h 1196380"/>
                  <a:gd name="connsiteX17" fmla="*/ 694168 w 694168"/>
                  <a:gd name="connsiteY17" fmla="*/ 420787 h 1196380"/>
                  <a:gd name="connsiteX18" fmla="*/ 576030 w 694168"/>
                  <a:gd name="connsiteY18" fmla="*/ 720816 h 1196380"/>
                  <a:gd name="connsiteX19" fmla="*/ 576030 w 694168"/>
                  <a:gd name="connsiteY19" fmla="*/ 1015865 h 1196380"/>
                  <a:gd name="connsiteX20" fmla="*/ 395714 w 694168"/>
                  <a:gd name="connsiteY20" fmla="*/ 1196380 h 1196380"/>
                  <a:gd name="connsiteX21" fmla="*/ 215398 w 694168"/>
                  <a:gd name="connsiteY21" fmla="*/ 1015865 h 1196380"/>
                  <a:gd name="connsiteX22" fmla="*/ 215398 w 694168"/>
                  <a:gd name="connsiteY22" fmla="*/ 827880 h 1196380"/>
                  <a:gd name="connsiteX23" fmla="*/ 175604 w 694168"/>
                  <a:gd name="connsiteY23" fmla="*/ 829125 h 1196380"/>
                  <a:gd name="connsiteX24" fmla="*/ 77363 w 694168"/>
                  <a:gd name="connsiteY24" fmla="*/ 789287 h 1196380"/>
                  <a:gd name="connsiteX25" fmla="*/ 262 w 694168"/>
                  <a:gd name="connsiteY25" fmla="*/ 378459 h 1196380"/>
                  <a:gd name="connsiteX26" fmla="*/ 262 w 694168"/>
                  <a:gd name="connsiteY26" fmla="*/ 341111 h 1196380"/>
                  <a:gd name="connsiteX27" fmla="*/ 314882 w 694168"/>
                  <a:gd name="connsiteY27" fmla="*/ 0 h 1196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94168" h="1196380">
                    <a:moveTo>
                      <a:pt x="316131" y="17447"/>
                    </a:moveTo>
                    <a:cubicBezTo>
                      <a:pt x="147022" y="17447"/>
                      <a:pt x="17703" y="41100"/>
                      <a:pt x="17703" y="341120"/>
                    </a:cubicBezTo>
                    <a:cubicBezTo>
                      <a:pt x="17703" y="353569"/>
                      <a:pt x="17703" y="366018"/>
                      <a:pt x="17703" y="378467"/>
                    </a:cubicBezTo>
                    <a:cubicBezTo>
                      <a:pt x="17703" y="524119"/>
                      <a:pt x="16460" y="703384"/>
                      <a:pt x="89823" y="778078"/>
                    </a:cubicBezTo>
                    <a:cubicBezTo>
                      <a:pt x="113449" y="800486"/>
                      <a:pt x="142048" y="811690"/>
                      <a:pt x="176864" y="811690"/>
                    </a:cubicBezTo>
                    <a:cubicBezTo>
                      <a:pt x="191786" y="811690"/>
                      <a:pt x="207951" y="811690"/>
                      <a:pt x="224116" y="810445"/>
                    </a:cubicBezTo>
                    <a:cubicBezTo>
                      <a:pt x="226602" y="810445"/>
                      <a:pt x="229089" y="810445"/>
                      <a:pt x="230333" y="811690"/>
                    </a:cubicBezTo>
                    <a:cubicBezTo>
                      <a:pt x="231576" y="812935"/>
                      <a:pt x="232820" y="815425"/>
                      <a:pt x="232820" y="817915"/>
                    </a:cubicBezTo>
                    <a:lnTo>
                      <a:pt x="232820" y="1015853"/>
                    </a:lnTo>
                    <a:cubicBezTo>
                      <a:pt x="232820" y="1105485"/>
                      <a:pt x="306183" y="1180179"/>
                      <a:pt x="396955" y="1180179"/>
                    </a:cubicBezTo>
                    <a:cubicBezTo>
                      <a:pt x="487727" y="1180179"/>
                      <a:pt x="559847" y="1105485"/>
                      <a:pt x="559847" y="1015853"/>
                    </a:cubicBezTo>
                    <a:lnTo>
                      <a:pt x="559847" y="717078"/>
                    </a:lnTo>
                    <a:cubicBezTo>
                      <a:pt x="559847" y="713343"/>
                      <a:pt x="562334" y="712098"/>
                      <a:pt x="564821" y="710854"/>
                    </a:cubicBezTo>
                    <a:cubicBezTo>
                      <a:pt x="660566" y="648609"/>
                      <a:pt x="679218" y="557731"/>
                      <a:pt x="679218" y="420793"/>
                    </a:cubicBezTo>
                    <a:cubicBezTo>
                      <a:pt x="679218" y="59773"/>
                      <a:pt x="471562" y="17447"/>
                      <a:pt x="316131" y="17447"/>
                    </a:cubicBezTo>
                    <a:close/>
                    <a:moveTo>
                      <a:pt x="314882" y="0"/>
                    </a:moveTo>
                    <a:cubicBezTo>
                      <a:pt x="383278" y="0"/>
                      <a:pt x="484006" y="7470"/>
                      <a:pt x="563594" y="68471"/>
                    </a:cubicBezTo>
                    <a:cubicBezTo>
                      <a:pt x="650643" y="135698"/>
                      <a:pt x="694168" y="253966"/>
                      <a:pt x="694168" y="420787"/>
                    </a:cubicBezTo>
                    <a:cubicBezTo>
                      <a:pt x="694168" y="558975"/>
                      <a:pt x="674271" y="656079"/>
                      <a:pt x="576030" y="720816"/>
                    </a:cubicBezTo>
                    <a:lnTo>
                      <a:pt x="576030" y="1015865"/>
                    </a:lnTo>
                    <a:cubicBezTo>
                      <a:pt x="576030" y="1115459"/>
                      <a:pt x="495199" y="1196380"/>
                      <a:pt x="395714" y="1196380"/>
                    </a:cubicBezTo>
                    <a:cubicBezTo>
                      <a:pt x="296229" y="1196380"/>
                      <a:pt x="215398" y="1115459"/>
                      <a:pt x="215398" y="1015865"/>
                    </a:cubicBezTo>
                    <a:lnTo>
                      <a:pt x="215398" y="827880"/>
                    </a:lnTo>
                    <a:cubicBezTo>
                      <a:pt x="200475" y="827880"/>
                      <a:pt x="188039" y="829125"/>
                      <a:pt x="175604" y="829125"/>
                    </a:cubicBezTo>
                    <a:cubicBezTo>
                      <a:pt x="137054" y="829125"/>
                      <a:pt x="103477" y="815431"/>
                      <a:pt x="77363" y="789287"/>
                    </a:cubicBezTo>
                    <a:cubicBezTo>
                      <a:pt x="-982" y="710856"/>
                      <a:pt x="-982" y="526606"/>
                      <a:pt x="262" y="378459"/>
                    </a:cubicBezTo>
                    <a:cubicBezTo>
                      <a:pt x="262" y="366010"/>
                      <a:pt x="262" y="353561"/>
                      <a:pt x="262" y="341111"/>
                    </a:cubicBezTo>
                    <a:cubicBezTo>
                      <a:pt x="262" y="26144"/>
                      <a:pt x="142028" y="0"/>
                      <a:pt x="3148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9ECFAD56-A6AC-1842-9C96-E35C6AB92D40}"/>
                  </a:ext>
                </a:extLst>
              </p:cNvPr>
              <p:cNvSpPr/>
              <p:nvPr/>
            </p:nvSpPr>
            <p:spPr>
              <a:xfrm>
                <a:off x="10680176" y="10388568"/>
                <a:ext cx="112121" cy="236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" h="20">
                    <a:moveTo>
                      <a:pt x="6" y="20"/>
                    </a:moveTo>
                    <a:cubicBezTo>
                      <a:pt x="3" y="20"/>
                      <a:pt x="0" y="18"/>
                      <a:pt x="0" y="14"/>
                    </a:cubicBezTo>
                    <a:cubicBezTo>
                      <a:pt x="0" y="10"/>
                      <a:pt x="2" y="7"/>
                      <a:pt x="6" y="7"/>
                    </a:cubicBezTo>
                    <a:lnTo>
                      <a:pt x="84" y="0"/>
                    </a:lnTo>
                    <a:cubicBezTo>
                      <a:pt x="87" y="0"/>
                      <a:pt x="91" y="3"/>
                      <a:pt x="91" y="7"/>
                    </a:cubicBezTo>
                    <a:cubicBezTo>
                      <a:pt x="91" y="10"/>
                      <a:pt x="89" y="13"/>
                      <a:pt x="85" y="14"/>
                    </a:cubicBezTo>
                    <a:lnTo>
                      <a:pt x="7" y="2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24CBFED3-EB6F-0B47-B4EA-9DE53A0A7F5D}"/>
                  </a:ext>
                </a:extLst>
              </p:cNvPr>
              <p:cNvSpPr/>
              <p:nvPr/>
            </p:nvSpPr>
            <p:spPr>
              <a:xfrm>
                <a:off x="13021019" y="7411326"/>
                <a:ext cx="1326768" cy="11427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66" h="918">
                    <a:moveTo>
                      <a:pt x="1066" y="495"/>
                    </a:moveTo>
                    <a:cubicBezTo>
                      <a:pt x="1066" y="474"/>
                      <a:pt x="1059" y="456"/>
                      <a:pt x="1045" y="443"/>
                    </a:cubicBezTo>
                    <a:cubicBezTo>
                      <a:pt x="1056" y="427"/>
                      <a:pt x="1062" y="406"/>
                      <a:pt x="1057" y="385"/>
                    </a:cubicBezTo>
                    <a:cubicBezTo>
                      <a:pt x="1053" y="364"/>
                      <a:pt x="1040" y="347"/>
                      <a:pt x="1022" y="337"/>
                    </a:cubicBezTo>
                    <a:cubicBezTo>
                      <a:pt x="1030" y="318"/>
                      <a:pt x="1030" y="297"/>
                      <a:pt x="1020" y="278"/>
                    </a:cubicBezTo>
                    <a:cubicBezTo>
                      <a:pt x="1011" y="259"/>
                      <a:pt x="994" y="245"/>
                      <a:pt x="975" y="239"/>
                    </a:cubicBezTo>
                    <a:cubicBezTo>
                      <a:pt x="978" y="220"/>
                      <a:pt x="973" y="199"/>
                      <a:pt x="959" y="183"/>
                    </a:cubicBezTo>
                    <a:cubicBezTo>
                      <a:pt x="945" y="166"/>
                      <a:pt x="927" y="157"/>
                      <a:pt x="907" y="156"/>
                    </a:cubicBezTo>
                    <a:cubicBezTo>
                      <a:pt x="905" y="136"/>
                      <a:pt x="895" y="117"/>
                      <a:pt x="878" y="105"/>
                    </a:cubicBezTo>
                    <a:cubicBezTo>
                      <a:pt x="862" y="92"/>
                      <a:pt x="841" y="88"/>
                      <a:pt x="822" y="91"/>
                    </a:cubicBezTo>
                    <a:cubicBezTo>
                      <a:pt x="815" y="72"/>
                      <a:pt x="802" y="56"/>
                      <a:pt x="783" y="47"/>
                    </a:cubicBezTo>
                    <a:cubicBezTo>
                      <a:pt x="763" y="39"/>
                      <a:pt x="742" y="39"/>
                      <a:pt x="724" y="45"/>
                    </a:cubicBezTo>
                    <a:cubicBezTo>
                      <a:pt x="714" y="29"/>
                      <a:pt x="697" y="16"/>
                      <a:pt x="677" y="12"/>
                    </a:cubicBezTo>
                    <a:cubicBezTo>
                      <a:pt x="656" y="7"/>
                      <a:pt x="636" y="12"/>
                      <a:pt x="619" y="23"/>
                    </a:cubicBezTo>
                    <a:cubicBezTo>
                      <a:pt x="606" y="8"/>
                      <a:pt x="587" y="0"/>
                      <a:pt x="566" y="0"/>
                    </a:cubicBezTo>
                    <a:lnTo>
                      <a:pt x="565" y="0"/>
                    </a:lnTo>
                    <a:cubicBezTo>
                      <a:pt x="546" y="0"/>
                      <a:pt x="530" y="7"/>
                      <a:pt x="516" y="18"/>
                    </a:cubicBezTo>
                    <a:cubicBezTo>
                      <a:pt x="502" y="6"/>
                      <a:pt x="484" y="-1"/>
                      <a:pt x="464" y="1"/>
                    </a:cubicBezTo>
                    <a:cubicBezTo>
                      <a:pt x="443" y="2"/>
                      <a:pt x="424" y="13"/>
                      <a:pt x="412" y="28"/>
                    </a:cubicBezTo>
                    <a:cubicBezTo>
                      <a:pt x="396" y="18"/>
                      <a:pt x="375" y="15"/>
                      <a:pt x="355" y="21"/>
                    </a:cubicBezTo>
                    <a:cubicBezTo>
                      <a:pt x="335" y="27"/>
                      <a:pt x="319" y="41"/>
                      <a:pt x="309" y="58"/>
                    </a:cubicBezTo>
                    <a:cubicBezTo>
                      <a:pt x="291" y="52"/>
                      <a:pt x="270" y="53"/>
                      <a:pt x="251" y="64"/>
                    </a:cubicBezTo>
                    <a:cubicBezTo>
                      <a:pt x="233" y="74"/>
                      <a:pt x="221" y="91"/>
                      <a:pt x="216" y="110"/>
                    </a:cubicBezTo>
                    <a:cubicBezTo>
                      <a:pt x="196" y="108"/>
                      <a:pt x="176" y="114"/>
                      <a:pt x="160" y="128"/>
                    </a:cubicBezTo>
                    <a:cubicBezTo>
                      <a:pt x="144" y="143"/>
                      <a:pt x="136" y="162"/>
                      <a:pt x="135" y="182"/>
                    </a:cubicBezTo>
                    <a:cubicBezTo>
                      <a:pt x="115" y="184"/>
                      <a:pt x="97" y="195"/>
                      <a:pt x="85" y="212"/>
                    </a:cubicBezTo>
                    <a:cubicBezTo>
                      <a:pt x="73" y="230"/>
                      <a:pt x="69" y="251"/>
                      <a:pt x="73" y="270"/>
                    </a:cubicBezTo>
                    <a:cubicBezTo>
                      <a:pt x="55" y="277"/>
                      <a:pt x="39" y="292"/>
                      <a:pt x="32" y="312"/>
                    </a:cubicBezTo>
                    <a:cubicBezTo>
                      <a:pt x="24" y="332"/>
                      <a:pt x="25" y="353"/>
                      <a:pt x="34" y="371"/>
                    </a:cubicBezTo>
                    <a:cubicBezTo>
                      <a:pt x="18" y="383"/>
                      <a:pt x="6" y="401"/>
                      <a:pt x="4" y="422"/>
                    </a:cubicBezTo>
                    <a:cubicBezTo>
                      <a:pt x="1" y="443"/>
                      <a:pt x="7" y="462"/>
                      <a:pt x="19" y="477"/>
                    </a:cubicBezTo>
                    <a:cubicBezTo>
                      <a:pt x="7" y="490"/>
                      <a:pt x="0" y="508"/>
                      <a:pt x="0" y="526"/>
                    </a:cubicBezTo>
                    <a:cubicBezTo>
                      <a:pt x="0" y="547"/>
                      <a:pt x="8" y="565"/>
                      <a:pt x="21" y="578"/>
                    </a:cubicBezTo>
                    <a:cubicBezTo>
                      <a:pt x="9" y="594"/>
                      <a:pt x="3" y="616"/>
                      <a:pt x="8" y="638"/>
                    </a:cubicBezTo>
                    <a:cubicBezTo>
                      <a:pt x="13" y="660"/>
                      <a:pt x="27" y="678"/>
                      <a:pt x="46" y="687"/>
                    </a:cubicBezTo>
                    <a:cubicBezTo>
                      <a:pt x="40" y="708"/>
                      <a:pt x="42" y="731"/>
                      <a:pt x="54" y="750"/>
                    </a:cubicBezTo>
                    <a:cubicBezTo>
                      <a:pt x="67" y="769"/>
                      <a:pt x="86" y="780"/>
                      <a:pt x="107" y="783"/>
                    </a:cubicBezTo>
                    <a:cubicBezTo>
                      <a:pt x="108" y="804"/>
                      <a:pt x="117" y="824"/>
                      <a:pt x="135" y="839"/>
                    </a:cubicBezTo>
                    <a:cubicBezTo>
                      <a:pt x="153" y="852"/>
                      <a:pt x="175" y="857"/>
                      <a:pt x="195" y="853"/>
                    </a:cubicBezTo>
                    <a:cubicBezTo>
                      <a:pt x="202" y="872"/>
                      <a:pt x="218" y="888"/>
                      <a:pt x="239" y="896"/>
                    </a:cubicBezTo>
                    <a:cubicBezTo>
                      <a:pt x="260" y="903"/>
                      <a:pt x="282" y="901"/>
                      <a:pt x="300" y="891"/>
                    </a:cubicBezTo>
                    <a:cubicBezTo>
                      <a:pt x="313" y="907"/>
                      <a:pt x="333" y="917"/>
                      <a:pt x="355" y="918"/>
                    </a:cubicBezTo>
                    <a:cubicBezTo>
                      <a:pt x="374" y="919"/>
                      <a:pt x="392" y="912"/>
                      <a:pt x="405" y="901"/>
                    </a:cubicBezTo>
                    <a:cubicBezTo>
                      <a:pt x="418" y="912"/>
                      <a:pt x="435" y="918"/>
                      <a:pt x="453" y="918"/>
                    </a:cubicBezTo>
                    <a:cubicBezTo>
                      <a:pt x="471" y="918"/>
                      <a:pt x="489" y="912"/>
                      <a:pt x="502" y="901"/>
                    </a:cubicBezTo>
                    <a:cubicBezTo>
                      <a:pt x="514" y="912"/>
                      <a:pt x="531" y="918"/>
                      <a:pt x="549" y="918"/>
                    </a:cubicBezTo>
                    <a:cubicBezTo>
                      <a:pt x="567" y="918"/>
                      <a:pt x="584" y="912"/>
                      <a:pt x="597" y="901"/>
                    </a:cubicBezTo>
                    <a:cubicBezTo>
                      <a:pt x="610" y="912"/>
                      <a:pt x="627" y="918"/>
                      <a:pt x="645" y="918"/>
                    </a:cubicBezTo>
                    <a:cubicBezTo>
                      <a:pt x="664" y="918"/>
                      <a:pt x="681" y="911"/>
                      <a:pt x="694" y="899"/>
                    </a:cubicBezTo>
                    <a:cubicBezTo>
                      <a:pt x="709" y="911"/>
                      <a:pt x="729" y="917"/>
                      <a:pt x="750" y="915"/>
                    </a:cubicBezTo>
                    <a:cubicBezTo>
                      <a:pt x="772" y="912"/>
                      <a:pt x="791" y="899"/>
                      <a:pt x="802" y="882"/>
                    </a:cubicBezTo>
                    <a:cubicBezTo>
                      <a:pt x="821" y="891"/>
                      <a:pt x="843" y="891"/>
                      <a:pt x="864" y="881"/>
                    </a:cubicBezTo>
                    <a:cubicBezTo>
                      <a:pt x="884" y="871"/>
                      <a:pt x="898" y="853"/>
                      <a:pt x="903" y="833"/>
                    </a:cubicBezTo>
                    <a:cubicBezTo>
                      <a:pt x="924" y="835"/>
                      <a:pt x="945" y="828"/>
                      <a:pt x="961" y="812"/>
                    </a:cubicBezTo>
                    <a:cubicBezTo>
                      <a:pt x="977" y="796"/>
                      <a:pt x="985" y="775"/>
                      <a:pt x="983" y="754"/>
                    </a:cubicBezTo>
                    <a:cubicBezTo>
                      <a:pt x="1003" y="749"/>
                      <a:pt x="1022" y="735"/>
                      <a:pt x="1032" y="715"/>
                    </a:cubicBezTo>
                    <a:cubicBezTo>
                      <a:pt x="1042" y="694"/>
                      <a:pt x="1042" y="672"/>
                      <a:pt x="1033" y="652"/>
                    </a:cubicBezTo>
                    <a:cubicBezTo>
                      <a:pt x="1050" y="640"/>
                      <a:pt x="1063" y="621"/>
                      <a:pt x="1065" y="598"/>
                    </a:cubicBezTo>
                    <a:cubicBezTo>
                      <a:pt x="1067" y="578"/>
                      <a:pt x="1060" y="558"/>
                      <a:pt x="1049" y="544"/>
                    </a:cubicBezTo>
                    <a:cubicBezTo>
                      <a:pt x="1060" y="531"/>
                      <a:pt x="1066" y="514"/>
                      <a:pt x="1066" y="49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3A0E9893-007B-6046-AD19-53C6B328AEE0}"/>
                  </a:ext>
                </a:extLst>
              </p:cNvPr>
              <p:cNvSpPr/>
              <p:nvPr/>
            </p:nvSpPr>
            <p:spPr>
              <a:xfrm>
                <a:off x="12957483" y="8628892"/>
                <a:ext cx="1536058" cy="4125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4" h="332">
                    <a:moveTo>
                      <a:pt x="1094" y="107"/>
                    </a:moveTo>
                    <a:cubicBezTo>
                      <a:pt x="956" y="14"/>
                      <a:pt x="755" y="0"/>
                      <a:pt x="755" y="0"/>
                    </a:cubicBezTo>
                    <a:lnTo>
                      <a:pt x="617" y="0"/>
                    </a:lnTo>
                    <a:lnTo>
                      <a:pt x="480" y="0"/>
                    </a:lnTo>
                    <a:cubicBezTo>
                      <a:pt x="480" y="0"/>
                      <a:pt x="278" y="14"/>
                      <a:pt x="141" y="107"/>
                    </a:cubicBezTo>
                    <a:cubicBezTo>
                      <a:pt x="3" y="198"/>
                      <a:pt x="0" y="332"/>
                      <a:pt x="0" y="332"/>
                    </a:cubicBezTo>
                    <a:lnTo>
                      <a:pt x="617" y="332"/>
                    </a:lnTo>
                    <a:lnTo>
                      <a:pt x="1234" y="332"/>
                    </a:lnTo>
                    <a:cubicBezTo>
                      <a:pt x="1234" y="332"/>
                      <a:pt x="1232" y="198"/>
                      <a:pt x="1094" y="10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4891CEDB-06DF-8241-B60A-6426E13E8B51}"/>
                  </a:ext>
                </a:extLst>
              </p:cNvPr>
              <p:cNvSpPr/>
              <p:nvPr/>
            </p:nvSpPr>
            <p:spPr>
              <a:xfrm>
                <a:off x="12948763" y="8620168"/>
                <a:ext cx="1553499" cy="429949"/>
              </a:xfrm>
              <a:custGeom>
                <a:avLst/>
                <a:gdLst>
                  <a:gd name="connsiteX0" fmla="*/ 606218 w 1553499"/>
                  <a:gd name="connsiteY0" fmla="*/ 16201 h 429949"/>
                  <a:gd name="connsiteX1" fmla="*/ 189220 w 1553499"/>
                  <a:gd name="connsiteY1" fmla="*/ 147887 h 429949"/>
                  <a:gd name="connsiteX2" fmla="*/ 39848 w 1553499"/>
                  <a:gd name="connsiteY2" fmla="*/ 326782 h 429949"/>
                  <a:gd name="connsiteX3" fmla="*/ 18687 w 1553499"/>
                  <a:gd name="connsiteY3" fmla="*/ 412502 h 429949"/>
                  <a:gd name="connsiteX4" fmla="*/ 1536061 w 1553499"/>
                  <a:gd name="connsiteY4" fmla="*/ 412502 h 429949"/>
                  <a:gd name="connsiteX5" fmla="*/ 1365528 w 1553499"/>
                  <a:gd name="connsiteY5" fmla="*/ 147887 h 429949"/>
                  <a:gd name="connsiteX6" fmla="*/ 947285 w 1553499"/>
                  <a:gd name="connsiteY6" fmla="*/ 16201 h 429949"/>
                  <a:gd name="connsiteX7" fmla="*/ 604968 w 1553499"/>
                  <a:gd name="connsiteY7" fmla="*/ 0 h 429949"/>
                  <a:gd name="connsiteX8" fmla="*/ 948531 w 1553499"/>
                  <a:gd name="connsiteY8" fmla="*/ 0 h 429949"/>
                  <a:gd name="connsiteX9" fmla="*/ 1375494 w 1553499"/>
                  <a:gd name="connsiteY9" fmla="*/ 134204 h 429949"/>
                  <a:gd name="connsiteX10" fmla="*/ 1529848 w 1553499"/>
                  <a:gd name="connsiteY10" fmla="*/ 320598 h 429949"/>
                  <a:gd name="connsiteX11" fmla="*/ 1553499 w 1553499"/>
                  <a:gd name="connsiteY11" fmla="*/ 421251 h 429949"/>
                  <a:gd name="connsiteX12" fmla="*/ 1551009 w 1553499"/>
                  <a:gd name="connsiteY12" fmla="*/ 427464 h 429949"/>
                  <a:gd name="connsiteX13" fmla="*/ 1544785 w 1553499"/>
                  <a:gd name="connsiteY13" fmla="*/ 429949 h 429949"/>
                  <a:gd name="connsiteX14" fmla="*/ 8714 w 1553499"/>
                  <a:gd name="connsiteY14" fmla="*/ 429949 h 429949"/>
                  <a:gd name="connsiteX15" fmla="*/ 2490 w 1553499"/>
                  <a:gd name="connsiteY15" fmla="*/ 427464 h 429949"/>
                  <a:gd name="connsiteX16" fmla="*/ 0 w 1553499"/>
                  <a:gd name="connsiteY16" fmla="*/ 421251 h 429949"/>
                  <a:gd name="connsiteX17" fmla="*/ 23651 w 1553499"/>
                  <a:gd name="connsiteY17" fmla="*/ 320598 h 429949"/>
                  <a:gd name="connsiteX18" fmla="*/ 179250 w 1553499"/>
                  <a:gd name="connsiteY18" fmla="*/ 134204 h 429949"/>
                  <a:gd name="connsiteX19" fmla="*/ 604968 w 1553499"/>
                  <a:gd name="connsiteY19" fmla="*/ 0 h 4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53499" h="429949">
                    <a:moveTo>
                      <a:pt x="606218" y="16201"/>
                    </a:moveTo>
                    <a:cubicBezTo>
                      <a:pt x="604973" y="16201"/>
                      <a:pt x="356020" y="36078"/>
                      <a:pt x="189220" y="147887"/>
                    </a:cubicBezTo>
                    <a:cubicBezTo>
                      <a:pt x="102087" y="206276"/>
                      <a:pt x="59764" y="275846"/>
                      <a:pt x="39848" y="326782"/>
                    </a:cubicBezTo>
                    <a:cubicBezTo>
                      <a:pt x="23666" y="365294"/>
                      <a:pt x="19932" y="397594"/>
                      <a:pt x="18687" y="412502"/>
                    </a:cubicBezTo>
                    <a:lnTo>
                      <a:pt x="1536061" y="412502"/>
                    </a:lnTo>
                    <a:cubicBezTo>
                      <a:pt x="1532327" y="377717"/>
                      <a:pt x="1509921" y="243546"/>
                      <a:pt x="1365528" y="147887"/>
                    </a:cubicBezTo>
                    <a:cubicBezTo>
                      <a:pt x="1198729" y="36078"/>
                      <a:pt x="949775" y="16201"/>
                      <a:pt x="947285" y="16201"/>
                    </a:cubicBezTo>
                    <a:close/>
                    <a:moveTo>
                      <a:pt x="604968" y="0"/>
                    </a:moveTo>
                    <a:lnTo>
                      <a:pt x="948531" y="0"/>
                    </a:lnTo>
                    <a:cubicBezTo>
                      <a:pt x="951020" y="0"/>
                      <a:pt x="1203713" y="19882"/>
                      <a:pt x="1375494" y="134204"/>
                    </a:cubicBezTo>
                    <a:cubicBezTo>
                      <a:pt x="1465119" y="195092"/>
                      <a:pt x="1509931" y="268407"/>
                      <a:pt x="1529848" y="320598"/>
                    </a:cubicBezTo>
                    <a:cubicBezTo>
                      <a:pt x="1552254" y="377759"/>
                      <a:pt x="1553499" y="418765"/>
                      <a:pt x="1553499" y="421251"/>
                    </a:cubicBezTo>
                    <a:cubicBezTo>
                      <a:pt x="1553499" y="423736"/>
                      <a:pt x="1552254" y="424978"/>
                      <a:pt x="1551009" y="427464"/>
                    </a:cubicBezTo>
                    <a:cubicBezTo>
                      <a:pt x="1549765" y="428706"/>
                      <a:pt x="1547275" y="429949"/>
                      <a:pt x="1544785" y="429949"/>
                    </a:cubicBezTo>
                    <a:lnTo>
                      <a:pt x="8714" y="429949"/>
                    </a:lnTo>
                    <a:cubicBezTo>
                      <a:pt x="6224" y="429949"/>
                      <a:pt x="4979" y="428706"/>
                      <a:pt x="2490" y="427464"/>
                    </a:cubicBezTo>
                    <a:cubicBezTo>
                      <a:pt x="1245" y="424978"/>
                      <a:pt x="0" y="423736"/>
                      <a:pt x="0" y="421251"/>
                    </a:cubicBezTo>
                    <a:cubicBezTo>
                      <a:pt x="0" y="418765"/>
                      <a:pt x="2490" y="377759"/>
                      <a:pt x="23651" y="320598"/>
                    </a:cubicBezTo>
                    <a:cubicBezTo>
                      <a:pt x="44812" y="268407"/>
                      <a:pt x="88380" y="195092"/>
                      <a:pt x="179250" y="134204"/>
                    </a:cubicBezTo>
                    <a:cubicBezTo>
                      <a:pt x="351031" y="19882"/>
                      <a:pt x="602479" y="0"/>
                      <a:pt x="6049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C028AC45-5A7F-4D48-86CD-EF98ED4E25B8}"/>
                  </a:ext>
                </a:extLst>
              </p:cNvPr>
              <p:cNvSpPr/>
              <p:nvPr/>
            </p:nvSpPr>
            <p:spPr>
              <a:xfrm>
                <a:off x="13347416" y="7610723"/>
                <a:ext cx="677711" cy="117893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5" h="947">
                    <a:moveTo>
                      <a:pt x="545" y="330"/>
                    </a:moveTo>
                    <a:cubicBezTo>
                      <a:pt x="545" y="32"/>
                      <a:pt x="371" y="0"/>
                      <a:pt x="246" y="0"/>
                    </a:cubicBezTo>
                    <a:cubicBezTo>
                      <a:pt x="120" y="0"/>
                      <a:pt x="0" y="11"/>
                      <a:pt x="0" y="267"/>
                    </a:cubicBezTo>
                    <a:cubicBezTo>
                      <a:pt x="0" y="422"/>
                      <a:pt x="-11" y="652"/>
                      <a:pt x="134" y="652"/>
                    </a:cubicBezTo>
                    <a:cubicBezTo>
                      <a:pt x="146" y="652"/>
                      <a:pt x="159" y="651"/>
                      <a:pt x="172" y="650"/>
                    </a:cubicBezTo>
                    <a:lnTo>
                      <a:pt x="172" y="808"/>
                    </a:lnTo>
                    <a:cubicBezTo>
                      <a:pt x="172" y="885"/>
                      <a:pt x="235" y="947"/>
                      <a:pt x="311" y="947"/>
                    </a:cubicBezTo>
                    <a:cubicBezTo>
                      <a:pt x="387" y="947"/>
                      <a:pt x="449" y="885"/>
                      <a:pt x="449" y="808"/>
                    </a:cubicBezTo>
                    <a:lnTo>
                      <a:pt x="449" y="568"/>
                    </a:lnTo>
                    <a:cubicBezTo>
                      <a:pt x="528" y="518"/>
                      <a:pt x="545" y="443"/>
                      <a:pt x="545" y="33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706F4DAB-D030-8F40-A761-3C1E83B6CB85}"/>
                  </a:ext>
                </a:extLst>
              </p:cNvPr>
              <p:cNvSpPr/>
              <p:nvPr/>
            </p:nvSpPr>
            <p:spPr>
              <a:xfrm>
                <a:off x="13338430" y="7601999"/>
                <a:ext cx="694168" cy="1196380"/>
              </a:xfrm>
              <a:custGeom>
                <a:avLst/>
                <a:gdLst>
                  <a:gd name="connsiteX0" fmla="*/ 314885 w 694168"/>
                  <a:gd name="connsiteY0" fmla="*/ 16201 h 1196380"/>
                  <a:gd name="connsiteX1" fmla="*/ 16457 w 694168"/>
                  <a:gd name="connsiteY1" fmla="*/ 341119 h 1196380"/>
                  <a:gd name="connsiteX2" fmla="*/ 16457 w 694168"/>
                  <a:gd name="connsiteY2" fmla="*/ 378466 h 1196380"/>
                  <a:gd name="connsiteX3" fmla="*/ 88577 w 694168"/>
                  <a:gd name="connsiteY3" fmla="*/ 776832 h 1196380"/>
                  <a:gd name="connsiteX4" fmla="*/ 175618 w 694168"/>
                  <a:gd name="connsiteY4" fmla="*/ 811689 h 1196380"/>
                  <a:gd name="connsiteX5" fmla="*/ 222870 w 694168"/>
                  <a:gd name="connsiteY5" fmla="*/ 809199 h 1196380"/>
                  <a:gd name="connsiteX6" fmla="*/ 229087 w 694168"/>
                  <a:gd name="connsiteY6" fmla="*/ 811689 h 1196380"/>
                  <a:gd name="connsiteX7" fmla="*/ 231574 w 694168"/>
                  <a:gd name="connsiteY7" fmla="*/ 817913 h 1196380"/>
                  <a:gd name="connsiteX8" fmla="*/ 231574 w 694168"/>
                  <a:gd name="connsiteY8" fmla="*/ 1014607 h 1196380"/>
                  <a:gd name="connsiteX9" fmla="*/ 395709 w 694168"/>
                  <a:gd name="connsiteY9" fmla="*/ 1178933 h 1196380"/>
                  <a:gd name="connsiteX10" fmla="*/ 558601 w 694168"/>
                  <a:gd name="connsiteY10" fmla="*/ 1014607 h 1196380"/>
                  <a:gd name="connsiteX11" fmla="*/ 558601 w 694168"/>
                  <a:gd name="connsiteY11" fmla="*/ 715832 h 1196380"/>
                  <a:gd name="connsiteX12" fmla="*/ 563575 w 694168"/>
                  <a:gd name="connsiteY12" fmla="*/ 709608 h 1196380"/>
                  <a:gd name="connsiteX13" fmla="*/ 677972 w 694168"/>
                  <a:gd name="connsiteY13" fmla="*/ 419547 h 1196380"/>
                  <a:gd name="connsiteX14" fmla="*/ 314885 w 694168"/>
                  <a:gd name="connsiteY14" fmla="*/ 16201 h 1196380"/>
                  <a:gd name="connsiteX15" fmla="*/ 314882 w 694168"/>
                  <a:gd name="connsiteY15" fmla="*/ 0 h 1196380"/>
                  <a:gd name="connsiteX16" fmla="*/ 563594 w 694168"/>
                  <a:gd name="connsiteY16" fmla="*/ 68472 h 1196380"/>
                  <a:gd name="connsiteX17" fmla="*/ 694168 w 694168"/>
                  <a:gd name="connsiteY17" fmla="*/ 419542 h 1196380"/>
                  <a:gd name="connsiteX18" fmla="*/ 576030 w 694168"/>
                  <a:gd name="connsiteY18" fmla="*/ 720816 h 1196380"/>
                  <a:gd name="connsiteX19" fmla="*/ 576030 w 694168"/>
                  <a:gd name="connsiteY19" fmla="*/ 1014620 h 1196380"/>
                  <a:gd name="connsiteX20" fmla="*/ 395714 w 694168"/>
                  <a:gd name="connsiteY20" fmla="*/ 1196380 h 1196380"/>
                  <a:gd name="connsiteX21" fmla="*/ 215398 w 694168"/>
                  <a:gd name="connsiteY21" fmla="*/ 1014620 h 1196380"/>
                  <a:gd name="connsiteX22" fmla="*/ 215398 w 694168"/>
                  <a:gd name="connsiteY22" fmla="*/ 826635 h 1196380"/>
                  <a:gd name="connsiteX23" fmla="*/ 175604 w 694168"/>
                  <a:gd name="connsiteY23" fmla="*/ 827880 h 1196380"/>
                  <a:gd name="connsiteX24" fmla="*/ 77363 w 694168"/>
                  <a:gd name="connsiteY24" fmla="*/ 789287 h 1196380"/>
                  <a:gd name="connsiteX25" fmla="*/ 262 w 694168"/>
                  <a:gd name="connsiteY25" fmla="*/ 378460 h 1196380"/>
                  <a:gd name="connsiteX26" fmla="*/ 262 w 694168"/>
                  <a:gd name="connsiteY26" fmla="*/ 341112 h 1196380"/>
                  <a:gd name="connsiteX27" fmla="*/ 314882 w 694168"/>
                  <a:gd name="connsiteY27" fmla="*/ 0 h 1196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94168" h="1196380">
                    <a:moveTo>
                      <a:pt x="314885" y="16201"/>
                    </a:moveTo>
                    <a:cubicBezTo>
                      <a:pt x="145776" y="16201"/>
                      <a:pt x="16457" y="39854"/>
                      <a:pt x="16457" y="341119"/>
                    </a:cubicBezTo>
                    <a:cubicBezTo>
                      <a:pt x="16457" y="353568"/>
                      <a:pt x="16457" y="364772"/>
                      <a:pt x="16457" y="378466"/>
                    </a:cubicBezTo>
                    <a:cubicBezTo>
                      <a:pt x="16457" y="522874"/>
                      <a:pt x="15214" y="702138"/>
                      <a:pt x="88577" y="776832"/>
                    </a:cubicBezTo>
                    <a:cubicBezTo>
                      <a:pt x="112203" y="800485"/>
                      <a:pt x="139558" y="811689"/>
                      <a:pt x="175618" y="811689"/>
                    </a:cubicBezTo>
                    <a:cubicBezTo>
                      <a:pt x="190540" y="811689"/>
                      <a:pt x="206705" y="810444"/>
                      <a:pt x="222870" y="809199"/>
                    </a:cubicBezTo>
                    <a:cubicBezTo>
                      <a:pt x="225356" y="809199"/>
                      <a:pt x="227843" y="810444"/>
                      <a:pt x="229087" y="811689"/>
                    </a:cubicBezTo>
                    <a:cubicBezTo>
                      <a:pt x="230330" y="812934"/>
                      <a:pt x="231574" y="815424"/>
                      <a:pt x="231574" y="817913"/>
                    </a:cubicBezTo>
                    <a:lnTo>
                      <a:pt x="231574" y="1014607"/>
                    </a:lnTo>
                    <a:cubicBezTo>
                      <a:pt x="231574" y="1105484"/>
                      <a:pt x="304937" y="1178933"/>
                      <a:pt x="395709" y="1178933"/>
                    </a:cubicBezTo>
                    <a:cubicBezTo>
                      <a:pt x="486481" y="1178933"/>
                      <a:pt x="558601" y="1105484"/>
                      <a:pt x="558601" y="1014607"/>
                    </a:cubicBezTo>
                    <a:lnTo>
                      <a:pt x="558601" y="715832"/>
                    </a:lnTo>
                    <a:cubicBezTo>
                      <a:pt x="558601" y="713342"/>
                      <a:pt x="561088" y="710853"/>
                      <a:pt x="563575" y="709608"/>
                    </a:cubicBezTo>
                    <a:cubicBezTo>
                      <a:pt x="659320" y="648608"/>
                      <a:pt x="677972" y="556486"/>
                      <a:pt x="677972" y="419547"/>
                    </a:cubicBezTo>
                    <a:cubicBezTo>
                      <a:pt x="677972" y="57283"/>
                      <a:pt x="470316" y="16201"/>
                      <a:pt x="314885" y="16201"/>
                    </a:cubicBezTo>
                    <a:close/>
                    <a:moveTo>
                      <a:pt x="314882" y="0"/>
                    </a:moveTo>
                    <a:cubicBezTo>
                      <a:pt x="383278" y="0"/>
                      <a:pt x="484006" y="6225"/>
                      <a:pt x="563594" y="68472"/>
                    </a:cubicBezTo>
                    <a:cubicBezTo>
                      <a:pt x="650643" y="134453"/>
                      <a:pt x="694168" y="253966"/>
                      <a:pt x="694168" y="419542"/>
                    </a:cubicBezTo>
                    <a:cubicBezTo>
                      <a:pt x="694168" y="557730"/>
                      <a:pt x="674271" y="656080"/>
                      <a:pt x="576030" y="720816"/>
                    </a:cubicBezTo>
                    <a:lnTo>
                      <a:pt x="576030" y="1014620"/>
                    </a:lnTo>
                    <a:cubicBezTo>
                      <a:pt x="576030" y="1114215"/>
                      <a:pt x="495199" y="1196380"/>
                      <a:pt x="395714" y="1196380"/>
                    </a:cubicBezTo>
                    <a:cubicBezTo>
                      <a:pt x="296229" y="1196380"/>
                      <a:pt x="215398" y="1114215"/>
                      <a:pt x="215398" y="1014620"/>
                    </a:cubicBezTo>
                    <a:lnTo>
                      <a:pt x="215398" y="826635"/>
                    </a:lnTo>
                    <a:cubicBezTo>
                      <a:pt x="201719" y="827880"/>
                      <a:pt x="188039" y="827880"/>
                      <a:pt x="175604" y="827880"/>
                    </a:cubicBezTo>
                    <a:cubicBezTo>
                      <a:pt x="137054" y="827880"/>
                      <a:pt x="103477" y="814186"/>
                      <a:pt x="77363" y="789287"/>
                    </a:cubicBezTo>
                    <a:cubicBezTo>
                      <a:pt x="-982" y="709612"/>
                      <a:pt x="-982" y="526607"/>
                      <a:pt x="262" y="378460"/>
                    </a:cubicBezTo>
                    <a:cubicBezTo>
                      <a:pt x="262" y="364765"/>
                      <a:pt x="262" y="353561"/>
                      <a:pt x="262" y="341112"/>
                    </a:cubicBezTo>
                    <a:cubicBezTo>
                      <a:pt x="262" y="24899"/>
                      <a:pt x="142028" y="0"/>
                      <a:pt x="3148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BDF015C0-E72D-1C4B-9A1B-0452B4E50E4F}"/>
                  </a:ext>
                </a:extLst>
              </p:cNvPr>
              <p:cNvSpPr/>
              <p:nvPr/>
            </p:nvSpPr>
            <p:spPr>
              <a:xfrm>
                <a:off x="13554217" y="8404567"/>
                <a:ext cx="112121" cy="236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" h="20">
                    <a:moveTo>
                      <a:pt x="6" y="20"/>
                    </a:moveTo>
                    <a:cubicBezTo>
                      <a:pt x="3" y="20"/>
                      <a:pt x="0" y="16"/>
                      <a:pt x="0" y="13"/>
                    </a:cubicBezTo>
                    <a:cubicBezTo>
                      <a:pt x="0" y="10"/>
                      <a:pt x="2" y="6"/>
                      <a:pt x="6" y="6"/>
                    </a:cubicBezTo>
                    <a:lnTo>
                      <a:pt x="84" y="0"/>
                    </a:lnTo>
                    <a:cubicBezTo>
                      <a:pt x="87" y="-1"/>
                      <a:pt x="91" y="2"/>
                      <a:pt x="91" y="6"/>
                    </a:cubicBezTo>
                    <a:cubicBezTo>
                      <a:pt x="91" y="10"/>
                      <a:pt x="89" y="13"/>
                      <a:pt x="85" y="13"/>
                    </a:cubicBezTo>
                    <a:lnTo>
                      <a:pt x="7" y="2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93C50531-27B7-3F48-882D-666F40C9AA39}"/>
                  </a:ext>
                </a:extLst>
              </p:cNvPr>
              <p:cNvSpPr/>
              <p:nvPr/>
            </p:nvSpPr>
            <p:spPr>
              <a:xfrm>
                <a:off x="13253978" y="7498562"/>
                <a:ext cx="962997" cy="91971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74" h="739">
                    <a:moveTo>
                      <a:pt x="774" y="414"/>
                    </a:moveTo>
                    <a:cubicBezTo>
                      <a:pt x="774" y="394"/>
                      <a:pt x="766" y="377"/>
                      <a:pt x="754" y="364"/>
                    </a:cubicBezTo>
                    <a:cubicBezTo>
                      <a:pt x="766" y="348"/>
                      <a:pt x="770" y="328"/>
                      <a:pt x="767" y="308"/>
                    </a:cubicBezTo>
                    <a:cubicBezTo>
                      <a:pt x="763" y="286"/>
                      <a:pt x="750" y="268"/>
                      <a:pt x="732" y="258"/>
                    </a:cubicBezTo>
                    <a:cubicBezTo>
                      <a:pt x="740" y="239"/>
                      <a:pt x="739" y="217"/>
                      <a:pt x="729" y="197"/>
                    </a:cubicBezTo>
                    <a:cubicBezTo>
                      <a:pt x="719" y="178"/>
                      <a:pt x="700" y="165"/>
                      <a:pt x="680" y="160"/>
                    </a:cubicBezTo>
                    <a:cubicBezTo>
                      <a:pt x="681" y="140"/>
                      <a:pt x="674" y="119"/>
                      <a:pt x="658" y="104"/>
                    </a:cubicBezTo>
                    <a:cubicBezTo>
                      <a:pt x="642" y="89"/>
                      <a:pt x="621" y="82"/>
                      <a:pt x="601" y="84"/>
                    </a:cubicBezTo>
                    <a:cubicBezTo>
                      <a:pt x="595" y="64"/>
                      <a:pt x="581" y="47"/>
                      <a:pt x="562" y="37"/>
                    </a:cubicBezTo>
                    <a:cubicBezTo>
                      <a:pt x="542" y="28"/>
                      <a:pt x="520" y="28"/>
                      <a:pt x="501" y="36"/>
                    </a:cubicBezTo>
                    <a:cubicBezTo>
                      <a:pt x="490" y="19"/>
                      <a:pt x="473" y="7"/>
                      <a:pt x="452" y="4"/>
                    </a:cubicBezTo>
                    <a:cubicBezTo>
                      <a:pt x="431" y="0"/>
                      <a:pt x="409" y="7"/>
                      <a:pt x="394" y="20"/>
                    </a:cubicBezTo>
                    <a:cubicBezTo>
                      <a:pt x="378" y="6"/>
                      <a:pt x="357" y="0"/>
                      <a:pt x="335" y="3"/>
                    </a:cubicBezTo>
                    <a:cubicBezTo>
                      <a:pt x="322" y="6"/>
                      <a:pt x="311" y="11"/>
                      <a:pt x="301" y="18"/>
                    </a:cubicBezTo>
                    <a:cubicBezTo>
                      <a:pt x="286" y="5"/>
                      <a:pt x="265" y="-2"/>
                      <a:pt x="244" y="1"/>
                    </a:cubicBezTo>
                    <a:cubicBezTo>
                      <a:pt x="222" y="3"/>
                      <a:pt x="204" y="15"/>
                      <a:pt x="192" y="31"/>
                    </a:cubicBezTo>
                    <a:cubicBezTo>
                      <a:pt x="174" y="23"/>
                      <a:pt x="152" y="22"/>
                      <a:pt x="133" y="31"/>
                    </a:cubicBezTo>
                    <a:cubicBezTo>
                      <a:pt x="112" y="40"/>
                      <a:pt x="97" y="57"/>
                      <a:pt x="91" y="77"/>
                    </a:cubicBezTo>
                    <a:cubicBezTo>
                      <a:pt x="62" y="75"/>
                      <a:pt x="32" y="91"/>
                      <a:pt x="19" y="119"/>
                    </a:cubicBezTo>
                    <a:cubicBezTo>
                      <a:pt x="13" y="132"/>
                      <a:pt x="12" y="144"/>
                      <a:pt x="12" y="156"/>
                    </a:cubicBezTo>
                    <a:cubicBezTo>
                      <a:pt x="1" y="173"/>
                      <a:pt x="-3" y="195"/>
                      <a:pt x="3" y="216"/>
                    </a:cubicBezTo>
                    <a:cubicBezTo>
                      <a:pt x="15" y="255"/>
                      <a:pt x="56" y="278"/>
                      <a:pt x="95" y="267"/>
                    </a:cubicBezTo>
                    <a:cubicBezTo>
                      <a:pt x="109" y="262"/>
                      <a:pt x="120" y="255"/>
                      <a:pt x="129" y="246"/>
                    </a:cubicBezTo>
                    <a:cubicBezTo>
                      <a:pt x="141" y="253"/>
                      <a:pt x="155" y="258"/>
                      <a:pt x="170" y="257"/>
                    </a:cubicBezTo>
                    <a:cubicBezTo>
                      <a:pt x="186" y="256"/>
                      <a:pt x="201" y="251"/>
                      <a:pt x="212" y="242"/>
                    </a:cubicBezTo>
                    <a:cubicBezTo>
                      <a:pt x="223" y="252"/>
                      <a:pt x="237" y="259"/>
                      <a:pt x="252" y="261"/>
                    </a:cubicBezTo>
                    <a:cubicBezTo>
                      <a:pt x="267" y="262"/>
                      <a:pt x="282" y="260"/>
                      <a:pt x="295" y="254"/>
                    </a:cubicBezTo>
                    <a:cubicBezTo>
                      <a:pt x="303" y="264"/>
                      <a:pt x="314" y="273"/>
                      <a:pt x="328" y="278"/>
                    </a:cubicBezTo>
                    <a:cubicBezTo>
                      <a:pt x="339" y="283"/>
                      <a:pt x="352" y="284"/>
                      <a:pt x="364" y="282"/>
                    </a:cubicBezTo>
                    <a:cubicBezTo>
                      <a:pt x="368" y="293"/>
                      <a:pt x="374" y="302"/>
                      <a:pt x="382" y="311"/>
                    </a:cubicBezTo>
                    <a:cubicBezTo>
                      <a:pt x="391" y="319"/>
                      <a:pt x="402" y="325"/>
                      <a:pt x="413" y="328"/>
                    </a:cubicBezTo>
                    <a:cubicBezTo>
                      <a:pt x="412" y="340"/>
                      <a:pt x="415" y="353"/>
                      <a:pt x="420" y="365"/>
                    </a:cubicBezTo>
                    <a:cubicBezTo>
                      <a:pt x="426" y="378"/>
                      <a:pt x="436" y="389"/>
                      <a:pt x="448" y="397"/>
                    </a:cubicBezTo>
                    <a:cubicBezTo>
                      <a:pt x="447" y="398"/>
                      <a:pt x="446" y="400"/>
                      <a:pt x="446" y="403"/>
                    </a:cubicBezTo>
                    <a:cubicBezTo>
                      <a:pt x="442" y="414"/>
                      <a:pt x="455" y="423"/>
                      <a:pt x="466" y="417"/>
                    </a:cubicBezTo>
                    <a:cubicBezTo>
                      <a:pt x="482" y="408"/>
                      <a:pt x="502" y="403"/>
                      <a:pt x="526" y="420"/>
                    </a:cubicBezTo>
                    <a:cubicBezTo>
                      <a:pt x="573" y="455"/>
                      <a:pt x="562" y="544"/>
                      <a:pt x="507" y="571"/>
                    </a:cubicBezTo>
                    <a:cubicBezTo>
                      <a:pt x="494" y="578"/>
                      <a:pt x="485" y="593"/>
                      <a:pt x="486" y="609"/>
                    </a:cubicBezTo>
                    <a:cubicBezTo>
                      <a:pt x="487" y="617"/>
                      <a:pt x="489" y="625"/>
                      <a:pt x="491" y="633"/>
                    </a:cubicBezTo>
                    <a:cubicBezTo>
                      <a:pt x="502" y="659"/>
                      <a:pt x="526" y="676"/>
                      <a:pt x="553" y="679"/>
                    </a:cubicBezTo>
                    <a:cubicBezTo>
                      <a:pt x="558" y="712"/>
                      <a:pt x="586" y="738"/>
                      <a:pt x="621" y="739"/>
                    </a:cubicBezTo>
                    <a:cubicBezTo>
                      <a:pt x="622" y="739"/>
                      <a:pt x="624" y="739"/>
                      <a:pt x="626" y="739"/>
                    </a:cubicBezTo>
                    <a:cubicBezTo>
                      <a:pt x="663" y="739"/>
                      <a:pt x="695" y="711"/>
                      <a:pt x="699" y="674"/>
                    </a:cubicBezTo>
                    <a:cubicBezTo>
                      <a:pt x="725" y="669"/>
                      <a:pt x="747" y="649"/>
                      <a:pt x="754" y="622"/>
                    </a:cubicBezTo>
                    <a:cubicBezTo>
                      <a:pt x="761" y="601"/>
                      <a:pt x="757" y="581"/>
                      <a:pt x="747" y="564"/>
                    </a:cubicBezTo>
                    <a:cubicBezTo>
                      <a:pt x="761" y="551"/>
                      <a:pt x="770" y="533"/>
                      <a:pt x="772" y="514"/>
                    </a:cubicBezTo>
                    <a:cubicBezTo>
                      <a:pt x="773" y="495"/>
                      <a:pt x="767" y="477"/>
                      <a:pt x="756" y="463"/>
                    </a:cubicBezTo>
                    <a:cubicBezTo>
                      <a:pt x="767" y="450"/>
                      <a:pt x="774" y="433"/>
                      <a:pt x="774" y="4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2A0714B7-3455-B94B-9B86-57F218096E06}"/>
                  </a:ext>
                </a:extLst>
              </p:cNvPr>
              <p:cNvSpPr/>
              <p:nvPr/>
            </p:nvSpPr>
            <p:spPr>
              <a:xfrm>
                <a:off x="10388661" y="9356690"/>
                <a:ext cx="966734" cy="9745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77" h="783">
                    <a:moveTo>
                      <a:pt x="750" y="418"/>
                    </a:moveTo>
                    <a:cubicBezTo>
                      <a:pt x="766" y="394"/>
                      <a:pt x="799" y="333"/>
                      <a:pt x="755" y="275"/>
                    </a:cubicBezTo>
                    <a:cubicBezTo>
                      <a:pt x="751" y="271"/>
                      <a:pt x="750" y="264"/>
                      <a:pt x="751" y="259"/>
                    </a:cubicBezTo>
                    <a:cubicBezTo>
                      <a:pt x="757" y="233"/>
                      <a:pt x="763" y="186"/>
                      <a:pt x="740" y="153"/>
                    </a:cubicBezTo>
                    <a:cubicBezTo>
                      <a:pt x="720" y="124"/>
                      <a:pt x="684" y="119"/>
                      <a:pt x="657" y="121"/>
                    </a:cubicBezTo>
                    <a:cubicBezTo>
                      <a:pt x="648" y="121"/>
                      <a:pt x="639" y="115"/>
                      <a:pt x="638" y="106"/>
                    </a:cubicBezTo>
                    <a:cubicBezTo>
                      <a:pt x="633" y="85"/>
                      <a:pt x="621" y="57"/>
                      <a:pt x="592" y="44"/>
                    </a:cubicBezTo>
                    <a:cubicBezTo>
                      <a:pt x="563" y="30"/>
                      <a:pt x="533" y="40"/>
                      <a:pt x="512" y="50"/>
                    </a:cubicBezTo>
                    <a:cubicBezTo>
                      <a:pt x="503" y="55"/>
                      <a:pt x="492" y="52"/>
                      <a:pt x="487" y="43"/>
                    </a:cubicBezTo>
                    <a:cubicBezTo>
                      <a:pt x="477" y="25"/>
                      <a:pt x="458" y="3"/>
                      <a:pt x="425" y="0"/>
                    </a:cubicBezTo>
                    <a:cubicBezTo>
                      <a:pt x="388" y="-3"/>
                      <a:pt x="351" y="19"/>
                      <a:pt x="327" y="38"/>
                    </a:cubicBezTo>
                    <a:cubicBezTo>
                      <a:pt x="320" y="45"/>
                      <a:pt x="308" y="44"/>
                      <a:pt x="301" y="37"/>
                    </a:cubicBezTo>
                    <a:cubicBezTo>
                      <a:pt x="287" y="22"/>
                      <a:pt x="261" y="4"/>
                      <a:pt x="222" y="6"/>
                    </a:cubicBezTo>
                    <a:cubicBezTo>
                      <a:pt x="172" y="8"/>
                      <a:pt x="142" y="61"/>
                      <a:pt x="129" y="93"/>
                    </a:cubicBezTo>
                    <a:cubicBezTo>
                      <a:pt x="126" y="100"/>
                      <a:pt x="119" y="104"/>
                      <a:pt x="111" y="105"/>
                    </a:cubicBezTo>
                    <a:cubicBezTo>
                      <a:pt x="87" y="106"/>
                      <a:pt x="43" y="112"/>
                      <a:pt x="17" y="147"/>
                    </a:cubicBezTo>
                    <a:cubicBezTo>
                      <a:pt x="-5" y="177"/>
                      <a:pt x="-6" y="232"/>
                      <a:pt x="16" y="269"/>
                    </a:cubicBezTo>
                    <a:cubicBezTo>
                      <a:pt x="32" y="297"/>
                      <a:pt x="60" y="311"/>
                      <a:pt x="92" y="307"/>
                    </a:cubicBezTo>
                    <a:lnTo>
                      <a:pt x="292" y="307"/>
                    </a:lnTo>
                    <a:cubicBezTo>
                      <a:pt x="303" y="307"/>
                      <a:pt x="312" y="317"/>
                      <a:pt x="312" y="327"/>
                    </a:cubicBezTo>
                    <a:lnTo>
                      <a:pt x="312" y="438"/>
                    </a:lnTo>
                    <a:cubicBezTo>
                      <a:pt x="312" y="456"/>
                      <a:pt x="326" y="471"/>
                      <a:pt x="345" y="471"/>
                    </a:cubicBezTo>
                    <a:lnTo>
                      <a:pt x="372" y="471"/>
                    </a:lnTo>
                    <a:cubicBezTo>
                      <a:pt x="383" y="471"/>
                      <a:pt x="392" y="480"/>
                      <a:pt x="392" y="491"/>
                    </a:cubicBezTo>
                    <a:lnTo>
                      <a:pt x="392" y="581"/>
                    </a:lnTo>
                    <a:cubicBezTo>
                      <a:pt x="392" y="599"/>
                      <a:pt x="407" y="614"/>
                      <a:pt x="425" y="614"/>
                    </a:cubicBezTo>
                    <a:lnTo>
                      <a:pt x="433" y="614"/>
                    </a:lnTo>
                    <a:cubicBezTo>
                      <a:pt x="451" y="614"/>
                      <a:pt x="466" y="599"/>
                      <a:pt x="466" y="581"/>
                    </a:cubicBezTo>
                    <a:lnTo>
                      <a:pt x="466" y="507"/>
                    </a:lnTo>
                    <a:cubicBezTo>
                      <a:pt x="466" y="504"/>
                      <a:pt x="468" y="500"/>
                      <a:pt x="470" y="496"/>
                    </a:cubicBezTo>
                    <a:cubicBezTo>
                      <a:pt x="477" y="485"/>
                      <a:pt x="495" y="466"/>
                      <a:pt x="526" y="473"/>
                    </a:cubicBezTo>
                    <a:cubicBezTo>
                      <a:pt x="544" y="477"/>
                      <a:pt x="561" y="520"/>
                      <a:pt x="562" y="564"/>
                    </a:cubicBezTo>
                    <a:cubicBezTo>
                      <a:pt x="562" y="584"/>
                      <a:pt x="559" y="650"/>
                      <a:pt x="507" y="664"/>
                    </a:cubicBezTo>
                    <a:cubicBezTo>
                      <a:pt x="492" y="668"/>
                      <a:pt x="481" y="681"/>
                      <a:pt x="481" y="695"/>
                    </a:cubicBezTo>
                    <a:cubicBezTo>
                      <a:pt x="480" y="714"/>
                      <a:pt x="485" y="742"/>
                      <a:pt x="513" y="765"/>
                    </a:cubicBezTo>
                    <a:cubicBezTo>
                      <a:pt x="527" y="776"/>
                      <a:pt x="543" y="783"/>
                      <a:pt x="559" y="783"/>
                    </a:cubicBezTo>
                    <a:cubicBezTo>
                      <a:pt x="568" y="783"/>
                      <a:pt x="578" y="780"/>
                      <a:pt x="587" y="776"/>
                    </a:cubicBezTo>
                    <a:cubicBezTo>
                      <a:pt x="618" y="763"/>
                      <a:pt x="639" y="731"/>
                      <a:pt x="641" y="691"/>
                    </a:cubicBezTo>
                    <a:cubicBezTo>
                      <a:pt x="642" y="683"/>
                      <a:pt x="648" y="676"/>
                      <a:pt x="656" y="673"/>
                    </a:cubicBezTo>
                    <a:cubicBezTo>
                      <a:pt x="677" y="668"/>
                      <a:pt x="710" y="648"/>
                      <a:pt x="703" y="583"/>
                    </a:cubicBezTo>
                    <a:cubicBezTo>
                      <a:pt x="702" y="575"/>
                      <a:pt x="706" y="567"/>
                      <a:pt x="713" y="564"/>
                    </a:cubicBezTo>
                    <a:cubicBezTo>
                      <a:pt x="737" y="551"/>
                      <a:pt x="772" y="517"/>
                      <a:pt x="747" y="436"/>
                    </a:cubicBezTo>
                    <a:cubicBezTo>
                      <a:pt x="745" y="430"/>
                      <a:pt x="746" y="423"/>
                      <a:pt x="750" y="41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7A2AA29D-3259-0140-9560-81ED1AF89F1C}"/>
                  </a:ext>
                </a:extLst>
              </p:cNvPr>
              <p:cNvSpPr/>
              <p:nvPr/>
            </p:nvSpPr>
            <p:spPr>
              <a:xfrm>
                <a:off x="13139365" y="9447661"/>
                <a:ext cx="1235825" cy="12175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93" h="978">
                    <a:moveTo>
                      <a:pt x="989" y="816"/>
                    </a:moveTo>
                    <a:cubicBezTo>
                      <a:pt x="983" y="799"/>
                      <a:pt x="975" y="776"/>
                      <a:pt x="965" y="751"/>
                    </a:cubicBezTo>
                    <a:cubicBezTo>
                      <a:pt x="938" y="677"/>
                      <a:pt x="900" y="576"/>
                      <a:pt x="880" y="488"/>
                    </a:cubicBezTo>
                    <a:cubicBezTo>
                      <a:pt x="794" y="104"/>
                      <a:pt x="733" y="0"/>
                      <a:pt x="465" y="0"/>
                    </a:cubicBezTo>
                    <a:cubicBezTo>
                      <a:pt x="189" y="0"/>
                      <a:pt x="134" y="204"/>
                      <a:pt x="117" y="425"/>
                    </a:cubicBezTo>
                    <a:cubicBezTo>
                      <a:pt x="106" y="563"/>
                      <a:pt x="58" y="699"/>
                      <a:pt x="27" y="789"/>
                    </a:cubicBezTo>
                    <a:cubicBezTo>
                      <a:pt x="16" y="818"/>
                      <a:pt x="8" y="844"/>
                      <a:pt x="2" y="862"/>
                    </a:cubicBezTo>
                    <a:cubicBezTo>
                      <a:pt x="-5" y="886"/>
                      <a:pt x="6" y="911"/>
                      <a:pt x="28" y="924"/>
                    </a:cubicBezTo>
                    <a:cubicBezTo>
                      <a:pt x="138" y="988"/>
                      <a:pt x="289" y="958"/>
                      <a:pt x="301" y="955"/>
                    </a:cubicBezTo>
                    <a:lnTo>
                      <a:pt x="466" y="946"/>
                    </a:lnTo>
                    <a:cubicBezTo>
                      <a:pt x="533" y="969"/>
                      <a:pt x="597" y="978"/>
                      <a:pt x="654" y="978"/>
                    </a:cubicBezTo>
                    <a:cubicBezTo>
                      <a:pt x="800" y="978"/>
                      <a:pt x="912" y="920"/>
                      <a:pt x="962" y="889"/>
                    </a:cubicBezTo>
                    <a:cubicBezTo>
                      <a:pt x="987" y="873"/>
                      <a:pt x="999" y="844"/>
                      <a:pt x="989" y="8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10E3E947-7F2E-A14E-92C3-B2A6F548CC5E}"/>
                  </a:ext>
                </a:extLst>
              </p:cNvPr>
              <p:cNvSpPr/>
              <p:nvPr/>
            </p:nvSpPr>
            <p:spPr>
              <a:xfrm>
                <a:off x="13035968" y="10620363"/>
                <a:ext cx="1484984" cy="3987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93" h="321">
                    <a:moveTo>
                      <a:pt x="1058" y="103"/>
                    </a:moveTo>
                    <a:cubicBezTo>
                      <a:pt x="924" y="14"/>
                      <a:pt x="730" y="0"/>
                      <a:pt x="730" y="0"/>
                    </a:cubicBezTo>
                    <a:lnTo>
                      <a:pt x="596" y="0"/>
                    </a:lnTo>
                    <a:lnTo>
                      <a:pt x="464" y="0"/>
                    </a:lnTo>
                    <a:cubicBezTo>
                      <a:pt x="464" y="0"/>
                      <a:pt x="269" y="14"/>
                      <a:pt x="136" y="103"/>
                    </a:cubicBezTo>
                    <a:cubicBezTo>
                      <a:pt x="3" y="192"/>
                      <a:pt x="0" y="321"/>
                      <a:pt x="0" y="321"/>
                    </a:cubicBezTo>
                    <a:lnTo>
                      <a:pt x="596" y="321"/>
                    </a:lnTo>
                    <a:lnTo>
                      <a:pt x="1193" y="321"/>
                    </a:lnTo>
                    <a:cubicBezTo>
                      <a:pt x="1193" y="321"/>
                      <a:pt x="1191" y="192"/>
                      <a:pt x="1058" y="10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DC3E563E-06D9-FF45-B150-4C580AD4EE18}"/>
                  </a:ext>
                </a:extLst>
              </p:cNvPr>
              <p:cNvSpPr/>
              <p:nvPr/>
            </p:nvSpPr>
            <p:spPr>
              <a:xfrm>
                <a:off x="13027248" y="10611639"/>
                <a:ext cx="1502425" cy="416241"/>
              </a:xfrm>
              <a:custGeom>
                <a:avLst/>
                <a:gdLst>
                  <a:gd name="connsiteX0" fmla="*/ 586285 w 1502425"/>
                  <a:gd name="connsiteY0" fmla="*/ 16201 h 416241"/>
                  <a:gd name="connsiteX1" fmla="*/ 182991 w 1502425"/>
                  <a:gd name="connsiteY1" fmla="*/ 144146 h 416241"/>
                  <a:gd name="connsiteX2" fmla="*/ 39846 w 1502425"/>
                  <a:gd name="connsiteY2" fmla="*/ 315567 h 416241"/>
                  <a:gd name="connsiteX3" fmla="*/ 18686 w 1502425"/>
                  <a:gd name="connsiteY3" fmla="*/ 398793 h 416241"/>
                  <a:gd name="connsiteX4" fmla="*/ 1484983 w 1502425"/>
                  <a:gd name="connsiteY4" fmla="*/ 398793 h 416241"/>
                  <a:gd name="connsiteX5" fmla="*/ 1320678 w 1502425"/>
                  <a:gd name="connsiteY5" fmla="*/ 144146 h 416241"/>
                  <a:gd name="connsiteX6" fmla="*/ 916139 w 1502425"/>
                  <a:gd name="connsiteY6" fmla="*/ 16201 h 416241"/>
                  <a:gd name="connsiteX7" fmla="*/ 585037 w 1502425"/>
                  <a:gd name="connsiteY7" fmla="*/ 0 h 416241"/>
                  <a:gd name="connsiteX8" fmla="*/ 917388 w 1502425"/>
                  <a:gd name="connsiteY8" fmla="*/ 0 h 416241"/>
                  <a:gd name="connsiteX9" fmla="*/ 1329403 w 1502425"/>
                  <a:gd name="connsiteY9" fmla="*/ 130464 h 416241"/>
                  <a:gd name="connsiteX10" fmla="*/ 1502425 w 1502425"/>
                  <a:gd name="connsiteY10" fmla="*/ 407543 h 416241"/>
                  <a:gd name="connsiteX11" fmla="*/ 1499936 w 1502425"/>
                  <a:gd name="connsiteY11" fmla="*/ 413756 h 416241"/>
                  <a:gd name="connsiteX12" fmla="*/ 1493712 w 1502425"/>
                  <a:gd name="connsiteY12" fmla="*/ 416241 h 416241"/>
                  <a:gd name="connsiteX13" fmla="*/ 8713 w 1502425"/>
                  <a:gd name="connsiteY13" fmla="*/ 416241 h 416241"/>
                  <a:gd name="connsiteX14" fmla="*/ 2490 w 1502425"/>
                  <a:gd name="connsiteY14" fmla="*/ 413756 h 416241"/>
                  <a:gd name="connsiteX15" fmla="*/ 0 w 1502425"/>
                  <a:gd name="connsiteY15" fmla="*/ 407543 h 416241"/>
                  <a:gd name="connsiteX16" fmla="*/ 173022 w 1502425"/>
                  <a:gd name="connsiteY16" fmla="*/ 130464 h 416241"/>
                  <a:gd name="connsiteX17" fmla="*/ 585037 w 1502425"/>
                  <a:gd name="connsiteY17" fmla="*/ 0 h 416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02425" h="416241">
                    <a:moveTo>
                      <a:pt x="586285" y="16201"/>
                    </a:moveTo>
                    <a:cubicBezTo>
                      <a:pt x="585040" y="16201"/>
                      <a:pt x="344806" y="36076"/>
                      <a:pt x="182991" y="144146"/>
                    </a:cubicBezTo>
                    <a:cubicBezTo>
                      <a:pt x="98349" y="198802"/>
                      <a:pt x="58517" y="268364"/>
                      <a:pt x="39846" y="315567"/>
                    </a:cubicBezTo>
                    <a:cubicBezTo>
                      <a:pt x="23665" y="352832"/>
                      <a:pt x="18686" y="383887"/>
                      <a:pt x="18686" y="398793"/>
                    </a:cubicBezTo>
                    <a:lnTo>
                      <a:pt x="1484983" y="398793"/>
                    </a:lnTo>
                    <a:cubicBezTo>
                      <a:pt x="1481249" y="365254"/>
                      <a:pt x="1458844" y="236067"/>
                      <a:pt x="1320678" y="144146"/>
                    </a:cubicBezTo>
                    <a:cubicBezTo>
                      <a:pt x="1158863" y="36076"/>
                      <a:pt x="918629" y="16201"/>
                      <a:pt x="916139" y="16201"/>
                    </a:cubicBezTo>
                    <a:close/>
                    <a:moveTo>
                      <a:pt x="585037" y="0"/>
                    </a:moveTo>
                    <a:lnTo>
                      <a:pt x="917388" y="0"/>
                    </a:lnTo>
                    <a:cubicBezTo>
                      <a:pt x="919877" y="0"/>
                      <a:pt x="1163850" y="19880"/>
                      <a:pt x="1329403" y="130464"/>
                    </a:cubicBezTo>
                    <a:cubicBezTo>
                      <a:pt x="1498691" y="241047"/>
                      <a:pt x="1502425" y="400088"/>
                      <a:pt x="1502425" y="407543"/>
                    </a:cubicBezTo>
                    <a:cubicBezTo>
                      <a:pt x="1502425" y="410028"/>
                      <a:pt x="1501180" y="411271"/>
                      <a:pt x="1499936" y="413756"/>
                    </a:cubicBezTo>
                    <a:cubicBezTo>
                      <a:pt x="1498691" y="414999"/>
                      <a:pt x="1496201" y="416241"/>
                      <a:pt x="1493712" y="416241"/>
                    </a:cubicBezTo>
                    <a:lnTo>
                      <a:pt x="8713" y="416241"/>
                    </a:lnTo>
                    <a:cubicBezTo>
                      <a:pt x="6224" y="416241"/>
                      <a:pt x="4979" y="414999"/>
                      <a:pt x="2490" y="413756"/>
                    </a:cubicBezTo>
                    <a:cubicBezTo>
                      <a:pt x="1245" y="411271"/>
                      <a:pt x="0" y="410028"/>
                      <a:pt x="0" y="407543"/>
                    </a:cubicBezTo>
                    <a:cubicBezTo>
                      <a:pt x="0" y="400088"/>
                      <a:pt x="4979" y="241047"/>
                      <a:pt x="173022" y="130464"/>
                    </a:cubicBezTo>
                    <a:cubicBezTo>
                      <a:pt x="339819" y="19880"/>
                      <a:pt x="582548" y="0"/>
                      <a:pt x="5850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C5A1AD49-AA61-664A-9D39-C0FCD0378D1E}"/>
                  </a:ext>
                </a:extLst>
              </p:cNvPr>
              <p:cNvSpPr/>
              <p:nvPr/>
            </p:nvSpPr>
            <p:spPr>
              <a:xfrm>
                <a:off x="13412197" y="9634599"/>
                <a:ext cx="655286" cy="11403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7" h="916">
                    <a:moveTo>
                      <a:pt x="527" y="320"/>
                    </a:moveTo>
                    <a:cubicBezTo>
                      <a:pt x="527" y="32"/>
                      <a:pt x="359" y="0"/>
                      <a:pt x="238" y="0"/>
                    </a:cubicBezTo>
                    <a:cubicBezTo>
                      <a:pt x="117" y="0"/>
                      <a:pt x="0" y="11"/>
                      <a:pt x="0" y="259"/>
                    </a:cubicBezTo>
                    <a:cubicBezTo>
                      <a:pt x="0" y="408"/>
                      <a:pt x="-10" y="631"/>
                      <a:pt x="130" y="631"/>
                    </a:cubicBezTo>
                    <a:cubicBezTo>
                      <a:pt x="142" y="631"/>
                      <a:pt x="154" y="630"/>
                      <a:pt x="167" y="629"/>
                    </a:cubicBezTo>
                    <a:lnTo>
                      <a:pt x="167" y="782"/>
                    </a:lnTo>
                    <a:cubicBezTo>
                      <a:pt x="167" y="856"/>
                      <a:pt x="227" y="916"/>
                      <a:pt x="301" y="916"/>
                    </a:cubicBezTo>
                    <a:cubicBezTo>
                      <a:pt x="375" y="916"/>
                      <a:pt x="435" y="856"/>
                      <a:pt x="435" y="782"/>
                    </a:cubicBezTo>
                    <a:lnTo>
                      <a:pt x="435" y="550"/>
                    </a:lnTo>
                    <a:cubicBezTo>
                      <a:pt x="511" y="502"/>
                      <a:pt x="527" y="429"/>
                      <a:pt x="527" y="32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3" name="Freeform 342">
                <a:extLst>
                  <a:ext uri="{FF2B5EF4-FFF2-40B4-BE49-F238E27FC236}">
                    <a16:creationId xmlns:a16="http://schemas.microsoft.com/office/drawing/2014/main" id="{CB15E2C2-47DE-5349-8A65-885442919054}"/>
                  </a:ext>
                </a:extLst>
              </p:cNvPr>
              <p:cNvSpPr/>
              <p:nvPr/>
            </p:nvSpPr>
            <p:spPr>
              <a:xfrm>
                <a:off x="13404407" y="9627122"/>
                <a:ext cx="671797" cy="1156501"/>
              </a:xfrm>
              <a:custGeom>
                <a:avLst/>
                <a:gdLst>
                  <a:gd name="connsiteX0" fmla="*/ 303728 w 671797"/>
                  <a:gd name="connsiteY0" fmla="*/ 16197 h 1156501"/>
                  <a:gd name="connsiteX1" fmla="*/ 16511 w 671797"/>
                  <a:gd name="connsiteY1" fmla="*/ 329899 h 1156501"/>
                  <a:gd name="connsiteX2" fmla="*/ 16511 w 671797"/>
                  <a:gd name="connsiteY2" fmla="*/ 365999 h 1156501"/>
                  <a:gd name="connsiteX3" fmla="*/ 86139 w 671797"/>
                  <a:gd name="connsiteY3" fmla="*/ 750657 h 1156501"/>
                  <a:gd name="connsiteX4" fmla="*/ 169445 w 671797"/>
                  <a:gd name="connsiteY4" fmla="*/ 784268 h 1156501"/>
                  <a:gd name="connsiteX5" fmla="*/ 215449 w 671797"/>
                  <a:gd name="connsiteY5" fmla="*/ 783023 h 1156501"/>
                  <a:gd name="connsiteX6" fmla="*/ 221666 w 671797"/>
                  <a:gd name="connsiteY6" fmla="*/ 784268 h 1156501"/>
                  <a:gd name="connsiteX7" fmla="*/ 224153 w 671797"/>
                  <a:gd name="connsiteY7" fmla="*/ 790492 h 1156501"/>
                  <a:gd name="connsiteX8" fmla="*/ 224153 w 671797"/>
                  <a:gd name="connsiteY8" fmla="*/ 980954 h 1156501"/>
                  <a:gd name="connsiteX9" fmla="*/ 382060 w 671797"/>
                  <a:gd name="connsiteY9" fmla="*/ 1139050 h 1156501"/>
                  <a:gd name="connsiteX10" fmla="*/ 539967 w 671797"/>
                  <a:gd name="connsiteY10" fmla="*/ 980954 h 1156501"/>
                  <a:gd name="connsiteX11" fmla="*/ 539967 w 671797"/>
                  <a:gd name="connsiteY11" fmla="*/ 692150 h 1156501"/>
                  <a:gd name="connsiteX12" fmla="*/ 543697 w 671797"/>
                  <a:gd name="connsiteY12" fmla="*/ 685925 h 1156501"/>
                  <a:gd name="connsiteX13" fmla="*/ 654356 w 671797"/>
                  <a:gd name="connsiteY13" fmla="*/ 405834 h 1156501"/>
                  <a:gd name="connsiteX14" fmla="*/ 303728 w 671797"/>
                  <a:gd name="connsiteY14" fmla="*/ 16197 h 1156501"/>
                  <a:gd name="connsiteX15" fmla="*/ 303725 w 671797"/>
                  <a:gd name="connsiteY15" fmla="*/ 0 h 1156501"/>
                  <a:gd name="connsiteX16" fmla="*/ 544961 w 671797"/>
                  <a:gd name="connsiteY16" fmla="*/ 65979 h 1156501"/>
                  <a:gd name="connsiteX17" fmla="*/ 671797 w 671797"/>
                  <a:gd name="connsiteY17" fmla="*/ 405834 h 1156501"/>
                  <a:gd name="connsiteX18" fmla="*/ 557396 w 671797"/>
                  <a:gd name="connsiteY18" fmla="*/ 697137 h 1156501"/>
                  <a:gd name="connsiteX19" fmla="*/ 557396 w 671797"/>
                  <a:gd name="connsiteY19" fmla="*/ 980972 h 1156501"/>
                  <a:gd name="connsiteX20" fmla="*/ 382065 w 671797"/>
                  <a:gd name="connsiteY20" fmla="*/ 1156501 h 1156501"/>
                  <a:gd name="connsiteX21" fmla="*/ 207977 w 671797"/>
                  <a:gd name="connsiteY21" fmla="*/ 980972 h 1156501"/>
                  <a:gd name="connsiteX22" fmla="*/ 207977 w 671797"/>
                  <a:gd name="connsiteY22" fmla="*/ 800463 h 1156501"/>
                  <a:gd name="connsiteX23" fmla="*/ 169429 w 671797"/>
                  <a:gd name="connsiteY23" fmla="*/ 800463 h 1156501"/>
                  <a:gd name="connsiteX24" fmla="*/ 73681 w 671797"/>
                  <a:gd name="connsiteY24" fmla="*/ 763116 h 1156501"/>
                  <a:gd name="connsiteX25" fmla="*/ 315 w 671797"/>
                  <a:gd name="connsiteY25" fmla="*/ 365997 h 1156501"/>
                  <a:gd name="connsiteX26" fmla="*/ 315 w 671797"/>
                  <a:gd name="connsiteY26" fmla="*/ 329895 h 1156501"/>
                  <a:gd name="connsiteX27" fmla="*/ 303725 w 671797"/>
                  <a:gd name="connsiteY27" fmla="*/ 0 h 1156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71797" h="1156501">
                    <a:moveTo>
                      <a:pt x="303728" y="16197"/>
                    </a:moveTo>
                    <a:cubicBezTo>
                      <a:pt x="140847" y="16197"/>
                      <a:pt x="16511" y="39849"/>
                      <a:pt x="16511" y="329899"/>
                    </a:cubicBezTo>
                    <a:cubicBezTo>
                      <a:pt x="16511" y="341102"/>
                      <a:pt x="16511" y="353551"/>
                      <a:pt x="16511" y="365999"/>
                    </a:cubicBezTo>
                    <a:cubicBezTo>
                      <a:pt x="15268" y="505422"/>
                      <a:pt x="15268" y="679701"/>
                      <a:pt x="86139" y="750657"/>
                    </a:cubicBezTo>
                    <a:cubicBezTo>
                      <a:pt x="108520" y="773065"/>
                      <a:pt x="135874" y="784268"/>
                      <a:pt x="169445" y="784268"/>
                    </a:cubicBezTo>
                    <a:cubicBezTo>
                      <a:pt x="184365" y="784268"/>
                      <a:pt x="199285" y="783023"/>
                      <a:pt x="215449" y="783023"/>
                    </a:cubicBezTo>
                    <a:cubicBezTo>
                      <a:pt x="216692" y="783023"/>
                      <a:pt x="219179" y="783023"/>
                      <a:pt x="221666" y="784268"/>
                    </a:cubicBezTo>
                    <a:cubicBezTo>
                      <a:pt x="222909" y="786758"/>
                      <a:pt x="224153" y="788003"/>
                      <a:pt x="224153" y="790492"/>
                    </a:cubicBezTo>
                    <a:lnTo>
                      <a:pt x="224153" y="980954"/>
                    </a:lnTo>
                    <a:cubicBezTo>
                      <a:pt x="224153" y="1069338"/>
                      <a:pt x="295024" y="1139050"/>
                      <a:pt x="382060" y="1139050"/>
                    </a:cubicBezTo>
                    <a:cubicBezTo>
                      <a:pt x="470338" y="1139050"/>
                      <a:pt x="539967" y="1069338"/>
                      <a:pt x="539967" y="980954"/>
                    </a:cubicBezTo>
                    <a:lnTo>
                      <a:pt x="539967" y="692150"/>
                    </a:lnTo>
                    <a:cubicBezTo>
                      <a:pt x="539967" y="689660"/>
                      <a:pt x="542453" y="687170"/>
                      <a:pt x="543697" y="685925"/>
                    </a:cubicBezTo>
                    <a:cubicBezTo>
                      <a:pt x="636949" y="627417"/>
                      <a:pt x="654356" y="539033"/>
                      <a:pt x="654356" y="405834"/>
                    </a:cubicBezTo>
                    <a:cubicBezTo>
                      <a:pt x="654356" y="57277"/>
                      <a:pt x="454175" y="16197"/>
                      <a:pt x="303728" y="16197"/>
                    </a:cubicBezTo>
                    <a:close/>
                    <a:moveTo>
                      <a:pt x="303725" y="0"/>
                    </a:moveTo>
                    <a:cubicBezTo>
                      <a:pt x="370874" y="0"/>
                      <a:pt x="467865" y="6224"/>
                      <a:pt x="544961" y="65979"/>
                    </a:cubicBezTo>
                    <a:cubicBezTo>
                      <a:pt x="628275" y="130713"/>
                      <a:pt x="671797" y="245243"/>
                      <a:pt x="671797" y="405834"/>
                    </a:cubicBezTo>
                    <a:cubicBezTo>
                      <a:pt x="671797" y="539036"/>
                      <a:pt x="651901" y="634893"/>
                      <a:pt x="557396" y="697137"/>
                    </a:cubicBezTo>
                    <a:lnTo>
                      <a:pt x="557396" y="980972"/>
                    </a:lnTo>
                    <a:cubicBezTo>
                      <a:pt x="557396" y="1078073"/>
                      <a:pt x="479057" y="1156501"/>
                      <a:pt x="382065" y="1156501"/>
                    </a:cubicBezTo>
                    <a:cubicBezTo>
                      <a:pt x="286317" y="1156501"/>
                      <a:pt x="207977" y="1078073"/>
                      <a:pt x="207977" y="980972"/>
                    </a:cubicBezTo>
                    <a:lnTo>
                      <a:pt x="207977" y="800463"/>
                    </a:lnTo>
                    <a:cubicBezTo>
                      <a:pt x="194299" y="800463"/>
                      <a:pt x="181864" y="800463"/>
                      <a:pt x="169429" y="800463"/>
                    </a:cubicBezTo>
                    <a:cubicBezTo>
                      <a:pt x="130881" y="800463"/>
                      <a:pt x="99794" y="788014"/>
                      <a:pt x="73681" y="763116"/>
                    </a:cubicBezTo>
                    <a:cubicBezTo>
                      <a:pt x="-2172" y="685933"/>
                      <a:pt x="-928" y="507914"/>
                      <a:pt x="315" y="365997"/>
                    </a:cubicBezTo>
                    <a:cubicBezTo>
                      <a:pt x="315" y="353548"/>
                      <a:pt x="315" y="341099"/>
                      <a:pt x="315" y="329895"/>
                    </a:cubicBezTo>
                    <a:cubicBezTo>
                      <a:pt x="315" y="23653"/>
                      <a:pt x="137098" y="0"/>
                      <a:pt x="3037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3D9B7D45-6EAE-A34E-B40D-7EAEF3271F87}"/>
                  </a:ext>
                </a:extLst>
              </p:cNvPr>
              <p:cNvSpPr/>
              <p:nvPr/>
            </p:nvSpPr>
            <p:spPr>
              <a:xfrm>
                <a:off x="13612770" y="10402276"/>
                <a:ext cx="108384" cy="236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" h="20">
                    <a:moveTo>
                      <a:pt x="6" y="20"/>
                    </a:moveTo>
                    <a:cubicBezTo>
                      <a:pt x="3" y="20"/>
                      <a:pt x="0" y="17"/>
                      <a:pt x="0" y="14"/>
                    </a:cubicBezTo>
                    <a:cubicBezTo>
                      <a:pt x="-1" y="10"/>
                      <a:pt x="2" y="7"/>
                      <a:pt x="6" y="7"/>
                    </a:cubicBezTo>
                    <a:lnTo>
                      <a:pt x="81" y="0"/>
                    </a:lnTo>
                    <a:cubicBezTo>
                      <a:pt x="85" y="0"/>
                      <a:pt x="87" y="3"/>
                      <a:pt x="88" y="7"/>
                    </a:cubicBezTo>
                    <a:cubicBezTo>
                      <a:pt x="88" y="10"/>
                      <a:pt x="86" y="13"/>
                      <a:pt x="82" y="14"/>
                    </a:cubicBezTo>
                    <a:lnTo>
                      <a:pt x="7" y="20"/>
                    </a:lnTo>
                    <a:cubicBezTo>
                      <a:pt x="6" y="20"/>
                      <a:pt x="6" y="20"/>
                      <a:pt x="6" y="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9079AA11-55F0-7747-8AF9-4B5B50D05E07}"/>
                  </a:ext>
                </a:extLst>
              </p:cNvPr>
              <p:cNvSpPr/>
              <p:nvPr/>
            </p:nvSpPr>
            <p:spPr>
              <a:xfrm>
                <a:off x="13393510" y="9519946"/>
                <a:ext cx="731280" cy="8773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8" h="705">
                    <a:moveTo>
                      <a:pt x="587" y="375"/>
                    </a:moveTo>
                    <a:cubicBezTo>
                      <a:pt x="575" y="190"/>
                      <a:pt x="542" y="62"/>
                      <a:pt x="361" y="10"/>
                    </a:cubicBezTo>
                    <a:cubicBezTo>
                      <a:pt x="268" y="-16"/>
                      <a:pt x="124" y="8"/>
                      <a:pt x="48" y="81"/>
                    </a:cubicBezTo>
                    <a:cubicBezTo>
                      <a:pt x="-3" y="131"/>
                      <a:pt x="-10" y="241"/>
                      <a:pt x="11" y="290"/>
                    </a:cubicBezTo>
                    <a:cubicBezTo>
                      <a:pt x="16" y="302"/>
                      <a:pt x="98" y="342"/>
                      <a:pt x="313" y="174"/>
                    </a:cubicBezTo>
                    <a:cubicBezTo>
                      <a:pt x="313" y="212"/>
                      <a:pt x="315" y="315"/>
                      <a:pt x="357" y="360"/>
                    </a:cubicBezTo>
                    <a:cubicBezTo>
                      <a:pt x="369" y="373"/>
                      <a:pt x="383" y="381"/>
                      <a:pt x="400" y="381"/>
                    </a:cubicBezTo>
                    <a:cubicBezTo>
                      <a:pt x="402" y="381"/>
                      <a:pt x="405" y="380"/>
                      <a:pt x="406" y="379"/>
                    </a:cubicBezTo>
                    <a:cubicBezTo>
                      <a:pt x="406" y="378"/>
                      <a:pt x="429" y="351"/>
                      <a:pt x="454" y="352"/>
                    </a:cubicBezTo>
                    <a:cubicBezTo>
                      <a:pt x="474" y="353"/>
                      <a:pt x="482" y="381"/>
                      <a:pt x="481" y="406"/>
                    </a:cubicBezTo>
                    <a:cubicBezTo>
                      <a:pt x="480" y="439"/>
                      <a:pt x="462" y="486"/>
                      <a:pt x="418" y="486"/>
                    </a:cubicBezTo>
                    <a:lnTo>
                      <a:pt x="417" y="486"/>
                    </a:lnTo>
                    <a:cubicBezTo>
                      <a:pt x="415" y="486"/>
                      <a:pt x="413" y="487"/>
                      <a:pt x="412" y="488"/>
                    </a:cubicBezTo>
                    <a:cubicBezTo>
                      <a:pt x="410" y="489"/>
                      <a:pt x="409" y="491"/>
                      <a:pt x="409" y="493"/>
                    </a:cubicBezTo>
                    <a:cubicBezTo>
                      <a:pt x="410" y="524"/>
                      <a:pt x="399" y="691"/>
                      <a:pt x="459" y="704"/>
                    </a:cubicBezTo>
                    <a:cubicBezTo>
                      <a:pt x="539" y="720"/>
                      <a:pt x="597" y="533"/>
                      <a:pt x="587" y="37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2CD40D4-2837-6D41-A056-9EFFCDD8D626}"/>
                </a:ext>
              </a:extLst>
            </p:cNvPr>
            <p:cNvGrpSpPr/>
            <p:nvPr/>
          </p:nvGrpSpPr>
          <p:grpSpPr>
            <a:xfrm>
              <a:off x="12867785" y="11794314"/>
              <a:ext cx="4383942" cy="228060"/>
              <a:chOff x="12867785" y="11794314"/>
              <a:chExt cx="4383942" cy="228060"/>
            </a:xfrm>
          </p:grpSpPr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6AA22764-1DF5-D043-870A-C077C0C20651}"/>
                  </a:ext>
                </a:extLst>
              </p:cNvPr>
              <p:cNvSpPr/>
              <p:nvPr/>
            </p:nvSpPr>
            <p:spPr>
              <a:xfrm>
                <a:off x="12876507" y="11803038"/>
                <a:ext cx="4367746" cy="2118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07" h="171">
                    <a:moveTo>
                      <a:pt x="3421" y="171"/>
                    </a:moveTo>
                    <a:lnTo>
                      <a:pt x="1753" y="171"/>
                    </a:lnTo>
                    <a:lnTo>
                      <a:pt x="85" y="171"/>
                    </a:lnTo>
                    <a:cubicBezTo>
                      <a:pt x="62" y="171"/>
                      <a:pt x="40" y="161"/>
                      <a:pt x="24" y="145"/>
                    </a:cubicBezTo>
                    <a:cubicBezTo>
                      <a:pt x="9" y="130"/>
                      <a:pt x="0" y="109"/>
                      <a:pt x="0" y="85"/>
                    </a:cubicBezTo>
                    <a:cubicBezTo>
                      <a:pt x="0" y="62"/>
                      <a:pt x="9" y="40"/>
                      <a:pt x="24" y="24"/>
                    </a:cubicBezTo>
                    <a:cubicBezTo>
                      <a:pt x="40" y="9"/>
                      <a:pt x="62" y="0"/>
                      <a:pt x="85" y="0"/>
                    </a:cubicBezTo>
                    <a:lnTo>
                      <a:pt x="1753" y="0"/>
                    </a:lnTo>
                    <a:lnTo>
                      <a:pt x="3421" y="0"/>
                    </a:lnTo>
                    <a:cubicBezTo>
                      <a:pt x="3445" y="0"/>
                      <a:pt x="3466" y="9"/>
                      <a:pt x="3481" y="24"/>
                    </a:cubicBezTo>
                    <a:cubicBezTo>
                      <a:pt x="3497" y="40"/>
                      <a:pt x="3507" y="62"/>
                      <a:pt x="3507" y="85"/>
                    </a:cubicBezTo>
                    <a:cubicBezTo>
                      <a:pt x="3507" y="109"/>
                      <a:pt x="3497" y="130"/>
                      <a:pt x="3481" y="145"/>
                    </a:cubicBezTo>
                    <a:cubicBezTo>
                      <a:pt x="3466" y="161"/>
                      <a:pt x="3445" y="171"/>
                      <a:pt x="3421" y="17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4" name="Freeform 343">
                <a:extLst>
                  <a:ext uri="{FF2B5EF4-FFF2-40B4-BE49-F238E27FC236}">
                    <a16:creationId xmlns:a16="http://schemas.microsoft.com/office/drawing/2014/main" id="{9075DB6F-E4D2-444E-8DBB-0453D7FC676C}"/>
                  </a:ext>
                </a:extLst>
              </p:cNvPr>
              <p:cNvSpPr/>
              <p:nvPr/>
            </p:nvSpPr>
            <p:spPr>
              <a:xfrm>
                <a:off x="12867785" y="11794314"/>
                <a:ext cx="4383942" cy="228060"/>
              </a:xfrm>
              <a:custGeom>
                <a:avLst/>
                <a:gdLst>
                  <a:gd name="connsiteX0" fmla="*/ 114584 w 4383942"/>
                  <a:gd name="connsiteY0" fmla="*/ 16201 h 228060"/>
                  <a:gd name="connsiteX1" fmla="*/ 44840 w 4383942"/>
                  <a:gd name="connsiteY1" fmla="*/ 44683 h 228060"/>
                  <a:gd name="connsiteX2" fmla="*/ 16195 w 4383942"/>
                  <a:gd name="connsiteY2" fmla="*/ 114030 h 228060"/>
                  <a:gd name="connsiteX3" fmla="*/ 44840 w 4383942"/>
                  <a:gd name="connsiteY3" fmla="*/ 182139 h 228060"/>
                  <a:gd name="connsiteX4" fmla="*/ 114584 w 4383942"/>
                  <a:gd name="connsiteY4" fmla="*/ 211859 h 228060"/>
                  <a:gd name="connsiteX5" fmla="*/ 2191970 w 4383942"/>
                  <a:gd name="connsiteY5" fmla="*/ 211859 h 228060"/>
                  <a:gd name="connsiteX6" fmla="*/ 4269356 w 4383942"/>
                  <a:gd name="connsiteY6" fmla="*/ 211859 h 228060"/>
                  <a:gd name="connsiteX7" fmla="*/ 4339100 w 4383942"/>
                  <a:gd name="connsiteY7" fmla="*/ 182139 h 228060"/>
                  <a:gd name="connsiteX8" fmla="*/ 4367746 w 4383942"/>
                  <a:gd name="connsiteY8" fmla="*/ 114030 h 228060"/>
                  <a:gd name="connsiteX9" fmla="*/ 4339100 w 4383942"/>
                  <a:gd name="connsiteY9" fmla="*/ 44683 h 228060"/>
                  <a:gd name="connsiteX10" fmla="*/ 4269356 w 4383942"/>
                  <a:gd name="connsiteY10" fmla="*/ 16201 h 228060"/>
                  <a:gd name="connsiteX11" fmla="*/ 2191970 w 4383942"/>
                  <a:gd name="connsiteY11" fmla="*/ 16201 h 228060"/>
                  <a:gd name="connsiteX12" fmla="*/ 114580 w 4383942"/>
                  <a:gd name="connsiteY12" fmla="*/ 0 h 228060"/>
                  <a:gd name="connsiteX13" fmla="*/ 2191970 w 4383942"/>
                  <a:gd name="connsiteY13" fmla="*/ 0 h 228060"/>
                  <a:gd name="connsiteX14" fmla="*/ 4269360 w 4383942"/>
                  <a:gd name="connsiteY14" fmla="*/ 0 h 228060"/>
                  <a:gd name="connsiteX15" fmla="*/ 4350314 w 4383942"/>
                  <a:gd name="connsiteY15" fmla="*/ 33465 h 228060"/>
                  <a:gd name="connsiteX16" fmla="*/ 4383942 w 4383942"/>
                  <a:gd name="connsiteY16" fmla="*/ 114030 h 228060"/>
                  <a:gd name="connsiteX17" fmla="*/ 4350314 w 4383942"/>
                  <a:gd name="connsiteY17" fmla="*/ 194595 h 228060"/>
                  <a:gd name="connsiteX18" fmla="*/ 4269360 w 4383942"/>
                  <a:gd name="connsiteY18" fmla="*/ 228060 h 228060"/>
                  <a:gd name="connsiteX19" fmla="*/ 2191970 w 4383942"/>
                  <a:gd name="connsiteY19" fmla="*/ 228060 h 228060"/>
                  <a:gd name="connsiteX20" fmla="*/ 114580 w 4383942"/>
                  <a:gd name="connsiteY20" fmla="*/ 228060 h 228060"/>
                  <a:gd name="connsiteX21" fmla="*/ 33627 w 4383942"/>
                  <a:gd name="connsiteY21" fmla="*/ 194595 h 228060"/>
                  <a:gd name="connsiteX22" fmla="*/ 0 w 4383942"/>
                  <a:gd name="connsiteY22" fmla="*/ 114030 h 228060"/>
                  <a:gd name="connsiteX23" fmla="*/ 33627 w 4383942"/>
                  <a:gd name="connsiteY23" fmla="*/ 33465 h 228060"/>
                  <a:gd name="connsiteX24" fmla="*/ 114580 w 4383942"/>
                  <a:gd name="connsiteY24" fmla="*/ 0 h 228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383942" h="228060">
                    <a:moveTo>
                      <a:pt x="114584" y="16201"/>
                    </a:moveTo>
                    <a:cubicBezTo>
                      <a:pt x="87185" y="16201"/>
                      <a:pt x="63522" y="27346"/>
                      <a:pt x="44840" y="44683"/>
                    </a:cubicBezTo>
                    <a:cubicBezTo>
                      <a:pt x="27404" y="62020"/>
                      <a:pt x="16195" y="86786"/>
                      <a:pt x="16195" y="114030"/>
                    </a:cubicBezTo>
                    <a:cubicBezTo>
                      <a:pt x="16195" y="141274"/>
                      <a:pt x="27404" y="164802"/>
                      <a:pt x="44840" y="182139"/>
                    </a:cubicBezTo>
                    <a:cubicBezTo>
                      <a:pt x="63522" y="200714"/>
                      <a:pt x="87185" y="211859"/>
                      <a:pt x="114584" y="211859"/>
                    </a:cubicBezTo>
                    <a:lnTo>
                      <a:pt x="2191970" y="211859"/>
                    </a:lnTo>
                    <a:lnTo>
                      <a:pt x="4269356" y="211859"/>
                    </a:lnTo>
                    <a:cubicBezTo>
                      <a:pt x="4296754" y="211859"/>
                      <a:pt x="4320418" y="200714"/>
                      <a:pt x="4339100" y="182139"/>
                    </a:cubicBezTo>
                    <a:cubicBezTo>
                      <a:pt x="4356536" y="164802"/>
                      <a:pt x="4367746" y="141274"/>
                      <a:pt x="4367746" y="114030"/>
                    </a:cubicBezTo>
                    <a:cubicBezTo>
                      <a:pt x="4367746" y="86786"/>
                      <a:pt x="4356536" y="62020"/>
                      <a:pt x="4339100" y="44683"/>
                    </a:cubicBezTo>
                    <a:cubicBezTo>
                      <a:pt x="4320418" y="27346"/>
                      <a:pt x="4296754" y="16201"/>
                      <a:pt x="4269356" y="16201"/>
                    </a:cubicBezTo>
                    <a:lnTo>
                      <a:pt x="2191970" y="16201"/>
                    </a:lnTo>
                    <a:close/>
                    <a:moveTo>
                      <a:pt x="114580" y="0"/>
                    </a:moveTo>
                    <a:lnTo>
                      <a:pt x="2191970" y="0"/>
                    </a:lnTo>
                    <a:lnTo>
                      <a:pt x="4269360" y="0"/>
                    </a:lnTo>
                    <a:cubicBezTo>
                      <a:pt x="4301742" y="0"/>
                      <a:pt x="4329142" y="12395"/>
                      <a:pt x="4350314" y="33465"/>
                    </a:cubicBezTo>
                    <a:cubicBezTo>
                      <a:pt x="4371486" y="53297"/>
                      <a:pt x="4383942" y="83044"/>
                      <a:pt x="4383942" y="114030"/>
                    </a:cubicBezTo>
                    <a:cubicBezTo>
                      <a:pt x="4383942" y="145016"/>
                      <a:pt x="4371486" y="173524"/>
                      <a:pt x="4350314" y="194595"/>
                    </a:cubicBezTo>
                    <a:cubicBezTo>
                      <a:pt x="4329142" y="215665"/>
                      <a:pt x="4301742" y="228060"/>
                      <a:pt x="4269360" y="228060"/>
                    </a:cubicBezTo>
                    <a:lnTo>
                      <a:pt x="2191970" y="228060"/>
                    </a:lnTo>
                    <a:lnTo>
                      <a:pt x="114580" y="228060"/>
                    </a:lnTo>
                    <a:cubicBezTo>
                      <a:pt x="83444" y="228060"/>
                      <a:pt x="53554" y="215665"/>
                      <a:pt x="33627" y="194595"/>
                    </a:cubicBezTo>
                    <a:cubicBezTo>
                      <a:pt x="12454" y="173524"/>
                      <a:pt x="0" y="145016"/>
                      <a:pt x="0" y="114030"/>
                    </a:cubicBezTo>
                    <a:cubicBezTo>
                      <a:pt x="0" y="83044"/>
                      <a:pt x="12454" y="53297"/>
                      <a:pt x="33627" y="33465"/>
                    </a:cubicBezTo>
                    <a:cubicBezTo>
                      <a:pt x="53554" y="12395"/>
                      <a:pt x="83444" y="0"/>
                      <a:pt x="1145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A711A05B-068B-F64C-A50F-703467223DD6}"/>
                  </a:ext>
                </a:extLst>
              </p:cNvPr>
              <p:cNvSpPr/>
              <p:nvPr/>
            </p:nvSpPr>
            <p:spPr>
              <a:xfrm>
                <a:off x="16576508" y="11794314"/>
                <a:ext cx="675219" cy="2280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3" h="184">
                    <a:moveTo>
                      <a:pt x="451" y="0"/>
                    </a:moveTo>
                    <a:lnTo>
                      <a:pt x="229" y="0"/>
                    </a:lnTo>
                    <a:lnTo>
                      <a:pt x="7" y="0"/>
                    </a:lnTo>
                    <a:cubicBezTo>
                      <a:pt x="5" y="0"/>
                      <a:pt x="3" y="1"/>
                      <a:pt x="2" y="2"/>
                    </a:cubicBezTo>
                    <a:cubicBezTo>
                      <a:pt x="1" y="3"/>
                      <a:pt x="0" y="4"/>
                      <a:pt x="0" y="7"/>
                    </a:cubicBezTo>
                    <a:lnTo>
                      <a:pt x="0" y="92"/>
                    </a:lnTo>
                    <a:lnTo>
                      <a:pt x="0" y="178"/>
                    </a:lnTo>
                    <a:cubicBezTo>
                      <a:pt x="0" y="179"/>
                      <a:pt x="1" y="180"/>
                      <a:pt x="2" y="182"/>
                    </a:cubicBezTo>
                    <a:cubicBezTo>
                      <a:pt x="3" y="183"/>
                      <a:pt x="5" y="184"/>
                      <a:pt x="7" y="184"/>
                    </a:cubicBezTo>
                    <a:lnTo>
                      <a:pt x="229" y="184"/>
                    </a:lnTo>
                    <a:lnTo>
                      <a:pt x="451" y="184"/>
                    </a:lnTo>
                    <a:cubicBezTo>
                      <a:pt x="477" y="184"/>
                      <a:pt x="499" y="174"/>
                      <a:pt x="516" y="157"/>
                    </a:cubicBezTo>
                    <a:cubicBezTo>
                      <a:pt x="533" y="140"/>
                      <a:pt x="543" y="117"/>
                      <a:pt x="543" y="92"/>
                    </a:cubicBezTo>
                    <a:cubicBezTo>
                      <a:pt x="543" y="67"/>
                      <a:pt x="533" y="43"/>
                      <a:pt x="516" y="27"/>
                    </a:cubicBezTo>
                    <a:cubicBezTo>
                      <a:pt x="499" y="10"/>
                      <a:pt x="477" y="0"/>
                      <a:pt x="4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5" name="Freeform 344">
                <a:extLst>
                  <a:ext uri="{FF2B5EF4-FFF2-40B4-BE49-F238E27FC236}">
                    <a16:creationId xmlns:a16="http://schemas.microsoft.com/office/drawing/2014/main" id="{2D912756-7B6F-0B40-B6D8-84F2C6823CE8}"/>
                  </a:ext>
                </a:extLst>
              </p:cNvPr>
              <p:cNvSpPr/>
              <p:nvPr/>
            </p:nvSpPr>
            <p:spPr>
              <a:xfrm>
                <a:off x="16811760" y="11831195"/>
                <a:ext cx="154365" cy="143819"/>
              </a:xfrm>
              <a:custGeom>
                <a:avLst/>
                <a:gdLst>
                  <a:gd name="connsiteX0" fmla="*/ 59379 w 154365"/>
                  <a:gd name="connsiteY0" fmla="*/ 25427 h 143819"/>
                  <a:gd name="connsiteX1" fmla="*/ 32461 w 154365"/>
                  <a:gd name="connsiteY1" fmla="*/ 36439 h 143819"/>
                  <a:gd name="connsiteX2" fmla="*/ 36131 w 154365"/>
                  <a:gd name="connsiteY2" fmla="*/ 85382 h 143819"/>
                  <a:gd name="connsiteX3" fmla="*/ 83851 w 154365"/>
                  <a:gd name="connsiteY3" fmla="*/ 80487 h 143819"/>
                  <a:gd name="connsiteX4" fmla="*/ 81403 w 154365"/>
                  <a:gd name="connsiteY4" fmla="*/ 32768 h 143819"/>
                  <a:gd name="connsiteX5" fmla="*/ 59379 w 154365"/>
                  <a:gd name="connsiteY5" fmla="*/ 25427 h 143819"/>
                  <a:gd name="connsiteX6" fmla="*/ 54425 w 154365"/>
                  <a:gd name="connsiteY6" fmla="*/ 194 h 143819"/>
                  <a:gd name="connsiteX7" fmla="*/ 97835 w 154365"/>
                  <a:gd name="connsiteY7" fmla="*/ 14093 h 143819"/>
                  <a:gd name="connsiteX8" fmla="*/ 111429 w 154365"/>
                  <a:gd name="connsiteY8" fmla="*/ 86987 h 143819"/>
                  <a:gd name="connsiteX9" fmla="*/ 149739 w 154365"/>
                  <a:gd name="connsiteY9" fmla="*/ 121580 h 143819"/>
                  <a:gd name="connsiteX10" fmla="*/ 152211 w 154365"/>
                  <a:gd name="connsiteY10" fmla="*/ 138877 h 143819"/>
                  <a:gd name="connsiteX11" fmla="*/ 142323 w 154365"/>
                  <a:gd name="connsiteY11" fmla="*/ 143819 h 143819"/>
                  <a:gd name="connsiteX12" fmla="*/ 133673 w 154365"/>
                  <a:gd name="connsiteY12" fmla="*/ 140113 h 143819"/>
                  <a:gd name="connsiteX13" fmla="*/ 95363 w 154365"/>
                  <a:gd name="connsiteY13" fmla="*/ 106755 h 143819"/>
                  <a:gd name="connsiteX14" fmla="*/ 59523 w 154365"/>
                  <a:gd name="connsiteY14" fmla="*/ 119109 h 143819"/>
                  <a:gd name="connsiteX15" fmla="*/ 19977 w 154365"/>
                  <a:gd name="connsiteY15" fmla="*/ 104284 h 143819"/>
                  <a:gd name="connsiteX16" fmla="*/ 13799 w 154365"/>
                  <a:gd name="connsiteY16" fmla="*/ 21506 h 143819"/>
                  <a:gd name="connsiteX17" fmla="*/ 54425 w 154365"/>
                  <a:gd name="connsiteY17" fmla="*/ 194 h 1438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54365" h="143819">
                    <a:moveTo>
                      <a:pt x="59379" y="25427"/>
                    </a:moveTo>
                    <a:cubicBezTo>
                      <a:pt x="49591" y="25427"/>
                      <a:pt x="39803" y="29098"/>
                      <a:pt x="32461" y="36439"/>
                    </a:cubicBezTo>
                    <a:cubicBezTo>
                      <a:pt x="20225" y="51122"/>
                      <a:pt x="22673" y="73146"/>
                      <a:pt x="36131" y="85382"/>
                    </a:cubicBezTo>
                    <a:cubicBezTo>
                      <a:pt x="50815" y="97617"/>
                      <a:pt x="72839" y="95170"/>
                      <a:pt x="83851" y="80487"/>
                    </a:cubicBezTo>
                    <a:cubicBezTo>
                      <a:pt x="97309" y="67028"/>
                      <a:pt x="94863" y="46228"/>
                      <a:pt x="81403" y="32768"/>
                    </a:cubicBezTo>
                    <a:cubicBezTo>
                      <a:pt x="75285" y="27874"/>
                      <a:pt x="66721" y="25427"/>
                      <a:pt x="59379" y="25427"/>
                    </a:cubicBezTo>
                    <a:close/>
                    <a:moveTo>
                      <a:pt x="54425" y="194"/>
                    </a:moveTo>
                    <a:cubicBezTo>
                      <a:pt x="69719" y="-1041"/>
                      <a:pt x="85477" y="3592"/>
                      <a:pt x="97835" y="14093"/>
                    </a:cubicBezTo>
                    <a:cubicBezTo>
                      <a:pt x="118843" y="32626"/>
                      <a:pt x="123787" y="63513"/>
                      <a:pt x="111429" y="86987"/>
                    </a:cubicBezTo>
                    <a:lnTo>
                      <a:pt x="149739" y="121580"/>
                    </a:lnTo>
                    <a:cubicBezTo>
                      <a:pt x="154681" y="125287"/>
                      <a:pt x="155917" y="133935"/>
                      <a:pt x="152211" y="138877"/>
                    </a:cubicBezTo>
                    <a:cubicBezTo>
                      <a:pt x="148503" y="141348"/>
                      <a:pt x="146031" y="143819"/>
                      <a:pt x="142323" y="143819"/>
                    </a:cubicBezTo>
                    <a:cubicBezTo>
                      <a:pt x="139853" y="143819"/>
                      <a:pt x="136145" y="141348"/>
                      <a:pt x="133673" y="140113"/>
                    </a:cubicBezTo>
                    <a:lnTo>
                      <a:pt x="95363" y="106755"/>
                    </a:lnTo>
                    <a:cubicBezTo>
                      <a:pt x="84241" y="114167"/>
                      <a:pt x="71881" y="119109"/>
                      <a:pt x="59523" y="119109"/>
                    </a:cubicBezTo>
                    <a:cubicBezTo>
                      <a:pt x="45929" y="119109"/>
                      <a:pt x="31099" y="114167"/>
                      <a:pt x="19977" y="104284"/>
                    </a:cubicBezTo>
                    <a:cubicBezTo>
                      <a:pt x="-3503" y="83280"/>
                      <a:pt x="-7211" y="46216"/>
                      <a:pt x="13799" y="21506"/>
                    </a:cubicBezTo>
                    <a:cubicBezTo>
                      <a:pt x="24303" y="8534"/>
                      <a:pt x="39133" y="1430"/>
                      <a:pt x="54425" y="19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1353268-B674-4943-A61B-86FD58086818}"/>
                </a:ext>
              </a:extLst>
            </p:cNvPr>
            <p:cNvGrpSpPr/>
            <p:nvPr/>
          </p:nvGrpSpPr>
          <p:grpSpPr>
            <a:xfrm>
              <a:off x="7923239" y="7124693"/>
              <a:ext cx="2095422" cy="959597"/>
              <a:chOff x="7923239" y="7124693"/>
              <a:chExt cx="2095422" cy="959597"/>
            </a:xfrm>
          </p:grpSpPr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79FE03B7-8027-E140-9323-D864FE9D570A}"/>
                  </a:ext>
                </a:extLst>
              </p:cNvPr>
              <p:cNvSpPr/>
              <p:nvPr/>
            </p:nvSpPr>
            <p:spPr>
              <a:xfrm>
                <a:off x="7931959" y="7133417"/>
                <a:ext cx="2079226" cy="9421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70" h="757">
                    <a:moveTo>
                      <a:pt x="1620" y="0"/>
                    </a:moveTo>
                    <a:lnTo>
                      <a:pt x="49" y="0"/>
                    </a:lnTo>
                    <a:cubicBezTo>
                      <a:pt x="22" y="0"/>
                      <a:pt x="0" y="23"/>
                      <a:pt x="0" y="51"/>
                    </a:cubicBezTo>
                    <a:lnTo>
                      <a:pt x="0" y="553"/>
                    </a:lnTo>
                    <a:cubicBezTo>
                      <a:pt x="0" y="581"/>
                      <a:pt x="22" y="603"/>
                      <a:pt x="49" y="603"/>
                    </a:cubicBezTo>
                    <a:lnTo>
                      <a:pt x="1501" y="603"/>
                    </a:lnTo>
                    <a:lnTo>
                      <a:pt x="1629" y="749"/>
                    </a:lnTo>
                    <a:cubicBezTo>
                      <a:pt x="1643" y="765"/>
                      <a:pt x="1670" y="755"/>
                      <a:pt x="1670" y="734"/>
                    </a:cubicBezTo>
                    <a:lnTo>
                      <a:pt x="1670" y="51"/>
                    </a:lnTo>
                    <a:cubicBezTo>
                      <a:pt x="1670" y="23"/>
                      <a:pt x="1648" y="0"/>
                      <a:pt x="162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2834583E-A573-EB48-806E-C48D98441270}"/>
                  </a:ext>
                </a:extLst>
              </p:cNvPr>
              <p:cNvSpPr/>
              <p:nvPr/>
            </p:nvSpPr>
            <p:spPr>
              <a:xfrm>
                <a:off x="7923239" y="7124693"/>
                <a:ext cx="2095422" cy="959597"/>
              </a:xfrm>
              <a:custGeom>
                <a:avLst/>
                <a:gdLst>
                  <a:gd name="connsiteX0" fmla="*/ 69733 w 2095422"/>
                  <a:gd name="connsiteY0" fmla="*/ 17444 h 959597"/>
                  <a:gd name="connsiteX1" fmla="*/ 17441 w 2095422"/>
                  <a:gd name="connsiteY1" fmla="*/ 72205 h 959597"/>
                  <a:gd name="connsiteX2" fmla="*/ 17441 w 2095422"/>
                  <a:gd name="connsiteY2" fmla="*/ 696970 h 959597"/>
                  <a:gd name="connsiteX3" fmla="*/ 69733 w 2095422"/>
                  <a:gd name="connsiteY3" fmla="*/ 751730 h 959597"/>
                  <a:gd name="connsiteX4" fmla="*/ 1877530 w 2095422"/>
                  <a:gd name="connsiteY4" fmla="*/ 751730 h 959597"/>
                  <a:gd name="connsiteX5" fmla="*/ 1883755 w 2095422"/>
                  <a:gd name="connsiteY5" fmla="*/ 754219 h 959597"/>
                  <a:gd name="connsiteX6" fmla="*/ 2043120 w 2095422"/>
                  <a:gd name="connsiteY6" fmla="*/ 935923 h 959597"/>
                  <a:gd name="connsiteX7" fmla="*/ 2065531 w 2095422"/>
                  <a:gd name="connsiteY7" fmla="*/ 940902 h 959597"/>
                  <a:gd name="connsiteX8" fmla="*/ 2079226 w 2095422"/>
                  <a:gd name="connsiteY8" fmla="*/ 922233 h 959597"/>
                  <a:gd name="connsiteX9" fmla="*/ 2079226 w 2095422"/>
                  <a:gd name="connsiteY9" fmla="*/ 72205 h 959597"/>
                  <a:gd name="connsiteX10" fmla="*/ 2025689 w 2095422"/>
                  <a:gd name="connsiteY10" fmla="*/ 17444 h 959597"/>
                  <a:gd name="connsiteX11" fmla="*/ 69723 w 2095422"/>
                  <a:gd name="connsiteY11" fmla="*/ 0 h 959597"/>
                  <a:gd name="connsiteX12" fmla="*/ 2025699 w 2095422"/>
                  <a:gd name="connsiteY12" fmla="*/ 0 h 959597"/>
                  <a:gd name="connsiteX13" fmla="*/ 2095422 w 2095422"/>
                  <a:gd name="connsiteY13" fmla="*/ 72188 h 959597"/>
                  <a:gd name="connsiteX14" fmla="*/ 2095422 w 2095422"/>
                  <a:gd name="connsiteY14" fmla="*/ 922259 h 959597"/>
                  <a:gd name="connsiteX15" fmla="*/ 2071766 w 2095422"/>
                  <a:gd name="connsiteY15" fmla="*/ 957108 h 959597"/>
                  <a:gd name="connsiteX16" fmla="*/ 2058071 w 2095422"/>
                  <a:gd name="connsiteY16" fmla="*/ 959597 h 959597"/>
                  <a:gd name="connsiteX17" fmla="*/ 2030679 w 2095422"/>
                  <a:gd name="connsiteY17" fmla="*/ 947151 h 959597"/>
                  <a:gd name="connsiteX18" fmla="*/ 1873803 w 2095422"/>
                  <a:gd name="connsiteY18" fmla="*/ 767927 h 959597"/>
                  <a:gd name="connsiteX19" fmla="*/ 69723 w 2095422"/>
                  <a:gd name="connsiteY19" fmla="*/ 767927 h 959597"/>
                  <a:gd name="connsiteX20" fmla="*/ 0 w 2095422"/>
                  <a:gd name="connsiteY20" fmla="*/ 696984 h 959597"/>
                  <a:gd name="connsiteX21" fmla="*/ 0 w 2095422"/>
                  <a:gd name="connsiteY21" fmla="*/ 72188 h 959597"/>
                  <a:gd name="connsiteX22" fmla="*/ 69723 w 2095422"/>
                  <a:gd name="connsiteY22" fmla="*/ 0 h 959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095422" h="959597">
                    <a:moveTo>
                      <a:pt x="69733" y="17444"/>
                    </a:moveTo>
                    <a:cubicBezTo>
                      <a:pt x="41097" y="17444"/>
                      <a:pt x="17441" y="41091"/>
                      <a:pt x="17441" y="72205"/>
                    </a:cubicBezTo>
                    <a:lnTo>
                      <a:pt x="17441" y="696970"/>
                    </a:lnTo>
                    <a:cubicBezTo>
                      <a:pt x="17441" y="726839"/>
                      <a:pt x="41097" y="751730"/>
                      <a:pt x="69733" y="751730"/>
                    </a:cubicBezTo>
                    <a:lnTo>
                      <a:pt x="1877530" y="751730"/>
                    </a:lnTo>
                    <a:cubicBezTo>
                      <a:pt x="1880020" y="751730"/>
                      <a:pt x="1882510" y="752974"/>
                      <a:pt x="1883755" y="754219"/>
                    </a:cubicBezTo>
                    <a:lnTo>
                      <a:pt x="2043120" y="935923"/>
                    </a:lnTo>
                    <a:cubicBezTo>
                      <a:pt x="2049345" y="942146"/>
                      <a:pt x="2058060" y="944635"/>
                      <a:pt x="2065531" y="940902"/>
                    </a:cubicBezTo>
                    <a:cubicBezTo>
                      <a:pt x="2071756" y="939657"/>
                      <a:pt x="2079226" y="932190"/>
                      <a:pt x="2079226" y="922233"/>
                    </a:cubicBezTo>
                    <a:lnTo>
                      <a:pt x="2079226" y="72205"/>
                    </a:lnTo>
                    <a:cubicBezTo>
                      <a:pt x="2079226" y="41091"/>
                      <a:pt x="2054325" y="17444"/>
                      <a:pt x="2025689" y="17444"/>
                    </a:cubicBezTo>
                    <a:close/>
                    <a:moveTo>
                      <a:pt x="69723" y="0"/>
                    </a:moveTo>
                    <a:lnTo>
                      <a:pt x="2025699" y="0"/>
                    </a:lnTo>
                    <a:cubicBezTo>
                      <a:pt x="2064296" y="0"/>
                      <a:pt x="2095422" y="32360"/>
                      <a:pt x="2095422" y="72188"/>
                    </a:cubicBezTo>
                    <a:lnTo>
                      <a:pt x="2095422" y="922259"/>
                    </a:lnTo>
                    <a:cubicBezTo>
                      <a:pt x="2095422" y="938439"/>
                      <a:pt x="2085462" y="952130"/>
                      <a:pt x="2071766" y="957108"/>
                    </a:cubicBezTo>
                    <a:cubicBezTo>
                      <a:pt x="2066786" y="958353"/>
                      <a:pt x="2063051" y="959597"/>
                      <a:pt x="2058071" y="959597"/>
                    </a:cubicBezTo>
                    <a:cubicBezTo>
                      <a:pt x="2048110" y="959597"/>
                      <a:pt x="2038150" y="954619"/>
                      <a:pt x="2030679" y="947151"/>
                    </a:cubicBezTo>
                    <a:lnTo>
                      <a:pt x="1873803" y="767927"/>
                    </a:lnTo>
                    <a:lnTo>
                      <a:pt x="69723" y="767927"/>
                    </a:lnTo>
                    <a:cubicBezTo>
                      <a:pt x="32372" y="767927"/>
                      <a:pt x="0" y="736811"/>
                      <a:pt x="0" y="696984"/>
                    </a:cubicBezTo>
                    <a:lnTo>
                      <a:pt x="0" y="72188"/>
                    </a:lnTo>
                    <a:cubicBezTo>
                      <a:pt x="0" y="32360"/>
                      <a:pt x="32372" y="0"/>
                      <a:pt x="697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7B5A2DF7-DEF0-4C48-B2DF-BFA914F2BFFF}"/>
                  </a:ext>
                </a:extLst>
              </p:cNvPr>
              <p:cNvSpPr/>
              <p:nvPr/>
            </p:nvSpPr>
            <p:spPr>
              <a:xfrm>
                <a:off x="8151219" y="7334060"/>
                <a:ext cx="1640708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18">
                    <a:moveTo>
                      <a:pt x="0" y="0"/>
                    </a:moveTo>
                    <a:lnTo>
                      <a:pt x="13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32D3CA98-EC1E-6E49-B238-F3BAA173E997}"/>
                  </a:ext>
                </a:extLst>
              </p:cNvPr>
              <p:cNvSpPr/>
              <p:nvPr/>
            </p:nvSpPr>
            <p:spPr>
              <a:xfrm>
                <a:off x="8142498" y="7326582"/>
                <a:ext cx="1656903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31" h="13">
                    <a:moveTo>
                      <a:pt x="1325" y="13"/>
                    </a:moveTo>
                    <a:lnTo>
                      <a:pt x="7" y="13"/>
                    </a:lnTo>
                    <a:cubicBezTo>
                      <a:pt x="4" y="13"/>
                      <a:pt x="0" y="10"/>
                      <a:pt x="0" y="6"/>
                    </a:cubicBezTo>
                    <a:cubicBezTo>
                      <a:pt x="0" y="2"/>
                      <a:pt x="4" y="0"/>
                      <a:pt x="7" y="0"/>
                    </a:cubicBezTo>
                    <a:lnTo>
                      <a:pt x="1325" y="0"/>
                    </a:lnTo>
                    <a:cubicBezTo>
                      <a:pt x="1328" y="0"/>
                      <a:pt x="1331" y="2"/>
                      <a:pt x="1331" y="6"/>
                    </a:cubicBezTo>
                    <a:cubicBezTo>
                      <a:pt x="1331" y="10"/>
                      <a:pt x="1328" y="13"/>
                      <a:pt x="1325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3AEF250B-63E0-7C40-8882-CDE89680EA61}"/>
                  </a:ext>
                </a:extLst>
              </p:cNvPr>
              <p:cNvSpPr/>
              <p:nvPr/>
            </p:nvSpPr>
            <p:spPr>
              <a:xfrm>
                <a:off x="9010812" y="7514763"/>
                <a:ext cx="781111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8">
                    <a:moveTo>
                      <a:pt x="0" y="0"/>
                    </a:moveTo>
                    <a:lnTo>
                      <a:pt x="628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F4398A85-07B1-6346-9C5D-85F1B8FD40CA}"/>
                  </a:ext>
                </a:extLst>
              </p:cNvPr>
              <p:cNvSpPr/>
              <p:nvPr/>
            </p:nvSpPr>
            <p:spPr>
              <a:xfrm>
                <a:off x="9002091" y="7506039"/>
                <a:ext cx="79730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41" h="14">
                    <a:moveTo>
                      <a:pt x="635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635" y="0"/>
                    </a:lnTo>
                    <a:cubicBezTo>
                      <a:pt x="638" y="0"/>
                      <a:pt x="641" y="4"/>
                      <a:pt x="641" y="7"/>
                    </a:cubicBezTo>
                    <a:cubicBezTo>
                      <a:pt x="641" y="11"/>
                      <a:pt x="638" y="14"/>
                      <a:pt x="635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CCD92B31-A5DA-174D-BCE6-0DFD5A4641DD}"/>
                  </a:ext>
                </a:extLst>
              </p:cNvPr>
              <p:cNvSpPr/>
              <p:nvPr/>
            </p:nvSpPr>
            <p:spPr>
              <a:xfrm>
                <a:off x="8151219" y="7514763"/>
                <a:ext cx="600472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3">
                    <a:moveTo>
                      <a:pt x="0" y="0"/>
                    </a:moveTo>
                    <a:lnTo>
                      <a:pt x="483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F69C95B6-98FA-F041-9878-825157009EE9}"/>
                  </a:ext>
                </a:extLst>
              </p:cNvPr>
              <p:cNvSpPr/>
              <p:nvPr/>
            </p:nvSpPr>
            <p:spPr>
              <a:xfrm>
                <a:off x="8142498" y="7506039"/>
                <a:ext cx="617913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7" h="14">
                    <a:moveTo>
                      <a:pt x="490" y="14"/>
                    </a:moveTo>
                    <a:lnTo>
                      <a:pt x="7" y="14"/>
                    </a:lnTo>
                    <a:cubicBezTo>
                      <a:pt x="4" y="14"/>
                      <a:pt x="0" y="11"/>
                      <a:pt x="0" y="7"/>
                    </a:cubicBezTo>
                    <a:cubicBezTo>
                      <a:pt x="0" y="4"/>
                      <a:pt x="4" y="0"/>
                      <a:pt x="7" y="0"/>
                    </a:cubicBezTo>
                    <a:lnTo>
                      <a:pt x="490" y="0"/>
                    </a:lnTo>
                    <a:cubicBezTo>
                      <a:pt x="494" y="0"/>
                      <a:pt x="497" y="4"/>
                      <a:pt x="497" y="7"/>
                    </a:cubicBezTo>
                    <a:cubicBezTo>
                      <a:pt x="497" y="11"/>
                      <a:pt x="494" y="14"/>
                      <a:pt x="49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4E6BF346-95FD-134B-B4E3-3525FAD495DA}"/>
                  </a:ext>
                </a:extLst>
              </p:cNvPr>
              <p:cNvSpPr/>
              <p:nvPr/>
            </p:nvSpPr>
            <p:spPr>
              <a:xfrm>
                <a:off x="8151219" y="7696712"/>
                <a:ext cx="1640708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18">
                    <a:moveTo>
                      <a:pt x="0" y="0"/>
                    </a:moveTo>
                    <a:lnTo>
                      <a:pt x="1318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EFC1934F-5725-9A4A-AA3C-9B13B27A0847}"/>
                  </a:ext>
                </a:extLst>
              </p:cNvPr>
              <p:cNvSpPr/>
              <p:nvPr/>
            </p:nvSpPr>
            <p:spPr>
              <a:xfrm>
                <a:off x="8142498" y="7687989"/>
                <a:ext cx="1656903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31" h="14">
                    <a:moveTo>
                      <a:pt x="1325" y="14"/>
                    </a:moveTo>
                    <a:lnTo>
                      <a:pt x="7" y="14"/>
                    </a:lnTo>
                    <a:cubicBezTo>
                      <a:pt x="4" y="14"/>
                      <a:pt x="0" y="10"/>
                      <a:pt x="0" y="7"/>
                    </a:cubicBezTo>
                    <a:cubicBezTo>
                      <a:pt x="0" y="3"/>
                      <a:pt x="4" y="0"/>
                      <a:pt x="7" y="0"/>
                    </a:cubicBezTo>
                    <a:lnTo>
                      <a:pt x="1325" y="0"/>
                    </a:lnTo>
                    <a:cubicBezTo>
                      <a:pt x="1328" y="0"/>
                      <a:pt x="1331" y="3"/>
                      <a:pt x="1331" y="7"/>
                    </a:cubicBezTo>
                    <a:cubicBezTo>
                      <a:pt x="1331" y="10"/>
                      <a:pt x="1328" y="14"/>
                      <a:pt x="1325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39FB7C-23F0-C548-A378-429602AAEE83}"/>
                </a:ext>
              </a:extLst>
            </p:cNvPr>
            <p:cNvGrpSpPr/>
            <p:nvPr/>
          </p:nvGrpSpPr>
          <p:grpSpPr>
            <a:xfrm>
              <a:off x="5771753" y="8167787"/>
              <a:ext cx="2217509" cy="831235"/>
              <a:chOff x="5771753" y="8167787"/>
              <a:chExt cx="2217509" cy="831235"/>
            </a:xfrm>
          </p:grpSpPr>
          <p:sp>
            <p:nvSpPr>
              <p:cNvPr id="207" name="Freeform 206" hidden="1">
                <a:extLst>
                  <a:ext uri="{FF2B5EF4-FFF2-40B4-BE49-F238E27FC236}">
                    <a16:creationId xmlns:a16="http://schemas.microsoft.com/office/drawing/2014/main" id="{E71A9C6C-B648-354B-82CF-0DFACBC35C6C}"/>
                  </a:ext>
                </a:extLst>
              </p:cNvPr>
              <p:cNvSpPr/>
              <p:nvPr/>
            </p:nvSpPr>
            <p:spPr>
              <a:xfrm>
                <a:off x="5780477" y="8175264"/>
                <a:ext cx="2200068" cy="8150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67" h="655">
                    <a:moveTo>
                      <a:pt x="1639" y="655"/>
                    </a:moveTo>
                    <a:lnTo>
                      <a:pt x="884" y="655"/>
                    </a:lnTo>
                    <a:lnTo>
                      <a:pt x="128" y="655"/>
                    </a:lnTo>
                    <a:cubicBezTo>
                      <a:pt x="93" y="655"/>
                      <a:pt x="60" y="641"/>
                      <a:pt x="37" y="618"/>
                    </a:cubicBezTo>
                    <a:cubicBezTo>
                      <a:pt x="14" y="594"/>
                      <a:pt x="0" y="562"/>
                      <a:pt x="0" y="527"/>
                    </a:cubicBezTo>
                    <a:lnTo>
                      <a:pt x="0" y="328"/>
                    </a:lnTo>
                    <a:lnTo>
                      <a:pt x="0" y="129"/>
                    </a:lnTo>
                    <a:cubicBezTo>
                      <a:pt x="0" y="93"/>
                      <a:pt x="14" y="62"/>
                      <a:pt x="37" y="38"/>
                    </a:cubicBezTo>
                    <a:cubicBezTo>
                      <a:pt x="60" y="15"/>
                      <a:pt x="93" y="0"/>
                      <a:pt x="128" y="0"/>
                    </a:cubicBezTo>
                    <a:lnTo>
                      <a:pt x="884" y="0"/>
                    </a:lnTo>
                    <a:lnTo>
                      <a:pt x="1639" y="0"/>
                    </a:lnTo>
                    <a:cubicBezTo>
                      <a:pt x="1674" y="0"/>
                      <a:pt x="1706" y="15"/>
                      <a:pt x="1729" y="38"/>
                    </a:cubicBezTo>
                    <a:cubicBezTo>
                      <a:pt x="1753" y="62"/>
                      <a:pt x="1767" y="93"/>
                      <a:pt x="1767" y="129"/>
                    </a:cubicBezTo>
                    <a:lnTo>
                      <a:pt x="1767" y="328"/>
                    </a:lnTo>
                    <a:lnTo>
                      <a:pt x="1767" y="527"/>
                    </a:lnTo>
                    <a:cubicBezTo>
                      <a:pt x="1767" y="562"/>
                      <a:pt x="1753" y="594"/>
                      <a:pt x="1729" y="618"/>
                    </a:cubicBezTo>
                    <a:cubicBezTo>
                      <a:pt x="1706" y="641"/>
                      <a:pt x="1674" y="655"/>
                      <a:pt x="1639" y="65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FCE98E45-7B7B-B84F-BFDE-C98EFE347642}"/>
                  </a:ext>
                </a:extLst>
              </p:cNvPr>
              <p:cNvSpPr/>
              <p:nvPr/>
            </p:nvSpPr>
            <p:spPr>
              <a:xfrm>
                <a:off x="5771753" y="8167787"/>
                <a:ext cx="2217509" cy="831235"/>
              </a:xfrm>
              <a:custGeom>
                <a:avLst/>
                <a:gdLst>
                  <a:gd name="connsiteX0" fmla="*/ 168100 w 2217509"/>
                  <a:gd name="connsiteY0" fmla="*/ 16201 h 831235"/>
                  <a:gd name="connsiteX1" fmla="*/ 61023 w 2217509"/>
                  <a:gd name="connsiteY1" fmla="*/ 60996 h 831235"/>
                  <a:gd name="connsiteX2" fmla="*/ 17445 w 2217509"/>
                  <a:gd name="connsiteY2" fmla="*/ 168004 h 831235"/>
                  <a:gd name="connsiteX3" fmla="*/ 17445 w 2217509"/>
                  <a:gd name="connsiteY3" fmla="*/ 663231 h 831235"/>
                  <a:gd name="connsiteX4" fmla="*/ 61023 w 2217509"/>
                  <a:gd name="connsiteY4" fmla="*/ 770240 h 831235"/>
                  <a:gd name="connsiteX5" fmla="*/ 168100 w 2217509"/>
                  <a:gd name="connsiteY5" fmla="*/ 815034 h 831235"/>
                  <a:gd name="connsiteX6" fmla="*/ 2049418 w 2217509"/>
                  <a:gd name="connsiteY6" fmla="*/ 815034 h 831235"/>
                  <a:gd name="connsiteX7" fmla="*/ 2156495 w 2217509"/>
                  <a:gd name="connsiteY7" fmla="*/ 770240 h 831235"/>
                  <a:gd name="connsiteX8" fmla="*/ 2201318 w 2217509"/>
                  <a:gd name="connsiteY8" fmla="*/ 663231 h 831235"/>
                  <a:gd name="connsiteX9" fmla="*/ 2201318 w 2217509"/>
                  <a:gd name="connsiteY9" fmla="*/ 168004 h 831235"/>
                  <a:gd name="connsiteX10" fmla="*/ 2156495 w 2217509"/>
                  <a:gd name="connsiteY10" fmla="*/ 60996 h 831235"/>
                  <a:gd name="connsiteX11" fmla="*/ 2049418 w 2217509"/>
                  <a:gd name="connsiteY11" fmla="*/ 16201 h 831235"/>
                  <a:gd name="connsiteX12" fmla="*/ 168088 w 2217509"/>
                  <a:gd name="connsiteY12" fmla="*/ 0 h 831235"/>
                  <a:gd name="connsiteX13" fmla="*/ 2049422 w 2217509"/>
                  <a:gd name="connsiteY13" fmla="*/ 0 h 831235"/>
                  <a:gd name="connsiteX14" fmla="*/ 2167705 w 2217509"/>
                  <a:gd name="connsiteY14" fmla="*/ 48530 h 831235"/>
                  <a:gd name="connsiteX15" fmla="*/ 2217509 w 2217509"/>
                  <a:gd name="connsiteY15" fmla="*/ 167989 h 831235"/>
                  <a:gd name="connsiteX16" fmla="*/ 2217509 w 2217509"/>
                  <a:gd name="connsiteY16" fmla="*/ 663246 h 831235"/>
                  <a:gd name="connsiteX17" fmla="*/ 2167705 w 2217509"/>
                  <a:gd name="connsiteY17" fmla="*/ 782705 h 831235"/>
                  <a:gd name="connsiteX18" fmla="*/ 2049422 w 2217509"/>
                  <a:gd name="connsiteY18" fmla="*/ 831235 h 831235"/>
                  <a:gd name="connsiteX19" fmla="*/ 168088 w 2217509"/>
                  <a:gd name="connsiteY19" fmla="*/ 831235 h 831235"/>
                  <a:gd name="connsiteX20" fmla="*/ 49804 w 2217509"/>
                  <a:gd name="connsiteY20" fmla="*/ 782705 h 831235"/>
                  <a:gd name="connsiteX21" fmla="*/ 0 w 2217509"/>
                  <a:gd name="connsiteY21" fmla="*/ 663246 h 831235"/>
                  <a:gd name="connsiteX22" fmla="*/ 0 w 2217509"/>
                  <a:gd name="connsiteY22" fmla="*/ 167989 h 831235"/>
                  <a:gd name="connsiteX23" fmla="*/ 49804 w 2217509"/>
                  <a:gd name="connsiteY23" fmla="*/ 48530 h 831235"/>
                  <a:gd name="connsiteX24" fmla="*/ 168088 w 2217509"/>
                  <a:gd name="connsiteY24" fmla="*/ 0 h 8312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217509" h="831235">
                    <a:moveTo>
                      <a:pt x="168100" y="16201"/>
                    </a:moveTo>
                    <a:cubicBezTo>
                      <a:pt x="127012" y="16201"/>
                      <a:pt x="89660" y="32377"/>
                      <a:pt x="61023" y="60996"/>
                    </a:cubicBezTo>
                    <a:cubicBezTo>
                      <a:pt x="32386" y="89614"/>
                      <a:pt x="17445" y="126943"/>
                      <a:pt x="17445" y="168004"/>
                    </a:cubicBezTo>
                    <a:lnTo>
                      <a:pt x="17445" y="663231"/>
                    </a:lnTo>
                    <a:cubicBezTo>
                      <a:pt x="17445" y="704292"/>
                      <a:pt x="32386" y="741621"/>
                      <a:pt x="61023" y="770240"/>
                    </a:cubicBezTo>
                    <a:cubicBezTo>
                      <a:pt x="89660" y="798858"/>
                      <a:pt x="127012" y="815034"/>
                      <a:pt x="168100" y="815034"/>
                    </a:cubicBezTo>
                    <a:lnTo>
                      <a:pt x="2049418" y="815034"/>
                    </a:lnTo>
                    <a:cubicBezTo>
                      <a:pt x="2089261" y="815034"/>
                      <a:pt x="2127858" y="798858"/>
                      <a:pt x="2156495" y="770240"/>
                    </a:cubicBezTo>
                    <a:cubicBezTo>
                      <a:pt x="2185132" y="741621"/>
                      <a:pt x="2201318" y="704292"/>
                      <a:pt x="2201318" y="663231"/>
                    </a:cubicBezTo>
                    <a:lnTo>
                      <a:pt x="2201318" y="168004"/>
                    </a:lnTo>
                    <a:cubicBezTo>
                      <a:pt x="2201318" y="126943"/>
                      <a:pt x="2185132" y="89614"/>
                      <a:pt x="2156495" y="60996"/>
                    </a:cubicBezTo>
                    <a:cubicBezTo>
                      <a:pt x="2127858" y="32377"/>
                      <a:pt x="2089261" y="16201"/>
                      <a:pt x="2049418" y="16201"/>
                    </a:cubicBezTo>
                    <a:close/>
                    <a:moveTo>
                      <a:pt x="168088" y="0"/>
                    </a:moveTo>
                    <a:lnTo>
                      <a:pt x="2049422" y="0"/>
                    </a:lnTo>
                    <a:cubicBezTo>
                      <a:pt x="2094245" y="0"/>
                      <a:pt x="2136578" y="17421"/>
                      <a:pt x="2167705" y="48530"/>
                    </a:cubicBezTo>
                    <a:cubicBezTo>
                      <a:pt x="2200078" y="80884"/>
                      <a:pt x="2217509" y="123192"/>
                      <a:pt x="2217509" y="167989"/>
                    </a:cubicBezTo>
                    <a:lnTo>
                      <a:pt x="2217509" y="663246"/>
                    </a:lnTo>
                    <a:cubicBezTo>
                      <a:pt x="2217509" y="708043"/>
                      <a:pt x="2200078" y="750351"/>
                      <a:pt x="2167705" y="782705"/>
                    </a:cubicBezTo>
                    <a:cubicBezTo>
                      <a:pt x="2136578" y="813814"/>
                      <a:pt x="2094245" y="831235"/>
                      <a:pt x="2049422" y="831235"/>
                    </a:cubicBezTo>
                    <a:lnTo>
                      <a:pt x="168088" y="831235"/>
                    </a:lnTo>
                    <a:cubicBezTo>
                      <a:pt x="123264" y="831235"/>
                      <a:pt x="80931" y="813814"/>
                      <a:pt x="49804" y="782705"/>
                    </a:cubicBezTo>
                    <a:cubicBezTo>
                      <a:pt x="17432" y="750351"/>
                      <a:pt x="0" y="708043"/>
                      <a:pt x="0" y="663246"/>
                    </a:cubicBezTo>
                    <a:lnTo>
                      <a:pt x="0" y="167989"/>
                    </a:lnTo>
                    <a:cubicBezTo>
                      <a:pt x="0" y="123192"/>
                      <a:pt x="17432" y="80884"/>
                      <a:pt x="49804" y="48530"/>
                    </a:cubicBezTo>
                    <a:cubicBezTo>
                      <a:pt x="80931" y="17421"/>
                      <a:pt x="123264" y="0"/>
                      <a:pt x="1680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B6C16B34-11AB-7249-979C-10E6C24D22AC}"/>
                  </a:ext>
                </a:extLst>
              </p:cNvPr>
              <p:cNvSpPr/>
              <p:nvPr/>
            </p:nvSpPr>
            <p:spPr>
              <a:xfrm>
                <a:off x="6146740" y="8341013"/>
                <a:ext cx="47340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" h="83">
                    <a:moveTo>
                      <a:pt x="20" y="83"/>
                    </a:moveTo>
                    <a:cubicBezTo>
                      <a:pt x="9" y="83"/>
                      <a:pt x="0" y="73"/>
                      <a:pt x="0" y="63"/>
                    </a:cubicBezTo>
                    <a:lnTo>
                      <a:pt x="0" y="20"/>
                    </a:lnTo>
                    <a:cubicBezTo>
                      <a:pt x="0" y="9"/>
                      <a:pt x="9" y="0"/>
                      <a:pt x="20" y="0"/>
                    </a:cubicBezTo>
                    <a:cubicBezTo>
                      <a:pt x="30" y="0"/>
                      <a:pt x="39" y="9"/>
                      <a:pt x="39" y="20"/>
                    </a:cubicBezTo>
                    <a:lnTo>
                      <a:pt x="39" y="63"/>
                    </a:lnTo>
                    <a:cubicBezTo>
                      <a:pt x="39" y="73"/>
                      <a:pt x="30" y="83"/>
                      <a:pt x="20" y="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8" name="Freeform 347">
                <a:extLst>
                  <a:ext uri="{FF2B5EF4-FFF2-40B4-BE49-F238E27FC236}">
                    <a16:creationId xmlns:a16="http://schemas.microsoft.com/office/drawing/2014/main" id="{DDFA3A9B-91EA-5F4A-BA95-CAB7363EB8D5}"/>
                  </a:ext>
                </a:extLst>
              </p:cNvPr>
              <p:cNvSpPr/>
              <p:nvPr/>
            </p:nvSpPr>
            <p:spPr>
              <a:xfrm>
                <a:off x="6139265" y="8332289"/>
                <a:ext cx="63535" cy="118392"/>
              </a:xfrm>
              <a:custGeom>
                <a:avLst/>
                <a:gdLst>
                  <a:gd name="connsiteX0" fmla="*/ 31768 w 63535"/>
                  <a:gd name="connsiteY0" fmla="*/ 17448 h 118392"/>
                  <a:gd name="connsiteX1" fmla="*/ 16195 w 63535"/>
                  <a:gd name="connsiteY1" fmla="*/ 33415 h 118392"/>
                  <a:gd name="connsiteX2" fmla="*/ 16195 w 63535"/>
                  <a:gd name="connsiteY2" fmla="*/ 86226 h 118392"/>
                  <a:gd name="connsiteX3" fmla="*/ 31768 w 63535"/>
                  <a:gd name="connsiteY3" fmla="*/ 102192 h 118392"/>
                  <a:gd name="connsiteX4" fmla="*/ 47340 w 63535"/>
                  <a:gd name="connsiteY4" fmla="*/ 86226 h 118392"/>
                  <a:gd name="connsiteX5" fmla="*/ 47340 w 63535"/>
                  <a:gd name="connsiteY5" fmla="*/ 33415 h 118392"/>
                  <a:gd name="connsiteX6" fmla="*/ 31768 w 63535"/>
                  <a:gd name="connsiteY6" fmla="*/ 17448 h 118392"/>
                  <a:gd name="connsiteX7" fmla="*/ 31768 w 63535"/>
                  <a:gd name="connsiteY7" fmla="*/ 0 h 118392"/>
                  <a:gd name="connsiteX8" fmla="*/ 63535 w 63535"/>
                  <a:gd name="connsiteY8" fmla="*/ 33298 h 118392"/>
                  <a:gd name="connsiteX9" fmla="*/ 63535 w 63535"/>
                  <a:gd name="connsiteY9" fmla="*/ 86327 h 118392"/>
                  <a:gd name="connsiteX10" fmla="*/ 31768 w 63535"/>
                  <a:gd name="connsiteY10" fmla="*/ 118392 h 118392"/>
                  <a:gd name="connsiteX11" fmla="*/ 0 w 63535"/>
                  <a:gd name="connsiteY11" fmla="*/ 86327 h 118392"/>
                  <a:gd name="connsiteX12" fmla="*/ 0 w 63535"/>
                  <a:gd name="connsiteY12" fmla="*/ 33298 h 118392"/>
                  <a:gd name="connsiteX13" fmla="*/ 31768 w 63535"/>
                  <a:gd name="connsiteY13" fmla="*/ 0 h 118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3535" h="118392">
                    <a:moveTo>
                      <a:pt x="31768" y="17448"/>
                    </a:moveTo>
                    <a:cubicBezTo>
                      <a:pt x="22185" y="17448"/>
                      <a:pt x="16195" y="24817"/>
                      <a:pt x="16195" y="33415"/>
                    </a:cubicBezTo>
                    <a:lnTo>
                      <a:pt x="16195" y="86226"/>
                    </a:lnTo>
                    <a:cubicBezTo>
                      <a:pt x="16195" y="94823"/>
                      <a:pt x="22185" y="102192"/>
                      <a:pt x="31768" y="102192"/>
                    </a:cubicBezTo>
                    <a:cubicBezTo>
                      <a:pt x="38955" y="102192"/>
                      <a:pt x="47340" y="94823"/>
                      <a:pt x="47340" y="86226"/>
                    </a:cubicBezTo>
                    <a:lnTo>
                      <a:pt x="47340" y="33415"/>
                    </a:lnTo>
                    <a:cubicBezTo>
                      <a:pt x="47340" y="24817"/>
                      <a:pt x="38955" y="17448"/>
                      <a:pt x="31768" y="17448"/>
                    </a:cubicBezTo>
                    <a:close/>
                    <a:moveTo>
                      <a:pt x="31768" y="0"/>
                    </a:moveTo>
                    <a:cubicBezTo>
                      <a:pt x="48873" y="0"/>
                      <a:pt x="63535" y="14799"/>
                      <a:pt x="63535" y="33298"/>
                    </a:cubicBezTo>
                    <a:lnTo>
                      <a:pt x="63535" y="86327"/>
                    </a:lnTo>
                    <a:cubicBezTo>
                      <a:pt x="63535" y="103593"/>
                      <a:pt x="48873" y="118392"/>
                      <a:pt x="31768" y="118392"/>
                    </a:cubicBezTo>
                    <a:cubicBezTo>
                      <a:pt x="13440" y="118392"/>
                      <a:pt x="0" y="103593"/>
                      <a:pt x="0" y="86327"/>
                    </a:cubicBezTo>
                    <a:lnTo>
                      <a:pt x="0" y="33298"/>
                    </a:lnTo>
                    <a:cubicBezTo>
                      <a:pt x="0" y="14799"/>
                      <a:pt x="13440" y="0"/>
                      <a:pt x="317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3" name="Freeform 212" hidden="1">
                <a:extLst>
                  <a:ext uri="{FF2B5EF4-FFF2-40B4-BE49-F238E27FC236}">
                    <a16:creationId xmlns:a16="http://schemas.microsoft.com/office/drawing/2014/main" id="{14217B83-E032-7842-87B5-85B86745DBBB}"/>
                  </a:ext>
                </a:extLst>
              </p:cNvPr>
              <p:cNvSpPr/>
              <p:nvPr/>
            </p:nvSpPr>
            <p:spPr>
              <a:xfrm>
                <a:off x="5969837" y="8409556"/>
                <a:ext cx="401145" cy="368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3" h="297">
                    <a:moveTo>
                      <a:pt x="320" y="281"/>
                    </a:moveTo>
                    <a:lnTo>
                      <a:pt x="293" y="259"/>
                    </a:lnTo>
                    <a:cubicBezTo>
                      <a:pt x="275" y="244"/>
                      <a:pt x="264" y="221"/>
                      <a:pt x="264" y="198"/>
                    </a:cubicBezTo>
                    <a:lnTo>
                      <a:pt x="264" y="113"/>
                    </a:lnTo>
                    <a:cubicBezTo>
                      <a:pt x="264" y="87"/>
                      <a:pt x="257" y="62"/>
                      <a:pt x="242" y="41"/>
                    </a:cubicBezTo>
                    <a:cubicBezTo>
                      <a:pt x="227" y="20"/>
                      <a:pt x="202" y="0"/>
                      <a:pt x="162" y="0"/>
                    </a:cubicBezTo>
                    <a:cubicBezTo>
                      <a:pt x="118" y="0"/>
                      <a:pt x="92" y="23"/>
                      <a:pt x="77" y="46"/>
                    </a:cubicBezTo>
                    <a:cubicBezTo>
                      <a:pt x="64" y="66"/>
                      <a:pt x="58" y="88"/>
                      <a:pt x="58" y="111"/>
                    </a:cubicBezTo>
                    <a:lnTo>
                      <a:pt x="58" y="198"/>
                    </a:lnTo>
                    <a:cubicBezTo>
                      <a:pt x="58" y="221"/>
                      <a:pt x="48" y="244"/>
                      <a:pt x="30" y="259"/>
                    </a:cubicBezTo>
                    <a:lnTo>
                      <a:pt x="3" y="281"/>
                    </a:lnTo>
                    <a:cubicBezTo>
                      <a:pt x="-3" y="286"/>
                      <a:pt x="1" y="297"/>
                      <a:pt x="10" y="297"/>
                    </a:cubicBezTo>
                    <a:lnTo>
                      <a:pt x="162" y="297"/>
                    </a:lnTo>
                    <a:lnTo>
                      <a:pt x="314" y="297"/>
                    </a:lnTo>
                    <a:cubicBezTo>
                      <a:pt x="322" y="297"/>
                      <a:pt x="326" y="286"/>
                      <a:pt x="320" y="28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04AD38CC-C94E-9B4B-8A17-7325A24AA8B4}"/>
                  </a:ext>
                </a:extLst>
              </p:cNvPr>
              <p:cNvSpPr/>
              <p:nvPr/>
            </p:nvSpPr>
            <p:spPr>
              <a:xfrm>
                <a:off x="5961408" y="8400828"/>
                <a:ext cx="418005" cy="386331"/>
              </a:xfrm>
              <a:custGeom>
                <a:avLst/>
                <a:gdLst>
                  <a:gd name="connsiteX0" fmla="*/ 209624 w 418005"/>
                  <a:gd name="connsiteY0" fmla="*/ 16201 h 386331"/>
                  <a:gd name="connsiteX1" fmla="*/ 111525 w 418005"/>
                  <a:gd name="connsiteY1" fmla="*/ 70842 h 386331"/>
                  <a:gd name="connsiteX2" fmla="*/ 89173 w 418005"/>
                  <a:gd name="connsiteY2" fmla="*/ 147836 h 386331"/>
                  <a:gd name="connsiteX3" fmla="*/ 89173 w 418005"/>
                  <a:gd name="connsiteY3" fmla="*/ 254635 h 386331"/>
                  <a:gd name="connsiteX4" fmla="*/ 50679 w 418005"/>
                  <a:gd name="connsiteY4" fmla="*/ 336596 h 386331"/>
                  <a:gd name="connsiteX5" fmla="*/ 18393 w 418005"/>
                  <a:gd name="connsiteY5" fmla="*/ 363917 h 386331"/>
                  <a:gd name="connsiteX6" fmla="*/ 17151 w 418005"/>
                  <a:gd name="connsiteY6" fmla="*/ 366400 h 386331"/>
                  <a:gd name="connsiteX7" fmla="*/ 20877 w 418005"/>
                  <a:gd name="connsiteY7" fmla="*/ 368884 h 386331"/>
                  <a:gd name="connsiteX8" fmla="*/ 398372 w 418005"/>
                  <a:gd name="connsiteY8" fmla="*/ 368884 h 386331"/>
                  <a:gd name="connsiteX9" fmla="*/ 400855 w 418005"/>
                  <a:gd name="connsiteY9" fmla="*/ 366400 h 386331"/>
                  <a:gd name="connsiteX10" fmla="*/ 399613 w 418005"/>
                  <a:gd name="connsiteY10" fmla="*/ 363917 h 386331"/>
                  <a:gd name="connsiteX11" fmla="*/ 367328 w 418005"/>
                  <a:gd name="connsiteY11" fmla="*/ 336596 h 386331"/>
                  <a:gd name="connsiteX12" fmla="*/ 328833 w 418005"/>
                  <a:gd name="connsiteY12" fmla="*/ 254635 h 386331"/>
                  <a:gd name="connsiteX13" fmla="*/ 328833 w 418005"/>
                  <a:gd name="connsiteY13" fmla="*/ 149078 h 386331"/>
                  <a:gd name="connsiteX14" fmla="*/ 302756 w 418005"/>
                  <a:gd name="connsiteY14" fmla="*/ 64633 h 386331"/>
                  <a:gd name="connsiteX15" fmla="*/ 209624 w 418005"/>
                  <a:gd name="connsiteY15" fmla="*/ 16201 h 386331"/>
                  <a:gd name="connsiteX16" fmla="*/ 209624 w 418005"/>
                  <a:gd name="connsiteY16" fmla="*/ 0 h 386331"/>
                  <a:gd name="connsiteX17" fmla="*/ 316444 w 418005"/>
                  <a:gd name="connsiteY17" fmla="*/ 55900 h 386331"/>
                  <a:gd name="connsiteX18" fmla="*/ 345013 w 418005"/>
                  <a:gd name="connsiteY18" fmla="*/ 149067 h 386331"/>
                  <a:gd name="connsiteX19" fmla="*/ 345013 w 418005"/>
                  <a:gd name="connsiteY19" fmla="*/ 254655 h 386331"/>
                  <a:gd name="connsiteX20" fmla="*/ 377307 w 418005"/>
                  <a:gd name="connsiteY20" fmla="*/ 322978 h 386331"/>
                  <a:gd name="connsiteX21" fmla="*/ 410844 w 418005"/>
                  <a:gd name="connsiteY21" fmla="*/ 350307 h 386331"/>
                  <a:gd name="connsiteX22" fmla="*/ 417054 w 418005"/>
                  <a:gd name="connsiteY22" fmla="*/ 372667 h 386331"/>
                  <a:gd name="connsiteX23" fmla="*/ 398423 w 418005"/>
                  <a:gd name="connsiteY23" fmla="*/ 386331 h 386331"/>
                  <a:gd name="connsiteX24" fmla="*/ 20826 w 418005"/>
                  <a:gd name="connsiteY24" fmla="*/ 386331 h 386331"/>
                  <a:gd name="connsiteX25" fmla="*/ 952 w 418005"/>
                  <a:gd name="connsiteY25" fmla="*/ 372667 h 386331"/>
                  <a:gd name="connsiteX26" fmla="*/ 7163 w 418005"/>
                  <a:gd name="connsiteY26" fmla="*/ 350307 h 386331"/>
                  <a:gd name="connsiteX27" fmla="*/ 39457 w 418005"/>
                  <a:gd name="connsiteY27" fmla="*/ 322978 h 386331"/>
                  <a:gd name="connsiteX28" fmla="*/ 72994 w 418005"/>
                  <a:gd name="connsiteY28" fmla="*/ 254655 h 386331"/>
                  <a:gd name="connsiteX29" fmla="*/ 72994 w 418005"/>
                  <a:gd name="connsiteY29" fmla="*/ 146582 h 386331"/>
                  <a:gd name="connsiteX30" fmla="*/ 97836 w 418005"/>
                  <a:gd name="connsiteY30" fmla="*/ 60869 h 386331"/>
                  <a:gd name="connsiteX31" fmla="*/ 209624 w 418005"/>
                  <a:gd name="connsiteY31" fmla="*/ 0 h 386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18005" h="386331">
                    <a:moveTo>
                      <a:pt x="209624" y="16201"/>
                    </a:moveTo>
                    <a:cubicBezTo>
                      <a:pt x="167404" y="17443"/>
                      <a:pt x="135118" y="34829"/>
                      <a:pt x="111525" y="70842"/>
                    </a:cubicBezTo>
                    <a:cubicBezTo>
                      <a:pt x="96624" y="93195"/>
                      <a:pt x="89173" y="119274"/>
                      <a:pt x="89173" y="147836"/>
                    </a:cubicBezTo>
                    <a:lnTo>
                      <a:pt x="89173" y="254635"/>
                    </a:lnTo>
                    <a:cubicBezTo>
                      <a:pt x="89173" y="285681"/>
                      <a:pt x="74272" y="315485"/>
                      <a:pt x="50679" y="336596"/>
                    </a:cubicBezTo>
                    <a:lnTo>
                      <a:pt x="18393" y="363917"/>
                    </a:lnTo>
                    <a:cubicBezTo>
                      <a:pt x="15909" y="363917"/>
                      <a:pt x="17151" y="366400"/>
                      <a:pt x="17151" y="366400"/>
                    </a:cubicBezTo>
                    <a:cubicBezTo>
                      <a:pt x="17151" y="367642"/>
                      <a:pt x="18393" y="368884"/>
                      <a:pt x="20877" y="368884"/>
                    </a:cubicBezTo>
                    <a:lnTo>
                      <a:pt x="398372" y="368884"/>
                    </a:lnTo>
                    <a:cubicBezTo>
                      <a:pt x="399613" y="368884"/>
                      <a:pt x="400855" y="367642"/>
                      <a:pt x="400855" y="366400"/>
                    </a:cubicBezTo>
                    <a:cubicBezTo>
                      <a:pt x="400855" y="366400"/>
                      <a:pt x="400855" y="363917"/>
                      <a:pt x="399613" y="363917"/>
                    </a:cubicBezTo>
                    <a:lnTo>
                      <a:pt x="367328" y="336596"/>
                    </a:lnTo>
                    <a:cubicBezTo>
                      <a:pt x="342492" y="315485"/>
                      <a:pt x="328833" y="285681"/>
                      <a:pt x="328833" y="254635"/>
                    </a:cubicBezTo>
                    <a:lnTo>
                      <a:pt x="328833" y="149078"/>
                    </a:lnTo>
                    <a:cubicBezTo>
                      <a:pt x="328833" y="118032"/>
                      <a:pt x="318899" y="88228"/>
                      <a:pt x="302756" y="64633"/>
                    </a:cubicBezTo>
                    <a:cubicBezTo>
                      <a:pt x="279163" y="33587"/>
                      <a:pt x="249360" y="16201"/>
                      <a:pt x="209624" y="16201"/>
                    </a:cubicBezTo>
                    <a:close/>
                    <a:moveTo>
                      <a:pt x="209624" y="0"/>
                    </a:moveTo>
                    <a:cubicBezTo>
                      <a:pt x="253098" y="0"/>
                      <a:pt x="290360" y="19876"/>
                      <a:pt x="316444" y="55900"/>
                    </a:cubicBezTo>
                    <a:cubicBezTo>
                      <a:pt x="335076" y="80744"/>
                      <a:pt x="345013" y="114284"/>
                      <a:pt x="345013" y="149067"/>
                    </a:cubicBezTo>
                    <a:lnTo>
                      <a:pt x="345013" y="254655"/>
                    </a:lnTo>
                    <a:cubicBezTo>
                      <a:pt x="345013" y="280742"/>
                      <a:pt x="357434" y="306829"/>
                      <a:pt x="377307" y="322978"/>
                    </a:cubicBezTo>
                    <a:lnTo>
                      <a:pt x="410844" y="350307"/>
                    </a:lnTo>
                    <a:cubicBezTo>
                      <a:pt x="417054" y="356518"/>
                      <a:pt x="419538" y="363971"/>
                      <a:pt x="417054" y="372667"/>
                    </a:cubicBezTo>
                    <a:cubicBezTo>
                      <a:pt x="413328" y="380120"/>
                      <a:pt x="407117" y="386331"/>
                      <a:pt x="398423" y="386331"/>
                    </a:cubicBezTo>
                    <a:lnTo>
                      <a:pt x="20826" y="386331"/>
                    </a:lnTo>
                    <a:cubicBezTo>
                      <a:pt x="12131" y="386331"/>
                      <a:pt x="4679" y="380120"/>
                      <a:pt x="952" y="372667"/>
                    </a:cubicBezTo>
                    <a:cubicBezTo>
                      <a:pt x="-1532" y="363971"/>
                      <a:pt x="952" y="356518"/>
                      <a:pt x="7163" y="350307"/>
                    </a:cubicBezTo>
                    <a:lnTo>
                      <a:pt x="39457" y="322978"/>
                    </a:lnTo>
                    <a:cubicBezTo>
                      <a:pt x="60573" y="306829"/>
                      <a:pt x="72994" y="280742"/>
                      <a:pt x="72994" y="254655"/>
                    </a:cubicBezTo>
                    <a:lnTo>
                      <a:pt x="72994" y="146582"/>
                    </a:lnTo>
                    <a:cubicBezTo>
                      <a:pt x="72994" y="115527"/>
                      <a:pt x="81689" y="85713"/>
                      <a:pt x="97836" y="60869"/>
                    </a:cubicBezTo>
                    <a:cubicBezTo>
                      <a:pt x="115225" y="33540"/>
                      <a:pt x="148762" y="0"/>
                      <a:pt x="2096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 hidden="1">
                <a:extLst>
                  <a:ext uri="{FF2B5EF4-FFF2-40B4-BE49-F238E27FC236}">
                    <a16:creationId xmlns:a16="http://schemas.microsoft.com/office/drawing/2014/main" id="{25DD6B92-0D6A-6947-97E9-FF78B7F16D86}"/>
                  </a:ext>
                </a:extLst>
              </p:cNvPr>
              <p:cNvSpPr/>
              <p:nvPr/>
            </p:nvSpPr>
            <p:spPr>
              <a:xfrm>
                <a:off x="6114349" y="8779686"/>
                <a:ext cx="112121" cy="548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" h="45">
                    <a:moveTo>
                      <a:pt x="90" y="0"/>
                    </a:moveTo>
                    <a:cubicBezTo>
                      <a:pt x="90" y="0"/>
                      <a:pt x="91" y="0"/>
                      <a:pt x="91" y="1"/>
                    </a:cubicBezTo>
                    <a:cubicBezTo>
                      <a:pt x="90" y="25"/>
                      <a:pt x="70" y="45"/>
                      <a:pt x="46" y="45"/>
                    </a:cubicBezTo>
                    <a:cubicBezTo>
                      <a:pt x="21" y="45"/>
                      <a:pt x="1" y="25"/>
                      <a:pt x="0" y="1"/>
                    </a:cubicBezTo>
                    <a:cubicBezTo>
                      <a:pt x="0" y="0"/>
                      <a:pt x="0" y="0"/>
                      <a:pt x="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3031152A-FA50-2C4C-9F13-E02A4761CE64}"/>
                  </a:ext>
                </a:extLst>
              </p:cNvPr>
              <p:cNvSpPr/>
              <p:nvPr/>
            </p:nvSpPr>
            <p:spPr>
              <a:xfrm>
                <a:off x="6105629" y="8770962"/>
                <a:ext cx="129562" cy="72281"/>
              </a:xfrm>
              <a:custGeom>
                <a:avLst/>
                <a:gdLst>
                  <a:gd name="connsiteX0" fmla="*/ 17441 w 129562"/>
                  <a:gd name="connsiteY0" fmla="*/ 17447 h 72281"/>
                  <a:gd name="connsiteX1" fmla="*/ 65396 w 129562"/>
                  <a:gd name="connsiteY1" fmla="*/ 54834 h 72281"/>
                  <a:gd name="connsiteX2" fmla="*/ 112121 w 129562"/>
                  <a:gd name="connsiteY2" fmla="*/ 17447 h 72281"/>
                  <a:gd name="connsiteX3" fmla="*/ 11106 w 129562"/>
                  <a:gd name="connsiteY3" fmla="*/ 0 h 72281"/>
                  <a:gd name="connsiteX4" fmla="*/ 119691 w 129562"/>
                  <a:gd name="connsiteY4" fmla="*/ 0 h 72281"/>
                  <a:gd name="connsiteX5" fmla="*/ 125860 w 129562"/>
                  <a:gd name="connsiteY5" fmla="*/ 2450 h 72281"/>
                  <a:gd name="connsiteX6" fmla="*/ 129562 w 129562"/>
                  <a:gd name="connsiteY6" fmla="*/ 11026 h 72281"/>
                  <a:gd name="connsiteX7" fmla="*/ 65398 w 129562"/>
                  <a:gd name="connsiteY7" fmla="*/ 72281 h 72281"/>
                  <a:gd name="connsiteX8" fmla="*/ 0 w 129562"/>
                  <a:gd name="connsiteY8" fmla="*/ 11026 h 72281"/>
                  <a:gd name="connsiteX9" fmla="*/ 3702 w 129562"/>
                  <a:gd name="connsiteY9" fmla="*/ 2450 h 72281"/>
                  <a:gd name="connsiteX10" fmla="*/ 11106 w 129562"/>
                  <a:gd name="connsiteY10" fmla="*/ 0 h 72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29562" h="72281">
                    <a:moveTo>
                      <a:pt x="17441" y="17447"/>
                    </a:moveTo>
                    <a:cubicBezTo>
                      <a:pt x="21130" y="39156"/>
                      <a:pt x="40804" y="54834"/>
                      <a:pt x="65396" y="54834"/>
                    </a:cubicBezTo>
                    <a:cubicBezTo>
                      <a:pt x="88759" y="54834"/>
                      <a:pt x="108432" y="39156"/>
                      <a:pt x="112121" y="17447"/>
                    </a:cubicBezTo>
                    <a:close/>
                    <a:moveTo>
                      <a:pt x="11106" y="0"/>
                    </a:moveTo>
                    <a:lnTo>
                      <a:pt x="119691" y="0"/>
                    </a:lnTo>
                    <a:cubicBezTo>
                      <a:pt x="120925" y="0"/>
                      <a:pt x="124627" y="1225"/>
                      <a:pt x="125860" y="2450"/>
                    </a:cubicBezTo>
                    <a:cubicBezTo>
                      <a:pt x="128328" y="4900"/>
                      <a:pt x="129562" y="7351"/>
                      <a:pt x="129562" y="11026"/>
                    </a:cubicBezTo>
                    <a:cubicBezTo>
                      <a:pt x="128328" y="45329"/>
                      <a:pt x="99948" y="72281"/>
                      <a:pt x="65398" y="72281"/>
                    </a:cubicBezTo>
                    <a:cubicBezTo>
                      <a:pt x="29614" y="72281"/>
                      <a:pt x="1234" y="45329"/>
                      <a:pt x="0" y="11026"/>
                    </a:cubicBezTo>
                    <a:cubicBezTo>
                      <a:pt x="0" y="7351"/>
                      <a:pt x="1234" y="4900"/>
                      <a:pt x="3702" y="2450"/>
                    </a:cubicBezTo>
                    <a:cubicBezTo>
                      <a:pt x="4936" y="1225"/>
                      <a:pt x="7404" y="0"/>
                      <a:pt x="111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1CA36B43-C2F8-8546-A87A-15498C6EEB01}"/>
                  </a:ext>
                </a:extLst>
              </p:cNvPr>
              <p:cNvSpPr/>
              <p:nvPr/>
            </p:nvSpPr>
            <p:spPr>
              <a:xfrm>
                <a:off x="6042093" y="8597736"/>
                <a:ext cx="255387" cy="585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6" h="48">
                    <a:moveTo>
                      <a:pt x="206" y="48"/>
                    </a:moveTo>
                    <a:lnTo>
                      <a:pt x="206" y="47"/>
                    </a:lnTo>
                    <a:lnTo>
                      <a:pt x="206" y="2"/>
                    </a:lnTo>
                    <a:cubicBezTo>
                      <a:pt x="206" y="1"/>
                      <a:pt x="206" y="0"/>
                      <a:pt x="205" y="0"/>
                    </a:cubicBezTo>
                    <a:lnTo>
                      <a:pt x="2" y="0"/>
                    </a:lnTo>
                    <a:cubicBezTo>
                      <a:pt x="1" y="0"/>
                      <a:pt x="0" y="1"/>
                      <a:pt x="0" y="2"/>
                    </a:cubicBezTo>
                    <a:lnTo>
                      <a:pt x="0" y="47"/>
                    </a:lnTo>
                    <a:lnTo>
                      <a:pt x="0" y="48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8D5D04EF-F4A6-274B-BD33-CEE1C8F80BCC}"/>
                  </a:ext>
                </a:extLst>
              </p:cNvPr>
              <p:cNvSpPr/>
              <p:nvPr/>
            </p:nvSpPr>
            <p:spPr>
              <a:xfrm>
                <a:off x="6034619" y="8589013"/>
                <a:ext cx="271583" cy="76020"/>
              </a:xfrm>
              <a:custGeom>
                <a:avLst/>
                <a:gdLst>
                  <a:gd name="connsiteX0" fmla="*/ 16195 w 271583"/>
                  <a:gd name="connsiteY0" fmla="*/ 17447 h 76020"/>
                  <a:gd name="connsiteX1" fmla="*/ 16195 w 271583"/>
                  <a:gd name="connsiteY1" fmla="*/ 58573 h 76020"/>
                  <a:gd name="connsiteX2" fmla="*/ 255387 w 271583"/>
                  <a:gd name="connsiteY2" fmla="*/ 58573 h 76020"/>
                  <a:gd name="connsiteX3" fmla="*/ 255387 w 271583"/>
                  <a:gd name="connsiteY3" fmla="*/ 17447 h 76020"/>
                  <a:gd name="connsiteX4" fmla="*/ 9921 w 271583"/>
                  <a:gd name="connsiteY4" fmla="*/ 0 h 76020"/>
                  <a:gd name="connsiteX5" fmla="*/ 261662 w 271583"/>
                  <a:gd name="connsiteY5" fmla="*/ 0 h 76020"/>
                  <a:gd name="connsiteX6" fmla="*/ 271583 w 271583"/>
                  <a:gd name="connsiteY6" fmla="*/ 11035 h 76020"/>
                  <a:gd name="connsiteX7" fmla="*/ 271583 w 271583"/>
                  <a:gd name="connsiteY7" fmla="*/ 66211 h 76020"/>
                  <a:gd name="connsiteX8" fmla="*/ 262902 w 271583"/>
                  <a:gd name="connsiteY8" fmla="*/ 76020 h 76020"/>
                  <a:gd name="connsiteX9" fmla="*/ 7441 w 271583"/>
                  <a:gd name="connsiteY9" fmla="*/ 76020 h 76020"/>
                  <a:gd name="connsiteX10" fmla="*/ 1240 w 271583"/>
                  <a:gd name="connsiteY10" fmla="*/ 73568 h 76020"/>
                  <a:gd name="connsiteX11" fmla="*/ 0 w 271583"/>
                  <a:gd name="connsiteY11" fmla="*/ 67437 h 76020"/>
                  <a:gd name="connsiteX12" fmla="*/ 0 w 271583"/>
                  <a:gd name="connsiteY12" fmla="*/ 11035 h 76020"/>
                  <a:gd name="connsiteX13" fmla="*/ 9921 w 271583"/>
                  <a:gd name="connsiteY13" fmla="*/ 0 h 76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71583" h="76020">
                    <a:moveTo>
                      <a:pt x="16195" y="17447"/>
                    </a:moveTo>
                    <a:lnTo>
                      <a:pt x="16195" y="58573"/>
                    </a:lnTo>
                    <a:lnTo>
                      <a:pt x="255387" y="58573"/>
                    </a:lnTo>
                    <a:lnTo>
                      <a:pt x="255387" y="17447"/>
                    </a:lnTo>
                    <a:close/>
                    <a:moveTo>
                      <a:pt x="9921" y="0"/>
                    </a:moveTo>
                    <a:lnTo>
                      <a:pt x="261662" y="0"/>
                    </a:lnTo>
                    <a:cubicBezTo>
                      <a:pt x="267863" y="0"/>
                      <a:pt x="271583" y="4905"/>
                      <a:pt x="271583" y="11035"/>
                    </a:cubicBezTo>
                    <a:lnTo>
                      <a:pt x="271583" y="66211"/>
                    </a:lnTo>
                    <a:cubicBezTo>
                      <a:pt x="271583" y="71115"/>
                      <a:pt x="267863" y="76020"/>
                      <a:pt x="262902" y="76020"/>
                    </a:cubicBezTo>
                    <a:lnTo>
                      <a:pt x="7441" y="76020"/>
                    </a:lnTo>
                    <a:cubicBezTo>
                      <a:pt x="4961" y="76020"/>
                      <a:pt x="3721" y="74794"/>
                      <a:pt x="1240" y="73568"/>
                    </a:cubicBezTo>
                    <a:cubicBezTo>
                      <a:pt x="0" y="72342"/>
                      <a:pt x="0" y="69889"/>
                      <a:pt x="0" y="67437"/>
                    </a:cubicBezTo>
                    <a:lnTo>
                      <a:pt x="0" y="11035"/>
                    </a:lnTo>
                    <a:cubicBezTo>
                      <a:pt x="0" y="4905"/>
                      <a:pt x="3721" y="0"/>
                      <a:pt x="99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7B0CE802-612A-394A-AF0F-564E210D85BC}"/>
                  </a:ext>
                </a:extLst>
              </p:cNvPr>
              <p:cNvSpPr/>
              <p:nvPr/>
            </p:nvSpPr>
            <p:spPr>
              <a:xfrm>
                <a:off x="6292497" y="8355968"/>
                <a:ext cx="67273" cy="67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" h="55">
                    <a:moveTo>
                      <a:pt x="48" y="55"/>
                    </a:moveTo>
                    <a:cubicBezTo>
                      <a:pt x="45" y="55"/>
                      <a:pt x="42" y="53"/>
                      <a:pt x="42" y="49"/>
                    </a:cubicBezTo>
                    <a:cubicBezTo>
                      <a:pt x="42" y="38"/>
                      <a:pt x="38" y="29"/>
                      <a:pt x="32" y="22"/>
                    </a:cubicBezTo>
                    <a:cubicBezTo>
                      <a:pt x="22" y="13"/>
                      <a:pt x="7" y="13"/>
                      <a:pt x="7" y="13"/>
                    </a:cubicBezTo>
                    <a:cubicBezTo>
                      <a:pt x="3" y="13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cubicBezTo>
                      <a:pt x="7" y="0"/>
                      <a:pt x="27" y="-1"/>
                      <a:pt x="42" y="13"/>
                    </a:cubicBezTo>
                    <a:cubicBezTo>
                      <a:pt x="51" y="21"/>
                      <a:pt x="55" y="33"/>
                      <a:pt x="55" y="49"/>
                    </a:cubicBezTo>
                    <a:cubicBezTo>
                      <a:pt x="55" y="53"/>
                      <a:pt x="52" y="55"/>
                      <a:pt x="48" y="5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DA72A4E6-7FE4-2D40-99B3-94CF1E36C047}"/>
                  </a:ext>
                </a:extLst>
              </p:cNvPr>
              <p:cNvSpPr/>
              <p:nvPr/>
            </p:nvSpPr>
            <p:spPr>
              <a:xfrm>
                <a:off x="6318659" y="8301130"/>
                <a:ext cx="95926" cy="984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8" h="80">
                    <a:moveTo>
                      <a:pt x="71" y="80"/>
                    </a:moveTo>
                    <a:cubicBezTo>
                      <a:pt x="68" y="80"/>
                      <a:pt x="64" y="77"/>
                      <a:pt x="64" y="73"/>
                    </a:cubicBezTo>
                    <a:cubicBezTo>
                      <a:pt x="64" y="54"/>
                      <a:pt x="60" y="40"/>
                      <a:pt x="49" y="29"/>
                    </a:cubicBezTo>
                    <a:cubicBezTo>
                      <a:pt x="32" y="13"/>
                      <a:pt x="6" y="14"/>
                      <a:pt x="6" y="14"/>
                    </a:cubicBezTo>
                    <a:cubicBezTo>
                      <a:pt x="3" y="14"/>
                      <a:pt x="0" y="11"/>
                      <a:pt x="0" y="8"/>
                    </a:cubicBezTo>
                    <a:cubicBezTo>
                      <a:pt x="-1" y="3"/>
                      <a:pt x="2" y="0"/>
                      <a:pt x="6" y="0"/>
                    </a:cubicBezTo>
                    <a:cubicBezTo>
                      <a:pt x="7" y="0"/>
                      <a:pt x="37" y="-1"/>
                      <a:pt x="58" y="19"/>
                    </a:cubicBezTo>
                    <a:cubicBezTo>
                      <a:pt x="71" y="32"/>
                      <a:pt x="78" y="51"/>
                      <a:pt x="78" y="73"/>
                    </a:cubicBezTo>
                    <a:cubicBezTo>
                      <a:pt x="78" y="77"/>
                      <a:pt x="75" y="80"/>
                      <a:pt x="71" y="8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888FBBC5-F70F-F142-AA9D-BE15B429F46D}"/>
                  </a:ext>
                </a:extLst>
              </p:cNvPr>
              <p:cNvSpPr/>
              <p:nvPr/>
            </p:nvSpPr>
            <p:spPr>
              <a:xfrm>
                <a:off x="6815730" y="8364691"/>
                <a:ext cx="198081" cy="4785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0" h="385">
                    <a:moveTo>
                      <a:pt x="80" y="385"/>
                    </a:moveTo>
                    <a:cubicBezTo>
                      <a:pt x="36" y="385"/>
                      <a:pt x="0" y="349"/>
                      <a:pt x="0" y="305"/>
                    </a:cubicBezTo>
                    <a:lnTo>
                      <a:pt x="0" y="58"/>
                    </a:lnTo>
                    <a:cubicBezTo>
                      <a:pt x="0" y="26"/>
                      <a:pt x="26" y="0"/>
                      <a:pt x="58" y="0"/>
                    </a:cubicBezTo>
                    <a:cubicBezTo>
                      <a:pt x="89" y="0"/>
                      <a:pt x="114" y="26"/>
                      <a:pt x="114" y="58"/>
                    </a:cubicBezTo>
                    <a:lnTo>
                      <a:pt x="114" y="275"/>
                    </a:lnTo>
                    <a:cubicBezTo>
                      <a:pt x="114" y="293"/>
                      <a:pt x="100" y="308"/>
                      <a:pt x="83" y="308"/>
                    </a:cubicBezTo>
                    <a:cubicBezTo>
                      <a:pt x="65" y="308"/>
                      <a:pt x="51" y="293"/>
                      <a:pt x="51" y="275"/>
                    </a:cubicBezTo>
                    <a:lnTo>
                      <a:pt x="51" y="115"/>
                    </a:lnTo>
                    <a:cubicBezTo>
                      <a:pt x="51" y="111"/>
                      <a:pt x="54" y="108"/>
                      <a:pt x="58" y="108"/>
                    </a:cubicBezTo>
                    <a:cubicBezTo>
                      <a:pt x="61" y="108"/>
                      <a:pt x="64" y="111"/>
                      <a:pt x="64" y="115"/>
                    </a:cubicBezTo>
                    <a:lnTo>
                      <a:pt x="64" y="275"/>
                    </a:lnTo>
                    <a:cubicBezTo>
                      <a:pt x="64" y="286"/>
                      <a:pt x="72" y="294"/>
                      <a:pt x="83" y="294"/>
                    </a:cubicBezTo>
                    <a:cubicBezTo>
                      <a:pt x="93" y="294"/>
                      <a:pt x="101" y="286"/>
                      <a:pt x="101" y="275"/>
                    </a:cubicBezTo>
                    <a:lnTo>
                      <a:pt x="101" y="58"/>
                    </a:lnTo>
                    <a:cubicBezTo>
                      <a:pt x="101" y="33"/>
                      <a:pt x="82" y="13"/>
                      <a:pt x="58" y="13"/>
                    </a:cubicBezTo>
                    <a:cubicBezTo>
                      <a:pt x="33" y="13"/>
                      <a:pt x="14" y="33"/>
                      <a:pt x="14" y="58"/>
                    </a:cubicBezTo>
                    <a:lnTo>
                      <a:pt x="14" y="305"/>
                    </a:lnTo>
                    <a:cubicBezTo>
                      <a:pt x="14" y="342"/>
                      <a:pt x="43" y="371"/>
                      <a:pt x="80" y="371"/>
                    </a:cubicBezTo>
                    <a:cubicBezTo>
                      <a:pt x="116" y="371"/>
                      <a:pt x="146" y="342"/>
                      <a:pt x="146" y="305"/>
                    </a:cubicBezTo>
                    <a:lnTo>
                      <a:pt x="146" y="7"/>
                    </a:lnTo>
                    <a:cubicBezTo>
                      <a:pt x="146" y="3"/>
                      <a:pt x="149" y="0"/>
                      <a:pt x="153" y="0"/>
                    </a:cubicBezTo>
                    <a:cubicBezTo>
                      <a:pt x="157" y="0"/>
                      <a:pt x="160" y="3"/>
                      <a:pt x="160" y="7"/>
                    </a:cubicBezTo>
                    <a:lnTo>
                      <a:pt x="160" y="305"/>
                    </a:lnTo>
                    <a:cubicBezTo>
                      <a:pt x="160" y="349"/>
                      <a:pt x="124" y="385"/>
                      <a:pt x="80" y="3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8" name="Freeform 227" hidden="1">
                <a:extLst>
                  <a:ext uri="{FF2B5EF4-FFF2-40B4-BE49-F238E27FC236}">
                    <a16:creationId xmlns:a16="http://schemas.microsoft.com/office/drawing/2014/main" id="{5EAF2E34-85CF-994D-9A6C-CA23ECC47D4B}"/>
                  </a:ext>
                </a:extLst>
              </p:cNvPr>
              <p:cNvSpPr/>
              <p:nvPr/>
            </p:nvSpPr>
            <p:spPr>
              <a:xfrm>
                <a:off x="7453575" y="8394601"/>
                <a:ext cx="294007" cy="4174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7" h="336">
                    <a:moveTo>
                      <a:pt x="237" y="0"/>
                    </a:moveTo>
                    <a:lnTo>
                      <a:pt x="0" y="238"/>
                    </a:lnTo>
                    <a:lnTo>
                      <a:pt x="145" y="217"/>
                    </a:lnTo>
                    <a:lnTo>
                      <a:pt x="229" y="336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6919C6C7-FE31-CE4C-B404-6EBC66F8A078}"/>
                  </a:ext>
                </a:extLst>
              </p:cNvPr>
              <p:cNvSpPr/>
              <p:nvPr/>
            </p:nvSpPr>
            <p:spPr>
              <a:xfrm>
                <a:off x="7445281" y="8386636"/>
                <a:ext cx="311023" cy="434175"/>
              </a:xfrm>
              <a:custGeom>
                <a:avLst/>
                <a:gdLst>
                  <a:gd name="connsiteX0" fmla="*/ 294827 w 311023"/>
                  <a:gd name="connsiteY0" fmla="*/ 29151 h 434175"/>
                  <a:gd name="connsiteX1" fmla="*/ 31965 w 311023"/>
                  <a:gd name="connsiteY1" fmla="*/ 292468 h 434175"/>
                  <a:gd name="connsiteX2" fmla="*/ 186955 w 311023"/>
                  <a:gd name="connsiteY2" fmla="*/ 268869 h 434175"/>
                  <a:gd name="connsiteX3" fmla="*/ 188195 w 311023"/>
                  <a:gd name="connsiteY3" fmla="*/ 268869 h 434175"/>
                  <a:gd name="connsiteX4" fmla="*/ 194394 w 311023"/>
                  <a:gd name="connsiteY4" fmla="*/ 272595 h 434175"/>
                  <a:gd name="connsiteX5" fmla="*/ 284908 w 311023"/>
                  <a:gd name="connsiteY5" fmla="*/ 400527 h 434175"/>
                  <a:gd name="connsiteX6" fmla="*/ 306060 w 311023"/>
                  <a:gd name="connsiteY6" fmla="*/ 487 h 434175"/>
                  <a:gd name="connsiteX7" fmla="*/ 311023 w 311023"/>
                  <a:gd name="connsiteY7" fmla="*/ 7943 h 434175"/>
                  <a:gd name="connsiteX8" fmla="*/ 301097 w 311023"/>
                  <a:gd name="connsiteY8" fmla="*/ 426719 h 434175"/>
                  <a:gd name="connsiteX9" fmla="*/ 294892 w 311023"/>
                  <a:gd name="connsiteY9" fmla="*/ 434175 h 434175"/>
                  <a:gd name="connsiteX10" fmla="*/ 292411 w 311023"/>
                  <a:gd name="connsiteY10" fmla="*/ 434175 h 434175"/>
                  <a:gd name="connsiteX11" fmla="*/ 286207 w 311023"/>
                  <a:gd name="connsiteY11" fmla="*/ 430447 h 434175"/>
                  <a:gd name="connsiteX12" fmla="*/ 184459 w 311023"/>
                  <a:gd name="connsiteY12" fmla="*/ 286299 h 434175"/>
                  <a:gd name="connsiteX13" fmla="*/ 9502 w 311023"/>
                  <a:gd name="connsiteY13" fmla="*/ 312394 h 434175"/>
                  <a:gd name="connsiteX14" fmla="*/ 816 w 311023"/>
                  <a:gd name="connsiteY14" fmla="*/ 307424 h 434175"/>
                  <a:gd name="connsiteX15" fmla="*/ 2057 w 311023"/>
                  <a:gd name="connsiteY15" fmla="*/ 298725 h 434175"/>
                  <a:gd name="connsiteX16" fmla="*/ 297374 w 311023"/>
                  <a:gd name="connsiteY16" fmla="*/ 2972 h 434175"/>
                  <a:gd name="connsiteX17" fmla="*/ 306060 w 311023"/>
                  <a:gd name="connsiteY17" fmla="*/ 487 h 434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11023" h="434175">
                    <a:moveTo>
                      <a:pt x="294827" y="29151"/>
                    </a:moveTo>
                    <a:lnTo>
                      <a:pt x="31965" y="292468"/>
                    </a:lnTo>
                    <a:lnTo>
                      <a:pt x="186955" y="268869"/>
                    </a:lnTo>
                    <a:lnTo>
                      <a:pt x="188195" y="268869"/>
                    </a:lnTo>
                    <a:cubicBezTo>
                      <a:pt x="190674" y="268869"/>
                      <a:pt x="193154" y="270111"/>
                      <a:pt x="194394" y="272595"/>
                    </a:cubicBezTo>
                    <a:lnTo>
                      <a:pt x="284908" y="400527"/>
                    </a:lnTo>
                    <a:close/>
                    <a:moveTo>
                      <a:pt x="306060" y="487"/>
                    </a:moveTo>
                    <a:cubicBezTo>
                      <a:pt x="309782" y="2972"/>
                      <a:pt x="311023" y="5458"/>
                      <a:pt x="311023" y="7943"/>
                    </a:cubicBezTo>
                    <a:lnTo>
                      <a:pt x="301097" y="426719"/>
                    </a:lnTo>
                    <a:cubicBezTo>
                      <a:pt x="301097" y="430447"/>
                      <a:pt x="298615" y="434175"/>
                      <a:pt x="294892" y="434175"/>
                    </a:cubicBezTo>
                    <a:cubicBezTo>
                      <a:pt x="294892" y="434175"/>
                      <a:pt x="293652" y="434175"/>
                      <a:pt x="292411" y="434175"/>
                    </a:cubicBezTo>
                    <a:cubicBezTo>
                      <a:pt x="289929" y="434175"/>
                      <a:pt x="287447" y="434175"/>
                      <a:pt x="286207" y="430447"/>
                    </a:cubicBezTo>
                    <a:lnTo>
                      <a:pt x="184459" y="286299"/>
                    </a:lnTo>
                    <a:lnTo>
                      <a:pt x="9502" y="312394"/>
                    </a:lnTo>
                    <a:cubicBezTo>
                      <a:pt x="5779" y="312394"/>
                      <a:pt x="2057" y="311152"/>
                      <a:pt x="816" y="307424"/>
                    </a:cubicBezTo>
                    <a:cubicBezTo>
                      <a:pt x="-425" y="303696"/>
                      <a:pt x="-425" y="299968"/>
                      <a:pt x="2057" y="298725"/>
                    </a:cubicBezTo>
                    <a:lnTo>
                      <a:pt x="297374" y="2972"/>
                    </a:lnTo>
                    <a:cubicBezTo>
                      <a:pt x="299856" y="487"/>
                      <a:pt x="303578" y="-756"/>
                      <a:pt x="306060" y="48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AF44A46D-6913-5141-970B-5FFA459EA4B5}"/>
                  </a:ext>
                </a:extLst>
              </p:cNvPr>
              <p:cNvSpPr/>
              <p:nvPr/>
            </p:nvSpPr>
            <p:spPr>
              <a:xfrm>
                <a:off x="7625491" y="8387123"/>
                <a:ext cx="130808" cy="2841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6" h="229">
                    <a:moveTo>
                      <a:pt x="7" y="229"/>
                    </a:moveTo>
                    <a:cubicBezTo>
                      <a:pt x="6" y="229"/>
                      <a:pt x="5" y="229"/>
                      <a:pt x="4" y="229"/>
                    </a:cubicBezTo>
                    <a:cubicBezTo>
                      <a:pt x="1" y="227"/>
                      <a:pt x="-1" y="223"/>
                      <a:pt x="1" y="220"/>
                    </a:cubicBezTo>
                    <a:lnTo>
                      <a:pt x="93" y="4"/>
                    </a:lnTo>
                    <a:cubicBezTo>
                      <a:pt x="95" y="0"/>
                      <a:pt x="99" y="-1"/>
                      <a:pt x="102" y="0"/>
                    </a:cubicBezTo>
                    <a:cubicBezTo>
                      <a:pt x="105" y="2"/>
                      <a:pt x="107" y="6"/>
                      <a:pt x="105" y="9"/>
                    </a:cubicBezTo>
                    <a:lnTo>
                      <a:pt x="13" y="225"/>
                    </a:lnTo>
                    <a:cubicBezTo>
                      <a:pt x="12" y="227"/>
                      <a:pt x="9" y="229"/>
                      <a:pt x="7" y="22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2DA307CB-3669-E04B-B479-030E694D0200}"/>
                </a:ext>
              </a:extLst>
            </p:cNvPr>
            <p:cNvGrpSpPr/>
            <p:nvPr/>
          </p:nvGrpSpPr>
          <p:grpSpPr>
            <a:xfrm>
              <a:off x="17184456" y="6864231"/>
              <a:ext cx="1749088" cy="705366"/>
              <a:chOff x="17184456" y="6864231"/>
              <a:chExt cx="1749088" cy="705366"/>
            </a:xfrm>
          </p:grpSpPr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042B2542-2EDD-6D4A-A845-865B71CA19DD}"/>
                  </a:ext>
                </a:extLst>
              </p:cNvPr>
              <p:cNvSpPr/>
              <p:nvPr/>
            </p:nvSpPr>
            <p:spPr>
              <a:xfrm>
                <a:off x="17193175" y="6872955"/>
                <a:ext cx="1732896" cy="6891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92" h="554">
                    <a:moveTo>
                      <a:pt x="1392" y="474"/>
                    </a:moveTo>
                    <a:lnTo>
                      <a:pt x="1392" y="277"/>
                    </a:lnTo>
                    <a:lnTo>
                      <a:pt x="1392" y="80"/>
                    </a:lnTo>
                    <a:cubicBezTo>
                      <a:pt x="1392" y="58"/>
                      <a:pt x="1383" y="38"/>
                      <a:pt x="1369" y="24"/>
                    </a:cubicBezTo>
                    <a:cubicBezTo>
                      <a:pt x="1354" y="9"/>
                      <a:pt x="1334" y="0"/>
                      <a:pt x="1312" y="0"/>
                    </a:cubicBezTo>
                    <a:lnTo>
                      <a:pt x="696" y="0"/>
                    </a:lnTo>
                    <a:lnTo>
                      <a:pt x="79" y="0"/>
                    </a:lnTo>
                    <a:cubicBezTo>
                      <a:pt x="57" y="0"/>
                      <a:pt x="38" y="9"/>
                      <a:pt x="23" y="24"/>
                    </a:cubicBezTo>
                    <a:cubicBezTo>
                      <a:pt x="8" y="38"/>
                      <a:pt x="0" y="58"/>
                      <a:pt x="0" y="80"/>
                    </a:cubicBezTo>
                    <a:lnTo>
                      <a:pt x="0" y="277"/>
                    </a:lnTo>
                    <a:lnTo>
                      <a:pt x="0" y="474"/>
                    </a:lnTo>
                    <a:cubicBezTo>
                      <a:pt x="0" y="496"/>
                      <a:pt x="8" y="516"/>
                      <a:pt x="23" y="530"/>
                    </a:cubicBezTo>
                    <a:cubicBezTo>
                      <a:pt x="38" y="544"/>
                      <a:pt x="57" y="554"/>
                      <a:pt x="79" y="554"/>
                    </a:cubicBezTo>
                    <a:lnTo>
                      <a:pt x="696" y="554"/>
                    </a:lnTo>
                    <a:lnTo>
                      <a:pt x="1312" y="554"/>
                    </a:lnTo>
                    <a:cubicBezTo>
                      <a:pt x="1334" y="554"/>
                      <a:pt x="1354" y="544"/>
                      <a:pt x="1369" y="530"/>
                    </a:cubicBezTo>
                    <a:cubicBezTo>
                      <a:pt x="1383" y="516"/>
                      <a:pt x="1392" y="496"/>
                      <a:pt x="1392" y="47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3" name="Freeform 352">
                <a:extLst>
                  <a:ext uri="{FF2B5EF4-FFF2-40B4-BE49-F238E27FC236}">
                    <a16:creationId xmlns:a16="http://schemas.microsoft.com/office/drawing/2014/main" id="{068C8406-EDE5-2B46-BB0B-790615506F4B}"/>
                  </a:ext>
                </a:extLst>
              </p:cNvPr>
              <p:cNvSpPr/>
              <p:nvPr/>
            </p:nvSpPr>
            <p:spPr>
              <a:xfrm>
                <a:off x="17184456" y="6864231"/>
                <a:ext cx="1749088" cy="705366"/>
              </a:xfrm>
              <a:custGeom>
                <a:avLst/>
                <a:gdLst>
                  <a:gd name="connsiteX0" fmla="*/ 107072 w 1749088"/>
                  <a:gd name="connsiteY0" fmla="*/ 17447 h 705366"/>
                  <a:gd name="connsiteX1" fmla="*/ 43582 w 1749088"/>
                  <a:gd name="connsiteY1" fmla="*/ 43570 h 705366"/>
                  <a:gd name="connsiteX2" fmla="*/ 17440 w 1749088"/>
                  <a:gd name="connsiteY2" fmla="*/ 108254 h 705366"/>
                  <a:gd name="connsiteX3" fmla="*/ 17440 w 1749088"/>
                  <a:gd name="connsiteY3" fmla="*/ 598359 h 705366"/>
                  <a:gd name="connsiteX4" fmla="*/ 43582 w 1749088"/>
                  <a:gd name="connsiteY4" fmla="*/ 663043 h 705366"/>
                  <a:gd name="connsiteX5" fmla="*/ 107072 w 1749088"/>
                  <a:gd name="connsiteY5" fmla="*/ 689165 h 705366"/>
                  <a:gd name="connsiteX6" fmla="*/ 1642018 w 1749088"/>
                  <a:gd name="connsiteY6" fmla="*/ 689165 h 705366"/>
                  <a:gd name="connsiteX7" fmla="*/ 1706752 w 1749088"/>
                  <a:gd name="connsiteY7" fmla="*/ 663043 h 705366"/>
                  <a:gd name="connsiteX8" fmla="*/ 1732896 w 1749088"/>
                  <a:gd name="connsiteY8" fmla="*/ 598359 h 705366"/>
                  <a:gd name="connsiteX9" fmla="*/ 1732896 w 1749088"/>
                  <a:gd name="connsiteY9" fmla="*/ 108254 h 705366"/>
                  <a:gd name="connsiteX10" fmla="*/ 1706752 w 1749088"/>
                  <a:gd name="connsiteY10" fmla="*/ 43570 h 705366"/>
                  <a:gd name="connsiteX11" fmla="*/ 1642018 w 1749088"/>
                  <a:gd name="connsiteY11" fmla="*/ 17447 h 705366"/>
                  <a:gd name="connsiteX12" fmla="*/ 107060 w 1749088"/>
                  <a:gd name="connsiteY12" fmla="*/ 0 h 705366"/>
                  <a:gd name="connsiteX13" fmla="*/ 1642026 w 1749088"/>
                  <a:gd name="connsiteY13" fmla="*/ 0 h 705366"/>
                  <a:gd name="connsiteX14" fmla="*/ 1719210 w 1749088"/>
                  <a:gd name="connsiteY14" fmla="*/ 32345 h 705366"/>
                  <a:gd name="connsiteX15" fmla="*/ 1749088 w 1749088"/>
                  <a:gd name="connsiteY15" fmla="*/ 108231 h 705366"/>
                  <a:gd name="connsiteX16" fmla="*/ 1749088 w 1749088"/>
                  <a:gd name="connsiteY16" fmla="*/ 598379 h 705366"/>
                  <a:gd name="connsiteX17" fmla="*/ 1719210 w 1749088"/>
                  <a:gd name="connsiteY17" fmla="*/ 674265 h 705366"/>
                  <a:gd name="connsiteX18" fmla="*/ 1642026 w 1749088"/>
                  <a:gd name="connsiteY18" fmla="*/ 705366 h 705366"/>
                  <a:gd name="connsiteX19" fmla="*/ 107060 w 1749088"/>
                  <a:gd name="connsiteY19" fmla="*/ 705366 h 705366"/>
                  <a:gd name="connsiteX20" fmla="*/ 31122 w 1749088"/>
                  <a:gd name="connsiteY20" fmla="*/ 674265 h 705366"/>
                  <a:gd name="connsiteX21" fmla="*/ 0 w 1749088"/>
                  <a:gd name="connsiteY21" fmla="*/ 598379 h 705366"/>
                  <a:gd name="connsiteX22" fmla="*/ 0 w 1749088"/>
                  <a:gd name="connsiteY22" fmla="*/ 108231 h 705366"/>
                  <a:gd name="connsiteX23" fmla="*/ 31122 w 1749088"/>
                  <a:gd name="connsiteY23" fmla="*/ 32345 h 705366"/>
                  <a:gd name="connsiteX24" fmla="*/ 107060 w 1749088"/>
                  <a:gd name="connsiteY24" fmla="*/ 0 h 705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49088" h="705366">
                    <a:moveTo>
                      <a:pt x="107072" y="17447"/>
                    </a:moveTo>
                    <a:cubicBezTo>
                      <a:pt x="83420" y="17447"/>
                      <a:pt x="61012" y="26155"/>
                      <a:pt x="43582" y="43570"/>
                    </a:cubicBezTo>
                    <a:cubicBezTo>
                      <a:pt x="26154" y="62228"/>
                      <a:pt x="17440" y="84619"/>
                      <a:pt x="17440" y="108254"/>
                    </a:cubicBezTo>
                    <a:lnTo>
                      <a:pt x="17440" y="598359"/>
                    </a:lnTo>
                    <a:cubicBezTo>
                      <a:pt x="17440" y="621993"/>
                      <a:pt x="26154" y="645628"/>
                      <a:pt x="43582" y="663043"/>
                    </a:cubicBezTo>
                    <a:cubicBezTo>
                      <a:pt x="61012" y="679214"/>
                      <a:pt x="83420" y="689165"/>
                      <a:pt x="107072" y="689165"/>
                    </a:cubicBezTo>
                    <a:lnTo>
                      <a:pt x="1642018" y="689165"/>
                    </a:lnTo>
                    <a:cubicBezTo>
                      <a:pt x="1665672" y="689165"/>
                      <a:pt x="1689324" y="679214"/>
                      <a:pt x="1706752" y="663043"/>
                    </a:cubicBezTo>
                    <a:cubicBezTo>
                      <a:pt x="1724180" y="645628"/>
                      <a:pt x="1732896" y="621993"/>
                      <a:pt x="1732896" y="598359"/>
                    </a:cubicBezTo>
                    <a:lnTo>
                      <a:pt x="1732896" y="108254"/>
                    </a:lnTo>
                    <a:cubicBezTo>
                      <a:pt x="1732896" y="84619"/>
                      <a:pt x="1724180" y="62228"/>
                      <a:pt x="1706752" y="43570"/>
                    </a:cubicBezTo>
                    <a:cubicBezTo>
                      <a:pt x="1689324" y="26155"/>
                      <a:pt x="1665672" y="17447"/>
                      <a:pt x="1642018" y="17447"/>
                    </a:cubicBezTo>
                    <a:close/>
                    <a:moveTo>
                      <a:pt x="107060" y="0"/>
                    </a:moveTo>
                    <a:lnTo>
                      <a:pt x="1642026" y="0"/>
                    </a:lnTo>
                    <a:cubicBezTo>
                      <a:pt x="1670658" y="0"/>
                      <a:pt x="1698046" y="12441"/>
                      <a:pt x="1719210" y="32345"/>
                    </a:cubicBezTo>
                    <a:cubicBezTo>
                      <a:pt x="1737882" y="52250"/>
                      <a:pt x="1749088" y="79618"/>
                      <a:pt x="1749088" y="108231"/>
                    </a:cubicBezTo>
                    <a:lnTo>
                      <a:pt x="1749088" y="598379"/>
                    </a:lnTo>
                    <a:cubicBezTo>
                      <a:pt x="1749088" y="626992"/>
                      <a:pt x="1737882" y="653117"/>
                      <a:pt x="1719210" y="674265"/>
                    </a:cubicBezTo>
                    <a:cubicBezTo>
                      <a:pt x="1698046" y="694170"/>
                      <a:pt x="1670658" y="705366"/>
                      <a:pt x="1642026" y="705366"/>
                    </a:cubicBezTo>
                    <a:lnTo>
                      <a:pt x="107060" y="705366"/>
                    </a:lnTo>
                    <a:cubicBezTo>
                      <a:pt x="78428" y="705366"/>
                      <a:pt x="52284" y="694170"/>
                      <a:pt x="31122" y="674265"/>
                    </a:cubicBezTo>
                    <a:cubicBezTo>
                      <a:pt x="11204" y="653117"/>
                      <a:pt x="0" y="626992"/>
                      <a:pt x="0" y="598379"/>
                    </a:cubicBezTo>
                    <a:lnTo>
                      <a:pt x="0" y="108231"/>
                    </a:lnTo>
                    <a:cubicBezTo>
                      <a:pt x="0" y="79618"/>
                      <a:pt x="11204" y="52250"/>
                      <a:pt x="31122" y="32345"/>
                    </a:cubicBezTo>
                    <a:cubicBezTo>
                      <a:pt x="52284" y="12441"/>
                      <a:pt x="78428" y="0"/>
                      <a:pt x="1070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8F1D0DE4-C7A1-FB40-9EFA-A2BA1C48AD55}"/>
                  </a:ext>
                </a:extLst>
              </p:cNvPr>
              <p:cNvSpPr/>
              <p:nvPr/>
            </p:nvSpPr>
            <p:spPr>
              <a:xfrm>
                <a:off x="17498394" y="7042438"/>
                <a:ext cx="350067" cy="3501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2" h="282">
                    <a:moveTo>
                      <a:pt x="282" y="141"/>
                    </a:moveTo>
                    <a:cubicBezTo>
                      <a:pt x="282" y="219"/>
                      <a:pt x="219" y="282"/>
                      <a:pt x="141" y="282"/>
                    </a:cubicBezTo>
                    <a:cubicBezTo>
                      <a:pt x="63" y="282"/>
                      <a:pt x="0" y="219"/>
                      <a:pt x="0" y="141"/>
                    </a:cubicBezTo>
                    <a:cubicBezTo>
                      <a:pt x="0" y="63"/>
                      <a:pt x="63" y="0"/>
                      <a:pt x="141" y="0"/>
                    </a:cubicBezTo>
                    <a:cubicBezTo>
                      <a:pt x="219" y="0"/>
                      <a:pt x="282" y="63"/>
                      <a:pt x="282" y="14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50BCE367-D9BB-724C-9390-5D7599221B5D}"/>
                  </a:ext>
                </a:extLst>
              </p:cNvPr>
              <p:cNvSpPr/>
              <p:nvPr/>
            </p:nvSpPr>
            <p:spPr>
              <a:xfrm>
                <a:off x="17489671" y="7033718"/>
                <a:ext cx="367510" cy="367638"/>
              </a:xfrm>
              <a:custGeom>
                <a:avLst/>
                <a:gdLst>
                  <a:gd name="connsiteX0" fmla="*/ 183756 w 367510"/>
                  <a:gd name="connsiteY0" fmla="*/ 17448 h 367638"/>
                  <a:gd name="connsiteX1" fmla="*/ 17444 w 367510"/>
                  <a:gd name="connsiteY1" fmla="*/ 183820 h 367638"/>
                  <a:gd name="connsiteX2" fmla="*/ 183756 w 367510"/>
                  <a:gd name="connsiteY2" fmla="*/ 350191 h 367638"/>
                  <a:gd name="connsiteX3" fmla="*/ 350068 w 367510"/>
                  <a:gd name="connsiteY3" fmla="*/ 183820 h 367638"/>
                  <a:gd name="connsiteX4" fmla="*/ 183756 w 367510"/>
                  <a:gd name="connsiteY4" fmla="*/ 17448 h 367638"/>
                  <a:gd name="connsiteX5" fmla="*/ 183756 w 367510"/>
                  <a:gd name="connsiteY5" fmla="*/ 0 h 367638"/>
                  <a:gd name="connsiteX6" fmla="*/ 367510 w 367510"/>
                  <a:gd name="connsiteY6" fmla="*/ 183819 h 367638"/>
                  <a:gd name="connsiteX7" fmla="*/ 183756 w 367510"/>
                  <a:gd name="connsiteY7" fmla="*/ 367638 h 367638"/>
                  <a:gd name="connsiteX8" fmla="*/ 0 w 367510"/>
                  <a:gd name="connsiteY8" fmla="*/ 183819 h 367638"/>
                  <a:gd name="connsiteX9" fmla="*/ 183756 w 367510"/>
                  <a:gd name="connsiteY9" fmla="*/ 0 h 36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510" h="367638">
                    <a:moveTo>
                      <a:pt x="183756" y="17448"/>
                    </a:moveTo>
                    <a:cubicBezTo>
                      <a:pt x="91912" y="17448"/>
                      <a:pt x="17444" y="91943"/>
                      <a:pt x="17444" y="183820"/>
                    </a:cubicBezTo>
                    <a:cubicBezTo>
                      <a:pt x="17444" y="275697"/>
                      <a:pt x="91912" y="350191"/>
                      <a:pt x="183756" y="350191"/>
                    </a:cubicBezTo>
                    <a:cubicBezTo>
                      <a:pt x="275600" y="350191"/>
                      <a:pt x="350068" y="275697"/>
                      <a:pt x="350068" y="183820"/>
                    </a:cubicBezTo>
                    <a:cubicBezTo>
                      <a:pt x="350068" y="91943"/>
                      <a:pt x="275600" y="17448"/>
                      <a:pt x="183756" y="17448"/>
                    </a:cubicBezTo>
                    <a:close/>
                    <a:moveTo>
                      <a:pt x="183756" y="0"/>
                    </a:moveTo>
                    <a:cubicBezTo>
                      <a:pt x="285566" y="0"/>
                      <a:pt x="367510" y="81974"/>
                      <a:pt x="367510" y="183819"/>
                    </a:cubicBezTo>
                    <a:cubicBezTo>
                      <a:pt x="367510" y="285665"/>
                      <a:pt x="285566" y="367638"/>
                      <a:pt x="183756" y="367638"/>
                    </a:cubicBezTo>
                    <a:cubicBezTo>
                      <a:pt x="83188" y="367638"/>
                      <a:pt x="0" y="285665"/>
                      <a:pt x="0" y="183819"/>
                    </a:cubicBezTo>
                    <a:cubicBezTo>
                      <a:pt x="0" y="81974"/>
                      <a:pt x="83188" y="0"/>
                      <a:pt x="1837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39EB000E-7B35-C44C-B0C9-6B182B16A7F2}"/>
                  </a:ext>
                </a:extLst>
              </p:cNvPr>
              <p:cNvSpPr/>
              <p:nvPr/>
            </p:nvSpPr>
            <p:spPr>
              <a:xfrm>
                <a:off x="17590579" y="7148371"/>
                <a:ext cx="166936" cy="1370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5" h="111">
                    <a:moveTo>
                      <a:pt x="38" y="111"/>
                    </a:moveTo>
                    <a:cubicBezTo>
                      <a:pt x="36" y="111"/>
                      <a:pt x="34" y="110"/>
                      <a:pt x="33" y="108"/>
                    </a:cubicBezTo>
                    <a:lnTo>
                      <a:pt x="1" y="61"/>
                    </a:lnTo>
                    <a:cubicBezTo>
                      <a:pt x="-1" y="58"/>
                      <a:pt x="-1" y="54"/>
                      <a:pt x="3" y="52"/>
                    </a:cubicBezTo>
                    <a:cubicBezTo>
                      <a:pt x="6" y="50"/>
                      <a:pt x="10" y="51"/>
                      <a:pt x="12" y="54"/>
                    </a:cubicBezTo>
                    <a:lnTo>
                      <a:pt x="39" y="93"/>
                    </a:lnTo>
                    <a:lnTo>
                      <a:pt x="123" y="2"/>
                    </a:lnTo>
                    <a:cubicBezTo>
                      <a:pt x="125" y="-1"/>
                      <a:pt x="130" y="-1"/>
                      <a:pt x="132" y="2"/>
                    </a:cubicBezTo>
                    <a:cubicBezTo>
                      <a:pt x="135" y="4"/>
                      <a:pt x="135" y="9"/>
                      <a:pt x="133" y="12"/>
                    </a:cubicBezTo>
                    <a:lnTo>
                      <a:pt x="43" y="109"/>
                    </a:lnTo>
                    <a:cubicBezTo>
                      <a:pt x="42" y="111"/>
                      <a:pt x="40" y="111"/>
                      <a:pt x="38" y="1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68F1A7AC-5DBC-264C-97CD-C98D76148120}"/>
                  </a:ext>
                </a:extLst>
              </p:cNvPr>
              <p:cNvSpPr/>
              <p:nvPr/>
            </p:nvSpPr>
            <p:spPr>
              <a:xfrm>
                <a:off x="18019135" y="7148371"/>
                <a:ext cx="609192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0" h="13">
                    <a:moveTo>
                      <a:pt x="483" y="13"/>
                    </a:moveTo>
                    <a:lnTo>
                      <a:pt x="7" y="13"/>
                    </a:lnTo>
                    <a:cubicBezTo>
                      <a:pt x="3" y="13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483" y="0"/>
                    </a:lnTo>
                    <a:cubicBezTo>
                      <a:pt x="487" y="0"/>
                      <a:pt x="490" y="3"/>
                      <a:pt x="490" y="7"/>
                    </a:cubicBezTo>
                    <a:cubicBezTo>
                      <a:pt x="490" y="11"/>
                      <a:pt x="487" y="13"/>
                      <a:pt x="483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B1367F91-2A59-4A4F-BDA8-91D3E0B22AE0}"/>
                  </a:ext>
                </a:extLst>
              </p:cNvPr>
              <p:cNvSpPr/>
              <p:nvPr/>
            </p:nvSpPr>
            <p:spPr>
              <a:xfrm>
                <a:off x="18019135" y="7243085"/>
                <a:ext cx="484613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0" h="14">
                    <a:moveTo>
                      <a:pt x="383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383" y="0"/>
                    </a:lnTo>
                    <a:cubicBezTo>
                      <a:pt x="387" y="0"/>
                      <a:pt x="390" y="4"/>
                      <a:pt x="390" y="7"/>
                    </a:cubicBezTo>
                    <a:cubicBezTo>
                      <a:pt x="390" y="11"/>
                      <a:pt x="387" y="14"/>
                      <a:pt x="383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D1F1D92-96C3-794B-8E48-17C681C747D6}"/>
                </a:ext>
              </a:extLst>
            </p:cNvPr>
            <p:cNvGrpSpPr/>
            <p:nvPr/>
          </p:nvGrpSpPr>
          <p:grpSpPr>
            <a:xfrm>
              <a:off x="17184456" y="7628170"/>
              <a:ext cx="1749088" cy="634331"/>
              <a:chOff x="17184456" y="7628170"/>
              <a:chExt cx="1749088" cy="634331"/>
            </a:xfrm>
          </p:grpSpPr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5DADC331-140C-6346-A9B1-39A2907A9435}"/>
                  </a:ext>
                </a:extLst>
              </p:cNvPr>
              <p:cNvSpPr/>
              <p:nvPr/>
            </p:nvSpPr>
            <p:spPr>
              <a:xfrm>
                <a:off x="17193175" y="7635647"/>
                <a:ext cx="1732896" cy="6181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92" h="497">
                    <a:moveTo>
                      <a:pt x="1312" y="0"/>
                    </a:moveTo>
                    <a:lnTo>
                      <a:pt x="696" y="0"/>
                    </a:lnTo>
                    <a:lnTo>
                      <a:pt x="79" y="0"/>
                    </a:lnTo>
                    <a:cubicBezTo>
                      <a:pt x="57" y="0"/>
                      <a:pt x="38" y="10"/>
                      <a:pt x="23" y="24"/>
                    </a:cubicBezTo>
                    <a:cubicBezTo>
                      <a:pt x="8" y="39"/>
                      <a:pt x="0" y="58"/>
                      <a:pt x="0" y="81"/>
                    </a:cubicBezTo>
                    <a:lnTo>
                      <a:pt x="0" y="249"/>
                    </a:lnTo>
                    <a:lnTo>
                      <a:pt x="0" y="418"/>
                    </a:lnTo>
                    <a:cubicBezTo>
                      <a:pt x="0" y="440"/>
                      <a:pt x="8" y="459"/>
                      <a:pt x="23" y="474"/>
                    </a:cubicBezTo>
                    <a:cubicBezTo>
                      <a:pt x="38" y="488"/>
                      <a:pt x="57" y="497"/>
                      <a:pt x="79" y="497"/>
                    </a:cubicBezTo>
                    <a:lnTo>
                      <a:pt x="696" y="497"/>
                    </a:lnTo>
                    <a:lnTo>
                      <a:pt x="1312" y="497"/>
                    </a:lnTo>
                    <a:cubicBezTo>
                      <a:pt x="1334" y="497"/>
                      <a:pt x="1354" y="488"/>
                      <a:pt x="1369" y="474"/>
                    </a:cubicBezTo>
                    <a:cubicBezTo>
                      <a:pt x="1383" y="459"/>
                      <a:pt x="1392" y="440"/>
                      <a:pt x="1392" y="418"/>
                    </a:cubicBezTo>
                    <a:lnTo>
                      <a:pt x="1392" y="249"/>
                    </a:lnTo>
                    <a:lnTo>
                      <a:pt x="1392" y="81"/>
                    </a:lnTo>
                    <a:cubicBezTo>
                      <a:pt x="1392" y="58"/>
                      <a:pt x="1383" y="39"/>
                      <a:pt x="1369" y="24"/>
                    </a:cubicBezTo>
                    <a:cubicBezTo>
                      <a:pt x="1354" y="10"/>
                      <a:pt x="1334" y="0"/>
                      <a:pt x="131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5" name="Freeform 354">
                <a:extLst>
                  <a:ext uri="{FF2B5EF4-FFF2-40B4-BE49-F238E27FC236}">
                    <a16:creationId xmlns:a16="http://schemas.microsoft.com/office/drawing/2014/main" id="{582227F7-823F-2B4D-B746-6549B0BCC4A4}"/>
                  </a:ext>
                </a:extLst>
              </p:cNvPr>
              <p:cNvSpPr/>
              <p:nvPr/>
            </p:nvSpPr>
            <p:spPr>
              <a:xfrm>
                <a:off x="17184456" y="7628170"/>
                <a:ext cx="1749088" cy="634331"/>
              </a:xfrm>
              <a:custGeom>
                <a:avLst/>
                <a:gdLst>
                  <a:gd name="connsiteX0" fmla="*/ 107072 w 1749088"/>
                  <a:gd name="connsiteY0" fmla="*/ 16201 h 634331"/>
                  <a:gd name="connsiteX1" fmla="*/ 43582 w 1749088"/>
                  <a:gd name="connsiteY1" fmla="*/ 43562 h 634331"/>
                  <a:gd name="connsiteX2" fmla="*/ 17440 w 1749088"/>
                  <a:gd name="connsiteY2" fmla="*/ 108231 h 634331"/>
                  <a:gd name="connsiteX3" fmla="*/ 17440 w 1749088"/>
                  <a:gd name="connsiteY3" fmla="*/ 527341 h 634331"/>
                  <a:gd name="connsiteX4" fmla="*/ 43582 w 1749088"/>
                  <a:gd name="connsiteY4" fmla="*/ 590768 h 634331"/>
                  <a:gd name="connsiteX5" fmla="*/ 107072 w 1749088"/>
                  <a:gd name="connsiteY5" fmla="*/ 616884 h 634331"/>
                  <a:gd name="connsiteX6" fmla="*/ 1642018 w 1749088"/>
                  <a:gd name="connsiteY6" fmla="*/ 616884 h 634331"/>
                  <a:gd name="connsiteX7" fmla="*/ 1706752 w 1749088"/>
                  <a:gd name="connsiteY7" fmla="*/ 590768 h 634331"/>
                  <a:gd name="connsiteX8" fmla="*/ 1732896 w 1749088"/>
                  <a:gd name="connsiteY8" fmla="*/ 527341 h 634331"/>
                  <a:gd name="connsiteX9" fmla="*/ 1732896 w 1749088"/>
                  <a:gd name="connsiteY9" fmla="*/ 108231 h 634331"/>
                  <a:gd name="connsiteX10" fmla="*/ 1706752 w 1749088"/>
                  <a:gd name="connsiteY10" fmla="*/ 43562 h 634331"/>
                  <a:gd name="connsiteX11" fmla="*/ 1642018 w 1749088"/>
                  <a:gd name="connsiteY11" fmla="*/ 16201 h 634331"/>
                  <a:gd name="connsiteX12" fmla="*/ 107060 w 1749088"/>
                  <a:gd name="connsiteY12" fmla="*/ 0 h 634331"/>
                  <a:gd name="connsiteX13" fmla="*/ 1642026 w 1749088"/>
                  <a:gd name="connsiteY13" fmla="*/ 0 h 634331"/>
                  <a:gd name="connsiteX14" fmla="*/ 1719210 w 1749088"/>
                  <a:gd name="connsiteY14" fmla="*/ 31095 h 634331"/>
                  <a:gd name="connsiteX15" fmla="*/ 1749088 w 1749088"/>
                  <a:gd name="connsiteY15" fmla="*/ 108210 h 634331"/>
                  <a:gd name="connsiteX16" fmla="*/ 1749088 w 1749088"/>
                  <a:gd name="connsiteY16" fmla="*/ 527366 h 634331"/>
                  <a:gd name="connsiteX17" fmla="*/ 1719210 w 1749088"/>
                  <a:gd name="connsiteY17" fmla="*/ 603237 h 634331"/>
                  <a:gd name="connsiteX18" fmla="*/ 1642026 w 1749088"/>
                  <a:gd name="connsiteY18" fmla="*/ 634331 h 634331"/>
                  <a:gd name="connsiteX19" fmla="*/ 107060 w 1749088"/>
                  <a:gd name="connsiteY19" fmla="*/ 634331 h 634331"/>
                  <a:gd name="connsiteX20" fmla="*/ 31122 w 1749088"/>
                  <a:gd name="connsiteY20" fmla="*/ 603237 h 634331"/>
                  <a:gd name="connsiteX21" fmla="*/ 0 w 1749088"/>
                  <a:gd name="connsiteY21" fmla="*/ 527366 h 634331"/>
                  <a:gd name="connsiteX22" fmla="*/ 0 w 1749088"/>
                  <a:gd name="connsiteY22" fmla="*/ 108210 h 634331"/>
                  <a:gd name="connsiteX23" fmla="*/ 31122 w 1749088"/>
                  <a:gd name="connsiteY23" fmla="*/ 31095 h 634331"/>
                  <a:gd name="connsiteX24" fmla="*/ 107060 w 1749088"/>
                  <a:gd name="connsiteY24" fmla="*/ 0 h 634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49088" h="634331">
                    <a:moveTo>
                      <a:pt x="107072" y="16201"/>
                    </a:moveTo>
                    <a:cubicBezTo>
                      <a:pt x="83420" y="16201"/>
                      <a:pt x="61012" y="26150"/>
                      <a:pt x="43582" y="43562"/>
                    </a:cubicBezTo>
                    <a:cubicBezTo>
                      <a:pt x="26154" y="60973"/>
                      <a:pt x="17440" y="83358"/>
                      <a:pt x="17440" y="108231"/>
                    </a:cubicBezTo>
                    <a:lnTo>
                      <a:pt x="17440" y="527341"/>
                    </a:lnTo>
                    <a:cubicBezTo>
                      <a:pt x="17440" y="550971"/>
                      <a:pt x="26154" y="573356"/>
                      <a:pt x="43582" y="590768"/>
                    </a:cubicBezTo>
                    <a:cubicBezTo>
                      <a:pt x="61012" y="608179"/>
                      <a:pt x="83420" y="616884"/>
                      <a:pt x="107072" y="616884"/>
                    </a:cubicBezTo>
                    <a:lnTo>
                      <a:pt x="1642018" y="616884"/>
                    </a:lnTo>
                    <a:cubicBezTo>
                      <a:pt x="1665672" y="616884"/>
                      <a:pt x="1689324" y="608179"/>
                      <a:pt x="1706752" y="590768"/>
                    </a:cubicBezTo>
                    <a:cubicBezTo>
                      <a:pt x="1724180" y="573356"/>
                      <a:pt x="1732896" y="550971"/>
                      <a:pt x="1732896" y="527341"/>
                    </a:cubicBezTo>
                    <a:lnTo>
                      <a:pt x="1732896" y="108231"/>
                    </a:lnTo>
                    <a:cubicBezTo>
                      <a:pt x="1732896" y="83358"/>
                      <a:pt x="1724180" y="60973"/>
                      <a:pt x="1706752" y="43562"/>
                    </a:cubicBezTo>
                    <a:cubicBezTo>
                      <a:pt x="1689324" y="26150"/>
                      <a:pt x="1665672" y="16201"/>
                      <a:pt x="1642018" y="16201"/>
                    </a:cubicBezTo>
                    <a:close/>
                    <a:moveTo>
                      <a:pt x="107060" y="0"/>
                    </a:moveTo>
                    <a:lnTo>
                      <a:pt x="1642026" y="0"/>
                    </a:lnTo>
                    <a:cubicBezTo>
                      <a:pt x="1670658" y="0"/>
                      <a:pt x="1698046" y="11194"/>
                      <a:pt x="1719210" y="31095"/>
                    </a:cubicBezTo>
                    <a:cubicBezTo>
                      <a:pt x="1737882" y="52239"/>
                      <a:pt x="1749088" y="78359"/>
                      <a:pt x="1749088" y="108210"/>
                    </a:cubicBezTo>
                    <a:lnTo>
                      <a:pt x="1749088" y="527366"/>
                    </a:lnTo>
                    <a:cubicBezTo>
                      <a:pt x="1749088" y="554729"/>
                      <a:pt x="1737882" y="582092"/>
                      <a:pt x="1719210" y="603237"/>
                    </a:cubicBezTo>
                    <a:cubicBezTo>
                      <a:pt x="1698046" y="623137"/>
                      <a:pt x="1670658" y="634331"/>
                      <a:pt x="1642026" y="634331"/>
                    </a:cubicBezTo>
                    <a:lnTo>
                      <a:pt x="107060" y="634331"/>
                    </a:lnTo>
                    <a:cubicBezTo>
                      <a:pt x="78428" y="634331"/>
                      <a:pt x="52284" y="623137"/>
                      <a:pt x="31122" y="603237"/>
                    </a:cubicBezTo>
                    <a:cubicBezTo>
                      <a:pt x="11204" y="582092"/>
                      <a:pt x="0" y="554729"/>
                      <a:pt x="0" y="527366"/>
                    </a:cubicBezTo>
                    <a:lnTo>
                      <a:pt x="0" y="108210"/>
                    </a:lnTo>
                    <a:cubicBezTo>
                      <a:pt x="0" y="78359"/>
                      <a:pt x="11204" y="52239"/>
                      <a:pt x="31122" y="31095"/>
                    </a:cubicBezTo>
                    <a:cubicBezTo>
                      <a:pt x="52284" y="11194"/>
                      <a:pt x="78428" y="0"/>
                      <a:pt x="1070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DCD0DC5F-A21D-FA42-90BF-344683AFB4B8}"/>
                  </a:ext>
                </a:extLst>
              </p:cNvPr>
              <p:cNvSpPr/>
              <p:nvPr/>
            </p:nvSpPr>
            <p:spPr>
              <a:xfrm>
                <a:off x="17498394" y="7770240"/>
                <a:ext cx="350067" cy="3501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2" h="282">
                    <a:moveTo>
                      <a:pt x="282" y="141"/>
                    </a:moveTo>
                    <a:cubicBezTo>
                      <a:pt x="282" y="219"/>
                      <a:pt x="219" y="282"/>
                      <a:pt x="141" y="282"/>
                    </a:cubicBezTo>
                    <a:cubicBezTo>
                      <a:pt x="63" y="282"/>
                      <a:pt x="0" y="219"/>
                      <a:pt x="0" y="141"/>
                    </a:cubicBezTo>
                    <a:cubicBezTo>
                      <a:pt x="0" y="63"/>
                      <a:pt x="63" y="0"/>
                      <a:pt x="141" y="0"/>
                    </a:cubicBezTo>
                    <a:cubicBezTo>
                      <a:pt x="219" y="0"/>
                      <a:pt x="282" y="63"/>
                      <a:pt x="282" y="14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F6BEEF04-FDC7-BA41-AA74-4C7665055DA4}"/>
                  </a:ext>
                </a:extLst>
              </p:cNvPr>
              <p:cNvSpPr/>
              <p:nvPr/>
            </p:nvSpPr>
            <p:spPr>
              <a:xfrm>
                <a:off x="17498394" y="7770240"/>
                <a:ext cx="350067" cy="3501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2" h="282">
                    <a:moveTo>
                      <a:pt x="282" y="141"/>
                    </a:moveTo>
                    <a:cubicBezTo>
                      <a:pt x="282" y="219"/>
                      <a:pt x="219" y="282"/>
                      <a:pt x="141" y="282"/>
                    </a:cubicBezTo>
                    <a:cubicBezTo>
                      <a:pt x="63" y="282"/>
                      <a:pt x="0" y="219"/>
                      <a:pt x="0" y="141"/>
                    </a:cubicBezTo>
                    <a:cubicBezTo>
                      <a:pt x="0" y="63"/>
                      <a:pt x="63" y="0"/>
                      <a:pt x="141" y="0"/>
                    </a:cubicBezTo>
                    <a:cubicBezTo>
                      <a:pt x="219" y="0"/>
                      <a:pt x="282" y="63"/>
                      <a:pt x="282" y="141"/>
                    </a:cubicBezTo>
                    <a:close/>
                  </a:path>
                </a:pathLst>
              </a:custGeom>
              <a:solidFill>
                <a:schemeClr val="accent1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6" name="Freeform 355">
                <a:extLst>
                  <a:ext uri="{FF2B5EF4-FFF2-40B4-BE49-F238E27FC236}">
                    <a16:creationId xmlns:a16="http://schemas.microsoft.com/office/drawing/2014/main" id="{12BA68EE-86F5-E649-8AE6-AE9D90F18DFF}"/>
                  </a:ext>
                </a:extLst>
              </p:cNvPr>
              <p:cNvSpPr/>
              <p:nvPr/>
            </p:nvSpPr>
            <p:spPr>
              <a:xfrm>
                <a:off x="17489671" y="7761516"/>
                <a:ext cx="367510" cy="367638"/>
              </a:xfrm>
              <a:custGeom>
                <a:avLst/>
                <a:gdLst>
                  <a:gd name="connsiteX0" fmla="*/ 183756 w 367510"/>
                  <a:gd name="connsiteY0" fmla="*/ 17447 h 367638"/>
                  <a:gd name="connsiteX1" fmla="*/ 17444 w 367510"/>
                  <a:gd name="connsiteY1" fmla="*/ 183819 h 367638"/>
                  <a:gd name="connsiteX2" fmla="*/ 183756 w 367510"/>
                  <a:gd name="connsiteY2" fmla="*/ 350190 h 367638"/>
                  <a:gd name="connsiteX3" fmla="*/ 350068 w 367510"/>
                  <a:gd name="connsiteY3" fmla="*/ 183819 h 367638"/>
                  <a:gd name="connsiteX4" fmla="*/ 183756 w 367510"/>
                  <a:gd name="connsiteY4" fmla="*/ 17447 h 367638"/>
                  <a:gd name="connsiteX5" fmla="*/ 183756 w 367510"/>
                  <a:gd name="connsiteY5" fmla="*/ 0 h 367638"/>
                  <a:gd name="connsiteX6" fmla="*/ 367510 w 367510"/>
                  <a:gd name="connsiteY6" fmla="*/ 183819 h 367638"/>
                  <a:gd name="connsiteX7" fmla="*/ 183756 w 367510"/>
                  <a:gd name="connsiteY7" fmla="*/ 367638 h 367638"/>
                  <a:gd name="connsiteX8" fmla="*/ 0 w 367510"/>
                  <a:gd name="connsiteY8" fmla="*/ 183819 h 367638"/>
                  <a:gd name="connsiteX9" fmla="*/ 183756 w 367510"/>
                  <a:gd name="connsiteY9" fmla="*/ 0 h 367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510" h="367638">
                    <a:moveTo>
                      <a:pt x="183756" y="17447"/>
                    </a:moveTo>
                    <a:cubicBezTo>
                      <a:pt x="91912" y="17447"/>
                      <a:pt x="17444" y="91942"/>
                      <a:pt x="17444" y="183819"/>
                    </a:cubicBezTo>
                    <a:cubicBezTo>
                      <a:pt x="17444" y="275696"/>
                      <a:pt x="91912" y="350190"/>
                      <a:pt x="183756" y="350190"/>
                    </a:cubicBezTo>
                    <a:cubicBezTo>
                      <a:pt x="275600" y="350190"/>
                      <a:pt x="350068" y="275696"/>
                      <a:pt x="350068" y="183819"/>
                    </a:cubicBezTo>
                    <a:cubicBezTo>
                      <a:pt x="350068" y="91942"/>
                      <a:pt x="275600" y="17447"/>
                      <a:pt x="183756" y="17447"/>
                    </a:cubicBezTo>
                    <a:close/>
                    <a:moveTo>
                      <a:pt x="183756" y="0"/>
                    </a:moveTo>
                    <a:cubicBezTo>
                      <a:pt x="285566" y="0"/>
                      <a:pt x="367510" y="81974"/>
                      <a:pt x="367510" y="183819"/>
                    </a:cubicBezTo>
                    <a:cubicBezTo>
                      <a:pt x="367510" y="285665"/>
                      <a:pt x="285566" y="367638"/>
                      <a:pt x="183756" y="367638"/>
                    </a:cubicBezTo>
                    <a:cubicBezTo>
                      <a:pt x="83188" y="367638"/>
                      <a:pt x="0" y="285665"/>
                      <a:pt x="0" y="183819"/>
                    </a:cubicBezTo>
                    <a:cubicBezTo>
                      <a:pt x="0" y="81974"/>
                      <a:pt x="83188" y="0"/>
                      <a:pt x="1837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DDCC4D2E-38D4-554B-834C-7A0FF7E684CD}"/>
                  </a:ext>
                </a:extLst>
              </p:cNvPr>
              <p:cNvSpPr/>
              <p:nvPr/>
            </p:nvSpPr>
            <p:spPr>
              <a:xfrm>
                <a:off x="17590579" y="7876169"/>
                <a:ext cx="166936" cy="1370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5" h="111">
                    <a:moveTo>
                      <a:pt x="38" y="111"/>
                    </a:moveTo>
                    <a:cubicBezTo>
                      <a:pt x="36" y="111"/>
                      <a:pt x="34" y="110"/>
                      <a:pt x="33" y="108"/>
                    </a:cubicBezTo>
                    <a:lnTo>
                      <a:pt x="1" y="61"/>
                    </a:lnTo>
                    <a:cubicBezTo>
                      <a:pt x="-1" y="58"/>
                      <a:pt x="-1" y="54"/>
                      <a:pt x="3" y="52"/>
                    </a:cubicBezTo>
                    <a:cubicBezTo>
                      <a:pt x="6" y="50"/>
                      <a:pt x="10" y="51"/>
                      <a:pt x="12" y="54"/>
                    </a:cubicBezTo>
                    <a:lnTo>
                      <a:pt x="39" y="94"/>
                    </a:lnTo>
                    <a:lnTo>
                      <a:pt x="123" y="3"/>
                    </a:lnTo>
                    <a:cubicBezTo>
                      <a:pt x="125" y="-1"/>
                      <a:pt x="130" y="-1"/>
                      <a:pt x="132" y="2"/>
                    </a:cubicBezTo>
                    <a:cubicBezTo>
                      <a:pt x="135" y="4"/>
                      <a:pt x="135" y="9"/>
                      <a:pt x="133" y="12"/>
                    </a:cubicBezTo>
                    <a:lnTo>
                      <a:pt x="43" y="110"/>
                    </a:lnTo>
                    <a:cubicBezTo>
                      <a:pt x="42" y="111"/>
                      <a:pt x="40" y="111"/>
                      <a:pt x="38" y="1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E100EABF-9196-B544-A664-92709C17839B}"/>
                  </a:ext>
                </a:extLst>
              </p:cNvPr>
              <p:cNvSpPr/>
              <p:nvPr/>
            </p:nvSpPr>
            <p:spPr>
              <a:xfrm>
                <a:off x="18019135" y="7876169"/>
                <a:ext cx="609192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0" h="14">
                    <a:moveTo>
                      <a:pt x="483" y="14"/>
                    </a:moveTo>
                    <a:lnTo>
                      <a:pt x="7" y="14"/>
                    </a:lnTo>
                    <a:cubicBezTo>
                      <a:pt x="3" y="14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483" y="0"/>
                    </a:lnTo>
                    <a:cubicBezTo>
                      <a:pt x="487" y="0"/>
                      <a:pt x="490" y="3"/>
                      <a:pt x="490" y="7"/>
                    </a:cubicBezTo>
                    <a:cubicBezTo>
                      <a:pt x="490" y="10"/>
                      <a:pt x="487" y="14"/>
                      <a:pt x="483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AD1B2329-5682-C243-9736-13394EA2AB0B}"/>
                  </a:ext>
                </a:extLst>
              </p:cNvPr>
              <p:cNvSpPr/>
              <p:nvPr/>
            </p:nvSpPr>
            <p:spPr>
              <a:xfrm>
                <a:off x="18019135" y="7972129"/>
                <a:ext cx="335118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0" h="13">
                    <a:moveTo>
                      <a:pt x="263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63" y="0"/>
                    </a:lnTo>
                    <a:cubicBezTo>
                      <a:pt x="267" y="0"/>
                      <a:pt x="270" y="3"/>
                      <a:pt x="270" y="6"/>
                    </a:cubicBezTo>
                    <a:cubicBezTo>
                      <a:pt x="270" y="10"/>
                      <a:pt x="267" y="13"/>
                      <a:pt x="263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0F96C16-7199-534E-B114-9C37979A17E8}"/>
                </a:ext>
              </a:extLst>
            </p:cNvPr>
            <p:cNvGrpSpPr/>
            <p:nvPr/>
          </p:nvGrpSpPr>
          <p:grpSpPr>
            <a:xfrm>
              <a:off x="17184456" y="8327304"/>
              <a:ext cx="1749088" cy="700381"/>
              <a:chOff x="17184456" y="8327304"/>
              <a:chExt cx="1749088" cy="700381"/>
            </a:xfrm>
          </p:grpSpPr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B8254ACC-283A-9041-AB83-3533F7FC9318}"/>
                  </a:ext>
                </a:extLst>
              </p:cNvPr>
              <p:cNvSpPr/>
              <p:nvPr/>
            </p:nvSpPr>
            <p:spPr>
              <a:xfrm>
                <a:off x="17193175" y="8336028"/>
                <a:ext cx="1732896" cy="6829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92" h="549">
                    <a:moveTo>
                      <a:pt x="0" y="79"/>
                    </a:moveTo>
                    <a:lnTo>
                      <a:pt x="0" y="275"/>
                    </a:lnTo>
                    <a:lnTo>
                      <a:pt x="0" y="469"/>
                    </a:lnTo>
                    <a:cubicBezTo>
                      <a:pt x="0" y="491"/>
                      <a:pt x="8" y="511"/>
                      <a:pt x="23" y="525"/>
                    </a:cubicBezTo>
                    <a:cubicBezTo>
                      <a:pt x="38" y="540"/>
                      <a:pt x="57" y="549"/>
                      <a:pt x="79" y="549"/>
                    </a:cubicBezTo>
                    <a:lnTo>
                      <a:pt x="696" y="549"/>
                    </a:lnTo>
                    <a:lnTo>
                      <a:pt x="1312" y="549"/>
                    </a:lnTo>
                    <a:cubicBezTo>
                      <a:pt x="1334" y="549"/>
                      <a:pt x="1354" y="540"/>
                      <a:pt x="1369" y="525"/>
                    </a:cubicBezTo>
                    <a:cubicBezTo>
                      <a:pt x="1383" y="511"/>
                      <a:pt x="1392" y="491"/>
                      <a:pt x="1392" y="469"/>
                    </a:cubicBezTo>
                    <a:lnTo>
                      <a:pt x="1392" y="275"/>
                    </a:lnTo>
                    <a:lnTo>
                      <a:pt x="1392" y="79"/>
                    </a:lnTo>
                    <a:cubicBezTo>
                      <a:pt x="1392" y="57"/>
                      <a:pt x="1383" y="37"/>
                      <a:pt x="1369" y="23"/>
                    </a:cubicBezTo>
                    <a:cubicBezTo>
                      <a:pt x="1354" y="8"/>
                      <a:pt x="1334" y="0"/>
                      <a:pt x="1312" y="0"/>
                    </a:cubicBezTo>
                    <a:lnTo>
                      <a:pt x="696" y="0"/>
                    </a:lnTo>
                    <a:lnTo>
                      <a:pt x="79" y="0"/>
                    </a:lnTo>
                    <a:cubicBezTo>
                      <a:pt x="57" y="0"/>
                      <a:pt x="38" y="8"/>
                      <a:pt x="23" y="23"/>
                    </a:cubicBezTo>
                    <a:cubicBezTo>
                      <a:pt x="8" y="37"/>
                      <a:pt x="0" y="57"/>
                      <a:pt x="0" y="7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216AC503-B5C9-7C4E-ADBB-ACE8326C4521}"/>
                  </a:ext>
                </a:extLst>
              </p:cNvPr>
              <p:cNvSpPr/>
              <p:nvPr/>
            </p:nvSpPr>
            <p:spPr>
              <a:xfrm>
                <a:off x="17184456" y="8327304"/>
                <a:ext cx="1749088" cy="700381"/>
              </a:xfrm>
              <a:custGeom>
                <a:avLst/>
                <a:gdLst>
                  <a:gd name="connsiteX0" fmla="*/ 107072 w 1749088"/>
                  <a:gd name="connsiteY0" fmla="*/ 17448 h 700381"/>
                  <a:gd name="connsiteX1" fmla="*/ 43582 w 1749088"/>
                  <a:gd name="connsiteY1" fmla="*/ 43570 h 700381"/>
                  <a:gd name="connsiteX2" fmla="*/ 17440 w 1749088"/>
                  <a:gd name="connsiteY2" fmla="*/ 107009 h 700381"/>
                  <a:gd name="connsiteX3" fmla="*/ 17440 w 1749088"/>
                  <a:gd name="connsiteY3" fmla="*/ 592129 h 700381"/>
                  <a:gd name="connsiteX4" fmla="*/ 43582 w 1749088"/>
                  <a:gd name="connsiteY4" fmla="*/ 656812 h 700381"/>
                  <a:gd name="connsiteX5" fmla="*/ 107072 w 1749088"/>
                  <a:gd name="connsiteY5" fmla="*/ 682934 h 700381"/>
                  <a:gd name="connsiteX6" fmla="*/ 1642018 w 1749088"/>
                  <a:gd name="connsiteY6" fmla="*/ 682934 h 700381"/>
                  <a:gd name="connsiteX7" fmla="*/ 1706752 w 1749088"/>
                  <a:gd name="connsiteY7" fmla="*/ 656812 h 700381"/>
                  <a:gd name="connsiteX8" fmla="*/ 1732896 w 1749088"/>
                  <a:gd name="connsiteY8" fmla="*/ 592129 h 700381"/>
                  <a:gd name="connsiteX9" fmla="*/ 1732896 w 1749088"/>
                  <a:gd name="connsiteY9" fmla="*/ 107009 h 700381"/>
                  <a:gd name="connsiteX10" fmla="*/ 1706752 w 1749088"/>
                  <a:gd name="connsiteY10" fmla="*/ 43570 h 700381"/>
                  <a:gd name="connsiteX11" fmla="*/ 1642018 w 1749088"/>
                  <a:gd name="connsiteY11" fmla="*/ 17448 h 700381"/>
                  <a:gd name="connsiteX12" fmla="*/ 107060 w 1749088"/>
                  <a:gd name="connsiteY12" fmla="*/ 0 h 700381"/>
                  <a:gd name="connsiteX13" fmla="*/ 1642026 w 1749088"/>
                  <a:gd name="connsiteY13" fmla="*/ 0 h 700381"/>
                  <a:gd name="connsiteX14" fmla="*/ 1719210 w 1749088"/>
                  <a:gd name="connsiteY14" fmla="*/ 31101 h 700381"/>
                  <a:gd name="connsiteX15" fmla="*/ 1749088 w 1749088"/>
                  <a:gd name="connsiteY15" fmla="*/ 106985 h 700381"/>
                  <a:gd name="connsiteX16" fmla="*/ 1749088 w 1749088"/>
                  <a:gd name="connsiteY16" fmla="*/ 592152 h 700381"/>
                  <a:gd name="connsiteX17" fmla="*/ 1719210 w 1749088"/>
                  <a:gd name="connsiteY17" fmla="*/ 668037 h 700381"/>
                  <a:gd name="connsiteX18" fmla="*/ 1642026 w 1749088"/>
                  <a:gd name="connsiteY18" fmla="*/ 700381 h 700381"/>
                  <a:gd name="connsiteX19" fmla="*/ 107060 w 1749088"/>
                  <a:gd name="connsiteY19" fmla="*/ 700381 h 700381"/>
                  <a:gd name="connsiteX20" fmla="*/ 31122 w 1749088"/>
                  <a:gd name="connsiteY20" fmla="*/ 668037 h 700381"/>
                  <a:gd name="connsiteX21" fmla="*/ 0 w 1749088"/>
                  <a:gd name="connsiteY21" fmla="*/ 592152 h 700381"/>
                  <a:gd name="connsiteX22" fmla="*/ 0 w 1749088"/>
                  <a:gd name="connsiteY22" fmla="*/ 106985 h 700381"/>
                  <a:gd name="connsiteX23" fmla="*/ 31122 w 1749088"/>
                  <a:gd name="connsiteY23" fmla="*/ 31101 h 700381"/>
                  <a:gd name="connsiteX24" fmla="*/ 107060 w 1749088"/>
                  <a:gd name="connsiteY24" fmla="*/ 0 h 700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49088" h="700381">
                    <a:moveTo>
                      <a:pt x="107072" y="17448"/>
                    </a:moveTo>
                    <a:cubicBezTo>
                      <a:pt x="83420" y="17448"/>
                      <a:pt x="61012" y="26156"/>
                      <a:pt x="43582" y="43570"/>
                    </a:cubicBezTo>
                    <a:cubicBezTo>
                      <a:pt x="26154" y="59741"/>
                      <a:pt x="17440" y="83375"/>
                      <a:pt x="17440" y="107009"/>
                    </a:cubicBezTo>
                    <a:lnTo>
                      <a:pt x="17440" y="592129"/>
                    </a:lnTo>
                    <a:cubicBezTo>
                      <a:pt x="17440" y="617007"/>
                      <a:pt x="26154" y="639398"/>
                      <a:pt x="43582" y="656812"/>
                    </a:cubicBezTo>
                    <a:cubicBezTo>
                      <a:pt x="61012" y="672983"/>
                      <a:pt x="83420" y="682934"/>
                      <a:pt x="107072" y="682934"/>
                    </a:cubicBezTo>
                    <a:lnTo>
                      <a:pt x="1642018" y="682934"/>
                    </a:lnTo>
                    <a:cubicBezTo>
                      <a:pt x="1665672" y="682934"/>
                      <a:pt x="1689324" y="672983"/>
                      <a:pt x="1706752" y="656812"/>
                    </a:cubicBezTo>
                    <a:cubicBezTo>
                      <a:pt x="1724180" y="639398"/>
                      <a:pt x="1732896" y="617007"/>
                      <a:pt x="1732896" y="592129"/>
                    </a:cubicBezTo>
                    <a:lnTo>
                      <a:pt x="1732896" y="107009"/>
                    </a:lnTo>
                    <a:cubicBezTo>
                      <a:pt x="1732896" y="83375"/>
                      <a:pt x="1724180" y="59741"/>
                      <a:pt x="1706752" y="43570"/>
                    </a:cubicBezTo>
                    <a:cubicBezTo>
                      <a:pt x="1689324" y="26156"/>
                      <a:pt x="1665672" y="17448"/>
                      <a:pt x="1642018" y="17448"/>
                    </a:cubicBezTo>
                    <a:close/>
                    <a:moveTo>
                      <a:pt x="107060" y="0"/>
                    </a:moveTo>
                    <a:lnTo>
                      <a:pt x="1642026" y="0"/>
                    </a:lnTo>
                    <a:cubicBezTo>
                      <a:pt x="1670658" y="0"/>
                      <a:pt x="1698046" y="11196"/>
                      <a:pt x="1719210" y="31101"/>
                    </a:cubicBezTo>
                    <a:cubicBezTo>
                      <a:pt x="1737882" y="52249"/>
                      <a:pt x="1749088" y="78373"/>
                      <a:pt x="1749088" y="106985"/>
                    </a:cubicBezTo>
                    <a:lnTo>
                      <a:pt x="1749088" y="592152"/>
                    </a:lnTo>
                    <a:cubicBezTo>
                      <a:pt x="1749088" y="620764"/>
                      <a:pt x="1737882" y="646888"/>
                      <a:pt x="1719210" y="668037"/>
                    </a:cubicBezTo>
                    <a:cubicBezTo>
                      <a:pt x="1698046" y="689185"/>
                      <a:pt x="1670658" y="700381"/>
                      <a:pt x="1642026" y="700381"/>
                    </a:cubicBezTo>
                    <a:lnTo>
                      <a:pt x="107060" y="700381"/>
                    </a:lnTo>
                    <a:cubicBezTo>
                      <a:pt x="78428" y="700381"/>
                      <a:pt x="52284" y="689185"/>
                      <a:pt x="31122" y="668037"/>
                    </a:cubicBezTo>
                    <a:cubicBezTo>
                      <a:pt x="11204" y="646888"/>
                      <a:pt x="0" y="620764"/>
                      <a:pt x="0" y="592152"/>
                    </a:cubicBezTo>
                    <a:lnTo>
                      <a:pt x="0" y="106985"/>
                    </a:lnTo>
                    <a:cubicBezTo>
                      <a:pt x="0" y="78373"/>
                      <a:pt x="11204" y="52249"/>
                      <a:pt x="31122" y="31101"/>
                    </a:cubicBezTo>
                    <a:cubicBezTo>
                      <a:pt x="52284" y="11196"/>
                      <a:pt x="78428" y="0"/>
                      <a:pt x="1070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CD67D6FC-2F2A-5944-B121-A47A32440E5F}"/>
                  </a:ext>
                </a:extLst>
              </p:cNvPr>
              <p:cNvSpPr/>
              <p:nvPr/>
            </p:nvSpPr>
            <p:spPr>
              <a:xfrm>
                <a:off x="17498394" y="8501776"/>
                <a:ext cx="350067" cy="3501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2" h="282">
                    <a:moveTo>
                      <a:pt x="282" y="142"/>
                    </a:moveTo>
                    <a:cubicBezTo>
                      <a:pt x="282" y="219"/>
                      <a:pt x="219" y="282"/>
                      <a:pt x="141" y="282"/>
                    </a:cubicBezTo>
                    <a:cubicBezTo>
                      <a:pt x="63" y="282"/>
                      <a:pt x="0" y="219"/>
                      <a:pt x="0" y="142"/>
                    </a:cubicBezTo>
                    <a:cubicBezTo>
                      <a:pt x="0" y="63"/>
                      <a:pt x="63" y="0"/>
                      <a:pt x="141" y="0"/>
                    </a:cubicBezTo>
                    <a:cubicBezTo>
                      <a:pt x="219" y="0"/>
                      <a:pt x="282" y="63"/>
                      <a:pt x="282" y="1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8" name="Freeform 357">
                <a:extLst>
                  <a:ext uri="{FF2B5EF4-FFF2-40B4-BE49-F238E27FC236}">
                    <a16:creationId xmlns:a16="http://schemas.microsoft.com/office/drawing/2014/main" id="{7622D924-45FA-CD4E-BB0D-890DE282A3F0}"/>
                  </a:ext>
                </a:extLst>
              </p:cNvPr>
              <p:cNvSpPr/>
              <p:nvPr/>
            </p:nvSpPr>
            <p:spPr>
              <a:xfrm>
                <a:off x="17489671" y="8494299"/>
                <a:ext cx="367510" cy="366391"/>
              </a:xfrm>
              <a:custGeom>
                <a:avLst/>
                <a:gdLst>
                  <a:gd name="connsiteX0" fmla="*/ 183756 w 367510"/>
                  <a:gd name="connsiteY0" fmla="*/ 16201 h 366391"/>
                  <a:gd name="connsiteX1" fmla="*/ 17444 w 367510"/>
                  <a:gd name="connsiteY1" fmla="*/ 183814 h 366391"/>
                  <a:gd name="connsiteX2" fmla="*/ 183756 w 367510"/>
                  <a:gd name="connsiteY2" fmla="*/ 348944 h 366391"/>
                  <a:gd name="connsiteX3" fmla="*/ 350068 w 367510"/>
                  <a:gd name="connsiteY3" fmla="*/ 183814 h 366391"/>
                  <a:gd name="connsiteX4" fmla="*/ 183756 w 367510"/>
                  <a:gd name="connsiteY4" fmla="*/ 16201 h 366391"/>
                  <a:gd name="connsiteX5" fmla="*/ 183756 w 367510"/>
                  <a:gd name="connsiteY5" fmla="*/ 0 h 366391"/>
                  <a:gd name="connsiteX6" fmla="*/ 367510 w 367510"/>
                  <a:gd name="connsiteY6" fmla="*/ 183817 h 366391"/>
                  <a:gd name="connsiteX7" fmla="*/ 183756 w 367510"/>
                  <a:gd name="connsiteY7" fmla="*/ 366391 h 366391"/>
                  <a:gd name="connsiteX8" fmla="*/ 0 w 367510"/>
                  <a:gd name="connsiteY8" fmla="*/ 183817 h 366391"/>
                  <a:gd name="connsiteX9" fmla="*/ 183756 w 367510"/>
                  <a:gd name="connsiteY9" fmla="*/ 0 h 36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67510" h="366391">
                    <a:moveTo>
                      <a:pt x="183756" y="16201"/>
                    </a:moveTo>
                    <a:cubicBezTo>
                      <a:pt x="91912" y="16201"/>
                      <a:pt x="17444" y="90696"/>
                      <a:pt x="17444" y="183814"/>
                    </a:cubicBezTo>
                    <a:cubicBezTo>
                      <a:pt x="17444" y="274449"/>
                      <a:pt x="91912" y="348944"/>
                      <a:pt x="183756" y="348944"/>
                    </a:cubicBezTo>
                    <a:cubicBezTo>
                      <a:pt x="275600" y="348944"/>
                      <a:pt x="350068" y="274449"/>
                      <a:pt x="350068" y="183814"/>
                    </a:cubicBezTo>
                    <a:cubicBezTo>
                      <a:pt x="350068" y="90696"/>
                      <a:pt x="275600" y="16201"/>
                      <a:pt x="183756" y="16201"/>
                    </a:cubicBezTo>
                    <a:close/>
                    <a:moveTo>
                      <a:pt x="183756" y="0"/>
                    </a:moveTo>
                    <a:cubicBezTo>
                      <a:pt x="285566" y="0"/>
                      <a:pt x="367510" y="80730"/>
                      <a:pt x="367510" y="183817"/>
                    </a:cubicBezTo>
                    <a:cubicBezTo>
                      <a:pt x="367510" y="284419"/>
                      <a:pt x="285566" y="366391"/>
                      <a:pt x="183756" y="366391"/>
                    </a:cubicBezTo>
                    <a:cubicBezTo>
                      <a:pt x="83188" y="366391"/>
                      <a:pt x="0" y="284419"/>
                      <a:pt x="0" y="183817"/>
                    </a:cubicBezTo>
                    <a:cubicBezTo>
                      <a:pt x="0" y="80730"/>
                      <a:pt x="83188" y="0"/>
                      <a:pt x="1837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C2FD02CE-5EC5-7345-80CC-AE27D7EAB5B4}"/>
                  </a:ext>
                </a:extLst>
              </p:cNvPr>
              <p:cNvSpPr/>
              <p:nvPr/>
            </p:nvSpPr>
            <p:spPr>
              <a:xfrm>
                <a:off x="17590579" y="8608952"/>
                <a:ext cx="166936" cy="1370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5" h="111">
                    <a:moveTo>
                      <a:pt x="38" y="111"/>
                    </a:moveTo>
                    <a:cubicBezTo>
                      <a:pt x="36" y="110"/>
                      <a:pt x="34" y="109"/>
                      <a:pt x="33" y="108"/>
                    </a:cubicBezTo>
                    <a:lnTo>
                      <a:pt x="1" y="60"/>
                    </a:lnTo>
                    <a:cubicBezTo>
                      <a:pt x="-1" y="57"/>
                      <a:pt x="-1" y="53"/>
                      <a:pt x="3" y="51"/>
                    </a:cubicBezTo>
                    <a:cubicBezTo>
                      <a:pt x="6" y="49"/>
                      <a:pt x="10" y="50"/>
                      <a:pt x="12" y="53"/>
                    </a:cubicBezTo>
                    <a:lnTo>
                      <a:pt x="39" y="93"/>
                    </a:lnTo>
                    <a:lnTo>
                      <a:pt x="123" y="2"/>
                    </a:lnTo>
                    <a:cubicBezTo>
                      <a:pt x="125" y="-1"/>
                      <a:pt x="130" y="-1"/>
                      <a:pt x="132" y="2"/>
                    </a:cubicBezTo>
                    <a:cubicBezTo>
                      <a:pt x="135" y="4"/>
                      <a:pt x="135" y="8"/>
                      <a:pt x="133" y="11"/>
                    </a:cubicBezTo>
                    <a:lnTo>
                      <a:pt x="43" y="109"/>
                    </a:lnTo>
                    <a:cubicBezTo>
                      <a:pt x="42" y="110"/>
                      <a:pt x="40" y="111"/>
                      <a:pt x="38" y="1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10A51E4B-954F-E747-814E-EE820E0A8854}"/>
                  </a:ext>
                </a:extLst>
              </p:cNvPr>
              <p:cNvSpPr/>
              <p:nvPr/>
            </p:nvSpPr>
            <p:spPr>
              <a:xfrm>
                <a:off x="18019135" y="8608952"/>
                <a:ext cx="609192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0" h="13">
                    <a:moveTo>
                      <a:pt x="483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483" y="0"/>
                    </a:lnTo>
                    <a:cubicBezTo>
                      <a:pt x="487" y="0"/>
                      <a:pt x="490" y="3"/>
                      <a:pt x="490" y="6"/>
                    </a:cubicBezTo>
                    <a:cubicBezTo>
                      <a:pt x="490" y="10"/>
                      <a:pt x="487" y="13"/>
                      <a:pt x="483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3CD2764C-9102-804F-9BF6-2D2F2C0A988D}"/>
                  </a:ext>
                </a:extLst>
              </p:cNvPr>
              <p:cNvSpPr/>
              <p:nvPr/>
            </p:nvSpPr>
            <p:spPr>
              <a:xfrm>
                <a:off x="18019135" y="8703666"/>
                <a:ext cx="38744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2" h="14">
                    <a:moveTo>
                      <a:pt x="305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305" y="0"/>
                    </a:lnTo>
                    <a:cubicBezTo>
                      <a:pt x="309" y="0"/>
                      <a:pt x="312" y="3"/>
                      <a:pt x="312" y="7"/>
                    </a:cubicBezTo>
                    <a:cubicBezTo>
                      <a:pt x="312" y="11"/>
                      <a:pt x="309" y="14"/>
                      <a:pt x="305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3F43D2A-C434-3C4E-9273-F1AA824A95E4}"/>
                </a:ext>
              </a:extLst>
            </p:cNvPr>
            <p:cNvGrpSpPr/>
            <p:nvPr/>
          </p:nvGrpSpPr>
          <p:grpSpPr>
            <a:xfrm>
              <a:off x="17438281" y="9365847"/>
              <a:ext cx="1238632" cy="859465"/>
              <a:chOff x="17438281" y="9365847"/>
              <a:chExt cx="1238632" cy="859465"/>
            </a:xfrm>
          </p:grpSpPr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63C5B592-6DD4-8F4E-872B-CADAA8876870}"/>
                  </a:ext>
                </a:extLst>
              </p:cNvPr>
              <p:cNvSpPr/>
              <p:nvPr/>
            </p:nvSpPr>
            <p:spPr>
              <a:xfrm>
                <a:off x="17446071" y="9440184"/>
                <a:ext cx="305219" cy="6879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6" h="553">
                    <a:moveTo>
                      <a:pt x="80" y="553"/>
                    </a:moveTo>
                    <a:lnTo>
                      <a:pt x="0" y="528"/>
                    </a:lnTo>
                    <a:lnTo>
                      <a:pt x="167" y="0"/>
                    </a:lnTo>
                    <a:lnTo>
                      <a:pt x="246" y="2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9" name="Freeform 358">
                <a:extLst>
                  <a:ext uri="{FF2B5EF4-FFF2-40B4-BE49-F238E27FC236}">
                    <a16:creationId xmlns:a16="http://schemas.microsoft.com/office/drawing/2014/main" id="{4FB4D62A-622B-E24D-9D2D-244E95C94372}"/>
                  </a:ext>
                </a:extLst>
              </p:cNvPr>
              <p:cNvSpPr/>
              <p:nvPr/>
            </p:nvSpPr>
            <p:spPr>
              <a:xfrm>
                <a:off x="17438281" y="9432262"/>
                <a:ext cx="321729" cy="704568"/>
              </a:xfrm>
              <a:custGeom>
                <a:avLst/>
                <a:gdLst>
                  <a:gd name="connsiteX0" fmla="*/ 221179 w 321729"/>
                  <a:gd name="connsiteY0" fmla="*/ 19141 h 704568"/>
                  <a:gd name="connsiteX1" fmla="*/ 19003 w 321729"/>
                  <a:gd name="connsiteY1" fmla="*/ 659752 h 704568"/>
                  <a:gd name="connsiteX2" fmla="*/ 100865 w 321729"/>
                  <a:gd name="connsiteY2" fmla="*/ 685874 h 704568"/>
                  <a:gd name="connsiteX3" fmla="*/ 303043 w 321729"/>
                  <a:gd name="connsiteY3" fmla="*/ 44019 h 704568"/>
                  <a:gd name="connsiteX4" fmla="*/ 217487 w 321729"/>
                  <a:gd name="connsiteY4" fmla="*/ 448 h 704568"/>
                  <a:gd name="connsiteX5" fmla="*/ 315525 w 321729"/>
                  <a:gd name="connsiteY5" fmla="*/ 31549 h 704568"/>
                  <a:gd name="connsiteX6" fmla="*/ 321729 w 321729"/>
                  <a:gd name="connsiteY6" fmla="*/ 35281 h 704568"/>
                  <a:gd name="connsiteX7" fmla="*/ 321729 w 321729"/>
                  <a:gd name="connsiteY7" fmla="*/ 41501 h 704568"/>
                  <a:gd name="connsiteX8" fmla="*/ 114485 w 321729"/>
                  <a:gd name="connsiteY8" fmla="*/ 698348 h 704568"/>
                  <a:gd name="connsiteX9" fmla="*/ 109521 w 321729"/>
                  <a:gd name="connsiteY9" fmla="*/ 704568 h 704568"/>
                  <a:gd name="connsiteX10" fmla="*/ 107039 w 321729"/>
                  <a:gd name="connsiteY10" fmla="*/ 704568 h 704568"/>
                  <a:gd name="connsiteX11" fmla="*/ 103317 w 321729"/>
                  <a:gd name="connsiteY11" fmla="*/ 704568 h 704568"/>
                  <a:gd name="connsiteX12" fmla="*/ 6519 w 321729"/>
                  <a:gd name="connsiteY12" fmla="*/ 673467 h 704568"/>
                  <a:gd name="connsiteX13" fmla="*/ 315 w 321729"/>
                  <a:gd name="connsiteY13" fmla="*/ 663515 h 704568"/>
                  <a:gd name="connsiteX14" fmla="*/ 207559 w 321729"/>
                  <a:gd name="connsiteY14" fmla="*/ 5424 h 704568"/>
                  <a:gd name="connsiteX15" fmla="*/ 217487 w 321729"/>
                  <a:gd name="connsiteY15" fmla="*/ 448 h 704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21729" h="704568">
                    <a:moveTo>
                      <a:pt x="221179" y="19141"/>
                    </a:moveTo>
                    <a:lnTo>
                      <a:pt x="19003" y="659752"/>
                    </a:lnTo>
                    <a:lnTo>
                      <a:pt x="100865" y="685874"/>
                    </a:lnTo>
                    <a:lnTo>
                      <a:pt x="303043" y="44019"/>
                    </a:lnTo>
                    <a:close/>
                    <a:moveTo>
                      <a:pt x="217487" y="448"/>
                    </a:moveTo>
                    <a:lnTo>
                      <a:pt x="315525" y="31549"/>
                    </a:lnTo>
                    <a:cubicBezTo>
                      <a:pt x="318007" y="31549"/>
                      <a:pt x="319247" y="32793"/>
                      <a:pt x="321729" y="35281"/>
                    </a:cubicBezTo>
                    <a:cubicBezTo>
                      <a:pt x="321729" y="37769"/>
                      <a:pt x="321729" y="40257"/>
                      <a:pt x="321729" y="41501"/>
                    </a:cubicBezTo>
                    <a:lnTo>
                      <a:pt x="114485" y="698348"/>
                    </a:lnTo>
                    <a:cubicBezTo>
                      <a:pt x="113245" y="700836"/>
                      <a:pt x="112003" y="703324"/>
                      <a:pt x="109521" y="704568"/>
                    </a:cubicBezTo>
                    <a:cubicBezTo>
                      <a:pt x="108281" y="704568"/>
                      <a:pt x="107039" y="704568"/>
                      <a:pt x="107039" y="704568"/>
                    </a:cubicBezTo>
                    <a:cubicBezTo>
                      <a:pt x="105799" y="704568"/>
                      <a:pt x="104557" y="704568"/>
                      <a:pt x="103317" y="704568"/>
                    </a:cubicBezTo>
                    <a:lnTo>
                      <a:pt x="6519" y="673467"/>
                    </a:lnTo>
                    <a:cubicBezTo>
                      <a:pt x="1555" y="672223"/>
                      <a:pt x="-925" y="667247"/>
                      <a:pt x="315" y="663515"/>
                    </a:cubicBezTo>
                    <a:lnTo>
                      <a:pt x="207559" y="5424"/>
                    </a:lnTo>
                    <a:cubicBezTo>
                      <a:pt x="208799" y="448"/>
                      <a:pt x="213763" y="-796"/>
                      <a:pt x="217487" y="44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EAE932BC-9DB0-1147-8F14-7BEBF54124BB}"/>
                  </a:ext>
                </a:extLst>
              </p:cNvPr>
              <p:cNvSpPr/>
              <p:nvPr/>
            </p:nvSpPr>
            <p:spPr>
              <a:xfrm>
                <a:off x="17446071" y="10098196"/>
                <a:ext cx="98418" cy="1183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" h="96">
                    <a:moveTo>
                      <a:pt x="0" y="0"/>
                    </a:moveTo>
                    <a:lnTo>
                      <a:pt x="14" y="96"/>
                    </a:lnTo>
                    <a:lnTo>
                      <a:pt x="80" y="25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0" name="Freeform 359">
                <a:extLst>
                  <a:ext uri="{FF2B5EF4-FFF2-40B4-BE49-F238E27FC236}">
                    <a16:creationId xmlns:a16="http://schemas.microsoft.com/office/drawing/2014/main" id="{E2462B22-A5CF-854B-B755-75A2D3D36655}"/>
                  </a:ext>
                </a:extLst>
              </p:cNvPr>
              <p:cNvSpPr/>
              <p:nvPr/>
            </p:nvSpPr>
            <p:spPr>
              <a:xfrm>
                <a:off x="17438595" y="10090719"/>
                <a:ext cx="113368" cy="134593"/>
              </a:xfrm>
              <a:custGeom>
                <a:avLst/>
                <a:gdLst>
                  <a:gd name="connsiteX0" fmla="*/ 17440 w 113368"/>
                  <a:gd name="connsiteY0" fmla="*/ 19936 h 134593"/>
                  <a:gd name="connsiteX1" fmla="*/ 29688 w 113368"/>
                  <a:gd name="connsiteY1" fmla="*/ 107172 h 134593"/>
                  <a:gd name="connsiteX2" fmla="*/ 89696 w 113368"/>
                  <a:gd name="connsiteY2" fmla="*/ 43281 h 134593"/>
                  <a:gd name="connsiteX3" fmla="*/ 9858 w 113368"/>
                  <a:gd name="connsiteY3" fmla="*/ 0 h 134593"/>
                  <a:gd name="connsiteX4" fmla="*/ 107206 w 113368"/>
                  <a:gd name="connsiteY4" fmla="*/ 30870 h 134593"/>
                  <a:gd name="connsiteX5" fmla="*/ 113368 w 113368"/>
                  <a:gd name="connsiteY5" fmla="*/ 37044 h 134593"/>
                  <a:gd name="connsiteX6" fmla="*/ 110902 w 113368"/>
                  <a:gd name="connsiteY6" fmla="*/ 44453 h 134593"/>
                  <a:gd name="connsiteX7" fmla="*/ 30806 w 113368"/>
                  <a:gd name="connsiteY7" fmla="*/ 130889 h 134593"/>
                  <a:gd name="connsiteX8" fmla="*/ 24644 w 113368"/>
                  <a:gd name="connsiteY8" fmla="*/ 134593 h 134593"/>
                  <a:gd name="connsiteX9" fmla="*/ 22180 w 113368"/>
                  <a:gd name="connsiteY9" fmla="*/ 133358 h 134593"/>
                  <a:gd name="connsiteX10" fmla="*/ 16020 w 113368"/>
                  <a:gd name="connsiteY10" fmla="*/ 127184 h 134593"/>
                  <a:gd name="connsiteX11" fmla="*/ 0 w 113368"/>
                  <a:gd name="connsiteY11" fmla="*/ 9878 h 134593"/>
                  <a:gd name="connsiteX12" fmla="*/ 2464 w 113368"/>
                  <a:gd name="connsiteY12" fmla="*/ 1235 h 134593"/>
                  <a:gd name="connsiteX13" fmla="*/ 9858 w 113368"/>
                  <a:gd name="connsiteY13" fmla="*/ 0 h 134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3368" h="134593">
                    <a:moveTo>
                      <a:pt x="17440" y="19936"/>
                    </a:moveTo>
                    <a:lnTo>
                      <a:pt x="29688" y="107172"/>
                    </a:lnTo>
                    <a:lnTo>
                      <a:pt x="89696" y="43281"/>
                    </a:lnTo>
                    <a:close/>
                    <a:moveTo>
                      <a:pt x="9858" y="0"/>
                    </a:moveTo>
                    <a:lnTo>
                      <a:pt x="107206" y="30870"/>
                    </a:lnTo>
                    <a:cubicBezTo>
                      <a:pt x="110902" y="32105"/>
                      <a:pt x="112134" y="34574"/>
                      <a:pt x="113368" y="37044"/>
                    </a:cubicBezTo>
                    <a:cubicBezTo>
                      <a:pt x="113368" y="39514"/>
                      <a:pt x="113368" y="43218"/>
                      <a:pt x="110902" y="44453"/>
                    </a:cubicBezTo>
                    <a:lnTo>
                      <a:pt x="30806" y="130889"/>
                    </a:lnTo>
                    <a:cubicBezTo>
                      <a:pt x="29574" y="132123"/>
                      <a:pt x="27110" y="134593"/>
                      <a:pt x="24644" y="134593"/>
                    </a:cubicBezTo>
                    <a:cubicBezTo>
                      <a:pt x="23412" y="134593"/>
                      <a:pt x="23412" y="133358"/>
                      <a:pt x="22180" y="133358"/>
                    </a:cubicBezTo>
                    <a:cubicBezTo>
                      <a:pt x="18484" y="132123"/>
                      <a:pt x="16020" y="129654"/>
                      <a:pt x="16020" y="127184"/>
                    </a:cubicBezTo>
                    <a:lnTo>
                      <a:pt x="0" y="9878"/>
                    </a:lnTo>
                    <a:cubicBezTo>
                      <a:pt x="0" y="6174"/>
                      <a:pt x="0" y="3704"/>
                      <a:pt x="2464" y="1235"/>
                    </a:cubicBezTo>
                    <a:cubicBezTo>
                      <a:pt x="4928" y="0"/>
                      <a:pt x="7394" y="0"/>
                      <a:pt x="98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E0CB19E8-75B0-5145-AF48-448EAC368521}"/>
                  </a:ext>
                </a:extLst>
              </p:cNvPr>
              <p:cNvSpPr/>
              <p:nvPr/>
            </p:nvSpPr>
            <p:spPr>
              <a:xfrm>
                <a:off x="17654118" y="9377876"/>
                <a:ext cx="108384" cy="922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" h="75">
                    <a:moveTo>
                      <a:pt x="79" y="75"/>
                    </a:moveTo>
                    <a:lnTo>
                      <a:pt x="0" y="50"/>
                    </a:lnTo>
                    <a:lnTo>
                      <a:pt x="7" y="28"/>
                    </a:lnTo>
                    <a:cubicBezTo>
                      <a:pt x="15" y="7"/>
                      <a:pt x="37" y="-5"/>
                      <a:pt x="59" y="2"/>
                    </a:cubicBezTo>
                    <a:cubicBezTo>
                      <a:pt x="81" y="9"/>
                      <a:pt x="93" y="32"/>
                      <a:pt x="86" y="5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45560202-FC0A-6C4C-B41F-11D0024339DF}"/>
                  </a:ext>
                </a:extLst>
              </p:cNvPr>
              <p:cNvSpPr/>
              <p:nvPr/>
            </p:nvSpPr>
            <p:spPr>
              <a:xfrm>
                <a:off x="17646330" y="9365847"/>
                <a:ext cx="128992" cy="114219"/>
              </a:xfrm>
              <a:custGeom>
                <a:avLst/>
                <a:gdLst>
                  <a:gd name="connsiteX0" fmla="*/ 63258 w 128992"/>
                  <a:gd name="connsiteY0" fmla="*/ 16994 h 114219"/>
                  <a:gd name="connsiteX1" fmla="*/ 30064 w 128992"/>
                  <a:gd name="connsiteY1" fmla="*/ 34168 h 114219"/>
                  <a:gd name="connsiteX2" fmla="*/ 19000 w 128992"/>
                  <a:gd name="connsiteY2" fmla="*/ 68517 h 114219"/>
                  <a:gd name="connsiteX3" fmla="*/ 100140 w 128992"/>
                  <a:gd name="connsiteY3" fmla="*/ 94279 h 114219"/>
                  <a:gd name="connsiteX4" fmla="*/ 111204 w 128992"/>
                  <a:gd name="connsiteY4" fmla="*/ 59930 h 114219"/>
                  <a:gd name="connsiteX5" fmla="*/ 92764 w 128992"/>
                  <a:gd name="connsiteY5" fmla="*/ 26808 h 114219"/>
                  <a:gd name="connsiteX6" fmla="*/ 50846 w 128992"/>
                  <a:gd name="connsiteY6" fmla="*/ 221 h 114219"/>
                  <a:gd name="connsiteX7" fmla="*/ 68178 w 128992"/>
                  <a:gd name="connsiteY7" fmla="*/ 2032 h 114219"/>
                  <a:gd name="connsiteX8" fmla="*/ 99026 w 128992"/>
                  <a:gd name="connsiteY8" fmla="*/ 11894 h 114219"/>
                  <a:gd name="connsiteX9" fmla="*/ 127408 w 128992"/>
                  <a:gd name="connsiteY9" fmla="*/ 66139 h 114219"/>
                  <a:gd name="connsiteX10" fmla="*/ 113834 w 128992"/>
                  <a:gd name="connsiteY10" fmla="*/ 108055 h 114219"/>
                  <a:gd name="connsiteX11" fmla="*/ 105196 w 128992"/>
                  <a:gd name="connsiteY11" fmla="*/ 114219 h 114219"/>
                  <a:gd name="connsiteX12" fmla="*/ 103962 w 128992"/>
                  <a:gd name="connsiteY12" fmla="*/ 112986 h 114219"/>
                  <a:gd name="connsiteX13" fmla="*/ 6482 w 128992"/>
                  <a:gd name="connsiteY13" fmla="*/ 83398 h 114219"/>
                  <a:gd name="connsiteX14" fmla="*/ 314 w 128992"/>
                  <a:gd name="connsiteY14" fmla="*/ 72303 h 114219"/>
                  <a:gd name="connsiteX15" fmla="*/ 13886 w 128992"/>
                  <a:gd name="connsiteY15" fmla="*/ 30387 h 114219"/>
                  <a:gd name="connsiteX16" fmla="*/ 50846 w 128992"/>
                  <a:gd name="connsiteY16" fmla="*/ 221 h 114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28992" h="114219">
                    <a:moveTo>
                      <a:pt x="63258" y="16994"/>
                    </a:moveTo>
                    <a:cubicBezTo>
                      <a:pt x="49734" y="12087"/>
                      <a:pt x="33752" y="20674"/>
                      <a:pt x="30064" y="34168"/>
                    </a:cubicBezTo>
                    <a:lnTo>
                      <a:pt x="19000" y="68517"/>
                    </a:lnTo>
                    <a:lnTo>
                      <a:pt x="100140" y="94279"/>
                    </a:lnTo>
                    <a:lnTo>
                      <a:pt x="111204" y="59930"/>
                    </a:lnTo>
                    <a:cubicBezTo>
                      <a:pt x="114892" y="45209"/>
                      <a:pt x="107516" y="31715"/>
                      <a:pt x="92764" y="26808"/>
                    </a:cubicBezTo>
                    <a:close/>
                    <a:moveTo>
                      <a:pt x="50846" y="221"/>
                    </a:moveTo>
                    <a:cubicBezTo>
                      <a:pt x="56456" y="-357"/>
                      <a:pt x="62318" y="183"/>
                      <a:pt x="68178" y="2032"/>
                    </a:cubicBezTo>
                    <a:lnTo>
                      <a:pt x="99026" y="11894"/>
                    </a:lnTo>
                    <a:cubicBezTo>
                      <a:pt x="121238" y="19291"/>
                      <a:pt x="133576" y="43948"/>
                      <a:pt x="127408" y="66139"/>
                    </a:cubicBezTo>
                    <a:lnTo>
                      <a:pt x="113834" y="108055"/>
                    </a:lnTo>
                    <a:cubicBezTo>
                      <a:pt x="112600" y="111753"/>
                      <a:pt x="108898" y="114219"/>
                      <a:pt x="105196" y="114219"/>
                    </a:cubicBezTo>
                    <a:cubicBezTo>
                      <a:pt x="105196" y="114219"/>
                      <a:pt x="103962" y="114219"/>
                      <a:pt x="103962" y="112986"/>
                    </a:cubicBezTo>
                    <a:lnTo>
                      <a:pt x="6482" y="83398"/>
                    </a:lnTo>
                    <a:cubicBezTo>
                      <a:pt x="1546" y="82165"/>
                      <a:pt x="-920" y="77234"/>
                      <a:pt x="314" y="72303"/>
                    </a:cubicBezTo>
                    <a:lnTo>
                      <a:pt x="13886" y="30387"/>
                    </a:lnTo>
                    <a:cubicBezTo>
                      <a:pt x="19440" y="13744"/>
                      <a:pt x="34014" y="1955"/>
                      <a:pt x="50846" y="2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73403381-20E0-CD41-A179-15AF5B4AD908}"/>
                  </a:ext>
                </a:extLst>
              </p:cNvPr>
              <p:cNvSpPr/>
              <p:nvPr/>
            </p:nvSpPr>
            <p:spPr>
              <a:xfrm>
                <a:off x="17454791" y="10209111"/>
                <a:ext cx="1222122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2" h="14">
                    <a:moveTo>
                      <a:pt x="975" y="14"/>
                    </a:moveTo>
                    <a:lnTo>
                      <a:pt x="7" y="14"/>
                    </a:lnTo>
                    <a:cubicBezTo>
                      <a:pt x="3" y="14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975" y="0"/>
                    </a:lnTo>
                    <a:cubicBezTo>
                      <a:pt x="979" y="0"/>
                      <a:pt x="982" y="3"/>
                      <a:pt x="982" y="7"/>
                    </a:cubicBezTo>
                    <a:cubicBezTo>
                      <a:pt x="982" y="10"/>
                      <a:pt x="979" y="14"/>
                      <a:pt x="975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270" name="Rounded Rectangle 269">
            <a:extLst>
              <a:ext uri="{FF2B5EF4-FFF2-40B4-BE49-F238E27FC236}">
                <a16:creationId xmlns:a16="http://schemas.microsoft.com/office/drawing/2014/main" id="{310F3693-3BCB-3147-AE29-BEFA04413DC3}"/>
              </a:ext>
            </a:extLst>
          </p:cNvPr>
          <p:cNvSpPr/>
          <p:nvPr/>
        </p:nvSpPr>
        <p:spPr>
          <a:xfrm>
            <a:off x="1635725" y="3423389"/>
            <a:ext cx="6463167" cy="2185886"/>
          </a:xfrm>
          <a:prstGeom prst="roundRect">
            <a:avLst>
              <a:gd name="adj" fmla="val 18888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72" name="Rounded Rectangle 271">
            <a:extLst>
              <a:ext uri="{FF2B5EF4-FFF2-40B4-BE49-F238E27FC236}">
                <a16:creationId xmlns:a16="http://schemas.microsoft.com/office/drawing/2014/main" id="{543575E0-1784-F745-A9AA-2B803034B183}"/>
              </a:ext>
            </a:extLst>
          </p:cNvPr>
          <p:cNvSpPr/>
          <p:nvPr/>
        </p:nvSpPr>
        <p:spPr>
          <a:xfrm>
            <a:off x="1506166" y="3287553"/>
            <a:ext cx="6463167" cy="2185886"/>
          </a:xfrm>
          <a:prstGeom prst="roundRect">
            <a:avLst>
              <a:gd name="adj" fmla="val 18518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74" name="Freeform 273">
            <a:extLst>
              <a:ext uri="{FF2B5EF4-FFF2-40B4-BE49-F238E27FC236}">
                <a16:creationId xmlns:a16="http://schemas.microsoft.com/office/drawing/2014/main" id="{87EEC4BC-D871-7745-BD85-60759E8D7CB9}"/>
              </a:ext>
            </a:extLst>
          </p:cNvPr>
          <p:cNvSpPr/>
          <p:nvPr/>
        </p:nvSpPr>
        <p:spPr>
          <a:xfrm>
            <a:off x="1699260" y="3496919"/>
            <a:ext cx="1765283" cy="176715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8" h="1419">
                <a:moveTo>
                  <a:pt x="1418" y="710"/>
                </a:moveTo>
                <a:cubicBezTo>
                  <a:pt x="1418" y="1101"/>
                  <a:pt x="1101" y="1419"/>
                  <a:pt x="709" y="1419"/>
                </a:cubicBezTo>
                <a:cubicBezTo>
                  <a:pt x="317" y="1419"/>
                  <a:pt x="0" y="1101"/>
                  <a:pt x="0" y="710"/>
                </a:cubicBezTo>
                <a:cubicBezTo>
                  <a:pt x="0" y="318"/>
                  <a:pt x="317" y="0"/>
                  <a:pt x="709" y="0"/>
                </a:cubicBezTo>
                <a:cubicBezTo>
                  <a:pt x="1101" y="0"/>
                  <a:pt x="1418" y="318"/>
                  <a:pt x="1418" y="71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73" name="Freeform 372">
            <a:extLst>
              <a:ext uri="{FF2B5EF4-FFF2-40B4-BE49-F238E27FC236}">
                <a16:creationId xmlns:a16="http://schemas.microsoft.com/office/drawing/2014/main" id="{A040C18B-7A60-8F49-8F2F-77F6074EC953}"/>
              </a:ext>
            </a:extLst>
          </p:cNvPr>
          <p:cNvSpPr/>
          <p:nvPr/>
        </p:nvSpPr>
        <p:spPr>
          <a:xfrm>
            <a:off x="2134044" y="4005381"/>
            <a:ext cx="895724" cy="750230"/>
          </a:xfrm>
          <a:custGeom>
            <a:avLst/>
            <a:gdLst>
              <a:gd name="connsiteX0" fmla="*/ 62289 w 895724"/>
              <a:gd name="connsiteY0" fmla="*/ 638069 h 750230"/>
              <a:gd name="connsiteX1" fmla="*/ 62289 w 895724"/>
              <a:gd name="connsiteY1" fmla="*/ 671263 h 750230"/>
              <a:gd name="connsiteX2" fmla="*/ 121988 w 895724"/>
              <a:gd name="connsiteY2" fmla="*/ 729044 h 750230"/>
              <a:gd name="connsiteX3" fmla="*/ 751314 w 895724"/>
              <a:gd name="connsiteY3" fmla="*/ 729044 h 750230"/>
              <a:gd name="connsiteX4" fmla="*/ 812256 w 895724"/>
              <a:gd name="connsiteY4" fmla="*/ 668804 h 750230"/>
              <a:gd name="connsiteX5" fmla="*/ 812256 w 895724"/>
              <a:gd name="connsiteY5" fmla="*/ 638069 h 750230"/>
              <a:gd name="connsiteX6" fmla="*/ 574704 w 895724"/>
              <a:gd name="connsiteY6" fmla="*/ 638069 h 750230"/>
              <a:gd name="connsiteX7" fmla="*/ 533661 w 895724"/>
              <a:gd name="connsiteY7" fmla="*/ 661428 h 750230"/>
              <a:gd name="connsiteX8" fmla="*/ 529930 w 895724"/>
              <a:gd name="connsiteY8" fmla="*/ 662657 h 750230"/>
              <a:gd name="connsiteX9" fmla="*/ 334665 w 895724"/>
              <a:gd name="connsiteY9" fmla="*/ 662657 h 750230"/>
              <a:gd name="connsiteX10" fmla="*/ 291135 w 895724"/>
              <a:gd name="connsiteY10" fmla="*/ 638069 h 750230"/>
              <a:gd name="connsiteX11" fmla="*/ 502969 w 895724"/>
              <a:gd name="connsiteY11" fmla="*/ 473567 h 750230"/>
              <a:gd name="connsiteX12" fmla="*/ 445990 w 895724"/>
              <a:gd name="connsiteY12" fmla="*/ 560803 h 750230"/>
              <a:gd name="connsiteX13" fmla="*/ 662758 w 895724"/>
              <a:gd name="connsiteY13" fmla="*/ 560803 h 750230"/>
              <a:gd name="connsiteX14" fmla="*/ 662758 w 895724"/>
              <a:gd name="connsiteY14" fmla="*/ 557117 h 750230"/>
              <a:gd name="connsiteX15" fmla="*/ 611972 w 895724"/>
              <a:gd name="connsiteY15" fmla="*/ 474796 h 750230"/>
              <a:gd name="connsiteX16" fmla="*/ 609495 w 895724"/>
              <a:gd name="connsiteY16" fmla="*/ 479711 h 750230"/>
              <a:gd name="connsiteX17" fmla="*/ 609495 w 895724"/>
              <a:gd name="connsiteY17" fmla="*/ 480939 h 750230"/>
              <a:gd name="connsiteX18" fmla="*/ 572335 w 895724"/>
              <a:gd name="connsiteY18" fmla="*/ 511656 h 750230"/>
              <a:gd name="connsiteX19" fmla="*/ 554993 w 895724"/>
              <a:gd name="connsiteY19" fmla="*/ 517800 h 750230"/>
              <a:gd name="connsiteX20" fmla="*/ 553755 w 895724"/>
              <a:gd name="connsiteY20" fmla="*/ 517800 h 750230"/>
              <a:gd name="connsiteX21" fmla="*/ 536413 w 895724"/>
              <a:gd name="connsiteY21" fmla="*/ 509199 h 750230"/>
              <a:gd name="connsiteX22" fmla="*/ 504208 w 895724"/>
              <a:gd name="connsiteY22" fmla="*/ 473567 h 750230"/>
              <a:gd name="connsiteX23" fmla="*/ 529461 w 895724"/>
              <a:gd name="connsiteY23" fmla="*/ 468582 h 750230"/>
              <a:gd name="connsiteX24" fmla="*/ 553847 w 895724"/>
              <a:gd name="connsiteY24" fmla="*/ 494753 h 750230"/>
              <a:gd name="connsiteX25" fmla="*/ 555066 w 895724"/>
              <a:gd name="connsiteY25" fmla="*/ 494753 h 750230"/>
              <a:gd name="connsiteX26" fmla="*/ 557504 w 895724"/>
              <a:gd name="connsiteY26" fmla="*/ 494753 h 750230"/>
              <a:gd name="connsiteX27" fmla="*/ 557504 w 895724"/>
              <a:gd name="connsiteY27" fmla="*/ 493564 h 750230"/>
              <a:gd name="connsiteX28" fmla="*/ 586767 w 895724"/>
              <a:gd name="connsiteY28" fmla="*/ 468582 h 750230"/>
              <a:gd name="connsiteX29" fmla="*/ 542598 w 895724"/>
              <a:gd name="connsiteY29" fmla="*/ 443658 h 750230"/>
              <a:gd name="connsiteX30" fmla="*/ 571116 w 895724"/>
              <a:gd name="connsiteY30" fmla="*/ 443658 h 750230"/>
              <a:gd name="connsiteX31" fmla="*/ 603353 w 895724"/>
              <a:gd name="connsiteY31" fmla="*/ 447364 h 750230"/>
              <a:gd name="connsiteX32" fmla="*/ 605832 w 895724"/>
              <a:gd name="connsiteY32" fmla="*/ 448599 h 750230"/>
              <a:gd name="connsiteX33" fmla="*/ 685185 w 895724"/>
              <a:gd name="connsiteY33" fmla="*/ 557297 h 750230"/>
              <a:gd name="connsiteX34" fmla="*/ 685185 w 895724"/>
              <a:gd name="connsiteY34" fmla="*/ 572119 h 750230"/>
              <a:gd name="connsiteX35" fmla="*/ 674026 w 895724"/>
              <a:gd name="connsiteY35" fmla="*/ 583236 h 750230"/>
              <a:gd name="connsiteX36" fmla="*/ 434728 w 895724"/>
              <a:gd name="connsiteY36" fmla="*/ 583236 h 750230"/>
              <a:gd name="connsiteX37" fmla="*/ 423569 w 895724"/>
              <a:gd name="connsiteY37" fmla="*/ 572119 h 750230"/>
              <a:gd name="connsiteX38" fmla="*/ 423569 w 895724"/>
              <a:gd name="connsiteY38" fmla="*/ 561003 h 750230"/>
              <a:gd name="connsiteX39" fmla="*/ 542598 w 895724"/>
              <a:gd name="connsiteY39" fmla="*/ 443658 h 750230"/>
              <a:gd name="connsiteX40" fmla="*/ 104580 w 895724"/>
              <a:gd name="connsiteY40" fmla="*/ 419979 h 750230"/>
              <a:gd name="connsiteX41" fmla="*/ 270403 w 895724"/>
              <a:gd name="connsiteY41" fmla="*/ 419979 h 750230"/>
              <a:gd name="connsiteX42" fmla="*/ 280303 w 895724"/>
              <a:gd name="connsiteY42" fmla="*/ 429424 h 750230"/>
              <a:gd name="connsiteX43" fmla="*/ 280303 w 895724"/>
              <a:gd name="connsiteY43" fmla="*/ 432966 h 750230"/>
              <a:gd name="connsiteX44" fmla="*/ 270403 w 895724"/>
              <a:gd name="connsiteY44" fmla="*/ 442411 h 750230"/>
              <a:gd name="connsiteX45" fmla="*/ 104580 w 895724"/>
              <a:gd name="connsiteY45" fmla="*/ 442411 h 750230"/>
              <a:gd name="connsiteX46" fmla="*/ 94680 w 895724"/>
              <a:gd name="connsiteY46" fmla="*/ 432966 h 750230"/>
              <a:gd name="connsiteX47" fmla="*/ 94680 w 895724"/>
              <a:gd name="connsiteY47" fmla="*/ 429424 h 750230"/>
              <a:gd name="connsiteX48" fmla="*/ 104580 w 895724"/>
              <a:gd name="connsiteY48" fmla="*/ 419979 h 750230"/>
              <a:gd name="connsiteX49" fmla="*/ 102103 w 895724"/>
              <a:gd name="connsiteY49" fmla="*/ 370130 h 750230"/>
              <a:gd name="connsiteX50" fmla="*/ 294065 w 895724"/>
              <a:gd name="connsiteY50" fmla="*/ 370130 h 750230"/>
              <a:gd name="connsiteX51" fmla="*/ 303973 w 895724"/>
              <a:gd name="connsiteY51" fmla="*/ 379546 h 750230"/>
              <a:gd name="connsiteX52" fmla="*/ 303973 w 895724"/>
              <a:gd name="connsiteY52" fmla="*/ 381900 h 750230"/>
              <a:gd name="connsiteX53" fmla="*/ 294065 w 895724"/>
              <a:gd name="connsiteY53" fmla="*/ 391316 h 750230"/>
              <a:gd name="connsiteX54" fmla="*/ 102103 w 895724"/>
              <a:gd name="connsiteY54" fmla="*/ 391316 h 750230"/>
              <a:gd name="connsiteX55" fmla="*/ 93434 w 895724"/>
              <a:gd name="connsiteY55" fmla="*/ 381900 h 750230"/>
              <a:gd name="connsiteX56" fmla="*/ 93434 w 895724"/>
              <a:gd name="connsiteY56" fmla="*/ 379546 h 750230"/>
              <a:gd name="connsiteX57" fmla="*/ 102103 w 895724"/>
              <a:gd name="connsiteY57" fmla="*/ 370130 h 750230"/>
              <a:gd name="connsiteX58" fmla="*/ 56716 w 895724"/>
              <a:gd name="connsiteY58" fmla="*/ 370130 h 750230"/>
              <a:gd name="connsiteX59" fmla="*/ 68518 w 895724"/>
              <a:gd name="connsiteY59" fmla="*/ 380723 h 750230"/>
              <a:gd name="connsiteX60" fmla="*/ 56716 w 895724"/>
              <a:gd name="connsiteY60" fmla="*/ 391316 h 750230"/>
              <a:gd name="connsiteX61" fmla="*/ 46094 w 895724"/>
              <a:gd name="connsiteY61" fmla="*/ 380723 h 750230"/>
              <a:gd name="connsiteX62" fmla="*/ 56716 w 895724"/>
              <a:gd name="connsiteY62" fmla="*/ 370130 h 750230"/>
              <a:gd name="connsiteX63" fmla="*/ 556155 w 895724"/>
              <a:gd name="connsiteY63" fmla="*/ 348944 h 750230"/>
              <a:gd name="connsiteX64" fmla="*/ 516821 w 895724"/>
              <a:gd name="connsiteY64" fmla="*/ 363567 h 750230"/>
              <a:gd name="connsiteX65" fmla="*/ 503300 w 895724"/>
              <a:gd name="connsiteY65" fmla="*/ 359911 h 750230"/>
              <a:gd name="connsiteX66" fmla="*/ 552468 w 895724"/>
              <a:gd name="connsiteY66" fmla="*/ 403778 h 750230"/>
              <a:gd name="connsiteX67" fmla="*/ 595489 w 895724"/>
              <a:gd name="connsiteY67" fmla="*/ 379408 h 750230"/>
              <a:gd name="connsiteX68" fmla="*/ 556155 w 895724"/>
              <a:gd name="connsiteY68" fmla="*/ 348944 h 750230"/>
              <a:gd name="connsiteX69" fmla="*/ 103334 w 895724"/>
              <a:gd name="connsiteY69" fmla="*/ 324020 h 750230"/>
              <a:gd name="connsiteX70" fmla="*/ 269157 w 895724"/>
              <a:gd name="connsiteY70" fmla="*/ 324020 h 750230"/>
              <a:gd name="connsiteX71" fmla="*/ 279057 w 895724"/>
              <a:gd name="connsiteY71" fmla="*/ 333465 h 750230"/>
              <a:gd name="connsiteX72" fmla="*/ 279057 w 895724"/>
              <a:gd name="connsiteY72" fmla="*/ 337007 h 750230"/>
              <a:gd name="connsiteX73" fmla="*/ 269157 w 895724"/>
              <a:gd name="connsiteY73" fmla="*/ 346452 h 750230"/>
              <a:gd name="connsiteX74" fmla="*/ 103334 w 895724"/>
              <a:gd name="connsiteY74" fmla="*/ 346452 h 750230"/>
              <a:gd name="connsiteX75" fmla="*/ 93434 w 895724"/>
              <a:gd name="connsiteY75" fmla="*/ 337007 h 750230"/>
              <a:gd name="connsiteX76" fmla="*/ 93434 w 895724"/>
              <a:gd name="connsiteY76" fmla="*/ 333465 h 750230"/>
              <a:gd name="connsiteX77" fmla="*/ 103334 w 895724"/>
              <a:gd name="connsiteY77" fmla="*/ 324020 h 750230"/>
              <a:gd name="connsiteX78" fmla="*/ 552533 w 895724"/>
              <a:gd name="connsiteY78" fmla="*/ 314050 h 750230"/>
              <a:gd name="connsiteX79" fmla="*/ 507037 w 895724"/>
              <a:gd name="connsiteY79" fmla="*/ 338263 h 750230"/>
              <a:gd name="connsiteX80" fmla="*/ 550073 w 895724"/>
              <a:gd name="connsiteY80" fmla="*/ 322525 h 750230"/>
              <a:gd name="connsiteX81" fmla="*/ 551303 w 895724"/>
              <a:gd name="connsiteY81" fmla="*/ 321314 h 750230"/>
              <a:gd name="connsiteX82" fmla="*/ 552533 w 895724"/>
              <a:gd name="connsiteY82" fmla="*/ 320103 h 750230"/>
              <a:gd name="connsiteX83" fmla="*/ 553762 w 895724"/>
              <a:gd name="connsiteY83" fmla="*/ 320103 h 750230"/>
              <a:gd name="connsiteX84" fmla="*/ 553762 w 895724"/>
              <a:gd name="connsiteY84" fmla="*/ 318893 h 750230"/>
              <a:gd name="connsiteX85" fmla="*/ 556222 w 895724"/>
              <a:gd name="connsiteY85" fmla="*/ 318893 h 750230"/>
              <a:gd name="connsiteX86" fmla="*/ 556222 w 895724"/>
              <a:gd name="connsiteY86" fmla="*/ 317682 h 750230"/>
              <a:gd name="connsiteX87" fmla="*/ 557451 w 895724"/>
              <a:gd name="connsiteY87" fmla="*/ 317682 h 750230"/>
              <a:gd name="connsiteX88" fmla="*/ 558681 w 895724"/>
              <a:gd name="connsiteY88" fmla="*/ 317682 h 750230"/>
              <a:gd name="connsiteX89" fmla="*/ 561140 w 895724"/>
              <a:gd name="connsiteY89" fmla="*/ 317682 h 750230"/>
              <a:gd name="connsiteX90" fmla="*/ 563599 w 895724"/>
              <a:gd name="connsiteY90" fmla="*/ 318893 h 750230"/>
              <a:gd name="connsiteX91" fmla="*/ 564829 w 895724"/>
              <a:gd name="connsiteY91" fmla="*/ 320103 h 750230"/>
              <a:gd name="connsiteX92" fmla="*/ 566058 w 895724"/>
              <a:gd name="connsiteY92" fmla="*/ 321314 h 750230"/>
              <a:gd name="connsiteX93" fmla="*/ 566058 w 895724"/>
              <a:gd name="connsiteY93" fmla="*/ 322525 h 750230"/>
              <a:gd name="connsiteX94" fmla="*/ 567288 w 895724"/>
              <a:gd name="connsiteY94" fmla="*/ 322525 h 750230"/>
              <a:gd name="connsiteX95" fmla="*/ 568518 w 895724"/>
              <a:gd name="connsiteY95" fmla="*/ 323735 h 750230"/>
              <a:gd name="connsiteX96" fmla="*/ 569747 w 895724"/>
              <a:gd name="connsiteY96" fmla="*/ 323735 h 750230"/>
              <a:gd name="connsiteX97" fmla="*/ 569747 w 895724"/>
              <a:gd name="connsiteY97" fmla="*/ 324946 h 750230"/>
              <a:gd name="connsiteX98" fmla="*/ 601717 w 895724"/>
              <a:gd name="connsiteY98" fmla="*/ 356422 h 750230"/>
              <a:gd name="connsiteX99" fmla="*/ 552533 w 895724"/>
              <a:gd name="connsiteY99" fmla="*/ 314050 h 750230"/>
              <a:gd name="connsiteX100" fmla="*/ 552503 w 895724"/>
              <a:gd name="connsiteY100" fmla="*/ 291618 h 750230"/>
              <a:gd name="connsiteX101" fmla="*/ 624141 w 895724"/>
              <a:gd name="connsiteY101" fmla="*/ 358297 h 750230"/>
              <a:gd name="connsiteX102" fmla="*/ 552503 w 895724"/>
              <a:gd name="connsiteY102" fmla="*/ 426211 h 750230"/>
              <a:gd name="connsiteX103" fmla="*/ 479629 w 895724"/>
              <a:gd name="connsiteY103" fmla="*/ 358297 h 750230"/>
              <a:gd name="connsiteX104" fmla="*/ 552503 w 895724"/>
              <a:gd name="connsiteY104" fmla="*/ 291618 h 750230"/>
              <a:gd name="connsiteX105" fmla="*/ 649221 w 895724"/>
              <a:gd name="connsiteY105" fmla="*/ 285387 h 750230"/>
              <a:gd name="connsiteX106" fmla="*/ 643006 w 895724"/>
              <a:gd name="connsiteY106" fmla="*/ 286629 h 750230"/>
              <a:gd name="connsiteX107" fmla="*/ 422965 w 895724"/>
              <a:gd name="connsiteY107" fmla="*/ 286629 h 750230"/>
              <a:gd name="connsiteX108" fmla="*/ 422965 w 895724"/>
              <a:gd name="connsiteY108" fmla="*/ 479119 h 750230"/>
              <a:gd name="connsiteX109" fmla="*/ 371995 w 895724"/>
              <a:gd name="connsiteY109" fmla="*/ 528794 h 750230"/>
              <a:gd name="connsiteX110" fmla="*/ 138279 w 895724"/>
              <a:gd name="connsiteY110" fmla="*/ 528794 h 750230"/>
              <a:gd name="connsiteX111" fmla="*/ 138279 w 895724"/>
              <a:gd name="connsiteY111" fmla="*/ 614483 h 750230"/>
              <a:gd name="connsiteX112" fmla="*/ 298648 w 895724"/>
              <a:gd name="connsiteY112" fmla="*/ 614483 h 750230"/>
              <a:gd name="connsiteX113" fmla="*/ 308593 w 895724"/>
              <a:gd name="connsiteY113" fmla="*/ 621934 h 750230"/>
              <a:gd name="connsiteX114" fmla="*/ 334700 w 895724"/>
              <a:gd name="connsiteY114" fmla="*/ 640562 h 750230"/>
              <a:gd name="connsiteX115" fmla="*/ 528634 w 895724"/>
              <a:gd name="connsiteY115" fmla="*/ 638078 h 750230"/>
              <a:gd name="connsiteX116" fmla="*/ 560956 w 895724"/>
              <a:gd name="connsiteY116" fmla="*/ 619450 h 750230"/>
              <a:gd name="connsiteX117" fmla="*/ 569659 w 895724"/>
              <a:gd name="connsiteY117" fmla="*/ 614483 h 750230"/>
              <a:gd name="connsiteX118" fmla="*/ 728784 w 895724"/>
              <a:gd name="connsiteY118" fmla="*/ 614483 h 750230"/>
              <a:gd name="connsiteX119" fmla="*/ 728784 w 895724"/>
              <a:gd name="connsiteY119" fmla="*/ 290355 h 750230"/>
              <a:gd name="connsiteX120" fmla="*/ 682787 w 895724"/>
              <a:gd name="connsiteY120" fmla="*/ 323885 h 750230"/>
              <a:gd name="connsiteX121" fmla="*/ 670355 w 895724"/>
              <a:gd name="connsiteY121" fmla="*/ 327611 h 750230"/>
              <a:gd name="connsiteX122" fmla="*/ 657924 w 895724"/>
              <a:gd name="connsiteY122" fmla="*/ 322643 h 750230"/>
              <a:gd name="connsiteX123" fmla="*/ 650465 w 895724"/>
              <a:gd name="connsiteY123" fmla="*/ 300290 h 750230"/>
              <a:gd name="connsiteX124" fmla="*/ 654194 w 895724"/>
              <a:gd name="connsiteY124" fmla="*/ 286629 h 750230"/>
              <a:gd name="connsiteX125" fmla="*/ 649221 w 895724"/>
              <a:gd name="connsiteY125" fmla="*/ 285387 h 750230"/>
              <a:gd name="connsiteX126" fmla="*/ 103342 w 895724"/>
              <a:gd name="connsiteY126" fmla="*/ 279155 h 750230"/>
              <a:gd name="connsiteX127" fmla="*/ 294065 w 895724"/>
              <a:gd name="connsiteY127" fmla="*/ 279155 h 750230"/>
              <a:gd name="connsiteX128" fmla="*/ 303973 w 895724"/>
              <a:gd name="connsiteY128" fmla="*/ 289748 h 750230"/>
              <a:gd name="connsiteX129" fmla="*/ 303973 w 895724"/>
              <a:gd name="connsiteY129" fmla="*/ 290925 h 750230"/>
              <a:gd name="connsiteX130" fmla="*/ 294065 w 895724"/>
              <a:gd name="connsiteY130" fmla="*/ 300341 h 750230"/>
              <a:gd name="connsiteX131" fmla="*/ 103342 w 895724"/>
              <a:gd name="connsiteY131" fmla="*/ 300341 h 750230"/>
              <a:gd name="connsiteX132" fmla="*/ 93434 w 895724"/>
              <a:gd name="connsiteY132" fmla="*/ 290925 h 750230"/>
              <a:gd name="connsiteX133" fmla="*/ 93434 w 895724"/>
              <a:gd name="connsiteY133" fmla="*/ 289748 h 750230"/>
              <a:gd name="connsiteX134" fmla="*/ 103342 w 895724"/>
              <a:gd name="connsiteY134" fmla="*/ 279155 h 750230"/>
              <a:gd name="connsiteX135" fmla="*/ 56716 w 895724"/>
              <a:gd name="connsiteY135" fmla="*/ 279155 h 750230"/>
              <a:gd name="connsiteX136" fmla="*/ 68518 w 895724"/>
              <a:gd name="connsiteY136" fmla="*/ 289748 h 750230"/>
              <a:gd name="connsiteX137" fmla="*/ 56716 w 895724"/>
              <a:gd name="connsiteY137" fmla="*/ 300341 h 750230"/>
              <a:gd name="connsiteX138" fmla="*/ 46094 w 895724"/>
              <a:gd name="connsiteY138" fmla="*/ 289748 h 750230"/>
              <a:gd name="connsiteX139" fmla="*/ 56716 w 895724"/>
              <a:gd name="connsiteY139" fmla="*/ 279155 h 750230"/>
              <a:gd name="connsiteX140" fmla="*/ 21178 w 895724"/>
              <a:gd name="connsiteY140" fmla="*/ 251738 h 750230"/>
              <a:gd name="connsiteX141" fmla="*/ 21178 w 895724"/>
              <a:gd name="connsiteY141" fmla="*/ 478686 h 750230"/>
              <a:gd name="connsiteX142" fmla="*/ 49737 w 895724"/>
              <a:gd name="connsiteY142" fmla="*/ 505969 h 750230"/>
              <a:gd name="connsiteX143" fmla="*/ 371340 w 895724"/>
              <a:gd name="connsiteY143" fmla="*/ 505969 h 750230"/>
              <a:gd name="connsiteX144" fmla="*/ 399899 w 895724"/>
              <a:gd name="connsiteY144" fmla="*/ 478686 h 750230"/>
              <a:gd name="connsiteX145" fmla="*/ 399899 w 895724"/>
              <a:gd name="connsiteY145" fmla="*/ 251738 h 750230"/>
              <a:gd name="connsiteX146" fmla="*/ 826549 w 895724"/>
              <a:gd name="connsiteY146" fmla="*/ 201889 h 750230"/>
              <a:gd name="connsiteX147" fmla="*/ 837171 w 895724"/>
              <a:gd name="connsiteY147" fmla="*/ 211272 h 750230"/>
              <a:gd name="connsiteX148" fmla="*/ 826549 w 895724"/>
              <a:gd name="connsiteY148" fmla="*/ 221829 h 750230"/>
              <a:gd name="connsiteX149" fmla="*/ 814747 w 895724"/>
              <a:gd name="connsiteY149" fmla="*/ 211272 h 750230"/>
              <a:gd name="connsiteX150" fmla="*/ 826549 w 895724"/>
              <a:gd name="connsiteY150" fmla="*/ 201889 h 750230"/>
              <a:gd name="connsiteX151" fmla="*/ 779170 w 895724"/>
              <a:gd name="connsiteY151" fmla="*/ 201889 h 750230"/>
              <a:gd name="connsiteX152" fmla="*/ 788582 w 895724"/>
              <a:gd name="connsiteY152" fmla="*/ 211272 h 750230"/>
              <a:gd name="connsiteX153" fmla="*/ 779170 w 895724"/>
              <a:gd name="connsiteY153" fmla="*/ 221829 h 750230"/>
              <a:gd name="connsiteX154" fmla="*/ 767404 w 895724"/>
              <a:gd name="connsiteY154" fmla="*/ 211272 h 750230"/>
              <a:gd name="connsiteX155" fmla="*/ 779170 w 895724"/>
              <a:gd name="connsiteY155" fmla="*/ 201889 h 750230"/>
              <a:gd name="connsiteX156" fmla="*/ 731866 w 895724"/>
              <a:gd name="connsiteY156" fmla="*/ 201889 h 750230"/>
              <a:gd name="connsiteX157" fmla="*/ 741246 w 895724"/>
              <a:gd name="connsiteY157" fmla="*/ 211272 h 750230"/>
              <a:gd name="connsiteX158" fmla="*/ 731866 w 895724"/>
              <a:gd name="connsiteY158" fmla="*/ 221829 h 750230"/>
              <a:gd name="connsiteX159" fmla="*/ 721313 w 895724"/>
              <a:gd name="connsiteY159" fmla="*/ 211272 h 750230"/>
              <a:gd name="connsiteX160" fmla="*/ 731866 w 895724"/>
              <a:gd name="connsiteY160" fmla="*/ 201889 h 750230"/>
              <a:gd name="connsiteX161" fmla="*/ 683353 w 895724"/>
              <a:gd name="connsiteY161" fmla="*/ 201889 h 750230"/>
              <a:gd name="connsiteX162" fmla="*/ 693906 w 895724"/>
              <a:gd name="connsiteY162" fmla="*/ 213695 h 750230"/>
              <a:gd name="connsiteX163" fmla="*/ 683353 w 895724"/>
              <a:gd name="connsiteY163" fmla="*/ 224321 h 750230"/>
              <a:gd name="connsiteX164" fmla="*/ 673973 w 895724"/>
              <a:gd name="connsiteY164" fmla="*/ 213695 h 750230"/>
              <a:gd name="connsiteX165" fmla="*/ 683353 w 895724"/>
              <a:gd name="connsiteY165" fmla="*/ 201889 h 750230"/>
              <a:gd name="connsiteX166" fmla="*/ 147721 w 895724"/>
              <a:gd name="connsiteY166" fmla="*/ 184442 h 750230"/>
              <a:gd name="connsiteX167" fmla="*/ 151261 w 895724"/>
              <a:gd name="connsiteY167" fmla="*/ 184442 h 750230"/>
              <a:gd name="connsiteX168" fmla="*/ 160703 w 895724"/>
              <a:gd name="connsiteY168" fmla="*/ 193887 h 750230"/>
              <a:gd name="connsiteX169" fmla="*/ 160703 w 895724"/>
              <a:gd name="connsiteY169" fmla="*/ 197429 h 750230"/>
              <a:gd name="connsiteX170" fmla="*/ 151261 w 895724"/>
              <a:gd name="connsiteY170" fmla="*/ 206874 h 750230"/>
              <a:gd name="connsiteX171" fmla="*/ 147721 w 895724"/>
              <a:gd name="connsiteY171" fmla="*/ 206874 h 750230"/>
              <a:gd name="connsiteX172" fmla="*/ 138279 w 895724"/>
              <a:gd name="connsiteY172" fmla="*/ 197429 h 750230"/>
              <a:gd name="connsiteX173" fmla="*/ 138279 w 895724"/>
              <a:gd name="connsiteY173" fmla="*/ 193887 h 750230"/>
              <a:gd name="connsiteX174" fmla="*/ 147721 w 895724"/>
              <a:gd name="connsiteY174" fmla="*/ 184442 h 750230"/>
              <a:gd name="connsiteX175" fmla="*/ 104023 w 895724"/>
              <a:gd name="connsiteY175" fmla="*/ 184442 h 750230"/>
              <a:gd name="connsiteX176" fmla="*/ 114612 w 895724"/>
              <a:gd name="connsiteY176" fmla="*/ 195067 h 750230"/>
              <a:gd name="connsiteX177" fmla="*/ 104023 w 895724"/>
              <a:gd name="connsiteY177" fmla="*/ 206874 h 750230"/>
              <a:gd name="connsiteX178" fmla="*/ 93434 w 895724"/>
              <a:gd name="connsiteY178" fmla="*/ 195067 h 750230"/>
              <a:gd name="connsiteX179" fmla="*/ 104023 w 895724"/>
              <a:gd name="connsiteY179" fmla="*/ 184442 h 750230"/>
              <a:gd name="connsiteX180" fmla="*/ 55536 w 895724"/>
              <a:gd name="connsiteY180" fmla="*/ 184442 h 750230"/>
              <a:gd name="connsiteX181" fmla="*/ 59076 w 895724"/>
              <a:gd name="connsiteY181" fmla="*/ 184442 h 750230"/>
              <a:gd name="connsiteX182" fmla="*/ 68518 w 895724"/>
              <a:gd name="connsiteY182" fmla="*/ 193887 h 750230"/>
              <a:gd name="connsiteX183" fmla="*/ 68518 w 895724"/>
              <a:gd name="connsiteY183" fmla="*/ 197429 h 750230"/>
              <a:gd name="connsiteX184" fmla="*/ 59076 w 895724"/>
              <a:gd name="connsiteY184" fmla="*/ 206874 h 750230"/>
              <a:gd name="connsiteX185" fmla="*/ 55536 w 895724"/>
              <a:gd name="connsiteY185" fmla="*/ 206874 h 750230"/>
              <a:gd name="connsiteX186" fmla="*/ 46094 w 895724"/>
              <a:gd name="connsiteY186" fmla="*/ 197429 h 750230"/>
              <a:gd name="connsiteX187" fmla="*/ 46094 w 895724"/>
              <a:gd name="connsiteY187" fmla="*/ 193887 h 750230"/>
              <a:gd name="connsiteX188" fmla="*/ 55536 w 895724"/>
              <a:gd name="connsiteY188" fmla="*/ 184442 h 750230"/>
              <a:gd name="connsiteX189" fmla="*/ 49723 w 895724"/>
              <a:gd name="connsiteY189" fmla="*/ 159517 h 750230"/>
              <a:gd name="connsiteX190" fmla="*/ 21178 w 895724"/>
              <a:gd name="connsiteY190" fmla="*/ 187669 h 750230"/>
              <a:gd name="connsiteX191" fmla="*/ 21178 w 895724"/>
              <a:gd name="connsiteY191" fmla="*/ 228060 h 750230"/>
              <a:gd name="connsiteX192" fmla="*/ 350067 w 895724"/>
              <a:gd name="connsiteY192" fmla="*/ 228060 h 750230"/>
              <a:gd name="connsiteX193" fmla="*/ 297941 w 895724"/>
              <a:gd name="connsiteY193" fmla="*/ 159517 h 750230"/>
              <a:gd name="connsiteX194" fmla="*/ 675017 w 895724"/>
              <a:gd name="connsiteY194" fmla="*/ 157025 h 750230"/>
              <a:gd name="connsiteX195" fmla="*/ 636599 w 895724"/>
              <a:gd name="connsiteY195" fmla="*/ 194095 h 750230"/>
              <a:gd name="connsiteX196" fmla="*/ 636599 w 895724"/>
              <a:gd name="connsiteY196" fmla="*/ 229930 h 750230"/>
              <a:gd name="connsiteX197" fmla="*/ 670060 w 895724"/>
              <a:gd name="connsiteY197" fmla="*/ 267000 h 750230"/>
              <a:gd name="connsiteX198" fmla="*/ 683693 w 895724"/>
              <a:gd name="connsiteY198" fmla="*/ 269471 h 750230"/>
              <a:gd name="connsiteX199" fmla="*/ 673778 w 895724"/>
              <a:gd name="connsiteY199" fmla="*/ 302834 h 750230"/>
              <a:gd name="connsiteX200" fmla="*/ 722111 w 895724"/>
              <a:gd name="connsiteY200" fmla="*/ 268236 h 750230"/>
              <a:gd name="connsiteX201" fmla="*/ 834887 w 895724"/>
              <a:gd name="connsiteY201" fmla="*/ 268236 h 750230"/>
              <a:gd name="connsiteX202" fmla="*/ 874545 w 895724"/>
              <a:gd name="connsiteY202" fmla="*/ 229930 h 750230"/>
              <a:gd name="connsiteX203" fmla="*/ 874545 w 895724"/>
              <a:gd name="connsiteY203" fmla="*/ 194095 h 750230"/>
              <a:gd name="connsiteX204" fmla="*/ 834887 w 895724"/>
              <a:gd name="connsiteY204" fmla="*/ 157025 h 750230"/>
              <a:gd name="connsiteX205" fmla="*/ 495275 w 895724"/>
              <a:gd name="connsiteY205" fmla="*/ 137082 h 750230"/>
              <a:gd name="connsiteX206" fmla="*/ 477138 w 895724"/>
              <a:gd name="connsiteY206" fmla="*/ 206871 h 750230"/>
              <a:gd name="connsiteX207" fmla="*/ 518249 w 895724"/>
              <a:gd name="connsiteY207" fmla="*/ 137082 h 750230"/>
              <a:gd name="connsiteX208" fmla="*/ 428552 w 895724"/>
              <a:gd name="connsiteY208" fmla="*/ 137082 h 750230"/>
              <a:gd name="connsiteX209" fmla="*/ 428552 w 895724"/>
              <a:gd name="connsiteY209" fmla="*/ 224318 h 750230"/>
              <a:gd name="connsiteX210" fmla="*/ 441886 w 895724"/>
              <a:gd name="connsiteY210" fmla="*/ 221861 h 750230"/>
              <a:gd name="connsiteX211" fmla="*/ 473401 w 895724"/>
              <a:gd name="connsiteY211" fmla="*/ 137082 h 750230"/>
              <a:gd name="connsiteX212" fmla="*/ 361279 w 895724"/>
              <a:gd name="connsiteY212" fmla="*/ 137082 h 750230"/>
              <a:gd name="connsiteX213" fmla="*/ 397643 w 895724"/>
              <a:gd name="connsiteY213" fmla="*/ 223090 h 750230"/>
              <a:gd name="connsiteX214" fmla="*/ 406128 w 895724"/>
              <a:gd name="connsiteY214" fmla="*/ 224318 h 750230"/>
              <a:gd name="connsiteX215" fmla="*/ 406128 w 895724"/>
              <a:gd name="connsiteY215" fmla="*/ 137082 h 750230"/>
              <a:gd name="connsiteX216" fmla="*/ 316431 w 895724"/>
              <a:gd name="connsiteY216" fmla="*/ 137082 h 750230"/>
              <a:gd name="connsiteX217" fmla="*/ 360034 w 895724"/>
              <a:gd name="connsiteY217" fmla="*/ 208117 h 750230"/>
              <a:gd name="connsiteX218" fmla="*/ 339444 w 895724"/>
              <a:gd name="connsiteY218" fmla="*/ 137082 h 750230"/>
              <a:gd name="connsiteX219" fmla="*/ 357542 w 895724"/>
              <a:gd name="connsiteY219" fmla="*/ 42372 h 750230"/>
              <a:gd name="connsiteX220" fmla="*/ 316431 w 895724"/>
              <a:gd name="connsiteY220" fmla="*/ 113407 h 750230"/>
              <a:gd name="connsiteX221" fmla="*/ 339405 w 895724"/>
              <a:gd name="connsiteY221" fmla="*/ 113407 h 750230"/>
              <a:gd name="connsiteX222" fmla="*/ 357542 w 895724"/>
              <a:gd name="connsiteY222" fmla="*/ 42372 h 750230"/>
              <a:gd name="connsiteX223" fmla="*/ 473401 w 895724"/>
              <a:gd name="connsiteY223" fmla="*/ 38633 h 750230"/>
              <a:gd name="connsiteX224" fmla="*/ 496432 w 895724"/>
              <a:gd name="connsiteY224" fmla="*/ 113407 h 750230"/>
              <a:gd name="connsiteX225" fmla="*/ 518250 w 895724"/>
              <a:gd name="connsiteY225" fmla="*/ 113407 h 750230"/>
              <a:gd name="connsiteX226" fmla="*/ 473401 w 895724"/>
              <a:gd name="connsiteY226" fmla="*/ 38633 h 750230"/>
              <a:gd name="connsiteX227" fmla="*/ 428552 w 895724"/>
              <a:gd name="connsiteY227" fmla="*/ 22432 h 750230"/>
              <a:gd name="connsiteX228" fmla="*/ 428552 w 895724"/>
              <a:gd name="connsiteY228" fmla="*/ 23662 h 750230"/>
              <a:gd name="connsiteX229" fmla="*/ 428552 w 895724"/>
              <a:gd name="connsiteY229" fmla="*/ 113407 h 750230"/>
              <a:gd name="connsiteX230" fmla="*/ 473401 w 895724"/>
              <a:gd name="connsiteY230" fmla="*/ 113407 h 750230"/>
              <a:gd name="connsiteX231" fmla="*/ 437037 w 895724"/>
              <a:gd name="connsiteY231" fmla="*/ 23662 h 750230"/>
              <a:gd name="connsiteX232" fmla="*/ 428552 w 895724"/>
              <a:gd name="connsiteY232" fmla="*/ 22432 h 750230"/>
              <a:gd name="connsiteX233" fmla="*/ 406128 w 895724"/>
              <a:gd name="connsiteY233" fmla="*/ 22432 h 750230"/>
              <a:gd name="connsiteX234" fmla="*/ 391583 w 895724"/>
              <a:gd name="connsiteY234" fmla="*/ 26120 h 750230"/>
              <a:gd name="connsiteX235" fmla="*/ 361279 w 895724"/>
              <a:gd name="connsiteY235" fmla="*/ 113407 h 750230"/>
              <a:gd name="connsiteX236" fmla="*/ 406128 w 895724"/>
              <a:gd name="connsiteY236" fmla="*/ 113407 h 750230"/>
              <a:gd name="connsiteX237" fmla="*/ 406128 w 895724"/>
              <a:gd name="connsiteY237" fmla="*/ 23662 h 750230"/>
              <a:gd name="connsiteX238" fmla="*/ 406128 w 895724"/>
              <a:gd name="connsiteY238" fmla="*/ 22432 h 750230"/>
              <a:gd name="connsiteX239" fmla="*/ 418005 w 895724"/>
              <a:gd name="connsiteY239" fmla="*/ 0 h 750230"/>
              <a:gd name="connsiteX240" fmla="*/ 542411 w 895724"/>
              <a:gd name="connsiteY240" fmla="*/ 124416 h 750230"/>
              <a:gd name="connsiteX241" fmla="*/ 422981 w 895724"/>
              <a:gd name="connsiteY241" fmla="*/ 247589 h 750230"/>
              <a:gd name="connsiteX242" fmla="*/ 422981 w 895724"/>
              <a:gd name="connsiteY242" fmla="*/ 265007 h 750230"/>
              <a:gd name="connsiteX243" fmla="*/ 624519 w 895724"/>
              <a:gd name="connsiteY243" fmla="*/ 265007 h 750230"/>
              <a:gd name="connsiteX244" fmla="*/ 614566 w 895724"/>
              <a:gd name="connsiteY244" fmla="*/ 230170 h 750230"/>
              <a:gd name="connsiteX245" fmla="*/ 614566 w 895724"/>
              <a:gd name="connsiteY245" fmla="*/ 194090 h 750230"/>
              <a:gd name="connsiteX246" fmla="*/ 674281 w 895724"/>
              <a:gd name="connsiteY246" fmla="*/ 134370 h 750230"/>
              <a:gd name="connsiteX247" fmla="*/ 834765 w 895724"/>
              <a:gd name="connsiteY247" fmla="*/ 134370 h 750230"/>
              <a:gd name="connsiteX248" fmla="*/ 895724 w 895724"/>
              <a:gd name="connsiteY248" fmla="*/ 194090 h 750230"/>
              <a:gd name="connsiteX249" fmla="*/ 895724 w 895724"/>
              <a:gd name="connsiteY249" fmla="*/ 230170 h 750230"/>
              <a:gd name="connsiteX250" fmla="*/ 834765 w 895724"/>
              <a:gd name="connsiteY250" fmla="*/ 289890 h 750230"/>
              <a:gd name="connsiteX251" fmla="*/ 752657 w 895724"/>
              <a:gd name="connsiteY251" fmla="*/ 289890 h 750230"/>
              <a:gd name="connsiteX252" fmla="*/ 752657 w 895724"/>
              <a:gd name="connsiteY252" fmla="*/ 614617 h 750230"/>
              <a:gd name="connsiteX253" fmla="*/ 822325 w 895724"/>
              <a:gd name="connsiteY253" fmla="*/ 614617 h 750230"/>
              <a:gd name="connsiteX254" fmla="*/ 834765 w 895724"/>
              <a:gd name="connsiteY254" fmla="*/ 627058 h 750230"/>
              <a:gd name="connsiteX255" fmla="*/ 834765 w 895724"/>
              <a:gd name="connsiteY255" fmla="*/ 668115 h 750230"/>
              <a:gd name="connsiteX256" fmla="*/ 751413 w 895724"/>
              <a:gd name="connsiteY256" fmla="*/ 750230 h 750230"/>
              <a:gd name="connsiteX257" fmla="*/ 121918 w 895724"/>
              <a:gd name="connsiteY257" fmla="*/ 750230 h 750230"/>
              <a:gd name="connsiteX258" fmla="*/ 39810 w 895724"/>
              <a:gd name="connsiteY258" fmla="*/ 670604 h 750230"/>
              <a:gd name="connsiteX259" fmla="*/ 39810 w 895724"/>
              <a:gd name="connsiteY259" fmla="*/ 630791 h 750230"/>
              <a:gd name="connsiteX260" fmla="*/ 55983 w 895724"/>
              <a:gd name="connsiteY260" fmla="*/ 614617 h 750230"/>
              <a:gd name="connsiteX261" fmla="*/ 115698 w 895724"/>
              <a:gd name="connsiteY261" fmla="*/ 614617 h 750230"/>
              <a:gd name="connsiteX262" fmla="*/ 115698 w 895724"/>
              <a:gd name="connsiteY262" fmla="*/ 528769 h 750230"/>
              <a:gd name="connsiteX263" fmla="*/ 49763 w 895724"/>
              <a:gd name="connsiteY263" fmla="*/ 528769 h 750230"/>
              <a:gd name="connsiteX264" fmla="*/ 0 w 895724"/>
              <a:gd name="connsiteY264" fmla="*/ 479003 h 750230"/>
              <a:gd name="connsiteX265" fmla="*/ 0 w 895724"/>
              <a:gd name="connsiteY265" fmla="*/ 187869 h 750230"/>
              <a:gd name="connsiteX266" fmla="*/ 49763 w 895724"/>
              <a:gd name="connsiteY266" fmla="*/ 136858 h 750230"/>
              <a:gd name="connsiteX267" fmla="*/ 294843 w 895724"/>
              <a:gd name="connsiteY267" fmla="*/ 136858 h 750230"/>
              <a:gd name="connsiteX268" fmla="*/ 293599 w 895724"/>
              <a:gd name="connsiteY268" fmla="*/ 124416 h 750230"/>
              <a:gd name="connsiteX269" fmla="*/ 380683 w 895724"/>
              <a:gd name="connsiteY269" fmla="*/ 6221 h 750230"/>
              <a:gd name="connsiteX270" fmla="*/ 383171 w 895724"/>
              <a:gd name="connsiteY270" fmla="*/ 4977 h 750230"/>
              <a:gd name="connsiteX271" fmla="*/ 418005 w 895724"/>
              <a:gd name="connsiteY271" fmla="*/ 0 h 750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895724" h="750230">
                <a:moveTo>
                  <a:pt x="62289" y="638069"/>
                </a:moveTo>
                <a:lnTo>
                  <a:pt x="62289" y="671263"/>
                </a:lnTo>
                <a:cubicBezTo>
                  <a:pt x="62289" y="703227"/>
                  <a:pt x="88407" y="729044"/>
                  <a:pt x="121988" y="729044"/>
                </a:cubicBezTo>
                <a:lnTo>
                  <a:pt x="751314" y="729044"/>
                </a:lnTo>
                <a:cubicBezTo>
                  <a:pt x="784894" y="729044"/>
                  <a:pt x="812256" y="701998"/>
                  <a:pt x="812256" y="668804"/>
                </a:cubicBezTo>
                <a:lnTo>
                  <a:pt x="812256" y="638069"/>
                </a:lnTo>
                <a:lnTo>
                  <a:pt x="574704" y="638069"/>
                </a:lnTo>
                <a:cubicBezTo>
                  <a:pt x="561023" y="651593"/>
                  <a:pt x="542368" y="658969"/>
                  <a:pt x="533661" y="661428"/>
                </a:cubicBezTo>
                <a:cubicBezTo>
                  <a:pt x="532418" y="661428"/>
                  <a:pt x="531174" y="662657"/>
                  <a:pt x="529930" y="662657"/>
                </a:cubicBezTo>
                <a:lnTo>
                  <a:pt x="334665" y="662657"/>
                </a:lnTo>
                <a:cubicBezTo>
                  <a:pt x="316009" y="662657"/>
                  <a:pt x="299841" y="652822"/>
                  <a:pt x="291135" y="638069"/>
                </a:cubicBezTo>
                <a:close/>
                <a:moveTo>
                  <a:pt x="502969" y="473567"/>
                </a:moveTo>
                <a:cubicBezTo>
                  <a:pt x="469525" y="488311"/>
                  <a:pt x="445990" y="521486"/>
                  <a:pt x="445990" y="560803"/>
                </a:cubicBezTo>
                <a:lnTo>
                  <a:pt x="662758" y="560803"/>
                </a:lnTo>
                <a:lnTo>
                  <a:pt x="662758" y="557117"/>
                </a:lnTo>
                <a:cubicBezTo>
                  <a:pt x="662758" y="521486"/>
                  <a:pt x="642939" y="490769"/>
                  <a:pt x="611972" y="474796"/>
                </a:cubicBezTo>
                <a:cubicBezTo>
                  <a:pt x="611972" y="477253"/>
                  <a:pt x="610734" y="478482"/>
                  <a:pt x="609495" y="479711"/>
                </a:cubicBezTo>
                <a:lnTo>
                  <a:pt x="609495" y="480939"/>
                </a:lnTo>
                <a:lnTo>
                  <a:pt x="572335" y="511656"/>
                </a:lnTo>
                <a:cubicBezTo>
                  <a:pt x="567380" y="515342"/>
                  <a:pt x="561187" y="517800"/>
                  <a:pt x="554993" y="517800"/>
                </a:cubicBezTo>
                <a:cubicBezTo>
                  <a:pt x="554993" y="517800"/>
                  <a:pt x="554993" y="517800"/>
                  <a:pt x="553755" y="517800"/>
                </a:cubicBezTo>
                <a:cubicBezTo>
                  <a:pt x="547561" y="517800"/>
                  <a:pt x="541368" y="515342"/>
                  <a:pt x="536413" y="509199"/>
                </a:cubicBezTo>
                <a:lnTo>
                  <a:pt x="504208" y="473567"/>
                </a:lnTo>
                <a:close/>
                <a:moveTo>
                  <a:pt x="529461" y="468582"/>
                </a:moveTo>
                <a:lnTo>
                  <a:pt x="553847" y="494753"/>
                </a:lnTo>
                <a:lnTo>
                  <a:pt x="555066" y="494753"/>
                </a:lnTo>
                <a:cubicBezTo>
                  <a:pt x="556285" y="494753"/>
                  <a:pt x="556285" y="494753"/>
                  <a:pt x="557504" y="494753"/>
                </a:cubicBezTo>
                <a:cubicBezTo>
                  <a:pt x="557504" y="494753"/>
                  <a:pt x="557504" y="494753"/>
                  <a:pt x="557504" y="493564"/>
                </a:cubicBezTo>
                <a:lnTo>
                  <a:pt x="586767" y="468582"/>
                </a:lnTo>
                <a:close/>
                <a:moveTo>
                  <a:pt x="542598" y="443658"/>
                </a:moveTo>
                <a:lnTo>
                  <a:pt x="571116" y="443658"/>
                </a:lnTo>
                <a:cubicBezTo>
                  <a:pt x="582275" y="443658"/>
                  <a:pt x="593434" y="444893"/>
                  <a:pt x="603353" y="447364"/>
                </a:cubicBezTo>
                <a:cubicBezTo>
                  <a:pt x="604593" y="447364"/>
                  <a:pt x="604593" y="448599"/>
                  <a:pt x="605832" y="448599"/>
                </a:cubicBezTo>
                <a:cubicBezTo>
                  <a:pt x="651708" y="463422"/>
                  <a:pt x="685185" y="506654"/>
                  <a:pt x="685185" y="557297"/>
                </a:cubicBezTo>
                <a:lnTo>
                  <a:pt x="685185" y="572119"/>
                </a:lnTo>
                <a:cubicBezTo>
                  <a:pt x="685185" y="578295"/>
                  <a:pt x="680226" y="583236"/>
                  <a:pt x="674026" y="583236"/>
                </a:cubicBezTo>
                <a:lnTo>
                  <a:pt x="434728" y="583236"/>
                </a:lnTo>
                <a:cubicBezTo>
                  <a:pt x="428529" y="583236"/>
                  <a:pt x="423569" y="578295"/>
                  <a:pt x="423569" y="572119"/>
                </a:cubicBezTo>
                <a:lnTo>
                  <a:pt x="423569" y="561003"/>
                </a:lnTo>
                <a:cubicBezTo>
                  <a:pt x="423569" y="495537"/>
                  <a:pt x="476884" y="443658"/>
                  <a:pt x="542598" y="443658"/>
                </a:cubicBezTo>
                <a:close/>
                <a:moveTo>
                  <a:pt x="104580" y="419979"/>
                </a:moveTo>
                <a:lnTo>
                  <a:pt x="270403" y="419979"/>
                </a:lnTo>
                <a:cubicBezTo>
                  <a:pt x="276591" y="419979"/>
                  <a:pt x="280303" y="424702"/>
                  <a:pt x="280303" y="429424"/>
                </a:cubicBezTo>
                <a:lnTo>
                  <a:pt x="280303" y="432966"/>
                </a:lnTo>
                <a:cubicBezTo>
                  <a:pt x="280303" y="437689"/>
                  <a:pt x="276591" y="442411"/>
                  <a:pt x="270403" y="442411"/>
                </a:cubicBezTo>
                <a:lnTo>
                  <a:pt x="104580" y="442411"/>
                </a:lnTo>
                <a:cubicBezTo>
                  <a:pt x="99630" y="442411"/>
                  <a:pt x="94680" y="437689"/>
                  <a:pt x="94680" y="432966"/>
                </a:cubicBezTo>
                <a:lnTo>
                  <a:pt x="94680" y="429424"/>
                </a:lnTo>
                <a:cubicBezTo>
                  <a:pt x="94680" y="424702"/>
                  <a:pt x="99630" y="419979"/>
                  <a:pt x="104580" y="419979"/>
                </a:cubicBezTo>
                <a:close/>
                <a:moveTo>
                  <a:pt x="102103" y="370130"/>
                </a:moveTo>
                <a:lnTo>
                  <a:pt x="294065" y="370130"/>
                </a:lnTo>
                <a:cubicBezTo>
                  <a:pt x="300258" y="370130"/>
                  <a:pt x="303973" y="374838"/>
                  <a:pt x="303973" y="379546"/>
                </a:cubicBezTo>
                <a:lnTo>
                  <a:pt x="303973" y="381900"/>
                </a:lnTo>
                <a:cubicBezTo>
                  <a:pt x="303973" y="387785"/>
                  <a:pt x="300258" y="391316"/>
                  <a:pt x="294065" y="391316"/>
                </a:cubicBezTo>
                <a:lnTo>
                  <a:pt x="102103" y="391316"/>
                </a:lnTo>
                <a:cubicBezTo>
                  <a:pt x="97150" y="391316"/>
                  <a:pt x="93434" y="387785"/>
                  <a:pt x="93434" y="381900"/>
                </a:cubicBezTo>
                <a:lnTo>
                  <a:pt x="93434" y="379546"/>
                </a:lnTo>
                <a:cubicBezTo>
                  <a:pt x="93434" y="374838"/>
                  <a:pt x="97150" y="370130"/>
                  <a:pt x="102103" y="370130"/>
                </a:cubicBezTo>
                <a:close/>
                <a:moveTo>
                  <a:pt x="56716" y="370130"/>
                </a:moveTo>
                <a:cubicBezTo>
                  <a:pt x="62617" y="370130"/>
                  <a:pt x="68518" y="374838"/>
                  <a:pt x="68518" y="380723"/>
                </a:cubicBezTo>
                <a:cubicBezTo>
                  <a:pt x="68518" y="386608"/>
                  <a:pt x="62617" y="391316"/>
                  <a:pt x="56716" y="391316"/>
                </a:cubicBezTo>
                <a:cubicBezTo>
                  <a:pt x="51995" y="391316"/>
                  <a:pt x="46094" y="386608"/>
                  <a:pt x="46094" y="380723"/>
                </a:cubicBezTo>
                <a:cubicBezTo>
                  <a:pt x="46094" y="374838"/>
                  <a:pt x="51995" y="370130"/>
                  <a:pt x="56716" y="370130"/>
                </a:cubicBezTo>
                <a:close/>
                <a:moveTo>
                  <a:pt x="556155" y="348944"/>
                </a:moveTo>
                <a:cubicBezTo>
                  <a:pt x="543863" y="358693"/>
                  <a:pt x="530342" y="363567"/>
                  <a:pt x="516821" y="363567"/>
                </a:cubicBezTo>
                <a:cubicBezTo>
                  <a:pt x="511904" y="363567"/>
                  <a:pt x="506988" y="362348"/>
                  <a:pt x="503300" y="359911"/>
                </a:cubicBezTo>
                <a:cubicBezTo>
                  <a:pt x="503300" y="385500"/>
                  <a:pt x="525425" y="403778"/>
                  <a:pt x="552468" y="403778"/>
                </a:cubicBezTo>
                <a:cubicBezTo>
                  <a:pt x="570905" y="403778"/>
                  <a:pt x="588114" y="394030"/>
                  <a:pt x="595489" y="379408"/>
                </a:cubicBezTo>
                <a:cubicBezTo>
                  <a:pt x="578281" y="378189"/>
                  <a:pt x="563530" y="363567"/>
                  <a:pt x="556155" y="348944"/>
                </a:cubicBezTo>
                <a:close/>
                <a:moveTo>
                  <a:pt x="103334" y="324020"/>
                </a:moveTo>
                <a:lnTo>
                  <a:pt x="269157" y="324020"/>
                </a:lnTo>
                <a:cubicBezTo>
                  <a:pt x="274107" y="324020"/>
                  <a:pt x="279057" y="328742"/>
                  <a:pt x="279057" y="333465"/>
                </a:cubicBezTo>
                <a:lnTo>
                  <a:pt x="279057" y="337007"/>
                </a:lnTo>
                <a:cubicBezTo>
                  <a:pt x="279057" y="342910"/>
                  <a:pt x="274107" y="346452"/>
                  <a:pt x="269157" y="346452"/>
                </a:cubicBezTo>
                <a:lnTo>
                  <a:pt x="103334" y="346452"/>
                </a:lnTo>
                <a:cubicBezTo>
                  <a:pt x="97147" y="346452"/>
                  <a:pt x="93434" y="342910"/>
                  <a:pt x="93434" y="337007"/>
                </a:cubicBezTo>
                <a:lnTo>
                  <a:pt x="93434" y="333465"/>
                </a:lnTo>
                <a:cubicBezTo>
                  <a:pt x="93434" y="328742"/>
                  <a:pt x="97147" y="324020"/>
                  <a:pt x="103334" y="324020"/>
                </a:cubicBezTo>
                <a:close/>
                <a:moveTo>
                  <a:pt x="552533" y="314050"/>
                </a:moveTo>
                <a:cubicBezTo>
                  <a:pt x="531629" y="314050"/>
                  <a:pt x="515644" y="323735"/>
                  <a:pt x="507037" y="338263"/>
                </a:cubicBezTo>
                <a:cubicBezTo>
                  <a:pt x="518104" y="340684"/>
                  <a:pt x="536548" y="341895"/>
                  <a:pt x="550073" y="322525"/>
                </a:cubicBezTo>
                <a:cubicBezTo>
                  <a:pt x="550073" y="322525"/>
                  <a:pt x="551303" y="322525"/>
                  <a:pt x="551303" y="321314"/>
                </a:cubicBezTo>
                <a:cubicBezTo>
                  <a:pt x="551303" y="320103"/>
                  <a:pt x="552533" y="320103"/>
                  <a:pt x="552533" y="320103"/>
                </a:cubicBezTo>
                <a:lnTo>
                  <a:pt x="553762" y="320103"/>
                </a:lnTo>
                <a:cubicBezTo>
                  <a:pt x="553762" y="320103"/>
                  <a:pt x="553762" y="320103"/>
                  <a:pt x="553762" y="318893"/>
                </a:cubicBezTo>
                <a:cubicBezTo>
                  <a:pt x="554992" y="318893"/>
                  <a:pt x="554992" y="318893"/>
                  <a:pt x="556222" y="318893"/>
                </a:cubicBezTo>
                <a:lnTo>
                  <a:pt x="556222" y="317682"/>
                </a:lnTo>
                <a:lnTo>
                  <a:pt x="557451" y="317682"/>
                </a:lnTo>
                <a:lnTo>
                  <a:pt x="558681" y="317682"/>
                </a:lnTo>
                <a:cubicBezTo>
                  <a:pt x="559910" y="317682"/>
                  <a:pt x="561140" y="317682"/>
                  <a:pt x="561140" y="317682"/>
                </a:cubicBezTo>
                <a:cubicBezTo>
                  <a:pt x="562370" y="317682"/>
                  <a:pt x="562370" y="318893"/>
                  <a:pt x="563599" y="318893"/>
                </a:cubicBezTo>
                <a:cubicBezTo>
                  <a:pt x="563599" y="320103"/>
                  <a:pt x="564829" y="320103"/>
                  <a:pt x="564829" y="320103"/>
                </a:cubicBezTo>
                <a:cubicBezTo>
                  <a:pt x="566058" y="320103"/>
                  <a:pt x="566058" y="321314"/>
                  <a:pt x="566058" y="321314"/>
                </a:cubicBezTo>
                <a:lnTo>
                  <a:pt x="566058" y="322525"/>
                </a:lnTo>
                <a:lnTo>
                  <a:pt x="567288" y="322525"/>
                </a:lnTo>
                <a:cubicBezTo>
                  <a:pt x="568518" y="322525"/>
                  <a:pt x="568518" y="323735"/>
                  <a:pt x="568518" y="323735"/>
                </a:cubicBezTo>
                <a:cubicBezTo>
                  <a:pt x="568518" y="323735"/>
                  <a:pt x="568518" y="323735"/>
                  <a:pt x="569747" y="323735"/>
                </a:cubicBezTo>
                <a:lnTo>
                  <a:pt x="569747" y="324946"/>
                </a:lnTo>
                <a:cubicBezTo>
                  <a:pt x="569747" y="326157"/>
                  <a:pt x="580814" y="358844"/>
                  <a:pt x="601717" y="356422"/>
                </a:cubicBezTo>
                <a:cubicBezTo>
                  <a:pt x="600488" y="333420"/>
                  <a:pt x="578355" y="314050"/>
                  <a:pt x="552533" y="314050"/>
                </a:cubicBezTo>
                <a:close/>
                <a:moveTo>
                  <a:pt x="552503" y="291618"/>
                </a:moveTo>
                <a:cubicBezTo>
                  <a:pt x="592027" y="291618"/>
                  <a:pt x="624141" y="322488"/>
                  <a:pt x="624141" y="358297"/>
                </a:cubicBezTo>
                <a:cubicBezTo>
                  <a:pt x="624141" y="395341"/>
                  <a:pt x="592027" y="426211"/>
                  <a:pt x="552503" y="426211"/>
                </a:cubicBezTo>
                <a:cubicBezTo>
                  <a:pt x="512978" y="426211"/>
                  <a:pt x="479629" y="395341"/>
                  <a:pt x="479629" y="358297"/>
                </a:cubicBezTo>
                <a:cubicBezTo>
                  <a:pt x="479629" y="322488"/>
                  <a:pt x="512978" y="291618"/>
                  <a:pt x="552503" y="291618"/>
                </a:cubicBezTo>
                <a:close/>
                <a:moveTo>
                  <a:pt x="649221" y="285387"/>
                </a:moveTo>
                <a:cubicBezTo>
                  <a:pt x="647978" y="286629"/>
                  <a:pt x="645492" y="286629"/>
                  <a:pt x="643006" y="286629"/>
                </a:cubicBezTo>
                <a:lnTo>
                  <a:pt x="422965" y="286629"/>
                </a:lnTo>
                <a:lnTo>
                  <a:pt x="422965" y="479119"/>
                </a:lnTo>
                <a:cubicBezTo>
                  <a:pt x="422965" y="506440"/>
                  <a:pt x="400588" y="528794"/>
                  <a:pt x="371995" y="528794"/>
                </a:cubicBezTo>
                <a:lnTo>
                  <a:pt x="138279" y="528794"/>
                </a:lnTo>
                <a:lnTo>
                  <a:pt x="138279" y="614483"/>
                </a:lnTo>
                <a:lnTo>
                  <a:pt x="298648" y="614483"/>
                </a:lnTo>
                <a:cubicBezTo>
                  <a:pt x="302377" y="614483"/>
                  <a:pt x="307350" y="616967"/>
                  <a:pt x="308593" y="621934"/>
                </a:cubicBezTo>
                <a:cubicBezTo>
                  <a:pt x="312323" y="633111"/>
                  <a:pt x="322268" y="640562"/>
                  <a:pt x="334700" y="640562"/>
                </a:cubicBezTo>
                <a:lnTo>
                  <a:pt x="528634" y="638078"/>
                </a:lnTo>
                <a:cubicBezTo>
                  <a:pt x="534850" y="636837"/>
                  <a:pt x="551011" y="630627"/>
                  <a:pt x="560956" y="619450"/>
                </a:cubicBezTo>
                <a:cubicBezTo>
                  <a:pt x="563443" y="615725"/>
                  <a:pt x="565929" y="614483"/>
                  <a:pt x="569659" y="614483"/>
                </a:cubicBezTo>
                <a:lnTo>
                  <a:pt x="728784" y="614483"/>
                </a:lnTo>
                <a:lnTo>
                  <a:pt x="728784" y="290355"/>
                </a:lnTo>
                <a:lnTo>
                  <a:pt x="682787" y="323885"/>
                </a:lnTo>
                <a:cubicBezTo>
                  <a:pt x="679057" y="325127"/>
                  <a:pt x="675328" y="327611"/>
                  <a:pt x="670355" y="327611"/>
                </a:cubicBezTo>
                <a:cubicBezTo>
                  <a:pt x="666626" y="327611"/>
                  <a:pt x="661653" y="325127"/>
                  <a:pt x="657924" y="322643"/>
                </a:cubicBezTo>
                <a:cubicBezTo>
                  <a:pt x="650465" y="317676"/>
                  <a:pt x="647978" y="308983"/>
                  <a:pt x="650465" y="300290"/>
                </a:cubicBezTo>
                <a:lnTo>
                  <a:pt x="654194" y="286629"/>
                </a:lnTo>
                <a:cubicBezTo>
                  <a:pt x="652951" y="286629"/>
                  <a:pt x="650465" y="286629"/>
                  <a:pt x="649221" y="285387"/>
                </a:cubicBezTo>
                <a:close/>
                <a:moveTo>
                  <a:pt x="103342" y="279155"/>
                </a:moveTo>
                <a:lnTo>
                  <a:pt x="294065" y="279155"/>
                </a:lnTo>
                <a:cubicBezTo>
                  <a:pt x="299019" y="279155"/>
                  <a:pt x="303973" y="283863"/>
                  <a:pt x="303973" y="289748"/>
                </a:cubicBezTo>
                <a:lnTo>
                  <a:pt x="303973" y="290925"/>
                </a:lnTo>
                <a:cubicBezTo>
                  <a:pt x="303973" y="295633"/>
                  <a:pt x="299019" y="300341"/>
                  <a:pt x="294065" y="300341"/>
                </a:cubicBezTo>
                <a:lnTo>
                  <a:pt x="103342" y="300341"/>
                </a:lnTo>
                <a:cubicBezTo>
                  <a:pt x="97150" y="300341"/>
                  <a:pt x="93434" y="295633"/>
                  <a:pt x="93434" y="290925"/>
                </a:cubicBezTo>
                <a:lnTo>
                  <a:pt x="93434" y="289748"/>
                </a:lnTo>
                <a:cubicBezTo>
                  <a:pt x="93434" y="283863"/>
                  <a:pt x="97150" y="279155"/>
                  <a:pt x="103342" y="279155"/>
                </a:cubicBezTo>
                <a:close/>
                <a:moveTo>
                  <a:pt x="56716" y="279155"/>
                </a:moveTo>
                <a:cubicBezTo>
                  <a:pt x="62617" y="279155"/>
                  <a:pt x="68518" y="283863"/>
                  <a:pt x="68518" y="289748"/>
                </a:cubicBezTo>
                <a:cubicBezTo>
                  <a:pt x="68518" y="295633"/>
                  <a:pt x="62617" y="300341"/>
                  <a:pt x="56716" y="300341"/>
                </a:cubicBezTo>
                <a:cubicBezTo>
                  <a:pt x="51995" y="300341"/>
                  <a:pt x="46094" y="295633"/>
                  <a:pt x="46094" y="289748"/>
                </a:cubicBezTo>
                <a:cubicBezTo>
                  <a:pt x="46094" y="283863"/>
                  <a:pt x="51995" y="279155"/>
                  <a:pt x="56716" y="279155"/>
                </a:cubicBezTo>
                <a:close/>
                <a:moveTo>
                  <a:pt x="21178" y="251738"/>
                </a:moveTo>
                <a:lnTo>
                  <a:pt x="21178" y="478686"/>
                </a:lnTo>
                <a:cubicBezTo>
                  <a:pt x="21178" y="493568"/>
                  <a:pt x="34837" y="505969"/>
                  <a:pt x="49737" y="505969"/>
                </a:cubicBezTo>
                <a:lnTo>
                  <a:pt x="371340" y="505969"/>
                </a:lnTo>
                <a:cubicBezTo>
                  <a:pt x="387482" y="505969"/>
                  <a:pt x="399899" y="493568"/>
                  <a:pt x="399899" y="478686"/>
                </a:cubicBezTo>
                <a:lnTo>
                  <a:pt x="399899" y="251738"/>
                </a:lnTo>
                <a:close/>
                <a:moveTo>
                  <a:pt x="826549" y="201889"/>
                </a:moveTo>
                <a:cubicBezTo>
                  <a:pt x="831270" y="201889"/>
                  <a:pt x="837171" y="206581"/>
                  <a:pt x="837171" y="211272"/>
                </a:cubicBezTo>
                <a:cubicBezTo>
                  <a:pt x="837171" y="218310"/>
                  <a:pt x="831270" y="221829"/>
                  <a:pt x="826549" y="221829"/>
                </a:cubicBezTo>
                <a:cubicBezTo>
                  <a:pt x="820648" y="221829"/>
                  <a:pt x="814747" y="218310"/>
                  <a:pt x="814747" y="211272"/>
                </a:cubicBezTo>
                <a:cubicBezTo>
                  <a:pt x="814747" y="206581"/>
                  <a:pt x="820648" y="201889"/>
                  <a:pt x="826549" y="201889"/>
                </a:cubicBezTo>
                <a:close/>
                <a:moveTo>
                  <a:pt x="779170" y="201889"/>
                </a:moveTo>
                <a:cubicBezTo>
                  <a:pt x="785052" y="201889"/>
                  <a:pt x="788582" y="206581"/>
                  <a:pt x="788582" y="211272"/>
                </a:cubicBezTo>
                <a:cubicBezTo>
                  <a:pt x="788582" y="218310"/>
                  <a:pt x="785052" y="221829"/>
                  <a:pt x="779170" y="221829"/>
                </a:cubicBezTo>
                <a:cubicBezTo>
                  <a:pt x="773287" y="221829"/>
                  <a:pt x="767404" y="218310"/>
                  <a:pt x="767404" y="211272"/>
                </a:cubicBezTo>
                <a:cubicBezTo>
                  <a:pt x="767404" y="206581"/>
                  <a:pt x="773287" y="201889"/>
                  <a:pt x="779170" y="201889"/>
                </a:cubicBezTo>
                <a:close/>
                <a:moveTo>
                  <a:pt x="731866" y="201889"/>
                </a:moveTo>
                <a:cubicBezTo>
                  <a:pt x="737729" y="201889"/>
                  <a:pt x="741246" y="206581"/>
                  <a:pt x="741246" y="211272"/>
                </a:cubicBezTo>
                <a:cubicBezTo>
                  <a:pt x="741246" y="218310"/>
                  <a:pt x="737729" y="221829"/>
                  <a:pt x="731866" y="221829"/>
                </a:cubicBezTo>
                <a:cubicBezTo>
                  <a:pt x="724831" y="221829"/>
                  <a:pt x="721313" y="218310"/>
                  <a:pt x="721313" y="211272"/>
                </a:cubicBezTo>
                <a:cubicBezTo>
                  <a:pt x="721313" y="206581"/>
                  <a:pt x="724831" y="201889"/>
                  <a:pt x="731866" y="201889"/>
                </a:cubicBezTo>
                <a:close/>
                <a:moveTo>
                  <a:pt x="683353" y="201889"/>
                </a:moveTo>
                <a:cubicBezTo>
                  <a:pt x="690389" y="201889"/>
                  <a:pt x="693906" y="207792"/>
                  <a:pt x="693906" y="213695"/>
                </a:cubicBezTo>
                <a:cubicBezTo>
                  <a:pt x="693906" y="219598"/>
                  <a:pt x="690389" y="224321"/>
                  <a:pt x="683353" y="224321"/>
                </a:cubicBezTo>
                <a:cubicBezTo>
                  <a:pt x="677491" y="224321"/>
                  <a:pt x="673973" y="219598"/>
                  <a:pt x="673973" y="213695"/>
                </a:cubicBezTo>
                <a:cubicBezTo>
                  <a:pt x="673973" y="207792"/>
                  <a:pt x="677491" y="201889"/>
                  <a:pt x="683353" y="201889"/>
                </a:cubicBezTo>
                <a:close/>
                <a:moveTo>
                  <a:pt x="147721" y="184442"/>
                </a:moveTo>
                <a:lnTo>
                  <a:pt x="151261" y="184442"/>
                </a:lnTo>
                <a:cubicBezTo>
                  <a:pt x="157162" y="184442"/>
                  <a:pt x="160703" y="187984"/>
                  <a:pt x="160703" y="193887"/>
                </a:cubicBezTo>
                <a:lnTo>
                  <a:pt x="160703" y="197429"/>
                </a:lnTo>
                <a:cubicBezTo>
                  <a:pt x="160703" y="202151"/>
                  <a:pt x="157162" y="206874"/>
                  <a:pt x="151261" y="206874"/>
                </a:cubicBezTo>
                <a:lnTo>
                  <a:pt x="147721" y="206874"/>
                </a:lnTo>
                <a:cubicBezTo>
                  <a:pt x="143000" y="206874"/>
                  <a:pt x="138279" y="202151"/>
                  <a:pt x="138279" y="197429"/>
                </a:cubicBezTo>
                <a:lnTo>
                  <a:pt x="138279" y="193887"/>
                </a:lnTo>
                <a:cubicBezTo>
                  <a:pt x="138279" y="187984"/>
                  <a:pt x="143000" y="184442"/>
                  <a:pt x="147721" y="184442"/>
                </a:cubicBezTo>
                <a:close/>
                <a:moveTo>
                  <a:pt x="104023" y="184442"/>
                </a:moveTo>
                <a:cubicBezTo>
                  <a:pt x="109906" y="184442"/>
                  <a:pt x="114612" y="189164"/>
                  <a:pt x="114612" y="195067"/>
                </a:cubicBezTo>
                <a:cubicBezTo>
                  <a:pt x="114612" y="200971"/>
                  <a:pt x="109906" y="206874"/>
                  <a:pt x="104023" y="206874"/>
                </a:cubicBezTo>
                <a:cubicBezTo>
                  <a:pt x="98140" y="206874"/>
                  <a:pt x="93434" y="200971"/>
                  <a:pt x="93434" y="195067"/>
                </a:cubicBezTo>
                <a:cubicBezTo>
                  <a:pt x="93434" y="189164"/>
                  <a:pt x="98140" y="184442"/>
                  <a:pt x="104023" y="184442"/>
                </a:cubicBezTo>
                <a:close/>
                <a:moveTo>
                  <a:pt x="55536" y="184442"/>
                </a:moveTo>
                <a:lnTo>
                  <a:pt x="59076" y="184442"/>
                </a:lnTo>
                <a:cubicBezTo>
                  <a:pt x="63797" y="184442"/>
                  <a:pt x="68518" y="187984"/>
                  <a:pt x="68518" y="193887"/>
                </a:cubicBezTo>
                <a:lnTo>
                  <a:pt x="68518" y="197429"/>
                </a:lnTo>
                <a:cubicBezTo>
                  <a:pt x="68518" y="202151"/>
                  <a:pt x="63797" y="206874"/>
                  <a:pt x="59076" y="206874"/>
                </a:cubicBezTo>
                <a:lnTo>
                  <a:pt x="55536" y="206874"/>
                </a:lnTo>
                <a:cubicBezTo>
                  <a:pt x="49635" y="206874"/>
                  <a:pt x="46094" y="202151"/>
                  <a:pt x="46094" y="197429"/>
                </a:cubicBezTo>
                <a:lnTo>
                  <a:pt x="46094" y="193887"/>
                </a:lnTo>
                <a:cubicBezTo>
                  <a:pt x="46094" y="187984"/>
                  <a:pt x="49635" y="184442"/>
                  <a:pt x="55536" y="184442"/>
                </a:cubicBezTo>
                <a:close/>
                <a:moveTo>
                  <a:pt x="49723" y="159517"/>
                </a:moveTo>
                <a:cubicBezTo>
                  <a:pt x="34830" y="159517"/>
                  <a:pt x="21178" y="172981"/>
                  <a:pt x="21178" y="187669"/>
                </a:cubicBezTo>
                <a:lnTo>
                  <a:pt x="21178" y="228060"/>
                </a:lnTo>
                <a:lnTo>
                  <a:pt x="350067" y="228060"/>
                </a:lnTo>
                <a:cubicBezTo>
                  <a:pt x="325245" y="212148"/>
                  <a:pt x="306629" y="187669"/>
                  <a:pt x="297941" y="159517"/>
                </a:cubicBezTo>
                <a:close/>
                <a:moveTo>
                  <a:pt x="675017" y="157025"/>
                </a:moveTo>
                <a:cubicBezTo>
                  <a:pt x="653949" y="157025"/>
                  <a:pt x="636599" y="173089"/>
                  <a:pt x="636599" y="194095"/>
                </a:cubicBezTo>
                <a:lnTo>
                  <a:pt x="636599" y="229930"/>
                </a:lnTo>
                <a:cubicBezTo>
                  <a:pt x="636599" y="248465"/>
                  <a:pt x="651471" y="264528"/>
                  <a:pt x="670060" y="267000"/>
                </a:cubicBezTo>
                <a:lnTo>
                  <a:pt x="683693" y="269471"/>
                </a:lnTo>
                <a:lnTo>
                  <a:pt x="673778" y="302834"/>
                </a:lnTo>
                <a:lnTo>
                  <a:pt x="722111" y="268236"/>
                </a:lnTo>
                <a:lnTo>
                  <a:pt x="834887" y="268236"/>
                </a:lnTo>
                <a:cubicBezTo>
                  <a:pt x="857195" y="268236"/>
                  <a:pt x="874545" y="250936"/>
                  <a:pt x="874545" y="229930"/>
                </a:cubicBezTo>
                <a:lnTo>
                  <a:pt x="874545" y="194095"/>
                </a:lnTo>
                <a:cubicBezTo>
                  <a:pt x="874545" y="173089"/>
                  <a:pt x="857195" y="157025"/>
                  <a:pt x="834887" y="157025"/>
                </a:cubicBezTo>
                <a:close/>
                <a:moveTo>
                  <a:pt x="495275" y="137082"/>
                </a:moveTo>
                <a:cubicBezTo>
                  <a:pt x="494066" y="165243"/>
                  <a:pt x="485602" y="189730"/>
                  <a:pt x="477138" y="206871"/>
                </a:cubicBezTo>
                <a:cubicBezTo>
                  <a:pt x="498903" y="190954"/>
                  <a:pt x="514622" y="165243"/>
                  <a:pt x="518249" y="137082"/>
                </a:cubicBezTo>
                <a:close/>
                <a:moveTo>
                  <a:pt x="428552" y="137082"/>
                </a:moveTo>
                <a:lnTo>
                  <a:pt x="428552" y="224318"/>
                </a:lnTo>
                <a:cubicBezTo>
                  <a:pt x="433401" y="224318"/>
                  <a:pt x="438249" y="223090"/>
                  <a:pt x="441886" y="221861"/>
                </a:cubicBezTo>
                <a:cubicBezTo>
                  <a:pt x="444310" y="219404"/>
                  <a:pt x="469765" y="185000"/>
                  <a:pt x="473401" y="137082"/>
                </a:cubicBezTo>
                <a:close/>
                <a:moveTo>
                  <a:pt x="361279" y="137082"/>
                </a:moveTo>
                <a:cubicBezTo>
                  <a:pt x="364916" y="164113"/>
                  <a:pt x="374613" y="193601"/>
                  <a:pt x="397643" y="223090"/>
                </a:cubicBezTo>
                <a:cubicBezTo>
                  <a:pt x="400067" y="224318"/>
                  <a:pt x="402492" y="224318"/>
                  <a:pt x="406128" y="224318"/>
                </a:cubicBezTo>
                <a:lnTo>
                  <a:pt x="406128" y="137082"/>
                </a:lnTo>
                <a:close/>
                <a:moveTo>
                  <a:pt x="316431" y="137082"/>
                </a:moveTo>
                <a:cubicBezTo>
                  <a:pt x="321276" y="166476"/>
                  <a:pt x="337021" y="192196"/>
                  <a:pt x="360034" y="208117"/>
                </a:cubicBezTo>
                <a:cubicBezTo>
                  <a:pt x="347922" y="183622"/>
                  <a:pt x="341866" y="159127"/>
                  <a:pt x="339444" y="137082"/>
                </a:cubicBezTo>
                <a:close/>
                <a:moveTo>
                  <a:pt x="357542" y="42372"/>
                </a:moveTo>
                <a:cubicBezTo>
                  <a:pt x="334568" y="58294"/>
                  <a:pt x="318849" y="84013"/>
                  <a:pt x="316431" y="113407"/>
                </a:cubicBezTo>
                <a:lnTo>
                  <a:pt x="339405" y="113407"/>
                </a:lnTo>
                <a:cubicBezTo>
                  <a:pt x="341823" y="85238"/>
                  <a:pt x="349078" y="59519"/>
                  <a:pt x="357542" y="42372"/>
                </a:cubicBezTo>
                <a:close/>
                <a:moveTo>
                  <a:pt x="473401" y="38633"/>
                </a:moveTo>
                <a:cubicBezTo>
                  <a:pt x="487947" y="64375"/>
                  <a:pt x="494007" y="90117"/>
                  <a:pt x="496432" y="113407"/>
                </a:cubicBezTo>
                <a:lnTo>
                  <a:pt x="518250" y="113407"/>
                </a:lnTo>
                <a:cubicBezTo>
                  <a:pt x="515826" y="82762"/>
                  <a:pt x="498856" y="55794"/>
                  <a:pt x="473401" y="38633"/>
                </a:cubicBezTo>
                <a:close/>
                <a:moveTo>
                  <a:pt x="428552" y="22432"/>
                </a:moveTo>
                <a:lnTo>
                  <a:pt x="428552" y="23662"/>
                </a:lnTo>
                <a:lnTo>
                  <a:pt x="428552" y="113407"/>
                </a:lnTo>
                <a:lnTo>
                  <a:pt x="473401" y="113407"/>
                </a:lnTo>
                <a:cubicBezTo>
                  <a:pt x="472189" y="85131"/>
                  <a:pt x="461280" y="54396"/>
                  <a:pt x="437037" y="23662"/>
                </a:cubicBezTo>
                <a:cubicBezTo>
                  <a:pt x="434613" y="23662"/>
                  <a:pt x="432189" y="23662"/>
                  <a:pt x="428552" y="22432"/>
                </a:cubicBezTo>
                <a:close/>
                <a:moveTo>
                  <a:pt x="406128" y="22432"/>
                </a:moveTo>
                <a:cubicBezTo>
                  <a:pt x="401280" y="23662"/>
                  <a:pt x="396431" y="24891"/>
                  <a:pt x="391583" y="26120"/>
                </a:cubicBezTo>
                <a:cubicBezTo>
                  <a:pt x="385522" y="35955"/>
                  <a:pt x="363703" y="69149"/>
                  <a:pt x="361279" y="113407"/>
                </a:cubicBezTo>
                <a:lnTo>
                  <a:pt x="406128" y="113407"/>
                </a:lnTo>
                <a:lnTo>
                  <a:pt x="406128" y="23662"/>
                </a:lnTo>
                <a:cubicBezTo>
                  <a:pt x="406128" y="23662"/>
                  <a:pt x="406128" y="23662"/>
                  <a:pt x="406128" y="22432"/>
                </a:cubicBezTo>
                <a:close/>
                <a:moveTo>
                  <a:pt x="418005" y="0"/>
                </a:moveTo>
                <a:cubicBezTo>
                  <a:pt x="486428" y="0"/>
                  <a:pt x="542411" y="55987"/>
                  <a:pt x="542411" y="124416"/>
                </a:cubicBezTo>
                <a:cubicBezTo>
                  <a:pt x="542411" y="190357"/>
                  <a:pt x="488916" y="245100"/>
                  <a:pt x="422981" y="247589"/>
                </a:cubicBezTo>
                <a:lnTo>
                  <a:pt x="422981" y="265007"/>
                </a:lnTo>
                <a:lnTo>
                  <a:pt x="624519" y="265007"/>
                </a:lnTo>
                <a:cubicBezTo>
                  <a:pt x="618299" y="255054"/>
                  <a:pt x="614566" y="243856"/>
                  <a:pt x="614566" y="230170"/>
                </a:cubicBezTo>
                <a:lnTo>
                  <a:pt x="614566" y="194090"/>
                </a:lnTo>
                <a:cubicBezTo>
                  <a:pt x="614566" y="160497"/>
                  <a:pt x="641936" y="134370"/>
                  <a:pt x="674281" y="134370"/>
                </a:cubicBezTo>
                <a:lnTo>
                  <a:pt x="834765" y="134370"/>
                </a:lnTo>
                <a:cubicBezTo>
                  <a:pt x="868355" y="134370"/>
                  <a:pt x="895724" y="160497"/>
                  <a:pt x="895724" y="194090"/>
                </a:cubicBezTo>
                <a:lnTo>
                  <a:pt x="895724" y="230170"/>
                </a:lnTo>
                <a:cubicBezTo>
                  <a:pt x="895724" y="263763"/>
                  <a:pt x="868355" y="289890"/>
                  <a:pt x="834765" y="289890"/>
                </a:cubicBezTo>
                <a:lnTo>
                  <a:pt x="752657" y="289890"/>
                </a:lnTo>
                <a:lnTo>
                  <a:pt x="752657" y="614617"/>
                </a:lnTo>
                <a:lnTo>
                  <a:pt x="822325" y="614617"/>
                </a:lnTo>
                <a:cubicBezTo>
                  <a:pt x="829789" y="614617"/>
                  <a:pt x="834765" y="620837"/>
                  <a:pt x="834765" y="627058"/>
                </a:cubicBezTo>
                <a:lnTo>
                  <a:pt x="834765" y="668115"/>
                </a:lnTo>
                <a:cubicBezTo>
                  <a:pt x="834765" y="714150"/>
                  <a:pt x="797443" y="750230"/>
                  <a:pt x="751413" y="750230"/>
                </a:cubicBezTo>
                <a:lnTo>
                  <a:pt x="121918" y="750230"/>
                </a:lnTo>
                <a:cubicBezTo>
                  <a:pt x="77132" y="750230"/>
                  <a:pt x="39810" y="715394"/>
                  <a:pt x="39810" y="670604"/>
                </a:cubicBezTo>
                <a:lnTo>
                  <a:pt x="39810" y="630791"/>
                </a:lnTo>
                <a:cubicBezTo>
                  <a:pt x="39810" y="622081"/>
                  <a:pt x="47274" y="614617"/>
                  <a:pt x="55983" y="614617"/>
                </a:cubicBezTo>
                <a:lnTo>
                  <a:pt x="115698" y="614617"/>
                </a:lnTo>
                <a:lnTo>
                  <a:pt x="115698" y="528769"/>
                </a:lnTo>
                <a:lnTo>
                  <a:pt x="49763" y="528769"/>
                </a:lnTo>
                <a:cubicBezTo>
                  <a:pt x="22393" y="528769"/>
                  <a:pt x="0" y="506374"/>
                  <a:pt x="0" y="479003"/>
                </a:cubicBezTo>
                <a:lnTo>
                  <a:pt x="0" y="187869"/>
                </a:lnTo>
                <a:cubicBezTo>
                  <a:pt x="0" y="160497"/>
                  <a:pt x="22393" y="136858"/>
                  <a:pt x="49763" y="136858"/>
                </a:cubicBezTo>
                <a:lnTo>
                  <a:pt x="294843" y="136858"/>
                </a:lnTo>
                <a:cubicBezTo>
                  <a:pt x="293599" y="133126"/>
                  <a:pt x="293599" y="128149"/>
                  <a:pt x="293599" y="124416"/>
                </a:cubicBezTo>
                <a:cubicBezTo>
                  <a:pt x="293599" y="68429"/>
                  <a:pt x="330920" y="21151"/>
                  <a:pt x="380683" y="6221"/>
                </a:cubicBezTo>
                <a:cubicBezTo>
                  <a:pt x="381927" y="4977"/>
                  <a:pt x="383171" y="4977"/>
                  <a:pt x="383171" y="4977"/>
                </a:cubicBezTo>
                <a:cubicBezTo>
                  <a:pt x="394368" y="2488"/>
                  <a:pt x="405564" y="0"/>
                  <a:pt x="418005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0" name="Rounded Rectangle 379">
            <a:extLst>
              <a:ext uri="{FF2B5EF4-FFF2-40B4-BE49-F238E27FC236}">
                <a16:creationId xmlns:a16="http://schemas.microsoft.com/office/drawing/2014/main" id="{A6777DCD-010D-DD49-80FE-C811F18B8B7E}"/>
              </a:ext>
            </a:extLst>
          </p:cNvPr>
          <p:cNvSpPr/>
          <p:nvPr/>
        </p:nvSpPr>
        <p:spPr>
          <a:xfrm>
            <a:off x="9024515" y="3423389"/>
            <a:ext cx="6463167" cy="2185886"/>
          </a:xfrm>
          <a:prstGeom prst="roundRect">
            <a:avLst>
              <a:gd name="adj" fmla="val 18888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2" name="Rounded Rectangle 381">
            <a:extLst>
              <a:ext uri="{FF2B5EF4-FFF2-40B4-BE49-F238E27FC236}">
                <a16:creationId xmlns:a16="http://schemas.microsoft.com/office/drawing/2014/main" id="{6E20D001-CEA3-F24F-A919-0DC34302BA4F}"/>
              </a:ext>
            </a:extLst>
          </p:cNvPr>
          <p:cNvSpPr/>
          <p:nvPr/>
        </p:nvSpPr>
        <p:spPr>
          <a:xfrm>
            <a:off x="8893707" y="3287553"/>
            <a:ext cx="6464413" cy="2185886"/>
          </a:xfrm>
          <a:prstGeom prst="roundRect">
            <a:avLst>
              <a:gd name="adj" fmla="val 19258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4" name="Freeform 383">
            <a:extLst>
              <a:ext uri="{FF2B5EF4-FFF2-40B4-BE49-F238E27FC236}">
                <a16:creationId xmlns:a16="http://schemas.microsoft.com/office/drawing/2014/main" id="{1FB55AED-9006-764B-8201-A261A10A776D}"/>
              </a:ext>
            </a:extLst>
          </p:cNvPr>
          <p:cNvSpPr/>
          <p:nvPr/>
        </p:nvSpPr>
        <p:spPr>
          <a:xfrm>
            <a:off x="9088054" y="3496919"/>
            <a:ext cx="1765283" cy="176715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8" h="1419">
                <a:moveTo>
                  <a:pt x="1418" y="710"/>
                </a:moveTo>
                <a:cubicBezTo>
                  <a:pt x="1418" y="1101"/>
                  <a:pt x="1101" y="1419"/>
                  <a:pt x="709" y="1419"/>
                </a:cubicBezTo>
                <a:cubicBezTo>
                  <a:pt x="317" y="1419"/>
                  <a:pt x="0" y="1101"/>
                  <a:pt x="0" y="710"/>
                </a:cubicBezTo>
                <a:cubicBezTo>
                  <a:pt x="0" y="318"/>
                  <a:pt x="317" y="0"/>
                  <a:pt x="709" y="0"/>
                </a:cubicBezTo>
                <a:cubicBezTo>
                  <a:pt x="1101" y="0"/>
                  <a:pt x="1418" y="318"/>
                  <a:pt x="1418" y="71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12" name="Freeform 411">
            <a:extLst>
              <a:ext uri="{FF2B5EF4-FFF2-40B4-BE49-F238E27FC236}">
                <a16:creationId xmlns:a16="http://schemas.microsoft.com/office/drawing/2014/main" id="{17748ADD-EDC8-0046-B628-67CA06C314AD}"/>
              </a:ext>
            </a:extLst>
          </p:cNvPr>
          <p:cNvSpPr/>
          <p:nvPr/>
        </p:nvSpPr>
        <p:spPr>
          <a:xfrm>
            <a:off x="9582633" y="3936838"/>
            <a:ext cx="776128" cy="887315"/>
          </a:xfrm>
          <a:custGeom>
            <a:avLst/>
            <a:gdLst>
              <a:gd name="connsiteX0" fmla="*/ 533199 w 776128"/>
              <a:gd name="connsiteY0" fmla="*/ 765182 h 887315"/>
              <a:gd name="connsiteX1" fmla="*/ 507691 w 776128"/>
              <a:gd name="connsiteY1" fmla="*/ 770097 h 887315"/>
              <a:gd name="connsiteX2" fmla="*/ 484613 w 776128"/>
              <a:gd name="connsiteY2" fmla="*/ 767640 h 887315"/>
              <a:gd name="connsiteX3" fmla="*/ 484613 w 776128"/>
              <a:gd name="connsiteY3" fmla="*/ 852418 h 887315"/>
              <a:gd name="connsiteX4" fmla="*/ 501618 w 776128"/>
              <a:gd name="connsiteY4" fmla="*/ 838903 h 887315"/>
              <a:gd name="connsiteX5" fmla="*/ 514979 w 776128"/>
              <a:gd name="connsiteY5" fmla="*/ 838903 h 887315"/>
              <a:gd name="connsiteX6" fmla="*/ 533199 w 776128"/>
              <a:gd name="connsiteY6" fmla="*/ 852418 h 887315"/>
              <a:gd name="connsiteX7" fmla="*/ 242118 w 776128"/>
              <a:gd name="connsiteY7" fmla="*/ 694150 h 887315"/>
              <a:gd name="connsiteX8" fmla="*/ 227493 w 776128"/>
              <a:gd name="connsiteY8" fmla="*/ 700274 h 887315"/>
              <a:gd name="connsiteX9" fmla="*/ 222618 w 776128"/>
              <a:gd name="connsiteY9" fmla="*/ 717420 h 887315"/>
              <a:gd name="connsiteX10" fmla="*/ 222618 w 776128"/>
              <a:gd name="connsiteY10" fmla="*/ 719870 h 887315"/>
              <a:gd name="connsiteX11" fmla="*/ 205556 w 776128"/>
              <a:gd name="connsiteY11" fmla="*/ 765185 h 887315"/>
              <a:gd name="connsiteX12" fmla="*/ 261617 w 776128"/>
              <a:gd name="connsiteY12" fmla="*/ 695375 h 887315"/>
              <a:gd name="connsiteX13" fmla="*/ 507653 w 776128"/>
              <a:gd name="connsiteY13" fmla="*/ 653025 h 887315"/>
              <a:gd name="connsiteX14" fmla="*/ 455960 w 776128"/>
              <a:gd name="connsiteY14" fmla="*/ 699759 h 887315"/>
              <a:gd name="connsiteX15" fmla="*/ 507653 w 776128"/>
              <a:gd name="connsiteY15" fmla="*/ 746492 h 887315"/>
              <a:gd name="connsiteX16" fmla="*/ 558115 w 776128"/>
              <a:gd name="connsiteY16" fmla="*/ 699759 h 887315"/>
              <a:gd name="connsiteX17" fmla="*/ 507653 w 776128"/>
              <a:gd name="connsiteY17" fmla="*/ 653025 h 887315"/>
              <a:gd name="connsiteX18" fmla="*/ 536933 w 776128"/>
              <a:gd name="connsiteY18" fmla="*/ 601929 h 887315"/>
              <a:gd name="connsiteX19" fmla="*/ 550558 w 776128"/>
              <a:gd name="connsiteY19" fmla="*/ 642759 h 887315"/>
              <a:gd name="connsiteX20" fmla="*/ 582762 w 776128"/>
              <a:gd name="connsiteY20" fmla="*/ 699673 h 887315"/>
              <a:gd name="connsiteX21" fmla="*/ 556751 w 776128"/>
              <a:gd name="connsiteY21" fmla="*/ 751638 h 887315"/>
              <a:gd name="connsiteX22" fmla="*/ 556751 w 776128"/>
              <a:gd name="connsiteY22" fmla="*/ 773909 h 887315"/>
              <a:gd name="connsiteX23" fmla="*/ 668228 w 776128"/>
              <a:gd name="connsiteY23" fmla="*/ 773909 h 887315"/>
              <a:gd name="connsiteX24" fmla="*/ 752455 w 776128"/>
              <a:gd name="connsiteY24" fmla="*/ 688538 h 887315"/>
              <a:gd name="connsiteX25" fmla="*/ 668228 w 776128"/>
              <a:gd name="connsiteY25" fmla="*/ 601929 h 887315"/>
              <a:gd name="connsiteX26" fmla="*/ 665751 w 776128"/>
              <a:gd name="connsiteY26" fmla="*/ 601929 h 887315"/>
              <a:gd name="connsiteX27" fmla="*/ 455960 w 776128"/>
              <a:gd name="connsiteY27" fmla="*/ 601929 h 887315"/>
              <a:gd name="connsiteX28" fmla="*/ 466968 w 776128"/>
              <a:gd name="connsiteY28" fmla="*/ 640562 h 887315"/>
              <a:gd name="connsiteX29" fmla="*/ 507332 w 776128"/>
              <a:gd name="connsiteY29" fmla="*/ 629697 h 887315"/>
              <a:gd name="connsiteX30" fmla="*/ 523233 w 776128"/>
              <a:gd name="connsiteY30" fmla="*/ 630904 h 887315"/>
              <a:gd name="connsiteX31" fmla="*/ 509778 w 776128"/>
              <a:gd name="connsiteY31" fmla="*/ 601929 h 887315"/>
              <a:gd name="connsiteX32" fmla="*/ 260247 w 776128"/>
              <a:gd name="connsiteY32" fmla="*/ 601929 h 887315"/>
              <a:gd name="connsiteX33" fmla="*/ 286263 w 776128"/>
              <a:gd name="connsiteY33" fmla="*/ 681114 h 887315"/>
              <a:gd name="connsiteX34" fmla="*/ 237947 w 776128"/>
              <a:gd name="connsiteY34" fmla="*/ 773909 h 887315"/>
              <a:gd name="connsiteX35" fmla="*/ 460944 w 776128"/>
              <a:gd name="connsiteY35" fmla="*/ 773909 h 887315"/>
              <a:gd name="connsiteX36" fmla="*/ 460944 w 776128"/>
              <a:gd name="connsiteY36" fmla="*/ 754113 h 887315"/>
              <a:gd name="connsiteX37" fmla="*/ 432450 w 776128"/>
              <a:gd name="connsiteY37" fmla="*/ 699673 h 887315"/>
              <a:gd name="connsiteX38" fmla="*/ 442361 w 776128"/>
              <a:gd name="connsiteY38" fmla="*/ 665030 h 887315"/>
              <a:gd name="connsiteX39" fmla="*/ 428733 w 776128"/>
              <a:gd name="connsiteY39" fmla="*/ 601929 h 887315"/>
              <a:gd name="connsiteX40" fmla="*/ 198678 w 776128"/>
              <a:gd name="connsiteY40" fmla="*/ 601929 h 887315"/>
              <a:gd name="connsiteX41" fmla="*/ 148073 w 776128"/>
              <a:gd name="connsiteY41" fmla="*/ 620469 h 887315"/>
              <a:gd name="connsiteX42" fmla="*/ 129559 w 776128"/>
              <a:gd name="connsiteY42" fmla="*/ 676090 h 887315"/>
              <a:gd name="connsiteX43" fmla="*/ 156713 w 776128"/>
              <a:gd name="connsiteY43" fmla="*/ 746543 h 887315"/>
              <a:gd name="connsiteX44" fmla="*/ 186335 w 776128"/>
              <a:gd name="connsiteY44" fmla="*/ 751487 h 887315"/>
              <a:gd name="connsiteX45" fmla="*/ 198678 w 776128"/>
              <a:gd name="connsiteY45" fmla="*/ 719351 h 887315"/>
              <a:gd name="connsiteX46" fmla="*/ 211020 w 776128"/>
              <a:gd name="connsiteY46" fmla="*/ 684742 h 887315"/>
              <a:gd name="connsiteX47" fmla="*/ 244345 w 776128"/>
              <a:gd name="connsiteY47" fmla="*/ 671146 h 887315"/>
              <a:gd name="connsiteX48" fmla="*/ 262859 w 776128"/>
              <a:gd name="connsiteY48" fmla="*/ 672382 h 887315"/>
              <a:gd name="connsiteX49" fmla="*/ 198678 w 776128"/>
              <a:gd name="connsiteY49" fmla="*/ 601929 h 887315"/>
              <a:gd name="connsiteX50" fmla="*/ 173123 w 776128"/>
              <a:gd name="connsiteY50" fmla="*/ 507216 h 887315"/>
              <a:gd name="connsiteX51" fmla="*/ 483413 w 776128"/>
              <a:gd name="connsiteY51" fmla="*/ 507216 h 887315"/>
              <a:gd name="connsiteX52" fmla="*/ 495825 w 776128"/>
              <a:gd name="connsiteY52" fmla="*/ 517809 h 887315"/>
              <a:gd name="connsiteX53" fmla="*/ 483413 w 776128"/>
              <a:gd name="connsiteY53" fmla="*/ 528402 h 887315"/>
              <a:gd name="connsiteX54" fmla="*/ 173123 w 776128"/>
              <a:gd name="connsiteY54" fmla="*/ 528402 h 887315"/>
              <a:gd name="connsiteX55" fmla="*/ 161953 w 776128"/>
              <a:gd name="connsiteY55" fmla="*/ 517809 h 887315"/>
              <a:gd name="connsiteX56" fmla="*/ 173123 w 776128"/>
              <a:gd name="connsiteY56" fmla="*/ 507216 h 887315"/>
              <a:gd name="connsiteX57" fmla="*/ 96999 w 776128"/>
              <a:gd name="connsiteY57" fmla="*/ 479799 h 887315"/>
              <a:gd name="connsiteX58" fmla="*/ 93431 w 776128"/>
              <a:gd name="connsiteY58" fmla="*/ 483368 h 887315"/>
              <a:gd name="connsiteX59" fmla="*/ 93431 w 776128"/>
              <a:gd name="connsiteY59" fmla="*/ 502401 h 887315"/>
              <a:gd name="connsiteX60" fmla="*/ 96999 w 776128"/>
              <a:gd name="connsiteY60" fmla="*/ 505970 h 887315"/>
              <a:gd name="connsiteX61" fmla="*/ 116025 w 776128"/>
              <a:gd name="connsiteY61" fmla="*/ 505970 h 887315"/>
              <a:gd name="connsiteX62" fmla="*/ 119593 w 776128"/>
              <a:gd name="connsiteY62" fmla="*/ 502401 h 887315"/>
              <a:gd name="connsiteX63" fmla="*/ 119593 w 776128"/>
              <a:gd name="connsiteY63" fmla="*/ 483368 h 887315"/>
              <a:gd name="connsiteX64" fmla="*/ 116025 w 776128"/>
              <a:gd name="connsiteY64" fmla="*/ 479799 h 887315"/>
              <a:gd name="connsiteX65" fmla="*/ 174375 w 776128"/>
              <a:gd name="connsiteY65" fmla="*/ 457367 h 887315"/>
              <a:gd name="connsiteX66" fmla="*/ 540710 w 776128"/>
              <a:gd name="connsiteY66" fmla="*/ 457367 h 887315"/>
              <a:gd name="connsiteX67" fmla="*/ 551886 w 776128"/>
              <a:gd name="connsiteY67" fmla="*/ 467960 h 887315"/>
              <a:gd name="connsiteX68" fmla="*/ 540710 w 776128"/>
              <a:gd name="connsiteY68" fmla="*/ 478553 h 887315"/>
              <a:gd name="connsiteX69" fmla="*/ 174375 w 776128"/>
              <a:gd name="connsiteY69" fmla="*/ 478553 h 887315"/>
              <a:gd name="connsiteX70" fmla="*/ 163199 w 776128"/>
              <a:gd name="connsiteY70" fmla="*/ 467960 h 887315"/>
              <a:gd name="connsiteX71" fmla="*/ 174375 w 776128"/>
              <a:gd name="connsiteY71" fmla="*/ 457367 h 887315"/>
              <a:gd name="connsiteX72" fmla="*/ 96704 w 776128"/>
              <a:gd name="connsiteY72" fmla="*/ 457367 h 887315"/>
              <a:gd name="connsiteX73" fmla="*/ 116299 w 776128"/>
              <a:gd name="connsiteY73" fmla="*/ 457367 h 887315"/>
              <a:gd name="connsiteX74" fmla="*/ 142017 w 776128"/>
              <a:gd name="connsiteY74" fmla="*/ 483087 h 887315"/>
              <a:gd name="connsiteX75" fmla="*/ 142017 w 776128"/>
              <a:gd name="connsiteY75" fmla="*/ 502683 h 887315"/>
              <a:gd name="connsiteX76" fmla="*/ 116299 w 776128"/>
              <a:gd name="connsiteY76" fmla="*/ 528402 h 887315"/>
              <a:gd name="connsiteX77" fmla="*/ 96704 w 776128"/>
              <a:gd name="connsiteY77" fmla="*/ 528402 h 887315"/>
              <a:gd name="connsiteX78" fmla="*/ 69761 w 776128"/>
              <a:gd name="connsiteY78" fmla="*/ 502683 h 887315"/>
              <a:gd name="connsiteX79" fmla="*/ 69761 w 776128"/>
              <a:gd name="connsiteY79" fmla="*/ 483087 h 887315"/>
              <a:gd name="connsiteX80" fmla="*/ 96704 w 776128"/>
              <a:gd name="connsiteY80" fmla="*/ 457367 h 887315"/>
              <a:gd name="connsiteX81" fmla="*/ 174369 w 776128"/>
              <a:gd name="connsiteY81" fmla="*/ 385085 h 887315"/>
              <a:gd name="connsiteX82" fmla="*/ 484655 w 776128"/>
              <a:gd name="connsiteY82" fmla="*/ 385085 h 887315"/>
              <a:gd name="connsiteX83" fmla="*/ 495825 w 776128"/>
              <a:gd name="connsiteY83" fmla="*/ 395678 h 887315"/>
              <a:gd name="connsiteX84" fmla="*/ 484655 w 776128"/>
              <a:gd name="connsiteY84" fmla="*/ 406271 h 887315"/>
              <a:gd name="connsiteX85" fmla="*/ 174369 w 776128"/>
              <a:gd name="connsiteY85" fmla="*/ 406271 h 887315"/>
              <a:gd name="connsiteX86" fmla="*/ 163199 w 776128"/>
              <a:gd name="connsiteY86" fmla="*/ 395678 h 887315"/>
              <a:gd name="connsiteX87" fmla="*/ 174369 w 776128"/>
              <a:gd name="connsiteY87" fmla="*/ 385085 h 887315"/>
              <a:gd name="connsiteX88" fmla="*/ 98240 w 776128"/>
              <a:gd name="connsiteY88" fmla="*/ 357668 h 887315"/>
              <a:gd name="connsiteX89" fmla="*/ 94681 w 776128"/>
              <a:gd name="connsiteY89" fmla="*/ 361237 h 887315"/>
              <a:gd name="connsiteX90" fmla="*/ 94681 w 776128"/>
              <a:gd name="connsiteY90" fmla="*/ 380270 h 887315"/>
              <a:gd name="connsiteX91" fmla="*/ 98240 w 776128"/>
              <a:gd name="connsiteY91" fmla="*/ 383839 h 887315"/>
              <a:gd name="connsiteX92" fmla="*/ 117224 w 776128"/>
              <a:gd name="connsiteY92" fmla="*/ 383839 h 887315"/>
              <a:gd name="connsiteX93" fmla="*/ 119597 w 776128"/>
              <a:gd name="connsiteY93" fmla="*/ 380270 h 887315"/>
              <a:gd name="connsiteX94" fmla="*/ 119597 w 776128"/>
              <a:gd name="connsiteY94" fmla="*/ 361237 h 887315"/>
              <a:gd name="connsiteX95" fmla="*/ 117224 w 776128"/>
              <a:gd name="connsiteY95" fmla="*/ 357668 h 887315"/>
              <a:gd name="connsiteX96" fmla="*/ 175621 w 776128"/>
              <a:gd name="connsiteY96" fmla="*/ 335236 h 887315"/>
              <a:gd name="connsiteX97" fmla="*/ 541960 w 776128"/>
              <a:gd name="connsiteY97" fmla="*/ 335236 h 887315"/>
              <a:gd name="connsiteX98" fmla="*/ 554378 w 776128"/>
              <a:gd name="connsiteY98" fmla="*/ 345829 h 887315"/>
              <a:gd name="connsiteX99" fmla="*/ 541960 w 776128"/>
              <a:gd name="connsiteY99" fmla="*/ 356422 h 887315"/>
              <a:gd name="connsiteX100" fmla="*/ 175621 w 776128"/>
              <a:gd name="connsiteY100" fmla="*/ 356422 h 887315"/>
              <a:gd name="connsiteX101" fmla="*/ 164445 w 776128"/>
              <a:gd name="connsiteY101" fmla="*/ 345829 h 887315"/>
              <a:gd name="connsiteX102" fmla="*/ 175621 w 776128"/>
              <a:gd name="connsiteY102" fmla="*/ 335236 h 887315"/>
              <a:gd name="connsiteX103" fmla="*/ 97954 w 776128"/>
              <a:gd name="connsiteY103" fmla="*/ 335236 h 887315"/>
              <a:gd name="connsiteX104" fmla="*/ 117549 w 776128"/>
              <a:gd name="connsiteY104" fmla="*/ 335236 h 887315"/>
              <a:gd name="connsiteX105" fmla="*/ 143267 w 776128"/>
              <a:gd name="connsiteY105" fmla="*/ 360956 h 887315"/>
              <a:gd name="connsiteX106" fmla="*/ 143267 w 776128"/>
              <a:gd name="connsiteY106" fmla="*/ 380552 h 887315"/>
              <a:gd name="connsiteX107" fmla="*/ 117549 w 776128"/>
              <a:gd name="connsiteY107" fmla="*/ 406271 h 887315"/>
              <a:gd name="connsiteX108" fmla="*/ 97954 w 776128"/>
              <a:gd name="connsiteY108" fmla="*/ 406271 h 887315"/>
              <a:gd name="connsiteX109" fmla="*/ 71011 w 776128"/>
              <a:gd name="connsiteY109" fmla="*/ 380552 h 887315"/>
              <a:gd name="connsiteX110" fmla="*/ 71011 w 776128"/>
              <a:gd name="connsiteY110" fmla="*/ 360956 h 887315"/>
              <a:gd name="connsiteX111" fmla="*/ 97954 w 776128"/>
              <a:gd name="connsiteY111" fmla="*/ 335236 h 887315"/>
              <a:gd name="connsiteX112" fmla="*/ 174369 w 776128"/>
              <a:gd name="connsiteY112" fmla="*/ 262955 h 887315"/>
              <a:gd name="connsiteX113" fmla="*/ 484655 w 776128"/>
              <a:gd name="connsiteY113" fmla="*/ 262955 h 887315"/>
              <a:gd name="connsiteX114" fmla="*/ 495825 w 776128"/>
              <a:gd name="connsiteY114" fmla="*/ 273548 h 887315"/>
              <a:gd name="connsiteX115" fmla="*/ 484655 w 776128"/>
              <a:gd name="connsiteY115" fmla="*/ 284141 h 887315"/>
              <a:gd name="connsiteX116" fmla="*/ 174369 w 776128"/>
              <a:gd name="connsiteY116" fmla="*/ 284141 h 887315"/>
              <a:gd name="connsiteX117" fmla="*/ 163199 w 776128"/>
              <a:gd name="connsiteY117" fmla="*/ 273548 h 887315"/>
              <a:gd name="connsiteX118" fmla="*/ 174369 w 776128"/>
              <a:gd name="connsiteY118" fmla="*/ 262955 h 887315"/>
              <a:gd name="connsiteX119" fmla="*/ 96999 w 776128"/>
              <a:gd name="connsiteY119" fmla="*/ 235538 h 887315"/>
              <a:gd name="connsiteX120" fmla="*/ 93431 w 776128"/>
              <a:gd name="connsiteY120" fmla="*/ 239107 h 887315"/>
              <a:gd name="connsiteX121" fmla="*/ 93431 w 776128"/>
              <a:gd name="connsiteY121" fmla="*/ 258140 h 887315"/>
              <a:gd name="connsiteX122" fmla="*/ 96999 w 776128"/>
              <a:gd name="connsiteY122" fmla="*/ 261709 h 887315"/>
              <a:gd name="connsiteX123" fmla="*/ 116025 w 776128"/>
              <a:gd name="connsiteY123" fmla="*/ 261709 h 887315"/>
              <a:gd name="connsiteX124" fmla="*/ 119593 w 776128"/>
              <a:gd name="connsiteY124" fmla="*/ 258140 h 887315"/>
              <a:gd name="connsiteX125" fmla="*/ 119593 w 776128"/>
              <a:gd name="connsiteY125" fmla="*/ 239107 h 887315"/>
              <a:gd name="connsiteX126" fmla="*/ 116025 w 776128"/>
              <a:gd name="connsiteY126" fmla="*/ 235538 h 887315"/>
              <a:gd name="connsiteX127" fmla="*/ 174375 w 776128"/>
              <a:gd name="connsiteY127" fmla="*/ 211859 h 887315"/>
              <a:gd name="connsiteX128" fmla="*/ 540710 w 776128"/>
              <a:gd name="connsiteY128" fmla="*/ 211859 h 887315"/>
              <a:gd name="connsiteX129" fmla="*/ 551886 w 776128"/>
              <a:gd name="connsiteY129" fmla="*/ 223665 h 887315"/>
              <a:gd name="connsiteX130" fmla="*/ 540710 w 776128"/>
              <a:gd name="connsiteY130" fmla="*/ 234291 h 887315"/>
              <a:gd name="connsiteX131" fmla="*/ 174375 w 776128"/>
              <a:gd name="connsiteY131" fmla="*/ 234291 h 887315"/>
              <a:gd name="connsiteX132" fmla="*/ 163199 w 776128"/>
              <a:gd name="connsiteY132" fmla="*/ 223665 h 887315"/>
              <a:gd name="connsiteX133" fmla="*/ 174375 w 776128"/>
              <a:gd name="connsiteY133" fmla="*/ 211859 h 887315"/>
              <a:gd name="connsiteX134" fmla="*/ 96704 w 776128"/>
              <a:gd name="connsiteY134" fmla="*/ 211859 h 887315"/>
              <a:gd name="connsiteX135" fmla="*/ 116299 w 776128"/>
              <a:gd name="connsiteY135" fmla="*/ 211859 h 887315"/>
              <a:gd name="connsiteX136" fmla="*/ 142017 w 776128"/>
              <a:gd name="connsiteY136" fmla="*/ 238811 h 887315"/>
              <a:gd name="connsiteX137" fmla="*/ 142017 w 776128"/>
              <a:gd name="connsiteY137" fmla="*/ 258413 h 887315"/>
              <a:gd name="connsiteX138" fmla="*/ 116299 w 776128"/>
              <a:gd name="connsiteY138" fmla="*/ 284140 h 887315"/>
              <a:gd name="connsiteX139" fmla="*/ 96704 w 776128"/>
              <a:gd name="connsiteY139" fmla="*/ 284140 h 887315"/>
              <a:gd name="connsiteX140" fmla="*/ 69761 w 776128"/>
              <a:gd name="connsiteY140" fmla="*/ 258413 h 887315"/>
              <a:gd name="connsiteX141" fmla="*/ 69761 w 776128"/>
              <a:gd name="connsiteY141" fmla="*/ 238811 h 887315"/>
              <a:gd name="connsiteX142" fmla="*/ 96704 w 776128"/>
              <a:gd name="connsiteY142" fmla="*/ 211859 h 887315"/>
              <a:gd name="connsiteX143" fmla="*/ 23670 w 776128"/>
              <a:gd name="connsiteY143" fmla="*/ 163256 h 887315"/>
              <a:gd name="connsiteX144" fmla="*/ 23670 w 776128"/>
              <a:gd name="connsiteY144" fmla="*/ 603254 h 887315"/>
              <a:gd name="connsiteX145" fmla="*/ 53515 w 776128"/>
              <a:gd name="connsiteY145" fmla="*/ 633084 h 887315"/>
              <a:gd name="connsiteX146" fmla="*/ 113204 w 776128"/>
              <a:gd name="connsiteY146" fmla="*/ 633084 h 887315"/>
              <a:gd name="connsiteX147" fmla="*/ 131856 w 776128"/>
              <a:gd name="connsiteY147" fmla="*/ 603254 h 887315"/>
              <a:gd name="connsiteX148" fmla="*/ 200250 w 776128"/>
              <a:gd name="connsiteY148" fmla="*/ 577152 h 887315"/>
              <a:gd name="connsiteX149" fmla="*/ 201494 w 776128"/>
              <a:gd name="connsiteY149" fmla="*/ 577152 h 887315"/>
              <a:gd name="connsiteX150" fmla="*/ 203981 w 776128"/>
              <a:gd name="connsiteY150" fmla="*/ 578395 h 887315"/>
              <a:gd name="connsiteX151" fmla="*/ 203981 w 776128"/>
              <a:gd name="connsiteY151" fmla="*/ 577152 h 887315"/>
              <a:gd name="connsiteX152" fmla="*/ 667815 w 776128"/>
              <a:gd name="connsiteY152" fmla="*/ 577152 h 887315"/>
              <a:gd name="connsiteX153" fmla="*/ 706364 w 776128"/>
              <a:gd name="connsiteY153" fmla="*/ 585853 h 887315"/>
              <a:gd name="connsiteX154" fmla="*/ 706364 w 776128"/>
              <a:gd name="connsiteY154" fmla="*/ 163256 h 887315"/>
              <a:gd name="connsiteX155" fmla="*/ 131428 w 776128"/>
              <a:gd name="connsiteY155" fmla="*/ 71036 h 887315"/>
              <a:gd name="connsiteX156" fmla="*/ 142017 w 776128"/>
              <a:gd name="connsiteY156" fmla="*/ 81662 h 887315"/>
              <a:gd name="connsiteX157" fmla="*/ 131428 w 776128"/>
              <a:gd name="connsiteY157" fmla="*/ 93468 h 887315"/>
              <a:gd name="connsiteX158" fmla="*/ 120839 w 776128"/>
              <a:gd name="connsiteY158" fmla="*/ 81662 h 887315"/>
              <a:gd name="connsiteX159" fmla="*/ 131428 w 776128"/>
              <a:gd name="connsiteY159" fmla="*/ 71036 h 887315"/>
              <a:gd name="connsiteX160" fmla="*/ 84058 w 776128"/>
              <a:gd name="connsiteY160" fmla="*/ 71036 h 887315"/>
              <a:gd name="connsiteX161" fmla="*/ 94680 w 776128"/>
              <a:gd name="connsiteY161" fmla="*/ 81662 h 887315"/>
              <a:gd name="connsiteX162" fmla="*/ 84058 w 776128"/>
              <a:gd name="connsiteY162" fmla="*/ 93468 h 887315"/>
              <a:gd name="connsiteX163" fmla="*/ 72256 w 776128"/>
              <a:gd name="connsiteY163" fmla="*/ 81662 h 887315"/>
              <a:gd name="connsiteX164" fmla="*/ 84058 w 776128"/>
              <a:gd name="connsiteY164" fmla="*/ 71036 h 887315"/>
              <a:gd name="connsiteX165" fmla="*/ 180017 w 776128"/>
              <a:gd name="connsiteY165" fmla="*/ 68543 h 887315"/>
              <a:gd name="connsiteX166" fmla="*/ 190606 w 776128"/>
              <a:gd name="connsiteY166" fmla="*/ 80382 h 887315"/>
              <a:gd name="connsiteX167" fmla="*/ 180017 w 776128"/>
              <a:gd name="connsiteY167" fmla="*/ 92221 h 887315"/>
              <a:gd name="connsiteX168" fmla="*/ 169428 w 776128"/>
              <a:gd name="connsiteY168" fmla="*/ 80382 h 887315"/>
              <a:gd name="connsiteX169" fmla="*/ 180017 w 776128"/>
              <a:gd name="connsiteY169" fmla="*/ 68543 h 887315"/>
              <a:gd name="connsiteX170" fmla="*/ 53515 w 776128"/>
              <a:gd name="connsiteY170" fmla="*/ 23679 h 887315"/>
              <a:gd name="connsiteX171" fmla="*/ 23670 w 776128"/>
              <a:gd name="connsiteY171" fmla="*/ 53270 h 887315"/>
              <a:gd name="connsiteX172" fmla="*/ 23670 w 776128"/>
              <a:gd name="connsiteY172" fmla="*/ 139578 h 887315"/>
              <a:gd name="connsiteX173" fmla="*/ 706364 w 776128"/>
              <a:gd name="connsiteY173" fmla="*/ 139578 h 887315"/>
              <a:gd name="connsiteX174" fmla="*/ 706364 w 776128"/>
              <a:gd name="connsiteY174" fmla="*/ 59435 h 887315"/>
              <a:gd name="connsiteX175" fmla="*/ 669058 w 776128"/>
              <a:gd name="connsiteY175" fmla="*/ 23679 h 887315"/>
              <a:gd name="connsiteX176" fmla="*/ 53483 w 776128"/>
              <a:gd name="connsiteY176" fmla="*/ 0 h 887315"/>
              <a:gd name="connsiteX177" fmla="*/ 669162 w 776128"/>
              <a:gd name="connsiteY177" fmla="*/ 0 h 887315"/>
              <a:gd name="connsiteX178" fmla="*/ 728864 w 776128"/>
              <a:gd name="connsiteY178" fmla="*/ 59735 h 887315"/>
              <a:gd name="connsiteX179" fmla="*/ 728864 w 776128"/>
              <a:gd name="connsiteY179" fmla="*/ 597351 h 887315"/>
              <a:gd name="connsiteX180" fmla="*/ 776128 w 776128"/>
              <a:gd name="connsiteY180" fmla="*/ 688198 h 887315"/>
              <a:gd name="connsiteX181" fmla="*/ 667918 w 776128"/>
              <a:gd name="connsiteY181" fmla="*/ 796468 h 887315"/>
              <a:gd name="connsiteX182" fmla="*/ 555976 w 776128"/>
              <a:gd name="connsiteY182" fmla="*/ 796468 h 887315"/>
              <a:gd name="connsiteX183" fmla="*/ 555976 w 776128"/>
              <a:gd name="connsiteY183" fmla="*/ 876115 h 887315"/>
              <a:gd name="connsiteX184" fmla="*/ 549757 w 776128"/>
              <a:gd name="connsiteY184" fmla="*/ 886071 h 887315"/>
              <a:gd name="connsiteX185" fmla="*/ 538563 w 776128"/>
              <a:gd name="connsiteY185" fmla="*/ 884826 h 887315"/>
              <a:gd name="connsiteX186" fmla="*/ 508712 w 776128"/>
              <a:gd name="connsiteY186" fmla="*/ 862426 h 887315"/>
              <a:gd name="connsiteX187" fmla="*/ 480105 w 776128"/>
              <a:gd name="connsiteY187" fmla="*/ 884826 h 887315"/>
              <a:gd name="connsiteX188" fmla="*/ 472642 w 776128"/>
              <a:gd name="connsiteY188" fmla="*/ 887315 h 887315"/>
              <a:gd name="connsiteX189" fmla="*/ 467667 w 776128"/>
              <a:gd name="connsiteY189" fmla="*/ 886071 h 887315"/>
              <a:gd name="connsiteX190" fmla="*/ 461448 w 776128"/>
              <a:gd name="connsiteY190" fmla="*/ 876115 h 887315"/>
              <a:gd name="connsiteX191" fmla="*/ 461448 w 776128"/>
              <a:gd name="connsiteY191" fmla="*/ 796468 h 887315"/>
              <a:gd name="connsiteX192" fmla="*/ 116917 w 776128"/>
              <a:gd name="connsiteY192" fmla="*/ 796468 h 887315"/>
              <a:gd name="connsiteX193" fmla="*/ 101991 w 776128"/>
              <a:gd name="connsiteY193" fmla="*/ 784023 h 887315"/>
              <a:gd name="connsiteX194" fmla="*/ 114429 w 776128"/>
              <a:gd name="connsiteY194" fmla="*/ 767845 h 887315"/>
              <a:gd name="connsiteX195" fmla="*/ 145524 w 776128"/>
              <a:gd name="connsiteY195" fmla="*/ 767845 h 887315"/>
              <a:gd name="connsiteX196" fmla="*/ 143036 w 776128"/>
              <a:gd name="connsiteY196" fmla="*/ 765356 h 887315"/>
              <a:gd name="connsiteX197" fmla="*/ 143036 w 776128"/>
              <a:gd name="connsiteY197" fmla="*/ 764112 h 887315"/>
              <a:gd name="connsiteX198" fmla="*/ 105723 w 776128"/>
              <a:gd name="connsiteY198" fmla="*/ 675753 h 887315"/>
              <a:gd name="connsiteX199" fmla="*/ 106966 w 776128"/>
              <a:gd name="connsiteY199" fmla="*/ 655842 h 887315"/>
              <a:gd name="connsiteX200" fmla="*/ 53483 w 776128"/>
              <a:gd name="connsiteY200" fmla="*/ 655842 h 887315"/>
              <a:gd name="connsiteX201" fmla="*/ 0 w 776128"/>
              <a:gd name="connsiteY201" fmla="*/ 603574 h 887315"/>
              <a:gd name="connsiteX202" fmla="*/ 0 w 776128"/>
              <a:gd name="connsiteY202" fmla="*/ 53513 h 887315"/>
              <a:gd name="connsiteX203" fmla="*/ 53483 w 776128"/>
              <a:gd name="connsiteY203" fmla="*/ 0 h 8873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776128" h="887315">
                <a:moveTo>
                  <a:pt x="533199" y="765182"/>
                </a:moveTo>
                <a:cubicBezTo>
                  <a:pt x="524696" y="768868"/>
                  <a:pt x="516194" y="770097"/>
                  <a:pt x="507691" y="770097"/>
                </a:cubicBezTo>
                <a:cubicBezTo>
                  <a:pt x="499189" y="770097"/>
                  <a:pt x="491901" y="770097"/>
                  <a:pt x="484613" y="767640"/>
                </a:cubicBezTo>
                <a:lnTo>
                  <a:pt x="484613" y="852418"/>
                </a:lnTo>
                <a:lnTo>
                  <a:pt x="501618" y="838903"/>
                </a:lnTo>
                <a:cubicBezTo>
                  <a:pt x="506477" y="836445"/>
                  <a:pt x="511335" y="836445"/>
                  <a:pt x="514979" y="838903"/>
                </a:cubicBezTo>
                <a:lnTo>
                  <a:pt x="533199" y="852418"/>
                </a:lnTo>
                <a:close/>
                <a:moveTo>
                  <a:pt x="242118" y="694150"/>
                </a:moveTo>
                <a:cubicBezTo>
                  <a:pt x="237243" y="694150"/>
                  <a:pt x="231149" y="696600"/>
                  <a:pt x="227493" y="700274"/>
                </a:cubicBezTo>
                <a:cubicBezTo>
                  <a:pt x="223837" y="705173"/>
                  <a:pt x="221399" y="712521"/>
                  <a:pt x="222618" y="717420"/>
                </a:cubicBezTo>
                <a:lnTo>
                  <a:pt x="222618" y="719870"/>
                </a:lnTo>
                <a:cubicBezTo>
                  <a:pt x="221399" y="740690"/>
                  <a:pt x="215306" y="756612"/>
                  <a:pt x="205556" y="765185"/>
                </a:cubicBezTo>
                <a:cubicBezTo>
                  <a:pt x="234805" y="752938"/>
                  <a:pt x="256742" y="725994"/>
                  <a:pt x="261617" y="695375"/>
                </a:cubicBezTo>
                <a:close/>
                <a:moveTo>
                  <a:pt x="507653" y="653025"/>
                </a:moveTo>
                <a:cubicBezTo>
                  <a:pt x="479345" y="653025"/>
                  <a:pt x="455960" y="675162"/>
                  <a:pt x="455960" y="699759"/>
                </a:cubicBezTo>
                <a:cubicBezTo>
                  <a:pt x="455960" y="725585"/>
                  <a:pt x="479345" y="746492"/>
                  <a:pt x="507653" y="746492"/>
                </a:cubicBezTo>
                <a:cubicBezTo>
                  <a:pt x="534730" y="746492"/>
                  <a:pt x="558115" y="725585"/>
                  <a:pt x="558115" y="699759"/>
                </a:cubicBezTo>
                <a:cubicBezTo>
                  <a:pt x="558115" y="675162"/>
                  <a:pt x="534730" y="653025"/>
                  <a:pt x="507653" y="653025"/>
                </a:cubicBezTo>
                <a:close/>
                <a:moveTo>
                  <a:pt x="536933" y="601929"/>
                </a:moveTo>
                <a:cubicBezTo>
                  <a:pt x="541888" y="611827"/>
                  <a:pt x="546842" y="626675"/>
                  <a:pt x="550558" y="642759"/>
                </a:cubicBezTo>
                <a:cubicBezTo>
                  <a:pt x="569137" y="655132"/>
                  <a:pt x="582762" y="676165"/>
                  <a:pt x="582762" y="699673"/>
                </a:cubicBezTo>
                <a:cubicBezTo>
                  <a:pt x="582762" y="720707"/>
                  <a:pt x="572853" y="739266"/>
                  <a:pt x="556751" y="751638"/>
                </a:cubicBezTo>
                <a:lnTo>
                  <a:pt x="556751" y="773909"/>
                </a:lnTo>
                <a:lnTo>
                  <a:pt x="668228" y="773909"/>
                </a:lnTo>
                <a:cubicBezTo>
                  <a:pt x="715296" y="773909"/>
                  <a:pt x="752455" y="734317"/>
                  <a:pt x="752455" y="688538"/>
                </a:cubicBezTo>
                <a:cubicBezTo>
                  <a:pt x="752455" y="640284"/>
                  <a:pt x="715296" y="601929"/>
                  <a:pt x="668228" y="601929"/>
                </a:cubicBezTo>
                <a:lnTo>
                  <a:pt x="665751" y="601929"/>
                </a:lnTo>
                <a:close/>
                <a:moveTo>
                  <a:pt x="455960" y="601929"/>
                </a:moveTo>
                <a:cubicBezTo>
                  <a:pt x="462076" y="615209"/>
                  <a:pt x="464522" y="629697"/>
                  <a:pt x="466968" y="640562"/>
                </a:cubicBezTo>
                <a:cubicBezTo>
                  <a:pt x="477977" y="634526"/>
                  <a:pt x="491431" y="629697"/>
                  <a:pt x="507332" y="629697"/>
                </a:cubicBezTo>
                <a:cubicBezTo>
                  <a:pt x="512225" y="629697"/>
                  <a:pt x="518340" y="630904"/>
                  <a:pt x="523233" y="630904"/>
                </a:cubicBezTo>
                <a:cubicBezTo>
                  <a:pt x="518340" y="617624"/>
                  <a:pt x="513448" y="607966"/>
                  <a:pt x="509778" y="601929"/>
                </a:cubicBezTo>
                <a:close/>
                <a:moveTo>
                  <a:pt x="260247" y="601929"/>
                </a:moveTo>
                <a:cubicBezTo>
                  <a:pt x="277591" y="619251"/>
                  <a:pt x="286263" y="645234"/>
                  <a:pt x="286263" y="681114"/>
                </a:cubicBezTo>
                <a:cubicBezTo>
                  <a:pt x="286263" y="718232"/>
                  <a:pt x="267680" y="752876"/>
                  <a:pt x="237947" y="773909"/>
                </a:cubicBezTo>
                <a:lnTo>
                  <a:pt x="460944" y="773909"/>
                </a:lnTo>
                <a:lnTo>
                  <a:pt x="460944" y="754113"/>
                </a:lnTo>
                <a:cubicBezTo>
                  <a:pt x="443600" y="741740"/>
                  <a:pt x="432450" y="721944"/>
                  <a:pt x="432450" y="699673"/>
                </a:cubicBezTo>
                <a:cubicBezTo>
                  <a:pt x="432450" y="686063"/>
                  <a:pt x="436167" y="674928"/>
                  <a:pt x="442361" y="665030"/>
                </a:cubicBezTo>
                <a:cubicBezTo>
                  <a:pt x="443600" y="656369"/>
                  <a:pt x="444839" y="626675"/>
                  <a:pt x="428733" y="601929"/>
                </a:cubicBezTo>
                <a:close/>
                <a:moveTo>
                  <a:pt x="198678" y="601929"/>
                </a:moveTo>
                <a:cubicBezTo>
                  <a:pt x="177695" y="601929"/>
                  <a:pt x="160415" y="608109"/>
                  <a:pt x="148073" y="620469"/>
                </a:cubicBezTo>
                <a:cubicBezTo>
                  <a:pt x="135730" y="632830"/>
                  <a:pt x="129559" y="652606"/>
                  <a:pt x="129559" y="676090"/>
                </a:cubicBezTo>
                <a:cubicBezTo>
                  <a:pt x="129559" y="700811"/>
                  <a:pt x="136965" y="730475"/>
                  <a:pt x="156713" y="746543"/>
                </a:cubicBezTo>
                <a:cubicBezTo>
                  <a:pt x="162884" y="750251"/>
                  <a:pt x="176461" y="756431"/>
                  <a:pt x="186335" y="751487"/>
                </a:cubicBezTo>
                <a:cubicBezTo>
                  <a:pt x="196209" y="746543"/>
                  <a:pt x="198678" y="731711"/>
                  <a:pt x="198678" y="719351"/>
                </a:cubicBezTo>
                <a:cubicBezTo>
                  <a:pt x="197443" y="706991"/>
                  <a:pt x="202380" y="693394"/>
                  <a:pt x="211020" y="684742"/>
                </a:cubicBezTo>
                <a:cubicBezTo>
                  <a:pt x="218426" y="676090"/>
                  <a:pt x="230768" y="669910"/>
                  <a:pt x="244345" y="671146"/>
                </a:cubicBezTo>
                <a:lnTo>
                  <a:pt x="262859" y="672382"/>
                </a:lnTo>
                <a:cubicBezTo>
                  <a:pt x="260390" y="626650"/>
                  <a:pt x="240642" y="604401"/>
                  <a:pt x="198678" y="601929"/>
                </a:cubicBezTo>
                <a:close/>
                <a:moveTo>
                  <a:pt x="173123" y="507216"/>
                </a:moveTo>
                <a:lnTo>
                  <a:pt x="483413" y="507216"/>
                </a:lnTo>
                <a:cubicBezTo>
                  <a:pt x="489619" y="507216"/>
                  <a:pt x="495825" y="511924"/>
                  <a:pt x="495825" y="517809"/>
                </a:cubicBezTo>
                <a:cubicBezTo>
                  <a:pt x="495825" y="523694"/>
                  <a:pt x="489619" y="528402"/>
                  <a:pt x="483413" y="528402"/>
                </a:cubicBezTo>
                <a:lnTo>
                  <a:pt x="173123" y="528402"/>
                </a:lnTo>
                <a:cubicBezTo>
                  <a:pt x="166918" y="528402"/>
                  <a:pt x="161953" y="523694"/>
                  <a:pt x="161953" y="517809"/>
                </a:cubicBezTo>
                <a:cubicBezTo>
                  <a:pt x="161953" y="511924"/>
                  <a:pt x="166918" y="507216"/>
                  <a:pt x="173123" y="507216"/>
                </a:cubicBezTo>
                <a:close/>
                <a:moveTo>
                  <a:pt x="96999" y="479799"/>
                </a:moveTo>
                <a:cubicBezTo>
                  <a:pt x="95809" y="479799"/>
                  <a:pt x="93431" y="480989"/>
                  <a:pt x="93431" y="483368"/>
                </a:cubicBezTo>
                <a:lnTo>
                  <a:pt x="93431" y="502401"/>
                </a:lnTo>
                <a:cubicBezTo>
                  <a:pt x="93431" y="503591"/>
                  <a:pt x="95809" y="505970"/>
                  <a:pt x="96999" y="505970"/>
                </a:cubicBezTo>
                <a:lnTo>
                  <a:pt x="116025" y="505970"/>
                </a:lnTo>
                <a:cubicBezTo>
                  <a:pt x="118404" y="505970"/>
                  <a:pt x="119593" y="503591"/>
                  <a:pt x="119593" y="502401"/>
                </a:cubicBezTo>
                <a:lnTo>
                  <a:pt x="119593" y="483368"/>
                </a:lnTo>
                <a:cubicBezTo>
                  <a:pt x="119593" y="480989"/>
                  <a:pt x="118404" y="479799"/>
                  <a:pt x="116025" y="479799"/>
                </a:cubicBezTo>
                <a:close/>
                <a:moveTo>
                  <a:pt x="174375" y="457367"/>
                </a:moveTo>
                <a:lnTo>
                  <a:pt x="540710" y="457367"/>
                </a:lnTo>
                <a:cubicBezTo>
                  <a:pt x="548161" y="457367"/>
                  <a:pt x="551886" y="462075"/>
                  <a:pt x="551886" y="467960"/>
                </a:cubicBezTo>
                <a:cubicBezTo>
                  <a:pt x="551886" y="473845"/>
                  <a:pt x="548161" y="478553"/>
                  <a:pt x="540710" y="478553"/>
                </a:cubicBezTo>
                <a:lnTo>
                  <a:pt x="174375" y="478553"/>
                </a:lnTo>
                <a:cubicBezTo>
                  <a:pt x="168166" y="478553"/>
                  <a:pt x="163199" y="473845"/>
                  <a:pt x="163199" y="467960"/>
                </a:cubicBezTo>
                <a:cubicBezTo>
                  <a:pt x="163199" y="462075"/>
                  <a:pt x="168166" y="457367"/>
                  <a:pt x="174375" y="457367"/>
                </a:cubicBezTo>
                <a:close/>
                <a:moveTo>
                  <a:pt x="96704" y="457367"/>
                </a:moveTo>
                <a:lnTo>
                  <a:pt x="116299" y="457367"/>
                </a:lnTo>
                <a:cubicBezTo>
                  <a:pt x="130995" y="457367"/>
                  <a:pt x="142017" y="469615"/>
                  <a:pt x="142017" y="483087"/>
                </a:cubicBezTo>
                <a:lnTo>
                  <a:pt x="142017" y="502683"/>
                </a:lnTo>
                <a:cubicBezTo>
                  <a:pt x="142017" y="517380"/>
                  <a:pt x="130995" y="528402"/>
                  <a:pt x="116299" y="528402"/>
                </a:cubicBezTo>
                <a:lnTo>
                  <a:pt x="96704" y="528402"/>
                </a:lnTo>
                <a:cubicBezTo>
                  <a:pt x="82008" y="528402"/>
                  <a:pt x="69761" y="517380"/>
                  <a:pt x="69761" y="502683"/>
                </a:cubicBezTo>
                <a:lnTo>
                  <a:pt x="69761" y="483087"/>
                </a:lnTo>
                <a:cubicBezTo>
                  <a:pt x="69761" y="469615"/>
                  <a:pt x="82008" y="457367"/>
                  <a:pt x="96704" y="457367"/>
                </a:cubicBezTo>
                <a:close/>
                <a:moveTo>
                  <a:pt x="174369" y="385085"/>
                </a:moveTo>
                <a:lnTo>
                  <a:pt x="484655" y="385085"/>
                </a:lnTo>
                <a:cubicBezTo>
                  <a:pt x="490860" y="385085"/>
                  <a:pt x="495825" y="390970"/>
                  <a:pt x="495825" y="395678"/>
                </a:cubicBezTo>
                <a:cubicBezTo>
                  <a:pt x="495825" y="401563"/>
                  <a:pt x="490860" y="406271"/>
                  <a:pt x="484655" y="406271"/>
                </a:cubicBezTo>
                <a:lnTo>
                  <a:pt x="174369" y="406271"/>
                </a:lnTo>
                <a:cubicBezTo>
                  <a:pt x="166922" y="406271"/>
                  <a:pt x="163199" y="401563"/>
                  <a:pt x="163199" y="395678"/>
                </a:cubicBezTo>
                <a:cubicBezTo>
                  <a:pt x="163199" y="390970"/>
                  <a:pt x="166922" y="385085"/>
                  <a:pt x="174369" y="385085"/>
                </a:cubicBezTo>
                <a:close/>
                <a:moveTo>
                  <a:pt x="98240" y="357668"/>
                </a:moveTo>
                <a:cubicBezTo>
                  <a:pt x="95867" y="357668"/>
                  <a:pt x="94681" y="358858"/>
                  <a:pt x="94681" y="361237"/>
                </a:cubicBezTo>
                <a:lnTo>
                  <a:pt x="94681" y="380270"/>
                </a:lnTo>
                <a:cubicBezTo>
                  <a:pt x="94681" y="382650"/>
                  <a:pt x="95867" y="383839"/>
                  <a:pt x="98240" y="383839"/>
                </a:cubicBezTo>
                <a:lnTo>
                  <a:pt x="117224" y="383839"/>
                </a:lnTo>
                <a:cubicBezTo>
                  <a:pt x="118411" y="383839"/>
                  <a:pt x="119597" y="382650"/>
                  <a:pt x="119597" y="380270"/>
                </a:cubicBezTo>
                <a:lnTo>
                  <a:pt x="119597" y="361237"/>
                </a:lnTo>
                <a:cubicBezTo>
                  <a:pt x="119597" y="358858"/>
                  <a:pt x="118411" y="357668"/>
                  <a:pt x="117224" y="357668"/>
                </a:cubicBezTo>
                <a:close/>
                <a:moveTo>
                  <a:pt x="175621" y="335236"/>
                </a:moveTo>
                <a:lnTo>
                  <a:pt x="541960" y="335236"/>
                </a:lnTo>
                <a:cubicBezTo>
                  <a:pt x="548169" y="335236"/>
                  <a:pt x="554378" y="339944"/>
                  <a:pt x="554378" y="345829"/>
                </a:cubicBezTo>
                <a:cubicBezTo>
                  <a:pt x="554378" y="351714"/>
                  <a:pt x="548169" y="356422"/>
                  <a:pt x="541960" y="356422"/>
                </a:cubicBezTo>
                <a:lnTo>
                  <a:pt x="175621" y="356422"/>
                </a:lnTo>
                <a:cubicBezTo>
                  <a:pt x="169412" y="356422"/>
                  <a:pt x="164445" y="351714"/>
                  <a:pt x="164445" y="345829"/>
                </a:cubicBezTo>
                <a:cubicBezTo>
                  <a:pt x="164445" y="339944"/>
                  <a:pt x="169412" y="335236"/>
                  <a:pt x="175621" y="335236"/>
                </a:cubicBezTo>
                <a:close/>
                <a:moveTo>
                  <a:pt x="97954" y="335236"/>
                </a:moveTo>
                <a:lnTo>
                  <a:pt x="117549" y="335236"/>
                </a:lnTo>
                <a:cubicBezTo>
                  <a:pt x="132245" y="335236"/>
                  <a:pt x="143267" y="347484"/>
                  <a:pt x="143267" y="360956"/>
                </a:cubicBezTo>
                <a:lnTo>
                  <a:pt x="143267" y="380552"/>
                </a:lnTo>
                <a:cubicBezTo>
                  <a:pt x="143267" y="395249"/>
                  <a:pt x="132245" y="406271"/>
                  <a:pt x="117549" y="406271"/>
                </a:cubicBezTo>
                <a:lnTo>
                  <a:pt x="97954" y="406271"/>
                </a:lnTo>
                <a:cubicBezTo>
                  <a:pt x="83258" y="406271"/>
                  <a:pt x="71011" y="395249"/>
                  <a:pt x="71011" y="380552"/>
                </a:cubicBezTo>
                <a:lnTo>
                  <a:pt x="71011" y="360956"/>
                </a:lnTo>
                <a:cubicBezTo>
                  <a:pt x="71011" y="347484"/>
                  <a:pt x="83258" y="335236"/>
                  <a:pt x="97954" y="335236"/>
                </a:cubicBezTo>
                <a:close/>
                <a:moveTo>
                  <a:pt x="174369" y="262955"/>
                </a:moveTo>
                <a:lnTo>
                  <a:pt x="484655" y="262955"/>
                </a:lnTo>
                <a:cubicBezTo>
                  <a:pt x="490860" y="262955"/>
                  <a:pt x="495825" y="266486"/>
                  <a:pt x="495825" y="273548"/>
                </a:cubicBezTo>
                <a:cubicBezTo>
                  <a:pt x="495825" y="279433"/>
                  <a:pt x="490860" y="284141"/>
                  <a:pt x="484655" y="284141"/>
                </a:cubicBezTo>
                <a:lnTo>
                  <a:pt x="174369" y="284141"/>
                </a:lnTo>
                <a:cubicBezTo>
                  <a:pt x="166922" y="284141"/>
                  <a:pt x="163199" y="279433"/>
                  <a:pt x="163199" y="273548"/>
                </a:cubicBezTo>
                <a:cubicBezTo>
                  <a:pt x="163199" y="266486"/>
                  <a:pt x="166922" y="262955"/>
                  <a:pt x="174369" y="262955"/>
                </a:cubicBezTo>
                <a:close/>
                <a:moveTo>
                  <a:pt x="96999" y="235538"/>
                </a:moveTo>
                <a:cubicBezTo>
                  <a:pt x="95809" y="235538"/>
                  <a:pt x="93431" y="236728"/>
                  <a:pt x="93431" y="239107"/>
                </a:cubicBezTo>
                <a:lnTo>
                  <a:pt x="93431" y="258140"/>
                </a:lnTo>
                <a:cubicBezTo>
                  <a:pt x="93431" y="259330"/>
                  <a:pt x="95809" y="261709"/>
                  <a:pt x="96999" y="261709"/>
                </a:cubicBezTo>
                <a:lnTo>
                  <a:pt x="116025" y="261709"/>
                </a:lnTo>
                <a:cubicBezTo>
                  <a:pt x="118404" y="261709"/>
                  <a:pt x="119593" y="259330"/>
                  <a:pt x="119593" y="258140"/>
                </a:cubicBezTo>
                <a:lnTo>
                  <a:pt x="119593" y="239107"/>
                </a:lnTo>
                <a:cubicBezTo>
                  <a:pt x="119593" y="236728"/>
                  <a:pt x="118404" y="235538"/>
                  <a:pt x="116025" y="235538"/>
                </a:cubicBezTo>
                <a:close/>
                <a:moveTo>
                  <a:pt x="174375" y="211859"/>
                </a:moveTo>
                <a:lnTo>
                  <a:pt x="540710" y="211859"/>
                </a:lnTo>
                <a:cubicBezTo>
                  <a:pt x="546919" y="211859"/>
                  <a:pt x="551886" y="216581"/>
                  <a:pt x="551886" y="223665"/>
                </a:cubicBezTo>
                <a:cubicBezTo>
                  <a:pt x="551886" y="228388"/>
                  <a:pt x="546919" y="234291"/>
                  <a:pt x="540710" y="234291"/>
                </a:cubicBezTo>
                <a:lnTo>
                  <a:pt x="174375" y="234291"/>
                </a:lnTo>
                <a:cubicBezTo>
                  <a:pt x="166924" y="234291"/>
                  <a:pt x="163199" y="228388"/>
                  <a:pt x="163199" y="223665"/>
                </a:cubicBezTo>
                <a:cubicBezTo>
                  <a:pt x="163199" y="216581"/>
                  <a:pt x="166924" y="211859"/>
                  <a:pt x="174375" y="211859"/>
                </a:cubicBezTo>
                <a:close/>
                <a:moveTo>
                  <a:pt x="96704" y="211859"/>
                </a:moveTo>
                <a:lnTo>
                  <a:pt x="116299" y="211859"/>
                </a:lnTo>
                <a:cubicBezTo>
                  <a:pt x="130995" y="211859"/>
                  <a:pt x="142017" y="224110"/>
                  <a:pt x="142017" y="238811"/>
                </a:cubicBezTo>
                <a:lnTo>
                  <a:pt x="142017" y="258413"/>
                </a:lnTo>
                <a:cubicBezTo>
                  <a:pt x="142017" y="271889"/>
                  <a:pt x="130995" y="284140"/>
                  <a:pt x="116299" y="284140"/>
                </a:cubicBezTo>
                <a:lnTo>
                  <a:pt x="96704" y="284140"/>
                </a:lnTo>
                <a:cubicBezTo>
                  <a:pt x="82008" y="284140"/>
                  <a:pt x="69761" y="271889"/>
                  <a:pt x="69761" y="258413"/>
                </a:cubicBezTo>
                <a:lnTo>
                  <a:pt x="69761" y="238811"/>
                </a:lnTo>
                <a:cubicBezTo>
                  <a:pt x="69761" y="224110"/>
                  <a:pt x="82008" y="211859"/>
                  <a:pt x="96704" y="211859"/>
                </a:cubicBezTo>
                <a:close/>
                <a:moveTo>
                  <a:pt x="23670" y="163256"/>
                </a:moveTo>
                <a:lnTo>
                  <a:pt x="23670" y="603254"/>
                </a:lnTo>
                <a:cubicBezTo>
                  <a:pt x="23670" y="619412"/>
                  <a:pt x="36105" y="633084"/>
                  <a:pt x="53515" y="633084"/>
                </a:cubicBezTo>
                <a:lnTo>
                  <a:pt x="113204" y="633084"/>
                </a:lnTo>
                <a:cubicBezTo>
                  <a:pt x="118178" y="620655"/>
                  <a:pt x="124395" y="610711"/>
                  <a:pt x="131856" y="603254"/>
                </a:cubicBezTo>
                <a:cubicBezTo>
                  <a:pt x="148022" y="585853"/>
                  <a:pt x="172893" y="577152"/>
                  <a:pt x="200250" y="577152"/>
                </a:cubicBezTo>
                <a:lnTo>
                  <a:pt x="201494" y="577152"/>
                </a:lnTo>
                <a:cubicBezTo>
                  <a:pt x="202737" y="577152"/>
                  <a:pt x="203981" y="578395"/>
                  <a:pt x="203981" y="578395"/>
                </a:cubicBezTo>
                <a:lnTo>
                  <a:pt x="203981" y="577152"/>
                </a:lnTo>
                <a:lnTo>
                  <a:pt x="667815" y="577152"/>
                </a:lnTo>
                <a:cubicBezTo>
                  <a:pt x="681494" y="577152"/>
                  <a:pt x="693929" y="580881"/>
                  <a:pt x="706364" y="585853"/>
                </a:cubicBezTo>
                <a:lnTo>
                  <a:pt x="706364" y="163256"/>
                </a:lnTo>
                <a:close/>
                <a:moveTo>
                  <a:pt x="131428" y="71036"/>
                </a:moveTo>
                <a:cubicBezTo>
                  <a:pt x="137311" y="71036"/>
                  <a:pt x="142017" y="75758"/>
                  <a:pt x="142017" y="81662"/>
                </a:cubicBezTo>
                <a:cubicBezTo>
                  <a:pt x="142017" y="88745"/>
                  <a:pt x="137311" y="93468"/>
                  <a:pt x="131428" y="93468"/>
                </a:cubicBezTo>
                <a:cubicBezTo>
                  <a:pt x="125545" y="93468"/>
                  <a:pt x="120839" y="88745"/>
                  <a:pt x="120839" y="81662"/>
                </a:cubicBezTo>
                <a:cubicBezTo>
                  <a:pt x="120839" y="75758"/>
                  <a:pt x="125545" y="71036"/>
                  <a:pt x="131428" y="71036"/>
                </a:cubicBezTo>
                <a:close/>
                <a:moveTo>
                  <a:pt x="84058" y="71036"/>
                </a:moveTo>
                <a:cubicBezTo>
                  <a:pt x="88779" y="71036"/>
                  <a:pt x="94680" y="75758"/>
                  <a:pt x="94680" y="81662"/>
                </a:cubicBezTo>
                <a:cubicBezTo>
                  <a:pt x="94680" y="88745"/>
                  <a:pt x="88779" y="93468"/>
                  <a:pt x="84058" y="93468"/>
                </a:cubicBezTo>
                <a:cubicBezTo>
                  <a:pt x="76977" y="93468"/>
                  <a:pt x="72256" y="88745"/>
                  <a:pt x="72256" y="81662"/>
                </a:cubicBezTo>
                <a:cubicBezTo>
                  <a:pt x="72256" y="75758"/>
                  <a:pt x="76977" y="71036"/>
                  <a:pt x="84058" y="71036"/>
                </a:cubicBezTo>
                <a:close/>
                <a:moveTo>
                  <a:pt x="180017" y="68543"/>
                </a:moveTo>
                <a:cubicBezTo>
                  <a:pt x="185900" y="68543"/>
                  <a:pt x="190606" y="74462"/>
                  <a:pt x="190606" y="80382"/>
                </a:cubicBezTo>
                <a:cubicBezTo>
                  <a:pt x="190606" y="87485"/>
                  <a:pt x="185900" y="92221"/>
                  <a:pt x="180017" y="92221"/>
                </a:cubicBezTo>
                <a:cubicBezTo>
                  <a:pt x="174134" y="92221"/>
                  <a:pt x="169428" y="87485"/>
                  <a:pt x="169428" y="80382"/>
                </a:cubicBezTo>
                <a:cubicBezTo>
                  <a:pt x="169428" y="74462"/>
                  <a:pt x="174134" y="68543"/>
                  <a:pt x="180017" y="68543"/>
                </a:cubicBezTo>
                <a:close/>
                <a:moveTo>
                  <a:pt x="53515" y="23679"/>
                </a:moveTo>
                <a:cubicBezTo>
                  <a:pt x="36105" y="23679"/>
                  <a:pt x="23670" y="36009"/>
                  <a:pt x="23670" y="53270"/>
                </a:cubicBezTo>
                <a:lnTo>
                  <a:pt x="23670" y="139578"/>
                </a:lnTo>
                <a:lnTo>
                  <a:pt x="706364" y="139578"/>
                </a:lnTo>
                <a:lnTo>
                  <a:pt x="706364" y="59435"/>
                </a:lnTo>
                <a:cubicBezTo>
                  <a:pt x="706364" y="39708"/>
                  <a:pt x="688955" y="23679"/>
                  <a:pt x="669058" y="23679"/>
                </a:cubicBezTo>
                <a:close/>
                <a:moveTo>
                  <a:pt x="53483" y="0"/>
                </a:moveTo>
                <a:lnTo>
                  <a:pt x="669162" y="0"/>
                </a:lnTo>
                <a:cubicBezTo>
                  <a:pt x="702744" y="0"/>
                  <a:pt x="728864" y="27379"/>
                  <a:pt x="728864" y="59735"/>
                </a:cubicBezTo>
                <a:lnTo>
                  <a:pt x="728864" y="597351"/>
                </a:lnTo>
                <a:cubicBezTo>
                  <a:pt x="756227" y="617263"/>
                  <a:pt x="776128" y="649619"/>
                  <a:pt x="776128" y="688198"/>
                </a:cubicBezTo>
                <a:cubicBezTo>
                  <a:pt x="776128" y="747933"/>
                  <a:pt x="726376" y="796468"/>
                  <a:pt x="667918" y="796468"/>
                </a:cubicBezTo>
                <a:lnTo>
                  <a:pt x="555976" y="796468"/>
                </a:lnTo>
                <a:lnTo>
                  <a:pt x="555976" y="876115"/>
                </a:lnTo>
                <a:cubicBezTo>
                  <a:pt x="555976" y="879848"/>
                  <a:pt x="553489" y="883582"/>
                  <a:pt x="549757" y="886071"/>
                </a:cubicBezTo>
                <a:cubicBezTo>
                  <a:pt x="546026" y="887315"/>
                  <a:pt x="541051" y="887315"/>
                  <a:pt x="538563" y="884826"/>
                </a:cubicBezTo>
                <a:lnTo>
                  <a:pt x="508712" y="862426"/>
                </a:lnTo>
                <a:lnTo>
                  <a:pt x="480105" y="884826"/>
                </a:lnTo>
                <a:cubicBezTo>
                  <a:pt x="477617" y="886071"/>
                  <a:pt x="475130" y="887315"/>
                  <a:pt x="472642" y="887315"/>
                </a:cubicBezTo>
                <a:cubicBezTo>
                  <a:pt x="471398" y="887315"/>
                  <a:pt x="468911" y="887315"/>
                  <a:pt x="467667" y="886071"/>
                </a:cubicBezTo>
                <a:cubicBezTo>
                  <a:pt x="463935" y="883582"/>
                  <a:pt x="461448" y="879848"/>
                  <a:pt x="461448" y="876115"/>
                </a:cubicBezTo>
                <a:lnTo>
                  <a:pt x="461448" y="796468"/>
                </a:lnTo>
                <a:lnTo>
                  <a:pt x="116917" y="796468"/>
                </a:lnTo>
                <a:cubicBezTo>
                  <a:pt x="109454" y="796468"/>
                  <a:pt x="103235" y="791490"/>
                  <a:pt x="101991" y="784023"/>
                </a:cubicBezTo>
                <a:cubicBezTo>
                  <a:pt x="101991" y="776556"/>
                  <a:pt x="106966" y="769090"/>
                  <a:pt x="114429" y="767845"/>
                </a:cubicBezTo>
                <a:cubicBezTo>
                  <a:pt x="125623" y="765356"/>
                  <a:pt x="135574" y="766601"/>
                  <a:pt x="145524" y="767845"/>
                </a:cubicBezTo>
                <a:cubicBezTo>
                  <a:pt x="145524" y="766601"/>
                  <a:pt x="144280" y="766601"/>
                  <a:pt x="143036" y="765356"/>
                </a:cubicBezTo>
                <a:lnTo>
                  <a:pt x="143036" y="764112"/>
                </a:lnTo>
                <a:cubicBezTo>
                  <a:pt x="119404" y="746689"/>
                  <a:pt x="105723" y="714332"/>
                  <a:pt x="105723" y="675753"/>
                </a:cubicBezTo>
                <a:cubicBezTo>
                  <a:pt x="105723" y="668287"/>
                  <a:pt x="105723" y="662064"/>
                  <a:pt x="106966" y="655842"/>
                </a:cubicBezTo>
                <a:lnTo>
                  <a:pt x="53483" y="655842"/>
                </a:lnTo>
                <a:cubicBezTo>
                  <a:pt x="23632" y="655842"/>
                  <a:pt x="0" y="632197"/>
                  <a:pt x="0" y="603574"/>
                </a:cubicBezTo>
                <a:lnTo>
                  <a:pt x="0" y="53513"/>
                </a:lnTo>
                <a:cubicBezTo>
                  <a:pt x="0" y="23645"/>
                  <a:pt x="23632" y="0"/>
                  <a:pt x="53483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82" name="Rounded Rectangle 481">
            <a:extLst>
              <a:ext uri="{FF2B5EF4-FFF2-40B4-BE49-F238E27FC236}">
                <a16:creationId xmlns:a16="http://schemas.microsoft.com/office/drawing/2014/main" id="{6C25C7C1-C793-684D-A3A8-4D10DBAC790E}"/>
              </a:ext>
            </a:extLst>
          </p:cNvPr>
          <p:cNvSpPr/>
          <p:nvPr/>
        </p:nvSpPr>
        <p:spPr>
          <a:xfrm>
            <a:off x="16408326" y="3423389"/>
            <a:ext cx="6463167" cy="2185886"/>
          </a:xfrm>
          <a:prstGeom prst="roundRect">
            <a:avLst>
              <a:gd name="adj" fmla="val 18888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84" name="Rounded Rectangle 483">
            <a:extLst>
              <a:ext uri="{FF2B5EF4-FFF2-40B4-BE49-F238E27FC236}">
                <a16:creationId xmlns:a16="http://schemas.microsoft.com/office/drawing/2014/main" id="{B8EBF46F-7877-FD45-9EBA-A903D79A23B8}"/>
              </a:ext>
            </a:extLst>
          </p:cNvPr>
          <p:cNvSpPr/>
          <p:nvPr/>
        </p:nvSpPr>
        <p:spPr>
          <a:xfrm>
            <a:off x="16278764" y="3287553"/>
            <a:ext cx="6463167" cy="2185886"/>
          </a:xfrm>
          <a:prstGeom prst="roundRect">
            <a:avLst>
              <a:gd name="adj" fmla="val 19258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86" name="Freeform 485">
            <a:extLst>
              <a:ext uri="{FF2B5EF4-FFF2-40B4-BE49-F238E27FC236}">
                <a16:creationId xmlns:a16="http://schemas.microsoft.com/office/drawing/2014/main" id="{7AF89DB4-5590-9B4F-9002-AC39B3301A63}"/>
              </a:ext>
            </a:extLst>
          </p:cNvPr>
          <p:cNvSpPr/>
          <p:nvPr/>
        </p:nvSpPr>
        <p:spPr>
          <a:xfrm>
            <a:off x="16471862" y="3496919"/>
            <a:ext cx="1765283" cy="176715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18" h="1419">
                <a:moveTo>
                  <a:pt x="1418" y="710"/>
                </a:moveTo>
                <a:cubicBezTo>
                  <a:pt x="1418" y="1101"/>
                  <a:pt x="1101" y="1419"/>
                  <a:pt x="708" y="1419"/>
                </a:cubicBezTo>
                <a:cubicBezTo>
                  <a:pt x="317" y="1419"/>
                  <a:pt x="0" y="1101"/>
                  <a:pt x="0" y="710"/>
                </a:cubicBezTo>
                <a:cubicBezTo>
                  <a:pt x="0" y="318"/>
                  <a:pt x="317" y="0"/>
                  <a:pt x="708" y="0"/>
                </a:cubicBezTo>
                <a:cubicBezTo>
                  <a:pt x="1101" y="0"/>
                  <a:pt x="1418" y="318"/>
                  <a:pt x="1418" y="71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14" name="Freeform 413">
            <a:extLst>
              <a:ext uri="{FF2B5EF4-FFF2-40B4-BE49-F238E27FC236}">
                <a16:creationId xmlns:a16="http://schemas.microsoft.com/office/drawing/2014/main" id="{4072931A-EACD-BE42-8992-C53C7EE10D4E}"/>
              </a:ext>
            </a:extLst>
          </p:cNvPr>
          <p:cNvSpPr/>
          <p:nvPr/>
        </p:nvSpPr>
        <p:spPr>
          <a:xfrm>
            <a:off x="16997586" y="3937149"/>
            <a:ext cx="714149" cy="885758"/>
          </a:xfrm>
          <a:custGeom>
            <a:avLst/>
            <a:gdLst>
              <a:gd name="connsiteX0" fmla="*/ 482990 w 714149"/>
              <a:gd name="connsiteY0" fmla="*/ 619065 h 885758"/>
              <a:gd name="connsiteX1" fmla="*/ 409866 w 714149"/>
              <a:gd name="connsiteY1" fmla="*/ 855849 h 885758"/>
              <a:gd name="connsiteX2" fmla="*/ 651550 w 714149"/>
              <a:gd name="connsiteY2" fmla="*/ 619065 h 885758"/>
              <a:gd name="connsiteX3" fmla="*/ 247912 w 714149"/>
              <a:gd name="connsiteY3" fmla="*/ 619065 h 885758"/>
              <a:gd name="connsiteX4" fmla="*/ 351936 w 714149"/>
              <a:gd name="connsiteY4" fmla="*/ 860833 h 885758"/>
              <a:gd name="connsiteX5" fmla="*/ 455958 w 714149"/>
              <a:gd name="connsiteY5" fmla="*/ 619065 h 885758"/>
              <a:gd name="connsiteX6" fmla="*/ 52322 w 714149"/>
              <a:gd name="connsiteY6" fmla="*/ 619065 h 885758"/>
              <a:gd name="connsiteX7" fmla="*/ 294006 w 714149"/>
              <a:gd name="connsiteY7" fmla="*/ 855849 h 885758"/>
              <a:gd name="connsiteX8" fmla="*/ 220882 w 714149"/>
              <a:gd name="connsiteY8" fmla="*/ 619065 h 885758"/>
              <a:gd name="connsiteX9" fmla="*/ 438628 w 714149"/>
              <a:gd name="connsiteY9" fmla="*/ 391005 h 885758"/>
              <a:gd name="connsiteX10" fmla="*/ 413858 w 714149"/>
              <a:gd name="connsiteY10" fmla="*/ 399675 h 885758"/>
              <a:gd name="connsiteX11" fmla="*/ 344502 w 714149"/>
              <a:gd name="connsiteY11" fmla="*/ 413299 h 885758"/>
              <a:gd name="connsiteX12" fmla="*/ 340786 w 714149"/>
              <a:gd name="connsiteY12" fmla="*/ 413299 h 885758"/>
              <a:gd name="connsiteX13" fmla="*/ 339548 w 714149"/>
              <a:gd name="connsiteY13" fmla="*/ 413299 h 885758"/>
              <a:gd name="connsiteX14" fmla="*/ 277622 w 714149"/>
              <a:gd name="connsiteY14" fmla="*/ 399675 h 885758"/>
              <a:gd name="connsiteX15" fmla="*/ 262760 w 714149"/>
              <a:gd name="connsiteY15" fmla="*/ 394721 h 885758"/>
              <a:gd name="connsiteX16" fmla="*/ 245422 w 714149"/>
              <a:gd name="connsiteY16" fmla="*/ 558208 h 885758"/>
              <a:gd name="connsiteX17" fmla="*/ 246660 w 714149"/>
              <a:gd name="connsiteY17" fmla="*/ 591648 h 885758"/>
              <a:gd name="connsiteX18" fmla="*/ 457206 w 714149"/>
              <a:gd name="connsiteY18" fmla="*/ 591648 h 885758"/>
              <a:gd name="connsiteX19" fmla="*/ 457206 w 714149"/>
              <a:gd name="connsiteY19" fmla="*/ 558208 h 885758"/>
              <a:gd name="connsiteX20" fmla="*/ 438628 w 714149"/>
              <a:gd name="connsiteY20" fmla="*/ 391005 h 885758"/>
              <a:gd name="connsiteX21" fmla="*/ 136450 w 714149"/>
              <a:gd name="connsiteY21" fmla="*/ 344895 h 885758"/>
              <a:gd name="connsiteX22" fmla="*/ 46094 w 714149"/>
              <a:gd name="connsiteY22" fmla="*/ 558169 h 885758"/>
              <a:gd name="connsiteX23" fmla="*/ 47332 w 714149"/>
              <a:gd name="connsiteY23" fmla="*/ 591648 h 885758"/>
              <a:gd name="connsiteX24" fmla="*/ 219380 w 714149"/>
              <a:gd name="connsiteY24" fmla="*/ 591648 h 885758"/>
              <a:gd name="connsiteX25" fmla="*/ 218142 w 714149"/>
              <a:gd name="connsiteY25" fmla="*/ 558169 h 885758"/>
              <a:gd name="connsiteX26" fmla="*/ 237946 w 714149"/>
              <a:gd name="connsiteY26" fmla="*/ 384574 h 885758"/>
              <a:gd name="connsiteX27" fmla="*/ 563704 w 714149"/>
              <a:gd name="connsiteY27" fmla="*/ 341156 h 885758"/>
              <a:gd name="connsiteX28" fmla="*/ 464680 w 714149"/>
              <a:gd name="connsiteY28" fmla="*/ 379598 h 885758"/>
              <a:gd name="connsiteX29" fmla="*/ 484484 w 714149"/>
              <a:gd name="connsiteY29" fmla="*/ 558167 h 885758"/>
              <a:gd name="connsiteX30" fmla="*/ 484484 w 714149"/>
              <a:gd name="connsiteY30" fmla="*/ 591648 h 885758"/>
              <a:gd name="connsiteX31" fmla="*/ 655302 w 714149"/>
              <a:gd name="connsiteY31" fmla="*/ 591648 h 885758"/>
              <a:gd name="connsiteX32" fmla="*/ 657778 w 714149"/>
              <a:gd name="connsiteY32" fmla="*/ 558167 h 885758"/>
              <a:gd name="connsiteX33" fmla="*/ 563704 w 714149"/>
              <a:gd name="connsiteY33" fmla="*/ 341156 h 885758"/>
              <a:gd name="connsiteX34" fmla="*/ 674518 w 714149"/>
              <a:gd name="connsiteY34" fmla="*/ 318724 h 885758"/>
              <a:gd name="connsiteX35" fmla="*/ 664006 w 714149"/>
              <a:gd name="connsiteY35" fmla="*/ 333679 h 885758"/>
              <a:gd name="connsiteX36" fmla="*/ 682694 w 714149"/>
              <a:gd name="connsiteY36" fmla="*/ 333679 h 885758"/>
              <a:gd name="connsiteX37" fmla="*/ 553134 w 714149"/>
              <a:gd name="connsiteY37" fmla="*/ 204071 h 885758"/>
              <a:gd name="connsiteX38" fmla="*/ 370560 w 714149"/>
              <a:gd name="connsiteY38" fmla="*/ 270913 h 885758"/>
              <a:gd name="connsiteX39" fmla="*/ 344478 w 714149"/>
              <a:gd name="connsiteY39" fmla="*/ 275864 h 885758"/>
              <a:gd name="connsiteX40" fmla="*/ 319638 w 714149"/>
              <a:gd name="connsiteY40" fmla="*/ 270913 h 885758"/>
              <a:gd name="connsiteX41" fmla="*/ 145758 w 714149"/>
              <a:gd name="connsiteY41" fmla="*/ 206547 h 885758"/>
              <a:gd name="connsiteX42" fmla="*/ 145758 w 714149"/>
              <a:gd name="connsiteY42" fmla="*/ 319188 h 885758"/>
              <a:gd name="connsiteX43" fmla="*/ 287346 w 714149"/>
              <a:gd name="connsiteY43" fmla="*/ 374889 h 885758"/>
              <a:gd name="connsiteX44" fmla="*/ 340752 w 714149"/>
              <a:gd name="connsiteY44" fmla="*/ 387267 h 885758"/>
              <a:gd name="connsiteX45" fmla="*/ 404094 w 714149"/>
              <a:gd name="connsiteY45" fmla="*/ 374889 h 885758"/>
              <a:gd name="connsiteX46" fmla="*/ 554378 w 714149"/>
              <a:gd name="connsiteY46" fmla="*/ 316712 h 885758"/>
              <a:gd name="connsiteX47" fmla="*/ 344466 w 714149"/>
              <a:gd name="connsiteY47" fmla="*/ 90664 h 885758"/>
              <a:gd name="connsiteX48" fmla="*/ 358058 w 714149"/>
              <a:gd name="connsiteY48" fmla="*/ 104192 h 885758"/>
              <a:gd name="connsiteX49" fmla="*/ 344466 w 714149"/>
              <a:gd name="connsiteY49" fmla="*/ 116491 h 885758"/>
              <a:gd name="connsiteX50" fmla="*/ 296282 w 714149"/>
              <a:gd name="connsiteY50" fmla="*/ 137398 h 885758"/>
              <a:gd name="connsiteX51" fmla="*/ 344466 w 714149"/>
              <a:gd name="connsiteY51" fmla="*/ 159535 h 885758"/>
              <a:gd name="connsiteX52" fmla="*/ 395122 w 714149"/>
              <a:gd name="connsiteY52" fmla="*/ 137398 h 885758"/>
              <a:gd name="connsiteX53" fmla="*/ 407478 w 714149"/>
              <a:gd name="connsiteY53" fmla="*/ 125099 h 885758"/>
              <a:gd name="connsiteX54" fmla="*/ 419832 w 714149"/>
              <a:gd name="connsiteY54" fmla="*/ 137398 h 885758"/>
              <a:gd name="connsiteX55" fmla="*/ 344466 w 714149"/>
              <a:gd name="connsiteY55" fmla="*/ 184131 h 885758"/>
              <a:gd name="connsiteX56" fmla="*/ 270338 w 714149"/>
              <a:gd name="connsiteY56" fmla="*/ 137398 h 885758"/>
              <a:gd name="connsiteX57" fmla="*/ 344466 w 714149"/>
              <a:gd name="connsiteY57" fmla="*/ 90664 h 885758"/>
              <a:gd name="connsiteX58" fmla="*/ 325808 w 714149"/>
              <a:gd name="connsiteY58" fmla="*/ 29575 h 885758"/>
              <a:gd name="connsiteX59" fmla="*/ 28654 w 714149"/>
              <a:gd name="connsiteY59" fmla="*/ 133677 h 885758"/>
              <a:gd name="connsiteX60" fmla="*/ 136822 w 714149"/>
              <a:gd name="connsiteY60" fmla="*/ 174574 h 885758"/>
              <a:gd name="connsiteX61" fmla="*/ 138066 w 714149"/>
              <a:gd name="connsiteY61" fmla="*/ 175813 h 885758"/>
              <a:gd name="connsiteX62" fmla="*/ 328296 w 714149"/>
              <a:gd name="connsiteY62" fmla="*/ 246454 h 885758"/>
              <a:gd name="connsiteX63" fmla="*/ 361866 w 714149"/>
              <a:gd name="connsiteY63" fmla="*/ 246454 h 885758"/>
              <a:gd name="connsiteX64" fmla="*/ 657778 w 714149"/>
              <a:gd name="connsiteY64" fmla="*/ 136155 h 885758"/>
              <a:gd name="connsiteX65" fmla="*/ 364352 w 714149"/>
              <a:gd name="connsiteY65" fmla="*/ 29575 h 885758"/>
              <a:gd name="connsiteX66" fmla="*/ 325808 w 714149"/>
              <a:gd name="connsiteY66" fmla="*/ 29575 h 885758"/>
              <a:gd name="connsiteX67" fmla="*/ 345260 w 714149"/>
              <a:gd name="connsiteY67" fmla="*/ 0 h 885758"/>
              <a:gd name="connsiteX68" fmla="*/ 374330 w 714149"/>
              <a:gd name="connsiteY68" fmla="*/ 4667 h 885758"/>
              <a:gd name="connsiteX69" fmla="*/ 671556 w 714149"/>
              <a:gd name="connsiteY69" fmla="*/ 112937 h 885758"/>
              <a:gd name="connsiteX70" fmla="*/ 686480 w 714149"/>
              <a:gd name="connsiteY70" fmla="*/ 135337 h 885758"/>
              <a:gd name="connsiteX71" fmla="*/ 685236 w 714149"/>
              <a:gd name="connsiteY71" fmla="*/ 135337 h 885758"/>
              <a:gd name="connsiteX72" fmla="*/ 686480 w 714149"/>
              <a:gd name="connsiteY72" fmla="*/ 136582 h 885758"/>
              <a:gd name="connsiteX73" fmla="*/ 686480 w 714149"/>
              <a:gd name="connsiteY73" fmla="*/ 287164 h 885758"/>
              <a:gd name="connsiteX74" fmla="*/ 711352 w 714149"/>
              <a:gd name="connsiteY74" fmla="*/ 330721 h 885758"/>
              <a:gd name="connsiteX75" fmla="*/ 711352 w 714149"/>
              <a:gd name="connsiteY75" fmla="*/ 349388 h 885758"/>
              <a:gd name="connsiteX76" fmla="*/ 695184 w 714149"/>
              <a:gd name="connsiteY76" fmla="*/ 359344 h 885758"/>
              <a:gd name="connsiteX77" fmla="*/ 651658 w 714149"/>
              <a:gd name="connsiteY77" fmla="*/ 359344 h 885758"/>
              <a:gd name="connsiteX78" fmla="*/ 635490 w 714149"/>
              <a:gd name="connsiteY78" fmla="*/ 349388 h 885758"/>
              <a:gd name="connsiteX79" fmla="*/ 635490 w 714149"/>
              <a:gd name="connsiteY79" fmla="*/ 330721 h 885758"/>
              <a:gd name="connsiteX80" fmla="*/ 660364 w 714149"/>
              <a:gd name="connsiteY80" fmla="*/ 287164 h 885758"/>
              <a:gd name="connsiteX81" fmla="*/ 660364 w 714149"/>
              <a:gd name="connsiteY81" fmla="*/ 161471 h 885758"/>
              <a:gd name="connsiteX82" fmla="*/ 579528 w 714149"/>
              <a:gd name="connsiteY82" fmla="*/ 192583 h 885758"/>
              <a:gd name="connsiteX83" fmla="*/ 579528 w 714149"/>
              <a:gd name="connsiteY83" fmla="*/ 318276 h 885758"/>
              <a:gd name="connsiteX84" fmla="*/ 683992 w 714149"/>
              <a:gd name="connsiteY84" fmla="*/ 557216 h 885758"/>
              <a:gd name="connsiteX85" fmla="*/ 679018 w 714149"/>
              <a:gd name="connsiteY85" fmla="*/ 606995 h 885758"/>
              <a:gd name="connsiteX86" fmla="*/ 351946 w 714149"/>
              <a:gd name="connsiteY86" fmla="*/ 885758 h 885758"/>
              <a:gd name="connsiteX87" fmla="*/ 23628 w 714149"/>
              <a:gd name="connsiteY87" fmla="*/ 606995 h 885758"/>
              <a:gd name="connsiteX88" fmla="*/ 19898 w 714149"/>
              <a:gd name="connsiteY88" fmla="*/ 557216 h 885758"/>
              <a:gd name="connsiteX89" fmla="*/ 119388 w 714149"/>
              <a:gd name="connsiteY89" fmla="*/ 322009 h 885758"/>
              <a:gd name="connsiteX90" fmla="*/ 119388 w 714149"/>
              <a:gd name="connsiteY90" fmla="*/ 195072 h 885758"/>
              <a:gd name="connsiteX91" fmla="*/ 13680 w 714149"/>
              <a:gd name="connsiteY91" fmla="*/ 155249 h 885758"/>
              <a:gd name="connsiteX92" fmla="*/ 0 w 714149"/>
              <a:gd name="connsiteY92" fmla="*/ 132848 h 885758"/>
              <a:gd name="connsiteX93" fmla="*/ 13680 w 714149"/>
              <a:gd name="connsiteY93" fmla="*/ 110448 h 885758"/>
              <a:gd name="connsiteX94" fmla="*/ 14924 w 714149"/>
              <a:gd name="connsiteY94" fmla="*/ 110448 h 885758"/>
              <a:gd name="connsiteX95" fmla="*/ 317124 w 714149"/>
              <a:gd name="connsiteY95" fmla="*/ 4667 h 885758"/>
              <a:gd name="connsiteX96" fmla="*/ 345260 w 714149"/>
              <a:gd name="connsiteY96" fmla="*/ 0 h 8857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</a:cxnLst>
            <a:rect l="l" t="t" r="r" b="b"/>
            <a:pathLst>
              <a:path w="714149" h="885758">
                <a:moveTo>
                  <a:pt x="482990" y="619065"/>
                </a:moveTo>
                <a:cubicBezTo>
                  <a:pt x="474314" y="725680"/>
                  <a:pt x="447048" y="811220"/>
                  <a:pt x="409866" y="855849"/>
                </a:cubicBezTo>
                <a:cubicBezTo>
                  <a:pt x="531326" y="832295"/>
                  <a:pt x="626760" y="739317"/>
                  <a:pt x="651550" y="619065"/>
                </a:cubicBezTo>
                <a:close/>
                <a:moveTo>
                  <a:pt x="247912" y="619065"/>
                </a:moveTo>
                <a:cubicBezTo>
                  <a:pt x="257818" y="743049"/>
                  <a:pt x="297446" y="860833"/>
                  <a:pt x="351936" y="860833"/>
                </a:cubicBezTo>
                <a:cubicBezTo>
                  <a:pt x="405186" y="860833"/>
                  <a:pt x="446052" y="743049"/>
                  <a:pt x="455958" y="619065"/>
                </a:cubicBezTo>
                <a:close/>
                <a:moveTo>
                  <a:pt x="52322" y="619065"/>
                </a:moveTo>
                <a:cubicBezTo>
                  <a:pt x="75872" y="739317"/>
                  <a:pt x="172546" y="832295"/>
                  <a:pt x="294006" y="855849"/>
                </a:cubicBezTo>
                <a:cubicBezTo>
                  <a:pt x="255586" y="811220"/>
                  <a:pt x="228318" y="725680"/>
                  <a:pt x="220882" y="619065"/>
                </a:cubicBezTo>
                <a:close/>
                <a:moveTo>
                  <a:pt x="438628" y="391005"/>
                </a:moveTo>
                <a:lnTo>
                  <a:pt x="413858" y="399675"/>
                </a:lnTo>
                <a:cubicBezTo>
                  <a:pt x="390326" y="409583"/>
                  <a:pt x="366794" y="413299"/>
                  <a:pt x="344502" y="413299"/>
                </a:cubicBezTo>
                <a:cubicBezTo>
                  <a:pt x="343264" y="413299"/>
                  <a:pt x="342024" y="413299"/>
                  <a:pt x="340786" y="413299"/>
                </a:cubicBezTo>
                <a:lnTo>
                  <a:pt x="339548" y="413299"/>
                </a:lnTo>
                <a:cubicBezTo>
                  <a:pt x="319732" y="413299"/>
                  <a:pt x="299916" y="409583"/>
                  <a:pt x="277622" y="399675"/>
                </a:cubicBezTo>
                <a:lnTo>
                  <a:pt x="262760" y="394721"/>
                </a:lnTo>
                <a:cubicBezTo>
                  <a:pt x="251614" y="443024"/>
                  <a:pt x="245422" y="498758"/>
                  <a:pt x="245422" y="558208"/>
                </a:cubicBezTo>
                <a:cubicBezTo>
                  <a:pt x="245422" y="569355"/>
                  <a:pt x="245422" y="580501"/>
                  <a:pt x="246660" y="591648"/>
                </a:cubicBezTo>
                <a:lnTo>
                  <a:pt x="457206" y="591648"/>
                </a:lnTo>
                <a:cubicBezTo>
                  <a:pt x="457206" y="580501"/>
                  <a:pt x="457206" y="569355"/>
                  <a:pt x="457206" y="558208"/>
                </a:cubicBezTo>
                <a:cubicBezTo>
                  <a:pt x="457206" y="497519"/>
                  <a:pt x="452252" y="440547"/>
                  <a:pt x="438628" y="391005"/>
                </a:cubicBezTo>
                <a:close/>
                <a:moveTo>
                  <a:pt x="136450" y="344895"/>
                </a:moveTo>
                <a:cubicBezTo>
                  <a:pt x="78276" y="401934"/>
                  <a:pt x="46094" y="476332"/>
                  <a:pt x="46094" y="558169"/>
                </a:cubicBezTo>
                <a:cubicBezTo>
                  <a:pt x="46094" y="569329"/>
                  <a:pt x="47332" y="581729"/>
                  <a:pt x="47332" y="591648"/>
                </a:cubicBezTo>
                <a:lnTo>
                  <a:pt x="219380" y="591648"/>
                </a:lnTo>
                <a:cubicBezTo>
                  <a:pt x="218142" y="581729"/>
                  <a:pt x="218142" y="569329"/>
                  <a:pt x="218142" y="558169"/>
                </a:cubicBezTo>
                <a:cubicBezTo>
                  <a:pt x="218142" y="496171"/>
                  <a:pt x="225568" y="436653"/>
                  <a:pt x="237946" y="384574"/>
                </a:cubicBezTo>
                <a:close/>
                <a:moveTo>
                  <a:pt x="563704" y="341156"/>
                </a:moveTo>
                <a:lnTo>
                  <a:pt x="464680" y="379598"/>
                </a:lnTo>
                <a:cubicBezTo>
                  <a:pt x="478296" y="432921"/>
                  <a:pt x="484484" y="493684"/>
                  <a:pt x="484484" y="558167"/>
                </a:cubicBezTo>
                <a:cubicBezTo>
                  <a:pt x="484484" y="569327"/>
                  <a:pt x="484484" y="581728"/>
                  <a:pt x="484484" y="591648"/>
                </a:cubicBezTo>
                <a:lnTo>
                  <a:pt x="655302" y="591648"/>
                </a:lnTo>
                <a:cubicBezTo>
                  <a:pt x="656540" y="581728"/>
                  <a:pt x="657778" y="569327"/>
                  <a:pt x="657778" y="558167"/>
                </a:cubicBezTo>
                <a:cubicBezTo>
                  <a:pt x="657778" y="476323"/>
                  <a:pt x="623120" y="398199"/>
                  <a:pt x="563704" y="341156"/>
                </a:cubicBezTo>
                <a:close/>
                <a:moveTo>
                  <a:pt x="674518" y="318724"/>
                </a:moveTo>
                <a:lnTo>
                  <a:pt x="664006" y="333679"/>
                </a:lnTo>
                <a:lnTo>
                  <a:pt x="682694" y="333679"/>
                </a:lnTo>
                <a:close/>
                <a:moveTo>
                  <a:pt x="553134" y="204071"/>
                </a:moveTo>
                <a:lnTo>
                  <a:pt x="370560" y="270913"/>
                </a:lnTo>
                <a:cubicBezTo>
                  <a:pt x="361866" y="274626"/>
                  <a:pt x="354414" y="275864"/>
                  <a:pt x="344478" y="275864"/>
                </a:cubicBezTo>
                <a:cubicBezTo>
                  <a:pt x="337026" y="275864"/>
                  <a:pt x="327090" y="274626"/>
                  <a:pt x="319638" y="270913"/>
                </a:cubicBezTo>
                <a:lnTo>
                  <a:pt x="145758" y="206547"/>
                </a:lnTo>
                <a:lnTo>
                  <a:pt x="145758" y="319188"/>
                </a:lnTo>
                <a:lnTo>
                  <a:pt x="287346" y="374889"/>
                </a:lnTo>
                <a:cubicBezTo>
                  <a:pt x="305976" y="382316"/>
                  <a:pt x="323364" y="387267"/>
                  <a:pt x="340752" y="387267"/>
                </a:cubicBezTo>
                <a:cubicBezTo>
                  <a:pt x="361866" y="387267"/>
                  <a:pt x="382980" y="383554"/>
                  <a:pt x="404094" y="374889"/>
                </a:cubicBezTo>
                <a:lnTo>
                  <a:pt x="554378" y="316712"/>
                </a:lnTo>
                <a:close/>
                <a:moveTo>
                  <a:pt x="344466" y="90664"/>
                </a:moveTo>
                <a:cubicBezTo>
                  <a:pt x="353116" y="90664"/>
                  <a:pt x="358058" y="95583"/>
                  <a:pt x="358058" y="104192"/>
                </a:cubicBezTo>
                <a:cubicBezTo>
                  <a:pt x="358058" y="110341"/>
                  <a:pt x="353116" y="116491"/>
                  <a:pt x="344466" y="116491"/>
                </a:cubicBezTo>
                <a:cubicBezTo>
                  <a:pt x="314814" y="116491"/>
                  <a:pt x="296282" y="128789"/>
                  <a:pt x="296282" y="137398"/>
                </a:cubicBezTo>
                <a:cubicBezTo>
                  <a:pt x="296282" y="146006"/>
                  <a:pt x="314814" y="159535"/>
                  <a:pt x="344466" y="159535"/>
                </a:cubicBezTo>
                <a:cubicBezTo>
                  <a:pt x="375354" y="159535"/>
                  <a:pt x="395122" y="146006"/>
                  <a:pt x="395122" y="137398"/>
                </a:cubicBezTo>
                <a:cubicBezTo>
                  <a:pt x="395122" y="131248"/>
                  <a:pt x="400064" y="125099"/>
                  <a:pt x="407478" y="125099"/>
                </a:cubicBezTo>
                <a:cubicBezTo>
                  <a:pt x="414890" y="125099"/>
                  <a:pt x="419832" y="131248"/>
                  <a:pt x="419832" y="137398"/>
                </a:cubicBezTo>
                <a:cubicBezTo>
                  <a:pt x="419832" y="164454"/>
                  <a:pt x="387710" y="184131"/>
                  <a:pt x="344466" y="184131"/>
                </a:cubicBezTo>
                <a:cubicBezTo>
                  <a:pt x="302460" y="184131"/>
                  <a:pt x="270338" y="164454"/>
                  <a:pt x="270338" y="137398"/>
                </a:cubicBezTo>
                <a:cubicBezTo>
                  <a:pt x="270338" y="111571"/>
                  <a:pt x="302460" y="90664"/>
                  <a:pt x="344466" y="90664"/>
                </a:cubicBezTo>
                <a:close/>
                <a:moveTo>
                  <a:pt x="325808" y="29575"/>
                </a:moveTo>
                <a:lnTo>
                  <a:pt x="28654" y="133677"/>
                </a:lnTo>
                <a:lnTo>
                  <a:pt x="136822" y="174574"/>
                </a:lnTo>
                <a:cubicBezTo>
                  <a:pt x="136822" y="174574"/>
                  <a:pt x="138066" y="174574"/>
                  <a:pt x="138066" y="175813"/>
                </a:cubicBezTo>
                <a:lnTo>
                  <a:pt x="328296" y="246454"/>
                </a:lnTo>
                <a:cubicBezTo>
                  <a:pt x="339486" y="250171"/>
                  <a:pt x="350676" y="250171"/>
                  <a:pt x="361866" y="246454"/>
                </a:cubicBezTo>
                <a:lnTo>
                  <a:pt x="657778" y="136155"/>
                </a:lnTo>
                <a:lnTo>
                  <a:pt x="364352" y="29575"/>
                </a:lnTo>
                <a:cubicBezTo>
                  <a:pt x="351918" y="24618"/>
                  <a:pt x="339486" y="24618"/>
                  <a:pt x="325808" y="29575"/>
                </a:cubicBezTo>
                <a:close/>
                <a:moveTo>
                  <a:pt x="345260" y="0"/>
                </a:moveTo>
                <a:cubicBezTo>
                  <a:pt x="355054" y="0"/>
                  <a:pt x="365004" y="1556"/>
                  <a:pt x="374330" y="4667"/>
                </a:cubicBezTo>
                <a:lnTo>
                  <a:pt x="671556" y="112937"/>
                </a:lnTo>
                <a:cubicBezTo>
                  <a:pt x="680262" y="116670"/>
                  <a:pt x="686480" y="125382"/>
                  <a:pt x="686480" y="135337"/>
                </a:cubicBezTo>
                <a:lnTo>
                  <a:pt x="685236" y="135337"/>
                </a:lnTo>
                <a:cubicBezTo>
                  <a:pt x="685236" y="136582"/>
                  <a:pt x="686480" y="136582"/>
                  <a:pt x="686480" y="136582"/>
                </a:cubicBezTo>
                <a:lnTo>
                  <a:pt x="686480" y="287164"/>
                </a:lnTo>
                <a:lnTo>
                  <a:pt x="711352" y="330721"/>
                </a:lnTo>
                <a:cubicBezTo>
                  <a:pt x="715082" y="335699"/>
                  <a:pt x="715082" y="343165"/>
                  <a:pt x="711352" y="349388"/>
                </a:cubicBezTo>
                <a:cubicBezTo>
                  <a:pt x="707620" y="354366"/>
                  <a:pt x="701402" y="359344"/>
                  <a:pt x="695184" y="359344"/>
                </a:cubicBezTo>
                <a:lnTo>
                  <a:pt x="651658" y="359344"/>
                </a:lnTo>
                <a:cubicBezTo>
                  <a:pt x="644196" y="359344"/>
                  <a:pt x="639222" y="354366"/>
                  <a:pt x="635490" y="349388"/>
                </a:cubicBezTo>
                <a:cubicBezTo>
                  <a:pt x="631760" y="343165"/>
                  <a:pt x="631760" y="335699"/>
                  <a:pt x="635490" y="330721"/>
                </a:cubicBezTo>
                <a:lnTo>
                  <a:pt x="660364" y="287164"/>
                </a:lnTo>
                <a:lnTo>
                  <a:pt x="660364" y="161471"/>
                </a:lnTo>
                <a:lnTo>
                  <a:pt x="579528" y="192583"/>
                </a:lnTo>
                <a:lnTo>
                  <a:pt x="579528" y="318276"/>
                </a:lnTo>
                <a:cubicBezTo>
                  <a:pt x="645440" y="380500"/>
                  <a:pt x="683992" y="467613"/>
                  <a:pt x="683992" y="557216"/>
                </a:cubicBezTo>
                <a:cubicBezTo>
                  <a:pt x="683992" y="574638"/>
                  <a:pt x="682748" y="589572"/>
                  <a:pt x="679018" y="606995"/>
                </a:cubicBezTo>
                <a:cubicBezTo>
                  <a:pt x="655388" y="765044"/>
                  <a:pt x="517346" y="885758"/>
                  <a:pt x="351946" y="885758"/>
                </a:cubicBezTo>
                <a:cubicBezTo>
                  <a:pt x="185300" y="885758"/>
                  <a:pt x="48502" y="765044"/>
                  <a:pt x="23628" y="606995"/>
                </a:cubicBezTo>
                <a:cubicBezTo>
                  <a:pt x="21142" y="589572"/>
                  <a:pt x="19898" y="574638"/>
                  <a:pt x="19898" y="557216"/>
                </a:cubicBezTo>
                <a:cubicBezTo>
                  <a:pt x="19898" y="467613"/>
                  <a:pt x="54720" y="384233"/>
                  <a:pt x="119388" y="322009"/>
                </a:cubicBezTo>
                <a:lnTo>
                  <a:pt x="119388" y="195072"/>
                </a:lnTo>
                <a:lnTo>
                  <a:pt x="13680" y="155249"/>
                </a:lnTo>
                <a:cubicBezTo>
                  <a:pt x="4974" y="151516"/>
                  <a:pt x="0" y="144049"/>
                  <a:pt x="0" y="132848"/>
                </a:cubicBezTo>
                <a:cubicBezTo>
                  <a:pt x="0" y="122893"/>
                  <a:pt x="4974" y="114181"/>
                  <a:pt x="13680" y="110448"/>
                </a:cubicBezTo>
                <a:cubicBezTo>
                  <a:pt x="13680" y="110448"/>
                  <a:pt x="13680" y="110448"/>
                  <a:pt x="14924" y="110448"/>
                </a:cubicBezTo>
                <a:lnTo>
                  <a:pt x="317124" y="4667"/>
                </a:lnTo>
                <a:cubicBezTo>
                  <a:pt x="325830" y="1556"/>
                  <a:pt x="335468" y="0"/>
                  <a:pt x="345260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15" name="TextBox 414">
            <a:extLst>
              <a:ext uri="{FF2B5EF4-FFF2-40B4-BE49-F238E27FC236}">
                <a16:creationId xmlns:a16="http://schemas.microsoft.com/office/drawing/2014/main" id="{95F7068E-CE55-554F-B3F5-80AA0DF44693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416" name="TextBox 415">
            <a:extLst>
              <a:ext uri="{FF2B5EF4-FFF2-40B4-BE49-F238E27FC236}">
                <a16:creationId xmlns:a16="http://schemas.microsoft.com/office/drawing/2014/main" id="{C4055A1D-6C00-854B-8D8A-3C3FE2F7EAF6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417" name="TextBox 416">
            <a:extLst>
              <a:ext uri="{FF2B5EF4-FFF2-40B4-BE49-F238E27FC236}">
                <a16:creationId xmlns:a16="http://schemas.microsoft.com/office/drawing/2014/main" id="{E5B25D21-C355-CB48-835E-78E0454640B0}"/>
              </a:ext>
            </a:extLst>
          </p:cNvPr>
          <p:cNvSpPr txBox="1"/>
          <p:nvPr/>
        </p:nvSpPr>
        <p:spPr>
          <a:xfrm>
            <a:off x="3693726" y="3357652"/>
            <a:ext cx="418503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418" name="TextBox 417">
            <a:extLst>
              <a:ext uri="{FF2B5EF4-FFF2-40B4-BE49-F238E27FC236}">
                <a16:creationId xmlns:a16="http://schemas.microsoft.com/office/drawing/2014/main" id="{9BCA54EB-77E7-C946-B903-2F250C974E2C}"/>
              </a:ext>
            </a:extLst>
          </p:cNvPr>
          <p:cNvSpPr txBox="1"/>
          <p:nvPr/>
        </p:nvSpPr>
        <p:spPr>
          <a:xfrm>
            <a:off x="3693727" y="3938981"/>
            <a:ext cx="418503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19" name="TextBox 418">
            <a:extLst>
              <a:ext uri="{FF2B5EF4-FFF2-40B4-BE49-F238E27FC236}">
                <a16:creationId xmlns:a16="http://schemas.microsoft.com/office/drawing/2014/main" id="{9E437227-9A99-6E41-B0C0-553FF8016234}"/>
              </a:ext>
            </a:extLst>
          </p:cNvPr>
          <p:cNvSpPr txBox="1"/>
          <p:nvPr/>
        </p:nvSpPr>
        <p:spPr>
          <a:xfrm>
            <a:off x="11074015" y="3357651"/>
            <a:ext cx="418503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420" name="TextBox 419">
            <a:extLst>
              <a:ext uri="{FF2B5EF4-FFF2-40B4-BE49-F238E27FC236}">
                <a16:creationId xmlns:a16="http://schemas.microsoft.com/office/drawing/2014/main" id="{4C01A204-F14B-3F41-A39D-611CA55FA54A}"/>
              </a:ext>
            </a:extLst>
          </p:cNvPr>
          <p:cNvSpPr txBox="1"/>
          <p:nvPr/>
        </p:nvSpPr>
        <p:spPr>
          <a:xfrm>
            <a:off x="11088304" y="3940010"/>
            <a:ext cx="418503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21" name="TextBox 420">
            <a:extLst>
              <a:ext uri="{FF2B5EF4-FFF2-40B4-BE49-F238E27FC236}">
                <a16:creationId xmlns:a16="http://schemas.microsoft.com/office/drawing/2014/main" id="{F70EC844-09D2-DF4B-95EC-038EFB4F3205}"/>
              </a:ext>
            </a:extLst>
          </p:cNvPr>
          <p:cNvSpPr txBox="1"/>
          <p:nvPr/>
        </p:nvSpPr>
        <p:spPr>
          <a:xfrm>
            <a:off x="18446371" y="3356622"/>
            <a:ext cx="4185033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422" name="TextBox 421">
            <a:extLst>
              <a:ext uri="{FF2B5EF4-FFF2-40B4-BE49-F238E27FC236}">
                <a16:creationId xmlns:a16="http://schemas.microsoft.com/office/drawing/2014/main" id="{7D1F57AE-E8A0-6D44-8AEB-8491748F4D41}"/>
              </a:ext>
            </a:extLst>
          </p:cNvPr>
          <p:cNvSpPr txBox="1"/>
          <p:nvPr/>
        </p:nvSpPr>
        <p:spPr>
          <a:xfrm>
            <a:off x="18460660" y="3938981"/>
            <a:ext cx="4185034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1230914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EC75761-711D-E443-BBF2-8CDEBEBF69C0}"/>
              </a:ext>
            </a:extLst>
          </p:cNvPr>
          <p:cNvGrpSpPr/>
          <p:nvPr/>
        </p:nvGrpSpPr>
        <p:grpSpPr>
          <a:xfrm>
            <a:off x="5080342" y="6810643"/>
            <a:ext cx="14216975" cy="6161358"/>
            <a:chOff x="5080342" y="6810643"/>
            <a:chExt cx="14216975" cy="616135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FFB25F1-1410-BF48-AB79-CE3150C90B7E}"/>
                </a:ext>
              </a:extLst>
            </p:cNvPr>
            <p:cNvGrpSpPr/>
            <p:nvPr/>
          </p:nvGrpSpPr>
          <p:grpSpPr>
            <a:xfrm>
              <a:off x="5080342" y="11608623"/>
              <a:ext cx="14216975" cy="1363378"/>
              <a:chOff x="5080342" y="11608623"/>
              <a:chExt cx="14216975" cy="1363378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F3B0C8D6-6A0F-CD47-BAA7-01F7C1698672}"/>
                  </a:ext>
                </a:extLst>
              </p:cNvPr>
              <p:cNvSpPr/>
              <p:nvPr/>
            </p:nvSpPr>
            <p:spPr>
              <a:xfrm>
                <a:off x="5080342" y="11608623"/>
                <a:ext cx="1421697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413" h="13">
                    <a:moveTo>
                      <a:pt x="11407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2"/>
                      <a:pt x="3" y="0"/>
                      <a:pt x="7" y="0"/>
                    </a:cubicBezTo>
                    <a:lnTo>
                      <a:pt x="11407" y="0"/>
                    </a:lnTo>
                    <a:cubicBezTo>
                      <a:pt x="11410" y="0"/>
                      <a:pt x="11413" y="2"/>
                      <a:pt x="11413" y="6"/>
                    </a:cubicBezTo>
                    <a:cubicBezTo>
                      <a:pt x="11413" y="10"/>
                      <a:pt x="11410" y="13"/>
                      <a:pt x="11407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490DAF75-A429-1A4F-AEAD-07BF2C84B047}"/>
                  </a:ext>
                </a:extLst>
              </p:cNvPr>
              <p:cNvSpPr/>
              <p:nvPr/>
            </p:nvSpPr>
            <p:spPr>
              <a:xfrm>
                <a:off x="5080342" y="12957046"/>
                <a:ext cx="1421697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413" h="13">
                    <a:moveTo>
                      <a:pt x="11407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1407" y="0"/>
                    </a:lnTo>
                    <a:cubicBezTo>
                      <a:pt x="11410" y="0"/>
                      <a:pt x="11413" y="3"/>
                      <a:pt x="11413" y="6"/>
                    </a:cubicBezTo>
                    <a:cubicBezTo>
                      <a:pt x="11413" y="10"/>
                      <a:pt x="11410" y="13"/>
                      <a:pt x="11407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9089445-B84C-CE44-BE1B-2C9F17353040}"/>
                </a:ext>
              </a:extLst>
            </p:cNvPr>
            <p:cNvGrpSpPr/>
            <p:nvPr/>
          </p:nvGrpSpPr>
          <p:grpSpPr>
            <a:xfrm>
              <a:off x="17643500" y="10043562"/>
              <a:ext cx="1571367" cy="2928439"/>
              <a:chOff x="17643500" y="10043562"/>
              <a:chExt cx="1571367" cy="2928439"/>
            </a:xfrm>
          </p:grpSpPr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0E3397BC-DA83-594A-9409-533AC3CBD110}"/>
                  </a:ext>
                </a:extLst>
              </p:cNvPr>
              <p:cNvSpPr/>
              <p:nvPr/>
            </p:nvSpPr>
            <p:spPr>
              <a:xfrm>
                <a:off x="17847216" y="10329995"/>
                <a:ext cx="566835" cy="92345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6" h="742">
                    <a:moveTo>
                      <a:pt x="385" y="252"/>
                    </a:moveTo>
                    <a:cubicBezTo>
                      <a:pt x="478" y="480"/>
                      <a:pt x="473" y="713"/>
                      <a:pt x="411" y="739"/>
                    </a:cubicBezTo>
                    <a:cubicBezTo>
                      <a:pt x="349" y="765"/>
                      <a:pt x="169" y="600"/>
                      <a:pt x="78" y="431"/>
                    </a:cubicBezTo>
                    <a:cubicBezTo>
                      <a:pt x="-29" y="230"/>
                      <a:pt x="-18" y="49"/>
                      <a:pt x="64" y="8"/>
                    </a:cubicBezTo>
                    <a:cubicBezTo>
                      <a:pt x="145" y="-31"/>
                      <a:pt x="313" y="74"/>
                      <a:pt x="385" y="25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C539B879-C5B2-9E49-9D88-0FEB5EDB9D78}"/>
                  </a:ext>
                </a:extLst>
              </p:cNvPr>
              <p:cNvSpPr/>
              <p:nvPr/>
            </p:nvSpPr>
            <p:spPr>
              <a:xfrm>
                <a:off x="17840165" y="10321950"/>
                <a:ext cx="584580" cy="938978"/>
              </a:xfrm>
              <a:custGeom>
                <a:avLst/>
                <a:gdLst>
                  <a:gd name="connsiteX0" fmla="*/ 136341 w 584580"/>
                  <a:gd name="connsiteY0" fmla="*/ 15518 h 938978"/>
                  <a:gd name="connsiteX1" fmla="*/ 90351 w 584580"/>
                  <a:gd name="connsiteY1" fmla="*/ 25474 h 938978"/>
                  <a:gd name="connsiteX2" fmla="*/ 28201 w 584580"/>
                  <a:gd name="connsiteY2" fmla="*/ 107612 h 938978"/>
                  <a:gd name="connsiteX3" fmla="*/ 111481 w 584580"/>
                  <a:gd name="connsiteY3" fmla="*/ 540705 h 938978"/>
                  <a:gd name="connsiteX4" fmla="*/ 499293 w 584580"/>
                  <a:gd name="connsiteY4" fmla="*/ 922773 h 938978"/>
                  <a:gd name="connsiteX5" fmla="*/ 515451 w 584580"/>
                  <a:gd name="connsiteY5" fmla="*/ 920284 h 938978"/>
                  <a:gd name="connsiteX6" fmla="*/ 478161 w 584580"/>
                  <a:gd name="connsiteY6" fmla="*/ 325403 h 938978"/>
                  <a:gd name="connsiteX7" fmla="*/ 204705 w 584580"/>
                  <a:gd name="connsiteY7" fmla="*/ 30452 h 938978"/>
                  <a:gd name="connsiteX8" fmla="*/ 136341 w 584580"/>
                  <a:gd name="connsiteY8" fmla="*/ 15518 h 938978"/>
                  <a:gd name="connsiteX9" fmla="*/ 141605 w 584580"/>
                  <a:gd name="connsiteY9" fmla="*/ 100 h 938978"/>
                  <a:gd name="connsiteX10" fmla="*/ 212153 w 584580"/>
                  <a:gd name="connsiteY10" fmla="*/ 15502 h 938978"/>
                  <a:gd name="connsiteX11" fmla="*/ 495589 w 584580"/>
                  <a:gd name="connsiteY11" fmla="*/ 319179 h 938978"/>
                  <a:gd name="connsiteX12" fmla="*/ 522939 w 584580"/>
                  <a:gd name="connsiteY12" fmla="*/ 935244 h 938978"/>
                  <a:gd name="connsiteX13" fmla="*/ 501805 w 584580"/>
                  <a:gd name="connsiteY13" fmla="*/ 938978 h 938978"/>
                  <a:gd name="connsiteX14" fmla="*/ 99027 w 584580"/>
                  <a:gd name="connsiteY14" fmla="*/ 548181 h 938978"/>
                  <a:gd name="connsiteX15" fmla="*/ 14493 w 584580"/>
                  <a:gd name="connsiteY15" fmla="*/ 102622 h 938978"/>
                  <a:gd name="connsiteX16" fmla="*/ 84109 w 584580"/>
                  <a:gd name="connsiteY16" fmla="*/ 11768 h 938978"/>
                  <a:gd name="connsiteX17" fmla="*/ 141605 w 584580"/>
                  <a:gd name="connsiteY17" fmla="*/ 100 h 938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84580" h="938978">
                    <a:moveTo>
                      <a:pt x="136341" y="15518"/>
                    </a:moveTo>
                    <a:cubicBezTo>
                      <a:pt x="118939" y="15518"/>
                      <a:pt x="102781" y="19252"/>
                      <a:pt x="90351" y="25474"/>
                    </a:cubicBezTo>
                    <a:cubicBezTo>
                      <a:pt x="63005" y="40408"/>
                      <a:pt x="41873" y="67788"/>
                      <a:pt x="28201" y="107612"/>
                    </a:cubicBezTo>
                    <a:cubicBezTo>
                      <a:pt x="2099" y="190995"/>
                      <a:pt x="9557" y="349049"/>
                      <a:pt x="111481" y="540705"/>
                    </a:cubicBezTo>
                    <a:cubicBezTo>
                      <a:pt x="219621" y="742318"/>
                      <a:pt x="418499" y="922773"/>
                      <a:pt x="499293" y="922773"/>
                    </a:cubicBezTo>
                    <a:cubicBezTo>
                      <a:pt x="505507" y="922773"/>
                      <a:pt x="510479" y="921529"/>
                      <a:pt x="515451" y="920284"/>
                    </a:cubicBezTo>
                    <a:cubicBezTo>
                      <a:pt x="585059" y="891660"/>
                      <a:pt x="596245" y="612888"/>
                      <a:pt x="478161" y="325403"/>
                    </a:cubicBezTo>
                    <a:cubicBezTo>
                      <a:pt x="414769" y="168594"/>
                      <a:pt x="295443" y="64054"/>
                      <a:pt x="204705" y="30452"/>
                    </a:cubicBezTo>
                    <a:cubicBezTo>
                      <a:pt x="178603" y="20496"/>
                      <a:pt x="156229" y="15518"/>
                      <a:pt x="136341" y="15518"/>
                    </a:cubicBezTo>
                    <a:close/>
                    <a:moveTo>
                      <a:pt x="141605" y="100"/>
                    </a:moveTo>
                    <a:cubicBezTo>
                      <a:pt x="163049" y="878"/>
                      <a:pt x="186669" y="6168"/>
                      <a:pt x="212153" y="15502"/>
                    </a:cubicBezTo>
                    <a:cubicBezTo>
                      <a:pt x="326521" y="59062"/>
                      <a:pt x="437161" y="178541"/>
                      <a:pt x="495589" y="319179"/>
                    </a:cubicBezTo>
                    <a:cubicBezTo>
                      <a:pt x="611201" y="602942"/>
                      <a:pt x="607471" y="899152"/>
                      <a:pt x="522939" y="935244"/>
                    </a:cubicBezTo>
                    <a:cubicBezTo>
                      <a:pt x="516723" y="937733"/>
                      <a:pt x="509263" y="938978"/>
                      <a:pt x="501805" y="938978"/>
                    </a:cubicBezTo>
                    <a:cubicBezTo>
                      <a:pt x="406083" y="938978"/>
                      <a:pt x="204695" y="747313"/>
                      <a:pt x="99027" y="548181"/>
                    </a:cubicBezTo>
                    <a:cubicBezTo>
                      <a:pt x="10765" y="383897"/>
                      <a:pt x="-21557" y="213390"/>
                      <a:pt x="14493" y="102622"/>
                    </a:cubicBezTo>
                    <a:cubicBezTo>
                      <a:pt x="29411" y="57818"/>
                      <a:pt x="53031" y="26703"/>
                      <a:pt x="84109" y="11768"/>
                    </a:cubicBezTo>
                    <a:cubicBezTo>
                      <a:pt x="100893" y="3056"/>
                      <a:pt x="120161" y="-678"/>
                      <a:pt x="141605" y="1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991FDEB7-ECCA-4448-9D84-273C54050C39}"/>
                  </a:ext>
                </a:extLst>
              </p:cNvPr>
              <p:cNvSpPr/>
              <p:nvPr/>
            </p:nvSpPr>
            <p:spPr>
              <a:xfrm>
                <a:off x="18456408" y="10052086"/>
                <a:ext cx="416094" cy="9409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5" h="756">
                    <a:moveTo>
                      <a:pt x="309" y="413"/>
                    </a:moveTo>
                    <a:cubicBezTo>
                      <a:pt x="259" y="621"/>
                      <a:pt x="124" y="769"/>
                      <a:pt x="74" y="756"/>
                    </a:cubicBezTo>
                    <a:cubicBezTo>
                      <a:pt x="24" y="742"/>
                      <a:pt x="-30" y="552"/>
                      <a:pt x="20" y="344"/>
                    </a:cubicBezTo>
                    <a:cubicBezTo>
                      <a:pt x="70" y="136"/>
                      <a:pt x="175" y="-17"/>
                      <a:pt x="255" y="2"/>
                    </a:cubicBezTo>
                    <a:cubicBezTo>
                      <a:pt x="334" y="21"/>
                      <a:pt x="359" y="205"/>
                      <a:pt x="309" y="41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65016A10-6DE3-0246-BF59-4DD2B7754C05}"/>
                  </a:ext>
                </a:extLst>
              </p:cNvPr>
              <p:cNvSpPr/>
              <p:nvPr/>
            </p:nvSpPr>
            <p:spPr>
              <a:xfrm>
                <a:off x="18449327" y="10043562"/>
                <a:ext cx="432375" cy="956904"/>
              </a:xfrm>
              <a:custGeom>
                <a:avLst/>
                <a:gdLst>
                  <a:gd name="connsiteX0" fmla="*/ 307653 w 432375"/>
                  <a:gd name="connsiteY0" fmla="*/ 16001 h 956904"/>
                  <a:gd name="connsiteX1" fmla="*/ 171041 w 432375"/>
                  <a:gd name="connsiteY1" fmla="*/ 120543 h 956904"/>
                  <a:gd name="connsiteX2" fmla="*/ 40639 w 432375"/>
                  <a:gd name="connsiteY2" fmla="*/ 436660 h 956904"/>
                  <a:gd name="connsiteX3" fmla="*/ 28221 w 432375"/>
                  <a:gd name="connsiteY3" fmla="*/ 781400 h 956904"/>
                  <a:gd name="connsiteX4" fmla="*/ 102735 w 432375"/>
                  <a:gd name="connsiteY4" fmla="*/ 939458 h 956904"/>
                  <a:gd name="connsiteX5" fmla="*/ 143719 w 432375"/>
                  <a:gd name="connsiteY5" fmla="*/ 928258 h 956904"/>
                  <a:gd name="connsiteX6" fmla="*/ 384651 w 432375"/>
                  <a:gd name="connsiteY6" fmla="*/ 520044 h 956904"/>
                  <a:gd name="connsiteX7" fmla="*/ 410733 w 432375"/>
                  <a:gd name="connsiteY7" fmla="*/ 177793 h 956904"/>
                  <a:gd name="connsiteX8" fmla="*/ 322555 w 432375"/>
                  <a:gd name="connsiteY8" fmla="*/ 18490 h 956904"/>
                  <a:gd name="connsiteX9" fmla="*/ 307653 w 432375"/>
                  <a:gd name="connsiteY9" fmla="*/ 16001 h 956904"/>
                  <a:gd name="connsiteX10" fmla="*/ 326307 w 432375"/>
                  <a:gd name="connsiteY10" fmla="*/ 2289 h 956904"/>
                  <a:gd name="connsiteX11" fmla="*/ 426927 w 432375"/>
                  <a:gd name="connsiteY11" fmla="*/ 176534 h 956904"/>
                  <a:gd name="connsiteX12" fmla="*/ 399599 w 432375"/>
                  <a:gd name="connsiteY12" fmla="*/ 523780 h 956904"/>
                  <a:gd name="connsiteX13" fmla="*/ 286557 w 432375"/>
                  <a:gd name="connsiteY13" fmla="*/ 793860 h 956904"/>
                  <a:gd name="connsiteX14" fmla="*/ 151155 w 432375"/>
                  <a:gd name="connsiteY14" fmla="*/ 941969 h 956904"/>
                  <a:gd name="connsiteX15" fmla="*/ 108921 w 432375"/>
                  <a:gd name="connsiteY15" fmla="*/ 956904 h 956904"/>
                  <a:gd name="connsiteX16" fmla="*/ 98983 w 432375"/>
                  <a:gd name="connsiteY16" fmla="*/ 955659 h 956904"/>
                  <a:gd name="connsiteX17" fmla="*/ 24451 w 432375"/>
                  <a:gd name="connsiteY17" fmla="*/ 432924 h 956904"/>
                  <a:gd name="connsiteX18" fmla="*/ 157367 w 432375"/>
                  <a:gd name="connsiteY18" fmla="*/ 111815 h 956904"/>
                  <a:gd name="connsiteX19" fmla="*/ 326307 w 432375"/>
                  <a:gd name="connsiteY19" fmla="*/ 2289 h 9569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32375" h="956904">
                    <a:moveTo>
                      <a:pt x="307653" y="16001"/>
                    </a:moveTo>
                    <a:cubicBezTo>
                      <a:pt x="266669" y="16001"/>
                      <a:pt x="218235" y="53338"/>
                      <a:pt x="171041" y="120543"/>
                    </a:cubicBezTo>
                    <a:cubicBezTo>
                      <a:pt x="116397" y="200195"/>
                      <a:pt x="70445" y="313449"/>
                      <a:pt x="40639" y="436660"/>
                    </a:cubicBezTo>
                    <a:cubicBezTo>
                      <a:pt x="3381" y="592228"/>
                      <a:pt x="17043" y="719173"/>
                      <a:pt x="28221" y="781400"/>
                    </a:cubicBezTo>
                    <a:cubicBezTo>
                      <a:pt x="46849" y="880964"/>
                      <a:pt x="79139" y="933236"/>
                      <a:pt x="102735" y="939458"/>
                    </a:cubicBezTo>
                    <a:cubicBezTo>
                      <a:pt x="112671" y="941948"/>
                      <a:pt x="126333" y="938214"/>
                      <a:pt x="143719" y="928258"/>
                    </a:cubicBezTo>
                    <a:cubicBezTo>
                      <a:pt x="212025" y="887187"/>
                      <a:pt x="333733" y="734107"/>
                      <a:pt x="384651" y="520044"/>
                    </a:cubicBezTo>
                    <a:cubicBezTo>
                      <a:pt x="413217" y="395589"/>
                      <a:pt x="423151" y="274868"/>
                      <a:pt x="410733" y="177793"/>
                    </a:cubicBezTo>
                    <a:cubicBezTo>
                      <a:pt x="398313" y="86940"/>
                      <a:pt x="367265" y="28447"/>
                      <a:pt x="322555" y="18490"/>
                    </a:cubicBezTo>
                    <a:cubicBezTo>
                      <a:pt x="318831" y="16001"/>
                      <a:pt x="312621" y="16001"/>
                      <a:pt x="307653" y="16001"/>
                    </a:cubicBezTo>
                    <a:close/>
                    <a:moveTo>
                      <a:pt x="326307" y="2289"/>
                    </a:moveTo>
                    <a:cubicBezTo>
                      <a:pt x="378481" y="13491"/>
                      <a:pt x="413263" y="76966"/>
                      <a:pt x="426927" y="176534"/>
                    </a:cubicBezTo>
                    <a:cubicBezTo>
                      <a:pt x="439349" y="274858"/>
                      <a:pt x="430653" y="398075"/>
                      <a:pt x="399599" y="523780"/>
                    </a:cubicBezTo>
                    <a:cubicBezTo>
                      <a:pt x="371027" y="644507"/>
                      <a:pt x="321339" y="737853"/>
                      <a:pt x="286557" y="793860"/>
                    </a:cubicBezTo>
                    <a:cubicBezTo>
                      <a:pt x="243079" y="863558"/>
                      <a:pt x="193391" y="918321"/>
                      <a:pt x="151155" y="941969"/>
                    </a:cubicBezTo>
                    <a:cubicBezTo>
                      <a:pt x="135007" y="951926"/>
                      <a:pt x="121343" y="956904"/>
                      <a:pt x="108921" y="956904"/>
                    </a:cubicBezTo>
                    <a:cubicBezTo>
                      <a:pt x="105195" y="956904"/>
                      <a:pt x="101467" y="955659"/>
                      <a:pt x="98983" y="955659"/>
                    </a:cubicBezTo>
                    <a:cubicBezTo>
                      <a:pt x="26935" y="935746"/>
                      <a:pt x="-36419" y="689313"/>
                      <a:pt x="24451" y="432924"/>
                    </a:cubicBezTo>
                    <a:cubicBezTo>
                      <a:pt x="55505" y="307218"/>
                      <a:pt x="102709" y="192714"/>
                      <a:pt x="157367" y="111815"/>
                    </a:cubicBezTo>
                    <a:cubicBezTo>
                      <a:pt x="215751" y="28426"/>
                      <a:pt x="275377" y="-10157"/>
                      <a:pt x="326307" y="228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04D7510D-44C2-D04D-972D-DBFC07F105B5}"/>
                  </a:ext>
                </a:extLst>
              </p:cNvPr>
              <p:cNvSpPr/>
              <p:nvPr/>
            </p:nvSpPr>
            <p:spPr>
              <a:xfrm>
                <a:off x="18635802" y="10776145"/>
                <a:ext cx="571818" cy="8823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0" h="709">
                    <a:moveTo>
                      <a:pt x="380" y="393"/>
                    </a:moveTo>
                    <a:cubicBezTo>
                      <a:pt x="286" y="562"/>
                      <a:pt x="94" y="741"/>
                      <a:pt x="30" y="704"/>
                    </a:cubicBezTo>
                    <a:cubicBezTo>
                      <a:pt x="-33" y="667"/>
                      <a:pt x="7" y="409"/>
                      <a:pt x="101" y="239"/>
                    </a:cubicBezTo>
                    <a:cubicBezTo>
                      <a:pt x="193" y="69"/>
                      <a:pt x="332" y="-33"/>
                      <a:pt x="409" y="9"/>
                    </a:cubicBezTo>
                    <a:cubicBezTo>
                      <a:pt x="486" y="51"/>
                      <a:pt x="473" y="223"/>
                      <a:pt x="380" y="39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3" name="Freeform 372">
                <a:extLst>
                  <a:ext uri="{FF2B5EF4-FFF2-40B4-BE49-F238E27FC236}">
                    <a16:creationId xmlns:a16="http://schemas.microsoft.com/office/drawing/2014/main" id="{D8686D3E-77A4-7243-A2E1-68BD2FC7E2E2}"/>
                  </a:ext>
                </a:extLst>
              </p:cNvPr>
              <p:cNvSpPr/>
              <p:nvPr/>
            </p:nvSpPr>
            <p:spPr>
              <a:xfrm>
                <a:off x="18627331" y="10766841"/>
                <a:ext cx="587536" cy="900358"/>
              </a:xfrm>
              <a:custGeom>
                <a:avLst/>
                <a:gdLst>
                  <a:gd name="connsiteX0" fmla="*/ 469643 w 587536"/>
                  <a:gd name="connsiteY0" fmla="*/ 16781 h 900358"/>
                  <a:gd name="connsiteX1" fmla="*/ 337885 w 587536"/>
                  <a:gd name="connsiteY1" fmla="*/ 70292 h 900358"/>
                  <a:gd name="connsiteX2" fmla="*/ 141491 w 587536"/>
                  <a:gd name="connsiteY2" fmla="*/ 310469 h 900358"/>
                  <a:gd name="connsiteX3" fmla="*/ 51995 w 587536"/>
                  <a:gd name="connsiteY3" fmla="*/ 877935 h 900358"/>
                  <a:gd name="connsiteX4" fmla="*/ 95499 w 587536"/>
                  <a:gd name="connsiteY4" fmla="*/ 880424 h 900358"/>
                  <a:gd name="connsiteX5" fmla="*/ 474615 w 587536"/>
                  <a:gd name="connsiteY5" fmla="*/ 494647 h 900358"/>
                  <a:gd name="connsiteX6" fmla="*/ 571569 w 587536"/>
                  <a:gd name="connsiteY6" fmla="*/ 198470 h 900358"/>
                  <a:gd name="connsiteX7" fmla="*/ 514391 w 587536"/>
                  <a:gd name="connsiteY7" fmla="*/ 26737 h 900358"/>
                  <a:gd name="connsiteX8" fmla="*/ 469643 w 587536"/>
                  <a:gd name="connsiteY8" fmla="*/ 16781 h 900358"/>
                  <a:gd name="connsiteX9" fmla="*/ 480561 w 587536"/>
                  <a:gd name="connsiteY9" fmla="*/ 600 h 900358"/>
                  <a:gd name="connsiteX10" fmla="*/ 520633 w 587536"/>
                  <a:gd name="connsiteY10" fmla="*/ 13025 h 900358"/>
                  <a:gd name="connsiteX11" fmla="*/ 586521 w 587536"/>
                  <a:gd name="connsiteY11" fmla="*/ 199701 h 900358"/>
                  <a:gd name="connsiteX12" fmla="*/ 488311 w 587536"/>
                  <a:gd name="connsiteY12" fmla="*/ 502116 h 900358"/>
                  <a:gd name="connsiteX13" fmla="*/ 97959 w 587536"/>
                  <a:gd name="connsiteY13" fmla="*/ 896625 h 900358"/>
                  <a:gd name="connsiteX14" fmla="*/ 70611 w 587536"/>
                  <a:gd name="connsiteY14" fmla="*/ 900358 h 900358"/>
                  <a:gd name="connsiteX15" fmla="*/ 42017 w 587536"/>
                  <a:gd name="connsiteY15" fmla="*/ 892891 h 900358"/>
                  <a:gd name="connsiteX16" fmla="*/ 8453 w 587536"/>
                  <a:gd name="connsiteY16" fmla="*/ 656435 h 900358"/>
                  <a:gd name="connsiteX17" fmla="*/ 125309 w 587536"/>
                  <a:gd name="connsiteY17" fmla="*/ 302995 h 900358"/>
                  <a:gd name="connsiteX18" fmla="*/ 327943 w 587536"/>
                  <a:gd name="connsiteY18" fmla="*/ 57827 h 900358"/>
                  <a:gd name="connsiteX19" fmla="*/ 480561 w 587536"/>
                  <a:gd name="connsiteY19" fmla="*/ 600 h 9003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87536" h="900358">
                    <a:moveTo>
                      <a:pt x="469643" y="16781"/>
                    </a:moveTo>
                    <a:cubicBezTo>
                      <a:pt x="432353" y="16781"/>
                      <a:pt x="386361" y="34203"/>
                      <a:pt x="337885" y="70292"/>
                    </a:cubicBezTo>
                    <a:cubicBezTo>
                      <a:pt x="267033" y="125047"/>
                      <a:pt x="197425" y="209669"/>
                      <a:pt x="141491" y="310469"/>
                    </a:cubicBezTo>
                    <a:cubicBezTo>
                      <a:pt x="19677" y="533224"/>
                      <a:pt x="-16369" y="839357"/>
                      <a:pt x="51995" y="877935"/>
                    </a:cubicBezTo>
                    <a:cubicBezTo>
                      <a:pt x="61939" y="885401"/>
                      <a:pt x="76855" y="885401"/>
                      <a:pt x="95499" y="880424"/>
                    </a:cubicBezTo>
                    <a:cubicBezTo>
                      <a:pt x="198669" y="851801"/>
                      <a:pt x="378903" y="667624"/>
                      <a:pt x="474615" y="494647"/>
                    </a:cubicBezTo>
                    <a:cubicBezTo>
                      <a:pt x="529307" y="392602"/>
                      <a:pt x="565353" y="288069"/>
                      <a:pt x="571569" y="198470"/>
                    </a:cubicBezTo>
                    <a:cubicBezTo>
                      <a:pt x="577783" y="112603"/>
                      <a:pt x="556653" y="51625"/>
                      <a:pt x="514391" y="26737"/>
                    </a:cubicBezTo>
                    <a:cubicBezTo>
                      <a:pt x="500717" y="20514"/>
                      <a:pt x="485801" y="16781"/>
                      <a:pt x="469643" y="16781"/>
                    </a:cubicBezTo>
                    <a:close/>
                    <a:moveTo>
                      <a:pt x="480561" y="600"/>
                    </a:moveTo>
                    <a:cubicBezTo>
                      <a:pt x="495071" y="2058"/>
                      <a:pt x="508513" y="6180"/>
                      <a:pt x="520633" y="13025"/>
                    </a:cubicBezTo>
                    <a:cubicBezTo>
                      <a:pt x="570359" y="40404"/>
                      <a:pt x="592737" y="106363"/>
                      <a:pt x="586521" y="199701"/>
                    </a:cubicBezTo>
                    <a:cubicBezTo>
                      <a:pt x="579061" y="291794"/>
                      <a:pt x="544253" y="398822"/>
                      <a:pt x="488311" y="502116"/>
                    </a:cubicBezTo>
                    <a:cubicBezTo>
                      <a:pt x="390101" y="678836"/>
                      <a:pt x="204871" y="866756"/>
                      <a:pt x="97959" y="896625"/>
                    </a:cubicBezTo>
                    <a:cubicBezTo>
                      <a:pt x="88015" y="899113"/>
                      <a:pt x="79313" y="900358"/>
                      <a:pt x="70611" y="900358"/>
                    </a:cubicBezTo>
                    <a:cubicBezTo>
                      <a:pt x="60665" y="900358"/>
                      <a:pt x="50719" y="897869"/>
                      <a:pt x="42017" y="892891"/>
                    </a:cubicBezTo>
                    <a:cubicBezTo>
                      <a:pt x="-15167" y="859289"/>
                      <a:pt x="-251" y="716171"/>
                      <a:pt x="8453" y="656435"/>
                    </a:cubicBezTo>
                    <a:cubicBezTo>
                      <a:pt x="27099" y="535718"/>
                      <a:pt x="70611" y="402555"/>
                      <a:pt x="125309" y="302995"/>
                    </a:cubicBezTo>
                    <a:cubicBezTo>
                      <a:pt x="182495" y="199701"/>
                      <a:pt x="254597" y="112586"/>
                      <a:pt x="327943" y="57827"/>
                    </a:cubicBezTo>
                    <a:cubicBezTo>
                      <a:pt x="383885" y="15826"/>
                      <a:pt x="437031" y="-3776"/>
                      <a:pt x="480561" y="6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9C52945C-9506-9042-B6D2-B20EA19D1848}"/>
                  </a:ext>
                </a:extLst>
              </p:cNvPr>
              <p:cNvSpPr/>
              <p:nvPr/>
            </p:nvSpPr>
            <p:spPr>
              <a:xfrm>
                <a:off x="17651626" y="11308285"/>
                <a:ext cx="599226" cy="5757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2" h="463">
                    <a:moveTo>
                      <a:pt x="322" y="98"/>
                    </a:moveTo>
                    <a:cubicBezTo>
                      <a:pt x="463" y="230"/>
                      <a:pt x="509" y="407"/>
                      <a:pt x="467" y="451"/>
                    </a:cubicBezTo>
                    <a:cubicBezTo>
                      <a:pt x="424" y="495"/>
                      <a:pt x="237" y="410"/>
                      <a:pt x="124" y="318"/>
                    </a:cubicBezTo>
                    <a:cubicBezTo>
                      <a:pt x="1" y="217"/>
                      <a:pt x="-28" y="93"/>
                      <a:pt x="27" y="32"/>
                    </a:cubicBezTo>
                    <a:cubicBezTo>
                      <a:pt x="81" y="-28"/>
                      <a:pt x="215" y="-1"/>
                      <a:pt x="322" y="9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4" name="Freeform 373">
                <a:extLst>
                  <a:ext uri="{FF2B5EF4-FFF2-40B4-BE49-F238E27FC236}">
                    <a16:creationId xmlns:a16="http://schemas.microsoft.com/office/drawing/2014/main" id="{C553CFE2-8A56-7440-9AA4-D296246924FD}"/>
                  </a:ext>
                </a:extLst>
              </p:cNvPr>
              <p:cNvSpPr/>
              <p:nvPr/>
            </p:nvSpPr>
            <p:spPr>
              <a:xfrm>
                <a:off x="17643500" y="11300602"/>
                <a:ext cx="613717" cy="590918"/>
              </a:xfrm>
              <a:custGeom>
                <a:avLst/>
                <a:gdLst>
                  <a:gd name="connsiteX0" fmla="*/ 134942 w 613717"/>
                  <a:gd name="connsiteY0" fmla="*/ 16402 h 590918"/>
                  <a:gd name="connsiteX1" fmla="*/ 46680 w 613717"/>
                  <a:gd name="connsiteY1" fmla="*/ 53706 h 590918"/>
                  <a:gd name="connsiteX2" fmla="*/ 15600 w 613717"/>
                  <a:gd name="connsiteY2" fmla="*/ 155669 h 590918"/>
                  <a:gd name="connsiteX3" fmla="*/ 167262 w 613717"/>
                  <a:gd name="connsiteY3" fmla="*/ 396899 h 590918"/>
                  <a:gd name="connsiteX4" fmla="*/ 581226 w 613717"/>
                  <a:gd name="connsiteY4" fmla="*/ 562278 h 590918"/>
                  <a:gd name="connsiteX5" fmla="*/ 597386 w 613717"/>
                  <a:gd name="connsiteY5" fmla="*/ 498862 h 590918"/>
                  <a:gd name="connsiteX6" fmla="*/ 400972 w 613717"/>
                  <a:gd name="connsiteY6" fmla="*/ 135774 h 590918"/>
                  <a:gd name="connsiteX7" fmla="*/ 144886 w 613717"/>
                  <a:gd name="connsiteY7" fmla="*/ 16402 h 590918"/>
                  <a:gd name="connsiteX8" fmla="*/ 134942 w 613717"/>
                  <a:gd name="connsiteY8" fmla="*/ 16402 h 590918"/>
                  <a:gd name="connsiteX9" fmla="*/ 136166 w 613717"/>
                  <a:gd name="connsiteY9" fmla="*/ 205 h 590918"/>
                  <a:gd name="connsiteX10" fmla="*/ 413416 w 613717"/>
                  <a:gd name="connsiteY10" fmla="*/ 123322 h 590918"/>
                  <a:gd name="connsiteX11" fmla="*/ 613584 w 613717"/>
                  <a:gd name="connsiteY11" fmla="*/ 498891 h 590918"/>
                  <a:gd name="connsiteX12" fmla="*/ 592448 w 613717"/>
                  <a:gd name="connsiteY12" fmla="*/ 573507 h 590918"/>
                  <a:gd name="connsiteX13" fmla="*/ 540230 w 613717"/>
                  <a:gd name="connsiteY13" fmla="*/ 590918 h 590918"/>
                  <a:gd name="connsiteX14" fmla="*/ 157302 w 613717"/>
                  <a:gd name="connsiteY14" fmla="*/ 409351 h 590918"/>
                  <a:gd name="connsiteX15" fmla="*/ 650 w 613717"/>
                  <a:gd name="connsiteY15" fmla="*/ 156899 h 590918"/>
                  <a:gd name="connsiteX16" fmla="*/ 35460 w 613717"/>
                  <a:gd name="connsiteY16" fmla="*/ 42488 h 590918"/>
                  <a:gd name="connsiteX17" fmla="*/ 136166 w 613717"/>
                  <a:gd name="connsiteY17" fmla="*/ 205 h 5909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13717" h="590918">
                    <a:moveTo>
                      <a:pt x="134942" y="16402"/>
                    </a:moveTo>
                    <a:cubicBezTo>
                      <a:pt x="96404" y="17645"/>
                      <a:pt x="66570" y="31323"/>
                      <a:pt x="46680" y="53706"/>
                    </a:cubicBezTo>
                    <a:cubicBezTo>
                      <a:pt x="23060" y="78575"/>
                      <a:pt x="13114" y="114635"/>
                      <a:pt x="15600" y="155669"/>
                    </a:cubicBezTo>
                    <a:cubicBezTo>
                      <a:pt x="21816" y="235250"/>
                      <a:pt x="77758" y="323535"/>
                      <a:pt x="167262" y="396899"/>
                    </a:cubicBezTo>
                    <a:cubicBezTo>
                      <a:pt x="332600" y="531192"/>
                      <a:pt x="538958" y="604556"/>
                      <a:pt x="581226" y="562278"/>
                    </a:cubicBezTo>
                    <a:cubicBezTo>
                      <a:pt x="592414" y="551087"/>
                      <a:pt x="598630" y="528705"/>
                      <a:pt x="597386" y="498862"/>
                    </a:cubicBezTo>
                    <a:cubicBezTo>
                      <a:pt x="594900" y="410577"/>
                      <a:pt x="532744" y="258876"/>
                      <a:pt x="400972" y="135774"/>
                    </a:cubicBezTo>
                    <a:cubicBezTo>
                      <a:pt x="321412" y="61166"/>
                      <a:pt x="224446" y="16402"/>
                      <a:pt x="144886" y="16402"/>
                    </a:cubicBezTo>
                    <a:cubicBezTo>
                      <a:pt x="141158" y="16402"/>
                      <a:pt x="138670" y="16402"/>
                      <a:pt x="134942" y="16402"/>
                    </a:cubicBezTo>
                    <a:close/>
                    <a:moveTo>
                      <a:pt x="136166" y="205"/>
                    </a:moveTo>
                    <a:cubicBezTo>
                      <a:pt x="221952" y="-3526"/>
                      <a:pt x="327630" y="43731"/>
                      <a:pt x="413416" y="123322"/>
                    </a:cubicBezTo>
                    <a:cubicBezTo>
                      <a:pt x="547690" y="250170"/>
                      <a:pt x="611098" y="406864"/>
                      <a:pt x="613584" y="498891"/>
                    </a:cubicBezTo>
                    <a:cubicBezTo>
                      <a:pt x="614828" y="532469"/>
                      <a:pt x="607368" y="558584"/>
                      <a:pt x="592448" y="573507"/>
                    </a:cubicBezTo>
                    <a:cubicBezTo>
                      <a:pt x="581258" y="585944"/>
                      <a:pt x="562610" y="590918"/>
                      <a:pt x="540230" y="590918"/>
                    </a:cubicBezTo>
                    <a:cubicBezTo>
                      <a:pt x="444498" y="590918"/>
                      <a:pt x="265466" y="497648"/>
                      <a:pt x="157302" y="409351"/>
                    </a:cubicBezTo>
                    <a:cubicBezTo>
                      <a:pt x="65300" y="333491"/>
                      <a:pt x="8108" y="241465"/>
                      <a:pt x="650" y="156899"/>
                    </a:cubicBezTo>
                    <a:cubicBezTo>
                      <a:pt x="-3080" y="110886"/>
                      <a:pt x="9352" y="72334"/>
                      <a:pt x="35460" y="42488"/>
                    </a:cubicBezTo>
                    <a:cubicBezTo>
                      <a:pt x="57840" y="16372"/>
                      <a:pt x="92652" y="2692"/>
                      <a:pt x="136166" y="20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13E30D9F-A41D-6641-8CE2-A9D3B85CE3F9}"/>
                  </a:ext>
                </a:extLst>
              </p:cNvPr>
              <p:cNvSpPr/>
              <p:nvPr/>
            </p:nvSpPr>
            <p:spPr>
              <a:xfrm>
                <a:off x="17984253" y="12457305"/>
                <a:ext cx="933098" cy="50596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0" h="407">
                    <a:moveTo>
                      <a:pt x="0" y="407"/>
                    </a:moveTo>
                    <a:lnTo>
                      <a:pt x="750" y="407"/>
                    </a:lnTo>
                    <a:lnTo>
                      <a:pt x="7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5" name="Freeform 374">
                <a:extLst>
                  <a:ext uri="{FF2B5EF4-FFF2-40B4-BE49-F238E27FC236}">
                    <a16:creationId xmlns:a16="http://schemas.microsoft.com/office/drawing/2014/main" id="{6038AD68-CB8F-8245-B320-04402354EEAA}"/>
                  </a:ext>
                </a:extLst>
              </p:cNvPr>
              <p:cNvSpPr/>
              <p:nvPr/>
            </p:nvSpPr>
            <p:spPr>
              <a:xfrm>
                <a:off x="17976778" y="12449831"/>
                <a:ext cx="948048" cy="522170"/>
              </a:xfrm>
              <a:custGeom>
                <a:avLst/>
                <a:gdLst>
                  <a:gd name="connsiteX0" fmla="*/ 14950 w 948048"/>
                  <a:gd name="connsiteY0" fmla="*/ 16201 h 522170"/>
                  <a:gd name="connsiteX1" fmla="*/ 14950 w 948048"/>
                  <a:gd name="connsiteY1" fmla="*/ 505969 h 522170"/>
                  <a:gd name="connsiteX2" fmla="*/ 931854 w 948048"/>
                  <a:gd name="connsiteY2" fmla="*/ 505969 h 522170"/>
                  <a:gd name="connsiteX3" fmla="*/ 931854 w 948048"/>
                  <a:gd name="connsiteY3" fmla="*/ 16201 h 522170"/>
                  <a:gd name="connsiteX4" fmla="*/ 7464 w 948048"/>
                  <a:gd name="connsiteY4" fmla="*/ 0 h 522170"/>
                  <a:gd name="connsiteX5" fmla="*/ 940584 w 948048"/>
                  <a:gd name="connsiteY5" fmla="*/ 0 h 522170"/>
                  <a:gd name="connsiteX6" fmla="*/ 948048 w 948048"/>
                  <a:gd name="connsiteY6" fmla="*/ 7460 h 522170"/>
                  <a:gd name="connsiteX7" fmla="*/ 948048 w 948048"/>
                  <a:gd name="connsiteY7" fmla="*/ 513467 h 522170"/>
                  <a:gd name="connsiteX8" fmla="*/ 940584 w 948048"/>
                  <a:gd name="connsiteY8" fmla="*/ 522170 h 522170"/>
                  <a:gd name="connsiteX9" fmla="*/ 7464 w 948048"/>
                  <a:gd name="connsiteY9" fmla="*/ 522170 h 522170"/>
                  <a:gd name="connsiteX10" fmla="*/ 0 w 948048"/>
                  <a:gd name="connsiteY10" fmla="*/ 513467 h 522170"/>
                  <a:gd name="connsiteX11" fmla="*/ 0 w 948048"/>
                  <a:gd name="connsiteY11" fmla="*/ 7460 h 522170"/>
                  <a:gd name="connsiteX12" fmla="*/ 7464 w 948048"/>
                  <a:gd name="connsiteY12" fmla="*/ 0 h 522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48048" h="522170">
                    <a:moveTo>
                      <a:pt x="14950" y="16201"/>
                    </a:moveTo>
                    <a:lnTo>
                      <a:pt x="14950" y="505969"/>
                    </a:lnTo>
                    <a:lnTo>
                      <a:pt x="931854" y="505969"/>
                    </a:lnTo>
                    <a:lnTo>
                      <a:pt x="931854" y="16201"/>
                    </a:lnTo>
                    <a:close/>
                    <a:moveTo>
                      <a:pt x="7464" y="0"/>
                    </a:moveTo>
                    <a:lnTo>
                      <a:pt x="940584" y="0"/>
                    </a:lnTo>
                    <a:cubicBezTo>
                      <a:pt x="945560" y="0"/>
                      <a:pt x="948048" y="3730"/>
                      <a:pt x="948048" y="7460"/>
                    </a:cubicBezTo>
                    <a:lnTo>
                      <a:pt x="948048" y="513467"/>
                    </a:lnTo>
                    <a:cubicBezTo>
                      <a:pt x="948048" y="518440"/>
                      <a:pt x="945560" y="522170"/>
                      <a:pt x="940584" y="522170"/>
                    </a:cubicBezTo>
                    <a:lnTo>
                      <a:pt x="7464" y="522170"/>
                    </a:lnTo>
                    <a:cubicBezTo>
                      <a:pt x="3732" y="522170"/>
                      <a:pt x="0" y="518440"/>
                      <a:pt x="0" y="513467"/>
                    </a:cubicBezTo>
                    <a:lnTo>
                      <a:pt x="0" y="7460"/>
                    </a:lnTo>
                    <a:cubicBezTo>
                      <a:pt x="0" y="3730"/>
                      <a:pt x="3732" y="0"/>
                      <a:pt x="74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AA2B79F8-109F-FF49-B577-CB42974964A9}"/>
                  </a:ext>
                </a:extLst>
              </p:cNvPr>
              <p:cNvSpPr/>
              <p:nvPr/>
            </p:nvSpPr>
            <p:spPr>
              <a:xfrm>
                <a:off x="17984253" y="12123319"/>
                <a:ext cx="933098" cy="1657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0" h="134">
                    <a:moveTo>
                      <a:pt x="750" y="0"/>
                    </a:moveTo>
                    <a:lnTo>
                      <a:pt x="0" y="0"/>
                    </a:lnTo>
                    <a:lnTo>
                      <a:pt x="0" y="134"/>
                    </a:lnTo>
                    <a:lnTo>
                      <a:pt x="750" y="134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7692BDB7-527A-264B-892D-C254B1245848}"/>
                  </a:ext>
                </a:extLst>
              </p:cNvPr>
              <p:cNvSpPr/>
              <p:nvPr/>
            </p:nvSpPr>
            <p:spPr>
              <a:xfrm>
                <a:off x="17976778" y="12115842"/>
                <a:ext cx="948048" cy="181949"/>
              </a:xfrm>
              <a:custGeom>
                <a:avLst/>
                <a:gdLst>
                  <a:gd name="connsiteX0" fmla="*/ 14950 w 948048"/>
                  <a:gd name="connsiteY0" fmla="*/ 14954 h 181949"/>
                  <a:gd name="connsiteX1" fmla="*/ 14950 w 948048"/>
                  <a:gd name="connsiteY1" fmla="*/ 165748 h 181949"/>
                  <a:gd name="connsiteX2" fmla="*/ 931854 w 948048"/>
                  <a:gd name="connsiteY2" fmla="*/ 165748 h 181949"/>
                  <a:gd name="connsiteX3" fmla="*/ 931854 w 948048"/>
                  <a:gd name="connsiteY3" fmla="*/ 14954 h 181949"/>
                  <a:gd name="connsiteX4" fmla="*/ 7464 w 948048"/>
                  <a:gd name="connsiteY4" fmla="*/ 0 h 181949"/>
                  <a:gd name="connsiteX5" fmla="*/ 940584 w 948048"/>
                  <a:gd name="connsiteY5" fmla="*/ 0 h 181949"/>
                  <a:gd name="connsiteX6" fmla="*/ 948048 w 948048"/>
                  <a:gd name="connsiteY6" fmla="*/ 7426 h 181949"/>
                  <a:gd name="connsiteX7" fmla="*/ 948048 w 948048"/>
                  <a:gd name="connsiteY7" fmla="*/ 173285 h 181949"/>
                  <a:gd name="connsiteX8" fmla="*/ 940584 w 948048"/>
                  <a:gd name="connsiteY8" fmla="*/ 181949 h 181949"/>
                  <a:gd name="connsiteX9" fmla="*/ 7464 w 948048"/>
                  <a:gd name="connsiteY9" fmla="*/ 181949 h 181949"/>
                  <a:gd name="connsiteX10" fmla="*/ 0 w 948048"/>
                  <a:gd name="connsiteY10" fmla="*/ 173285 h 181949"/>
                  <a:gd name="connsiteX11" fmla="*/ 0 w 948048"/>
                  <a:gd name="connsiteY11" fmla="*/ 7426 h 181949"/>
                  <a:gd name="connsiteX12" fmla="*/ 7464 w 948048"/>
                  <a:gd name="connsiteY12" fmla="*/ 0 h 18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48048" h="181949">
                    <a:moveTo>
                      <a:pt x="14950" y="14954"/>
                    </a:moveTo>
                    <a:lnTo>
                      <a:pt x="14950" y="165748"/>
                    </a:lnTo>
                    <a:lnTo>
                      <a:pt x="931854" y="165748"/>
                    </a:lnTo>
                    <a:lnTo>
                      <a:pt x="931854" y="14954"/>
                    </a:lnTo>
                    <a:close/>
                    <a:moveTo>
                      <a:pt x="7464" y="0"/>
                    </a:moveTo>
                    <a:lnTo>
                      <a:pt x="940584" y="0"/>
                    </a:lnTo>
                    <a:cubicBezTo>
                      <a:pt x="945560" y="0"/>
                      <a:pt x="948048" y="3713"/>
                      <a:pt x="948048" y="7426"/>
                    </a:cubicBezTo>
                    <a:lnTo>
                      <a:pt x="948048" y="173285"/>
                    </a:lnTo>
                    <a:cubicBezTo>
                      <a:pt x="948048" y="178236"/>
                      <a:pt x="945560" y="181949"/>
                      <a:pt x="940584" y="181949"/>
                    </a:cubicBezTo>
                    <a:lnTo>
                      <a:pt x="7464" y="181949"/>
                    </a:lnTo>
                    <a:cubicBezTo>
                      <a:pt x="3732" y="181949"/>
                      <a:pt x="0" y="178236"/>
                      <a:pt x="0" y="173285"/>
                    </a:cubicBezTo>
                    <a:lnTo>
                      <a:pt x="0" y="7426"/>
                    </a:lnTo>
                    <a:cubicBezTo>
                      <a:pt x="0" y="3713"/>
                      <a:pt x="3732" y="0"/>
                      <a:pt x="74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94A989CA-3F68-8C42-9978-D480B5218A14}"/>
                  </a:ext>
                </a:extLst>
              </p:cNvPr>
              <p:cNvSpPr/>
              <p:nvPr/>
            </p:nvSpPr>
            <p:spPr>
              <a:xfrm>
                <a:off x="17984253" y="12290314"/>
                <a:ext cx="933098" cy="1657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0" h="134">
                    <a:moveTo>
                      <a:pt x="0" y="134"/>
                    </a:moveTo>
                    <a:lnTo>
                      <a:pt x="750" y="134"/>
                    </a:lnTo>
                    <a:lnTo>
                      <a:pt x="75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7" name="Freeform 376">
                <a:extLst>
                  <a:ext uri="{FF2B5EF4-FFF2-40B4-BE49-F238E27FC236}">
                    <a16:creationId xmlns:a16="http://schemas.microsoft.com/office/drawing/2014/main" id="{31578130-3719-6649-ABE7-375B7BDF25B4}"/>
                  </a:ext>
                </a:extLst>
              </p:cNvPr>
              <p:cNvSpPr/>
              <p:nvPr/>
            </p:nvSpPr>
            <p:spPr>
              <a:xfrm>
                <a:off x="17976778" y="12282836"/>
                <a:ext cx="948048" cy="181949"/>
              </a:xfrm>
              <a:custGeom>
                <a:avLst/>
                <a:gdLst>
                  <a:gd name="connsiteX0" fmla="*/ 14950 w 948048"/>
                  <a:gd name="connsiteY0" fmla="*/ 16201 h 181949"/>
                  <a:gd name="connsiteX1" fmla="*/ 14950 w 948048"/>
                  <a:gd name="connsiteY1" fmla="*/ 165749 h 181949"/>
                  <a:gd name="connsiteX2" fmla="*/ 931854 w 948048"/>
                  <a:gd name="connsiteY2" fmla="*/ 165749 h 181949"/>
                  <a:gd name="connsiteX3" fmla="*/ 931854 w 948048"/>
                  <a:gd name="connsiteY3" fmla="*/ 16201 h 181949"/>
                  <a:gd name="connsiteX4" fmla="*/ 7464 w 948048"/>
                  <a:gd name="connsiteY4" fmla="*/ 0 h 181949"/>
                  <a:gd name="connsiteX5" fmla="*/ 940584 w 948048"/>
                  <a:gd name="connsiteY5" fmla="*/ 0 h 181949"/>
                  <a:gd name="connsiteX6" fmla="*/ 948048 w 948048"/>
                  <a:gd name="connsiteY6" fmla="*/ 7426 h 181949"/>
                  <a:gd name="connsiteX7" fmla="*/ 948048 w 948048"/>
                  <a:gd name="connsiteY7" fmla="*/ 173285 h 181949"/>
                  <a:gd name="connsiteX8" fmla="*/ 940584 w 948048"/>
                  <a:gd name="connsiteY8" fmla="*/ 181949 h 181949"/>
                  <a:gd name="connsiteX9" fmla="*/ 7464 w 948048"/>
                  <a:gd name="connsiteY9" fmla="*/ 181949 h 181949"/>
                  <a:gd name="connsiteX10" fmla="*/ 0 w 948048"/>
                  <a:gd name="connsiteY10" fmla="*/ 173285 h 181949"/>
                  <a:gd name="connsiteX11" fmla="*/ 0 w 948048"/>
                  <a:gd name="connsiteY11" fmla="*/ 7426 h 181949"/>
                  <a:gd name="connsiteX12" fmla="*/ 7464 w 948048"/>
                  <a:gd name="connsiteY12" fmla="*/ 0 h 181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48048" h="181949">
                    <a:moveTo>
                      <a:pt x="14950" y="16201"/>
                    </a:moveTo>
                    <a:lnTo>
                      <a:pt x="14950" y="165749"/>
                    </a:lnTo>
                    <a:lnTo>
                      <a:pt x="931854" y="165749"/>
                    </a:lnTo>
                    <a:lnTo>
                      <a:pt x="931854" y="16201"/>
                    </a:lnTo>
                    <a:close/>
                    <a:moveTo>
                      <a:pt x="7464" y="0"/>
                    </a:moveTo>
                    <a:lnTo>
                      <a:pt x="940584" y="0"/>
                    </a:lnTo>
                    <a:cubicBezTo>
                      <a:pt x="945560" y="0"/>
                      <a:pt x="948048" y="3713"/>
                      <a:pt x="948048" y="7426"/>
                    </a:cubicBezTo>
                    <a:lnTo>
                      <a:pt x="948048" y="173285"/>
                    </a:lnTo>
                    <a:cubicBezTo>
                      <a:pt x="948048" y="178236"/>
                      <a:pt x="945560" y="181949"/>
                      <a:pt x="940584" y="181949"/>
                    </a:cubicBezTo>
                    <a:lnTo>
                      <a:pt x="7464" y="181949"/>
                    </a:lnTo>
                    <a:cubicBezTo>
                      <a:pt x="3732" y="181949"/>
                      <a:pt x="0" y="178236"/>
                      <a:pt x="0" y="173285"/>
                    </a:cubicBezTo>
                    <a:lnTo>
                      <a:pt x="0" y="7426"/>
                    </a:lnTo>
                    <a:cubicBezTo>
                      <a:pt x="0" y="3713"/>
                      <a:pt x="3732" y="0"/>
                      <a:pt x="74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80B49009-CFEE-5E4F-A7CE-957235A65FBE}"/>
                  </a:ext>
                </a:extLst>
              </p:cNvPr>
              <p:cNvSpPr/>
              <p:nvPr/>
            </p:nvSpPr>
            <p:spPr>
              <a:xfrm>
                <a:off x="18563546" y="10928185"/>
                <a:ext cx="523233" cy="11988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1" h="963">
                    <a:moveTo>
                      <a:pt x="7" y="963"/>
                    </a:moveTo>
                    <a:lnTo>
                      <a:pt x="6" y="963"/>
                    </a:lnTo>
                    <a:cubicBezTo>
                      <a:pt x="3" y="962"/>
                      <a:pt x="0" y="959"/>
                      <a:pt x="0" y="956"/>
                    </a:cubicBezTo>
                    <a:cubicBezTo>
                      <a:pt x="1" y="950"/>
                      <a:pt x="49" y="403"/>
                      <a:pt x="410" y="2"/>
                    </a:cubicBezTo>
                    <a:cubicBezTo>
                      <a:pt x="412" y="0"/>
                      <a:pt x="417" y="-1"/>
                      <a:pt x="419" y="2"/>
                    </a:cubicBezTo>
                    <a:cubicBezTo>
                      <a:pt x="422" y="4"/>
                      <a:pt x="422" y="8"/>
                      <a:pt x="420" y="11"/>
                    </a:cubicBezTo>
                    <a:cubicBezTo>
                      <a:pt x="61" y="408"/>
                      <a:pt x="14" y="951"/>
                      <a:pt x="14" y="957"/>
                    </a:cubicBezTo>
                    <a:cubicBezTo>
                      <a:pt x="13" y="961"/>
                      <a:pt x="10" y="963"/>
                      <a:pt x="7" y="9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DD9B81CF-74C3-E147-8CD1-82AD82F27FA0}"/>
                  </a:ext>
                </a:extLst>
              </p:cNvPr>
              <p:cNvSpPr/>
              <p:nvPr/>
            </p:nvSpPr>
            <p:spPr>
              <a:xfrm>
                <a:off x="18387889" y="10442156"/>
                <a:ext cx="289024" cy="16873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3" h="1355">
                    <a:moveTo>
                      <a:pt x="55" y="1355"/>
                    </a:moveTo>
                    <a:cubicBezTo>
                      <a:pt x="53" y="1355"/>
                      <a:pt x="51" y="1354"/>
                      <a:pt x="49" y="1352"/>
                    </a:cubicBezTo>
                    <a:cubicBezTo>
                      <a:pt x="48" y="1349"/>
                      <a:pt x="19" y="1286"/>
                      <a:pt x="7" y="1174"/>
                    </a:cubicBezTo>
                    <a:cubicBezTo>
                      <a:pt x="-6" y="1070"/>
                      <a:pt x="-7" y="902"/>
                      <a:pt x="59" y="694"/>
                    </a:cubicBezTo>
                    <a:cubicBezTo>
                      <a:pt x="109" y="532"/>
                      <a:pt x="219" y="9"/>
                      <a:pt x="221" y="5"/>
                    </a:cubicBezTo>
                    <a:cubicBezTo>
                      <a:pt x="221" y="1"/>
                      <a:pt x="225" y="-1"/>
                      <a:pt x="228" y="0"/>
                    </a:cubicBezTo>
                    <a:cubicBezTo>
                      <a:pt x="232" y="0"/>
                      <a:pt x="234" y="3"/>
                      <a:pt x="233" y="7"/>
                    </a:cubicBezTo>
                    <a:cubicBezTo>
                      <a:pt x="232" y="12"/>
                      <a:pt x="122" y="535"/>
                      <a:pt x="71" y="698"/>
                    </a:cubicBezTo>
                    <a:cubicBezTo>
                      <a:pt x="7" y="903"/>
                      <a:pt x="7" y="1069"/>
                      <a:pt x="19" y="1171"/>
                    </a:cubicBezTo>
                    <a:cubicBezTo>
                      <a:pt x="32" y="1283"/>
                      <a:pt x="61" y="1346"/>
                      <a:pt x="61" y="1346"/>
                    </a:cubicBezTo>
                    <a:cubicBezTo>
                      <a:pt x="63" y="1349"/>
                      <a:pt x="61" y="1354"/>
                      <a:pt x="58" y="1355"/>
                    </a:cubicBezTo>
                    <a:cubicBezTo>
                      <a:pt x="57" y="1355"/>
                      <a:pt x="56" y="1355"/>
                      <a:pt x="55" y="135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692EEED3-1EB9-5A4C-B392-FAB4B310EE75}"/>
                  </a:ext>
                </a:extLst>
              </p:cNvPr>
              <p:cNvSpPr/>
              <p:nvPr/>
            </p:nvSpPr>
            <p:spPr>
              <a:xfrm>
                <a:off x="17908259" y="11522636"/>
                <a:ext cx="459697" cy="6069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0" h="488">
                    <a:moveTo>
                      <a:pt x="363" y="488"/>
                    </a:moveTo>
                    <a:cubicBezTo>
                      <a:pt x="360" y="488"/>
                      <a:pt x="358" y="487"/>
                      <a:pt x="357" y="485"/>
                    </a:cubicBezTo>
                    <a:cubicBezTo>
                      <a:pt x="357" y="484"/>
                      <a:pt x="319" y="392"/>
                      <a:pt x="256" y="289"/>
                    </a:cubicBezTo>
                    <a:cubicBezTo>
                      <a:pt x="198" y="194"/>
                      <a:pt x="108" y="68"/>
                      <a:pt x="3" y="11"/>
                    </a:cubicBezTo>
                    <a:cubicBezTo>
                      <a:pt x="0" y="10"/>
                      <a:pt x="-1" y="6"/>
                      <a:pt x="1" y="3"/>
                    </a:cubicBezTo>
                    <a:cubicBezTo>
                      <a:pt x="3" y="0"/>
                      <a:pt x="6" y="-1"/>
                      <a:pt x="10" y="0"/>
                    </a:cubicBezTo>
                    <a:cubicBezTo>
                      <a:pt x="117" y="58"/>
                      <a:pt x="209" y="186"/>
                      <a:pt x="267" y="282"/>
                    </a:cubicBezTo>
                    <a:cubicBezTo>
                      <a:pt x="330" y="387"/>
                      <a:pt x="369" y="479"/>
                      <a:pt x="369" y="480"/>
                    </a:cubicBezTo>
                    <a:cubicBezTo>
                      <a:pt x="371" y="483"/>
                      <a:pt x="369" y="487"/>
                      <a:pt x="366" y="488"/>
                    </a:cubicBezTo>
                    <a:cubicBezTo>
                      <a:pt x="365" y="488"/>
                      <a:pt x="364" y="488"/>
                      <a:pt x="363" y="4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85A80E24-5D57-FF46-9C13-F9A7DCF718E6}"/>
                  </a:ext>
                </a:extLst>
              </p:cNvPr>
              <p:cNvSpPr/>
              <p:nvPr/>
            </p:nvSpPr>
            <p:spPr>
              <a:xfrm>
                <a:off x="18077687" y="10690152"/>
                <a:ext cx="345084" cy="8536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8" h="686">
                    <a:moveTo>
                      <a:pt x="271" y="686"/>
                    </a:moveTo>
                    <a:cubicBezTo>
                      <a:pt x="267" y="686"/>
                      <a:pt x="265" y="684"/>
                      <a:pt x="265" y="680"/>
                    </a:cubicBezTo>
                    <a:cubicBezTo>
                      <a:pt x="253" y="376"/>
                      <a:pt x="4" y="14"/>
                      <a:pt x="1" y="10"/>
                    </a:cubicBezTo>
                    <a:cubicBezTo>
                      <a:pt x="-1" y="8"/>
                      <a:pt x="0" y="4"/>
                      <a:pt x="3" y="2"/>
                    </a:cubicBezTo>
                    <a:cubicBezTo>
                      <a:pt x="6" y="-1"/>
                      <a:pt x="10" y="0"/>
                      <a:pt x="12" y="3"/>
                    </a:cubicBezTo>
                    <a:cubicBezTo>
                      <a:pt x="13" y="4"/>
                      <a:pt x="76" y="96"/>
                      <a:pt x="141" y="225"/>
                    </a:cubicBezTo>
                    <a:cubicBezTo>
                      <a:pt x="199" y="343"/>
                      <a:pt x="272" y="519"/>
                      <a:pt x="278" y="679"/>
                    </a:cubicBezTo>
                    <a:cubicBezTo>
                      <a:pt x="278" y="683"/>
                      <a:pt x="274" y="686"/>
                      <a:pt x="272" y="686"/>
                    </a:cubicBezTo>
                    <a:cubicBezTo>
                      <a:pt x="271" y="686"/>
                      <a:pt x="271" y="686"/>
                      <a:pt x="271" y="68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C718BA7-F3D0-F142-9735-72633C733C34}"/>
                </a:ext>
              </a:extLst>
            </p:cNvPr>
            <p:cNvGrpSpPr/>
            <p:nvPr/>
          </p:nvGrpSpPr>
          <p:grpSpPr>
            <a:xfrm>
              <a:off x="5554989" y="6810643"/>
              <a:ext cx="8533673" cy="6157616"/>
              <a:chOff x="5554989" y="6810643"/>
              <a:chExt cx="8533673" cy="6157616"/>
            </a:xfrm>
          </p:grpSpPr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727CBE88-A65A-5841-B012-5F36664746CB}"/>
                  </a:ext>
                </a:extLst>
              </p:cNvPr>
              <p:cNvSpPr/>
              <p:nvPr/>
            </p:nvSpPr>
            <p:spPr>
              <a:xfrm>
                <a:off x="5563706" y="6819367"/>
                <a:ext cx="8516232" cy="56229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37" h="4513">
                    <a:moveTo>
                      <a:pt x="6714" y="4513"/>
                    </a:moveTo>
                    <a:lnTo>
                      <a:pt x="3418" y="4513"/>
                    </a:lnTo>
                    <a:lnTo>
                      <a:pt x="123" y="4513"/>
                    </a:lnTo>
                    <a:cubicBezTo>
                      <a:pt x="89" y="4513"/>
                      <a:pt x="58" y="4499"/>
                      <a:pt x="36" y="4477"/>
                    </a:cubicBezTo>
                    <a:cubicBezTo>
                      <a:pt x="13" y="4454"/>
                      <a:pt x="0" y="4424"/>
                      <a:pt x="0" y="4390"/>
                    </a:cubicBezTo>
                    <a:lnTo>
                      <a:pt x="0" y="2256"/>
                    </a:lnTo>
                    <a:lnTo>
                      <a:pt x="0" y="123"/>
                    </a:lnTo>
                    <a:cubicBezTo>
                      <a:pt x="0" y="89"/>
                      <a:pt x="13" y="58"/>
                      <a:pt x="36" y="36"/>
                    </a:cubicBezTo>
                    <a:cubicBezTo>
                      <a:pt x="58" y="14"/>
                      <a:pt x="89" y="0"/>
                      <a:pt x="123" y="0"/>
                    </a:cubicBezTo>
                    <a:lnTo>
                      <a:pt x="3418" y="0"/>
                    </a:lnTo>
                    <a:lnTo>
                      <a:pt x="6714" y="0"/>
                    </a:lnTo>
                    <a:cubicBezTo>
                      <a:pt x="6748" y="0"/>
                      <a:pt x="6778" y="14"/>
                      <a:pt x="6801" y="36"/>
                    </a:cubicBezTo>
                    <a:cubicBezTo>
                      <a:pt x="6823" y="58"/>
                      <a:pt x="6837" y="89"/>
                      <a:pt x="6837" y="123"/>
                    </a:cubicBezTo>
                    <a:lnTo>
                      <a:pt x="6837" y="2256"/>
                    </a:lnTo>
                    <a:lnTo>
                      <a:pt x="6837" y="4390"/>
                    </a:lnTo>
                    <a:cubicBezTo>
                      <a:pt x="6837" y="4424"/>
                      <a:pt x="6823" y="4454"/>
                      <a:pt x="6801" y="4477"/>
                    </a:cubicBezTo>
                    <a:cubicBezTo>
                      <a:pt x="6778" y="4499"/>
                      <a:pt x="6748" y="4513"/>
                      <a:pt x="6714" y="451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0" name="Freeform 379">
                <a:extLst>
                  <a:ext uri="{FF2B5EF4-FFF2-40B4-BE49-F238E27FC236}">
                    <a16:creationId xmlns:a16="http://schemas.microsoft.com/office/drawing/2014/main" id="{2FB87C48-E167-9647-A826-51A734DC4CDC}"/>
                  </a:ext>
                </a:extLst>
              </p:cNvPr>
              <p:cNvSpPr/>
              <p:nvPr/>
            </p:nvSpPr>
            <p:spPr>
              <a:xfrm>
                <a:off x="5554989" y="6810643"/>
                <a:ext cx="8533673" cy="5640434"/>
              </a:xfrm>
              <a:custGeom>
                <a:avLst/>
                <a:gdLst>
                  <a:gd name="connsiteX0" fmla="*/ 161932 w 8533673"/>
                  <a:gd name="connsiteY0" fmla="*/ 16201 h 5640434"/>
                  <a:gd name="connsiteX1" fmla="*/ 58546 w 8533673"/>
                  <a:gd name="connsiteY1" fmla="*/ 59810 h 5640434"/>
                  <a:gd name="connsiteX2" fmla="*/ 16195 w 8533673"/>
                  <a:gd name="connsiteY2" fmla="*/ 161978 h 5640434"/>
                  <a:gd name="connsiteX3" fmla="*/ 16195 w 8533673"/>
                  <a:gd name="connsiteY3" fmla="*/ 5478457 h 5640434"/>
                  <a:gd name="connsiteX4" fmla="*/ 58546 w 8533673"/>
                  <a:gd name="connsiteY4" fmla="*/ 5580625 h 5640434"/>
                  <a:gd name="connsiteX5" fmla="*/ 161932 w 8533673"/>
                  <a:gd name="connsiteY5" fmla="*/ 5622987 h 5640434"/>
                  <a:gd name="connsiteX6" fmla="*/ 8371741 w 8533673"/>
                  <a:gd name="connsiteY6" fmla="*/ 5622987 h 5640434"/>
                  <a:gd name="connsiteX7" fmla="*/ 8473881 w 8533673"/>
                  <a:gd name="connsiteY7" fmla="*/ 5580625 h 5640434"/>
                  <a:gd name="connsiteX8" fmla="*/ 8516232 w 8533673"/>
                  <a:gd name="connsiteY8" fmla="*/ 5478457 h 5640434"/>
                  <a:gd name="connsiteX9" fmla="*/ 8516232 w 8533673"/>
                  <a:gd name="connsiteY9" fmla="*/ 161978 h 5640434"/>
                  <a:gd name="connsiteX10" fmla="*/ 8473881 w 8533673"/>
                  <a:gd name="connsiteY10" fmla="*/ 59810 h 5640434"/>
                  <a:gd name="connsiteX11" fmla="*/ 8371741 w 8533673"/>
                  <a:gd name="connsiteY11" fmla="*/ 16201 h 5640434"/>
                  <a:gd name="connsiteX12" fmla="*/ 161930 w 8533673"/>
                  <a:gd name="connsiteY12" fmla="*/ 0 h 5640434"/>
                  <a:gd name="connsiteX13" fmla="*/ 8371743 w 8533673"/>
                  <a:gd name="connsiteY13" fmla="*/ 0 h 5640434"/>
                  <a:gd name="connsiteX14" fmla="*/ 8485094 w 8533673"/>
                  <a:gd name="connsiteY14" fmla="*/ 47347 h 5640434"/>
                  <a:gd name="connsiteX15" fmla="*/ 8533673 w 8533673"/>
                  <a:gd name="connsiteY15" fmla="*/ 161974 h 5640434"/>
                  <a:gd name="connsiteX16" fmla="*/ 8533673 w 8533673"/>
                  <a:gd name="connsiteY16" fmla="*/ 5478460 h 5640434"/>
                  <a:gd name="connsiteX17" fmla="*/ 8485094 w 8533673"/>
                  <a:gd name="connsiteY17" fmla="*/ 5591842 h 5640434"/>
                  <a:gd name="connsiteX18" fmla="*/ 8371743 w 8533673"/>
                  <a:gd name="connsiteY18" fmla="*/ 5640434 h 5640434"/>
                  <a:gd name="connsiteX19" fmla="*/ 161930 w 8533673"/>
                  <a:gd name="connsiteY19" fmla="*/ 5640434 h 5640434"/>
                  <a:gd name="connsiteX20" fmla="*/ 47333 w 8533673"/>
                  <a:gd name="connsiteY20" fmla="*/ 5591842 h 5640434"/>
                  <a:gd name="connsiteX21" fmla="*/ 0 w 8533673"/>
                  <a:gd name="connsiteY21" fmla="*/ 5478460 h 5640434"/>
                  <a:gd name="connsiteX22" fmla="*/ 0 w 8533673"/>
                  <a:gd name="connsiteY22" fmla="*/ 161974 h 5640434"/>
                  <a:gd name="connsiteX23" fmla="*/ 47333 w 8533673"/>
                  <a:gd name="connsiteY23" fmla="*/ 47347 h 5640434"/>
                  <a:gd name="connsiteX24" fmla="*/ 161930 w 8533673"/>
                  <a:gd name="connsiteY24" fmla="*/ 0 h 5640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533673" h="5640434">
                    <a:moveTo>
                      <a:pt x="161932" y="16201"/>
                    </a:moveTo>
                    <a:cubicBezTo>
                      <a:pt x="123318" y="16201"/>
                      <a:pt x="87195" y="32399"/>
                      <a:pt x="58546" y="59810"/>
                    </a:cubicBezTo>
                    <a:cubicBezTo>
                      <a:pt x="31143" y="87221"/>
                      <a:pt x="16195" y="123353"/>
                      <a:pt x="16195" y="161978"/>
                    </a:cubicBezTo>
                    <a:lnTo>
                      <a:pt x="16195" y="5478457"/>
                    </a:lnTo>
                    <a:cubicBezTo>
                      <a:pt x="16195" y="5515835"/>
                      <a:pt x="31143" y="5553213"/>
                      <a:pt x="58546" y="5580625"/>
                    </a:cubicBezTo>
                    <a:cubicBezTo>
                      <a:pt x="87195" y="5608035"/>
                      <a:pt x="123318" y="5622987"/>
                      <a:pt x="161932" y="5622987"/>
                    </a:cubicBezTo>
                    <a:lnTo>
                      <a:pt x="8371741" y="5622987"/>
                    </a:lnTo>
                    <a:cubicBezTo>
                      <a:pt x="8410355" y="5622987"/>
                      <a:pt x="8446478" y="5608035"/>
                      <a:pt x="8473881" y="5580625"/>
                    </a:cubicBezTo>
                    <a:cubicBezTo>
                      <a:pt x="8501285" y="5553213"/>
                      <a:pt x="8516232" y="5515835"/>
                      <a:pt x="8516232" y="5478457"/>
                    </a:cubicBezTo>
                    <a:lnTo>
                      <a:pt x="8516232" y="161978"/>
                    </a:lnTo>
                    <a:cubicBezTo>
                      <a:pt x="8516232" y="123353"/>
                      <a:pt x="8501285" y="87221"/>
                      <a:pt x="8473881" y="59810"/>
                    </a:cubicBezTo>
                    <a:cubicBezTo>
                      <a:pt x="8446478" y="32399"/>
                      <a:pt x="8410355" y="16201"/>
                      <a:pt x="8371741" y="16201"/>
                    </a:cubicBezTo>
                    <a:close/>
                    <a:moveTo>
                      <a:pt x="161930" y="0"/>
                    </a:moveTo>
                    <a:lnTo>
                      <a:pt x="8371743" y="0"/>
                    </a:lnTo>
                    <a:cubicBezTo>
                      <a:pt x="8414094" y="0"/>
                      <a:pt x="8455200" y="16198"/>
                      <a:pt x="8485094" y="47347"/>
                    </a:cubicBezTo>
                    <a:cubicBezTo>
                      <a:pt x="8516234" y="78495"/>
                      <a:pt x="8533673" y="118366"/>
                      <a:pt x="8533673" y="161974"/>
                    </a:cubicBezTo>
                    <a:lnTo>
                      <a:pt x="8533673" y="5478460"/>
                    </a:lnTo>
                    <a:cubicBezTo>
                      <a:pt x="8533673" y="5520823"/>
                      <a:pt x="8516234" y="5561939"/>
                      <a:pt x="8485094" y="5591842"/>
                    </a:cubicBezTo>
                    <a:cubicBezTo>
                      <a:pt x="8455200" y="5622991"/>
                      <a:pt x="8414094" y="5640434"/>
                      <a:pt x="8371743" y="5640434"/>
                    </a:cubicBezTo>
                    <a:lnTo>
                      <a:pt x="161930" y="5640434"/>
                    </a:lnTo>
                    <a:cubicBezTo>
                      <a:pt x="118333" y="5640434"/>
                      <a:pt x="77228" y="5622991"/>
                      <a:pt x="47333" y="5591842"/>
                    </a:cubicBezTo>
                    <a:cubicBezTo>
                      <a:pt x="16193" y="5561939"/>
                      <a:pt x="0" y="5520823"/>
                      <a:pt x="0" y="5478460"/>
                    </a:cubicBezTo>
                    <a:lnTo>
                      <a:pt x="0" y="161974"/>
                    </a:lnTo>
                    <a:cubicBezTo>
                      <a:pt x="0" y="118366"/>
                      <a:pt x="16193" y="78495"/>
                      <a:pt x="47333" y="47347"/>
                    </a:cubicBezTo>
                    <a:cubicBezTo>
                      <a:pt x="77228" y="16198"/>
                      <a:pt x="118333" y="0"/>
                      <a:pt x="1619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1" name="Freeform 380">
                <a:extLst>
                  <a:ext uri="{FF2B5EF4-FFF2-40B4-BE49-F238E27FC236}">
                    <a16:creationId xmlns:a16="http://schemas.microsoft.com/office/drawing/2014/main" id="{F36735E0-4B45-B946-9B07-B9B3B7A3B7F3}"/>
                  </a:ext>
                </a:extLst>
              </p:cNvPr>
              <p:cNvSpPr/>
              <p:nvPr/>
            </p:nvSpPr>
            <p:spPr>
              <a:xfrm>
                <a:off x="5690780" y="11597410"/>
                <a:ext cx="8260845" cy="712843"/>
              </a:xfrm>
              <a:custGeom>
                <a:avLst/>
                <a:gdLst>
                  <a:gd name="connsiteX0" fmla="*/ 16195 w 8260845"/>
                  <a:gd name="connsiteY0" fmla="*/ 16198 h 712843"/>
                  <a:gd name="connsiteX1" fmla="*/ 16195 w 8260845"/>
                  <a:gd name="connsiteY1" fmla="*/ 612049 h 712843"/>
                  <a:gd name="connsiteX2" fmla="*/ 41107 w 8260845"/>
                  <a:gd name="connsiteY2" fmla="*/ 671758 h 712843"/>
                  <a:gd name="connsiteX3" fmla="*/ 99651 w 8260845"/>
                  <a:gd name="connsiteY3" fmla="*/ 695393 h 712843"/>
                  <a:gd name="connsiteX4" fmla="*/ 8159948 w 8260845"/>
                  <a:gd name="connsiteY4" fmla="*/ 695393 h 712843"/>
                  <a:gd name="connsiteX5" fmla="*/ 8219737 w 8260845"/>
                  <a:gd name="connsiteY5" fmla="*/ 671758 h 712843"/>
                  <a:gd name="connsiteX6" fmla="*/ 8244649 w 8260845"/>
                  <a:gd name="connsiteY6" fmla="*/ 612049 h 712843"/>
                  <a:gd name="connsiteX7" fmla="*/ 8244649 w 8260845"/>
                  <a:gd name="connsiteY7" fmla="*/ 16198 h 712843"/>
                  <a:gd name="connsiteX8" fmla="*/ 8719 w 8260845"/>
                  <a:gd name="connsiteY8" fmla="*/ 0 h 712843"/>
                  <a:gd name="connsiteX9" fmla="*/ 8252126 w 8260845"/>
                  <a:gd name="connsiteY9" fmla="*/ 0 h 712843"/>
                  <a:gd name="connsiteX10" fmla="*/ 8260845 w 8260845"/>
                  <a:gd name="connsiteY10" fmla="*/ 7464 h 712843"/>
                  <a:gd name="connsiteX11" fmla="*/ 8260845 w 8260845"/>
                  <a:gd name="connsiteY11" fmla="*/ 612075 h 712843"/>
                  <a:gd name="connsiteX12" fmla="*/ 8230950 w 8260845"/>
                  <a:gd name="connsiteY12" fmla="*/ 682986 h 712843"/>
                  <a:gd name="connsiteX13" fmla="*/ 8159951 w 8260845"/>
                  <a:gd name="connsiteY13" fmla="*/ 712843 h 712843"/>
                  <a:gd name="connsiteX14" fmla="*/ 99649 w 8260845"/>
                  <a:gd name="connsiteY14" fmla="*/ 712843 h 712843"/>
                  <a:gd name="connsiteX15" fmla="*/ 29895 w 8260845"/>
                  <a:gd name="connsiteY15" fmla="*/ 682986 h 712843"/>
                  <a:gd name="connsiteX16" fmla="*/ 0 w 8260845"/>
                  <a:gd name="connsiteY16" fmla="*/ 612075 h 712843"/>
                  <a:gd name="connsiteX17" fmla="*/ 0 w 8260845"/>
                  <a:gd name="connsiteY17" fmla="*/ 7464 h 712843"/>
                  <a:gd name="connsiteX18" fmla="*/ 8719 w 8260845"/>
                  <a:gd name="connsiteY18" fmla="*/ 0 h 712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260845" h="712843">
                    <a:moveTo>
                      <a:pt x="16195" y="16198"/>
                    </a:moveTo>
                    <a:lnTo>
                      <a:pt x="16195" y="612049"/>
                    </a:lnTo>
                    <a:cubicBezTo>
                      <a:pt x="16195" y="634440"/>
                      <a:pt x="26160" y="655587"/>
                      <a:pt x="41107" y="671758"/>
                    </a:cubicBezTo>
                    <a:cubicBezTo>
                      <a:pt x="57300" y="687929"/>
                      <a:pt x="78475" y="695393"/>
                      <a:pt x="99651" y="695393"/>
                    </a:cubicBezTo>
                    <a:lnTo>
                      <a:pt x="8159948" y="695393"/>
                    </a:lnTo>
                    <a:cubicBezTo>
                      <a:pt x="8183614" y="695393"/>
                      <a:pt x="8203544" y="687929"/>
                      <a:pt x="8219737" y="671758"/>
                    </a:cubicBezTo>
                    <a:cubicBezTo>
                      <a:pt x="8235930" y="655587"/>
                      <a:pt x="8244649" y="634440"/>
                      <a:pt x="8244649" y="612049"/>
                    </a:cubicBezTo>
                    <a:lnTo>
                      <a:pt x="8244649" y="16198"/>
                    </a:lnTo>
                    <a:close/>
                    <a:moveTo>
                      <a:pt x="8719" y="0"/>
                    </a:moveTo>
                    <a:lnTo>
                      <a:pt x="8252126" y="0"/>
                    </a:lnTo>
                    <a:cubicBezTo>
                      <a:pt x="8257108" y="0"/>
                      <a:pt x="8260845" y="3732"/>
                      <a:pt x="8260845" y="7464"/>
                    </a:cubicBezTo>
                    <a:lnTo>
                      <a:pt x="8260845" y="612075"/>
                    </a:lnTo>
                    <a:cubicBezTo>
                      <a:pt x="8260845" y="639444"/>
                      <a:pt x="8250880" y="664325"/>
                      <a:pt x="8230950" y="682986"/>
                    </a:cubicBezTo>
                    <a:cubicBezTo>
                      <a:pt x="8212266" y="701646"/>
                      <a:pt x="8187354" y="712843"/>
                      <a:pt x="8159951" y="712843"/>
                    </a:cubicBezTo>
                    <a:lnTo>
                      <a:pt x="99649" y="712843"/>
                    </a:lnTo>
                    <a:cubicBezTo>
                      <a:pt x="73491" y="712843"/>
                      <a:pt x="48579" y="701646"/>
                      <a:pt x="29895" y="682986"/>
                    </a:cubicBezTo>
                    <a:cubicBezTo>
                      <a:pt x="11211" y="664325"/>
                      <a:pt x="0" y="639444"/>
                      <a:pt x="0" y="612075"/>
                    </a:cubicBezTo>
                    <a:lnTo>
                      <a:pt x="0" y="7464"/>
                    </a:lnTo>
                    <a:cubicBezTo>
                      <a:pt x="0" y="3732"/>
                      <a:pt x="4983" y="0"/>
                      <a:pt x="87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4A7ED5F6-691F-7E43-ABF5-272906341509}"/>
                  </a:ext>
                </a:extLst>
              </p:cNvPr>
              <p:cNvSpPr/>
              <p:nvPr/>
            </p:nvSpPr>
            <p:spPr>
              <a:xfrm>
                <a:off x="5699501" y="11259682"/>
                <a:ext cx="2775624" cy="3439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29" h="277">
                    <a:moveTo>
                      <a:pt x="0" y="277"/>
                    </a:moveTo>
                    <a:lnTo>
                      <a:pt x="2229" y="277"/>
                    </a:lnTo>
                    <a:lnTo>
                      <a:pt x="22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37E41447-554F-6045-8F9A-D32F68B7E7B0}"/>
                  </a:ext>
                </a:extLst>
              </p:cNvPr>
              <p:cNvSpPr/>
              <p:nvPr/>
            </p:nvSpPr>
            <p:spPr>
              <a:xfrm>
                <a:off x="5690780" y="11252201"/>
                <a:ext cx="2793065" cy="360160"/>
              </a:xfrm>
              <a:custGeom>
                <a:avLst/>
                <a:gdLst>
                  <a:gd name="connsiteX0" fmla="*/ 16195 w 2793065"/>
                  <a:gd name="connsiteY0" fmla="*/ 14958 h 360160"/>
                  <a:gd name="connsiteX1" fmla="*/ 16195 w 2793065"/>
                  <a:gd name="connsiteY1" fmla="*/ 343963 h 360160"/>
                  <a:gd name="connsiteX2" fmla="*/ 2776866 w 2793065"/>
                  <a:gd name="connsiteY2" fmla="*/ 343963 h 360160"/>
                  <a:gd name="connsiteX3" fmla="*/ 2776866 w 2793065"/>
                  <a:gd name="connsiteY3" fmla="*/ 14958 h 360160"/>
                  <a:gd name="connsiteX4" fmla="*/ 8717 w 2793065"/>
                  <a:gd name="connsiteY4" fmla="*/ 0 h 360160"/>
                  <a:gd name="connsiteX5" fmla="*/ 2784348 w 2793065"/>
                  <a:gd name="connsiteY5" fmla="*/ 0 h 360160"/>
                  <a:gd name="connsiteX6" fmla="*/ 2793065 w 2793065"/>
                  <a:gd name="connsiteY6" fmla="*/ 7452 h 360160"/>
                  <a:gd name="connsiteX7" fmla="*/ 2793065 w 2793065"/>
                  <a:gd name="connsiteY7" fmla="*/ 351466 h 360160"/>
                  <a:gd name="connsiteX8" fmla="*/ 2784348 w 2793065"/>
                  <a:gd name="connsiteY8" fmla="*/ 360160 h 360160"/>
                  <a:gd name="connsiteX9" fmla="*/ 8717 w 2793065"/>
                  <a:gd name="connsiteY9" fmla="*/ 360160 h 360160"/>
                  <a:gd name="connsiteX10" fmla="*/ 0 w 2793065"/>
                  <a:gd name="connsiteY10" fmla="*/ 351466 h 360160"/>
                  <a:gd name="connsiteX11" fmla="*/ 0 w 2793065"/>
                  <a:gd name="connsiteY11" fmla="*/ 7452 h 360160"/>
                  <a:gd name="connsiteX12" fmla="*/ 8717 w 2793065"/>
                  <a:gd name="connsiteY12" fmla="*/ 0 h 360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93065" h="360160">
                    <a:moveTo>
                      <a:pt x="16195" y="14958"/>
                    </a:moveTo>
                    <a:lnTo>
                      <a:pt x="16195" y="343963"/>
                    </a:lnTo>
                    <a:lnTo>
                      <a:pt x="2776866" y="343963"/>
                    </a:lnTo>
                    <a:lnTo>
                      <a:pt x="2776866" y="14958"/>
                    </a:lnTo>
                    <a:close/>
                    <a:moveTo>
                      <a:pt x="8717" y="0"/>
                    </a:moveTo>
                    <a:lnTo>
                      <a:pt x="2784348" y="0"/>
                    </a:lnTo>
                    <a:cubicBezTo>
                      <a:pt x="2788084" y="0"/>
                      <a:pt x="2793065" y="3726"/>
                      <a:pt x="2793065" y="7452"/>
                    </a:cubicBezTo>
                    <a:lnTo>
                      <a:pt x="2793065" y="351466"/>
                    </a:lnTo>
                    <a:cubicBezTo>
                      <a:pt x="2793065" y="356434"/>
                      <a:pt x="2788084" y="360160"/>
                      <a:pt x="2784348" y="360160"/>
                    </a:cubicBezTo>
                    <a:lnTo>
                      <a:pt x="8717" y="360160"/>
                    </a:lnTo>
                    <a:cubicBezTo>
                      <a:pt x="4981" y="360160"/>
                      <a:pt x="0" y="356434"/>
                      <a:pt x="0" y="351466"/>
                    </a:cubicBezTo>
                    <a:lnTo>
                      <a:pt x="0" y="7452"/>
                    </a:lnTo>
                    <a:cubicBezTo>
                      <a:pt x="0" y="3726"/>
                      <a:pt x="4981" y="0"/>
                      <a:pt x="87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95BB86B9-64D6-9848-8F78-225902AB324D}"/>
                  </a:ext>
                </a:extLst>
              </p:cNvPr>
              <p:cNvSpPr/>
              <p:nvPr/>
            </p:nvSpPr>
            <p:spPr>
              <a:xfrm>
                <a:off x="8476370" y="11259682"/>
                <a:ext cx="2689661" cy="3439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60" h="277">
                    <a:moveTo>
                      <a:pt x="0" y="277"/>
                    </a:moveTo>
                    <a:lnTo>
                      <a:pt x="2160" y="277"/>
                    </a:lnTo>
                    <a:lnTo>
                      <a:pt x="21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D679B80D-21D1-0D4A-81AB-0A986AE60F6A}"/>
                  </a:ext>
                </a:extLst>
              </p:cNvPr>
              <p:cNvSpPr/>
              <p:nvPr/>
            </p:nvSpPr>
            <p:spPr>
              <a:xfrm>
                <a:off x="8468896" y="11252201"/>
                <a:ext cx="2705856" cy="360160"/>
              </a:xfrm>
              <a:custGeom>
                <a:avLst/>
                <a:gdLst>
                  <a:gd name="connsiteX0" fmla="*/ 16195 w 2705856"/>
                  <a:gd name="connsiteY0" fmla="*/ 14958 h 360160"/>
                  <a:gd name="connsiteX1" fmla="*/ 16195 w 2705856"/>
                  <a:gd name="connsiteY1" fmla="*/ 343963 h 360160"/>
                  <a:gd name="connsiteX2" fmla="*/ 2689664 w 2705856"/>
                  <a:gd name="connsiteY2" fmla="*/ 343963 h 360160"/>
                  <a:gd name="connsiteX3" fmla="*/ 2689664 w 2705856"/>
                  <a:gd name="connsiteY3" fmla="*/ 14958 h 360160"/>
                  <a:gd name="connsiteX4" fmla="*/ 7471 w 2705856"/>
                  <a:gd name="connsiteY4" fmla="*/ 0 h 360160"/>
                  <a:gd name="connsiteX5" fmla="*/ 2697140 w 2705856"/>
                  <a:gd name="connsiteY5" fmla="*/ 0 h 360160"/>
                  <a:gd name="connsiteX6" fmla="*/ 2705856 w 2705856"/>
                  <a:gd name="connsiteY6" fmla="*/ 7452 h 360160"/>
                  <a:gd name="connsiteX7" fmla="*/ 2705856 w 2705856"/>
                  <a:gd name="connsiteY7" fmla="*/ 351466 h 360160"/>
                  <a:gd name="connsiteX8" fmla="*/ 2697140 w 2705856"/>
                  <a:gd name="connsiteY8" fmla="*/ 360160 h 360160"/>
                  <a:gd name="connsiteX9" fmla="*/ 7471 w 2705856"/>
                  <a:gd name="connsiteY9" fmla="*/ 360160 h 360160"/>
                  <a:gd name="connsiteX10" fmla="*/ 0 w 2705856"/>
                  <a:gd name="connsiteY10" fmla="*/ 351466 h 360160"/>
                  <a:gd name="connsiteX11" fmla="*/ 0 w 2705856"/>
                  <a:gd name="connsiteY11" fmla="*/ 7452 h 360160"/>
                  <a:gd name="connsiteX12" fmla="*/ 7471 w 2705856"/>
                  <a:gd name="connsiteY12" fmla="*/ 0 h 360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05856" h="360160">
                    <a:moveTo>
                      <a:pt x="16195" y="14958"/>
                    </a:moveTo>
                    <a:lnTo>
                      <a:pt x="16195" y="343963"/>
                    </a:lnTo>
                    <a:lnTo>
                      <a:pt x="2689664" y="343963"/>
                    </a:lnTo>
                    <a:lnTo>
                      <a:pt x="2689664" y="14958"/>
                    </a:lnTo>
                    <a:close/>
                    <a:moveTo>
                      <a:pt x="7471" y="0"/>
                    </a:moveTo>
                    <a:lnTo>
                      <a:pt x="2697140" y="0"/>
                    </a:lnTo>
                    <a:cubicBezTo>
                      <a:pt x="2702120" y="0"/>
                      <a:pt x="2705856" y="3726"/>
                      <a:pt x="2705856" y="7452"/>
                    </a:cubicBezTo>
                    <a:lnTo>
                      <a:pt x="2705856" y="351466"/>
                    </a:lnTo>
                    <a:cubicBezTo>
                      <a:pt x="2705856" y="356434"/>
                      <a:pt x="2702120" y="360160"/>
                      <a:pt x="2697140" y="360160"/>
                    </a:cubicBezTo>
                    <a:lnTo>
                      <a:pt x="7471" y="360160"/>
                    </a:lnTo>
                    <a:cubicBezTo>
                      <a:pt x="2490" y="360160"/>
                      <a:pt x="0" y="356434"/>
                      <a:pt x="0" y="351466"/>
                    </a:cubicBezTo>
                    <a:lnTo>
                      <a:pt x="0" y="7452"/>
                    </a:lnTo>
                    <a:cubicBezTo>
                      <a:pt x="0" y="3726"/>
                      <a:pt x="2490" y="0"/>
                      <a:pt x="74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A8870B3D-ADD3-C044-BB18-D709CD86878E}"/>
                  </a:ext>
                </a:extLst>
              </p:cNvPr>
              <p:cNvSpPr/>
              <p:nvPr/>
            </p:nvSpPr>
            <p:spPr>
              <a:xfrm>
                <a:off x="11167280" y="11259682"/>
                <a:ext cx="2775624" cy="3439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29" h="277">
                    <a:moveTo>
                      <a:pt x="0" y="277"/>
                    </a:moveTo>
                    <a:lnTo>
                      <a:pt x="2229" y="277"/>
                    </a:lnTo>
                    <a:lnTo>
                      <a:pt x="22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4" name="Freeform 383">
                <a:extLst>
                  <a:ext uri="{FF2B5EF4-FFF2-40B4-BE49-F238E27FC236}">
                    <a16:creationId xmlns:a16="http://schemas.microsoft.com/office/drawing/2014/main" id="{8C219B1A-25FE-F242-BADC-FC15019C890E}"/>
                  </a:ext>
                </a:extLst>
              </p:cNvPr>
              <p:cNvSpPr/>
              <p:nvPr/>
            </p:nvSpPr>
            <p:spPr>
              <a:xfrm>
                <a:off x="11159806" y="11252201"/>
                <a:ext cx="2791819" cy="360160"/>
              </a:xfrm>
              <a:custGeom>
                <a:avLst/>
                <a:gdLst>
                  <a:gd name="connsiteX0" fmla="*/ 16195 w 2791819"/>
                  <a:gd name="connsiteY0" fmla="*/ 14958 h 360160"/>
                  <a:gd name="connsiteX1" fmla="*/ 16195 w 2791819"/>
                  <a:gd name="connsiteY1" fmla="*/ 343963 h 360160"/>
                  <a:gd name="connsiteX2" fmla="*/ 2775624 w 2791819"/>
                  <a:gd name="connsiteY2" fmla="*/ 343963 h 360160"/>
                  <a:gd name="connsiteX3" fmla="*/ 2775624 w 2791819"/>
                  <a:gd name="connsiteY3" fmla="*/ 14958 h 360160"/>
                  <a:gd name="connsiteX4" fmla="*/ 7471 w 2791819"/>
                  <a:gd name="connsiteY4" fmla="*/ 0 h 360160"/>
                  <a:gd name="connsiteX5" fmla="*/ 2783102 w 2791819"/>
                  <a:gd name="connsiteY5" fmla="*/ 0 h 360160"/>
                  <a:gd name="connsiteX6" fmla="*/ 2791819 w 2791819"/>
                  <a:gd name="connsiteY6" fmla="*/ 7452 h 360160"/>
                  <a:gd name="connsiteX7" fmla="*/ 2791819 w 2791819"/>
                  <a:gd name="connsiteY7" fmla="*/ 351466 h 360160"/>
                  <a:gd name="connsiteX8" fmla="*/ 2783102 w 2791819"/>
                  <a:gd name="connsiteY8" fmla="*/ 360160 h 360160"/>
                  <a:gd name="connsiteX9" fmla="*/ 7471 w 2791819"/>
                  <a:gd name="connsiteY9" fmla="*/ 360160 h 360160"/>
                  <a:gd name="connsiteX10" fmla="*/ 0 w 2791819"/>
                  <a:gd name="connsiteY10" fmla="*/ 351466 h 360160"/>
                  <a:gd name="connsiteX11" fmla="*/ 0 w 2791819"/>
                  <a:gd name="connsiteY11" fmla="*/ 7452 h 360160"/>
                  <a:gd name="connsiteX12" fmla="*/ 7471 w 2791819"/>
                  <a:gd name="connsiteY12" fmla="*/ 0 h 360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91819" h="360160">
                    <a:moveTo>
                      <a:pt x="16195" y="14958"/>
                    </a:moveTo>
                    <a:lnTo>
                      <a:pt x="16195" y="343963"/>
                    </a:lnTo>
                    <a:lnTo>
                      <a:pt x="2775624" y="343963"/>
                    </a:lnTo>
                    <a:lnTo>
                      <a:pt x="2775624" y="14958"/>
                    </a:lnTo>
                    <a:close/>
                    <a:moveTo>
                      <a:pt x="7471" y="0"/>
                    </a:moveTo>
                    <a:lnTo>
                      <a:pt x="2783102" y="0"/>
                    </a:lnTo>
                    <a:cubicBezTo>
                      <a:pt x="2788083" y="0"/>
                      <a:pt x="2791819" y="3726"/>
                      <a:pt x="2791819" y="7452"/>
                    </a:cubicBezTo>
                    <a:lnTo>
                      <a:pt x="2791819" y="351466"/>
                    </a:lnTo>
                    <a:cubicBezTo>
                      <a:pt x="2791819" y="356434"/>
                      <a:pt x="2788083" y="360160"/>
                      <a:pt x="2783102" y="360160"/>
                    </a:cubicBezTo>
                    <a:lnTo>
                      <a:pt x="7471" y="360160"/>
                    </a:lnTo>
                    <a:cubicBezTo>
                      <a:pt x="3736" y="360160"/>
                      <a:pt x="0" y="356434"/>
                      <a:pt x="0" y="351466"/>
                    </a:cubicBezTo>
                    <a:lnTo>
                      <a:pt x="0" y="7452"/>
                    </a:lnTo>
                    <a:cubicBezTo>
                      <a:pt x="0" y="3726"/>
                      <a:pt x="3736" y="0"/>
                      <a:pt x="74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A51B9E26-B375-BC43-87FD-8E5F1A3A9723}"/>
                  </a:ext>
                </a:extLst>
              </p:cNvPr>
              <p:cNvSpPr/>
              <p:nvPr/>
            </p:nvSpPr>
            <p:spPr>
              <a:xfrm>
                <a:off x="5699501" y="9113675"/>
                <a:ext cx="2775624" cy="3439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29" h="277">
                    <a:moveTo>
                      <a:pt x="2229" y="0"/>
                    </a:moveTo>
                    <a:lnTo>
                      <a:pt x="0" y="0"/>
                    </a:lnTo>
                    <a:lnTo>
                      <a:pt x="0" y="277"/>
                    </a:lnTo>
                    <a:lnTo>
                      <a:pt x="2229" y="277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5" name="Freeform 384">
                <a:extLst>
                  <a:ext uri="{FF2B5EF4-FFF2-40B4-BE49-F238E27FC236}">
                    <a16:creationId xmlns:a16="http://schemas.microsoft.com/office/drawing/2014/main" id="{188E5D3E-C7C2-9549-B34D-853DE0BE4A5D}"/>
                  </a:ext>
                </a:extLst>
              </p:cNvPr>
              <p:cNvSpPr/>
              <p:nvPr/>
            </p:nvSpPr>
            <p:spPr>
              <a:xfrm>
                <a:off x="5690780" y="9104951"/>
                <a:ext cx="2793065" cy="361407"/>
              </a:xfrm>
              <a:custGeom>
                <a:avLst/>
                <a:gdLst>
                  <a:gd name="connsiteX0" fmla="*/ 16195 w 2793065"/>
                  <a:gd name="connsiteY0" fmla="*/ 17448 h 361407"/>
                  <a:gd name="connsiteX1" fmla="*/ 16195 w 2793065"/>
                  <a:gd name="connsiteY1" fmla="*/ 345206 h 361407"/>
                  <a:gd name="connsiteX2" fmla="*/ 2776866 w 2793065"/>
                  <a:gd name="connsiteY2" fmla="*/ 345206 h 361407"/>
                  <a:gd name="connsiteX3" fmla="*/ 2776866 w 2793065"/>
                  <a:gd name="connsiteY3" fmla="*/ 17448 h 361407"/>
                  <a:gd name="connsiteX4" fmla="*/ 8717 w 2793065"/>
                  <a:gd name="connsiteY4" fmla="*/ 0 h 361407"/>
                  <a:gd name="connsiteX5" fmla="*/ 2784348 w 2793065"/>
                  <a:gd name="connsiteY5" fmla="*/ 0 h 361407"/>
                  <a:gd name="connsiteX6" fmla="*/ 2793065 w 2793065"/>
                  <a:gd name="connsiteY6" fmla="*/ 8694 h 361407"/>
                  <a:gd name="connsiteX7" fmla="*/ 2793065 w 2793065"/>
                  <a:gd name="connsiteY7" fmla="*/ 352713 h 361407"/>
                  <a:gd name="connsiteX8" fmla="*/ 2784348 w 2793065"/>
                  <a:gd name="connsiteY8" fmla="*/ 361407 h 361407"/>
                  <a:gd name="connsiteX9" fmla="*/ 8717 w 2793065"/>
                  <a:gd name="connsiteY9" fmla="*/ 361407 h 361407"/>
                  <a:gd name="connsiteX10" fmla="*/ 0 w 2793065"/>
                  <a:gd name="connsiteY10" fmla="*/ 352713 h 361407"/>
                  <a:gd name="connsiteX11" fmla="*/ 0 w 2793065"/>
                  <a:gd name="connsiteY11" fmla="*/ 8694 h 361407"/>
                  <a:gd name="connsiteX12" fmla="*/ 8717 w 2793065"/>
                  <a:gd name="connsiteY12" fmla="*/ 0 h 36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93065" h="361407">
                    <a:moveTo>
                      <a:pt x="16195" y="17448"/>
                    </a:moveTo>
                    <a:lnTo>
                      <a:pt x="16195" y="345206"/>
                    </a:lnTo>
                    <a:lnTo>
                      <a:pt x="2776866" y="345206"/>
                    </a:lnTo>
                    <a:lnTo>
                      <a:pt x="2776866" y="17448"/>
                    </a:lnTo>
                    <a:close/>
                    <a:moveTo>
                      <a:pt x="8717" y="0"/>
                    </a:moveTo>
                    <a:lnTo>
                      <a:pt x="2784348" y="0"/>
                    </a:lnTo>
                    <a:cubicBezTo>
                      <a:pt x="2788084" y="0"/>
                      <a:pt x="2793065" y="4968"/>
                      <a:pt x="2793065" y="8694"/>
                    </a:cubicBezTo>
                    <a:lnTo>
                      <a:pt x="2793065" y="352713"/>
                    </a:lnTo>
                    <a:cubicBezTo>
                      <a:pt x="2793065" y="357681"/>
                      <a:pt x="2788084" y="361407"/>
                      <a:pt x="2784348" y="361407"/>
                    </a:cubicBezTo>
                    <a:lnTo>
                      <a:pt x="8717" y="361407"/>
                    </a:lnTo>
                    <a:cubicBezTo>
                      <a:pt x="4981" y="361407"/>
                      <a:pt x="0" y="357681"/>
                      <a:pt x="0" y="352713"/>
                    </a:cubicBezTo>
                    <a:lnTo>
                      <a:pt x="0" y="8694"/>
                    </a:lnTo>
                    <a:cubicBezTo>
                      <a:pt x="0" y="4968"/>
                      <a:pt x="4981" y="0"/>
                      <a:pt x="87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A5F0F363-A118-0B45-B9CC-C8ED1C58A655}"/>
                  </a:ext>
                </a:extLst>
              </p:cNvPr>
              <p:cNvSpPr/>
              <p:nvPr/>
            </p:nvSpPr>
            <p:spPr>
              <a:xfrm>
                <a:off x="8476370" y="9113675"/>
                <a:ext cx="2689661" cy="3439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60" h="277">
                    <a:moveTo>
                      <a:pt x="0" y="277"/>
                    </a:moveTo>
                    <a:lnTo>
                      <a:pt x="2160" y="277"/>
                    </a:lnTo>
                    <a:lnTo>
                      <a:pt x="216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6" name="Freeform 385">
                <a:extLst>
                  <a:ext uri="{FF2B5EF4-FFF2-40B4-BE49-F238E27FC236}">
                    <a16:creationId xmlns:a16="http://schemas.microsoft.com/office/drawing/2014/main" id="{B1CEE634-FCEE-EA40-8CF7-E21AC28CB957}"/>
                  </a:ext>
                </a:extLst>
              </p:cNvPr>
              <p:cNvSpPr/>
              <p:nvPr/>
            </p:nvSpPr>
            <p:spPr>
              <a:xfrm>
                <a:off x="8468896" y="9104951"/>
                <a:ext cx="2705856" cy="361407"/>
              </a:xfrm>
              <a:custGeom>
                <a:avLst/>
                <a:gdLst>
                  <a:gd name="connsiteX0" fmla="*/ 16195 w 2705856"/>
                  <a:gd name="connsiteY0" fmla="*/ 17448 h 361407"/>
                  <a:gd name="connsiteX1" fmla="*/ 16195 w 2705856"/>
                  <a:gd name="connsiteY1" fmla="*/ 345206 h 361407"/>
                  <a:gd name="connsiteX2" fmla="*/ 2689664 w 2705856"/>
                  <a:gd name="connsiteY2" fmla="*/ 345206 h 361407"/>
                  <a:gd name="connsiteX3" fmla="*/ 2689664 w 2705856"/>
                  <a:gd name="connsiteY3" fmla="*/ 17448 h 361407"/>
                  <a:gd name="connsiteX4" fmla="*/ 7471 w 2705856"/>
                  <a:gd name="connsiteY4" fmla="*/ 0 h 361407"/>
                  <a:gd name="connsiteX5" fmla="*/ 2697140 w 2705856"/>
                  <a:gd name="connsiteY5" fmla="*/ 0 h 361407"/>
                  <a:gd name="connsiteX6" fmla="*/ 2705856 w 2705856"/>
                  <a:gd name="connsiteY6" fmla="*/ 8694 h 361407"/>
                  <a:gd name="connsiteX7" fmla="*/ 2705856 w 2705856"/>
                  <a:gd name="connsiteY7" fmla="*/ 352713 h 361407"/>
                  <a:gd name="connsiteX8" fmla="*/ 2697140 w 2705856"/>
                  <a:gd name="connsiteY8" fmla="*/ 361407 h 361407"/>
                  <a:gd name="connsiteX9" fmla="*/ 7471 w 2705856"/>
                  <a:gd name="connsiteY9" fmla="*/ 361407 h 361407"/>
                  <a:gd name="connsiteX10" fmla="*/ 0 w 2705856"/>
                  <a:gd name="connsiteY10" fmla="*/ 352713 h 361407"/>
                  <a:gd name="connsiteX11" fmla="*/ 0 w 2705856"/>
                  <a:gd name="connsiteY11" fmla="*/ 8694 h 361407"/>
                  <a:gd name="connsiteX12" fmla="*/ 7471 w 2705856"/>
                  <a:gd name="connsiteY12" fmla="*/ 0 h 36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05856" h="361407">
                    <a:moveTo>
                      <a:pt x="16195" y="17448"/>
                    </a:moveTo>
                    <a:lnTo>
                      <a:pt x="16195" y="345206"/>
                    </a:lnTo>
                    <a:lnTo>
                      <a:pt x="2689664" y="345206"/>
                    </a:lnTo>
                    <a:lnTo>
                      <a:pt x="2689664" y="17448"/>
                    </a:lnTo>
                    <a:close/>
                    <a:moveTo>
                      <a:pt x="7471" y="0"/>
                    </a:moveTo>
                    <a:lnTo>
                      <a:pt x="2697140" y="0"/>
                    </a:lnTo>
                    <a:cubicBezTo>
                      <a:pt x="2702120" y="0"/>
                      <a:pt x="2705856" y="4968"/>
                      <a:pt x="2705856" y="8694"/>
                    </a:cubicBezTo>
                    <a:lnTo>
                      <a:pt x="2705856" y="352713"/>
                    </a:lnTo>
                    <a:cubicBezTo>
                      <a:pt x="2705856" y="357681"/>
                      <a:pt x="2702120" y="361407"/>
                      <a:pt x="2697140" y="361407"/>
                    </a:cubicBezTo>
                    <a:lnTo>
                      <a:pt x="7471" y="361407"/>
                    </a:lnTo>
                    <a:cubicBezTo>
                      <a:pt x="2490" y="361407"/>
                      <a:pt x="0" y="357681"/>
                      <a:pt x="0" y="352713"/>
                    </a:cubicBezTo>
                    <a:lnTo>
                      <a:pt x="0" y="8694"/>
                    </a:lnTo>
                    <a:cubicBezTo>
                      <a:pt x="0" y="4968"/>
                      <a:pt x="2490" y="0"/>
                      <a:pt x="74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A349DD59-56CE-F041-866A-F77CA138081D}"/>
                  </a:ext>
                </a:extLst>
              </p:cNvPr>
              <p:cNvSpPr/>
              <p:nvPr/>
            </p:nvSpPr>
            <p:spPr>
              <a:xfrm>
                <a:off x="11167280" y="9113675"/>
                <a:ext cx="2775624" cy="3439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29" h="277">
                    <a:moveTo>
                      <a:pt x="0" y="277"/>
                    </a:moveTo>
                    <a:lnTo>
                      <a:pt x="2229" y="277"/>
                    </a:lnTo>
                    <a:lnTo>
                      <a:pt x="22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7" name="Freeform 386">
                <a:extLst>
                  <a:ext uri="{FF2B5EF4-FFF2-40B4-BE49-F238E27FC236}">
                    <a16:creationId xmlns:a16="http://schemas.microsoft.com/office/drawing/2014/main" id="{1872D0B2-2B06-1E42-A61F-20D6A2C46488}"/>
                  </a:ext>
                </a:extLst>
              </p:cNvPr>
              <p:cNvSpPr/>
              <p:nvPr/>
            </p:nvSpPr>
            <p:spPr>
              <a:xfrm>
                <a:off x="11159806" y="9104951"/>
                <a:ext cx="2791819" cy="361407"/>
              </a:xfrm>
              <a:custGeom>
                <a:avLst/>
                <a:gdLst>
                  <a:gd name="connsiteX0" fmla="*/ 16195 w 2791819"/>
                  <a:gd name="connsiteY0" fmla="*/ 17448 h 361407"/>
                  <a:gd name="connsiteX1" fmla="*/ 16195 w 2791819"/>
                  <a:gd name="connsiteY1" fmla="*/ 345206 h 361407"/>
                  <a:gd name="connsiteX2" fmla="*/ 2775624 w 2791819"/>
                  <a:gd name="connsiteY2" fmla="*/ 345206 h 361407"/>
                  <a:gd name="connsiteX3" fmla="*/ 2775624 w 2791819"/>
                  <a:gd name="connsiteY3" fmla="*/ 17448 h 361407"/>
                  <a:gd name="connsiteX4" fmla="*/ 7471 w 2791819"/>
                  <a:gd name="connsiteY4" fmla="*/ 0 h 361407"/>
                  <a:gd name="connsiteX5" fmla="*/ 2783102 w 2791819"/>
                  <a:gd name="connsiteY5" fmla="*/ 0 h 361407"/>
                  <a:gd name="connsiteX6" fmla="*/ 2791819 w 2791819"/>
                  <a:gd name="connsiteY6" fmla="*/ 8694 h 361407"/>
                  <a:gd name="connsiteX7" fmla="*/ 2791819 w 2791819"/>
                  <a:gd name="connsiteY7" fmla="*/ 352713 h 361407"/>
                  <a:gd name="connsiteX8" fmla="*/ 2783102 w 2791819"/>
                  <a:gd name="connsiteY8" fmla="*/ 361407 h 361407"/>
                  <a:gd name="connsiteX9" fmla="*/ 7471 w 2791819"/>
                  <a:gd name="connsiteY9" fmla="*/ 361407 h 361407"/>
                  <a:gd name="connsiteX10" fmla="*/ 0 w 2791819"/>
                  <a:gd name="connsiteY10" fmla="*/ 352713 h 361407"/>
                  <a:gd name="connsiteX11" fmla="*/ 0 w 2791819"/>
                  <a:gd name="connsiteY11" fmla="*/ 8694 h 361407"/>
                  <a:gd name="connsiteX12" fmla="*/ 7471 w 2791819"/>
                  <a:gd name="connsiteY12" fmla="*/ 0 h 36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91819" h="361407">
                    <a:moveTo>
                      <a:pt x="16195" y="17448"/>
                    </a:moveTo>
                    <a:lnTo>
                      <a:pt x="16195" y="345206"/>
                    </a:lnTo>
                    <a:lnTo>
                      <a:pt x="2775624" y="345206"/>
                    </a:lnTo>
                    <a:lnTo>
                      <a:pt x="2775624" y="17448"/>
                    </a:lnTo>
                    <a:close/>
                    <a:moveTo>
                      <a:pt x="7471" y="0"/>
                    </a:moveTo>
                    <a:lnTo>
                      <a:pt x="2783102" y="0"/>
                    </a:lnTo>
                    <a:cubicBezTo>
                      <a:pt x="2788083" y="0"/>
                      <a:pt x="2791819" y="4968"/>
                      <a:pt x="2791819" y="8694"/>
                    </a:cubicBezTo>
                    <a:lnTo>
                      <a:pt x="2791819" y="352713"/>
                    </a:lnTo>
                    <a:cubicBezTo>
                      <a:pt x="2791819" y="357681"/>
                      <a:pt x="2788083" y="361407"/>
                      <a:pt x="2783102" y="361407"/>
                    </a:cubicBezTo>
                    <a:lnTo>
                      <a:pt x="7471" y="361407"/>
                    </a:lnTo>
                    <a:cubicBezTo>
                      <a:pt x="3736" y="361407"/>
                      <a:pt x="0" y="357681"/>
                      <a:pt x="0" y="352713"/>
                    </a:cubicBezTo>
                    <a:lnTo>
                      <a:pt x="0" y="8694"/>
                    </a:lnTo>
                    <a:cubicBezTo>
                      <a:pt x="0" y="4968"/>
                      <a:pt x="3736" y="0"/>
                      <a:pt x="74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8" name="Freeform 387">
                <a:extLst>
                  <a:ext uri="{FF2B5EF4-FFF2-40B4-BE49-F238E27FC236}">
                    <a16:creationId xmlns:a16="http://schemas.microsoft.com/office/drawing/2014/main" id="{293170D6-DD14-E94B-82BC-8289BFCA435F}"/>
                  </a:ext>
                </a:extLst>
              </p:cNvPr>
              <p:cNvSpPr/>
              <p:nvPr/>
            </p:nvSpPr>
            <p:spPr>
              <a:xfrm>
                <a:off x="8468896" y="9451403"/>
                <a:ext cx="2705856" cy="1814510"/>
              </a:xfrm>
              <a:custGeom>
                <a:avLst/>
                <a:gdLst>
                  <a:gd name="connsiteX0" fmla="*/ 16195 w 2705856"/>
                  <a:gd name="connsiteY0" fmla="*/ 16201 h 1814510"/>
                  <a:gd name="connsiteX1" fmla="*/ 16195 w 2705856"/>
                  <a:gd name="connsiteY1" fmla="*/ 1799552 h 1814510"/>
                  <a:gd name="connsiteX2" fmla="*/ 2689664 w 2705856"/>
                  <a:gd name="connsiteY2" fmla="*/ 1799552 h 1814510"/>
                  <a:gd name="connsiteX3" fmla="*/ 2689664 w 2705856"/>
                  <a:gd name="connsiteY3" fmla="*/ 16201 h 1814510"/>
                  <a:gd name="connsiteX4" fmla="*/ 7471 w 2705856"/>
                  <a:gd name="connsiteY4" fmla="*/ 0 h 1814510"/>
                  <a:gd name="connsiteX5" fmla="*/ 2697140 w 2705856"/>
                  <a:gd name="connsiteY5" fmla="*/ 0 h 1814510"/>
                  <a:gd name="connsiteX6" fmla="*/ 2705856 w 2705856"/>
                  <a:gd name="connsiteY6" fmla="*/ 7472 h 1814510"/>
                  <a:gd name="connsiteX7" fmla="*/ 2705856 w 2705856"/>
                  <a:gd name="connsiteY7" fmla="*/ 1807038 h 1814510"/>
                  <a:gd name="connsiteX8" fmla="*/ 2697140 w 2705856"/>
                  <a:gd name="connsiteY8" fmla="*/ 1814510 h 1814510"/>
                  <a:gd name="connsiteX9" fmla="*/ 7471 w 2705856"/>
                  <a:gd name="connsiteY9" fmla="*/ 1814510 h 1814510"/>
                  <a:gd name="connsiteX10" fmla="*/ 0 w 2705856"/>
                  <a:gd name="connsiteY10" fmla="*/ 1807038 h 1814510"/>
                  <a:gd name="connsiteX11" fmla="*/ 0 w 2705856"/>
                  <a:gd name="connsiteY11" fmla="*/ 7472 h 1814510"/>
                  <a:gd name="connsiteX12" fmla="*/ 7471 w 2705856"/>
                  <a:gd name="connsiteY12" fmla="*/ 0 h 1814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05856" h="1814510">
                    <a:moveTo>
                      <a:pt x="16195" y="16201"/>
                    </a:moveTo>
                    <a:lnTo>
                      <a:pt x="16195" y="1799552"/>
                    </a:lnTo>
                    <a:lnTo>
                      <a:pt x="2689664" y="1799552"/>
                    </a:lnTo>
                    <a:lnTo>
                      <a:pt x="2689664" y="16201"/>
                    </a:lnTo>
                    <a:close/>
                    <a:moveTo>
                      <a:pt x="7471" y="0"/>
                    </a:moveTo>
                    <a:lnTo>
                      <a:pt x="2697140" y="0"/>
                    </a:lnTo>
                    <a:cubicBezTo>
                      <a:pt x="2702120" y="0"/>
                      <a:pt x="2705856" y="3736"/>
                      <a:pt x="2705856" y="7472"/>
                    </a:cubicBezTo>
                    <a:lnTo>
                      <a:pt x="2705856" y="1807038"/>
                    </a:lnTo>
                    <a:cubicBezTo>
                      <a:pt x="2705856" y="1812019"/>
                      <a:pt x="2702120" y="1814510"/>
                      <a:pt x="2697140" y="1814510"/>
                    </a:cubicBezTo>
                    <a:lnTo>
                      <a:pt x="7471" y="1814510"/>
                    </a:lnTo>
                    <a:cubicBezTo>
                      <a:pt x="2490" y="1814510"/>
                      <a:pt x="0" y="1812019"/>
                      <a:pt x="0" y="1807038"/>
                    </a:cubicBezTo>
                    <a:lnTo>
                      <a:pt x="0" y="7472"/>
                    </a:lnTo>
                    <a:cubicBezTo>
                      <a:pt x="0" y="3736"/>
                      <a:pt x="2490" y="0"/>
                      <a:pt x="74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9" name="Freeform 388">
                <a:extLst>
                  <a:ext uri="{FF2B5EF4-FFF2-40B4-BE49-F238E27FC236}">
                    <a16:creationId xmlns:a16="http://schemas.microsoft.com/office/drawing/2014/main" id="{28582E5F-271C-8A46-9869-7DCB5968F0F5}"/>
                  </a:ext>
                </a:extLst>
              </p:cNvPr>
              <p:cNvSpPr/>
              <p:nvPr/>
            </p:nvSpPr>
            <p:spPr>
              <a:xfrm>
                <a:off x="5690780" y="9451403"/>
                <a:ext cx="2793065" cy="1814510"/>
              </a:xfrm>
              <a:custGeom>
                <a:avLst/>
                <a:gdLst>
                  <a:gd name="connsiteX0" fmla="*/ 16195 w 2793065"/>
                  <a:gd name="connsiteY0" fmla="*/ 16201 h 1814510"/>
                  <a:gd name="connsiteX1" fmla="*/ 16195 w 2793065"/>
                  <a:gd name="connsiteY1" fmla="*/ 1799552 h 1814510"/>
                  <a:gd name="connsiteX2" fmla="*/ 2776866 w 2793065"/>
                  <a:gd name="connsiteY2" fmla="*/ 1799552 h 1814510"/>
                  <a:gd name="connsiteX3" fmla="*/ 2776866 w 2793065"/>
                  <a:gd name="connsiteY3" fmla="*/ 16201 h 1814510"/>
                  <a:gd name="connsiteX4" fmla="*/ 8717 w 2793065"/>
                  <a:gd name="connsiteY4" fmla="*/ 0 h 1814510"/>
                  <a:gd name="connsiteX5" fmla="*/ 2784348 w 2793065"/>
                  <a:gd name="connsiteY5" fmla="*/ 0 h 1814510"/>
                  <a:gd name="connsiteX6" fmla="*/ 2793065 w 2793065"/>
                  <a:gd name="connsiteY6" fmla="*/ 7472 h 1814510"/>
                  <a:gd name="connsiteX7" fmla="*/ 2793065 w 2793065"/>
                  <a:gd name="connsiteY7" fmla="*/ 1807038 h 1814510"/>
                  <a:gd name="connsiteX8" fmla="*/ 2784348 w 2793065"/>
                  <a:gd name="connsiteY8" fmla="*/ 1814510 h 1814510"/>
                  <a:gd name="connsiteX9" fmla="*/ 8717 w 2793065"/>
                  <a:gd name="connsiteY9" fmla="*/ 1814510 h 1814510"/>
                  <a:gd name="connsiteX10" fmla="*/ 0 w 2793065"/>
                  <a:gd name="connsiteY10" fmla="*/ 1807038 h 1814510"/>
                  <a:gd name="connsiteX11" fmla="*/ 0 w 2793065"/>
                  <a:gd name="connsiteY11" fmla="*/ 7472 h 1814510"/>
                  <a:gd name="connsiteX12" fmla="*/ 8717 w 2793065"/>
                  <a:gd name="connsiteY12" fmla="*/ 0 h 1814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93065" h="1814510">
                    <a:moveTo>
                      <a:pt x="16195" y="16201"/>
                    </a:moveTo>
                    <a:lnTo>
                      <a:pt x="16195" y="1799552"/>
                    </a:lnTo>
                    <a:lnTo>
                      <a:pt x="2776866" y="1799552"/>
                    </a:lnTo>
                    <a:lnTo>
                      <a:pt x="2776866" y="16201"/>
                    </a:lnTo>
                    <a:close/>
                    <a:moveTo>
                      <a:pt x="8717" y="0"/>
                    </a:moveTo>
                    <a:lnTo>
                      <a:pt x="2784348" y="0"/>
                    </a:lnTo>
                    <a:cubicBezTo>
                      <a:pt x="2788084" y="0"/>
                      <a:pt x="2793065" y="3736"/>
                      <a:pt x="2793065" y="7472"/>
                    </a:cubicBezTo>
                    <a:lnTo>
                      <a:pt x="2793065" y="1807038"/>
                    </a:lnTo>
                    <a:cubicBezTo>
                      <a:pt x="2793065" y="1812019"/>
                      <a:pt x="2788084" y="1814510"/>
                      <a:pt x="2784348" y="1814510"/>
                    </a:cubicBezTo>
                    <a:lnTo>
                      <a:pt x="8717" y="1814510"/>
                    </a:lnTo>
                    <a:cubicBezTo>
                      <a:pt x="4981" y="1814510"/>
                      <a:pt x="0" y="1812019"/>
                      <a:pt x="0" y="1807038"/>
                    </a:cubicBezTo>
                    <a:lnTo>
                      <a:pt x="0" y="7472"/>
                    </a:lnTo>
                    <a:cubicBezTo>
                      <a:pt x="0" y="3736"/>
                      <a:pt x="4981" y="0"/>
                      <a:pt x="87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0" name="Freeform 389">
                <a:extLst>
                  <a:ext uri="{FF2B5EF4-FFF2-40B4-BE49-F238E27FC236}">
                    <a16:creationId xmlns:a16="http://schemas.microsoft.com/office/drawing/2014/main" id="{3545609C-C56B-054B-B75D-303CF5F0185F}"/>
                  </a:ext>
                </a:extLst>
              </p:cNvPr>
              <p:cNvSpPr/>
              <p:nvPr/>
            </p:nvSpPr>
            <p:spPr>
              <a:xfrm>
                <a:off x="11159806" y="9451403"/>
                <a:ext cx="2791819" cy="1814510"/>
              </a:xfrm>
              <a:custGeom>
                <a:avLst/>
                <a:gdLst>
                  <a:gd name="connsiteX0" fmla="*/ 16195 w 2791819"/>
                  <a:gd name="connsiteY0" fmla="*/ 16201 h 1814510"/>
                  <a:gd name="connsiteX1" fmla="*/ 16195 w 2791819"/>
                  <a:gd name="connsiteY1" fmla="*/ 1799552 h 1814510"/>
                  <a:gd name="connsiteX2" fmla="*/ 2775624 w 2791819"/>
                  <a:gd name="connsiteY2" fmla="*/ 1799552 h 1814510"/>
                  <a:gd name="connsiteX3" fmla="*/ 2775624 w 2791819"/>
                  <a:gd name="connsiteY3" fmla="*/ 16201 h 1814510"/>
                  <a:gd name="connsiteX4" fmla="*/ 7471 w 2791819"/>
                  <a:gd name="connsiteY4" fmla="*/ 0 h 1814510"/>
                  <a:gd name="connsiteX5" fmla="*/ 2783102 w 2791819"/>
                  <a:gd name="connsiteY5" fmla="*/ 0 h 1814510"/>
                  <a:gd name="connsiteX6" fmla="*/ 2791819 w 2791819"/>
                  <a:gd name="connsiteY6" fmla="*/ 7472 h 1814510"/>
                  <a:gd name="connsiteX7" fmla="*/ 2791819 w 2791819"/>
                  <a:gd name="connsiteY7" fmla="*/ 1807038 h 1814510"/>
                  <a:gd name="connsiteX8" fmla="*/ 2783102 w 2791819"/>
                  <a:gd name="connsiteY8" fmla="*/ 1814510 h 1814510"/>
                  <a:gd name="connsiteX9" fmla="*/ 7471 w 2791819"/>
                  <a:gd name="connsiteY9" fmla="*/ 1814510 h 1814510"/>
                  <a:gd name="connsiteX10" fmla="*/ 0 w 2791819"/>
                  <a:gd name="connsiteY10" fmla="*/ 1807038 h 1814510"/>
                  <a:gd name="connsiteX11" fmla="*/ 0 w 2791819"/>
                  <a:gd name="connsiteY11" fmla="*/ 7472 h 1814510"/>
                  <a:gd name="connsiteX12" fmla="*/ 7471 w 2791819"/>
                  <a:gd name="connsiteY12" fmla="*/ 0 h 1814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91819" h="1814510">
                    <a:moveTo>
                      <a:pt x="16195" y="16201"/>
                    </a:moveTo>
                    <a:lnTo>
                      <a:pt x="16195" y="1799552"/>
                    </a:lnTo>
                    <a:lnTo>
                      <a:pt x="2775624" y="1799552"/>
                    </a:lnTo>
                    <a:lnTo>
                      <a:pt x="2775624" y="16201"/>
                    </a:lnTo>
                    <a:close/>
                    <a:moveTo>
                      <a:pt x="7471" y="0"/>
                    </a:moveTo>
                    <a:lnTo>
                      <a:pt x="2783102" y="0"/>
                    </a:lnTo>
                    <a:cubicBezTo>
                      <a:pt x="2788083" y="0"/>
                      <a:pt x="2791819" y="3736"/>
                      <a:pt x="2791819" y="7472"/>
                    </a:cubicBezTo>
                    <a:lnTo>
                      <a:pt x="2791819" y="1807038"/>
                    </a:lnTo>
                    <a:cubicBezTo>
                      <a:pt x="2791819" y="1812019"/>
                      <a:pt x="2788083" y="1814510"/>
                      <a:pt x="2783102" y="1814510"/>
                    </a:cubicBezTo>
                    <a:lnTo>
                      <a:pt x="7471" y="1814510"/>
                    </a:lnTo>
                    <a:cubicBezTo>
                      <a:pt x="3736" y="1814510"/>
                      <a:pt x="0" y="1812019"/>
                      <a:pt x="0" y="1807038"/>
                    </a:cubicBezTo>
                    <a:lnTo>
                      <a:pt x="0" y="7472"/>
                    </a:lnTo>
                    <a:cubicBezTo>
                      <a:pt x="0" y="3736"/>
                      <a:pt x="3736" y="0"/>
                      <a:pt x="74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1" name="Freeform 390">
                <a:extLst>
                  <a:ext uri="{FF2B5EF4-FFF2-40B4-BE49-F238E27FC236}">
                    <a16:creationId xmlns:a16="http://schemas.microsoft.com/office/drawing/2014/main" id="{18898D5D-6462-2147-87BA-FB59E67EE4A7}"/>
                  </a:ext>
                </a:extLst>
              </p:cNvPr>
              <p:cNvSpPr/>
              <p:nvPr/>
            </p:nvSpPr>
            <p:spPr>
              <a:xfrm>
                <a:off x="11159806" y="6948975"/>
                <a:ext cx="2791819" cy="2172178"/>
              </a:xfrm>
              <a:custGeom>
                <a:avLst/>
                <a:gdLst>
                  <a:gd name="connsiteX0" fmla="*/ 16195 w 2791819"/>
                  <a:gd name="connsiteY0" fmla="*/ 16201 h 2172178"/>
                  <a:gd name="connsiteX1" fmla="*/ 16195 w 2791819"/>
                  <a:gd name="connsiteY1" fmla="*/ 2154731 h 2172178"/>
                  <a:gd name="connsiteX2" fmla="*/ 2775624 w 2791819"/>
                  <a:gd name="connsiteY2" fmla="*/ 2154731 h 2172178"/>
                  <a:gd name="connsiteX3" fmla="*/ 2775624 w 2791819"/>
                  <a:gd name="connsiteY3" fmla="*/ 99650 h 2172178"/>
                  <a:gd name="connsiteX4" fmla="*/ 2750720 w 2791819"/>
                  <a:gd name="connsiteY4" fmla="*/ 41111 h 2172178"/>
                  <a:gd name="connsiteX5" fmla="*/ 2690948 w 2791819"/>
                  <a:gd name="connsiteY5" fmla="*/ 16201 h 2172178"/>
                  <a:gd name="connsiteX6" fmla="*/ 7471 w 2791819"/>
                  <a:gd name="connsiteY6" fmla="*/ 0 h 2172178"/>
                  <a:gd name="connsiteX7" fmla="*/ 2690955 w 2791819"/>
                  <a:gd name="connsiteY7" fmla="*/ 0 h 2172178"/>
                  <a:gd name="connsiteX8" fmla="*/ 2761933 w 2791819"/>
                  <a:gd name="connsiteY8" fmla="*/ 29893 h 2172178"/>
                  <a:gd name="connsiteX9" fmla="*/ 2791819 w 2791819"/>
                  <a:gd name="connsiteY9" fmla="*/ 99641 h 2172178"/>
                  <a:gd name="connsiteX10" fmla="*/ 2791819 w 2791819"/>
                  <a:gd name="connsiteY10" fmla="*/ 2163459 h 2172178"/>
                  <a:gd name="connsiteX11" fmla="*/ 2783102 w 2791819"/>
                  <a:gd name="connsiteY11" fmla="*/ 2172178 h 2172178"/>
                  <a:gd name="connsiteX12" fmla="*/ 7471 w 2791819"/>
                  <a:gd name="connsiteY12" fmla="*/ 2172178 h 2172178"/>
                  <a:gd name="connsiteX13" fmla="*/ 0 w 2791819"/>
                  <a:gd name="connsiteY13" fmla="*/ 2163459 h 2172178"/>
                  <a:gd name="connsiteX14" fmla="*/ 0 w 2791819"/>
                  <a:gd name="connsiteY14" fmla="*/ 7473 h 2172178"/>
                  <a:gd name="connsiteX15" fmla="*/ 7471 w 2791819"/>
                  <a:gd name="connsiteY15" fmla="*/ 0 h 2172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791819" h="2172178">
                    <a:moveTo>
                      <a:pt x="16195" y="16201"/>
                    </a:moveTo>
                    <a:lnTo>
                      <a:pt x="16195" y="2154731"/>
                    </a:lnTo>
                    <a:lnTo>
                      <a:pt x="2775624" y="2154731"/>
                    </a:lnTo>
                    <a:lnTo>
                      <a:pt x="2775624" y="99650"/>
                    </a:lnTo>
                    <a:cubicBezTo>
                      <a:pt x="2775624" y="77231"/>
                      <a:pt x="2766908" y="57303"/>
                      <a:pt x="2750720" y="41111"/>
                    </a:cubicBezTo>
                    <a:cubicBezTo>
                      <a:pt x="2734532" y="24920"/>
                      <a:pt x="2714608" y="16201"/>
                      <a:pt x="2690948" y="16201"/>
                    </a:cubicBezTo>
                    <a:close/>
                    <a:moveTo>
                      <a:pt x="7471" y="0"/>
                    </a:moveTo>
                    <a:lnTo>
                      <a:pt x="2690955" y="0"/>
                    </a:lnTo>
                    <a:cubicBezTo>
                      <a:pt x="2718350" y="0"/>
                      <a:pt x="2743255" y="9964"/>
                      <a:pt x="2761933" y="29893"/>
                    </a:cubicBezTo>
                    <a:cubicBezTo>
                      <a:pt x="2781857" y="48575"/>
                      <a:pt x="2791819" y="72240"/>
                      <a:pt x="2791819" y="99641"/>
                    </a:cubicBezTo>
                    <a:lnTo>
                      <a:pt x="2791819" y="2163459"/>
                    </a:lnTo>
                    <a:cubicBezTo>
                      <a:pt x="2791819" y="2168441"/>
                      <a:pt x="2788083" y="2172178"/>
                      <a:pt x="2783102" y="2172178"/>
                    </a:cubicBezTo>
                    <a:lnTo>
                      <a:pt x="7471" y="2172178"/>
                    </a:lnTo>
                    <a:cubicBezTo>
                      <a:pt x="3736" y="2172178"/>
                      <a:pt x="0" y="2168441"/>
                      <a:pt x="0" y="2163459"/>
                    </a:cubicBezTo>
                    <a:lnTo>
                      <a:pt x="0" y="7473"/>
                    </a:lnTo>
                    <a:cubicBezTo>
                      <a:pt x="0" y="3737"/>
                      <a:pt x="3736" y="0"/>
                      <a:pt x="74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2" name="Freeform 391">
                <a:extLst>
                  <a:ext uri="{FF2B5EF4-FFF2-40B4-BE49-F238E27FC236}">
                    <a16:creationId xmlns:a16="http://schemas.microsoft.com/office/drawing/2014/main" id="{CA1EE45E-B154-8349-8CF5-72D988998352}"/>
                  </a:ext>
                </a:extLst>
              </p:cNvPr>
              <p:cNvSpPr/>
              <p:nvPr/>
            </p:nvSpPr>
            <p:spPr>
              <a:xfrm>
                <a:off x="5690780" y="6948975"/>
                <a:ext cx="2793065" cy="2172178"/>
              </a:xfrm>
              <a:custGeom>
                <a:avLst/>
                <a:gdLst>
                  <a:gd name="connsiteX0" fmla="*/ 99626 w 2793065"/>
                  <a:gd name="connsiteY0" fmla="*/ 16201 h 2172178"/>
                  <a:gd name="connsiteX1" fmla="*/ 41100 w 2793065"/>
                  <a:gd name="connsiteY1" fmla="*/ 41111 h 2172178"/>
                  <a:gd name="connsiteX2" fmla="*/ 16195 w 2793065"/>
                  <a:gd name="connsiteY2" fmla="*/ 99650 h 2172178"/>
                  <a:gd name="connsiteX3" fmla="*/ 16195 w 2793065"/>
                  <a:gd name="connsiteY3" fmla="*/ 2154731 h 2172178"/>
                  <a:gd name="connsiteX4" fmla="*/ 2776866 w 2793065"/>
                  <a:gd name="connsiteY4" fmla="*/ 2154731 h 2172178"/>
                  <a:gd name="connsiteX5" fmla="*/ 2776866 w 2793065"/>
                  <a:gd name="connsiteY5" fmla="*/ 16201 h 2172178"/>
                  <a:gd name="connsiteX6" fmla="*/ 99619 w 2793065"/>
                  <a:gd name="connsiteY6" fmla="*/ 0 h 2172178"/>
                  <a:gd name="connsiteX7" fmla="*/ 2784348 w 2793065"/>
                  <a:gd name="connsiteY7" fmla="*/ 0 h 2172178"/>
                  <a:gd name="connsiteX8" fmla="*/ 2793065 w 2793065"/>
                  <a:gd name="connsiteY8" fmla="*/ 7473 h 2172178"/>
                  <a:gd name="connsiteX9" fmla="*/ 2793065 w 2793065"/>
                  <a:gd name="connsiteY9" fmla="*/ 2163459 h 2172178"/>
                  <a:gd name="connsiteX10" fmla="*/ 2784348 w 2793065"/>
                  <a:gd name="connsiteY10" fmla="*/ 2172178 h 2172178"/>
                  <a:gd name="connsiteX11" fmla="*/ 8717 w 2793065"/>
                  <a:gd name="connsiteY11" fmla="*/ 2172178 h 2172178"/>
                  <a:gd name="connsiteX12" fmla="*/ 0 w 2793065"/>
                  <a:gd name="connsiteY12" fmla="*/ 2163459 h 2172178"/>
                  <a:gd name="connsiteX13" fmla="*/ 0 w 2793065"/>
                  <a:gd name="connsiteY13" fmla="*/ 99641 h 2172178"/>
                  <a:gd name="connsiteX14" fmla="*/ 29886 w 2793065"/>
                  <a:gd name="connsiteY14" fmla="*/ 29893 h 2172178"/>
                  <a:gd name="connsiteX15" fmla="*/ 99619 w 2793065"/>
                  <a:gd name="connsiteY15" fmla="*/ 0 h 2172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793065" h="2172178">
                    <a:moveTo>
                      <a:pt x="99626" y="16201"/>
                    </a:moveTo>
                    <a:cubicBezTo>
                      <a:pt x="78457" y="16201"/>
                      <a:pt x="57288" y="24920"/>
                      <a:pt x="41100" y="41111"/>
                    </a:cubicBezTo>
                    <a:cubicBezTo>
                      <a:pt x="26157" y="57303"/>
                      <a:pt x="16195" y="77231"/>
                      <a:pt x="16195" y="99650"/>
                    </a:cubicBezTo>
                    <a:lnTo>
                      <a:pt x="16195" y="2154731"/>
                    </a:lnTo>
                    <a:lnTo>
                      <a:pt x="2776866" y="2154731"/>
                    </a:lnTo>
                    <a:lnTo>
                      <a:pt x="2776866" y="16201"/>
                    </a:lnTo>
                    <a:close/>
                    <a:moveTo>
                      <a:pt x="99619" y="0"/>
                    </a:moveTo>
                    <a:lnTo>
                      <a:pt x="2784348" y="0"/>
                    </a:lnTo>
                    <a:cubicBezTo>
                      <a:pt x="2788084" y="0"/>
                      <a:pt x="2793065" y="3737"/>
                      <a:pt x="2793065" y="7473"/>
                    </a:cubicBezTo>
                    <a:lnTo>
                      <a:pt x="2793065" y="2163459"/>
                    </a:lnTo>
                    <a:cubicBezTo>
                      <a:pt x="2793065" y="2168441"/>
                      <a:pt x="2788084" y="2172178"/>
                      <a:pt x="2784348" y="2172178"/>
                    </a:cubicBezTo>
                    <a:lnTo>
                      <a:pt x="8717" y="2172178"/>
                    </a:lnTo>
                    <a:cubicBezTo>
                      <a:pt x="4981" y="2172178"/>
                      <a:pt x="0" y="2168441"/>
                      <a:pt x="0" y="2163459"/>
                    </a:cubicBezTo>
                    <a:lnTo>
                      <a:pt x="0" y="99641"/>
                    </a:lnTo>
                    <a:cubicBezTo>
                      <a:pt x="0" y="72240"/>
                      <a:pt x="11207" y="48575"/>
                      <a:pt x="29886" y="29893"/>
                    </a:cubicBezTo>
                    <a:cubicBezTo>
                      <a:pt x="48564" y="9964"/>
                      <a:pt x="73469" y="0"/>
                      <a:pt x="996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3" name="Freeform 392">
                <a:extLst>
                  <a:ext uri="{FF2B5EF4-FFF2-40B4-BE49-F238E27FC236}">
                    <a16:creationId xmlns:a16="http://schemas.microsoft.com/office/drawing/2014/main" id="{867C2DA0-E988-B94B-A96D-8E49692D4E26}"/>
                  </a:ext>
                </a:extLst>
              </p:cNvPr>
              <p:cNvSpPr/>
              <p:nvPr/>
            </p:nvSpPr>
            <p:spPr>
              <a:xfrm>
                <a:off x="8468896" y="6948975"/>
                <a:ext cx="2705856" cy="2172178"/>
              </a:xfrm>
              <a:custGeom>
                <a:avLst/>
                <a:gdLst>
                  <a:gd name="connsiteX0" fmla="*/ 16195 w 2705856"/>
                  <a:gd name="connsiteY0" fmla="*/ 16201 h 2172178"/>
                  <a:gd name="connsiteX1" fmla="*/ 16195 w 2705856"/>
                  <a:gd name="connsiteY1" fmla="*/ 2154731 h 2172178"/>
                  <a:gd name="connsiteX2" fmla="*/ 2689664 w 2705856"/>
                  <a:gd name="connsiteY2" fmla="*/ 2154731 h 2172178"/>
                  <a:gd name="connsiteX3" fmla="*/ 2689664 w 2705856"/>
                  <a:gd name="connsiteY3" fmla="*/ 16201 h 2172178"/>
                  <a:gd name="connsiteX4" fmla="*/ 7471 w 2705856"/>
                  <a:gd name="connsiteY4" fmla="*/ 0 h 2172178"/>
                  <a:gd name="connsiteX5" fmla="*/ 2697140 w 2705856"/>
                  <a:gd name="connsiteY5" fmla="*/ 0 h 2172178"/>
                  <a:gd name="connsiteX6" fmla="*/ 2705856 w 2705856"/>
                  <a:gd name="connsiteY6" fmla="*/ 7473 h 2172178"/>
                  <a:gd name="connsiteX7" fmla="*/ 2705856 w 2705856"/>
                  <a:gd name="connsiteY7" fmla="*/ 2163459 h 2172178"/>
                  <a:gd name="connsiteX8" fmla="*/ 2697140 w 2705856"/>
                  <a:gd name="connsiteY8" fmla="*/ 2172178 h 2172178"/>
                  <a:gd name="connsiteX9" fmla="*/ 7471 w 2705856"/>
                  <a:gd name="connsiteY9" fmla="*/ 2172178 h 2172178"/>
                  <a:gd name="connsiteX10" fmla="*/ 0 w 2705856"/>
                  <a:gd name="connsiteY10" fmla="*/ 2163459 h 2172178"/>
                  <a:gd name="connsiteX11" fmla="*/ 0 w 2705856"/>
                  <a:gd name="connsiteY11" fmla="*/ 7473 h 2172178"/>
                  <a:gd name="connsiteX12" fmla="*/ 7471 w 2705856"/>
                  <a:gd name="connsiteY12" fmla="*/ 0 h 21721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705856" h="2172178">
                    <a:moveTo>
                      <a:pt x="16195" y="16201"/>
                    </a:moveTo>
                    <a:lnTo>
                      <a:pt x="16195" y="2154731"/>
                    </a:lnTo>
                    <a:lnTo>
                      <a:pt x="2689664" y="2154731"/>
                    </a:lnTo>
                    <a:lnTo>
                      <a:pt x="2689664" y="16201"/>
                    </a:lnTo>
                    <a:close/>
                    <a:moveTo>
                      <a:pt x="7471" y="0"/>
                    </a:moveTo>
                    <a:lnTo>
                      <a:pt x="2697140" y="0"/>
                    </a:lnTo>
                    <a:cubicBezTo>
                      <a:pt x="2702120" y="0"/>
                      <a:pt x="2705856" y="3737"/>
                      <a:pt x="2705856" y="7473"/>
                    </a:cubicBezTo>
                    <a:lnTo>
                      <a:pt x="2705856" y="2163459"/>
                    </a:lnTo>
                    <a:cubicBezTo>
                      <a:pt x="2705856" y="2168441"/>
                      <a:pt x="2702120" y="2172178"/>
                      <a:pt x="2697140" y="2172178"/>
                    </a:cubicBezTo>
                    <a:lnTo>
                      <a:pt x="7471" y="2172178"/>
                    </a:lnTo>
                    <a:cubicBezTo>
                      <a:pt x="2490" y="2172178"/>
                      <a:pt x="0" y="2168441"/>
                      <a:pt x="0" y="2163459"/>
                    </a:cubicBezTo>
                    <a:lnTo>
                      <a:pt x="0" y="7473"/>
                    </a:lnTo>
                    <a:cubicBezTo>
                      <a:pt x="0" y="3737"/>
                      <a:pt x="2490" y="0"/>
                      <a:pt x="74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4" name="Freeform 393">
                <a:extLst>
                  <a:ext uri="{FF2B5EF4-FFF2-40B4-BE49-F238E27FC236}">
                    <a16:creationId xmlns:a16="http://schemas.microsoft.com/office/drawing/2014/main" id="{5299077B-AC8E-6F43-A68D-D88210931A70}"/>
                  </a:ext>
                </a:extLst>
              </p:cNvPr>
              <p:cNvSpPr/>
              <p:nvPr/>
            </p:nvSpPr>
            <p:spPr>
              <a:xfrm>
                <a:off x="6479366" y="11778113"/>
                <a:ext cx="144512" cy="228060"/>
              </a:xfrm>
              <a:custGeom>
                <a:avLst/>
                <a:gdLst>
                  <a:gd name="connsiteX0" fmla="*/ 72873 w 144512"/>
                  <a:gd name="connsiteY0" fmla="*/ 16201 h 228060"/>
                  <a:gd name="connsiteX1" fmla="*/ 16196 w 144512"/>
                  <a:gd name="connsiteY1" fmla="*/ 114030 h 228060"/>
                  <a:gd name="connsiteX2" fmla="*/ 72873 w 144512"/>
                  <a:gd name="connsiteY2" fmla="*/ 211859 h 228060"/>
                  <a:gd name="connsiteX3" fmla="*/ 128317 w 144512"/>
                  <a:gd name="connsiteY3" fmla="*/ 114030 h 228060"/>
                  <a:gd name="connsiteX4" fmla="*/ 72873 w 144512"/>
                  <a:gd name="connsiteY4" fmla="*/ 16201 h 228060"/>
                  <a:gd name="connsiteX5" fmla="*/ 72874 w 144512"/>
                  <a:gd name="connsiteY5" fmla="*/ 0 h 228060"/>
                  <a:gd name="connsiteX6" fmla="*/ 144512 w 144512"/>
                  <a:gd name="connsiteY6" fmla="*/ 114030 h 228060"/>
                  <a:gd name="connsiteX7" fmla="*/ 72874 w 144512"/>
                  <a:gd name="connsiteY7" fmla="*/ 228060 h 228060"/>
                  <a:gd name="connsiteX8" fmla="*/ 0 w 144512"/>
                  <a:gd name="connsiteY8" fmla="*/ 114030 h 228060"/>
                  <a:gd name="connsiteX9" fmla="*/ 72874 w 144512"/>
                  <a:gd name="connsiteY9" fmla="*/ 0 h 228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4512" h="228060">
                    <a:moveTo>
                      <a:pt x="72873" y="16201"/>
                    </a:moveTo>
                    <a:cubicBezTo>
                      <a:pt x="37142" y="16201"/>
                      <a:pt x="16196" y="50875"/>
                      <a:pt x="16196" y="114030"/>
                    </a:cubicBezTo>
                    <a:cubicBezTo>
                      <a:pt x="16196" y="177185"/>
                      <a:pt x="37142" y="211859"/>
                      <a:pt x="72873" y="211859"/>
                    </a:cubicBezTo>
                    <a:cubicBezTo>
                      <a:pt x="109836" y="211859"/>
                      <a:pt x="128317" y="177185"/>
                      <a:pt x="128317" y="114030"/>
                    </a:cubicBezTo>
                    <a:cubicBezTo>
                      <a:pt x="128317" y="50875"/>
                      <a:pt x="109836" y="16201"/>
                      <a:pt x="72873" y="16201"/>
                    </a:cubicBezTo>
                    <a:close/>
                    <a:moveTo>
                      <a:pt x="72874" y="0"/>
                    </a:moveTo>
                    <a:cubicBezTo>
                      <a:pt x="98812" y="0"/>
                      <a:pt x="144512" y="14873"/>
                      <a:pt x="144512" y="114030"/>
                    </a:cubicBezTo>
                    <a:cubicBezTo>
                      <a:pt x="144512" y="213187"/>
                      <a:pt x="98812" y="228060"/>
                      <a:pt x="72874" y="228060"/>
                    </a:cubicBezTo>
                    <a:cubicBezTo>
                      <a:pt x="45701" y="228060"/>
                      <a:pt x="0" y="213187"/>
                      <a:pt x="0" y="114030"/>
                    </a:cubicBezTo>
                    <a:cubicBezTo>
                      <a:pt x="0" y="14873"/>
                      <a:pt x="45701" y="0"/>
                      <a:pt x="728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E5813BF2-BE28-D14F-897D-A650EEA93CD1}"/>
                  </a:ext>
                </a:extLst>
              </p:cNvPr>
              <p:cNvSpPr/>
              <p:nvPr/>
            </p:nvSpPr>
            <p:spPr>
              <a:xfrm>
                <a:off x="6444484" y="11884043"/>
                <a:ext cx="215522" cy="1532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4" h="124">
                    <a:moveTo>
                      <a:pt x="87" y="124"/>
                    </a:moveTo>
                    <a:cubicBezTo>
                      <a:pt x="55" y="124"/>
                      <a:pt x="0" y="109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cubicBezTo>
                      <a:pt x="10" y="0"/>
                      <a:pt x="13" y="3"/>
                      <a:pt x="13" y="7"/>
                    </a:cubicBezTo>
                    <a:cubicBezTo>
                      <a:pt x="13" y="93"/>
                      <a:pt x="54" y="112"/>
                      <a:pt x="87" y="112"/>
                    </a:cubicBezTo>
                    <a:cubicBezTo>
                      <a:pt x="121" y="112"/>
                      <a:pt x="161" y="93"/>
                      <a:pt x="161" y="7"/>
                    </a:cubicBezTo>
                    <a:cubicBezTo>
                      <a:pt x="161" y="3"/>
                      <a:pt x="164" y="0"/>
                      <a:pt x="167" y="0"/>
                    </a:cubicBezTo>
                    <a:cubicBezTo>
                      <a:pt x="171" y="0"/>
                      <a:pt x="174" y="3"/>
                      <a:pt x="174" y="7"/>
                    </a:cubicBezTo>
                    <a:cubicBezTo>
                      <a:pt x="174" y="109"/>
                      <a:pt x="119" y="124"/>
                      <a:pt x="87" y="1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590F8696-ECF2-1647-BB3C-34DF9952F4E6}"/>
                  </a:ext>
                </a:extLst>
              </p:cNvPr>
              <p:cNvSpPr/>
              <p:nvPr/>
            </p:nvSpPr>
            <p:spPr>
              <a:xfrm>
                <a:off x="6544147" y="12023621"/>
                <a:ext cx="14950" cy="1345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109">
                    <a:moveTo>
                      <a:pt x="7" y="109"/>
                    </a:moveTo>
                    <a:cubicBezTo>
                      <a:pt x="3" y="109"/>
                      <a:pt x="0" y="105"/>
                      <a:pt x="0" y="102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0" y="0"/>
                      <a:pt x="13" y="3"/>
                      <a:pt x="13" y="6"/>
                    </a:cubicBezTo>
                    <a:lnTo>
                      <a:pt x="13" y="102"/>
                    </a:lnTo>
                    <a:cubicBezTo>
                      <a:pt x="13" y="105"/>
                      <a:pt x="10" y="109"/>
                      <a:pt x="7" y="10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D31D9051-A356-7349-B6BE-C82C43437C46}"/>
                  </a:ext>
                </a:extLst>
              </p:cNvPr>
              <p:cNvSpPr/>
              <p:nvPr/>
            </p:nvSpPr>
            <p:spPr>
              <a:xfrm>
                <a:off x="6498053" y="12143259"/>
                <a:ext cx="107138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7" h="13">
                    <a:moveTo>
                      <a:pt x="81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81" y="0"/>
                    </a:lnTo>
                    <a:cubicBezTo>
                      <a:pt x="85" y="0"/>
                      <a:pt x="87" y="3"/>
                      <a:pt x="87" y="6"/>
                    </a:cubicBezTo>
                    <a:cubicBezTo>
                      <a:pt x="87" y="10"/>
                      <a:pt x="85" y="13"/>
                      <a:pt x="81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797D486F-E9D4-284D-8245-7171357CDAC8}"/>
                  </a:ext>
                </a:extLst>
              </p:cNvPr>
              <p:cNvSpPr/>
              <p:nvPr/>
            </p:nvSpPr>
            <p:spPr>
              <a:xfrm>
                <a:off x="6480612" y="11891520"/>
                <a:ext cx="140774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4" h="13">
                    <a:moveTo>
                      <a:pt x="107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107" y="0"/>
                    </a:lnTo>
                    <a:cubicBezTo>
                      <a:pt x="111" y="0"/>
                      <a:pt x="114" y="2"/>
                      <a:pt x="114" y="6"/>
                    </a:cubicBezTo>
                    <a:cubicBezTo>
                      <a:pt x="114" y="10"/>
                      <a:pt x="111" y="13"/>
                      <a:pt x="107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689CE734-7924-E745-B0C7-C575640B1765}"/>
                  </a:ext>
                </a:extLst>
              </p:cNvPr>
              <p:cNvSpPr/>
              <p:nvPr/>
            </p:nvSpPr>
            <p:spPr>
              <a:xfrm>
                <a:off x="6488087" y="11786834"/>
                <a:ext cx="128317" cy="2118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" h="171">
                    <a:moveTo>
                      <a:pt x="104" y="85"/>
                    </a:moveTo>
                    <a:cubicBezTo>
                      <a:pt x="104" y="150"/>
                      <a:pt x="79" y="171"/>
                      <a:pt x="52" y="171"/>
                    </a:cubicBezTo>
                    <a:cubicBezTo>
                      <a:pt x="25" y="171"/>
                      <a:pt x="0" y="150"/>
                      <a:pt x="0" y="85"/>
                    </a:cubicBezTo>
                    <a:cubicBezTo>
                      <a:pt x="0" y="20"/>
                      <a:pt x="25" y="0"/>
                      <a:pt x="52" y="0"/>
                    </a:cubicBezTo>
                    <a:cubicBezTo>
                      <a:pt x="79" y="0"/>
                      <a:pt x="104" y="20"/>
                      <a:pt x="104" y="85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5" name="Freeform 394">
                <a:extLst>
                  <a:ext uri="{FF2B5EF4-FFF2-40B4-BE49-F238E27FC236}">
                    <a16:creationId xmlns:a16="http://schemas.microsoft.com/office/drawing/2014/main" id="{F8E7ADA1-2EC7-E24A-B3F8-48233F16A823}"/>
                  </a:ext>
                </a:extLst>
              </p:cNvPr>
              <p:cNvSpPr/>
              <p:nvPr/>
            </p:nvSpPr>
            <p:spPr>
              <a:xfrm>
                <a:off x="8431522" y="11881550"/>
                <a:ext cx="297744" cy="240522"/>
              </a:xfrm>
              <a:custGeom>
                <a:avLst/>
                <a:gdLst>
                  <a:gd name="connsiteX0" fmla="*/ 16195 w 297744"/>
                  <a:gd name="connsiteY0" fmla="*/ 16201 h 240522"/>
                  <a:gd name="connsiteX1" fmla="*/ 16195 w 297744"/>
                  <a:gd name="connsiteY1" fmla="*/ 224321 h 240522"/>
                  <a:gd name="connsiteX2" fmla="*/ 281549 w 297744"/>
                  <a:gd name="connsiteY2" fmla="*/ 224321 h 240522"/>
                  <a:gd name="connsiteX3" fmla="*/ 281549 w 297744"/>
                  <a:gd name="connsiteY3" fmla="*/ 16201 h 240522"/>
                  <a:gd name="connsiteX4" fmla="*/ 7444 w 297744"/>
                  <a:gd name="connsiteY4" fmla="*/ 0 h 240522"/>
                  <a:gd name="connsiteX5" fmla="*/ 290300 w 297744"/>
                  <a:gd name="connsiteY5" fmla="*/ 0 h 240522"/>
                  <a:gd name="connsiteX6" fmla="*/ 297744 w 297744"/>
                  <a:gd name="connsiteY6" fmla="*/ 7439 h 240522"/>
                  <a:gd name="connsiteX7" fmla="*/ 297744 w 297744"/>
                  <a:gd name="connsiteY7" fmla="*/ 231843 h 240522"/>
                  <a:gd name="connsiteX8" fmla="*/ 290300 w 297744"/>
                  <a:gd name="connsiteY8" fmla="*/ 240522 h 240522"/>
                  <a:gd name="connsiteX9" fmla="*/ 7444 w 297744"/>
                  <a:gd name="connsiteY9" fmla="*/ 240522 h 240522"/>
                  <a:gd name="connsiteX10" fmla="*/ 0 w 297744"/>
                  <a:gd name="connsiteY10" fmla="*/ 231843 h 240522"/>
                  <a:gd name="connsiteX11" fmla="*/ 0 w 297744"/>
                  <a:gd name="connsiteY11" fmla="*/ 7439 h 240522"/>
                  <a:gd name="connsiteX12" fmla="*/ 7444 w 297744"/>
                  <a:gd name="connsiteY12" fmla="*/ 0 h 240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7744" h="240522">
                    <a:moveTo>
                      <a:pt x="16195" y="16201"/>
                    </a:moveTo>
                    <a:lnTo>
                      <a:pt x="16195" y="224321"/>
                    </a:lnTo>
                    <a:lnTo>
                      <a:pt x="281549" y="224321"/>
                    </a:lnTo>
                    <a:lnTo>
                      <a:pt x="281549" y="16201"/>
                    </a:lnTo>
                    <a:close/>
                    <a:moveTo>
                      <a:pt x="7444" y="0"/>
                    </a:moveTo>
                    <a:lnTo>
                      <a:pt x="290300" y="0"/>
                    </a:lnTo>
                    <a:cubicBezTo>
                      <a:pt x="295263" y="0"/>
                      <a:pt x="297744" y="3719"/>
                      <a:pt x="297744" y="7439"/>
                    </a:cubicBezTo>
                    <a:lnTo>
                      <a:pt x="297744" y="231843"/>
                    </a:lnTo>
                    <a:cubicBezTo>
                      <a:pt x="297744" y="236803"/>
                      <a:pt x="295263" y="240522"/>
                      <a:pt x="290300" y="240522"/>
                    </a:cubicBezTo>
                    <a:lnTo>
                      <a:pt x="7444" y="240522"/>
                    </a:lnTo>
                    <a:cubicBezTo>
                      <a:pt x="3722" y="240522"/>
                      <a:pt x="0" y="236803"/>
                      <a:pt x="0" y="231843"/>
                    </a:cubicBezTo>
                    <a:lnTo>
                      <a:pt x="0" y="7439"/>
                    </a:lnTo>
                    <a:cubicBezTo>
                      <a:pt x="0" y="3719"/>
                      <a:pt x="3722" y="0"/>
                      <a:pt x="74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6" name="Freeform 395">
                <a:extLst>
                  <a:ext uri="{FF2B5EF4-FFF2-40B4-BE49-F238E27FC236}">
                    <a16:creationId xmlns:a16="http://schemas.microsoft.com/office/drawing/2014/main" id="{B9CC79A4-B97D-F647-81F7-4C762D181A35}"/>
                  </a:ext>
                </a:extLst>
              </p:cNvPr>
              <p:cNvSpPr/>
              <p:nvPr/>
            </p:nvSpPr>
            <p:spPr>
              <a:xfrm>
                <a:off x="8714317" y="11881976"/>
                <a:ext cx="142020" cy="240097"/>
              </a:xfrm>
              <a:custGeom>
                <a:avLst/>
                <a:gdLst>
                  <a:gd name="connsiteX0" fmla="*/ 125825 w 142020"/>
                  <a:gd name="connsiteY0" fmla="*/ 25743 h 240097"/>
                  <a:gd name="connsiteX1" fmla="*/ 21178 w 142020"/>
                  <a:gd name="connsiteY1" fmla="*/ 121072 h 240097"/>
                  <a:gd name="connsiteX2" fmla="*/ 125825 w 142020"/>
                  <a:gd name="connsiteY2" fmla="*/ 213924 h 240097"/>
                  <a:gd name="connsiteX3" fmla="*/ 137080 w 142020"/>
                  <a:gd name="connsiteY3" fmla="*/ 815 h 240097"/>
                  <a:gd name="connsiteX4" fmla="*/ 142020 w 142020"/>
                  <a:gd name="connsiteY4" fmla="*/ 7014 h 240097"/>
                  <a:gd name="connsiteX5" fmla="*/ 142020 w 142020"/>
                  <a:gd name="connsiteY5" fmla="*/ 231418 h 240097"/>
                  <a:gd name="connsiteX6" fmla="*/ 137080 w 142020"/>
                  <a:gd name="connsiteY6" fmla="*/ 238857 h 240097"/>
                  <a:gd name="connsiteX7" fmla="*/ 133375 w 142020"/>
                  <a:gd name="connsiteY7" fmla="*/ 240097 h 240097"/>
                  <a:gd name="connsiteX8" fmla="*/ 128435 w 142020"/>
                  <a:gd name="connsiteY8" fmla="*/ 237617 h 240097"/>
                  <a:gd name="connsiteX9" fmla="*/ 3705 w 142020"/>
                  <a:gd name="connsiteY9" fmla="*/ 127275 h 240097"/>
                  <a:gd name="connsiteX10" fmla="*/ 0 w 142020"/>
                  <a:gd name="connsiteY10" fmla="*/ 121076 h 240097"/>
                  <a:gd name="connsiteX11" fmla="*/ 3705 w 142020"/>
                  <a:gd name="connsiteY11" fmla="*/ 114877 h 240097"/>
                  <a:gd name="connsiteX12" fmla="*/ 128435 w 142020"/>
                  <a:gd name="connsiteY12" fmla="*/ 2055 h 240097"/>
                  <a:gd name="connsiteX13" fmla="*/ 137080 w 142020"/>
                  <a:gd name="connsiteY13" fmla="*/ 815 h 240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2020" h="240097">
                    <a:moveTo>
                      <a:pt x="125825" y="25743"/>
                    </a:moveTo>
                    <a:lnTo>
                      <a:pt x="21178" y="121072"/>
                    </a:lnTo>
                    <a:lnTo>
                      <a:pt x="125825" y="213924"/>
                    </a:lnTo>
                    <a:close/>
                    <a:moveTo>
                      <a:pt x="137080" y="815"/>
                    </a:moveTo>
                    <a:cubicBezTo>
                      <a:pt x="139550" y="2055"/>
                      <a:pt x="142020" y="4534"/>
                      <a:pt x="142020" y="7014"/>
                    </a:cubicBezTo>
                    <a:lnTo>
                      <a:pt x="142020" y="231418"/>
                    </a:lnTo>
                    <a:cubicBezTo>
                      <a:pt x="142020" y="235138"/>
                      <a:pt x="139550" y="237617"/>
                      <a:pt x="137080" y="238857"/>
                    </a:cubicBezTo>
                    <a:cubicBezTo>
                      <a:pt x="135845" y="240097"/>
                      <a:pt x="134610" y="240097"/>
                      <a:pt x="133375" y="240097"/>
                    </a:cubicBezTo>
                    <a:cubicBezTo>
                      <a:pt x="132140" y="240097"/>
                      <a:pt x="129670" y="238857"/>
                      <a:pt x="128435" y="237617"/>
                    </a:cubicBezTo>
                    <a:lnTo>
                      <a:pt x="3705" y="127275"/>
                    </a:lnTo>
                    <a:cubicBezTo>
                      <a:pt x="1235" y="124795"/>
                      <a:pt x="0" y="122316"/>
                      <a:pt x="0" y="121076"/>
                    </a:cubicBezTo>
                    <a:cubicBezTo>
                      <a:pt x="0" y="118596"/>
                      <a:pt x="1235" y="116117"/>
                      <a:pt x="3705" y="114877"/>
                    </a:cubicBezTo>
                    <a:lnTo>
                      <a:pt x="128435" y="2055"/>
                    </a:lnTo>
                    <a:cubicBezTo>
                      <a:pt x="130905" y="-425"/>
                      <a:pt x="134610" y="-425"/>
                      <a:pt x="137080" y="8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C044CDC3-2B20-964A-AC2D-D229BD3DB617}"/>
                  </a:ext>
                </a:extLst>
              </p:cNvPr>
              <p:cNvSpPr/>
              <p:nvPr/>
            </p:nvSpPr>
            <p:spPr>
              <a:xfrm>
                <a:off x="12663476" y="11780602"/>
                <a:ext cx="340101" cy="332743"/>
              </a:xfrm>
              <a:custGeom>
                <a:avLst/>
                <a:gdLst>
                  <a:gd name="connsiteX0" fmla="*/ 168811 w 340101"/>
                  <a:gd name="connsiteY0" fmla="*/ 16205 h 332743"/>
                  <a:gd name="connsiteX1" fmla="*/ 116698 w 340101"/>
                  <a:gd name="connsiteY1" fmla="*/ 84464 h 332743"/>
                  <a:gd name="connsiteX2" fmla="*/ 148958 w 340101"/>
                  <a:gd name="connsiteY2" fmla="*/ 146518 h 332743"/>
                  <a:gd name="connsiteX3" fmla="*/ 152681 w 340101"/>
                  <a:gd name="connsiteY3" fmla="*/ 155206 h 332743"/>
                  <a:gd name="connsiteX4" fmla="*/ 146477 w 340101"/>
                  <a:gd name="connsiteY4" fmla="*/ 161411 h 332743"/>
                  <a:gd name="connsiteX5" fmla="*/ 16196 w 340101"/>
                  <a:gd name="connsiteY5" fmla="*/ 278073 h 332743"/>
                  <a:gd name="connsiteX6" fmla="*/ 170052 w 340101"/>
                  <a:gd name="connsiteY6" fmla="*/ 316546 h 332743"/>
                  <a:gd name="connsiteX7" fmla="*/ 323907 w 340101"/>
                  <a:gd name="connsiteY7" fmla="*/ 278073 h 332743"/>
                  <a:gd name="connsiteX8" fmla="*/ 193626 w 340101"/>
                  <a:gd name="connsiteY8" fmla="*/ 161411 h 332743"/>
                  <a:gd name="connsiteX9" fmla="*/ 187422 w 340101"/>
                  <a:gd name="connsiteY9" fmla="*/ 153965 h 332743"/>
                  <a:gd name="connsiteX10" fmla="*/ 191145 w 340101"/>
                  <a:gd name="connsiteY10" fmla="*/ 145277 h 332743"/>
                  <a:gd name="connsiteX11" fmla="*/ 222164 w 340101"/>
                  <a:gd name="connsiteY11" fmla="*/ 84464 h 332743"/>
                  <a:gd name="connsiteX12" fmla="*/ 168811 w 340101"/>
                  <a:gd name="connsiteY12" fmla="*/ 16205 h 332743"/>
                  <a:gd name="connsiteX13" fmla="*/ 168809 w 340101"/>
                  <a:gd name="connsiteY13" fmla="*/ 0 h 332743"/>
                  <a:gd name="connsiteX14" fmla="*/ 239560 w 340101"/>
                  <a:gd name="connsiteY14" fmla="*/ 84427 h 332743"/>
                  <a:gd name="connsiteX15" fmla="*/ 213494 w 340101"/>
                  <a:gd name="connsiteY15" fmla="*/ 148989 h 332743"/>
                  <a:gd name="connsiteX16" fmla="*/ 340101 w 340101"/>
                  <a:gd name="connsiteY16" fmla="*/ 278114 h 332743"/>
                  <a:gd name="connsiteX17" fmla="*/ 170050 w 340101"/>
                  <a:gd name="connsiteY17" fmla="*/ 332743 h 332743"/>
                  <a:gd name="connsiteX18" fmla="*/ 0 w 340101"/>
                  <a:gd name="connsiteY18" fmla="*/ 278114 h 332743"/>
                  <a:gd name="connsiteX19" fmla="*/ 126607 w 340101"/>
                  <a:gd name="connsiteY19" fmla="*/ 150231 h 332743"/>
                  <a:gd name="connsiteX20" fmla="*/ 100541 w 340101"/>
                  <a:gd name="connsiteY20" fmla="*/ 84427 h 332743"/>
                  <a:gd name="connsiteX21" fmla="*/ 168809 w 340101"/>
                  <a:gd name="connsiteY21" fmla="*/ 0 h 332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40101" h="332743">
                    <a:moveTo>
                      <a:pt x="168811" y="16205"/>
                    </a:moveTo>
                    <a:cubicBezTo>
                      <a:pt x="140273" y="16205"/>
                      <a:pt x="116698" y="47232"/>
                      <a:pt x="116698" y="84464"/>
                    </a:cubicBezTo>
                    <a:cubicBezTo>
                      <a:pt x="116698" y="110527"/>
                      <a:pt x="129106" y="135349"/>
                      <a:pt x="148958" y="146518"/>
                    </a:cubicBezTo>
                    <a:cubicBezTo>
                      <a:pt x="152681" y="147759"/>
                      <a:pt x="153921" y="151483"/>
                      <a:pt x="152681" y="155206"/>
                    </a:cubicBezTo>
                    <a:cubicBezTo>
                      <a:pt x="152681" y="157688"/>
                      <a:pt x="148958" y="161411"/>
                      <a:pt x="146477" y="161411"/>
                    </a:cubicBezTo>
                    <a:cubicBezTo>
                      <a:pt x="70790" y="175063"/>
                      <a:pt x="16196" y="245805"/>
                      <a:pt x="16196" y="278073"/>
                    </a:cubicBezTo>
                    <a:cubicBezTo>
                      <a:pt x="16196" y="311582"/>
                      <a:pt x="62104" y="316546"/>
                      <a:pt x="170052" y="316546"/>
                    </a:cubicBezTo>
                    <a:cubicBezTo>
                      <a:pt x="279239" y="316546"/>
                      <a:pt x="323907" y="311582"/>
                      <a:pt x="323907" y="278073"/>
                    </a:cubicBezTo>
                    <a:cubicBezTo>
                      <a:pt x="323907" y="245805"/>
                      <a:pt x="269313" y="173822"/>
                      <a:pt x="193626" y="161411"/>
                    </a:cubicBezTo>
                    <a:cubicBezTo>
                      <a:pt x="189904" y="160170"/>
                      <a:pt x="187422" y="157688"/>
                      <a:pt x="187422" y="153965"/>
                    </a:cubicBezTo>
                    <a:cubicBezTo>
                      <a:pt x="186182" y="151483"/>
                      <a:pt x="187422" y="147759"/>
                      <a:pt x="191145" y="145277"/>
                    </a:cubicBezTo>
                    <a:cubicBezTo>
                      <a:pt x="210997" y="135349"/>
                      <a:pt x="222164" y="110527"/>
                      <a:pt x="222164" y="84464"/>
                    </a:cubicBezTo>
                    <a:cubicBezTo>
                      <a:pt x="222164" y="47232"/>
                      <a:pt x="198589" y="16205"/>
                      <a:pt x="168811" y="16205"/>
                    </a:cubicBezTo>
                    <a:close/>
                    <a:moveTo>
                      <a:pt x="168809" y="0"/>
                    </a:moveTo>
                    <a:cubicBezTo>
                      <a:pt x="208529" y="0"/>
                      <a:pt x="239560" y="38489"/>
                      <a:pt x="239560" y="84427"/>
                    </a:cubicBezTo>
                    <a:cubicBezTo>
                      <a:pt x="239560" y="109259"/>
                      <a:pt x="229630" y="134090"/>
                      <a:pt x="213494" y="148989"/>
                    </a:cubicBezTo>
                    <a:cubicBezTo>
                      <a:pt x="284245" y="170096"/>
                      <a:pt x="340101" y="238383"/>
                      <a:pt x="340101" y="278114"/>
                    </a:cubicBezTo>
                    <a:cubicBezTo>
                      <a:pt x="340101" y="329018"/>
                      <a:pt x="276798" y="332743"/>
                      <a:pt x="170050" y="332743"/>
                    </a:cubicBezTo>
                    <a:cubicBezTo>
                      <a:pt x="64545" y="332743"/>
                      <a:pt x="0" y="329018"/>
                      <a:pt x="0" y="278114"/>
                    </a:cubicBezTo>
                    <a:cubicBezTo>
                      <a:pt x="0" y="239625"/>
                      <a:pt x="55856" y="171338"/>
                      <a:pt x="126607" y="150231"/>
                    </a:cubicBezTo>
                    <a:cubicBezTo>
                      <a:pt x="110471" y="134090"/>
                      <a:pt x="100541" y="110500"/>
                      <a:pt x="100541" y="84427"/>
                    </a:cubicBezTo>
                    <a:cubicBezTo>
                      <a:pt x="100541" y="38489"/>
                      <a:pt x="131572" y="0"/>
                      <a:pt x="1688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CAD1B68D-B808-554E-9888-724845AEC188}"/>
                  </a:ext>
                </a:extLst>
              </p:cNvPr>
              <p:cNvSpPr/>
              <p:nvPr/>
            </p:nvSpPr>
            <p:spPr>
              <a:xfrm>
                <a:off x="12992365" y="11738234"/>
                <a:ext cx="196835" cy="1956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9" h="158">
                    <a:moveTo>
                      <a:pt x="159" y="79"/>
                    </a:moveTo>
                    <a:cubicBezTo>
                      <a:pt x="159" y="123"/>
                      <a:pt x="123" y="158"/>
                      <a:pt x="80" y="158"/>
                    </a:cubicBezTo>
                    <a:cubicBezTo>
                      <a:pt x="36" y="158"/>
                      <a:pt x="0" y="123"/>
                      <a:pt x="0" y="79"/>
                    </a:cubicBezTo>
                    <a:cubicBezTo>
                      <a:pt x="0" y="35"/>
                      <a:pt x="36" y="0"/>
                      <a:pt x="80" y="0"/>
                    </a:cubicBezTo>
                    <a:cubicBezTo>
                      <a:pt x="123" y="0"/>
                      <a:pt x="159" y="35"/>
                      <a:pt x="159" y="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CC8CFBEE-4E39-AC4C-8995-5A2CF6D48101}"/>
                  </a:ext>
                </a:extLst>
              </p:cNvPr>
              <p:cNvSpPr/>
              <p:nvPr/>
            </p:nvSpPr>
            <p:spPr>
              <a:xfrm>
                <a:off x="12983645" y="11729510"/>
                <a:ext cx="213030" cy="213105"/>
              </a:xfrm>
              <a:custGeom>
                <a:avLst/>
                <a:gdLst>
                  <a:gd name="connsiteX0" fmla="*/ 107757 w 213030"/>
                  <a:gd name="connsiteY0" fmla="*/ 16201 h 213105"/>
                  <a:gd name="connsiteX1" fmla="*/ 16195 w 213030"/>
                  <a:gd name="connsiteY1" fmla="*/ 106552 h 213105"/>
                  <a:gd name="connsiteX2" fmla="*/ 107757 w 213030"/>
                  <a:gd name="connsiteY2" fmla="*/ 196904 h 213105"/>
                  <a:gd name="connsiteX3" fmla="*/ 198081 w 213030"/>
                  <a:gd name="connsiteY3" fmla="*/ 106552 h 213105"/>
                  <a:gd name="connsiteX4" fmla="*/ 107757 w 213030"/>
                  <a:gd name="connsiteY4" fmla="*/ 16201 h 213105"/>
                  <a:gd name="connsiteX5" fmla="*/ 107754 w 213030"/>
                  <a:gd name="connsiteY5" fmla="*/ 0 h 213105"/>
                  <a:gd name="connsiteX6" fmla="*/ 213030 w 213030"/>
                  <a:gd name="connsiteY6" fmla="*/ 106552 h 213105"/>
                  <a:gd name="connsiteX7" fmla="*/ 107754 w 213030"/>
                  <a:gd name="connsiteY7" fmla="*/ 213105 h 213105"/>
                  <a:gd name="connsiteX8" fmla="*/ 0 w 213030"/>
                  <a:gd name="connsiteY8" fmla="*/ 106552 h 213105"/>
                  <a:gd name="connsiteX9" fmla="*/ 107754 w 213030"/>
                  <a:gd name="connsiteY9" fmla="*/ 0 h 213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3030" h="213105">
                    <a:moveTo>
                      <a:pt x="107757" y="16201"/>
                    </a:moveTo>
                    <a:cubicBezTo>
                      <a:pt x="57027" y="16201"/>
                      <a:pt x="16195" y="57045"/>
                      <a:pt x="16195" y="106552"/>
                    </a:cubicBezTo>
                    <a:cubicBezTo>
                      <a:pt x="16195" y="156060"/>
                      <a:pt x="57027" y="196904"/>
                      <a:pt x="107757" y="196904"/>
                    </a:cubicBezTo>
                    <a:cubicBezTo>
                      <a:pt x="157249" y="196904"/>
                      <a:pt x="198081" y="156060"/>
                      <a:pt x="198081" y="106552"/>
                    </a:cubicBezTo>
                    <a:cubicBezTo>
                      <a:pt x="198081" y="57045"/>
                      <a:pt x="157249" y="16201"/>
                      <a:pt x="107757" y="16201"/>
                    </a:cubicBezTo>
                    <a:close/>
                    <a:moveTo>
                      <a:pt x="107754" y="0"/>
                    </a:moveTo>
                    <a:cubicBezTo>
                      <a:pt x="165965" y="0"/>
                      <a:pt x="213030" y="48320"/>
                      <a:pt x="213030" y="106552"/>
                    </a:cubicBezTo>
                    <a:cubicBezTo>
                      <a:pt x="213030" y="164785"/>
                      <a:pt x="165965" y="213105"/>
                      <a:pt x="107754" y="213105"/>
                    </a:cubicBezTo>
                    <a:cubicBezTo>
                      <a:pt x="48303" y="213105"/>
                      <a:pt x="0" y="164785"/>
                      <a:pt x="0" y="106552"/>
                    </a:cubicBezTo>
                    <a:cubicBezTo>
                      <a:pt x="0" y="48320"/>
                      <a:pt x="48303" y="0"/>
                      <a:pt x="1077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4F83250C-D8F8-0E4C-97E3-EABAB722E857}"/>
                  </a:ext>
                </a:extLst>
              </p:cNvPr>
              <p:cNvSpPr/>
              <p:nvPr/>
            </p:nvSpPr>
            <p:spPr>
              <a:xfrm>
                <a:off x="13040951" y="11829209"/>
                <a:ext cx="99663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" h="13">
                    <a:moveTo>
                      <a:pt x="74" y="13"/>
                    </a:moveTo>
                    <a:lnTo>
                      <a:pt x="7" y="13"/>
                    </a:lnTo>
                    <a:cubicBezTo>
                      <a:pt x="4" y="13"/>
                      <a:pt x="0" y="9"/>
                      <a:pt x="0" y="6"/>
                    </a:cubicBezTo>
                    <a:cubicBezTo>
                      <a:pt x="0" y="2"/>
                      <a:pt x="4" y="0"/>
                      <a:pt x="7" y="0"/>
                    </a:cubicBezTo>
                    <a:lnTo>
                      <a:pt x="74" y="0"/>
                    </a:lnTo>
                    <a:cubicBezTo>
                      <a:pt x="78" y="0"/>
                      <a:pt x="81" y="2"/>
                      <a:pt x="81" y="6"/>
                    </a:cubicBezTo>
                    <a:cubicBezTo>
                      <a:pt x="81" y="9"/>
                      <a:pt x="78" y="13"/>
                      <a:pt x="74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A3BF74EF-0A88-6145-9F17-5948945EDFA1}"/>
                  </a:ext>
                </a:extLst>
              </p:cNvPr>
              <p:cNvSpPr/>
              <p:nvPr/>
            </p:nvSpPr>
            <p:spPr>
              <a:xfrm>
                <a:off x="13083308" y="11786834"/>
                <a:ext cx="14950" cy="984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80">
                    <a:moveTo>
                      <a:pt x="7" y="80"/>
                    </a:moveTo>
                    <a:cubicBezTo>
                      <a:pt x="3" y="80"/>
                      <a:pt x="0" y="77"/>
                      <a:pt x="0" y="73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73"/>
                    </a:lnTo>
                    <a:cubicBezTo>
                      <a:pt x="13" y="77"/>
                      <a:pt x="10" y="80"/>
                      <a:pt x="7" y="8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ECA25197-A923-CC44-8EE6-E654B1194DB8}"/>
                  </a:ext>
                </a:extLst>
              </p:cNvPr>
              <p:cNvSpPr/>
              <p:nvPr/>
            </p:nvSpPr>
            <p:spPr>
              <a:xfrm>
                <a:off x="10465900" y="11774375"/>
                <a:ext cx="682694" cy="285387"/>
              </a:xfrm>
              <a:custGeom>
                <a:avLst/>
                <a:gdLst>
                  <a:gd name="connsiteX0" fmla="*/ 339481 w 682694"/>
                  <a:gd name="connsiteY0" fmla="*/ 16197 h 285387"/>
                  <a:gd name="connsiteX1" fmla="*/ 114424 w 682694"/>
                  <a:gd name="connsiteY1" fmla="*/ 89364 h 285387"/>
                  <a:gd name="connsiteX2" fmla="*/ 80852 w 682694"/>
                  <a:gd name="connsiteY2" fmla="*/ 146410 h 285387"/>
                  <a:gd name="connsiteX3" fmla="*/ 77122 w 682694"/>
                  <a:gd name="connsiteY3" fmla="*/ 151370 h 285387"/>
                  <a:gd name="connsiteX4" fmla="*/ 16195 w 682694"/>
                  <a:gd name="connsiteY4" fmla="*/ 238179 h 285387"/>
                  <a:gd name="connsiteX5" fmla="*/ 124372 w 682694"/>
                  <a:gd name="connsiteY5" fmla="*/ 269182 h 285387"/>
                  <a:gd name="connsiteX6" fmla="*/ 232548 w 682694"/>
                  <a:gd name="connsiteY6" fmla="*/ 238179 h 285387"/>
                  <a:gd name="connsiteX7" fmla="*/ 175351 w 682694"/>
                  <a:gd name="connsiteY7" fmla="*/ 153851 h 285387"/>
                  <a:gd name="connsiteX8" fmla="*/ 176595 w 682694"/>
                  <a:gd name="connsiteY8" fmla="*/ 142689 h 285387"/>
                  <a:gd name="connsiteX9" fmla="*/ 339481 w 682694"/>
                  <a:gd name="connsiteY9" fmla="*/ 96805 h 285387"/>
                  <a:gd name="connsiteX10" fmla="*/ 340725 w 682694"/>
                  <a:gd name="connsiteY10" fmla="*/ 96805 h 285387"/>
                  <a:gd name="connsiteX11" fmla="*/ 507342 w 682694"/>
                  <a:gd name="connsiteY11" fmla="*/ 141449 h 285387"/>
                  <a:gd name="connsiteX12" fmla="*/ 507342 w 682694"/>
                  <a:gd name="connsiteY12" fmla="*/ 152610 h 285387"/>
                  <a:gd name="connsiteX13" fmla="*/ 451388 w 682694"/>
                  <a:gd name="connsiteY13" fmla="*/ 238179 h 285387"/>
                  <a:gd name="connsiteX14" fmla="*/ 558321 w 682694"/>
                  <a:gd name="connsiteY14" fmla="*/ 269182 h 285387"/>
                  <a:gd name="connsiteX15" fmla="*/ 666498 w 682694"/>
                  <a:gd name="connsiteY15" fmla="*/ 238179 h 285387"/>
                  <a:gd name="connsiteX16" fmla="*/ 609301 w 682694"/>
                  <a:gd name="connsiteY16" fmla="*/ 152610 h 285387"/>
                  <a:gd name="connsiteX17" fmla="*/ 605571 w 682694"/>
                  <a:gd name="connsiteY17" fmla="*/ 148890 h 285387"/>
                  <a:gd name="connsiteX18" fmla="*/ 570756 w 682694"/>
                  <a:gd name="connsiteY18" fmla="*/ 89364 h 285387"/>
                  <a:gd name="connsiteX19" fmla="*/ 340725 w 682694"/>
                  <a:gd name="connsiteY19" fmla="*/ 16197 h 285387"/>
                  <a:gd name="connsiteX20" fmla="*/ 339482 w 682694"/>
                  <a:gd name="connsiteY20" fmla="*/ 0 h 285387"/>
                  <a:gd name="connsiteX21" fmla="*/ 340725 w 682694"/>
                  <a:gd name="connsiteY21" fmla="*/ 0 h 285387"/>
                  <a:gd name="connsiteX22" fmla="*/ 581969 w 682694"/>
                  <a:gd name="connsiteY22" fmla="*/ 79412 h 285387"/>
                  <a:gd name="connsiteX23" fmla="*/ 620518 w 682694"/>
                  <a:gd name="connsiteY23" fmla="*/ 140212 h 285387"/>
                  <a:gd name="connsiteX24" fmla="*/ 682694 w 682694"/>
                  <a:gd name="connsiteY24" fmla="*/ 238236 h 285387"/>
                  <a:gd name="connsiteX25" fmla="*/ 558342 w 682694"/>
                  <a:gd name="connsiteY25" fmla="*/ 285387 h 285387"/>
                  <a:gd name="connsiteX26" fmla="*/ 433989 w 682694"/>
                  <a:gd name="connsiteY26" fmla="*/ 238236 h 285387"/>
                  <a:gd name="connsiteX27" fmla="*/ 489948 w 682694"/>
                  <a:gd name="connsiteY27" fmla="*/ 148898 h 285387"/>
                  <a:gd name="connsiteX28" fmla="*/ 340725 w 682694"/>
                  <a:gd name="connsiteY28" fmla="*/ 112914 h 285387"/>
                  <a:gd name="connsiteX29" fmla="*/ 339482 w 682694"/>
                  <a:gd name="connsiteY29" fmla="*/ 112914 h 285387"/>
                  <a:gd name="connsiteX30" fmla="*/ 192746 w 682694"/>
                  <a:gd name="connsiteY30" fmla="*/ 148898 h 285387"/>
                  <a:gd name="connsiteX31" fmla="*/ 248705 w 682694"/>
                  <a:gd name="connsiteY31" fmla="*/ 238236 h 285387"/>
                  <a:gd name="connsiteX32" fmla="*/ 124352 w 682694"/>
                  <a:gd name="connsiteY32" fmla="*/ 285387 h 285387"/>
                  <a:gd name="connsiteX33" fmla="*/ 0 w 682694"/>
                  <a:gd name="connsiteY33" fmla="*/ 238236 h 285387"/>
                  <a:gd name="connsiteX34" fmla="*/ 65907 w 682694"/>
                  <a:gd name="connsiteY34" fmla="*/ 137730 h 285387"/>
                  <a:gd name="connsiteX35" fmla="*/ 103212 w 682694"/>
                  <a:gd name="connsiteY35" fmla="*/ 79412 h 285387"/>
                  <a:gd name="connsiteX36" fmla="*/ 339482 w 682694"/>
                  <a:gd name="connsiteY36" fmla="*/ 0 h 2853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682694" h="285387">
                    <a:moveTo>
                      <a:pt x="339481" y="16197"/>
                    </a:moveTo>
                    <a:cubicBezTo>
                      <a:pt x="236278" y="16197"/>
                      <a:pt x="159187" y="40999"/>
                      <a:pt x="114424" y="89364"/>
                    </a:cubicBezTo>
                    <a:cubicBezTo>
                      <a:pt x="99503" y="106726"/>
                      <a:pt x="87069" y="125328"/>
                      <a:pt x="80852" y="146410"/>
                    </a:cubicBezTo>
                    <a:cubicBezTo>
                      <a:pt x="79609" y="148890"/>
                      <a:pt x="78365" y="150130"/>
                      <a:pt x="77122" y="151370"/>
                    </a:cubicBezTo>
                    <a:cubicBezTo>
                      <a:pt x="37333" y="172452"/>
                      <a:pt x="16195" y="222057"/>
                      <a:pt x="16195" y="238179"/>
                    </a:cubicBezTo>
                    <a:cubicBezTo>
                      <a:pt x="16195" y="254301"/>
                      <a:pt x="53497" y="269182"/>
                      <a:pt x="124372" y="269182"/>
                    </a:cubicBezTo>
                    <a:cubicBezTo>
                      <a:pt x="195246" y="269182"/>
                      <a:pt x="232548" y="254301"/>
                      <a:pt x="232548" y="238179"/>
                    </a:cubicBezTo>
                    <a:cubicBezTo>
                      <a:pt x="232548" y="222057"/>
                      <a:pt x="208923" y="192294"/>
                      <a:pt x="175351" y="153851"/>
                    </a:cubicBezTo>
                    <a:cubicBezTo>
                      <a:pt x="172865" y="150130"/>
                      <a:pt x="172865" y="145170"/>
                      <a:pt x="176595" y="142689"/>
                    </a:cubicBezTo>
                    <a:cubicBezTo>
                      <a:pt x="197733" y="121607"/>
                      <a:pt x="242495" y="98045"/>
                      <a:pt x="339481" y="96805"/>
                    </a:cubicBezTo>
                    <a:lnTo>
                      <a:pt x="340725" y="96805"/>
                    </a:lnTo>
                    <a:cubicBezTo>
                      <a:pt x="438954" y="96805"/>
                      <a:pt x="484960" y="120367"/>
                      <a:pt x="507342" y="141449"/>
                    </a:cubicBezTo>
                    <a:cubicBezTo>
                      <a:pt x="509828" y="143930"/>
                      <a:pt x="509828" y="150130"/>
                      <a:pt x="507342" y="152610"/>
                    </a:cubicBezTo>
                    <a:cubicBezTo>
                      <a:pt x="461336" y="205936"/>
                      <a:pt x="451388" y="228258"/>
                      <a:pt x="451388" y="238179"/>
                    </a:cubicBezTo>
                    <a:cubicBezTo>
                      <a:pt x="451388" y="254301"/>
                      <a:pt x="487447" y="269182"/>
                      <a:pt x="558321" y="269182"/>
                    </a:cubicBezTo>
                    <a:cubicBezTo>
                      <a:pt x="629196" y="269182"/>
                      <a:pt x="666498" y="254301"/>
                      <a:pt x="666498" y="238179"/>
                    </a:cubicBezTo>
                    <a:cubicBezTo>
                      <a:pt x="666498" y="223297"/>
                      <a:pt x="646603" y="174933"/>
                      <a:pt x="609301" y="152610"/>
                    </a:cubicBezTo>
                    <a:cubicBezTo>
                      <a:pt x="608058" y="151370"/>
                      <a:pt x="606814" y="150130"/>
                      <a:pt x="605571" y="148890"/>
                    </a:cubicBezTo>
                    <a:cubicBezTo>
                      <a:pt x="599354" y="126568"/>
                      <a:pt x="586920" y="106726"/>
                      <a:pt x="570756" y="89364"/>
                    </a:cubicBezTo>
                    <a:cubicBezTo>
                      <a:pt x="523506" y="40999"/>
                      <a:pt x="447658" y="16197"/>
                      <a:pt x="340725" y="16197"/>
                    </a:cubicBezTo>
                    <a:close/>
                    <a:moveTo>
                      <a:pt x="339482" y="0"/>
                    </a:moveTo>
                    <a:lnTo>
                      <a:pt x="340725" y="0"/>
                    </a:lnTo>
                    <a:cubicBezTo>
                      <a:pt x="451399" y="0"/>
                      <a:pt x="532228" y="27298"/>
                      <a:pt x="581969" y="79412"/>
                    </a:cubicBezTo>
                    <a:cubicBezTo>
                      <a:pt x="599378" y="98024"/>
                      <a:pt x="613057" y="117877"/>
                      <a:pt x="620518" y="140212"/>
                    </a:cubicBezTo>
                    <a:cubicBezTo>
                      <a:pt x="660311" y="166269"/>
                      <a:pt x="682694" y="218383"/>
                      <a:pt x="682694" y="238236"/>
                    </a:cubicBezTo>
                    <a:cubicBezTo>
                      <a:pt x="682694" y="268016"/>
                      <a:pt x="636684" y="285387"/>
                      <a:pt x="558342" y="285387"/>
                    </a:cubicBezTo>
                    <a:cubicBezTo>
                      <a:pt x="481243" y="285387"/>
                      <a:pt x="433989" y="268016"/>
                      <a:pt x="433989" y="238236"/>
                    </a:cubicBezTo>
                    <a:cubicBezTo>
                      <a:pt x="433989" y="220865"/>
                      <a:pt x="452642" y="191085"/>
                      <a:pt x="489948" y="148898"/>
                    </a:cubicBezTo>
                    <a:cubicBezTo>
                      <a:pt x="468808" y="131526"/>
                      <a:pt x="425285" y="112914"/>
                      <a:pt x="340725" y="112914"/>
                    </a:cubicBezTo>
                    <a:lnTo>
                      <a:pt x="339482" y="112914"/>
                    </a:lnTo>
                    <a:cubicBezTo>
                      <a:pt x="256166" y="112914"/>
                      <a:pt x="215129" y="131526"/>
                      <a:pt x="192746" y="148898"/>
                    </a:cubicBezTo>
                    <a:cubicBezTo>
                      <a:pt x="235026" y="197289"/>
                      <a:pt x="248705" y="219624"/>
                      <a:pt x="248705" y="238236"/>
                    </a:cubicBezTo>
                    <a:cubicBezTo>
                      <a:pt x="248705" y="268016"/>
                      <a:pt x="201451" y="285387"/>
                      <a:pt x="124352" y="285387"/>
                    </a:cubicBezTo>
                    <a:cubicBezTo>
                      <a:pt x="46010" y="285387"/>
                      <a:pt x="0" y="268016"/>
                      <a:pt x="0" y="238236"/>
                    </a:cubicBezTo>
                    <a:cubicBezTo>
                      <a:pt x="0" y="217142"/>
                      <a:pt x="22383" y="163787"/>
                      <a:pt x="65907" y="137730"/>
                    </a:cubicBezTo>
                    <a:cubicBezTo>
                      <a:pt x="73368" y="116636"/>
                      <a:pt x="85803" y="96783"/>
                      <a:pt x="103212" y="79412"/>
                    </a:cubicBezTo>
                    <a:cubicBezTo>
                      <a:pt x="151710" y="27298"/>
                      <a:pt x="231295" y="0"/>
                      <a:pt x="3394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A34538CC-F56B-1B47-AAE9-CA80A7BC2159}"/>
                  </a:ext>
                </a:extLst>
              </p:cNvPr>
              <p:cNvSpPr/>
              <p:nvPr/>
            </p:nvSpPr>
            <p:spPr>
              <a:xfrm>
                <a:off x="7554484" y="11799299"/>
                <a:ext cx="14950" cy="2891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233">
                    <a:moveTo>
                      <a:pt x="6" y="233"/>
                    </a:moveTo>
                    <a:cubicBezTo>
                      <a:pt x="3" y="233"/>
                      <a:pt x="0" y="230"/>
                      <a:pt x="0" y="227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227"/>
                    </a:lnTo>
                    <a:cubicBezTo>
                      <a:pt x="13" y="230"/>
                      <a:pt x="10" y="233"/>
                      <a:pt x="6" y="23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D0A355F4-786E-4240-A956-60B46CADB295}"/>
                  </a:ext>
                </a:extLst>
              </p:cNvPr>
              <p:cNvSpPr/>
              <p:nvPr/>
            </p:nvSpPr>
            <p:spPr>
              <a:xfrm>
                <a:off x="9717179" y="11799299"/>
                <a:ext cx="14950" cy="2891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233">
                    <a:moveTo>
                      <a:pt x="7" y="233"/>
                    </a:moveTo>
                    <a:cubicBezTo>
                      <a:pt x="4" y="233"/>
                      <a:pt x="0" y="230"/>
                      <a:pt x="0" y="227"/>
                    </a:cubicBezTo>
                    <a:lnTo>
                      <a:pt x="0" y="7"/>
                    </a:lnTo>
                    <a:cubicBezTo>
                      <a:pt x="0" y="3"/>
                      <a:pt x="4" y="0"/>
                      <a:pt x="7" y="0"/>
                    </a:cubicBezTo>
                    <a:cubicBezTo>
                      <a:pt x="11" y="0"/>
                      <a:pt x="13" y="3"/>
                      <a:pt x="13" y="7"/>
                    </a:cubicBezTo>
                    <a:lnTo>
                      <a:pt x="13" y="227"/>
                    </a:lnTo>
                    <a:cubicBezTo>
                      <a:pt x="13" y="230"/>
                      <a:pt x="11" y="233"/>
                      <a:pt x="7" y="23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6D4935A4-4FDB-264D-931E-AAFA7E4F9115}"/>
                  </a:ext>
                </a:extLst>
              </p:cNvPr>
              <p:cNvSpPr/>
              <p:nvPr/>
            </p:nvSpPr>
            <p:spPr>
              <a:xfrm>
                <a:off x="11882365" y="11799299"/>
                <a:ext cx="13704" cy="2891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233">
                    <a:moveTo>
                      <a:pt x="6" y="233"/>
                    </a:moveTo>
                    <a:cubicBezTo>
                      <a:pt x="2" y="233"/>
                      <a:pt x="0" y="230"/>
                      <a:pt x="0" y="227"/>
                    </a:cubicBezTo>
                    <a:lnTo>
                      <a:pt x="0" y="7"/>
                    </a:ln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7"/>
                    </a:cubicBezTo>
                    <a:lnTo>
                      <a:pt x="12" y="227"/>
                    </a:lnTo>
                    <a:cubicBezTo>
                      <a:pt x="12" y="230"/>
                      <a:pt x="9" y="233"/>
                      <a:pt x="6" y="23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7773DAE3-80BC-F846-80CE-32E39C83F2D7}"/>
                  </a:ext>
                </a:extLst>
              </p:cNvPr>
              <p:cNvSpPr/>
              <p:nvPr/>
            </p:nvSpPr>
            <p:spPr>
              <a:xfrm>
                <a:off x="8438997" y="11889028"/>
                <a:ext cx="282795" cy="2243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8" h="181">
                    <a:moveTo>
                      <a:pt x="228" y="181"/>
                    </a:moveTo>
                    <a:lnTo>
                      <a:pt x="0" y="181"/>
                    </a:lnTo>
                    <a:lnTo>
                      <a:pt x="0" y="0"/>
                    </a:lnTo>
                    <a:lnTo>
                      <a:pt x="228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ABD76C81-C40E-8749-933B-A126267D7F36}"/>
                  </a:ext>
                </a:extLst>
              </p:cNvPr>
              <p:cNvSpPr/>
              <p:nvPr/>
            </p:nvSpPr>
            <p:spPr>
              <a:xfrm>
                <a:off x="8723037" y="11889028"/>
                <a:ext cx="124579" cy="2243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1" h="181">
                    <a:moveTo>
                      <a:pt x="101" y="181"/>
                    </a:moveTo>
                    <a:lnTo>
                      <a:pt x="0" y="92"/>
                    </a:lnTo>
                    <a:lnTo>
                      <a:pt x="101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D49B5529-4CB0-2742-833D-B06073581C2D}"/>
                  </a:ext>
                </a:extLst>
              </p:cNvPr>
              <p:cNvSpPr/>
              <p:nvPr/>
            </p:nvSpPr>
            <p:spPr>
              <a:xfrm>
                <a:off x="10473374" y="11781852"/>
                <a:ext cx="666499" cy="2691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6" h="217">
                    <a:moveTo>
                      <a:pt x="487" y="112"/>
                    </a:moveTo>
                    <a:cubicBezTo>
                      <a:pt x="482" y="96"/>
                      <a:pt x="474" y="79"/>
                      <a:pt x="458" y="62"/>
                    </a:cubicBezTo>
                    <a:cubicBezTo>
                      <a:pt x="419" y="21"/>
                      <a:pt x="356" y="0"/>
                      <a:pt x="268" y="0"/>
                    </a:cubicBezTo>
                    <a:lnTo>
                      <a:pt x="267" y="0"/>
                    </a:lnTo>
                    <a:cubicBezTo>
                      <a:pt x="182" y="0"/>
                      <a:pt x="120" y="21"/>
                      <a:pt x="82" y="62"/>
                    </a:cubicBezTo>
                    <a:cubicBezTo>
                      <a:pt x="66" y="79"/>
                      <a:pt x="58" y="95"/>
                      <a:pt x="53" y="110"/>
                    </a:cubicBezTo>
                    <a:cubicBezTo>
                      <a:pt x="19" y="128"/>
                      <a:pt x="0" y="170"/>
                      <a:pt x="0" y="186"/>
                    </a:cubicBezTo>
                    <a:cubicBezTo>
                      <a:pt x="0" y="206"/>
                      <a:pt x="42" y="217"/>
                      <a:pt x="94" y="217"/>
                    </a:cubicBezTo>
                    <a:cubicBezTo>
                      <a:pt x="145" y="217"/>
                      <a:pt x="187" y="206"/>
                      <a:pt x="187" y="186"/>
                    </a:cubicBezTo>
                    <a:cubicBezTo>
                      <a:pt x="187" y="172"/>
                      <a:pt x="172" y="150"/>
                      <a:pt x="140" y="114"/>
                    </a:cubicBezTo>
                    <a:cubicBezTo>
                      <a:pt x="157" y="98"/>
                      <a:pt x="192" y="79"/>
                      <a:pt x="267" y="79"/>
                    </a:cubicBezTo>
                    <a:lnTo>
                      <a:pt x="268" y="79"/>
                    </a:lnTo>
                    <a:cubicBezTo>
                      <a:pt x="345" y="79"/>
                      <a:pt x="381" y="97"/>
                      <a:pt x="398" y="113"/>
                    </a:cubicBezTo>
                    <a:cubicBezTo>
                      <a:pt x="369" y="145"/>
                      <a:pt x="350" y="172"/>
                      <a:pt x="350" y="186"/>
                    </a:cubicBezTo>
                    <a:cubicBezTo>
                      <a:pt x="350" y="206"/>
                      <a:pt x="392" y="217"/>
                      <a:pt x="443" y="217"/>
                    </a:cubicBezTo>
                    <a:cubicBezTo>
                      <a:pt x="495" y="217"/>
                      <a:pt x="536" y="206"/>
                      <a:pt x="536" y="186"/>
                    </a:cubicBezTo>
                    <a:cubicBezTo>
                      <a:pt x="536" y="171"/>
                      <a:pt x="519" y="130"/>
                      <a:pt x="487" y="112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9E72042B-9952-B947-84A4-1D0DFBBC62EC}"/>
                  </a:ext>
                </a:extLst>
              </p:cNvPr>
              <p:cNvSpPr/>
              <p:nvPr/>
            </p:nvSpPr>
            <p:spPr>
              <a:xfrm>
                <a:off x="12672197" y="11789329"/>
                <a:ext cx="323906" cy="315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1" h="254">
                    <a:moveTo>
                      <a:pt x="150" y="117"/>
                    </a:moveTo>
                    <a:cubicBezTo>
                      <a:pt x="167" y="107"/>
                      <a:pt x="179" y="85"/>
                      <a:pt x="179" y="61"/>
                    </a:cubicBezTo>
                    <a:cubicBezTo>
                      <a:pt x="179" y="27"/>
                      <a:pt x="157" y="0"/>
                      <a:pt x="129" y="0"/>
                    </a:cubicBezTo>
                    <a:cubicBezTo>
                      <a:pt x="103" y="0"/>
                      <a:pt x="80" y="27"/>
                      <a:pt x="80" y="61"/>
                    </a:cubicBezTo>
                    <a:cubicBezTo>
                      <a:pt x="80" y="85"/>
                      <a:pt x="92" y="107"/>
                      <a:pt x="110" y="117"/>
                    </a:cubicBezTo>
                    <a:cubicBezTo>
                      <a:pt x="48" y="128"/>
                      <a:pt x="0" y="188"/>
                      <a:pt x="0" y="217"/>
                    </a:cubicBezTo>
                    <a:cubicBezTo>
                      <a:pt x="0" y="250"/>
                      <a:pt x="40" y="254"/>
                      <a:pt x="130" y="254"/>
                    </a:cubicBezTo>
                    <a:cubicBezTo>
                      <a:pt x="221" y="254"/>
                      <a:pt x="261" y="250"/>
                      <a:pt x="261" y="217"/>
                    </a:cubicBezTo>
                    <a:cubicBezTo>
                      <a:pt x="261" y="188"/>
                      <a:pt x="213" y="127"/>
                      <a:pt x="150" y="117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57ECEAA9-310B-B048-A120-D79BE9FEDB63}"/>
                  </a:ext>
                </a:extLst>
              </p:cNvPr>
              <p:cNvSpPr/>
              <p:nvPr/>
            </p:nvSpPr>
            <p:spPr>
              <a:xfrm>
                <a:off x="7997986" y="11359377"/>
                <a:ext cx="149495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1" h="121">
                    <a:moveTo>
                      <a:pt x="121" y="61"/>
                    </a:moveTo>
                    <a:cubicBezTo>
                      <a:pt x="121" y="95"/>
                      <a:pt x="94" y="121"/>
                      <a:pt x="61" y="121"/>
                    </a:cubicBezTo>
                    <a:cubicBezTo>
                      <a:pt x="27" y="121"/>
                      <a:pt x="0" y="95"/>
                      <a:pt x="0" y="61"/>
                    </a:cubicBezTo>
                    <a:cubicBezTo>
                      <a:pt x="0" y="28"/>
                      <a:pt x="27" y="0"/>
                      <a:pt x="61" y="0"/>
                    </a:cubicBezTo>
                    <a:cubicBezTo>
                      <a:pt x="94" y="0"/>
                      <a:pt x="121" y="28"/>
                      <a:pt x="121" y="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7" name="Freeform 396">
                <a:extLst>
                  <a:ext uri="{FF2B5EF4-FFF2-40B4-BE49-F238E27FC236}">
                    <a16:creationId xmlns:a16="http://schemas.microsoft.com/office/drawing/2014/main" id="{6A8A6F12-0580-E546-A0E9-B9742CC586CB}"/>
                  </a:ext>
                </a:extLst>
              </p:cNvPr>
              <p:cNvSpPr/>
              <p:nvPr/>
            </p:nvSpPr>
            <p:spPr>
              <a:xfrm>
                <a:off x="7990512" y="11351903"/>
                <a:ext cx="164445" cy="165749"/>
              </a:xfrm>
              <a:custGeom>
                <a:avLst/>
                <a:gdLst>
                  <a:gd name="connsiteX0" fmla="*/ 82845 w 164445"/>
                  <a:gd name="connsiteY0" fmla="*/ 16197 h 165749"/>
                  <a:gd name="connsiteX1" fmla="*/ 16195 w 164445"/>
                  <a:gd name="connsiteY1" fmla="*/ 82871 h 165749"/>
                  <a:gd name="connsiteX2" fmla="*/ 82845 w 164445"/>
                  <a:gd name="connsiteY2" fmla="*/ 149544 h 165749"/>
                  <a:gd name="connsiteX3" fmla="*/ 149495 w 164445"/>
                  <a:gd name="connsiteY3" fmla="*/ 82871 h 165749"/>
                  <a:gd name="connsiteX4" fmla="*/ 82845 w 164445"/>
                  <a:gd name="connsiteY4" fmla="*/ 16197 h 165749"/>
                  <a:gd name="connsiteX5" fmla="*/ 82841 w 164445"/>
                  <a:gd name="connsiteY5" fmla="*/ 0 h 165749"/>
                  <a:gd name="connsiteX6" fmla="*/ 164445 w 164445"/>
                  <a:gd name="connsiteY6" fmla="*/ 82875 h 165749"/>
                  <a:gd name="connsiteX7" fmla="*/ 82841 w 164445"/>
                  <a:gd name="connsiteY7" fmla="*/ 165749 h 165749"/>
                  <a:gd name="connsiteX8" fmla="*/ 0 w 164445"/>
                  <a:gd name="connsiteY8" fmla="*/ 82875 h 165749"/>
                  <a:gd name="connsiteX9" fmla="*/ 82841 w 164445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4445" h="165749">
                    <a:moveTo>
                      <a:pt x="82845" y="16197"/>
                    </a:moveTo>
                    <a:cubicBezTo>
                      <a:pt x="45817" y="16197"/>
                      <a:pt x="16195" y="45830"/>
                      <a:pt x="16195" y="82871"/>
                    </a:cubicBezTo>
                    <a:cubicBezTo>
                      <a:pt x="16195" y="119911"/>
                      <a:pt x="45817" y="149544"/>
                      <a:pt x="82845" y="149544"/>
                    </a:cubicBezTo>
                    <a:cubicBezTo>
                      <a:pt x="118639" y="149544"/>
                      <a:pt x="149495" y="119911"/>
                      <a:pt x="149495" y="82871"/>
                    </a:cubicBezTo>
                    <a:cubicBezTo>
                      <a:pt x="149495" y="45830"/>
                      <a:pt x="118639" y="16197"/>
                      <a:pt x="82845" y="16197"/>
                    </a:cubicBezTo>
                    <a:close/>
                    <a:moveTo>
                      <a:pt x="82841" y="0"/>
                    </a:moveTo>
                    <a:cubicBezTo>
                      <a:pt x="128589" y="0"/>
                      <a:pt x="164445" y="37108"/>
                      <a:pt x="164445" y="82875"/>
                    </a:cubicBezTo>
                    <a:cubicBezTo>
                      <a:pt x="164445" y="128641"/>
                      <a:pt x="128589" y="165749"/>
                      <a:pt x="82841" y="165749"/>
                    </a:cubicBezTo>
                    <a:cubicBezTo>
                      <a:pt x="37093" y="165749"/>
                      <a:pt x="0" y="128641"/>
                      <a:pt x="0" y="82875"/>
                    </a:cubicBezTo>
                    <a:cubicBezTo>
                      <a:pt x="0" y="37108"/>
                      <a:pt x="37093" y="0"/>
                      <a:pt x="828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B9857759-F04A-9A43-A931-F2A21B91178C}"/>
                  </a:ext>
                </a:extLst>
              </p:cNvPr>
              <p:cNvSpPr/>
              <p:nvPr/>
            </p:nvSpPr>
            <p:spPr>
              <a:xfrm>
                <a:off x="7590612" y="11359377"/>
                <a:ext cx="149495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1" h="121">
                    <a:moveTo>
                      <a:pt x="121" y="61"/>
                    </a:moveTo>
                    <a:cubicBezTo>
                      <a:pt x="121" y="95"/>
                      <a:pt x="94" y="121"/>
                      <a:pt x="61" y="121"/>
                    </a:cubicBezTo>
                    <a:cubicBezTo>
                      <a:pt x="28" y="121"/>
                      <a:pt x="0" y="95"/>
                      <a:pt x="0" y="61"/>
                    </a:cubicBezTo>
                    <a:cubicBezTo>
                      <a:pt x="0" y="28"/>
                      <a:pt x="28" y="0"/>
                      <a:pt x="61" y="0"/>
                    </a:cubicBezTo>
                    <a:cubicBezTo>
                      <a:pt x="94" y="0"/>
                      <a:pt x="121" y="28"/>
                      <a:pt x="121" y="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8" name="Freeform 397">
                <a:extLst>
                  <a:ext uri="{FF2B5EF4-FFF2-40B4-BE49-F238E27FC236}">
                    <a16:creationId xmlns:a16="http://schemas.microsoft.com/office/drawing/2014/main" id="{6F08B087-C042-7A4D-921E-146B9D0E4A43}"/>
                  </a:ext>
                </a:extLst>
              </p:cNvPr>
              <p:cNvSpPr/>
              <p:nvPr/>
            </p:nvSpPr>
            <p:spPr>
              <a:xfrm>
                <a:off x="7583138" y="11351903"/>
                <a:ext cx="165690" cy="165749"/>
              </a:xfrm>
              <a:custGeom>
                <a:avLst/>
                <a:gdLst>
                  <a:gd name="connsiteX0" fmla="*/ 82845 w 165690"/>
                  <a:gd name="connsiteY0" fmla="*/ 16197 h 165749"/>
                  <a:gd name="connsiteX1" fmla="*/ 16195 w 165690"/>
                  <a:gd name="connsiteY1" fmla="*/ 82871 h 165749"/>
                  <a:gd name="connsiteX2" fmla="*/ 82845 w 165690"/>
                  <a:gd name="connsiteY2" fmla="*/ 149544 h 165749"/>
                  <a:gd name="connsiteX3" fmla="*/ 149495 w 165690"/>
                  <a:gd name="connsiteY3" fmla="*/ 82871 h 165749"/>
                  <a:gd name="connsiteX4" fmla="*/ 82845 w 165690"/>
                  <a:gd name="connsiteY4" fmla="*/ 16197 h 165749"/>
                  <a:gd name="connsiteX5" fmla="*/ 82845 w 165690"/>
                  <a:gd name="connsiteY5" fmla="*/ 0 h 165749"/>
                  <a:gd name="connsiteX6" fmla="*/ 165690 w 165690"/>
                  <a:gd name="connsiteY6" fmla="*/ 82875 h 165749"/>
                  <a:gd name="connsiteX7" fmla="*/ 82845 w 165690"/>
                  <a:gd name="connsiteY7" fmla="*/ 165749 h 165749"/>
                  <a:gd name="connsiteX8" fmla="*/ 0 w 165690"/>
                  <a:gd name="connsiteY8" fmla="*/ 82875 h 165749"/>
                  <a:gd name="connsiteX9" fmla="*/ 82845 w 165690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690" h="165749">
                    <a:moveTo>
                      <a:pt x="82845" y="16197"/>
                    </a:moveTo>
                    <a:cubicBezTo>
                      <a:pt x="45817" y="16197"/>
                      <a:pt x="16195" y="45830"/>
                      <a:pt x="16195" y="82871"/>
                    </a:cubicBezTo>
                    <a:cubicBezTo>
                      <a:pt x="16195" y="119911"/>
                      <a:pt x="45817" y="149544"/>
                      <a:pt x="82845" y="149544"/>
                    </a:cubicBezTo>
                    <a:cubicBezTo>
                      <a:pt x="119873" y="149544"/>
                      <a:pt x="149495" y="119911"/>
                      <a:pt x="149495" y="82871"/>
                    </a:cubicBezTo>
                    <a:cubicBezTo>
                      <a:pt x="149495" y="45830"/>
                      <a:pt x="119873" y="16197"/>
                      <a:pt x="82845" y="16197"/>
                    </a:cubicBezTo>
                    <a:close/>
                    <a:moveTo>
                      <a:pt x="82845" y="0"/>
                    </a:moveTo>
                    <a:cubicBezTo>
                      <a:pt x="128595" y="0"/>
                      <a:pt x="165690" y="37108"/>
                      <a:pt x="165690" y="82875"/>
                    </a:cubicBezTo>
                    <a:cubicBezTo>
                      <a:pt x="165690" y="128641"/>
                      <a:pt x="128595" y="165749"/>
                      <a:pt x="82845" y="165749"/>
                    </a:cubicBezTo>
                    <a:cubicBezTo>
                      <a:pt x="37095" y="165749"/>
                      <a:pt x="0" y="128641"/>
                      <a:pt x="0" y="82875"/>
                    </a:cubicBezTo>
                    <a:cubicBezTo>
                      <a:pt x="0" y="37108"/>
                      <a:pt x="37095" y="0"/>
                      <a:pt x="82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093C05A7-01AC-B14E-BBAC-6CDA42060AA6}"/>
                  </a:ext>
                </a:extLst>
              </p:cNvPr>
              <p:cNvSpPr/>
              <p:nvPr/>
            </p:nvSpPr>
            <p:spPr>
              <a:xfrm>
                <a:off x="6007208" y="11426677"/>
                <a:ext cx="90070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4" h="14">
                    <a:moveTo>
                      <a:pt x="717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717" y="0"/>
                    </a:lnTo>
                    <a:cubicBezTo>
                      <a:pt x="721" y="0"/>
                      <a:pt x="724" y="3"/>
                      <a:pt x="724" y="7"/>
                    </a:cubicBezTo>
                    <a:cubicBezTo>
                      <a:pt x="724" y="11"/>
                      <a:pt x="721" y="14"/>
                      <a:pt x="71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B4A9C138-170D-9640-B328-ABF8031DE33D}"/>
                  </a:ext>
                </a:extLst>
              </p:cNvPr>
              <p:cNvSpPr/>
              <p:nvPr/>
            </p:nvSpPr>
            <p:spPr>
              <a:xfrm>
                <a:off x="10744957" y="11351903"/>
                <a:ext cx="165690" cy="165749"/>
              </a:xfrm>
              <a:custGeom>
                <a:avLst/>
                <a:gdLst>
                  <a:gd name="connsiteX0" fmla="*/ 82842 w 165690"/>
                  <a:gd name="connsiteY0" fmla="*/ 16197 h 165749"/>
                  <a:gd name="connsiteX1" fmla="*/ 16192 w 165690"/>
                  <a:gd name="connsiteY1" fmla="*/ 82871 h 165749"/>
                  <a:gd name="connsiteX2" fmla="*/ 82842 w 165690"/>
                  <a:gd name="connsiteY2" fmla="*/ 149544 h 165749"/>
                  <a:gd name="connsiteX3" fmla="*/ 149492 w 165690"/>
                  <a:gd name="connsiteY3" fmla="*/ 82871 h 165749"/>
                  <a:gd name="connsiteX4" fmla="*/ 82842 w 165690"/>
                  <a:gd name="connsiteY4" fmla="*/ 16197 h 165749"/>
                  <a:gd name="connsiteX5" fmla="*/ 82845 w 165690"/>
                  <a:gd name="connsiteY5" fmla="*/ 0 h 165749"/>
                  <a:gd name="connsiteX6" fmla="*/ 165690 w 165690"/>
                  <a:gd name="connsiteY6" fmla="*/ 82875 h 165749"/>
                  <a:gd name="connsiteX7" fmla="*/ 82845 w 165690"/>
                  <a:gd name="connsiteY7" fmla="*/ 165749 h 165749"/>
                  <a:gd name="connsiteX8" fmla="*/ 0 w 165690"/>
                  <a:gd name="connsiteY8" fmla="*/ 82875 h 165749"/>
                  <a:gd name="connsiteX9" fmla="*/ 82845 w 165690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690" h="165749">
                    <a:moveTo>
                      <a:pt x="82842" y="16197"/>
                    </a:moveTo>
                    <a:cubicBezTo>
                      <a:pt x="45814" y="16197"/>
                      <a:pt x="16192" y="45830"/>
                      <a:pt x="16192" y="82871"/>
                    </a:cubicBezTo>
                    <a:cubicBezTo>
                      <a:pt x="16192" y="119911"/>
                      <a:pt x="45814" y="149544"/>
                      <a:pt x="82842" y="149544"/>
                    </a:cubicBezTo>
                    <a:cubicBezTo>
                      <a:pt x="119870" y="149544"/>
                      <a:pt x="149492" y="119911"/>
                      <a:pt x="149492" y="82871"/>
                    </a:cubicBezTo>
                    <a:cubicBezTo>
                      <a:pt x="149492" y="45830"/>
                      <a:pt x="119870" y="16197"/>
                      <a:pt x="82842" y="16197"/>
                    </a:cubicBezTo>
                    <a:close/>
                    <a:moveTo>
                      <a:pt x="82845" y="0"/>
                    </a:moveTo>
                    <a:cubicBezTo>
                      <a:pt x="128595" y="0"/>
                      <a:pt x="165690" y="37108"/>
                      <a:pt x="165690" y="82875"/>
                    </a:cubicBezTo>
                    <a:cubicBezTo>
                      <a:pt x="165690" y="128641"/>
                      <a:pt x="128595" y="165749"/>
                      <a:pt x="82845" y="165749"/>
                    </a:cubicBezTo>
                    <a:cubicBezTo>
                      <a:pt x="37095" y="165749"/>
                      <a:pt x="0" y="128641"/>
                      <a:pt x="0" y="82875"/>
                    </a:cubicBezTo>
                    <a:cubicBezTo>
                      <a:pt x="0" y="37108"/>
                      <a:pt x="37095" y="0"/>
                      <a:pt x="82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0" name="Freeform 399">
                <a:extLst>
                  <a:ext uri="{FF2B5EF4-FFF2-40B4-BE49-F238E27FC236}">
                    <a16:creationId xmlns:a16="http://schemas.microsoft.com/office/drawing/2014/main" id="{E17AB3AD-8D12-B543-86AC-942D4CD89B2C}"/>
                  </a:ext>
                </a:extLst>
              </p:cNvPr>
              <p:cNvSpPr/>
              <p:nvPr/>
            </p:nvSpPr>
            <p:spPr>
              <a:xfrm>
                <a:off x="10337583" y="11351903"/>
                <a:ext cx="165690" cy="165749"/>
              </a:xfrm>
              <a:custGeom>
                <a:avLst/>
                <a:gdLst>
                  <a:gd name="connsiteX0" fmla="*/ 82845 w 165690"/>
                  <a:gd name="connsiteY0" fmla="*/ 16197 h 165749"/>
                  <a:gd name="connsiteX1" fmla="*/ 16195 w 165690"/>
                  <a:gd name="connsiteY1" fmla="*/ 82871 h 165749"/>
                  <a:gd name="connsiteX2" fmla="*/ 82845 w 165690"/>
                  <a:gd name="connsiteY2" fmla="*/ 149544 h 165749"/>
                  <a:gd name="connsiteX3" fmla="*/ 149495 w 165690"/>
                  <a:gd name="connsiteY3" fmla="*/ 82871 h 165749"/>
                  <a:gd name="connsiteX4" fmla="*/ 82845 w 165690"/>
                  <a:gd name="connsiteY4" fmla="*/ 16197 h 165749"/>
                  <a:gd name="connsiteX5" fmla="*/ 82845 w 165690"/>
                  <a:gd name="connsiteY5" fmla="*/ 0 h 165749"/>
                  <a:gd name="connsiteX6" fmla="*/ 165690 w 165690"/>
                  <a:gd name="connsiteY6" fmla="*/ 82875 h 165749"/>
                  <a:gd name="connsiteX7" fmla="*/ 82845 w 165690"/>
                  <a:gd name="connsiteY7" fmla="*/ 165749 h 165749"/>
                  <a:gd name="connsiteX8" fmla="*/ 0 w 165690"/>
                  <a:gd name="connsiteY8" fmla="*/ 82875 h 165749"/>
                  <a:gd name="connsiteX9" fmla="*/ 82845 w 165690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690" h="165749">
                    <a:moveTo>
                      <a:pt x="82845" y="16197"/>
                    </a:moveTo>
                    <a:cubicBezTo>
                      <a:pt x="45817" y="16197"/>
                      <a:pt x="16195" y="45830"/>
                      <a:pt x="16195" y="82871"/>
                    </a:cubicBezTo>
                    <a:cubicBezTo>
                      <a:pt x="16195" y="119911"/>
                      <a:pt x="45817" y="149544"/>
                      <a:pt x="82845" y="149544"/>
                    </a:cubicBezTo>
                    <a:cubicBezTo>
                      <a:pt x="119873" y="149544"/>
                      <a:pt x="149495" y="119911"/>
                      <a:pt x="149495" y="82871"/>
                    </a:cubicBezTo>
                    <a:cubicBezTo>
                      <a:pt x="149495" y="45830"/>
                      <a:pt x="119873" y="16197"/>
                      <a:pt x="82845" y="16197"/>
                    </a:cubicBezTo>
                    <a:close/>
                    <a:moveTo>
                      <a:pt x="82845" y="0"/>
                    </a:moveTo>
                    <a:cubicBezTo>
                      <a:pt x="128595" y="0"/>
                      <a:pt x="165690" y="37108"/>
                      <a:pt x="165690" y="82875"/>
                    </a:cubicBezTo>
                    <a:cubicBezTo>
                      <a:pt x="165690" y="128641"/>
                      <a:pt x="128595" y="165749"/>
                      <a:pt x="82845" y="165749"/>
                    </a:cubicBezTo>
                    <a:cubicBezTo>
                      <a:pt x="37095" y="165749"/>
                      <a:pt x="0" y="128641"/>
                      <a:pt x="0" y="82875"/>
                    </a:cubicBezTo>
                    <a:cubicBezTo>
                      <a:pt x="0" y="37108"/>
                      <a:pt x="37095" y="0"/>
                      <a:pt x="82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C5F1434D-275D-C94E-8C27-E986AA4D1F18}"/>
                  </a:ext>
                </a:extLst>
              </p:cNvPr>
              <p:cNvSpPr/>
              <p:nvPr/>
            </p:nvSpPr>
            <p:spPr>
              <a:xfrm>
                <a:off x="8761653" y="11426677"/>
                <a:ext cx="90070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4" h="14">
                    <a:moveTo>
                      <a:pt x="717" y="14"/>
                    </a:moveTo>
                    <a:lnTo>
                      <a:pt x="6" y="14"/>
                    </a:lnTo>
                    <a:cubicBezTo>
                      <a:pt x="2" y="14"/>
                      <a:pt x="0" y="11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717" y="0"/>
                    </a:lnTo>
                    <a:cubicBezTo>
                      <a:pt x="720" y="0"/>
                      <a:pt x="724" y="3"/>
                      <a:pt x="724" y="7"/>
                    </a:cubicBezTo>
                    <a:cubicBezTo>
                      <a:pt x="724" y="11"/>
                      <a:pt x="720" y="14"/>
                      <a:pt x="71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9053B8F6-9A07-0246-BD41-8B95540B73E3}"/>
                  </a:ext>
                </a:extLst>
              </p:cNvPr>
              <p:cNvSpPr/>
              <p:nvPr/>
            </p:nvSpPr>
            <p:spPr>
              <a:xfrm>
                <a:off x="13444588" y="11359377"/>
                <a:ext cx="148249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0" h="121">
                    <a:moveTo>
                      <a:pt x="120" y="61"/>
                    </a:moveTo>
                    <a:cubicBezTo>
                      <a:pt x="120" y="95"/>
                      <a:pt x="94" y="121"/>
                      <a:pt x="60" y="121"/>
                    </a:cubicBezTo>
                    <a:cubicBezTo>
                      <a:pt x="27" y="121"/>
                      <a:pt x="0" y="95"/>
                      <a:pt x="0" y="61"/>
                    </a:cubicBezTo>
                    <a:cubicBezTo>
                      <a:pt x="0" y="28"/>
                      <a:pt x="27" y="0"/>
                      <a:pt x="60" y="0"/>
                    </a:cubicBezTo>
                    <a:cubicBezTo>
                      <a:pt x="94" y="0"/>
                      <a:pt x="120" y="28"/>
                      <a:pt x="120" y="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1" name="Freeform 400">
                <a:extLst>
                  <a:ext uri="{FF2B5EF4-FFF2-40B4-BE49-F238E27FC236}">
                    <a16:creationId xmlns:a16="http://schemas.microsoft.com/office/drawing/2014/main" id="{E93391B8-DAEA-C04B-8CB0-5ECFD0796D3D}"/>
                  </a:ext>
                </a:extLst>
              </p:cNvPr>
              <p:cNvSpPr/>
              <p:nvPr/>
            </p:nvSpPr>
            <p:spPr>
              <a:xfrm>
                <a:off x="13435867" y="11351903"/>
                <a:ext cx="165690" cy="165749"/>
              </a:xfrm>
              <a:custGeom>
                <a:avLst/>
                <a:gdLst>
                  <a:gd name="connsiteX0" fmla="*/ 82845 w 165690"/>
                  <a:gd name="connsiteY0" fmla="*/ 16197 h 165749"/>
                  <a:gd name="connsiteX1" fmla="*/ 16195 w 165690"/>
                  <a:gd name="connsiteY1" fmla="*/ 82871 h 165749"/>
                  <a:gd name="connsiteX2" fmla="*/ 82845 w 165690"/>
                  <a:gd name="connsiteY2" fmla="*/ 149544 h 165749"/>
                  <a:gd name="connsiteX3" fmla="*/ 149495 w 165690"/>
                  <a:gd name="connsiteY3" fmla="*/ 82871 h 165749"/>
                  <a:gd name="connsiteX4" fmla="*/ 82845 w 165690"/>
                  <a:gd name="connsiteY4" fmla="*/ 16197 h 165749"/>
                  <a:gd name="connsiteX5" fmla="*/ 82845 w 165690"/>
                  <a:gd name="connsiteY5" fmla="*/ 0 h 165749"/>
                  <a:gd name="connsiteX6" fmla="*/ 165690 w 165690"/>
                  <a:gd name="connsiteY6" fmla="*/ 82875 h 165749"/>
                  <a:gd name="connsiteX7" fmla="*/ 82845 w 165690"/>
                  <a:gd name="connsiteY7" fmla="*/ 165749 h 165749"/>
                  <a:gd name="connsiteX8" fmla="*/ 0 w 165690"/>
                  <a:gd name="connsiteY8" fmla="*/ 82875 h 165749"/>
                  <a:gd name="connsiteX9" fmla="*/ 82845 w 165690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690" h="165749">
                    <a:moveTo>
                      <a:pt x="82845" y="16197"/>
                    </a:moveTo>
                    <a:cubicBezTo>
                      <a:pt x="47051" y="16197"/>
                      <a:pt x="16195" y="45830"/>
                      <a:pt x="16195" y="82871"/>
                    </a:cubicBezTo>
                    <a:cubicBezTo>
                      <a:pt x="16195" y="119911"/>
                      <a:pt x="47051" y="149544"/>
                      <a:pt x="82845" y="149544"/>
                    </a:cubicBezTo>
                    <a:cubicBezTo>
                      <a:pt x="119873" y="149544"/>
                      <a:pt x="149495" y="119911"/>
                      <a:pt x="149495" y="82871"/>
                    </a:cubicBezTo>
                    <a:cubicBezTo>
                      <a:pt x="149495" y="45830"/>
                      <a:pt x="119873" y="16197"/>
                      <a:pt x="82845" y="16197"/>
                    </a:cubicBezTo>
                    <a:close/>
                    <a:moveTo>
                      <a:pt x="82845" y="0"/>
                    </a:moveTo>
                    <a:cubicBezTo>
                      <a:pt x="128595" y="0"/>
                      <a:pt x="165690" y="37108"/>
                      <a:pt x="165690" y="82875"/>
                    </a:cubicBezTo>
                    <a:cubicBezTo>
                      <a:pt x="165690" y="128641"/>
                      <a:pt x="128595" y="165749"/>
                      <a:pt x="82845" y="165749"/>
                    </a:cubicBezTo>
                    <a:cubicBezTo>
                      <a:pt x="37095" y="165749"/>
                      <a:pt x="0" y="128641"/>
                      <a:pt x="0" y="82875"/>
                    </a:cubicBezTo>
                    <a:cubicBezTo>
                      <a:pt x="0" y="37108"/>
                      <a:pt x="37095" y="0"/>
                      <a:pt x="82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3D7C28CA-54C4-4244-ADD4-E38C0A39C887}"/>
                  </a:ext>
                </a:extLst>
              </p:cNvPr>
              <p:cNvSpPr/>
              <p:nvPr/>
            </p:nvSpPr>
            <p:spPr>
              <a:xfrm>
                <a:off x="13037214" y="11359377"/>
                <a:ext cx="149495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1" h="121">
                    <a:moveTo>
                      <a:pt x="121" y="61"/>
                    </a:moveTo>
                    <a:cubicBezTo>
                      <a:pt x="121" y="95"/>
                      <a:pt x="93" y="121"/>
                      <a:pt x="60" y="121"/>
                    </a:cubicBezTo>
                    <a:cubicBezTo>
                      <a:pt x="27" y="121"/>
                      <a:pt x="0" y="95"/>
                      <a:pt x="0" y="61"/>
                    </a:cubicBezTo>
                    <a:cubicBezTo>
                      <a:pt x="0" y="28"/>
                      <a:pt x="27" y="0"/>
                      <a:pt x="60" y="0"/>
                    </a:cubicBezTo>
                    <a:cubicBezTo>
                      <a:pt x="93" y="0"/>
                      <a:pt x="121" y="28"/>
                      <a:pt x="121" y="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2" name="Freeform 401">
                <a:extLst>
                  <a:ext uri="{FF2B5EF4-FFF2-40B4-BE49-F238E27FC236}">
                    <a16:creationId xmlns:a16="http://schemas.microsoft.com/office/drawing/2014/main" id="{DC17909D-2918-FA45-9FDC-9B1DC38D3080}"/>
                  </a:ext>
                </a:extLst>
              </p:cNvPr>
              <p:cNvSpPr/>
              <p:nvPr/>
            </p:nvSpPr>
            <p:spPr>
              <a:xfrm>
                <a:off x="13028493" y="11351903"/>
                <a:ext cx="165690" cy="165749"/>
              </a:xfrm>
              <a:custGeom>
                <a:avLst/>
                <a:gdLst>
                  <a:gd name="connsiteX0" fmla="*/ 82851 w 165690"/>
                  <a:gd name="connsiteY0" fmla="*/ 16197 h 165749"/>
                  <a:gd name="connsiteX1" fmla="*/ 17441 w 165690"/>
                  <a:gd name="connsiteY1" fmla="*/ 82871 h 165749"/>
                  <a:gd name="connsiteX2" fmla="*/ 82851 w 165690"/>
                  <a:gd name="connsiteY2" fmla="*/ 149544 h 165749"/>
                  <a:gd name="connsiteX3" fmla="*/ 149495 w 165690"/>
                  <a:gd name="connsiteY3" fmla="*/ 82871 h 165749"/>
                  <a:gd name="connsiteX4" fmla="*/ 82851 w 165690"/>
                  <a:gd name="connsiteY4" fmla="*/ 16197 h 165749"/>
                  <a:gd name="connsiteX5" fmla="*/ 82845 w 165690"/>
                  <a:gd name="connsiteY5" fmla="*/ 0 h 165749"/>
                  <a:gd name="connsiteX6" fmla="*/ 165690 w 165690"/>
                  <a:gd name="connsiteY6" fmla="*/ 82875 h 165749"/>
                  <a:gd name="connsiteX7" fmla="*/ 82845 w 165690"/>
                  <a:gd name="connsiteY7" fmla="*/ 165749 h 165749"/>
                  <a:gd name="connsiteX8" fmla="*/ 0 w 165690"/>
                  <a:gd name="connsiteY8" fmla="*/ 82875 h 165749"/>
                  <a:gd name="connsiteX9" fmla="*/ 82845 w 165690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690" h="165749">
                    <a:moveTo>
                      <a:pt x="82851" y="16197"/>
                    </a:moveTo>
                    <a:cubicBezTo>
                      <a:pt x="45826" y="16197"/>
                      <a:pt x="17441" y="45830"/>
                      <a:pt x="17441" y="82871"/>
                    </a:cubicBezTo>
                    <a:cubicBezTo>
                      <a:pt x="17441" y="119911"/>
                      <a:pt x="45826" y="149544"/>
                      <a:pt x="82851" y="149544"/>
                    </a:cubicBezTo>
                    <a:cubicBezTo>
                      <a:pt x="119875" y="149544"/>
                      <a:pt x="149495" y="119911"/>
                      <a:pt x="149495" y="82871"/>
                    </a:cubicBezTo>
                    <a:cubicBezTo>
                      <a:pt x="149495" y="45830"/>
                      <a:pt x="119875" y="16197"/>
                      <a:pt x="82851" y="16197"/>
                    </a:cubicBezTo>
                    <a:close/>
                    <a:moveTo>
                      <a:pt x="82845" y="0"/>
                    </a:moveTo>
                    <a:cubicBezTo>
                      <a:pt x="128595" y="0"/>
                      <a:pt x="165690" y="37108"/>
                      <a:pt x="165690" y="82875"/>
                    </a:cubicBezTo>
                    <a:cubicBezTo>
                      <a:pt x="165690" y="128641"/>
                      <a:pt x="128595" y="165749"/>
                      <a:pt x="82845" y="165749"/>
                    </a:cubicBezTo>
                    <a:cubicBezTo>
                      <a:pt x="37095" y="165749"/>
                      <a:pt x="0" y="128641"/>
                      <a:pt x="0" y="82875"/>
                    </a:cubicBezTo>
                    <a:cubicBezTo>
                      <a:pt x="0" y="37108"/>
                      <a:pt x="37095" y="0"/>
                      <a:pt x="82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77CC2493-C91F-924C-8C55-AA9E6A23280C}"/>
                  </a:ext>
                </a:extLst>
              </p:cNvPr>
              <p:cNvSpPr/>
              <p:nvPr/>
            </p:nvSpPr>
            <p:spPr>
              <a:xfrm>
                <a:off x="11453813" y="11426677"/>
                <a:ext cx="90070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4" h="14">
                    <a:moveTo>
                      <a:pt x="717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717" y="0"/>
                    </a:lnTo>
                    <a:cubicBezTo>
                      <a:pt x="721" y="0"/>
                      <a:pt x="724" y="3"/>
                      <a:pt x="724" y="7"/>
                    </a:cubicBezTo>
                    <a:cubicBezTo>
                      <a:pt x="724" y="11"/>
                      <a:pt x="721" y="14"/>
                      <a:pt x="71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3D08216E-7E80-2A45-9C4F-D291E3A97C63}"/>
                  </a:ext>
                </a:extLst>
              </p:cNvPr>
              <p:cNvSpPr/>
              <p:nvPr/>
            </p:nvSpPr>
            <p:spPr>
              <a:xfrm>
                <a:off x="7997986" y="9208389"/>
                <a:ext cx="149495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1" h="121">
                    <a:moveTo>
                      <a:pt x="121" y="61"/>
                    </a:moveTo>
                    <a:cubicBezTo>
                      <a:pt x="121" y="94"/>
                      <a:pt x="94" y="121"/>
                      <a:pt x="61" y="121"/>
                    </a:cubicBezTo>
                    <a:cubicBezTo>
                      <a:pt x="27" y="121"/>
                      <a:pt x="0" y="94"/>
                      <a:pt x="0" y="61"/>
                    </a:cubicBezTo>
                    <a:cubicBezTo>
                      <a:pt x="0" y="27"/>
                      <a:pt x="27" y="0"/>
                      <a:pt x="61" y="0"/>
                    </a:cubicBezTo>
                    <a:cubicBezTo>
                      <a:pt x="94" y="0"/>
                      <a:pt x="121" y="27"/>
                      <a:pt x="121" y="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3" name="Freeform 402">
                <a:extLst>
                  <a:ext uri="{FF2B5EF4-FFF2-40B4-BE49-F238E27FC236}">
                    <a16:creationId xmlns:a16="http://schemas.microsoft.com/office/drawing/2014/main" id="{A1A88871-7860-E84D-97C8-E45F988BB433}"/>
                  </a:ext>
                </a:extLst>
              </p:cNvPr>
              <p:cNvSpPr/>
              <p:nvPr/>
            </p:nvSpPr>
            <p:spPr>
              <a:xfrm>
                <a:off x="7990512" y="9199665"/>
                <a:ext cx="164445" cy="165749"/>
              </a:xfrm>
              <a:custGeom>
                <a:avLst/>
                <a:gdLst>
                  <a:gd name="connsiteX0" fmla="*/ 82845 w 164445"/>
                  <a:gd name="connsiteY0" fmla="*/ 17447 h 165749"/>
                  <a:gd name="connsiteX1" fmla="*/ 16195 w 164445"/>
                  <a:gd name="connsiteY1" fmla="*/ 84121 h 165749"/>
                  <a:gd name="connsiteX2" fmla="*/ 82845 w 164445"/>
                  <a:gd name="connsiteY2" fmla="*/ 150794 h 165749"/>
                  <a:gd name="connsiteX3" fmla="*/ 149495 w 164445"/>
                  <a:gd name="connsiteY3" fmla="*/ 84121 h 165749"/>
                  <a:gd name="connsiteX4" fmla="*/ 82845 w 164445"/>
                  <a:gd name="connsiteY4" fmla="*/ 17447 h 165749"/>
                  <a:gd name="connsiteX5" fmla="*/ 82841 w 164445"/>
                  <a:gd name="connsiteY5" fmla="*/ 0 h 165749"/>
                  <a:gd name="connsiteX6" fmla="*/ 164445 w 164445"/>
                  <a:gd name="connsiteY6" fmla="*/ 84111 h 165749"/>
                  <a:gd name="connsiteX7" fmla="*/ 82841 w 164445"/>
                  <a:gd name="connsiteY7" fmla="*/ 165749 h 165749"/>
                  <a:gd name="connsiteX8" fmla="*/ 0 w 164445"/>
                  <a:gd name="connsiteY8" fmla="*/ 84111 h 165749"/>
                  <a:gd name="connsiteX9" fmla="*/ 82841 w 164445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4445" h="165749">
                    <a:moveTo>
                      <a:pt x="82845" y="17447"/>
                    </a:moveTo>
                    <a:cubicBezTo>
                      <a:pt x="45817" y="17447"/>
                      <a:pt x="16195" y="47080"/>
                      <a:pt x="16195" y="84121"/>
                    </a:cubicBezTo>
                    <a:cubicBezTo>
                      <a:pt x="16195" y="119927"/>
                      <a:pt x="45817" y="150794"/>
                      <a:pt x="82845" y="150794"/>
                    </a:cubicBezTo>
                    <a:cubicBezTo>
                      <a:pt x="118639" y="150794"/>
                      <a:pt x="149495" y="119927"/>
                      <a:pt x="149495" y="84121"/>
                    </a:cubicBezTo>
                    <a:cubicBezTo>
                      <a:pt x="149495" y="47080"/>
                      <a:pt x="118639" y="17447"/>
                      <a:pt x="82845" y="17447"/>
                    </a:cubicBezTo>
                    <a:close/>
                    <a:moveTo>
                      <a:pt x="82841" y="0"/>
                    </a:moveTo>
                    <a:cubicBezTo>
                      <a:pt x="128589" y="0"/>
                      <a:pt x="164445" y="37108"/>
                      <a:pt x="164445" y="84111"/>
                    </a:cubicBezTo>
                    <a:cubicBezTo>
                      <a:pt x="164445" y="128641"/>
                      <a:pt x="128589" y="165749"/>
                      <a:pt x="82841" y="165749"/>
                    </a:cubicBezTo>
                    <a:cubicBezTo>
                      <a:pt x="37093" y="165749"/>
                      <a:pt x="0" y="128641"/>
                      <a:pt x="0" y="84111"/>
                    </a:cubicBezTo>
                    <a:cubicBezTo>
                      <a:pt x="0" y="37108"/>
                      <a:pt x="37093" y="0"/>
                      <a:pt x="828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9FBBE585-81EE-E649-B4C4-104E08CBCB13}"/>
                  </a:ext>
                </a:extLst>
              </p:cNvPr>
              <p:cNvSpPr/>
              <p:nvPr/>
            </p:nvSpPr>
            <p:spPr>
              <a:xfrm>
                <a:off x="7590612" y="9208389"/>
                <a:ext cx="149495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1" h="121">
                    <a:moveTo>
                      <a:pt x="121" y="61"/>
                    </a:moveTo>
                    <a:cubicBezTo>
                      <a:pt x="121" y="94"/>
                      <a:pt x="94" y="121"/>
                      <a:pt x="61" y="121"/>
                    </a:cubicBezTo>
                    <a:cubicBezTo>
                      <a:pt x="28" y="121"/>
                      <a:pt x="0" y="94"/>
                      <a:pt x="0" y="61"/>
                    </a:cubicBezTo>
                    <a:cubicBezTo>
                      <a:pt x="0" y="27"/>
                      <a:pt x="28" y="0"/>
                      <a:pt x="61" y="0"/>
                    </a:cubicBezTo>
                    <a:cubicBezTo>
                      <a:pt x="94" y="0"/>
                      <a:pt x="121" y="27"/>
                      <a:pt x="121" y="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4" name="Freeform 403">
                <a:extLst>
                  <a:ext uri="{FF2B5EF4-FFF2-40B4-BE49-F238E27FC236}">
                    <a16:creationId xmlns:a16="http://schemas.microsoft.com/office/drawing/2014/main" id="{72FF0E67-B1C2-B747-BCA3-192A693E1982}"/>
                  </a:ext>
                </a:extLst>
              </p:cNvPr>
              <p:cNvSpPr/>
              <p:nvPr/>
            </p:nvSpPr>
            <p:spPr>
              <a:xfrm>
                <a:off x="7583138" y="9199665"/>
                <a:ext cx="165690" cy="165749"/>
              </a:xfrm>
              <a:custGeom>
                <a:avLst/>
                <a:gdLst>
                  <a:gd name="connsiteX0" fmla="*/ 82845 w 165690"/>
                  <a:gd name="connsiteY0" fmla="*/ 17447 h 165749"/>
                  <a:gd name="connsiteX1" fmla="*/ 16195 w 165690"/>
                  <a:gd name="connsiteY1" fmla="*/ 84121 h 165749"/>
                  <a:gd name="connsiteX2" fmla="*/ 82845 w 165690"/>
                  <a:gd name="connsiteY2" fmla="*/ 150794 h 165749"/>
                  <a:gd name="connsiteX3" fmla="*/ 149495 w 165690"/>
                  <a:gd name="connsiteY3" fmla="*/ 84121 h 165749"/>
                  <a:gd name="connsiteX4" fmla="*/ 82845 w 165690"/>
                  <a:gd name="connsiteY4" fmla="*/ 17447 h 165749"/>
                  <a:gd name="connsiteX5" fmla="*/ 82845 w 165690"/>
                  <a:gd name="connsiteY5" fmla="*/ 0 h 165749"/>
                  <a:gd name="connsiteX6" fmla="*/ 165690 w 165690"/>
                  <a:gd name="connsiteY6" fmla="*/ 84111 h 165749"/>
                  <a:gd name="connsiteX7" fmla="*/ 82845 w 165690"/>
                  <a:gd name="connsiteY7" fmla="*/ 165749 h 165749"/>
                  <a:gd name="connsiteX8" fmla="*/ 0 w 165690"/>
                  <a:gd name="connsiteY8" fmla="*/ 84111 h 165749"/>
                  <a:gd name="connsiteX9" fmla="*/ 82845 w 165690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690" h="165749">
                    <a:moveTo>
                      <a:pt x="82845" y="17447"/>
                    </a:moveTo>
                    <a:cubicBezTo>
                      <a:pt x="45817" y="17447"/>
                      <a:pt x="16195" y="47080"/>
                      <a:pt x="16195" y="84121"/>
                    </a:cubicBezTo>
                    <a:cubicBezTo>
                      <a:pt x="16195" y="119927"/>
                      <a:pt x="45817" y="150794"/>
                      <a:pt x="82845" y="150794"/>
                    </a:cubicBezTo>
                    <a:cubicBezTo>
                      <a:pt x="119873" y="150794"/>
                      <a:pt x="149495" y="119927"/>
                      <a:pt x="149495" y="84121"/>
                    </a:cubicBezTo>
                    <a:cubicBezTo>
                      <a:pt x="149495" y="47080"/>
                      <a:pt x="119873" y="17447"/>
                      <a:pt x="82845" y="17447"/>
                    </a:cubicBezTo>
                    <a:close/>
                    <a:moveTo>
                      <a:pt x="82845" y="0"/>
                    </a:moveTo>
                    <a:cubicBezTo>
                      <a:pt x="128595" y="0"/>
                      <a:pt x="165690" y="37108"/>
                      <a:pt x="165690" y="84111"/>
                    </a:cubicBezTo>
                    <a:cubicBezTo>
                      <a:pt x="165690" y="128641"/>
                      <a:pt x="128595" y="165749"/>
                      <a:pt x="82845" y="165749"/>
                    </a:cubicBezTo>
                    <a:cubicBezTo>
                      <a:pt x="37095" y="165749"/>
                      <a:pt x="0" y="128641"/>
                      <a:pt x="0" y="84111"/>
                    </a:cubicBezTo>
                    <a:cubicBezTo>
                      <a:pt x="0" y="37108"/>
                      <a:pt x="37095" y="0"/>
                      <a:pt x="82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A148919F-5E29-6143-8821-27275931066C}"/>
                  </a:ext>
                </a:extLst>
              </p:cNvPr>
              <p:cNvSpPr/>
              <p:nvPr/>
            </p:nvSpPr>
            <p:spPr>
              <a:xfrm>
                <a:off x="6007208" y="9275685"/>
                <a:ext cx="900707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4" h="13">
                    <a:moveTo>
                      <a:pt x="717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717" y="0"/>
                    </a:lnTo>
                    <a:cubicBezTo>
                      <a:pt x="721" y="0"/>
                      <a:pt x="724" y="3"/>
                      <a:pt x="724" y="7"/>
                    </a:cubicBezTo>
                    <a:cubicBezTo>
                      <a:pt x="724" y="10"/>
                      <a:pt x="721" y="13"/>
                      <a:pt x="717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5" name="Freeform 404">
                <a:extLst>
                  <a:ext uri="{FF2B5EF4-FFF2-40B4-BE49-F238E27FC236}">
                    <a16:creationId xmlns:a16="http://schemas.microsoft.com/office/drawing/2014/main" id="{12D5D50E-13AA-2543-AD1D-8A08065D2941}"/>
                  </a:ext>
                </a:extLst>
              </p:cNvPr>
              <p:cNvSpPr/>
              <p:nvPr/>
            </p:nvSpPr>
            <p:spPr>
              <a:xfrm>
                <a:off x="10744957" y="9199665"/>
                <a:ext cx="165690" cy="165749"/>
              </a:xfrm>
              <a:custGeom>
                <a:avLst/>
                <a:gdLst>
                  <a:gd name="connsiteX0" fmla="*/ 82842 w 165690"/>
                  <a:gd name="connsiteY0" fmla="*/ 17447 h 165749"/>
                  <a:gd name="connsiteX1" fmla="*/ 16192 w 165690"/>
                  <a:gd name="connsiteY1" fmla="*/ 84121 h 165749"/>
                  <a:gd name="connsiteX2" fmla="*/ 82842 w 165690"/>
                  <a:gd name="connsiteY2" fmla="*/ 150794 h 165749"/>
                  <a:gd name="connsiteX3" fmla="*/ 149492 w 165690"/>
                  <a:gd name="connsiteY3" fmla="*/ 84121 h 165749"/>
                  <a:gd name="connsiteX4" fmla="*/ 82842 w 165690"/>
                  <a:gd name="connsiteY4" fmla="*/ 17447 h 165749"/>
                  <a:gd name="connsiteX5" fmla="*/ 82845 w 165690"/>
                  <a:gd name="connsiteY5" fmla="*/ 0 h 165749"/>
                  <a:gd name="connsiteX6" fmla="*/ 165690 w 165690"/>
                  <a:gd name="connsiteY6" fmla="*/ 84111 h 165749"/>
                  <a:gd name="connsiteX7" fmla="*/ 82845 w 165690"/>
                  <a:gd name="connsiteY7" fmla="*/ 165749 h 165749"/>
                  <a:gd name="connsiteX8" fmla="*/ 0 w 165690"/>
                  <a:gd name="connsiteY8" fmla="*/ 84111 h 165749"/>
                  <a:gd name="connsiteX9" fmla="*/ 82845 w 165690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690" h="165749">
                    <a:moveTo>
                      <a:pt x="82842" y="17447"/>
                    </a:moveTo>
                    <a:cubicBezTo>
                      <a:pt x="45814" y="17447"/>
                      <a:pt x="16192" y="47080"/>
                      <a:pt x="16192" y="84121"/>
                    </a:cubicBezTo>
                    <a:cubicBezTo>
                      <a:pt x="16192" y="119927"/>
                      <a:pt x="45814" y="150794"/>
                      <a:pt x="82842" y="150794"/>
                    </a:cubicBezTo>
                    <a:cubicBezTo>
                      <a:pt x="119870" y="150794"/>
                      <a:pt x="149492" y="119927"/>
                      <a:pt x="149492" y="84121"/>
                    </a:cubicBezTo>
                    <a:cubicBezTo>
                      <a:pt x="149492" y="47080"/>
                      <a:pt x="119870" y="17447"/>
                      <a:pt x="82842" y="17447"/>
                    </a:cubicBezTo>
                    <a:close/>
                    <a:moveTo>
                      <a:pt x="82845" y="0"/>
                    </a:moveTo>
                    <a:cubicBezTo>
                      <a:pt x="128595" y="0"/>
                      <a:pt x="165690" y="37108"/>
                      <a:pt x="165690" y="84111"/>
                    </a:cubicBezTo>
                    <a:cubicBezTo>
                      <a:pt x="165690" y="128641"/>
                      <a:pt x="128595" y="165749"/>
                      <a:pt x="82845" y="165749"/>
                    </a:cubicBezTo>
                    <a:cubicBezTo>
                      <a:pt x="37095" y="165749"/>
                      <a:pt x="0" y="128641"/>
                      <a:pt x="0" y="84111"/>
                    </a:cubicBezTo>
                    <a:cubicBezTo>
                      <a:pt x="0" y="37108"/>
                      <a:pt x="37095" y="0"/>
                      <a:pt x="82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6" name="Freeform 405">
                <a:extLst>
                  <a:ext uri="{FF2B5EF4-FFF2-40B4-BE49-F238E27FC236}">
                    <a16:creationId xmlns:a16="http://schemas.microsoft.com/office/drawing/2014/main" id="{F8E7E68D-A660-B34D-B082-45CEEF5AC083}"/>
                  </a:ext>
                </a:extLst>
              </p:cNvPr>
              <p:cNvSpPr/>
              <p:nvPr/>
            </p:nvSpPr>
            <p:spPr>
              <a:xfrm>
                <a:off x="10337583" y="9199665"/>
                <a:ext cx="165690" cy="165749"/>
              </a:xfrm>
              <a:custGeom>
                <a:avLst/>
                <a:gdLst>
                  <a:gd name="connsiteX0" fmla="*/ 82845 w 165690"/>
                  <a:gd name="connsiteY0" fmla="*/ 17447 h 165749"/>
                  <a:gd name="connsiteX1" fmla="*/ 16195 w 165690"/>
                  <a:gd name="connsiteY1" fmla="*/ 84121 h 165749"/>
                  <a:gd name="connsiteX2" fmla="*/ 82845 w 165690"/>
                  <a:gd name="connsiteY2" fmla="*/ 150794 h 165749"/>
                  <a:gd name="connsiteX3" fmla="*/ 149495 w 165690"/>
                  <a:gd name="connsiteY3" fmla="*/ 84121 h 165749"/>
                  <a:gd name="connsiteX4" fmla="*/ 82845 w 165690"/>
                  <a:gd name="connsiteY4" fmla="*/ 17447 h 165749"/>
                  <a:gd name="connsiteX5" fmla="*/ 82845 w 165690"/>
                  <a:gd name="connsiteY5" fmla="*/ 0 h 165749"/>
                  <a:gd name="connsiteX6" fmla="*/ 165690 w 165690"/>
                  <a:gd name="connsiteY6" fmla="*/ 84111 h 165749"/>
                  <a:gd name="connsiteX7" fmla="*/ 82845 w 165690"/>
                  <a:gd name="connsiteY7" fmla="*/ 165749 h 165749"/>
                  <a:gd name="connsiteX8" fmla="*/ 0 w 165690"/>
                  <a:gd name="connsiteY8" fmla="*/ 84111 h 165749"/>
                  <a:gd name="connsiteX9" fmla="*/ 82845 w 165690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690" h="165749">
                    <a:moveTo>
                      <a:pt x="82845" y="17447"/>
                    </a:moveTo>
                    <a:cubicBezTo>
                      <a:pt x="45817" y="17447"/>
                      <a:pt x="16195" y="47080"/>
                      <a:pt x="16195" y="84121"/>
                    </a:cubicBezTo>
                    <a:cubicBezTo>
                      <a:pt x="16195" y="119927"/>
                      <a:pt x="45817" y="150794"/>
                      <a:pt x="82845" y="150794"/>
                    </a:cubicBezTo>
                    <a:cubicBezTo>
                      <a:pt x="119873" y="150794"/>
                      <a:pt x="149495" y="119927"/>
                      <a:pt x="149495" y="84121"/>
                    </a:cubicBezTo>
                    <a:cubicBezTo>
                      <a:pt x="149495" y="47080"/>
                      <a:pt x="119873" y="17447"/>
                      <a:pt x="82845" y="17447"/>
                    </a:cubicBezTo>
                    <a:close/>
                    <a:moveTo>
                      <a:pt x="82845" y="0"/>
                    </a:moveTo>
                    <a:cubicBezTo>
                      <a:pt x="128595" y="0"/>
                      <a:pt x="165690" y="37108"/>
                      <a:pt x="165690" y="84111"/>
                    </a:cubicBezTo>
                    <a:cubicBezTo>
                      <a:pt x="165690" y="128641"/>
                      <a:pt x="128595" y="165749"/>
                      <a:pt x="82845" y="165749"/>
                    </a:cubicBezTo>
                    <a:cubicBezTo>
                      <a:pt x="37095" y="165749"/>
                      <a:pt x="0" y="128641"/>
                      <a:pt x="0" y="84111"/>
                    </a:cubicBezTo>
                    <a:cubicBezTo>
                      <a:pt x="0" y="37108"/>
                      <a:pt x="37095" y="0"/>
                      <a:pt x="82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6599C9DE-97B1-E440-A01B-27DF2F162923}"/>
                  </a:ext>
                </a:extLst>
              </p:cNvPr>
              <p:cNvSpPr/>
              <p:nvPr/>
            </p:nvSpPr>
            <p:spPr>
              <a:xfrm>
                <a:off x="8761653" y="9275685"/>
                <a:ext cx="900707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4" h="13">
                    <a:moveTo>
                      <a:pt x="717" y="13"/>
                    </a:moveTo>
                    <a:lnTo>
                      <a:pt x="6" y="13"/>
                    </a:lnTo>
                    <a:cubicBezTo>
                      <a:pt x="2" y="13"/>
                      <a:pt x="0" y="10"/>
                      <a:pt x="0" y="7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717" y="0"/>
                    </a:lnTo>
                    <a:cubicBezTo>
                      <a:pt x="720" y="0"/>
                      <a:pt x="724" y="3"/>
                      <a:pt x="724" y="7"/>
                    </a:cubicBezTo>
                    <a:cubicBezTo>
                      <a:pt x="724" y="10"/>
                      <a:pt x="720" y="13"/>
                      <a:pt x="717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F4BB9D7A-EEAD-6440-9025-75B218A80B55}"/>
                  </a:ext>
                </a:extLst>
              </p:cNvPr>
              <p:cNvSpPr/>
              <p:nvPr/>
            </p:nvSpPr>
            <p:spPr>
              <a:xfrm>
                <a:off x="13444588" y="9208389"/>
                <a:ext cx="148249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0" h="121">
                    <a:moveTo>
                      <a:pt x="120" y="61"/>
                    </a:moveTo>
                    <a:cubicBezTo>
                      <a:pt x="120" y="94"/>
                      <a:pt x="94" y="121"/>
                      <a:pt x="60" y="121"/>
                    </a:cubicBezTo>
                    <a:cubicBezTo>
                      <a:pt x="27" y="121"/>
                      <a:pt x="0" y="94"/>
                      <a:pt x="0" y="61"/>
                    </a:cubicBezTo>
                    <a:cubicBezTo>
                      <a:pt x="0" y="27"/>
                      <a:pt x="27" y="0"/>
                      <a:pt x="60" y="0"/>
                    </a:cubicBezTo>
                    <a:cubicBezTo>
                      <a:pt x="94" y="0"/>
                      <a:pt x="120" y="27"/>
                      <a:pt x="120" y="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7" name="Freeform 406">
                <a:extLst>
                  <a:ext uri="{FF2B5EF4-FFF2-40B4-BE49-F238E27FC236}">
                    <a16:creationId xmlns:a16="http://schemas.microsoft.com/office/drawing/2014/main" id="{9434FFA5-597D-7A40-92C0-AB05A9761BB4}"/>
                  </a:ext>
                </a:extLst>
              </p:cNvPr>
              <p:cNvSpPr/>
              <p:nvPr/>
            </p:nvSpPr>
            <p:spPr>
              <a:xfrm>
                <a:off x="13435867" y="9199665"/>
                <a:ext cx="165690" cy="165749"/>
              </a:xfrm>
              <a:custGeom>
                <a:avLst/>
                <a:gdLst>
                  <a:gd name="connsiteX0" fmla="*/ 82845 w 165690"/>
                  <a:gd name="connsiteY0" fmla="*/ 17447 h 165749"/>
                  <a:gd name="connsiteX1" fmla="*/ 16195 w 165690"/>
                  <a:gd name="connsiteY1" fmla="*/ 84121 h 165749"/>
                  <a:gd name="connsiteX2" fmla="*/ 82845 w 165690"/>
                  <a:gd name="connsiteY2" fmla="*/ 150794 h 165749"/>
                  <a:gd name="connsiteX3" fmla="*/ 149495 w 165690"/>
                  <a:gd name="connsiteY3" fmla="*/ 84121 h 165749"/>
                  <a:gd name="connsiteX4" fmla="*/ 82845 w 165690"/>
                  <a:gd name="connsiteY4" fmla="*/ 17447 h 165749"/>
                  <a:gd name="connsiteX5" fmla="*/ 82845 w 165690"/>
                  <a:gd name="connsiteY5" fmla="*/ 0 h 165749"/>
                  <a:gd name="connsiteX6" fmla="*/ 165690 w 165690"/>
                  <a:gd name="connsiteY6" fmla="*/ 84111 h 165749"/>
                  <a:gd name="connsiteX7" fmla="*/ 82845 w 165690"/>
                  <a:gd name="connsiteY7" fmla="*/ 165749 h 165749"/>
                  <a:gd name="connsiteX8" fmla="*/ 0 w 165690"/>
                  <a:gd name="connsiteY8" fmla="*/ 84111 h 165749"/>
                  <a:gd name="connsiteX9" fmla="*/ 82845 w 165690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690" h="165749">
                    <a:moveTo>
                      <a:pt x="82845" y="17447"/>
                    </a:moveTo>
                    <a:cubicBezTo>
                      <a:pt x="47051" y="17447"/>
                      <a:pt x="16195" y="47080"/>
                      <a:pt x="16195" y="84121"/>
                    </a:cubicBezTo>
                    <a:cubicBezTo>
                      <a:pt x="16195" y="119927"/>
                      <a:pt x="47051" y="150794"/>
                      <a:pt x="82845" y="150794"/>
                    </a:cubicBezTo>
                    <a:cubicBezTo>
                      <a:pt x="119873" y="150794"/>
                      <a:pt x="149495" y="119927"/>
                      <a:pt x="149495" y="84121"/>
                    </a:cubicBezTo>
                    <a:cubicBezTo>
                      <a:pt x="149495" y="47080"/>
                      <a:pt x="119873" y="17447"/>
                      <a:pt x="82845" y="17447"/>
                    </a:cubicBezTo>
                    <a:close/>
                    <a:moveTo>
                      <a:pt x="82845" y="0"/>
                    </a:moveTo>
                    <a:cubicBezTo>
                      <a:pt x="128595" y="0"/>
                      <a:pt x="165690" y="37108"/>
                      <a:pt x="165690" y="84111"/>
                    </a:cubicBezTo>
                    <a:cubicBezTo>
                      <a:pt x="165690" y="128641"/>
                      <a:pt x="128595" y="165749"/>
                      <a:pt x="82845" y="165749"/>
                    </a:cubicBezTo>
                    <a:cubicBezTo>
                      <a:pt x="37095" y="165749"/>
                      <a:pt x="0" y="128641"/>
                      <a:pt x="0" y="84111"/>
                    </a:cubicBezTo>
                    <a:cubicBezTo>
                      <a:pt x="0" y="37108"/>
                      <a:pt x="37095" y="0"/>
                      <a:pt x="82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F319D220-02DB-AD4C-964D-B775EE865478}"/>
                  </a:ext>
                </a:extLst>
              </p:cNvPr>
              <p:cNvSpPr/>
              <p:nvPr/>
            </p:nvSpPr>
            <p:spPr>
              <a:xfrm>
                <a:off x="13037214" y="9208389"/>
                <a:ext cx="149495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1" h="121">
                    <a:moveTo>
                      <a:pt x="121" y="61"/>
                    </a:moveTo>
                    <a:cubicBezTo>
                      <a:pt x="121" y="94"/>
                      <a:pt x="93" y="121"/>
                      <a:pt x="60" y="121"/>
                    </a:cubicBezTo>
                    <a:cubicBezTo>
                      <a:pt x="27" y="121"/>
                      <a:pt x="0" y="94"/>
                      <a:pt x="0" y="61"/>
                    </a:cubicBezTo>
                    <a:cubicBezTo>
                      <a:pt x="0" y="27"/>
                      <a:pt x="27" y="0"/>
                      <a:pt x="60" y="0"/>
                    </a:cubicBezTo>
                    <a:cubicBezTo>
                      <a:pt x="93" y="0"/>
                      <a:pt x="121" y="27"/>
                      <a:pt x="121" y="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796B59BB-ADA4-3741-B57D-B160253A4F22}"/>
                  </a:ext>
                </a:extLst>
              </p:cNvPr>
              <p:cNvSpPr/>
              <p:nvPr/>
            </p:nvSpPr>
            <p:spPr>
              <a:xfrm>
                <a:off x="13028493" y="9199665"/>
                <a:ext cx="165690" cy="165749"/>
              </a:xfrm>
              <a:custGeom>
                <a:avLst/>
                <a:gdLst>
                  <a:gd name="connsiteX0" fmla="*/ 82851 w 165690"/>
                  <a:gd name="connsiteY0" fmla="*/ 17447 h 165749"/>
                  <a:gd name="connsiteX1" fmla="*/ 17441 w 165690"/>
                  <a:gd name="connsiteY1" fmla="*/ 84121 h 165749"/>
                  <a:gd name="connsiteX2" fmla="*/ 82851 w 165690"/>
                  <a:gd name="connsiteY2" fmla="*/ 150794 h 165749"/>
                  <a:gd name="connsiteX3" fmla="*/ 149495 w 165690"/>
                  <a:gd name="connsiteY3" fmla="*/ 84121 h 165749"/>
                  <a:gd name="connsiteX4" fmla="*/ 82851 w 165690"/>
                  <a:gd name="connsiteY4" fmla="*/ 17447 h 165749"/>
                  <a:gd name="connsiteX5" fmla="*/ 82845 w 165690"/>
                  <a:gd name="connsiteY5" fmla="*/ 0 h 165749"/>
                  <a:gd name="connsiteX6" fmla="*/ 165690 w 165690"/>
                  <a:gd name="connsiteY6" fmla="*/ 84111 h 165749"/>
                  <a:gd name="connsiteX7" fmla="*/ 82845 w 165690"/>
                  <a:gd name="connsiteY7" fmla="*/ 165749 h 165749"/>
                  <a:gd name="connsiteX8" fmla="*/ 0 w 165690"/>
                  <a:gd name="connsiteY8" fmla="*/ 84111 h 165749"/>
                  <a:gd name="connsiteX9" fmla="*/ 82845 w 165690"/>
                  <a:gd name="connsiteY9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5690" h="165749">
                    <a:moveTo>
                      <a:pt x="82851" y="17447"/>
                    </a:moveTo>
                    <a:cubicBezTo>
                      <a:pt x="45826" y="17447"/>
                      <a:pt x="17441" y="47080"/>
                      <a:pt x="17441" y="84121"/>
                    </a:cubicBezTo>
                    <a:cubicBezTo>
                      <a:pt x="17441" y="119927"/>
                      <a:pt x="45826" y="150794"/>
                      <a:pt x="82851" y="150794"/>
                    </a:cubicBezTo>
                    <a:cubicBezTo>
                      <a:pt x="119875" y="150794"/>
                      <a:pt x="149495" y="119927"/>
                      <a:pt x="149495" y="84121"/>
                    </a:cubicBezTo>
                    <a:cubicBezTo>
                      <a:pt x="149495" y="47080"/>
                      <a:pt x="119875" y="17447"/>
                      <a:pt x="82851" y="17447"/>
                    </a:cubicBezTo>
                    <a:close/>
                    <a:moveTo>
                      <a:pt x="82845" y="0"/>
                    </a:moveTo>
                    <a:cubicBezTo>
                      <a:pt x="128595" y="0"/>
                      <a:pt x="165690" y="37108"/>
                      <a:pt x="165690" y="84111"/>
                    </a:cubicBezTo>
                    <a:cubicBezTo>
                      <a:pt x="165690" y="128641"/>
                      <a:pt x="128595" y="165749"/>
                      <a:pt x="82845" y="165749"/>
                    </a:cubicBezTo>
                    <a:cubicBezTo>
                      <a:pt x="37095" y="165749"/>
                      <a:pt x="0" y="128641"/>
                      <a:pt x="0" y="84111"/>
                    </a:cubicBezTo>
                    <a:cubicBezTo>
                      <a:pt x="0" y="37108"/>
                      <a:pt x="37095" y="0"/>
                      <a:pt x="828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C52B4208-2DC8-774B-A458-E306C232A399}"/>
                  </a:ext>
                </a:extLst>
              </p:cNvPr>
              <p:cNvSpPr/>
              <p:nvPr/>
            </p:nvSpPr>
            <p:spPr>
              <a:xfrm>
                <a:off x="11453813" y="9275685"/>
                <a:ext cx="900707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4" h="13">
                    <a:moveTo>
                      <a:pt x="717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717" y="0"/>
                    </a:lnTo>
                    <a:cubicBezTo>
                      <a:pt x="721" y="0"/>
                      <a:pt x="724" y="3"/>
                      <a:pt x="724" y="7"/>
                    </a:cubicBezTo>
                    <a:cubicBezTo>
                      <a:pt x="724" y="10"/>
                      <a:pt x="721" y="13"/>
                      <a:pt x="717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11FC6506-35D7-7347-8E52-B01660F727E3}"/>
                  </a:ext>
                </a:extLst>
              </p:cNvPr>
              <p:cNvSpPr/>
              <p:nvPr/>
            </p:nvSpPr>
            <p:spPr>
              <a:xfrm>
                <a:off x="6734754" y="8345998"/>
                <a:ext cx="411111" cy="4810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1" h="387">
                    <a:moveTo>
                      <a:pt x="0" y="0"/>
                    </a:moveTo>
                    <a:lnTo>
                      <a:pt x="331" y="0"/>
                    </a:lnTo>
                    <a:lnTo>
                      <a:pt x="331" y="387"/>
                    </a:lnTo>
                    <a:lnTo>
                      <a:pt x="0" y="387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9" name="Freeform 408">
                <a:extLst>
                  <a:ext uri="{FF2B5EF4-FFF2-40B4-BE49-F238E27FC236}">
                    <a16:creationId xmlns:a16="http://schemas.microsoft.com/office/drawing/2014/main" id="{B12D6F0B-BFAF-0346-ABD1-0E586E789D01}"/>
                  </a:ext>
                </a:extLst>
              </p:cNvPr>
              <p:cNvSpPr/>
              <p:nvPr/>
            </p:nvSpPr>
            <p:spPr>
              <a:xfrm>
                <a:off x="6726033" y="8337274"/>
                <a:ext cx="428552" cy="498492"/>
              </a:xfrm>
              <a:custGeom>
                <a:avLst/>
                <a:gdLst>
                  <a:gd name="connsiteX0" fmla="*/ 16195 w 428552"/>
                  <a:gd name="connsiteY0" fmla="*/ 16201 h 498492"/>
                  <a:gd name="connsiteX1" fmla="*/ 16195 w 428552"/>
                  <a:gd name="connsiteY1" fmla="*/ 482291 h 498492"/>
                  <a:gd name="connsiteX2" fmla="*/ 412357 w 428552"/>
                  <a:gd name="connsiteY2" fmla="*/ 482291 h 498492"/>
                  <a:gd name="connsiteX3" fmla="*/ 412357 w 428552"/>
                  <a:gd name="connsiteY3" fmla="*/ 16201 h 498492"/>
                  <a:gd name="connsiteX4" fmla="*/ 8696 w 428552"/>
                  <a:gd name="connsiteY4" fmla="*/ 0 h 498492"/>
                  <a:gd name="connsiteX5" fmla="*/ 419857 w 428552"/>
                  <a:gd name="connsiteY5" fmla="*/ 0 h 498492"/>
                  <a:gd name="connsiteX6" fmla="*/ 428552 w 428552"/>
                  <a:gd name="connsiteY6" fmla="*/ 8702 h 498492"/>
                  <a:gd name="connsiteX7" fmla="*/ 428552 w 428552"/>
                  <a:gd name="connsiteY7" fmla="*/ 489790 h 498492"/>
                  <a:gd name="connsiteX8" fmla="*/ 419857 w 428552"/>
                  <a:gd name="connsiteY8" fmla="*/ 498492 h 498492"/>
                  <a:gd name="connsiteX9" fmla="*/ 8696 w 428552"/>
                  <a:gd name="connsiteY9" fmla="*/ 498492 h 498492"/>
                  <a:gd name="connsiteX10" fmla="*/ 0 w 428552"/>
                  <a:gd name="connsiteY10" fmla="*/ 489790 h 498492"/>
                  <a:gd name="connsiteX11" fmla="*/ 0 w 428552"/>
                  <a:gd name="connsiteY11" fmla="*/ 8702 h 498492"/>
                  <a:gd name="connsiteX12" fmla="*/ 8696 w 428552"/>
                  <a:gd name="connsiteY12" fmla="*/ 0 h 498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8552" h="498492">
                    <a:moveTo>
                      <a:pt x="16195" y="16201"/>
                    </a:moveTo>
                    <a:lnTo>
                      <a:pt x="16195" y="482291"/>
                    </a:lnTo>
                    <a:lnTo>
                      <a:pt x="412357" y="482291"/>
                    </a:lnTo>
                    <a:lnTo>
                      <a:pt x="412357" y="16201"/>
                    </a:lnTo>
                    <a:close/>
                    <a:moveTo>
                      <a:pt x="8696" y="0"/>
                    </a:moveTo>
                    <a:lnTo>
                      <a:pt x="419857" y="0"/>
                    </a:lnTo>
                    <a:cubicBezTo>
                      <a:pt x="424826" y="0"/>
                      <a:pt x="428552" y="3730"/>
                      <a:pt x="428552" y="8702"/>
                    </a:cubicBezTo>
                    <a:lnTo>
                      <a:pt x="428552" y="489790"/>
                    </a:lnTo>
                    <a:cubicBezTo>
                      <a:pt x="428552" y="493520"/>
                      <a:pt x="424826" y="498492"/>
                      <a:pt x="419857" y="498492"/>
                    </a:cubicBezTo>
                    <a:lnTo>
                      <a:pt x="8696" y="498492"/>
                    </a:lnTo>
                    <a:cubicBezTo>
                      <a:pt x="3727" y="498492"/>
                      <a:pt x="0" y="493520"/>
                      <a:pt x="0" y="489790"/>
                    </a:cubicBezTo>
                    <a:lnTo>
                      <a:pt x="0" y="8702"/>
                    </a:lnTo>
                    <a:cubicBezTo>
                      <a:pt x="0" y="3730"/>
                      <a:pt x="3727" y="0"/>
                      <a:pt x="86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FAFA7F6F-D19F-144C-97BC-19F387D7FA0B}"/>
                  </a:ext>
                </a:extLst>
              </p:cNvPr>
              <p:cNvSpPr/>
              <p:nvPr/>
            </p:nvSpPr>
            <p:spPr>
              <a:xfrm>
                <a:off x="6592733" y="8640108"/>
                <a:ext cx="685185" cy="2268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1" h="183">
                    <a:moveTo>
                      <a:pt x="172" y="81"/>
                    </a:moveTo>
                    <a:cubicBezTo>
                      <a:pt x="196" y="95"/>
                      <a:pt x="218" y="114"/>
                      <a:pt x="237" y="138"/>
                    </a:cubicBezTo>
                    <a:lnTo>
                      <a:pt x="258" y="166"/>
                    </a:lnTo>
                    <a:cubicBezTo>
                      <a:pt x="276" y="189"/>
                      <a:pt x="311" y="188"/>
                      <a:pt x="328" y="164"/>
                    </a:cubicBezTo>
                    <a:lnTo>
                      <a:pt x="340" y="147"/>
                    </a:lnTo>
                    <a:cubicBezTo>
                      <a:pt x="358" y="122"/>
                      <a:pt x="379" y="101"/>
                      <a:pt x="404" y="86"/>
                    </a:cubicBezTo>
                    <a:cubicBezTo>
                      <a:pt x="433" y="68"/>
                      <a:pt x="466" y="58"/>
                      <a:pt x="500" y="58"/>
                    </a:cubicBezTo>
                    <a:lnTo>
                      <a:pt x="551" y="58"/>
                    </a:lnTo>
                    <a:lnTo>
                      <a:pt x="551" y="0"/>
                    </a:lnTo>
                    <a:lnTo>
                      <a:pt x="467" y="0"/>
                    </a:lnTo>
                    <a:cubicBezTo>
                      <a:pt x="438" y="0"/>
                      <a:pt x="410" y="7"/>
                      <a:pt x="384" y="21"/>
                    </a:cubicBezTo>
                    <a:cubicBezTo>
                      <a:pt x="364" y="32"/>
                      <a:pt x="345" y="47"/>
                      <a:pt x="330" y="66"/>
                    </a:cubicBezTo>
                    <a:lnTo>
                      <a:pt x="292" y="115"/>
                    </a:lnTo>
                    <a:lnTo>
                      <a:pt x="242" y="59"/>
                    </a:lnTo>
                    <a:cubicBezTo>
                      <a:pt x="227" y="41"/>
                      <a:pt x="208" y="27"/>
                      <a:pt x="187" y="18"/>
                    </a:cubicBezTo>
                    <a:cubicBezTo>
                      <a:pt x="164" y="6"/>
                      <a:pt x="138" y="0"/>
                      <a:pt x="111" y="0"/>
                    </a:cubicBezTo>
                    <a:lnTo>
                      <a:pt x="0" y="0"/>
                    </a:lnTo>
                    <a:lnTo>
                      <a:pt x="0" y="58"/>
                    </a:lnTo>
                    <a:lnTo>
                      <a:pt x="83" y="58"/>
                    </a:lnTo>
                    <a:cubicBezTo>
                      <a:pt x="114" y="58"/>
                      <a:pt x="144" y="66"/>
                      <a:pt x="172" y="8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0BDA0898-B93D-ED43-9812-2F670F8D81B5}"/>
                  </a:ext>
                </a:extLst>
              </p:cNvPr>
              <p:cNvSpPr/>
              <p:nvPr/>
            </p:nvSpPr>
            <p:spPr>
              <a:xfrm>
                <a:off x="6584013" y="8632631"/>
                <a:ext cx="701381" cy="241768"/>
              </a:xfrm>
              <a:custGeom>
                <a:avLst/>
                <a:gdLst>
                  <a:gd name="connsiteX0" fmla="*/ 17441 w 701381"/>
                  <a:gd name="connsiteY0" fmla="*/ 16201 h 241768"/>
                  <a:gd name="connsiteX1" fmla="*/ 17441 w 701381"/>
                  <a:gd name="connsiteY1" fmla="*/ 70711 h 241768"/>
                  <a:gd name="connsiteX2" fmla="*/ 111945 w 701381"/>
                  <a:gd name="connsiteY2" fmla="*/ 70711 h 241768"/>
                  <a:gd name="connsiteX3" fmla="*/ 226344 w 701381"/>
                  <a:gd name="connsiteY3" fmla="*/ 101682 h 241768"/>
                  <a:gd name="connsiteX4" fmla="*/ 309657 w 701381"/>
                  <a:gd name="connsiteY4" fmla="*/ 173536 h 241768"/>
                  <a:gd name="connsiteX5" fmla="*/ 335770 w 701381"/>
                  <a:gd name="connsiteY5" fmla="*/ 208224 h 241768"/>
                  <a:gd name="connsiteX6" fmla="*/ 373074 w 701381"/>
                  <a:gd name="connsiteY6" fmla="*/ 225568 h 241768"/>
                  <a:gd name="connsiteX7" fmla="*/ 410378 w 701381"/>
                  <a:gd name="connsiteY7" fmla="*/ 206985 h 241768"/>
                  <a:gd name="connsiteX8" fmla="*/ 424056 w 701381"/>
                  <a:gd name="connsiteY8" fmla="*/ 184686 h 241768"/>
                  <a:gd name="connsiteX9" fmla="*/ 506125 w 701381"/>
                  <a:gd name="connsiteY9" fmla="*/ 106638 h 241768"/>
                  <a:gd name="connsiteX10" fmla="*/ 630472 w 701381"/>
                  <a:gd name="connsiteY10" fmla="*/ 70711 h 241768"/>
                  <a:gd name="connsiteX11" fmla="*/ 685185 w 701381"/>
                  <a:gd name="connsiteY11" fmla="*/ 70711 h 241768"/>
                  <a:gd name="connsiteX12" fmla="*/ 685185 w 701381"/>
                  <a:gd name="connsiteY12" fmla="*/ 16201 h 241768"/>
                  <a:gd name="connsiteX13" fmla="*/ 589438 w 701381"/>
                  <a:gd name="connsiteY13" fmla="*/ 16201 h 241768"/>
                  <a:gd name="connsiteX14" fmla="*/ 491204 w 701381"/>
                  <a:gd name="connsiteY14" fmla="*/ 39739 h 241768"/>
                  <a:gd name="connsiteX15" fmla="*/ 426543 w 701381"/>
                  <a:gd name="connsiteY15" fmla="*/ 94249 h 241768"/>
                  <a:gd name="connsiteX16" fmla="*/ 378048 w 701381"/>
                  <a:gd name="connsiteY16" fmla="*/ 154953 h 241768"/>
                  <a:gd name="connsiteX17" fmla="*/ 371831 w 701381"/>
                  <a:gd name="connsiteY17" fmla="*/ 157431 h 241768"/>
                  <a:gd name="connsiteX18" fmla="*/ 365613 w 701381"/>
                  <a:gd name="connsiteY18" fmla="*/ 154953 h 241768"/>
                  <a:gd name="connsiteX19" fmla="*/ 303440 w 701381"/>
                  <a:gd name="connsiteY19" fmla="*/ 85577 h 241768"/>
                  <a:gd name="connsiteX20" fmla="*/ 238779 w 701381"/>
                  <a:gd name="connsiteY20" fmla="*/ 36023 h 241768"/>
                  <a:gd name="connsiteX21" fmla="*/ 146762 w 701381"/>
                  <a:gd name="connsiteY21" fmla="*/ 16201 h 241768"/>
                  <a:gd name="connsiteX22" fmla="*/ 8705 w 701381"/>
                  <a:gd name="connsiteY22" fmla="*/ 0 h 241768"/>
                  <a:gd name="connsiteX23" fmla="*/ 146743 w 701381"/>
                  <a:gd name="connsiteY23" fmla="*/ 0 h 241768"/>
                  <a:gd name="connsiteX24" fmla="*/ 244986 w 701381"/>
                  <a:gd name="connsiteY24" fmla="*/ 21077 h 241768"/>
                  <a:gd name="connsiteX25" fmla="*/ 315870 w 701381"/>
                  <a:gd name="connsiteY25" fmla="*/ 75630 h 241768"/>
                  <a:gd name="connsiteX26" fmla="*/ 370588 w 701381"/>
                  <a:gd name="connsiteY26" fmla="*/ 136382 h 241768"/>
                  <a:gd name="connsiteX27" fmla="*/ 412870 w 701381"/>
                  <a:gd name="connsiteY27" fmla="*/ 84309 h 241768"/>
                  <a:gd name="connsiteX28" fmla="*/ 483754 w 701381"/>
                  <a:gd name="connsiteY28" fmla="*/ 26037 h 241768"/>
                  <a:gd name="connsiteX29" fmla="*/ 589459 w 701381"/>
                  <a:gd name="connsiteY29" fmla="*/ 0 h 241768"/>
                  <a:gd name="connsiteX30" fmla="*/ 693920 w 701381"/>
                  <a:gd name="connsiteY30" fmla="*/ 0 h 241768"/>
                  <a:gd name="connsiteX31" fmla="*/ 701381 w 701381"/>
                  <a:gd name="connsiteY31" fmla="*/ 7439 h 241768"/>
                  <a:gd name="connsiteX32" fmla="*/ 701381 w 701381"/>
                  <a:gd name="connsiteY32" fmla="*/ 79349 h 241768"/>
                  <a:gd name="connsiteX33" fmla="*/ 693920 w 701381"/>
                  <a:gd name="connsiteY33" fmla="*/ 88028 h 241768"/>
                  <a:gd name="connsiteX34" fmla="*/ 630497 w 701381"/>
                  <a:gd name="connsiteY34" fmla="*/ 88028 h 241768"/>
                  <a:gd name="connsiteX35" fmla="*/ 514844 w 701381"/>
                  <a:gd name="connsiteY35" fmla="*/ 120264 h 241768"/>
                  <a:gd name="connsiteX36" fmla="*/ 437742 w 701381"/>
                  <a:gd name="connsiteY36" fmla="*/ 194654 h 241768"/>
                  <a:gd name="connsiteX37" fmla="*/ 422819 w 701381"/>
                  <a:gd name="connsiteY37" fmla="*/ 215731 h 241768"/>
                  <a:gd name="connsiteX38" fmla="*/ 373075 w 701381"/>
                  <a:gd name="connsiteY38" fmla="*/ 241768 h 241768"/>
                  <a:gd name="connsiteX39" fmla="*/ 371832 w 701381"/>
                  <a:gd name="connsiteY39" fmla="*/ 241768 h 241768"/>
                  <a:gd name="connsiteX40" fmla="*/ 323332 w 701381"/>
                  <a:gd name="connsiteY40" fmla="*/ 218211 h 241768"/>
                  <a:gd name="connsiteX41" fmla="*/ 297217 w 701381"/>
                  <a:gd name="connsiteY41" fmla="*/ 183496 h 241768"/>
                  <a:gd name="connsiteX42" fmla="*/ 218871 w 701381"/>
                  <a:gd name="connsiteY42" fmla="*/ 115305 h 241768"/>
                  <a:gd name="connsiteX43" fmla="*/ 111923 w 701381"/>
                  <a:gd name="connsiteY43" fmla="*/ 88028 h 241768"/>
                  <a:gd name="connsiteX44" fmla="*/ 8705 w 701381"/>
                  <a:gd name="connsiteY44" fmla="*/ 88028 h 241768"/>
                  <a:gd name="connsiteX45" fmla="*/ 0 w 701381"/>
                  <a:gd name="connsiteY45" fmla="*/ 79349 h 241768"/>
                  <a:gd name="connsiteX46" fmla="*/ 0 w 701381"/>
                  <a:gd name="connsiteY46" fmla="*/ 7439 h 241768"/>
                  <a:gd name="connsiteX47" fmla="*/ 8705 w 701381"/>
                  <a:gd name="connsiteY47" fmla="*/ 0 h 241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701381" h="241768">
                    <a:moveTo>
                      <a:pt x="17441" y="16201"/>
                    </a:moveTo>
                    <a:lnTo>
                      <a:pt x="17441" y="70711"/>
                    </a:lnTo>
                    <a:lnTo>
                      <a:pt x="111945" y="70711"/>
                    </a:lnTo>
                    <a:cubicBezTo>
                      <a:pt x="151736" y="70711"/>
                      <a:pt x="191527" y="81860"/>
                      <a:pt x="226344" y="101682"/>
                    </a:cubicBezTo>
                    <a:cubicBezTo>
                      <a:pt x="257431" y="119026"/>
                      <a:pt x="286031" y="142565"/>
                      <a:pt x="309657" y="173536"/>
                    </a:cubicBezTo>
                    <a:lnTo>
                      <a:pt x="335770" y="208224"/>
                    </a:lnTo>
                    <a:cubicBezTo>
                      <a:pt x="344474" y="219374"/>
                      <a:pt x="358152" y="226807"/>
                      <a:pt x="373074" y="225568"/>
                    </a:cubicBezTo>
                    <a:cubicBezTo>
                      <a:pt x="387996" y="225568"/>
                      <a:pt x="401674" y="219374"/>
                      <a:pt x="410378" y="206985"/>
                    </a:cubicBezTo>
                    <a:lnTo>
                      <a:pt x="424056" y="184686"/>
                    </a:lnTo>
                    <a:cubicBezTo>
                      <a:pt x="447682" y="152475"/>
                      <a:pt x="475039" y="126459"/>
                      <a:pt x="506125" y="106638"/>
                    </a:cubicBezTo>
                    <a:cubicBezTo>
                      <a:pt x="543430" y="84338"/>
                      <a:pt x="586951" y="70711"/>
                      <a:pt x="630472" y="70711"/>
                    </a:cubicBezTo>
                    <a:lnTo>
                      <a:pt x="685185" y="70711"/>
                    </a:lnTo>
                    <a:lnTo>
                      <a:pt x="685185" y="16201"/>
                    </a:lnTo>
                    <a:lnTo>
                      <a:pt x="589438" y="16201"/>
                    </a:lnTo>
                    <a:cubicBezTo>
                      <a:pt x="555864" y="16201"/>
                      <a:pt x="521047" y="23634"/>
                      <a:pt x="491204" y="39739"/>
                    </a:cubicBezTo>
                    <a:cubicBezTo>
                      <a:pt x="465091" y="53367"/>
                      <a:pt x="443952" y="71950"/>
                      <a:pt x="426543" y="94249"/>
                    </a:cubicBezTo>
                    <a:lnTo>
                      <a:pt x="378048" y="154953"/>
                    </a:lnTo>
                    <a:cubicBezTo>
                      <a:pt x="375561" y="156192"/>
                      <a:pt x="373074" y="157431"/>
                      <a:pt x="371831" y="157431"/>
                    </a:cubicBezTo>
                    <a:cubicBezTo>
                      <a:pt x="369344" y="157431"/>
                      <a:pt x="366857" y="156192"/>
                      <a:pt x="365613" y="154953"/>
                    </a:cubicBezTo>
                    <a:lnTo>
                      <a:pt x="303440" y="85577"/>
                    </a:lnTo>
                    <a:cubicBezTo>
                      <a:pt x="284788" y="64516"/>
                      <a:pt x="263649" y="48411"/>
                      <a:pt x="238779" y="36023"/>
                    </a:cubicBezTo>
                    <a:cubicBezTo>
                      <a:pt x="210179" y="22395"/>
                      <a:pt x="177849" y="16201"/>
                      <a:pt x="146762" y="16201"/>
                    </a:cubicBezTo>
                    <a:close/>
                    <a:moveTo>
                      <a:pt x="8705" y="0"/>
                    </a:moveTo>
                    <a:lnTo>
                      <a:pt x="146743" y="0"/>
                    </a:lnTo>
                    <a:cubicBezTo>
                      <a:pt x="180320" y="0"/>
                      <a:pt x="215140" y="7439"/>
                      <a:pt x="244986" y="21077"/>
                    </a:cubicBezTo>
                    <a:cubicBezTo>
                      <a:pt x="272345" y="34715"/>
                      <a:pt x="295973" y="53313"/>
                      <a:pt x="315870" y="75630"/>
                    </a:cubicBezTo>
                    <a:lnTo>
                      <a:pt x="370588" y="136382"/>
                    </a:lnTo>
                    <a:lnTo>
                      <a:pt x="412870" y="84309"/>
                    </a:lnTo>
                    <a:cubicBezTo>
                      <a:pt x="432767" y="59512"/>
                      <a:pt x="456395" y="40915"/>
                      <a:pt x="483754" y="26037"/>
                    </a:cubicBezTo>
                    <a:cubicBezTo>
                      <a:pt x="516087" y="8679"/>
                      <a:pt x="552151" y="0"/>
                      <a:pt x="589459" y="0"/>
                    </a:cubicBezTo>
                    <a:lnTo>
                      <a:pt x="693920" y="0"/>
                    </a:lnTo>
                    <a:cubicBezTo>
                      <a:pt x="698894" y="0"/>
                      <a:pt x="701381" y="2480"/>
                      <a:pt x="701381" y="7439"/>
                    </a:cubicBezTo>
                    <a:lnTo>
                      <a:pt x="701381" y="79349"/>
                    </a:lnTo>
                    <a:cubicBezTo>
                      <a:pt x="701381" y="84309"/>
                      <a:pt x="698894" y="88028"/>
                      <a:pt x="693920" y="88028"/>
                    </a:cubicBezTo>
                    <a:lnTo>
                      <a:pt x="630497" y="88028"/>
                    </a:lnTo>
                    <a:cubicBezTo>
                      <a:pt x="590702" y="88028"/>
                      <a:pt x="549664" y="99187"/>
                      <a:pt x="514844" y="120264"/>
                    </a:cubicBezTo>
                    <a:cubicBezTo>
                      <a:pt x="484998" y="138862"/>
                      <a:pt x="458882" y="163658"/>
                      <a:pt x="437742" y="194654"/>
                    </a:cubicBezTo>
                    <a:lnTo>
                      <a:pt x="422819" y="215731"/>
                    </a:lnTo>
                    <a:cubicBezTo>
                      <a:pt x="411626" y="231849"/>
                      <a:pt x="394216" y="241768"/>
                      <a:pt x="373075" y="241768"/>
                    </a:cubicBezTo>
                    <a:lnTo>
                      <a:pt x="371832" y="241768"/>
                    </a:lnTo>
                    <a:cubicBezTo>
                      <a:pt x="353178" y="241768"/>
                      <a:pt x="334524" y="233089"/>
                      <a:pt x="323332" y="218211"/>
                    </a:cubicBezTo>
                    <a:lnTo>
                      <a:pt x="297217" y="183496"/>
                    </a:lnTo>
                    <a:cubicBezTo>
                      <a:pt x="274832" y="154979"/>
                      <a:pt x="248717" y="131423"/>
                      <a:pt x="218871" y="115305"/>
                    </a:cubicBezTo>
                    <a:cubicBezTo>
                      <a:pt x="185294" y="96707"/>
                      <a:pt x="147987" y="88028"/>
                      <a:pt x="111923" y="88028"/>
                    </a:cubicBezTo>
                    <a:lnTo>
                      <a:pt x="8705" y="88028"/>
                    </a:lnTo>
                    <a:cubicBezTo>
                      <a:pt x="3731" y="88028"/>
                      <a:pt x="0" y="84309"/>
                      <a:pt x="0" y="79349"/>
                    </a:cubicBezTo>
                    <a:lnTo>
                      <a:pt x="0" y="7439"/>
                    </a:lnTo>
                    <a:cubicBezTo>
                      <a:pt x="0" y="2480"/>
                      <a:pt x="3731" y="0"/>
                      <a:pt x="87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8F510125-5F08-6C4B-B080-709563A6B695}"/>
                  </a:ext>
                </a:extLst>
              </p:cNvPr>
              <p:cNvSpPr/>
              <p:nvPr/>
            </p:nvSpPr>
            <p:spPr>
              <a:xfrm>
                <a:off x="5938693" y="8712389"/>
                <a:ext cx="2003233" cy="4012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09" h="323">
                    <a:moveTo>
                      <a:pt x="1595" y="299"/>
                    </a:moveTo>
                    <a:cubicBezTo>
                      <a:pt x="1522" y="171"/>
                      <a:pt x="1387" y="93"/>
                      <a:pt x="1240" y="93"/>
                    </a:cubicBezTo>
                    <a:lnTo>
                      <a:pt x="1161" y="93"/>
                    </a:lnTo>
                    <a:cubicBezTo>
                      <a:pt x="1137" y="93"/>
                      <a:pt x="1115" y="83"/>
                      <a:pt x="1099" y="67"/>
                    </a:cubicBezTo>
                    <a:cubicBezTo>
                      <a:pt x="1085" y="52"/>
                      <a:pt x="1076" y="31"/>
                      <a:pt x="1076" y="8"/>
                    </a:cubicBezTo>
                    <a:lnTo>
                      <a:pt x="1076" y="0"/>
                    </a:lnTo>
                    <a:lnTo>
                      <a:pt x="1025" y="0"/>
                    </a:lnTo>
                    <a:cubicBezTo>
                      <a:pt x="991" y="0"/>
                      <a:pt x="958" y="10"/>
                      <a:pt x="929" y="28"/>
                    </a:cubicBezTo>
                    <a:cubicBezTo>
                      <a:pt x="904" y="43"/>
                      <a:pt x="883" y="64"/>
                      <a:pt x="865" y="89"/>
                    </a:cubicBezTo>
                    <a:lnTo>
                      <a:pt x="853" y="106"/>
                    </a:lnTo>
                    <a:cubicBezTo>
                      <a:pt x="836" y="130"/>
                      <a:pt x="801" y="131"/>
                      <a:pt x="783" y="108"/>
                    </a:cubicBezTo>
                    <a:lnTo>
                      <a:pt x="762" y="80"/>
                    </a:lnTo>
                    <a:cubicBezTo>
                      <a:pt x="743" y="56"/>
                      <a:pt x="721" y="37"/>
                      <a:pt x="697" y="23"/>
                    </a:cubicBezTo>
                    <a:cubicBezTo>
                      <a:pt x="669" y="8"/>
                      <a:pt x="639" y="0"/>
                      <a:pt x="608" y="0"/>
                    </a:cubicBezTo>
                    <a:lnTo>
                      <a:pt x="525" y="0"/>
                    </a:lnTo>
                    <a:lnTo>
                      <a:pt x="525" y="8"/>
                    </a:lnTo>
                    <a:cubicBezTo>
                      <a:pt x="525" y="31"/>
                      <a:pt x="516" y="52"/>
                      <a:pt x="501" y="67"/>
                    </a:cubicBezTo>
                    <a:cubicBezTo>
                      <a:pt x="486" y="83"/>
                      <a:pt x="464" y="93"/>
                      <a:pt x="440" y="93"/>
                    </a:cubicBezTo>
                    <a:lnTo>
                      <a:pt x="369" y="93"/>
                    </a:lnTo>
                    <a:cubicBezTo>
                      <a:pt x="222" y="93"/>
                      <a:pt x="87" y="171"/>
                      <a:pt x="14" y="299"/>
                    </a:cubicBezTo>
                    <a:lnTo>
                      <a:pt x="0" y="323"/>
                    </a:lnTo>
                    <a:lnTo>
                      <a:pt x="1609" y="323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C28A1FD5-F91A-AD49-ABA4-836BF35D5E91}"/>
                  </a:ext>
                </a:extLst>
              </p:cNvPr>
              <p:cNvSpPr/>
              <p:nvPr/>
            </p:nvSpPr>
            <p:spPr>
              <a:xfrm>
                <a:off x="5930283" y="8703666"/>
                <a:ext cx="2020050" cy="418733"/>
              </a:xfrm>
              <a:custGeom>
                <a:avLst/>
                <a:gdLst>
                  <a:gd name="connsiteX0" fmla="*/ 670762 w 2020050"/>
                  <a:gd name="connsiteY0" fmla="*/ 17447 h 418733"/>
                  <a:gd name="connsiteX1" fmla="*/ 670762 w 2020050"/>
                  <a:gd name="connsiteY1" fmla="*/ 18689 h 418733"/>
                  <a:gd name="connsiteX2" fmla="*/ 638392 w 2020050"/>
                  <a:gd name="connsiteY2" fmla="*/ 98191 h 418733"/>
                  <a:gd name="connsiteX3" fmla="*/ 556221 w 2020050"/>
                  <a:gd name="connsiteY3" fmla="*/ 132972 h 418733"/>
                  <a:gd name="connsiteX4" fmla="*/ 467826 w 2020050"/>
                  <a:gd name="connsiteY4" fmla="*/ 132972 h 418733"/>
                  <a:gd name="connsiteX5" fmla="*/ 33318 w 2020050"/>
                  <a:gd name="connsiteY5" fmla="*/ 383899 h 418733"/>
                  <a:gd name="connsiteX6" fmla="*/ 22113 w 2020050"/>
                  <a:gd name="connsiteY6" fmla="*/ 402532 h 418733"/>
                  <a:gd name="connsiteX7" fmla="*/ 1997939 w 2020050"/>
                  <a:gd name="connsiteY7" fmla="*/ 402532 h 418733"/>
                  <a:gd name="connsiteX8" fmla="*/ 1986734 w 2020050"/>
                  <a:gd name="connsiteY8" fmla="*/ 383899 h 418733"/>
                  <a:gd name="connsiteX9" fmla="*/ 1552227 w 2020050"/>
                  <a:gd name="connsiteY9" fmla="*/ 132972 h 418733"/>
                  <a:gd name="connsiteX10" fmla="*/ 1453871 w 2020050"/>
                  <a:gd name="connsiteY10" fmla="*/ 132972 h 418733"/>
                  <a:gd name="connsiteX11" fmla="*/ 1371701 w 2020050"/>
                  <a:gd name="connsiteY11" fmla="*/ 98191 h 418733"/>
                  <a:gd name="connsiteX12" fmla="*/ 1339331 w 2020050"/>
                  <a:gd name="connsiteY12" fmla="*/ 18689 h 418733"/>
                  <a:gd name="connsiteX13" fmla="*/ 1339331 w 2020050"/>
                  <a:gd name="connsiteY13" fmla="*/ 17447 h 418733"/>
                  <a:gd name="connsiteX14" fmla="*/ 1284550 w 2020050"/>
                  <a:gd name="connsiteY14" fmla="*/ 17447 h 418733"/>
                  <a:gd name="connsiteX15" fmla="*/ 1168765 w 2020050"/>
                  <a:gd name="connsiteY15" fmla="*/ 49744 h 418733"/>
                  <a:gd name="connsiteX16" fmla="*/ 1091574 w 2020050"/>
                  <a:gd name="connsiteY16" fmla="*/ 124277 h 418733"/>
                  <a:gd name="connsiteX17" fmla="*/ 1076634 w 2020050"/>
                  <a:gd name="connsiteY17" fmla="*/ 145395 h 418733"/>
                  <a:gd name="connsiteX18" fmla="*/ 1026834 w 2020050"/>
                  <a:gd name="connsiteY18" fmla="*/ 171481 h 418733"/>
                  <a:gd name="connsiteX19" fmla="*/ 977034 w 2020050"/>
                  <a:gd name="connsiteY19" fmla="*/ 147879 h 418733"/>
                  <a:gd name="connsiteX20" fmla="*/ 950888 w 2020050"/>
                  <a:gd name="connsiteY20" fmla="*/ 113097 h 418733"/>
                  <a:gd name="connsiteX21" fmla="*/ 872453 w 2020050"/>
                  <a:gd name="connsiteY21" fmla="*/ 44776 h 418733"/>
                  <a:gd name="connsiteX22" fmla="*/ 765382 w 2020050"/>
                  <a:gd name="connsiteY22" fmla="*/ 17447 h 418733"/>
                  <a:gd name="connsiteX23" fmla="*/ 662042 w 2020050"/>
                  <a:gd name="connsiteY23" fmla="*/ 0 h 418733"/>
                  <a:gd name="connsiteX24" fmla="*/ 765379 w 2020050"/>
                  <a:gd name="connsiteY24" fmla="*/ 0 h 418733"/>
                  <a:gd name="connsiteX25" fmla="*/ 879921 w 2020050"/>
                  <a:gd name="connsiteY25" fmla="*/ 31063 h 418733"/>
                  <a:gd name="connsiteX26" fmla="*/ 963337 w 2020050"/>
                  <a:gd name="connsiteY26" fmla="*/ 103130 h 418733"/>
                  <a:gd name="connsiteX27" fmla="*/ 989483 w 2020050"/>
                  <a:gd name="connsiteY27" fmla="*/ 137921 h 418733"/>
                  <a:gd name="connsiteX28" fmla="*/ 1026834 w 2020050"/>
                  <a:gd name="connsiteY28" fmla="*/ 155316 h 418733"/>
                  <a:gd name="connsiteX29" fmla="*/ 1064184 w 2020050"/>
                  <a:gd name="connsiteY29" fmla="*/ 136678 h 418733"/>
                  <a:gd name="connsiteX30" fmla="*/ 1077879 w 2020050"/>
                  <a:gd name="connsiteY30" fmla="*/ 114313 h 418733"/>
                  <a:gd name="connsiteX31" fmla="*/ 1160051 w 2020050"/>
                  <a:gd name="connsiteY31" fmla="*/ 36033 h 418733"/>
                  <a:gd name="connsiteX32" fmla="*/ 1284553 w 2020050"/>
                  <a:gd name="connsiteY32" fmla="*/ 0 h 418733"/>
                  <a:gd name="connsiteX33" fmla="*/ 1348050 w 2020050"/>
                  <a:gd name="connsiteY33" fmla="*/ 0 h 418733"/>
                  <a:gd name="connsiteX34" fmla="*/ 1355520 w 2020050"/>
                  <a:gd name="connsiteY34" fmla="*/ 8698 h 418733"/>
                  <a:gd name="connsiteX35" fmla="*/ 1355520 w 2020050"/>
                  <a:gd name="connsiteY35" fmla="*/ 18638 h 418733"/>
                  <a:gd name="connsiteX36" fmla="*/ 1382910 w 2020050"/>
                  <a:gd name="connsiteY36" fmla="*/ 85735 h 418733"/>
                  <a:gd name="connsiteX37" fmla="*/ 1453877 w 2020050"/>
                  <a:gd name="connsiteY37" fmla="*/ 116798 h 418733"/>
                  <a:gd name="connsiteX38" fmla="*/ 1552233 w 2020050"/>
                  <a:gd name="connsiteY38" fmla="*/ 116798 h 418733"/>
                  <a:gd name="connsiteX39" fmla="*/ 2001687 w 2020050"/>
                  <a:gd name="connsiteY39" fmla="*/ 375244 h 418733"/>
                  <a:gd name="connsiteX40" fmla="*/ 2019117 w 2020050"/>
                  <a:gd name="connsiteY40" fmla="*/ 406308 h 418733"/>
                  <a:gd name="connsiteX41" fmla="*/ 2019117 w 2020050"/>
                  <a:gd name="connsiteY41" fmla="*/ 413763 h 418733"/>
                  <a:gd name="connsiteX42" fmla="*/ 2011647 w 2020050"/>
                  <a:gd name="connsiteY42" fmla="*/ 418733 h 418733"/>
                  <a:gd name="connsiteX43" fmla="*/ 8404 w 2020050"/>
                  <a:gd name="connsiteY43" fmla="*/ 418733 h 418733"/>
                  <a:gd name="connsiteX44" fmla="*/ 934 w 2020050"/>
                  <a:gd name="connsiteY44" fmla="*/ 413763 h 418733"/>
                  <a:gd name="connsiteX45" fmla="*/ 934 w 2020050"/>
                  <a:gd name="connsiteY45" fmla="*/ 406308 h 418733"/>
                  <a:gd name="connsiteX46" fmla="*/ 18365 w 2020050"/>
                  <a:gd name="connsiteY46" fmla="*/ 375244 h 418733"/>
                  <a:gd name="connsiteX47" fmla="*/ 467818 w 2020050"/>
                  <a:gd name="connsiteY47" fmla="*/ 116798 h 418733"/>
                  <a:gd name="connsiteX48" fmla="*/ 556215 w 2020050"/>
                  <a:gd name="connsiteY48" fmla="*/ 116798 h 418733"/>
                  <a:gd name="connsiteX49" fmla="*/ 625936 w 2020050"/>
                  <a:gd name="connsiteY49" fmla="*/ 86977 h 418733"/>
                  <a:gd name="connsiteX50" fmla="*/ 653327 w 2020050"/>
                  <a:gd name="connsiteY50" fmla="*/ 18638 h 418733"/>
                  <a:gd name="connsiteX51" fmla="*/ 653327 w 2020050"/>
                  <a:gd name="connsiteY51" fmla="*/ 8698 h 418733"/>
                  <a:gd name="connsiteX52" fmla="*/ 662042 w 2020050"/>
                  <a:gd name="connsiteY52" fmla="*/ 0 h 418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2020050" h="418733">
                    <a:moveTo>
                      <a:pt x="670762" y="17447"/>
                    </a:moveTo>
                    <a:lnTo>
                      <a:pt x="670762" y="18689"/>
                    </a:lnTo>
                    <a:cubicBezTo>
                      <a:pt x="670762" y="48502"/>
                      <a:pt x="659557" y="75831"/>
                      <a:pt x="638392" y="98191"/>
                    </a:cubicBezTo>
                    <a:cubicBezTo>
                      <a:pt x="615982" y="120550"/>
                      <a:pt x="587346" y="132972"/>
                      <a:pt x="556221" y="132972"/>
                    </a:cubicBezTo>
                    <a:lnTo>
                      <a:pt x="467826" y="132972"/>
                    </a:lnTo>
                    <a:cubicBezTo>
                      <a:pt x="288545" y="132972"/>
                      <a:pt x="121714" y="228623"/>
                      <a:pt x="33318" y="383899"/>
                    </a:cubicBezTo>
                    <a:lnTo>
                      <a:pt x="22113" y="402532"/>
                    </a:lnTo>
                    <a:lnTo>
                      <a:pt x="1997939" y="402532"/>
                    </a:lnTo>
                    <a:lnTo>
                      <a:pt x="1986734" y="383899"/>
                    </a:lnTo>
                    <a:cubicBezTo>
                      <a:pt x="1897094" y="228623"/>
                      <a:pt x="1731508" y="132972"/>
                      <a:pt x="1552227" y="132972"/>
                    </a:cubicBezTo>
                    <a:lnTo>
                      <a:pt x="1453871" y="132972"/>
                    </a:lnTo>
                    <a:cubicBezTo>
                      <a:pt x="1421501" y="132972"/>
                      <a:pt x="1392866" y="120550"/>
                      <a:pt x="1371701" y="98191"/>
                    </a:cubicBezTo>
                    <a:cubicBezTo>
                      <a:pt x="1351781" y="75831"/>
                      <a:pt x="1339331" y="48502"/>
                      <a:pt x="1339331" y="18689"/>
                    </a:cubicBezTo>
                    <a:lnTo>
                      <a:pt x="1339331" y="17447"/>
                    </a:lnTo>
                    <a:lnTo>
                      <a:pt x="1284550" y="17447"/>
                    </a:lnTo>
                    <a:cubicBezTo>
                      <a:pt x="1244710" y="17447"/>
                      <a:pt x="1203625" y="28627"/>
                      <a:pt x="1168765" y="49744"/>
                    </a:cubicBezTo>
                    <a:cubicBezTo>
                      <a:pt x="1138884" y="68378"/>
                      <a:pt x="1112739" y="93222"/>
                      <a:pt x="1091574" y="124277"/>
                    </a:cubicBezTo>
                    <a:lnTo>
                      <a:pt x="1076634" y="145395"/>
                    </a:lnTo>
                    <a:cubicBezTo>
                      <a:pt x="1065429" y="161543"/>
                      <a:pt x="1047999" y="171481"/>
                      <a:pt x="1026834" y="171481"/>
                    </a:cubicBezTo>
                    <a:cubicBezTo>
                      <a:pt x="1008159" y="171481"/>
                      <a:pt x="989484" y="164028"/>
                      <a:pt x="977034" y="147879"/>
                    </a:cubicBezTo>
                    <a:lnTo>
                      <a:pt x="950888" y="113097"/>
                    </a:lnTo>
                    <a:cubicBezTo>
                      <a:pt x="928478" y="84526"/>
                      <a:pt x="902333" y="60924"/>
                      <a:pt x="872453" y="44776"/>
                    </a:cubicBezTo>
                    <a:cubicBezTo>
                      <a:pt x="838838" y="26142"/>
                      <a:pt x="801488" y="17447"/>
                      <a:pt x="765382" y="17447"/>
                    </a:cubicBezTo>
                    <a:close/>
                    <a:moveTo>
                      <a:pt x="662042" y="0"/>
                    </a:moveTo>
                    <a:lnTo>
                      <a:pt x="765379" y="0"/>
                    </a:lnTo>
                    <a:cubicBezTo>
                      <a:pt x="805219" y="0"/>
                      <a:pt x="845060" y="11183"/>
                      <a:pt x="879921" y="31063"/>
                    </a:cubicBezTo>
                    <a:cubicBezTo>
                      <a:pt x="911046" y="48459"/>
                      <a:pt x="939682" y="72067"/>
                      <a:pt x="963337" y="103130"/>
                    </a:cubicBezTo>
                    <a:lnTo>
                      <a:pt x="989483" y="137921"/>
                    </a:lnTo>
                    <a:cubicBezTo>
                      <a:pt x="998198" y="149104"/>
                      <a:pt x="1011893" y="156559"/>
                      <a:pt x="1026834" y="155316"/>
                    </a:cubicBezTo>
                    <a:cubicBezTo>
                      <a:pt x="1041774" y="155316"/>
                      <a:pt x="1055469" y="149104"/>
                      <a:pt x="1064184" y="136678"/>
                    </a:cubicBezTo>
                    <a:lnTo>
                      <a:pt x="1077879" y="114313"/>
                    </a:lnTo>
                    <a:cubicBezTo>
                      <a:pt x="1101535" y="82007"/>
                      <a:pt x="1128925" y="55914"/>
                      <a:pt x="1160051" y="36033"/>
                    </a:cubicBezTo>
                    <a:cubicBezTo>
                      <a:pt x="1197402" y="13668"/>
                      <a:pt x="1240978" y="0"/>
                      <a:pt x="1284553" y="0"/>
                    </a:cubicBezTo>
                    <a:lnTo>
                      <a:pt x="1348050" y="0"/>
                    </a:lnTo>
                    <a:cubicBezTo>
                      <a:pt x="1353030" y="0"/>
                      <a:pt x="1355520" y="3728"/>
                      <a:pt x="1355520" y="8698"/>
                    </a:cubicBezTo>
                    <a:lnTo>
                      <a:pt x="1355520" y="18638"/>
                    </a:lnTo>
                    <a:cubicBezTo>
                      <a:pt x="1355520" y="44731"/>
                      <a:pt x="1365480" y="68339"/>
                      <a:pt x="1382910" y="85735"/>
                    </a:cubicBezTo>
                    <a:cubicBezTo>
                      <a:pt x="1401586" y="105615"/>
                      <a:pt x="1426486" y="116798"/>
                      <a:pt x="1453877" y="116798"/>
                    </a:cubicBezTo>
                    <a:lnTo>
                      <a:pt x="1552233" y="116798"/>
                    </a:lnTo>
                    <a:cubicBezTo>
                      <a:pt x="1737742" y="116798"/>
                      <a:pt x="1909555" y="214958"/>
                      <a:pt x="2001687" y="375244"/>
                    </a:cubicBezTo>
                    <a:lnTo>
                      <a:pt x="2019117" y="406308"/>
                    </a:lnTo>
                    <a:cubicBezTo>
                      <a:pt x="2020362" y="408793"/>
                      <a:pt x="2020362" y="412520"/>
                      <a:pt x="2019117" y="413763"/>
                    </a:cubicBezTo>
                    <a:cubicBezTo>
                      <a:pt x="2017872" y="416248"/>
                      <a:pt x="2014137" y="418733"/>
                      <a:pt x="2011647" y="418733"/>
                    </a:cubicBezTo>
                    <a:lnTo>
                      <a:pt x="8404" y="418733"/>
                    </a:lnTo>
                    <a:cubicBezTo>
                      <a:pt x="5914" y="418733"/>
                      <a:pt x="2179" y="416248"/>
                      <a:pt x="934" y="413763"/>
                    </a:cubicBezTo>
                    <a:cubicBezTo>
                      <a:pt x="-311" y="412520"/>
                      <a:pt x="-311" y="408793"/>
                      <a:pt x="934" y="406308"/>
                    </a:cubicBezTo>
                    <a:lnTo>
                      <a:pt x="18365" y="375244"/>
                    </a:lnTo>
                    <a:cubicBezTo>
                      <a:pt x="110496" y="214958"/>
                      <a:pt x="282310" y="116798"/>
                      <a:pt x="467818" y="116798"/>
                    </a:cubicBezTo>
                    <a:lnTo>
                      <a:pt x="556215" y="116798"/>
                    </a:lnTo>
                    <a:cubicBezTo>
                      <a:pt x="582360" y="116798"/>
                      <a:pt x="608506" y="105615"/>
                      <a:pt x="625936" y="86977"/>
                    </a:cubicBezTo>
                    <a:cubicBezTo>
                      <a:pt x="644611" y="68339"/>
                      <a:pt x="653327" y="44731"/>
                      <a:pt x="653327" y="18638"/>
                    </a:cubicBezTo>
                    <a:lnTo>
                      <a:pt x="653327" y="8698"/>
                    </a:lnTo>
                    <a:cubicBezTo>
                      <a:pt x="653327" y="3728"/>
                      <a:pt x="657062" y="0"/>
                      <a:pt x="6620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1C89F0CC-6B0B-7A4F-B66F-E83CEA7F6658}"/>
                  </a:ext>
                </a:extLst>
              </p:cNvPr>
              <p:cNvSpPr/>
              <p:nvPr/>
            </p:nvSpPr>
            <p:spPr>
              <a:xfrm>
                <a:off x="6952767" y="8861937"/>
                <a:ext cx="14950" cy="2529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204">
                    <a:moveTo>
                      <a:pt x="6" y="204"/>
                    </a:moveTo>
                    <a:cubicBezTo>
                      <a:pt x="3" y="204"/>
                      <a:pt x="0" y="200"/>
                      <a:pt x="0" y="197"/>
                    </a:cubicBezTo>
                    <a:lnTo>
                      <a:pt x="0" y="7"/>
                    </a:lnTo>
                    <a:cubicBezTo>
                      <a:pt x="0" y="4"/>
                      <a:pt x="3" y="0"/>
                      <a:pt x="6" y="0"/>
                    </a:cubicBezTo>
                    <a:cubicBezTo>
                      <a:pt x="9" y="0"/>
                      <a:pt x="13" y="4"/>
                      <a:pt x="13" y="7"/>
                    </a:cubicBezTo>
                    <a:lnTo>
                      <a:pt x="13" y="197"/>
                    </a:lnTo>
                    <a:cubicBezTo>
                      <a:pt x="13" y="200"/>
                      <a:pt x="9" y="204"/>
                      <a:pt x="6" y="20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C848A516-EE25-444B-AC44-49110CC0C213}"/>
                  </a:ext>
                </a:extLst>
              </p:cNvPr>
              <p:cNvSpPr/>
              <p:nvPr/>
            </p:nvSpPr>
            <p:spPr>
              <a:xfrm>
                <a:off x="7039969" y="9017715"/>
                <a:ext cx="9966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" h="12">
                    <a:moveTo>
                      <a:pt x="75" y="12"/>
                    </a:moveTo>
                    <a:lnTo>
                      <a:pt x="6" y="12"/>
                    </a:ln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75" y="0"/>
                    </a:lnTo>
                    <a:cubicBezTo>
                      <a:pt x="78" y="0"/>
                      <a:pt x="81" y="3"/>
                      <a:pt x="81" y="6"/>
                    </a:cubicBezTo>
                    <a:cubicBezTo>
                      <a:pt x="81" y="10"/>
                      <a:pt x="78" y="12"/>
                      <a:pt x="75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B23215AC-741D-D048-967C-EB26D7829B64}"/>
                  </a:ext>
                </a:extLst>
              </p:cNvPr>
              <p:cNvSpPr/>
              <p:nvPr/>
            </p:nvSpPr>
            <p:spPr>
              <a:xfrm>
                <a:off x="6564080" y="7447466"/>
                <a:ext cx="869563" cy="10767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9" h="865">
                    <a:moveTo>
                      <a:pt x="699" y="662"/>
                    </a:moveTo>
                    <a:cubicBezTo>
                      <a:pt x="699" y="657"/>
                      <a:pt x="699" y="652"/>
                      <a:pt x="699" y="646"/>
                    </a:cubicBezTo>
                    <a:cubicBezTo>
                      <a:pt x="699" y="643"/>
                      <a:pt x="697" y="641"/>
                      <a:pt x="694" y="640"/>
                    </a:cubicBezTo>
                    <a:cubicBezTo>
                      <a:pt x="649" y="629"/>
                      <a:pt x="490" y="599"/>
                      <a:pt x="298" y="671"/>
                    </a:cubicBezTo>
                    <a:cubicBezTo>
                      <a:pt x="287" y="650"/>
                      <a:pt x="249" y="566"/>
                      <a:pt x="253" y="417"/>
                    </a:cubicBezTo>
                    <a:cubicBezTo>
                      <a:pt x="269" y="416"/>
                      <a:pt x="307" y="411"/>
                      <a:pt x="331" y="387"/>
                    </a:cubicBezTo>
                    <a:cubicBezTo>
                      <a:pt x="344" y="372"/>
                      <a:pt x="351" y="353"/>
                      <a:pt x="350" y="331"/>
                    </a:cubicBezTo>
                    <a:cubicBezTo>
                      <a:pt x="349" y="318"/>
                      <a:pt x="349" y="306"/>
                      <a:pt x="348" y="295"/>
                    </a:cubicBezTo>
                    <a:cubicBezTo>
                      <a:pt x="346" y="257"/>
                      <a:pt x="344" y="230"/>
                      <a:pt x="353" y="222"/>
                    </a:cubicBezTo>
                    <a:cubicBezTo>
                      <a:pt x="355" y="220"/>
                      <a:pt x="359" y="218"/>
                      <a:pt x="367" y="219"/>
                    </a:cubicBezTo>
                    <a:cubicBezTo>
                      <a:pt x="448" y="227"/>
                      <a:pt x="608" y="230"/>
                      <a:pt x="689" y="188"/>
                    </a:cubicBezTo>
                    <a:cubicBezTo>
                      <a:pt x="692" y="187"/>
                      <a:pt x="693" y="185"/>
                      <a:pt x="693" y="182"/>
                    </a:cubicBezTo>
                    <a:cubicBezTo>
                      <a:pt x="693" y="176"/>
                      <a:pt x="693" y="172"/>
                      <a:pt x="692" y="169"/>
                    </a:cubicBezTo>
                    <a:cubicBezTo>
                      <a:pt x="678" y="43"/>
                      <a:pt x="556" y="-17"/>
                      <a:pt x="356" y="4"/>
                    </a:cubicBezTo>
                    <a:cubicBezTo>
                      <a:pt x="214" y="20"/>
                      <a:pt x="-22" y="93"/>
                      <a:pt x="2" y="412"/>
                    </a:cubicBezTo>
                    <a:cubicBezTo>
                      <a:pt x="18" y="617"/>
                      <a:pt x="126" y="784"/>
                      <a:pt x="277" y="836"/>
                    </a:cubicBezTo>
                    <a:cubicBezTo>
                      <a:pt x="332" y="855"/>
                      <a:pt x="400" y="865"/>
                      <a:pt x="468" y="865"/>
                    </a:cubicBezTo>
                    <a:cubicBezTo>
                      <a:pt x="506" y="865"/>
                      <a:pt x="543" y="862"/>
                      <a:pt x="578" y="855"/>
                    </a:cubicBezTo>
                    <a:cubicBezTo>
                      <a:pt x="664" y="838"/>
                      <a:pt x="693" y="799"/>
                      <a:pt x="699" y="685"/>
                    </a:cubicBezTo>
                    <a:cubicBezTo>
                      <a:pt x="699" y="678"/>
                      <a:pt x="699" y="671"/>
                      <a:pt x="699" y="6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307EFFBB-968F-564A-9073-34A713E87E02}"/>
                  </a:ext>
                </a:extLst>
              </p:cNvPr>
              <p:cNvSpPr/>
              <p:nvPr/>
            </p:nvSpPr>
            <p:spPr>
              <a:xfrm>
                <a:off x="6870545" y="7675526"/>
                <a:ext cx="553132" cy="616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5" h="496">
                    <a:moveTo>
                      <a:pt x="121" y="29"/>
                    </a:moveTo>
                    <a:cubicBezTo>
                      <a:pt x="84" y="25"/>
                      <a:pt x="93" y="69"/>
                      <a:pt x="97" y="148"/>
                    </a:cubicBezTo>
                    <a:cubicBezTo>
                      <a:pt x="100" y="228"/>
                      <a:pt x="0" y="228"/>
                      <a:pt x="0" y="228"/>
                    </a:cubicBezTo>
                    <a:cubicBezTo>
                      <a:pt x="-6" y="408"/>
                      <a:pt x="48" y="496"/>
                      <a:pt x="48" y="496"/>
                    </a:cubicBezTo>
                    <a:cubicBezTo>
                      <a:pt x="241" y="422"/>
                      <a:pt x="400" y="452"/>
                      <a:pt x="445" y="463"/>
                    </a:cubicBezTo>
                    <a:cubicBezTo>
                      <a:pt x="445" y="342"/>
                      <a:pt x="444" y="72"/>
                      <a:pt x="440" y="0"/>
                    </a:cubicBezTo>
                    <a:cubicBezTo>
                      <a:pt x="360" y="40"/>
                      <a:pt x="204" y="37"/>
                      <a:pt x="121" y="2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EBF54760-AFD6-D44E-BCDB-569C111D5A3E}"/>
                  </a:ext>
                </a:extLst>
              </p:cNvPr>
              <p:cNvSpPr/>
              <p:nvPr/>
            </p:nvSpPr>
            <p:spPr>
              <a:xfrm>
                <a:off x="6863521" y="7668361"/>
                <a:ext cx="570122" cy="632773"/>
              </a:xfrm>
              <a:custGeom>
                <a:avLst/>
                <a:gdLst>
                  <a:gd name="connsiteX0" fmla="*/ 545221 w 570122"/>
                  <a:gd name="connsiteY0" fmla="*/ 18383 h 632773"/>
                  <a:gd name="connsiteX1" fmla="*/ 156191 w 570122"/>
                  <a:gd name="connsiteY1" fmla="*/ 51961 h 632773"/>
                  <a:gd name="connsiteX2" fmla="*/ 138790 w 570122"/>
                  <a:gd name="connsiteY2" fmla="*/ 55692 h 632773"/>
                  <a:gd name="connsiteX3" fmla="*/ 132575 w 570122"/>
                  <a:gd name="connsiteY3" fmla="*/ 146477 h 632773"/>
                  <a:gd name="connsiteX4" fmla="*/ 135061 w 570122"/>
                  <a:gd name="connsiteY4" fmla="*/ 191248 h 632773"/>
                  <a:gd name="connsiteX5" fmla="*/ 111446 w 570122"/>
                  <a:gd name="connsiteY5" fmla="*/ 260891 h 632773"/>
                  <a:gd name="connsiteX6" fmla="*/ 14499 w 570122"/>
                  <a:gd name="connsiteY6" fmla="*/ 298200 h 632773"/>
                  <a:gd name="connsiteX7" fmla="*/ 69187 w 570122"/>
                  <a:gd name="connsiteY7" fmla="*/ 614081 h 632773"/>
                  <a:gd name="connsiteX8" fmla="*/ 551435 w 570122"/>
                  <a:gd name="connsiteY8" fmla="*/ 573041 h 632773"/>
                  <a:gd name="connsiteX9" fmla="*/ 545221 w 570122"/>
                  <a:gd name="connsiteY9" fmla="*/ 18383 h 632773"/>
                  <a:gd name="connsiteX10" fmla="*/ 551476 w 570122"/>
                  <a:gd name="connsiteY10" fmla="*/ 933 h 632773"/>
                  <a:gd name="connsiteX11" fmla="*/ 558935 w 570122"/>
                  <a:gd name="connsiteY11" fmla="*/ 933 h 632773"/>
                  <a:gd name="connsiteX12" fmla="*/ 562664 w 570122"/>
                  <a:gd name="connsiteY12" fmla="*/ 7152 h 632773"/>
                  <a:gd name="connsiteX13" fmla="*/ 570122 w 570122"/>
                  <a:gd name="connsiteY13" fmla="*/ 584266 h 632773"/>
                  <a:gd name="connsiteX14" fmla="*/ 566393 w 570122"/>
                  <a:gd name="connsiteY14" fmla="*/ 591728 h 632773"/>
                  <a:gd name="connsiteX15" fmla="*/ 560178 w 570122"/>
                  <a:gd name="connsiteY15" fmla="*/ 592972 h 632773"/>
                  <a:gd name="connsiteX16" fmla="*/ 70405 w 570122"/>
                  <a:gd name="connsiteY16" fmla="*/ 632773 h 632773"/>
                  <a:gd name="connsiteX17" fmla="*/ 67919 w 570122"/>
                  <a:gd name="connsiteY17" fmla="*/ 632773 h 632773"/>
                  <a:gd name="connsiteX18" fmla="*/ 61703 w 570122"/>
                  <a:gd name="connsiteY18" fmla="*/ 629042 h 632773"/>
                  <a:gd name="connsiteX19" fmla="*/ 792 w 570122"/>
                  <a:gd name="connsiteY19" fmla="*/ 291978 h 632773"/>
                  <a:gd name="connsiteX20" fmla="*/ 8251 w 570122"/>
                  <a:gd name="connsiteY20" fmla="*/ 284515 h 632773"/>
                  <a:gd name="connsiteX21" fmla="*/ 100239 w 570122"/>
                  <a:gd name="connsiteY21" fmla="*/ 250933 h 632773"/>
                  <a:gd name="connsiteX22" fmla="*/ 120128 w 570122"/>
                  <a:gd name="connsiteY22" fmla="*/ 193719 h 632773"/>
                  <a:gd name="connsiteX23" fmla="*/ 118885 w 570122"/>
                  <a:gd name="connsiteY23" fmla="*/ 148943 h 632773"/>
                  <a:gd name="connsiteX24" fmla="*/ 128829 w 570122"/>
                  <a:gd name="connsiteY24" fmla="*/ 45709 h 632773"/>
                  <a:gd name="connsiteX25" fmla="*/ 158663 w 570122"/>
                  <a:gd name="connsiteY25" fmla="*/ 37003 h 632773"/>
                  <a:gd name="connsiteX26" fmla="*/ 551476 w 570122"/>
                  <a:gd name="connsiteY26" fmla="*/ 933 h 6327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70122" h="632773">
                    <a:moveTo>
                      <a:pt x="545221" y="18383"/>
                    </a:moveTo>
                    <a:cubicBezTo>
                      <a:pt x="440816" y="65641"/>
                      <a:pt x="254380" y="61910"/>
                      <a:pt x="156191" y="51961"/>
                    </a:cubicBezTo>
                    <a:cubicBezTo>
                      <a:pt x="146247" y="50718"/>
                      <a:pt x="141276" y="53205"/>
                      <a:pt x="138790" y="55692"/>
                    </a:cubicBezTo>
                    <a:cubicBezTo>
                      <a:pt x="127604" y="65641"/>
                      <a:pt x="130090" y="99219"/>
                      <a:pt x="132575" y="146477"/>
                    </a:cubicBezTo>
                    <a:cubicBezTo>
                      <a:pt x="133818" y="160157"/>
                      <a:pt x="133818" y="175080"/>
                      <a:pt x="135061" y="191248"/>
                    </a:cubicBezTo>
                    <a:cubicBezTo>
                      <a:pt x="136304" y="218607"/>
                      <a:pt x="127604" y="242236"/>
                      <a:pt x="111446" y="260891"/>
                    </a:cubicBezTo>
                    <a:cubicBezTo>
                      <a:pt x="81616" y="290738"/>
                      <a:pt x="34386" y="296956"/>
                      <a:pt x="14499" y="298200"/>
                    </a:cubicBezTo>
                    <a:cubicBezTo>
                      <a:pt x="9528" y="483500"/>
                      <a:pt x="56758" y="587965"/>
                      <a:pt x="69187" y="614081"/>
                    </a:cubicBezTo>
                    <a:cubicBezTo>
                      <a:pt x="295396" y="528271"/>
                      <a:pt x="485561" y="558118"/>
                      <a:pt x="551435" y="573041"/>
                    </a:cubicBezTo>
                    <a:cubicBezTo>
                      <a:pt x="551435" y="403908"/>
                      <a:pt x="550192" y="116630"/>
                      <a:pt x="545221" y="18383"/>
                    </a:cubicBezTo>
                    <a:close/>
                    <a:moveTo>
                      <a:pt x="551476" y="933"/>
                    </a:moveTo>
                    <a:cubicBezTo>
                      <a:pt x="553962" y="-311"/>
                      <a:pt x="556448" y="-311"/>
                      <a:pt x="558935" y="933"/>
                    </a:cubicBezTo>
                    <a:cubicBezTo>
                      <a:pt x="561421" y="2177"/>
                      <a:pt x="562664" y="4664"/>
                      <a:pt x="562664" y="7152"/>
                    </a:cubicBezTo>
                    <a:cubicBezTo>
                      <a:pt x="567636" y="92973"/>
                      <a:pt x="568879" y="410137"/>
                      <a:pt x="570122" y="584266"/>
                    </a:cubicBezTo>
                    <a:cubicBezTo>
                      <a:pt x="570122" y="586753"/>
                      <a:pt x="568879" y="589241"/>
                      <a:pt x="566393" y="591728"/>
                    </a:cubicBezTo>
                    <a:cubicBezTo>
                      <a:pt x="563907" y="592972"/>
                      <a:pt x="562664" y="592972"/>
                      <a:pt x="560178" y="592972"/>
                    </a:cubicBezTo>
                    <a:cubicBezTo>
                      <a:pt x="505482" y="578047"/>
                      <a:pt x="307833" y="540734"/>
                      <a:pt x="70405" y="632773"/>
                    </a:cubicBezTo>
                    <a:cubicBezTo>
                      <a:pt x="69162" y="632773"/>
                      <a:pt x="69162" y="632773"/>
                      <a:pt x="67919" y="632773"/>
                    </a:cubicBezTo>
                    <a:cubicBezTo>
                      <a:pt x="64189" y="632773"/>
                      <a:pt x="62946" y="631529"/>
                      <a:pt x="61703" y="629042"/>
                    </a:cubicBezTo>
                    <a:cubicBezTo>
                      <a:pt x="57974" y="625311"/>
                      <a:pt x="-7910" y="515858"/>
                      <a:pt x="792" y="291978"/>
                    </a:cubicBezTo>
                    <a:cubicBezTo>
                      <a:pt x="792" y="288246"/>
                      <a:pt x="4522" y="284515"/>
                      <a:pt x="8251" y="284515"/>
                    </a:cubicBezTo>
                    <a:cubicBezTo>
                      <a:pt x="8251" y="284515"/>
                      <a:pt x="69162" y="283271"/>
                      <a:pt x="100239" y="250933"/>
                    </a:cubicBezTo>
                    <a:cubicBezTo>
                      <a:pt x="113912" y="234764"/>
                      <a:pt x="121371" y="216107"/>
                      <a:pt x="120128" y="193719"/>
                    </a:cubicBezTo>
                    <a:cubicBezTo>
                      <a:pt x="120128" y="176306"/>
                      <a:pt x="118885" y="162624"/>
                      <a:pt x="118885" y="148943"/>
                    </a:cubicBezTo>
                    <a:cubicBezTo>
                      <a:pt x="113912" y="94217"/>
                      <a:pt x="112669" y="60634"/>
                      <a:pt x="128829" y="45709"/>
                    </a:cubicBezTo>
                    <a:cubicBezTo>
                      <a:pt x="136288" y="38246"/>
                      <a:pt x="146232" y="35759"/>
                      <a:pt x="158663" y="37003"/>
                    </a:cubicBezTo>
                    <a:cubicBezTo>
                      <a:pt x="258110" y="46953"/>
                      <a:pt x="453273" y="50684"/>
                      <a:pt x="551476" y="93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40118269-5321-7949-B981-122AA16470D9}"/>
                  </a:ext>
                </a:extLst>
              </p:cNvPr>
              <p:cNvSpPr/>
              <p:nvPr/>
            </p:nvSpPr>
            <p:spPr>
              <a:xfrm>
                <a:off x="6698626" y="8025717"/>
                <a:ext cx="127071" cy="2131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3" h="172">
                    <a:moveTo>
                      <a:pt x="97" y="83"/>
                    </a:moveTo>
                    <a:cubicBezTo>
                      <a:pt x="109" y="141"/>
                      <a:pt x="105" y="167"/>
                      <a:pt x="79" y="171"/>
                    </a:cubicBezTo>
                    <a:cubicBezTo>
                      <a:pt x="44" y="177"/>
                      <a:pt x="9" y="148"/>
                      <a:pt x="2" y="96"/>
                    </a:cubicBezTo>
                    <a:cubicBezTo>
                      <a:pt x="-6" y="35"/>
                      <a:pt x="19" y="2"/>
                      <a:pt x="50" y="0"/>
                    </a:cubicBezTo>
                    <a:cubicBezTo>
                      <a:pt x="67" y="-1"/>
                      <a:pt x="84" y="24"/>
                      <a:pt x="97" y="8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23057C19-3202-2A4E-AD3F-41636F5B2E52}"/>
                  </a:ext>
                </a:extLst>
              </p:cNvPr>
              <p:cNvSpPr/>
              <p:nvPr/>
            </p:nvSpPr>
            <p:spPr>
              <a:xfrm>
                <a:off x="7579400" y="7624431"/>
                <a:ext cx="622896" cy="8237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1" h="662">
                    <a:moveTo>
                      <a:pt x="438" y="662"/>
                    </a:moveTo>
                    <a:lnTo>
                      <a:pt x="287" y="662"/>
                    </a:lnTo>
                    <a:lnTo>
                      <a:pt x="136" y="662"/>
                    </a:lnTo>
                    <a:cubicBezTo>
                      <a:pt x="119" y="662"/>
                      <a:pt x="103" y="655"/>
                      <a:pt x="92" y="644"/>
                    </a:cubicBezTo>
                    <a:cubicBezTo>
                      <a:pt x="80" y="633"/>
                      <a:pt x="73" y="617"/>
                      <a:pt x="73" y="599"/>
                    </a:cubicBezTo>
                    <a:lnTo>
                      <a:pt x="73" y="513"/>
                    </a:lnTo>
                    <a:lnTo>
                      <a:pt x="73" y="427"/>
                    </a:lnTo>
                    <a:lnTo>
                      <a:pt x="37" y="397"/>
                    </a:lnTo>
                    <a:lnTo>
                      <a:pt x="0" y="367"/>
                    </a:lnTo>
                    <a:lnTo>
                      <a:pt x="37" y="338"/>
                    </a:lnTo>
                    <a:lnTo>
                      <a:pt x="73" y="309"/>
                    </a:lnTo>
                    <a:lnTo>
                      <a:pt x="73" y="186"/>
                    </a:lnTo>
                    <a:lnTo>
                      <a:pt x="73" y="63"/>
                    </a:lnTo>
                    <a:cubicBezTo>
                      <a:pt x="73" y="45"/>
                      <a:pt x="80" y="30"/>
                      <a:pt x="92" y="19"/>
                    </a:cubicBezTo>
                    <a:cubicBezTo>
                      <a:pt x="103" y="7"/>
                      <a:pt x="119" y="0"/>
                      <a:pt x="136" y="0"/>
                    </a:cubicBezTo>
                    <a:lnTo>
                      <a:pt x="287" y="0"/>
                    </a:lnTo>
                    <a:lnTo>
                      <a:pt x="438" y="0"/>
                    </a:lnTo>
                    <a:cubicBezTo>
                      <a:pt x="456" y="0"/>
                      <a:pt x="471" y="7"/>
                      <a:pt x="482" y="19"/>
                    </a:cubicBezTo>
                    <a:cubicBezTo>
                      <a:pt x="494" y="30"/>
                      <a:pt x="501" y="45"/>
                      <a:pt x="501" y="63"/>
                    </a:cubicBezTo>
                    <a:lnTo>
                      <a:pt x="501" y="331"/>
                    </a:lnTo>
                    <a:lnTo>
                      <a:pt x="501" y="599"/>
                    </a:lnTo>
                    <a:cubicBezTo>
                      <a:pt x="501" y="617"/>
                      <a:pt x="494" y="633"/>
                      <a:pt x="482" y="644"/>
                    </a:cubicBezTo>
                    <a:cubicBezTo>
                      <a:pt x="471" y="655"/>
                      <a:pt x="456" y="662"/>
                      <a:pt x="438" y="66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F079BF0C-6816-8E4A-B661-A183C22A0579}"/>
                  </a:ext>
                </a:extLst>
              </p:cNvPr>
              <p:cNvSpPr/>
              <p:nvPr/>
            </p:nvSpPr>
            <p:spPr>
              <a:xfrm>
                <a:off x="7570680" y="7615707"/>
                <a:ext cx="640337" cy="841205"/>
              </a:xfrm>
              <a:custGeom>
                <a:avLst/>
                <a:gdLst>
                  <a:gd name="connsiteX0" fmla="*/ 177824 w 640337"/>
                  <a:gd name="connsiteY0" fmla="*/ 16201 h 841205"/>
                  <a:gd name="connsiteX1" fmla="*/ 128095 w 640337"/>
                  <a:gd name="connsiteY1" fmla="*/ 37355 h 841205"/>
                  <a:gd name="connsiteX2" fmla="*/ 108204 w 640337"/>
                  <a:gd name="connsiteY2" fmla="*/ 87127 h 841205"/>
                  <a:gd name="connsiteX3" fmla="*/ 108204 w 640337"/>
                  <a:gd name="connsiteY3" fmla="*/ 393228 h 841205"/>
                  <a:gd name="connsiteX4" fmla="*/ 105717 w 640337"/>
                  <a:gd name="connsiteY4" fmla="*/ 399449 h 841205"/>
                  <a:gd name="connsiteX5" fmla="*/ 21178 w 640337"/>
                  <a:gd name="connsiteY5" fmla="*/ 465398 h 841205"/>
                  <a:gd name="connsiteX6" fmla="*/ 105717 w 640337"/>
                  <a:gd name="connsiteY6" fmla="*/ 533835 h 841205"/>
                  <a:gd name="connsiteX7" fmla="*/ 108204 w 640337"/>
                  <a:gd name="connsiteY7" fmla="*/ 540057 h 841205"/>
                  <a:gd name="connsiteX8" fmla="*/ 108204 w 640337"/>
                  <a:gd name="connsiteY8" fmla="*/ 754078 h 841205"/>
                  <a:gd name="connsiteX9" fmla="*/ 128095 w 640337"/>
                  <a:gd name="connsiteY9" fmla="*/ 803851 h 841205"/>
                  <a:gd name="connsiteX10" fmla="*/ 177824 w 640337"/>
                  <a:gd name="connsiteY10" fmla="*/ 825004 h 841205"/>
                  <a:gd name="connsiteX11" fmla="*/ 553278 w 640337"/>
                  <a:gd name="connsiteY11" fmla="*/ 825004 h 841205"/>
                  <a:gd name="connsiteX12" fmla="*/ 603006 w 640337"/>
                  <a:gd name="connsiteY12" fmla="*/ 803851 h 841205"/>
                  <a:gd name="connsiteX13" fmla="*/ 624141 w 640337"/>
                  <a:gd name="connsiteY13" fmla="*/ 754078 h 841205"/>
                  <a:gd name="connsiteX14" fmla="*/ 624141 w 640337"/>
                  <a:gd name="connsiteY14" fmla="*/ 87127 h 841205"/>
                  <a:gd name="connsiteX15" fmla="*/ 603006 w 640337"/>
                  <a:gd name="connsiteY15" fmla="*/ 37355 h 841205"/>
                  <a:gd name="connsiteX16" fmla="*/ 553278 w 640337"/>
                  <a:gd name="connsiteY16" fmla="*/ 16201 h 841205"/>
                  <a:gd name="connsiteX17" fmla="*/ 177803 w 640337"/>
                  <a:gd name="connsiteY17" fmla="*/ 0 h 841205"/>
                  <a:gd name="connsiteX18" fmla="*/ 553301 w 640337"/>
                  <a:gd name="connsiteY18" fmla="*/ 0 h 841205"/>
                  <a:gd name="connsiteX19" fmla="*/ 614226 w 640337"/>
                  <a:gd name="connsiteY19" fmla="*/ 26132 h 841205"/>
                  <a:gd name="connsiteX20" fmla="*/ 640337 w 640337"/>
                  <a:gd name="connsiteY20" fmla="*/ 87107 h 841205"/>
                  <a:gd name="connsiteX21" fmla="*/ 640337 w 640337"/>
                  <a:gd name="connsiteY21" fmla="*/ 754098 h 841205"/>
                  <a:gd name="connsiteX22" fmla="*/ 614226 w 640337"/>
                  <a:gd name="connsiteY22" fmla="*/ 815073 h 841205"/>
                  <a:gd name="connsiteX23" fmla="*/ 553301 w 640337"/>
                  <a:gd name="connsiteY23" fmla="*/ 841205 h 841205"/>
                  <a:gd name="connsiteX24" fmla="*/ 177803 w 640337"/>
                  <a:gd name="connsiteY24" fmla="*/ 841205 h 841205"/>
                  <a:gd name="connsiteX25" fmla="*/ 116877 w 640337"/>
                  <a:gd name="connsiteY25" fmla="*/ 815073 h 841205"/>
                  <a:gd name="connsiteX26" fmla="*/ 92010 w 640337"/>
                  <a:gd name="connsiteY26" fmla="*/ 754098 h 841205"/>
                  <a:gd name="connsiteX27" fmla="*/ 92010 w 640337"/>
                  <a:gd name="connsiteY27" fmla="*/ 542553 h 841205"/>
                  <a:gd name="connsiteX28" fmla="*/ 3730 w 640337"/>
                  <a:gd name="connsiteY28" fmla="*/ 471623 h 841205"/>
                  <a:gd name="connsiteX29" fmla="*/ 0 w 640337"/>
                  <a:gd name="connsiteY29" fmla="*/ 465401 h 841205"/>
                  <a:gd name="connsiteX30" fmla="*/ 3730 w 640337"/>
                  <a:gd name="connsiteY30" fmla="*/ 459179 h 841205"/>
                  <a:gd name="connsiteX31" fmla="*/ 92010 w 640337"/>
                  <a:gd name="connsiteY31" fmla="*/ 389493 h 841205"/>
                  <a:gd name="connsiteX32" fmla="*/ 92010 w 640337"/>
                  <a:gd name="connsiteY32" fmla="*/ 87107 h 841205"/>
                  <a:gd name="connsiteX33" fmla="*/ 116877 w 640337"/>
                  <a:gd name="connsiteY33" fmla="*/ 26132 h 841205"/>
                  <a:gd name="connsiteX34" fmla="*/ 177803 w 640337"/>
                  <a:gd name="connsiteY34" fmla="*/ 0 h 841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640337" h="841205">
                    <a:moveTo>
                      <a:pt x="177824" y="16201"/>
                    </a:moveTo>
                    <a:cubicBezTo>
                      <a:pt x="159176" y="16201"/>
                      <a:pt x="141771" y="24911"/>
                      <a:pt x="128095" y="37355"/>
                    </a:cubicBezTo>
                    <a:cubicBezTo>
                      <a:pt x="114420" y="51042"/>
                      <a:pt x="108204" y="68462"/>
                      <a:pt x="108204" y="87127"/>
                    </a:cubicBezTo>
                    <a:lnTo>
                      <a:pt x="108204" y="393228"/>
                    </a:lnTo>
                    <a:cubicBezTo>
                      <a:pt x="108204" y="395716"/>
                      <a:pt x="106961" y="398205"/>
                      <a:pt x="105717" y="399449"/>
                    </a:cubicBezTo>
                    <a:lnTo>
                      <a:pt x="21178" y="465398"/>
                    </a:lnTo>
                    <a:lnTo>
                      <a:pt x="105717" y="533835"/>
                    </a:lnTo>
                    <a:cubicBezTo>
                      <a:pt x="106961" y="535079"/>
                      <a:pt x="108204" y="537568"/>
                      <a:pt x="108204" y="540057"/>
                    </a:cubicBezTo>
                    <a:lnTo>
                      <a:pt x="108204" y="754078"/>
                    </a:lnTo>
                    <a:cubicBezTo>
                      <a:pt x="108204" y="772743"/>
                      <a:pt x="114420" y="790163"/>
                      <a:pt x="128095" y="803851"/>
                    </a:cubicBezTo>
                    <a:cubicBezTo>
                      <a:pt x="141771" y="817538"/>
                      <a:pt x="159176" y="825004"/>
                      <a:pt x="177824" y="825004"/>
                    </a:cubicBezTo>
                    <a:lnTo>
                      <a:pt x="553278" y="825004"/>
                    </a:lnTo>
                    <a:cubicBezTo>
                      <a:pt x="571926" y="825004"/>
                      <a:pt x="589331" y="817538"/>
                      <a:pt x="603006" y="803851"/>
                    </a:cubicBezTo>
                    <a:cubicBezTo>
                      <a:pt x="615439" y="790163"/>
                      <a:pt x="624141" y="772743"/>
                      <a:pt x="624141" y="754078"/>
                    </a:cubicBezTo>
                    <a:lnTo>
                      <a:pt x="624141" y="87127"/>
                    </a:lnTo>
                    <a:cubicBezTo>
                      <a:pt x="624141" y="68462"/>
                      <a:pt x="615439" y="51042"/>
                      <a:pt x="603006" y="37355"/>
                    </a:cubicBezTo>
                    <a:cubicBezTo>
                      <a:pt x="589331" y="24911"/>
                      <a:pt x="571926" y="16201"/>
                      <a:pt x="553278" y="16201"/>
                    </a:cubicBezTo>
                    <a:close/>
                    <a:moveTo>
                      <a:pt x="177803" y="0"/>
                    </a:moveTo>
                    <a:lnTo>
                      <a:pt x="553301" y="0"/>
                    </a:lnTo>
                    <a:cubicBezTo>
                      <a:pt x="576925" y="0"/>
                      <a:pt x="598063" y="9955"/>
                      <a:pt x="614226" y="26132"/>
                    </a:cubicBezTo>
                    <a:cubicBezTo>
                      <a:pt x="630390" y="42309"/>
                      <a:pt x="640337" y="63464"/>
                      <a:pt x="640337" y="87107"/>
                    </a:cubicBezTo>
                    <a:lnTo>
                      <a:pt x="640337" y="754098"/>
                    </a:lnTo>
                    <a:cubicBezTo>
                      <a:pt x="640337" y="777741"/>
                      <a:pt x="630390" y="798896"/>
                      <a:pt x="614226" y="815073"/>
                    </a:cubicBezTo>
                    <a:cubicBezTo>
                      <a:pt x="598063" y="831250"/>
                      <a:pt x="576925" y="841205"/>
                      <a:pt x="553301" y="841205"/>
                    </a:cubicBezTo>
                    <a:lnTo>
                      <a:pt x="177803" y="841205"/>
                    </a:lnTo>
                    <a:cubicBezTo>
                      <a:pt x="155422" y="841205"/>
                      <a:pt x="133041" y="831250"/>
                      <a:pt x="116877" y="815073"/>
                    </a:cubicBezTo>
                    <a:cubicBezTo>
                      <a:pt x="100713" y="798896"/>
                      <a:pt x="92010" y="777741"/>
                      <a:pt x="92010" y="754098"/>
                    </a:cubicBezTo>
                    <a:lnTo>
                      <a:pt x="92010" y="542553"/>
                    </a:lnTo>
                    <a:lnTo>
                      <a:pt x="3730" y="471623"/>
                    </a:lnTo>
                    <a:cubicBezTo>
                      <a:pt x="1244" y="470378"/>
                      <a:pt x="0" y="467889"/>
                      <a:pt x="0" y="465401"/>
                    </a:cubicBezTo>
                    <a:cubicBezTo>
                      <a:pt x="0" y="462912"/>
                      <a:pt x="1244" y="461667"/>
                      <a:pt x="3730" y="459179"/>
                    </a:cubicBezTo>
                    <a:lnTo>
                      <a:pt x="92010" y="389493"/>
                    </a:lnTo>
                    <a:lnTo>
                      <a:pt x="92010" y="87107"/>
                    </a:lnTo>
                    <a:cubicBezTo>
                      <a:pt x="92010" y="63464"/>
                      <a:pt x="100713" y="42309"/>
                      <a:pt x="116877" y="26132"/>
                    </a:cubicBezTo>
                    <a:cubicBezTo>
                      <a:pt x="133041" y="9955"/>
                      <a:pt x="155422" y="0"/>
                      <a:pt x="1778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B07E29F4-4E78-CD40-A93F-9FC8A4E70D4D}"/>
                  </a:ext>
                </a:extLst>
              </p:cNvPr>
              <p:cNvSpPr/>
              <p:nvPr/>
            </p:nvSpPr>
            <p:spPr>
              <a:xfrm>
                <a:off x="7797414" y="7761516"/>
                <a:ext cx="301482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3" h="13">
                    <a:moveTo>
                      <a:pt x="237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37" y="0"/>
                    </a:lnTo>
                    <a:cubicBezTo>
                      <a:pt x="241" y="0"/>
                      <a:pt x="243" y="3"/>
                      <a:pt x="243" y="7"/>
                    </a:cubicBezTo>
                    <a:cubicBezTo>
                      <a:pt x="243" y="10"/>
                      <a:pt x="241" y="13"/>
                      <a:pt x="237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CBEBDB37-162D-3A41-8383-812BF24F5085}"/>
                  </a:ext>
                </a:extLst>
              </p:cNvPr>
              <p:cNvSpPr/>
              <p:nvPr/>
            </p:nvSpPr>
            <p:spPr>
              <a:xfrm>
                <a:off x="7797414" y="7894863"/>
                <a:ext cx="301482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3" h="13">
                    <a:moveTo>
                      <a:pt x="237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37" y="0"/>
                    </a:lnTo>
                    <a:cubicBezTo>
                      <a:pt x="241" y="0"/>
                      <a:pt x="243" y="3"/>
                      <a:pt x="243" y="6"/>
                    </a:cubicBezTo>
                    <a:cubicBezTo>
                      <a:pt x="243" y="10"/>
                      <a:pt x="241" y="13"/>
                      <a:pt x="237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3FADA17D-0FBE-B941-9671-412D6B817529}"/>
                  </a:ext>
                </a:extLst>
              </p:cNvPr>
              <p:cNvSpPr/>
              <p:nvPr/>
            </p:nvSpPr>
            <p:spPr>
              <a:xfrm>
                <a:off x="7797414" y="8026963"/>
                <a:ext cx="301482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3" h="14">
                    <a:moveTo>
                      <a:pt x="237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37" y="0"/>
                    </a:lnTo>
                    <a:cubicBezTo>
                      <a:pt x="241" y="0"/>
                      <a:pt x="243" y="3"/>
                      <a:pt x="243" y="7"/>
                    </a:cubicBezTo>
                    <a:cubicBezTo>
                      <a:pt x="243" y="11"/>
                      <a:pt x="241" y="14"/>
                      <a:pt x="23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A8097F04-F917-AB4A-9151-F977EEB2160E}"/>
                  </a:ext>
                </a:extLst>
              </p:cNvPr>
              <p:cNvSpPr/>
              <p:nvPr/>
            </p:nvSpPr>
            <p:spPr>
              <a:xfrm>
                <a:off x="7797414" y="8160310"/>
                <a:ext cx="301482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3" h="13">
                    <a:moveTo>
                      <a:pt x="237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37" y="0"/>
                    </a:lnTo>
                    <a:cubicBezTo>
                      <a:pt x="241" y="0"/>
                      <a:pt x="243" y="3"/>
                      <a:pt x="243" y="6"/>
                    </a:cubicBezTo>
                    <a:cubicBezTo>
                      <a:pt x="243" y="10"/>
                      <a:pt x="241" y="13"/>
                      <a:pt x="237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9A958CC5-7BDD-1546-B0C2-DDD5A34203CA}"/>
                  </a:ext>
                </a:extLst>
              </p:cNvPr>
              <p:cNvSpPr/>
              <p:nvPr/>
            </p:nvSpPr>
            <p:spPr>
              <a:xfrm>
                <a:off x="7797414" y="8293656"/>
                <a:ext cx="301482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3" h="12">
                    <a:moveTo>
                      <a:pt x="237" y="12"/>
                    </a:moveTo>
                    <a:lnTo>
                      <a:pt x="7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37" y="0"/>
                    </a:lnTo>
                    <a:cubicBezTo>
                      <a:pt x="241" y="0"/>
                      <a:pt x="243" y="3"/>
                      <a:pt x="243" y="6"/>
                    </a:cubicBezTo>
                    <a:cubicBezTo>
                      <a:pt x="243" y="10"/>
                      <a:pt x="241" y="12"/>
                      <a:pt x="237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A20C4B90-5952-5A44-8849-0BACBA4E049E}"/>
                  </a:ext>
                </a:extLst>
              </p:cNvPr>
              <p:cNvSpPr/>
              <p:nvPr/>
            </p:nvSpPr>
            <p:spPr>
              <a:xfrm>
                <a:off x="9370849" y="7366462"/>
                <a:ext cx="882021" cy="88606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9" h="712">
                    <a:moveTo>
                      <a:pt x="702" y="242"/>
                    </a:moveTo>
                    <a:cubicBezTo>
                      <a:pt x="697" y="167"/>
                      <a:pt x="659" y="101"/>
                      <a:pt x="593" y="56"/>
                    </a:cubicBezTo>
                    <a:cubicBezTo>
                      <a:pt x="509" y="-2"/>
                      <a:pt x="392" y="-16"/>
                      <a:pt x="281" y="19"/>
                    </a:cubicBezTo>
                    <a:cubicBezTo>
                      <a:pt x="207" y="42"/>
                      <a:pt x="177" y="95"/>
                      <a:pt x="160" y="123"/>
                    </a:cubicBezTo>
                    <a:cubicBezTo>
                      <a:pt x="156" y="130"/>
                      <a:pt x="150" y="139"/>
                      <a:pt x="149" y="140"/>
                    </a:cubicBezTo>
                    <a:cubicBezTo>
                      <a:pt x="11" y="193"/>
                      <a:pt x="-29" y="287"/>
                      <a:pt x="19" y="444"/>
                    </a:cubicBezTo>
                    <a:cubicBezTo>
                      <a:pt x="50" y="548"/>
                      <a:pt x="114" y="640"/>
                      <a:pt x="204" y="711"/>
                    </a:cubicBezTo>
                    <a:cubicBezTo>
                      <a:pt x="206" y="711"/>
                      <a:pt x="207" y="712"/>
                      <a:pt x="208" y="712"/>
                    </a:cubicBezTo>
                    <a:lnTo>
                      <a:pt x="209" y="712"/>
                    </a:lnTo>
                    <a:cubicBezTo>
                      <a:pt x="211" y="712"/>
                      <a:pt x="212" y="711"/>
                      <a:pt x="213" y="709"/>
                    </a:cubicBezTo>
                    <a:cubicBezTo>
                      <a:pt x="228" y="687"/>
                      <a:pt x="245" y="656"/>
                      <a:pt x="242" y="625"/>
                    </a:cubicBezTo>
                    <a:cubicBezTo>
                      <a:pt x="240" y="603"/>
                      <a:pt x="225" y="597"/>
                      <a:pt x="211" y="592"/>
                    </a:cubicBezTo>
                    <a:cubicBezTo>
                      <a:pt x="199" y="587"/>
                      <a:pt x="186" y="582"/>
                      <a:pt x="174" y="567"/>
                    </a:cubicBezTo>
                    <a:cubicBezTo>
                      <a:pt x="151" y="542"/>
                      <a:pt x="141" y="483"/>
                      <a:pt x="158" y="445"/>
                    </a:cubicBezTo>
                    <a:cubicBezTo>
                      <a:pt x="168" y="422"/>
                      <a:pt x="186" y="411"/>
                      <a:pt x="212" y="411"/>
                    </a:cubicBezTo>
                    <a:cubicBezTo>
                      <a:pt x="229" y="411"/>
                      <a:pt x="242" y="416"/>
                      <a:pt x="253" y="428"/>
                    </a:cubicBezTo>
                    <a:cubicBezTo>
                      <a:pt x="284" y="463"/>
                      <a:pt x="276" y="541"/>
                      <a:pt x="276" y="542"/>
                    </a:cubicBezTo>
                    <a:cubicBezTo>
                      <a:pt x="276" y="544"/>
                      <a:pt x="277" y="545"/>
                      <a:pt x="278" y="547"/>
                    </a:cubicBezTo>
                    <a:cubicBezTo>
                      <a:pt x="279" y="549"/>
                      <a:pt x="282" y="549"/>
                      <a:pt x="284" y="549"/>
                    </a:cubicBezTo>
                    <a:cubicBezTo>
                      <a:pt x="285" y="549"/>
                      <a:pt x="391" y="533"/>
                      <a:pt x="396" y="407"/>
                    </a:cubicBezTo>
                    <a:cubicBezTo>
                      <a:pt x="413" y="413"/>
                      <a:pt x="452" y="426"/>
                      <a:pt x="488" y="418"/>
                    </a:cubicBezTo>
                    <a:cubicBezTo>
                      <a:pt x="490" y="418"/>
                      <a:pt x="491" y="417"/>
                      <a:pt x="492" y="415"/>
                    </a:cubicBezTo>
                    <a:cubicBezTo>
                      <a:pt x="493" y="413"/>
                      <a:pt x="494" y="412"/>
                      <a:pt x="493" y="410"/>
                    </a:cubicBezTo>
                    <a:cubicBezTo>
                      <a:pt x="492" y="409"/>
                      <a:pt x="476" y="360"/>
                      <a:pt x="487" y="319"/>
                    </a:cubicBezTo>
                    <a:cubicBezTo>
                      <a:pt x="501" y="324"/>
                      <a:pt x="538" y="344"/>
                      <a:pt x="557" y="396"/>
                    </a:cubicBezTo>
                    <a:cubicBezTo>
                      <a:pt x="558" y="399"/>
                      <a:pt x="559" y="400"/>
                      <a:pt x="561" y="400"/>
                    </a:cubicBezTo>
                    <a:cubicBezTo>
                      <a:pt x="564" y="401"/>
                      <a:pt x="566" y="400"/>
                      <a:pt x="568" y="399"/>
                    </a:cubicBezTo>
                    <a:cubicBezTo>
                      <a:pt x="569" y="397"/>
                      <a:pt x="602" y="361"/>
                      <a:pt x="607" y="308"/>
                    </a:cubicBezTo>
                    <a:cubicBezTo>
                      <a:pt x="622" y="331"/>
                      <a:pt x="650" y="360"/>
                      <a:pt x="702" y="357"/>
                    </a:cubicBezTo>
                    <a:cubicBezTo>
                      <a:pt x="706" y="357"/>
                      <a:pt x="709" y="354"/>
                      <a:pt x="708" y="350"/>
                    </a:cubicBezTo>
                    <a:cubicBezTo>
                      <a:pt x="707" y="319"/>
                      <a:pt x="705" y="285"/>
                      <a:pt x="702" y="2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75280E68-1D7F-0844-9EB8-74F40E7C5353}"/>
                  </a:ext>
                </a:extLst>
              </p:cNvPr>
              <p:cNvSpPr/>
              <p:nvPr/>
            </p:nvSpPr>
            <p:spPr>
              <a:xfrm>
                <a:off x="9510377" y="7714160"/>
                <a:ext cx="742492" cy="10617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97" h="853">
                    <a:moveTo>
                      <a:pt x="274" y="853"/>
                    </a:moveTo>
                    <a:cubicBezTo>
                      <a:pt x="444" y="853"/>
                      <a:pt x="512" y="770"/>
                      <a:pt x="538" y="720"/>
                    </a:cubicBezTo>
                    <a:cubicBezTo>
                      <a:pt x="475" y="695"/>
                      <a:pt x="443" y="684"/>
                      <a:pt x="434" y="680"/>
                    </a:cubicBezTo>
                    <a:lnTo>
                      <a:pt x="434" y="544"/>
                    </a:lnTo>
                    <a:cubicBezTo>
                      <a:pt x="465" y="541"/>
                      <a:pt x="488" y="540"/>
                      <a:pt x="513" y="529"/>
                    </a:cubicBezTo>
                    <a:cubicBezTo>
                      <a:pt x="609" y="486"/>
                      <a:pt x="602" y="315"/>
                      <a:pt x="591" y="71"/>
                    </a:cubicBezTo>
                    <a:cubicBezTo>
                      <a:pt x="511" y="76"/>
                      <a:pt x="489" y="0"/>
                      <a:pt x="489" y="0"/>
                    </a:cubicBezTo>
                    <a:cubicBezTo>
                      <a:pt x="497" y="67"/>
                      <a:pt x="452" y="115"/>
                      <a:pt x="452" y="115"/>
                    </a:cubicBezTo>
                    <a:cubicBezTo>
                      <a:pt x="426" y="46"/>
                      <a:pt x="371" y="31"/>
                      <a:pt x="371" y="31"/>
                    </a:cubicBezTo>
                    <a:cubicBezTo>
                      <a:pt x="356" y="77"/>
                      <a:pt x="376" y="133"/>
                      <a:pt x="376" y="133"/>
                    </a:cubicBezTo>
                    <a:cubicBezTo>
                      <a:pt x="331" y="142"/>
                      <a:pt x="279" y="118"/>
                      <a:pt x="279" y="118"/>
                    </a:cubicBezTo>
                    <a:cubicBezTo>
                      <a:pt x="279" y="249"/>
                      <a:pt x="171" y="263"/>
                      <a:pt x="171" y="263"/>
                    </a:cubicBezTo>
                    <a:cubicBezTo>
                      <a:pt x="171" y="263"/>
                      <a:pt x="187" y="125"/>
                      <a:pt x="101" y="125"/>
                    </a:cubicBezTo>
                    <a:cubicBezTo>
                      <a:pt x="15" y="125"/>
                      <a:pt x="20" y="249"/>
                      <a:pt x="58" y="293"/>
                    </a:cubicBezTo>
                    <a:cubicBezTo>
                      <a:pt x="87" y="328"/>
                      <a:pt x="121" y="312"/>
                      <a:pt x="124" y="347"/>
                    </a:cubicBezTo>
                    <a:cubicBezTo>
                      <a:pt x="126" y="364"/>
                      <a:pt x="121" y="381"/>
                      <a:pt x="114" y="397"/>
                    </a:cubicBezTo>
                    <a:lnTo>
                      <a:pt x="99" y="429"/>
                    </a:lnTo>
                    <a:lnTo>
                      <a:pt x="99" y="679"/>
                    </a:lnTo>
                    <a:cubicBezTo>
                      <a:pt x="99" y="679"/>
                      <a:pt x="57" y="691"/>
                      <a:pt x="0" y="712"/>
                    </a:cubicBezTo>
                    <a:cubicBezTo>
                      <a:pt x="23" y="760"/>
                      <a:pt x="90" y="854"/>
                      <a:pt x="274" y="85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1D995AF2-D932-A048-AADE-8DD70ECD3183}"/>
                  </a:ext>
                </a:extLst>
              </p:cNvPr>
              <p:cNvSpPr/>
              <p:nvPr/>
            </p:nvSpPr>
            <p:spPr>
              <a:xfrm>
                <a:off x="9502079" y="7706365"/>
                <a:ext cx="759364" cy="1078305"/>
              </a:xfrm>
              <a:custGeom>
                <a:avLst/>
                <a:gdLst>
                  <a:gd name="connsiteX0" fmla="*/ 625165 w 759364"/>
                  <a:gd name="connsiteY0" fmla="*/ 43935 h 1078305"/>
                  <a:gd name="connsiteX1" fmla="*/ 576663 w 759364"/>
                  <a:gd name="connsiteY1" fmla="*/ 157203 h 1078305"/>
                  <a:gd name="connsiteX2" fmla="*/ 567957 w 759364"/>
                  <a:gd name="connsiteY2" fmla="*/ 158448 h 1078305"/>
                  <a:gd name="connsiteX3" fmla="*/ 562983 w 759364"/>
                  <a:gd name="connsiteY3" fmla="*/ 153469 h 1078305"/>
                  <a:gd name="connsiteX4" fmla="*/ 475927 w 759364"/>
                  <a:gd name="connsiteY4" fmla="*/ 57627 h 1078305"/>
                  <a:gd name="connsiteX5" fmla="*/ 483389 w 759364"/>
                  <a:gd name="connsiteY5" fmla="*/ 170895 h 1078305"/>
                  <a:gd name="connsiteX6" fmla="*/ 482145 w 759364"/>
                  <a:gd name="connsiteY6" fmla="*/ 177119 h 1078305"/>
                  <a:gd name="connsiteX7" fmla="*/ 477171 w 759364"/>
                  <a:gd name="connsiteY7" fmla="*/ 180853 h 1078305"/>
                  <a:gd name="connsiteX8" fmla="*/ 362755 w 759364"/>
                  <a:gd name="connsiteY8" fmla="*/ 167161 h 1078305"/>
                  <a:gd name="connsiteX9" fmla="*/ 293110 w 759364"/>
                  <a:gd name="connsiteY9" fmla="*/ 312792 h 1078305"/>
                  <a:gd name="connsiteX10" fmla="*/ 223466 w 759364"/>
                  <a:gd name="connsiteY10" fmla="*/ 343909 h 1078305"/>
                  <a:gd name="connsiteX11" fmla="*/ 216004 w 759364"/>
                  <a:gd name="connsiteY11" fmla="*/ 341420 h 1078305"/>
                  <a:gd name="connsiteX12" fmla="*/ 213517 w 759364"/>
                  <a:gd name="connsiteY12" fmla="*/ 335196 h 1078305"/>
                  <a:gd name="connsiteX13" fmla="*/ 184913 w 759364"/>
                  <a:gd name="connsiteY13" fmla="*/ 193300 h 1078305"/>
                  <a:gd name="connsiteX14" fmla="*/ 133923 w 759364"/>
                  <a:gd name="connsiteY14" fmla="*/ 172140 h 1078305"/>
                  <a:gd name="connsiteX15" fmla="*/ 66766 w 759364"/>
                  <a:gd name="connsiteY15" fmla="*/ 214460 h 1078305"/>
                  <a:gd name="connsiteX16" fmla="*/ 86664 w 759364"/>
                  <a:gd name="connsiteY16" fmla="*/ 366314 h 1078305"/>
                  <a:gd name="connsiteX17" fmla="*/ 132679 w 759364"/>
                  <a:gd name="connsiteY17" fmla="*/ 397432 h 1078305"/>
                  <a:gd name="connsiteX18" fmla="*/ 171232 w 759364"/>
                  <a:gd name="connsiteY18" fmla="*/ 438507 h 1078305"/>
                  <a:gd name="connsiteX19" fmla="*/ 157552 w 759364"/>
                  <a:gd name="connsiteY19" fmla="*/ 504476 h 1078305"/>
                  <a:gd name="connsiteX20" fmla="*/ 140141 w 759364"/>
                  <a:gd name="connsiteY20" fmla="*/ 543062 h 1078305"/>
                  <a:gd name="connsiteX21" fmla="*/ 140141 w 759364"/>
                  <a:gd name="connsiteY21" fmla="*/ 852993 h 1078305"/>
                  <a:gd name="connsiteX22" fmla="*/ 132679 w 759364"/>
                  <a:gd name="connsiteY22" fmla="*/ 860462 h 1078305"/>
                  <a:gd name="connsiteX23" fmla="*/ 19507 w 759364"/>
                  <a:gd name="connsiteY23" fmla="*/ 897803 h 1078305"/>
                  <a:gd name="connsiteX24" fmla="*/ 347831 w 759364"/>
                  <a:gd name="connsiteY24" fmla="*/ 1062104 h 1078305"/>
                  <a:gd name="connsiteX25" fmla="*/ 349075 w 759364"/>
                  <a:gd name="connsiteY25" fmla="*/ 1062104 h 1078305"/>
                  <a:gd name="connsiteX26" fmla="*/ 666206 w 759364"/>
                  <a:gd name="connsiteY26" fmla="*/ 909005 h 1078305"/>
                  <a:gd name="connsiteX27" fmla="*/ 570445 w 759364"/>
                  <a:gd name="connsiteY27" fmla="*/ 870419 h 1078305"/>
                  <a:gd name="connsiteX28" fmla="*/ 545571 w 759364"/>
                  <a:gd name="connsiteY28" fmla="*/ 861706 h 1078305"/>
                  <a:gd name="connsiteX29" fmla="*/ 540597 w 759364"/>
                  <a:gd name="connsiteY29" fmla="*/ 854238 h 1078305"/>
                  <a:gd name="connsiteX30" fmla="*/ 540597 w 759364"/>
                  <a:gd name="connsiteY30" fmla="*/ 684958 h 1078305"/>
                  <a:gd name="connsiteX31" fmla="*/ 548059 w 759364"/>
                  <a:gd name="connsiteY31" fmla="*/ 676246 h 1078305"/>
                  <a:gd name="connsiteX32" fmla="*/ 553033 w 759364"/>
                  <a:gd name="connsiteY32" fmla="*/ 676246 h 1078305"/>
                  <a:gd name="connsiteX33" fmla="*/ 642576 w 759364"/>
                  <a:gd name="connsiteY33" fmla="*/ 658820 h 1078305"/>
                  <a:gd name="connsiteX34" fmla="*/ 734606 w 759364"/>
                  <a:gd name="connsiteY34" fmla="*/ 104926 h 1078305"/>
                  <a:gd name="connsiteX35" fmla="*/ 625165 w 759364"/>
                  <a:gd name="connsiteY35" fmla="*/ 43935 h 1078305"/>
                  <a:gd name="connsiteX36" fmla="*/ 615232 w 759364"/>
                  <a:gd name="connsiteY36" fmla="*/ 317 h 1078305"/>
                  <a:gd name="connsiteX37" fmla="*/ 625182 w 759364"/>
                  <a:gd name="connsiteY37" fmla="*/ 6541 h 1078305"/>
                  <a:gd name="connsiteX38" fmla="*/ 742094 w 759364"/>
                  <a:gd name="connsiteY38" fmla="*/ 88697 h 1078305"/>
                  <a:gd name="connsiteX39" fmla="*/ 750801 w 759364"/>
                  <a:gd name="connsiteY39" fmla="*/ 96166 h 1078305"/>
                  <a:gd name="connsiteX40" fmla="*/ 650057 w 759364"/>
                  <a:gd name="connsiteY40" fmla="*/ 672504 h 1078305"/>
                  <a:gd name="connsiteX41" fmla="*/ 556775 w 759364"/>
                  <a:gd name="connsiteY41" fmla="*/ 692420 h 1078305"/>
                  <a:gd name="connsiteX42" fmla="*/ 556775 w 759364"/>
                  <a:gd name="connsiteY42" fmla="*/ 849264 h 1078305"/>
                  <a:gd name="connsiteX43" fmla="*/ 575432 w 759364"/>
                  <a:gd name="connsiteY43" fmla="*/ 855488 h 1078305"/>
                  <a:gd name="connsiteX44" fmla="*/ 679907 w 759364"/>
                  <a:gd name="connsiteY44" fmla="*/ 896566 h 1078305"/>
                  <a:gd name="connsiteX45" fmla="*/ 684882 w 759364"/>
                  <a:gd name="connsiteY45" fmla="*/ 901545 h 1078305"/>
                  <a:gd name="connsiteX46" fmla="*/ 683638 w 759364"/>
                  <a:gd name="connsiteY46" fmla="*/ 907769 h 1078305"/>
                  <a:gd name="connsiteX47" fmla="*/ 349069 w 759364"/>
                  <a:gd name="connsiteY47" fmla="*/ 1078305 h 1078305"/>
                  <a:gd name="connsiteX48" fmla="*/ 347825 w 759364"/>
                  <a:gd name="connsiteY48" fmla="*/ 1078305 h 1078305"/>
                  <a:gd name="connsiteX49" fmla="*/ 2062 w 759364"/>
                  <a:gd name="connsiteY49" fmla="*/ 896566 h 1078305"/>
                  <a:gd name="connsiteX50" fmla="*/ 818 w 759364"/>
                  <a:gd name="connsiteY50" fmla="*/ 890342 h 1078305"/>
                  <a:gd name="connsiteX51" fmla="*/ 5793 w 759364"/>
                  <a:gd name="connsiteY51" fmla="*/ 886607 h 1078305"/>
                  <a:gd name="connsiteX52" fmla="*/ 123949 w 759364"/>
                  <a:gd name="connsiteY52" fmla="*/ 846774 h 1078305"/>
                  <a:gd name="connsiteX53" fmla="*/ 123949 w 759364"/>
                  <a:gd name="connsiteY53" fmla="*/ 541801 h 1078305"/>
                  <a:gd name="connsiteX54" fmla="*/ 125193 w 759364"/>
                  <a:gd name="connsiteY54" fmla="*/ 536822 h 1078305"/>
                  <a:gd name="connsiteX55" fmla="*/ 142606 w 759364"/>
                  <a:gd name="connsiteY55" fmla="*/ 498233 h 1078305"/>
                  <a:gd name="connsiteX56" fmla="*/ 155043 w 759364"/>
                  <a:gd name="connsiteY56" fmla="*/ 440973 h 1078305"/>
                  <a:gd name="connsiteX57" fmla="*/ 126437 w 759364"/>
                  <a:gd name="connsiteY57" fmla="*/ 412343 h 1078305"/>
                  <a:gd name="connsiteX58" fmla="*/ 72955 w 759364"/>
                  <a:gd name="connsiteY58" fmla="*/ 377489 h 1078305"/>
                  <a:gd name="connsiteX59" fmla="*/ 51812 w 759364"/>
                  <a:gd name="connsiteY59" fmla="*/ 206952 h 1078305"/>
                  <a:gd name="connsiteX60" fmla="*/ 133899 w 759364"/>
                  <a:gd name="connsiteY60" fmla="*/ 155916 h 1078305"/>
                  <a:gd name="connsiteX61" fmla="*/ 196087 w 759364"/>
                  <a:gd name="connsiteY61" fmla="*/ 182057 h 1078305"/>
                  <a:gd name="connsiteX62" fmla="*/ 230912 w 759364"/>
                  <a:gd name="connsiteY62" fmla="*/ 325207 h 1078305"/>
                  <a:gd name="connsiteX63" fmla="*/ 347825 w 759364"/>
                  <a:gd name="connsiteY63" fmla="*/ 154671 h 1078305"/>
                  <a:gd name="connsiteX64" fmla="*/ 350312 w 759364"/>
                  <a:gd name="connsiteY64" fmla="*/ 147202 h 1078305"/>
                  <a:gd name="connsiteX65" fmla="*/ 359019 w 759364"/>
                  <a:gd name="connsiteY65" fmla="*/ 147202 h 1078305"/>
                  <a:gd name="connsiteX66" fmla="*/ 464738 w 759364"/>
                  <a:gd name="connsiteY66" fmla="*/ 167119 h 1078305"/>
                  <a:gd name="connsiteX67" fmla="*/ 462250 w 759364"/>
                  <a:gd name="connsiteY67" fmla="*/ 43885 h 1078305"/>
                  <a:gd name="connsiteX68" fmla="*/ 472200 w 759364"/>
                  <a:gd name="connsiteY68" fmla="*/ 38906 h 1078305"/>
                  <a:gd name="connsiteX69" fmla="*/ 572944 w 759364"/>
                  <a:gd name="connsiteY69" fmla="*/ 135999 h 1078305"/>
                  <a:gd name="connsiteX70" fmla="*/ 609013 w 759364"/>
                  <a:gd name="connsiteY70" fmla="*/ 9031 h 1078305"/>
                  <a:gd name="connsiteX71" fmla="*/ 615232 w 759364"/>
                  <a:gd name="connsiteY71" fmla="*/ 317 h 10783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</a:cxnLst>
                <a:rect l="l" t="t" r="r" b="b"/>
                <a:pathLst>
                  <a:path w="759364" h="1078305">
                    <a:moveTo>
                      <a:pt x="625165" y="43935"/>
                    </a:moveTo>
                    <a:cubicBezTo>
                      <a:pt x="618947" y="109905"/>
                      <a:pt x="577906" y="154714"/>
                      <a:pt x="576663" y="157203"/>
                    </a:cubicBezTo>
                    <a:cubicBezTo>
                      <a:pt x="574175" y="158448"/>
                      <a:pt x="571688" y="159693"/>
                      <a:pt x="567957" y="158448"/>
                    </a:cubicBezTo>
                    <a:cubicBezTo>
                      <a:pt x="565470" y="158448"/>
                      <a:pt x="564226" y="157203"/>
                      <a:pt x="562983" y="153469"/>
                    </a:cubicBezTo>
                    <a:cubicBezTo>
                      <a:pt x="539353" y="88745"/>
                      <a:pt x="493338" y="63851"/>
                      <a:pt x="475927" y="57627"/>
                    </a:cubicBezTo>
                    <a:cubicBezTo>
                      <a:pt x="462247" y="109905"/>
                      <a:pt x="482145" y="169650"/>
                      <a:pt x="483389" y="170895"/>
                    </a:cubicBezTo>
                    <a:cubicBezTo>
                      <a:pt x="484633" y="173385"/>
                      <a:pt x="483389" y="174629"/>
                      <a:pt x="482145" y="177119"/>
                    </a:cubicBezTo>
                    <a:cubicBezTo>
                      <a:pt x="480902" y="179608"/>
                      <a:pt x="479658" y="180853"/>
                      <a:pt x="477171" y="180853"/>
                    </a:cubicBezTo>
                    <a:cubicBezTo>
                      <a:pt x="432399" y="190810"/>
                      <a:pt x="383897" y="174629"/>
                      <a:pt x="362755" y="167161"/>
                    </a:cubicBezTo>
                    <a:cubicBezTo>
                      <a:pt x="360267" y="246822"/>
                      <a:pt x="324202" y="290387"/>
                      <a:pt x="293110" y="312792"/>
                    </a:cubicBezTo>
                    <a:cubicBezTo>
                      <a:pt x="258288" y="338930"/>
                      <a:pt x="224709" y="343909"/>
                      <a:pt x="223466" y="343909"/>
                    </a:cubicBezTo>
                    <a:cubicBezTo>
                      <a:pt x="220979" y="343909"/>
                      <a:pt x="217248" y="343909"/>
                      <a:pt x="216004" y="341420"/>
                    </a:cubicBezTo>
                    <a:cubicBezTo>
                      <a:pt x="214760" y="338930"/>
                      <a:pt x="213517" y="337686"/>
                      <a:pt x="213517" y="335196"/>
                    </a:cubicBezTo>
                    <a:cubicBezTo>
                      <a:pt x="213517" y="333952"/>
                      <a:pt x="223466" y="236865"/>
                      <a:pt x="184913" y="193300"/>
                    </a:cubicBezTo>
                    <a:cubicBezTo>
                      <a:pt x="171232" y="178363"/>
                      <a:pt x="155065" y="172140"/>
                      <a:pt x="133923" y="172140"/>
                    </a:cubicBezTo>
                    <a:cubicBezTo>
                      <a:pt x="101588" y="172140"/>
                      <a:pt x="79202" y="185832"/>
                      <a:pt x="66766" y="214460"/>
                    </a:cubicBezTo>
                    <a:cubicBezTo>
                      <a:pt x="45624" y="261759"/>
                      <a:pt x="58060" y="335196"/>
                      <a:pt x="86664" y="366314"/>
                    </a:cubicBezTo>
                    <a:cubicBezTo>
                      <a:pt x="101588" y="384985"/>
                      <a:pt x="117755" y="391208"/>
                      <a:pt x="132679" y="397432"/>
                    </a:cubicBezTo>
                    <a:cubicBezTo>
                      <a:pt x="150090" y="403655"/>
                      <a:pt x="168745" y="411123"/>
                      <a:pt x="171232" y="438507"/>
                    </a:cubicBezTo>
                    <a:cubicBezTo>
                      <a:pt x="172476" y="458422"/>
                      <a:pt x="168745" y="480827"/>
                      <a:pt x="157552" y="504476"/>
                    </a:cubicBezTo>
                    <a:lnTo>
                      <a:pt x="140141" y="543062"/>
                    </a:lnTo>
                    <a:lnTo>
                      <a:pt x="140141" y="852993"/>
                    </a:lnTo>
                    <a:cubicBezTo>
                      <a:pt x="140141" y="856728"/>
                      <a:pt x="136410" y="860462"/>
                      <a:pt x="132679" y="860462"/>
                    </a:cubicBezTo>
                    <a:cubicBezTo>
                      <a:pt x="125217" y="862951"/>
                      <a:pt x="80446" y="877888"/>
                      <a:pt x="19507" y="897803"/>
                    </a:cubicBezTo>
                    <a:cubicBezTo>
                      <a:pt x="53086" y="962528"/>
                      <a:pt x="136410" y="1062104"/>
                      <a:pt x="347831" y="1062104"/>
                    </a:cubicBezTo>
                    <a:lnTo>
                      <a:pt x="349075" y="1062104"/>
                    </a:lnTo>
                    <a:cubicBezTo>
                      <a:pt x="548059" y="1060859"/>
                      <a:pt x="632627" y="968751"/>
                      <a:pt x="666206" y="909005"/>
                    </a:cubicBezTo>
                    <a:cubicBezTo>
                      <a:pt x="621434" y="890335"/>
                      <a:pt x="589099" y="879132"/>
                      <a:pt x="570445" y="870419"/>
                    </a:cubicBezTo>
                    <a:cubicBezTo>
                      <a:pt x="556764" y="866685"/>
                      <a:pt x="549302" y="862951"/>
                      <a:pt x="545571" y="861706"/>
                    </a:cubicBezTo>
                    <a:cubicBezTo>
                      <a:pt x="541841" y="860462"/>
                      <a:pt x="540597" y="856728"/>
                      <a:pt x="540597" y="854238"/>
                    </a:cubicBezTo>
                    <a:lnTo>
                      <a:pt x="540597" y="684958"/>
                    </a:lnTo>
                    <a:cubicBezTo>
                      <a:pt x="540597" y="679980"/>
                      <a:pt x="544328" y="676246"/>
                      <a:pt x="548059" y="676246"/>
                    </a:cubicBezTo>
                    <a:lnTo>
                      <a:pt x="553033" y="676246"/>
                    </a:lnTo>
                    <a:cubicBezTo>
                      <a:pt x="589099" y="673756"/>
                      <a:pt x="613972" y="671267"/>
                      <a:pt x="642576" y="658820"/>
                    </a:cubicBezTo>
                    <a:cubicBezTo>
                      <a:pt x="758236" y="607787"/>
                      <a:pt x="749530" y="397432"/>
                      <a:pt x="734606" y="104926"/>
                    </a:cubicBezTo>
                    <a:cubicBezTo>
                      <a:pt x="676155" y="104926"/>
                      <a:pt x="642576" y="71319"/>
                      <a:pt x="625165" y="43935"/>
                    </a:cubicBezTo>
                    <a:close/>
                    <a:moveTo>
                      <a:pt x="615232" y="317"/>
                    </a:moveTo>
                    <a:cubicBezTo>
                      <a:pt x="618963" y="-928"/>
                      <a:pt x="622694" y="1562"/>
                      <a:pt x="625182" y="6541"/>
                    </a:cubicBezTo>
                    <a:cubicBezTo>
                      <a:pt x="625182" y="9031"/>
                      <a:pt x="651301" y="93676"/>
                      <a:pt x="742094" y="88697"/>
                    </a:cubicBezTo>
                    <a:cubicBezTo>
                      <a:pt x="747069" y="88697"/>
                      <a:pt x="750801" y="92432"/>
                      <a:pt x="750801" y="96166"/>
                    </a:cubicBezTo>
                    <a:cubicBezTo>
                      <a:pt x="765726" y="398650"/>
                      <a:pt x="775676" y="617733"/>
                      <a:pt x="650057" y="672504"/>
                    </a:cubicBezTo>
                    <a:cubicBezTo>
                      <a:pt x="618963" y="686196"/>
                      <a:pt x="591600" y="689931"/>
                      <a:pt x="556775" y="692420"/>
                    </a:cubicBezTo>
                    <a:lnTo>
                      <a:pt x="556775" y="849264"/>
                    </a:lnTo>
                    <a:cubicBezTo>
                      <a:pt x="561750" y="850508"/>
                      <a:pt x="567969" y="852998"/>
                      <a:pt x="575432" y="855488"/>
                    </a:cubicBezTo>
                    <a:cubicBezTo>
                      <a:pt x="595332" y="864201"/>
                      <a:pt x="630157" y="876649"/>
                      <a:pt x="679907" y="896566"/>
                    </a:cubicBezTo>
                    <a:cubicBezTo>
                      <a:pt x="682394" y="897811"/>
                      <a:pt x="683638" y="900300"/>
                      <a:pt x="684882" y="901545"/>
                    </a:cubicBezTo>
                    <a:cubicBezTo>
                      <a:pt x="684882" y="904034"/>
                      <a:pt x="684882" y="906524"/>
                      <a:pt x="683638" y="907769"/>
                    </a:cubicBezTo>
                    <a:cubicBezTo>
                      <a:pt x="652544" y="971253"/>
                      <a:pt x="565482" y="1078305"/>
                      <a:pt x="349069" y="1078305"/>
                    </a:cubicBezTo>
                    <a:lnTo>
                      <a:pt x="347825" y="1078305"/>
                    </a:lnTo>
                    <a:cubicBezTo>
                      <a:pt x="118974" y="1078305"/>
                      <a:pt x="33155" y="965029"/>
                      <a:pt x="2062" y="896566"/>
                    </a:cubicBezTo>
                    <a:cubicBezTo>
                      <a:pt x="-426" y="894076"/>
                      <a:pt x="-426" y="892831"/>
                      <a:pt x="818" y="890342"/>
                    </a:cubicBezTo>
                    <a:cubicBezTo>
                      <a:pt x="2062" y="887852"/>
                      <a:pt x="4549" y="886607"/>
                      <a:pt x="5793" y="886607"/>
                    </a:cubicBezTo>
                    <a:cubicBezTo>
                      <a:pt x="64249" y="865446"/>
                      <a:pt x="110268" y="850508"/>
                      <a:pt x="123949" y="846774"/>
                    </a:cubicBezTo>
                    <a:lnTo>
                      <a:pt x="123949" y="541801"/>
                    </a:lnTo>
                    <a:cubicBezTo>
                      <a:pt x="123949" y="539311"/>
                      <a:pt x="123949" y="538066"/>
                      <a:pt x="125193" y="536822"/>
                    </a:cubicBezTo>
                    <a:lnTo>
                      <a:pt x="142606" y="498233"/>
                    </a:lnTo>
                    <a:cubicBezTo>
                      <a:pt x="152556" y="477072"/>
                      <a:pt x="156287" y="457155"/>
                      <a:pt x="155043" y="440973"/>
                    </a:cubicBezTo>
                    <a:cubicBezTo>
                      <a:pt x="152556" y="422301"/>
                      <a:pt x="142606" y="418567"/>
                      <a:pt x="126437" y="412343"/>
                    </a:cubicBezTo>
                    <a:cubicBezTo>
                      <a:pt x="111512" y="406119"/>
                      <a:pt x="91612" y="398650"/>
                      <a:pt x="72955" y="377489"/>
                    </a:cubicBezTo>
                    <a:cubicBezTo>
                      <a:pt x="43105" y="341390"/>
                      <a:pt x="26937" y="260478"/>
                      <a:pt x="51812" y="206952"/>
                    </a:cubicBezTo>
                    <a:cubicBezTo>
                      <a:pt x="66737" y="173343"/>
                      <a:pt x="96587" y="155916"/>
                      <a:pt x="133899" y="155916"/>
                    </a:cubicBezTo>
                    <a:cubicBezTo>
                      <a:pt x="158774" y="155916"/>
                      <a:pt x="179918" y="164630"/>
                      <a:pt x="196087" y="182057"/>
                    </a:cubicBezTo>
                    <a:cubicBezTo>
                      <a:pt x="232156" y="223135"/>
                      <a:pt x="232156" y="297822"/>
                      <a:pt x="230912" y="325207"/>
                    </a:cubicBezTo>
                    <a:cubicBezTo>
                      <a:pt x="260762" y="317739"/>
                      <a:pt x="347825" y="285374"/>
                      <a:pt x="347825" y="154671"/>
                    </a:cubicBezTo>
                    <a:cubicBezTo>
                      <a:pt x="347825" y="150937"/>
                      <a:pt x="349069" y="149692"/>
                      <a:pt x="350312" y="147202"/>
                    </a:cubicBezTo>
                    <a:cubicBezTo>
                      <a:pt x="352800" y="145958"/>
                      <a:pt x="356531" y="145958"/>
                      <a:pt x="359019" y="147202"/>
                    </a:cubicBezTo>
                    <a:cubicBezTo>
                      <a:pt x="359019" y="147202"/>
                      <a:pt x="413744" y="173343"/>
                      <a:pt x="464738" y="167119"/>
                    </a:cubicBezTo>
                    <a:cubicBezTo>
                      <a:pt x="458519" y="144713"/>
                      <a:pt x="447325" y="91187"/>
                      <a:pt x="462250" y="43885"/>
                    </a:cubicBezTo>
                    <a:cubicBezTo>
                      <a:pt x="463494" y="40151"/>
                      <a:pt x="468469" y="37661"/>
                      <a:pt x="472200" y="38906"/>
                    </a:cubicBezTo>
                    <a:cubicBezTo>
                      <a:pt x="474688" y="38906"/>
                      <a:pt x="538119" y="57578"/>
                      <a:pt x="572944" y="135999"/>
                    </a:cubicBezTo>
                    <a:cubicBezTo>
                      <a:pt x="587869" y="114838"/>
                      <a:pt x="615232" y="67536"/>
                      <a:pt x="609013" y="9031"/>
                    </a:cubicBezTo>
                    <a:cubicBezTo>
                      <a:pt x="607769" y="4052"/>
                      <a:pt x="611500" y="317"/>
                      <a:pt x="615232" y="3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752D1B47-9D80-4845-9687-650ED7240B65}"/>
                  </a:ext>
                </a:extLst>
              </p:cNvPr>
              <p:cNvSpPr/>
              <p:nvPr/>
            </p:nvSpPr>
            <p:spPr>
              <a:xfrm>
                <a:off x="8985896" y="8601475"/>
                <a:ext cx="1630741" cy="51095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10" h="411">
                    <a:moveTo>
                      <a:pt x="1124" y="79"/>
                    </a:moveTo>
                    <a:cubicBezTo>
                      <a:pt x="1054" y="48"/>
                      <a:pt x="999" y="25"/>
                      <a:pt x="958" y="8"/>
                    </a:cubicBezTo>
                    <a:cubicBezTo>
                      <a:pt x="932" y="58"/>
                      <a:pt x="864" y="141"/>
                      <a:pt x="694" y="141"/>
                    </a:cubicBezTo>
                    <a:cubicBezTo>
                      <a:pt x="510" y="142"/>
                      <a:pt x="443" y="48"/>
                      <a:pt x="420" y="0"/>
                    </a:cubicBezTo>
                    <a:cubicBezTo>
                      <a:pt x="319" y="35"/>
                      <a:pt x="169" y="90"/>
                      <a:pt x="119" y="127"/>
                    </a:cubicBezTo>
                    <a:cubicBezTo>
                      <a:pt x="-21" y="231"/>
                      <a:pt x="1" y="411"/>
                      <a:pt x="1" y="411"/>
                    </a:cubicBezTo>
                    <a:lnTo>
                      <a:pt x="1309" y="411"/>
                    </a:lnTo>
                    <a:cubicBezTo>
                      <a:pt x="1309" y="411"/>
                      <a:pt x="1326" y="168"/>
                      <a:pt x="1124" y="7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CD77B7CB-21AD-C742-925E-935EC49AB1DB}"/>
                  </a:ext>
                </a:extLst>
              </p:cNvPr>
              <p:cNvSpPr/>
              <p:nvPr/>
            </p:nvSpPr>
            <p:spPr>
              <a:xfrm>
                <a:off x="8978288" y="8594239"/>
                <a:ext cx="1646186" cy="526913"/>
              </a:xfrm>
              <a:custGeom>
                <a:avLst/>
                <a:gdLst>
                  <a:gd name="connsiteX0" fmla="*/ 527953 w 1646186"/>
                  <a:gd name="connsiteY0" fmla="*/ 17206 h 526913"/>
                  <a:gd name="connsiteX1" fmla="*/ 160727 w 1646186"/>
                  <a:gd name="connsiteY1" fmla="*/ 172591 h 526913"/>
                  <a:gd name="connsiteX2" fmla="*/ 17572 w 1646186"/>
                  <a:gd name="connsiteY2" fmla="*/ 509467 h 526913"/>
                  <a:gd name="connsiteX3" fmla="*/ 1630873 w 1646186"/>
                  <a:gd name="connsiteY3" fmla="*/ 509467 h 526913"/>
                  <a:gd name="connsiteX4" fmla="*/ 1405559 w 1646186"/>
                  <a:gd name="connsiteY4" fmla="*/ 112923 h 526913"/>
                  <a:gd name="connsiteX5" fmla="*/ 1205141 w 1646186"/>
                  <a:gd name="connsiteY5" fmla="*/ 28394 h 526913"/>
                  <a:gd name="connsiteX6" fmla="*/ 872771 w 1646186"/>
                  <a:gd name="connsiteY6" fmla="*/ 191238 h 526913"/>
                  <a:gd name="connsiteX7" fmla="*/ 871526 w 1646186"/>
                  <a:gd name="connsiteY7" fmla="*/ 191238 h 526913"/>
                  <a:gd name="connsiteX8" fmla="*/ 527953 w 1646186"/>
                  <a:gd name="connsiteY8" fmla="*/ 17206 h 526913"/>
                  <a:gd name="connsiteX9" fmla="*/ 529193 w 1646186"/>
                  <a:gd name="connsiteY9" fmla="*/ 1001 h 526913"/>
                  <a:gd name="connsiteX10" fmla="*/ 539152 w 1646186"/>
                  <a:gd name="connsiteY10" fmla="*/ 4731 h 526913"/>
                  <a:gd name="connsiteX11" fmla="*/ 872771 w 1646186"/>
                  <a:gd name="connsiteY11" fmla="*/ 176305 h 526913"/>
                  <a:gd name="connsiteX12" fmla="*/ 1193943 w 1646186"/>
                  <a:gd name="connsiteY12" fmla="*/ 14677 h 526913"/>
                  <a:gd name="connsiteX13" fmla="*/ 1203901 w 1646186"/>
                  <a:gd name="connsiteY13" fmla="*/ 10948 h 526913"/>
                  <a:gd name="connsiteX14" fmla="*/ 1410547 w 1646186"/>
                  <a:gd name="connsiteY14" fmla="*/ 99221 h 526913"/>
                  <a:gd name="connsiteX15" fmla="*/ 1645823 w 1646186"/>
                  <a:gd name="connsiteY15" fmla="*/ 519453 h 526913"/>
                  <a:gd name="connsiteX16" fmla="*/ 1638354 w 1646186"/>
                  <a:gd name="connsiteY16" fmla="*/ 526913 h 526913"/>
                  <a:gd name="connsiteX17" fmla="*/ 10091 w 1646186"/>
                  <a:gd name="connsiteY17" fmla="*/ 526913 h 526913"/>
                  <a:gd name="connsiteX18" fmla="*/ 1377 w 1646186"/>
                  <a:gd name="connsiteY18" fmla="*/ 519453 h 526913"/>
                  <a:gd name="connsiteX19" fmla="*/ 150759 w 1646186"/>
                  <a:gd name="connsiteY19" fmla="*/ 160142 h 526913"/>
                  <a:gd name="connsiteX20" fmla="*/ 529193 w 1646186"/>
                  <a:gd name="connsiteY20" fmla="*/ 1001 h 526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646186" h="526913">
                    <a:moveTo>
                      <a:pt x="527953" y="17206"/>
                    </a:moveTo>
                    <a:cubicBezTo>
                      <a:pt x="337493" y="83089"/>
                      <a:pt x="208031" y="137785"/>
                      <a:pt x="160727" y="172591"/>
                    </a:cubicBezTo>
                    <a:cubicBezTo>
                      <a:pt x="10103" y="283226"/>
                      <a:pt x="15082" y="470931"/>
                      <a:pt x="17572" y="509467"/>
                    </a:cubicBezTo>
                    <a:lnTo>
                      <a:pt x="1630873" y="509467"/>
                    </a:lnTo>
                    <a:cubicBezTo>
                      <a:pt x="1632118" y="463473"/>
                      <a:pt x="1627139" y="209884"/>
                      <a:pt x="1405559" y="112923"/>
                    </a:cubicBezTo>
                    <a:cubicBezTo>
                      <a:pt x="1332113" y="80603"/>
                      <a:pt x="1266137" y="52012"/>
                      <a:pt x="1205141" y="28394"/>
                    </a:cubicBezTo>
                    <a:cubicBezTo>
                      <a:pt x="1170285" y="91791"/>
                      <a:pt x="1081903" y="191238"/>
                      <a:pt x="872771" y="191238"/>
                    </a:cubicBezTo>
                    <a:lnTo>
                      <a:pt x="871526" y="191238"/>
                    </a:lnTo>
                    <a:cubicBezTo>
                      <a:pt x="649946" y="191238"/>
                      <a:pt x="561563" y="85576"/>
                      <a:pt x="527953" y="17206"/>
                    </a:cubicBezTo>
                    <a:close/>
                    <a:moveTo>
                      <a:pt x="529193" y="1001"/>
                    </a:moveTo>
                    <a:cubicBezTo>
                      <a:pt x="532928" y="-1485"/>
                      <a:pt x="537907" y="1001"/>
                      <a:pt x="539152" y="4731"/>
                    </a:cubicBezTo>
                    <a:cubicBezTo>
                      <a:pt x="569028" y="69382"/>
                      <a:pt x="651188" y="176305"/>
                      <a:pt x="872771" y="176305"/>
                    </a:cubicBezTo>
                    <a:cubicBezTo>
                      <a:pt x="1080661" y="175062"/>
                      <a:pt x="1162821" y="74355"/>
                      <a:pt x="1193943" y="14677"/>
                    </a:cubicBezTo>
                    <a:cubicBezTo>
                      <a:pt x="1195187" y="10948"/>
                      <a:pt x="1200167" y="9704"/>
                      <a:pt x="1203901" y="10948"/>
                    </a:cubicBezTo>
                    <a:cubicBezTo>
                      <a:pt x="1266144" y="37057"/>
                      <a:pt x="1337100" y="66896"/>
                      <a:pt x="1410547" y="99221"/>
                    </a:cubicBezTo>
                    <a:cubicBezTo>
                      <a:pt x="1665741" y="211117"/>
                      <a:pt x="1645823" y="516967"/>
                      <a:pt x="1645823" y="519453"/>
                    </a:cubicBezTo>
                    <a:cubicBezTo>
                      <a:pt x="1645823" y="523183"/>
                      <a:pt x="1643333" y="526913"/>
                      <a:pt x="1638354" y="526913"/>
                    </a:cubicBezTo>
                    <a:lnTo>
                      <a:pt x="10091" y="526913"/>
                    </a:lnTo>
                    <a:cubicBezTo>
                      <a:pt x="6356" y="526913"/>
                      <a:pt x="2622" y="524426"/>
                      <a:pt x="1377" y="519453"/>
                    </a:cubicBezTo>
                    <a:cubicBezTo>
                      <a:pt x="1377" y="516967"/>
                      <a:pt x="-24765" y="289445"/>
                      <a:pt x="150759" y="160142"/>
                    </a:cubicBezTo>
                    <a:cubicBezTo>
                      <a:pt x="214246" y="114141"/>
                      <a:pt x="391015" y="48246"/>
                      <a:pt x="529193" y="100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79BC34D6-FAB2-0241-9F0D-5B764DCF80E1}"/>
                  </a:ext>
                </a:extLst>
              </p:cNvPr>
              <p:cNvSpPr/>
              <p:nvPr/>
            </p:nvSpPr>
            <p:spPr>
              <a:xfrm>
                <a:off x="9942667" y="8367184"/>
                <a:ext cx="115859" cy="1071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4" h="87">
                    <a:moveTo>
                      <a:pt x="94" y="21"/>
                    </a:moveTo>
                    <a:cubicBezTo>
                      <a:pt x="94" y="19"/>
                      <a:pt x="94" y="17"/>
                      <a:pt x="92" y="16"/>
                    </a:cubicBezTo>
                    <a:cubicBezTo>
                      <a:pt x="91" y="15"/>
                      <a:pt x="89" y="14"/>
                      <a:pt x="87" y="14"/>
                    </a:cubicBezTo>
                    <a:cubicBezTo>
                      <a:pt x="87" y="14"/>
                      <a:pt x="42" y="17"/>
                      <a:pt x="10" y="1"/>
                    </a:cubicBezTo>
                    <a:cubicBezTo>
                      <a:pt x="8" y="0"/>
                      <a:pt x="5" y="0"/>
                      <a:pt x="3" y="1"/>
                    </a:cubicBezTo>
                    <a:cubicBezTo>
                      <a:pt x="1" y="2"/>
                      <a:pt x="0" y="5"/>
                      <a:pt x="0" y="7"/>
                    </a:cubicBezTo>
                    <a:cubicBezTo>
                      <a:pt x="0" y="8"/>
                      <a:pt x="6" y="87"/>
                      <a:pt x="85" y="87"/>
                    </a:cubicBezTo>
                    <a:cubicBezTo>
                      <a:pt x="86" y="87"/>
                      <a:pt x="87" y="87"/>
                      <a:pt x="88" y="87"/>
                    </a:cubicBezTo>
                    <a:cubicBezTo>
                      <a:pt x="92" y="87"/>
                      <a:pt x="94" y="84"/>
                      <a:pt x="94" y="8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202F90AE-0F9E-194A-8BF3-F8AF4930A00A}"/>
                  </a:ext>
                </a:extLst>
              </p:cNvPr>
              <p:cNvSpPr/>
              <p:nvPr/>
            </p:nvSpPr>
            <p:spPr>
              <a:xfrm>
                <a:off x="9379569" y="8633877"/>
                <a:ext cx="911920" cy="2804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33" h="226">
                    <a:moveTo>
                      <a:pt x="444" y="226"/>
                    </a:moveTo>
                    <a:cubicBezTo>
                      <a:pt x="404" y="226"/>
                      <a:pt x="369" y="200"/>
                      <a:pt x="357" y="191"/>
                    </a:cubicBezTo>
                    <a:cubicBezTo>
                      <a:pt x="325" y="215"/>
                      <a:pt x="295" y="224"/>
                      <a:pt x="268" y="219"/>
                    </a:cubicBezTo>
                    <a:cubicBezTo>
                      <a:pt x="235" y="212"/>
                      <a:pt x="217" y="187"/>
                      <a:pt x="210" y="176"/>
                    </a:cubicBezTo>
                    <a:cubicBezTo>
                      <a:pt x="168" y="187"/>
                      <a:pt x="135" y="185"/>
                      <a:pt x="112" y="168"/>
                    </a:cubicBezTo>
                    <a:cubicBezTo>
                      <a:pt x="86" y="148"/>
                      <a:pt x="80" y="117"/>
                      <a:pt x="78" y="105"/>
                    </a:cubicBezTo>
                    <a:cubicBezTo>
                      <a:pt x="40" y="100"/>
                      <a:pt x="15" y="85"/>
                      <a:pt x="6" y="65"/>
                    </a:cubicBezTo>
                    <a:cubicBezTo>
                      <a:pt x="-9" y="36"/>
                      <a:pt x="10" y="4"/>
                      <a:pt x="11" y="3"/>
                    </a:cubicBezTo>
                    <a:cubicBezTo>
                      <a:pt x="12" y="0"/>
                      <a:pt x="17" y="-1"/>
                      <a:pt x="20" y="1"/>
                    </a:cubicBezTo>
                    <a:cubicBezTo>
                      <a:pt x="23" y="2"/>
                      <a:pt x="24" y="7"/>
                      <a:pt x="22" y="10"/>
                    </a:cubicBezTo>
                    <a:cubicBezTo>
                      <a:pt x="22" y="10"/>
                      <a:pt x="6" y="37"/>
                      <a:pt x="17" y="59"/>
                    </a:cubicBezTo>
                    <a:cubicBezTo>
                      <a:pt x="26" y="77"/>
                      <a:pt x="48" y="88"/>
                      <a:pt x="85" y="93"/>
                    </a:cubicBezTo>
                    <a:cubicBezTo>
                      <a:pt x="88" y="93"/>
                      <a:pt x="91" y="96"/>
                      <a:pt x="91" y="99"/>
                    </a:cubicBezTo>
                    <a:cubicBezTo>
                      <a:pt x="91" y="100"/>
                      <a:pt x="92" y="137"/>
                      <a:pt x="119" y="157"/>
                    </a:cubicBezTo>
                    <a:cubicBezTo>
                      <a:pt x="141" y="172"/>
                      <a:pt x="171" y="174"/>
                      <a:pt x="211" y="161"/>
                    </a:cubicBezTo>
                    <a:cubicBezTo>
                      <a:pt x="214" y="161"/>
                      <a:pt x="217" y="162"/>
                      <a:pt x="218" y="165"/>
                    </a:cubicBezTo>
                    <a:cubicBezTo>
                      <a:pt x="219" y="165"/>
                      <a:pt x="237" y="199"/>
                      <a:pt x="270" y="206"/>
                    </a:cubicBezTo>
                    <a:cubicBezTo>
                      <a:pt x="295" y="211"/>
                      <a:pt x="323" y="202"/>
                      <a:pt x="353" y="178"/>
                    </a:cubicBezTo>
                    <a:cubicBezTo>
                      <a:pt x="355" y="176"/>
                      <a:pt x="358" y="176"/>
                      <a:pt x="361" y="178"/>
                    </a:cubicBezTo>
                    <a:cubicBezTo>
                      <a:pt x="361" y="178"/>
                      <a:pt x="409" y="219"/>
                      <a:pt x="456" y="211"/>
                    </a:cubicBezTo>
                    <a:cubicBezTo>
                      <a:pt x="478" y="208"/>
                      <a:pt x="497" y="194"/>
                      <a:pt x="511" y="169"/>
                    </a:cubicBezTo>
                    <a:cubicBezTo>
                      <a:pt x="512" y="167"/>
                      <a:pt x="516" y="166"/>
                      <a:pt x="519" y="166"/>
                    </a:cubicBezTo>
                    <a:cubicBezTo>
                      <a:pt x="519" y="166"/>
                      <a:pt x="587" y="185"/>
                      <a:pt x="620" y="159"/>
                    </a:cubicBezTo>
                    <a:cubicBezTo>
                      <a:pt x="632" y="148"/>
                      <a:pt x="638" y="130"/>
                      <a:pt x="636" y="107"/>
                    </a:cubicBezTo>
                    <a:cubicBezTo>
                      <a:pt x="636" y="105"/>
                      <a:pt x="637" y="103"/>
                      <a:pt x="638" y="102"/>
                    </a:cubicBezTo>
                    <a:cubicBezTo>
                      <a:pt x="639" y="101"/>
                      <a:pt x="641" y="100"/>
                      <a:pt x="643" y="100"/>
                    </a:cubicBezTo>
                    <a:cubicBezTo>
                      <a:pt x="643" y="100"/>
                      <a:pt x="689" y="98"/>
                      <a:pt x="709" y="72"/>
                    </a:cubicBezTo>
                    <a:cubicBezTo>
                      <a:pt x="720" y="59"/>
                      <a:pt x="722" y="41"/>
                      <a:pt x="717" y="20"/>
                    </a:cubicBezTo>
                    <a:cubicBezTo>
                      <a:pt x="716" y="16"/>
                      <a:pt x="719" y="13"/>
                      <a:pt x="722" y="12"/>
                    </a:cubicBezTo>
                    <a:cubicBezTo>
                      <a:pt x="725" y="11"/>
                      <a:pt x="729" y="13"/>
                      <a:pt x="730" y="16"/>
                    </a:cubicBezTo>
                    <a:cubicBezTo>
                      <a:pt x="736" y="42"/>
                      <a:pt x="733" y="64"/>
                      <a:pt x="720" y="80"/>
                    </a:cubicBezTo>
                    <a:cubicBezTo>
                      <a:pt x="700" y="105"/>
                      <a:pt x="665" y="111"/>
                      <a:pt x="649" y="112"/>
                    </a:cubicBezTo>
                    <a:cubicBezTo>
                      <a:pt x="651" y="137"/>
                      <a:pt x="643" y="156"/>
                      <a:pt x="627" y="169"/>
                    </a:cubicBezTo>
                    <a:cubicBezTo>
                      <a:pt x="595" y="196"/>
                      <a:pt x="537" y="184"/>
                      <a:pt x="520" y="180"/>
                    </a:cubicBezTo>
                    <a:cubicBezTo>
                      <a:pt x="503" y="205"/>
                      <a:pt x="483" y="221"/>
                      <a:pt x="458" y="224"/>
                    </a:cubicBezTo>
                    <a:cubicBezTo>
                      <a:pt x="453" y="225"/>
                      <a:pt x="448" y="226"/>
                      <a:pt x="444" y="22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E36964B1-8841-5F44-83C4-0BB58D8D56C0}"/>
                  </a:ext>
                </a:extLst>
              </p:cNvPr>
              <p:cNvSpPr/>
              <p:nvPr/>
            </p:nvSpPr>
            <p:spPr>
              <a:xfrm>
                <a:off x="11939671" y="7487346"/>
                <a:ext cx="681448" cy="10343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8" h="831">
                    <a:moveTo>
                      <a:pt x="526" y="127"/>
                    </a:moveTo>
                    <a:cubicBezTo>
                      <a:pt x="489" y="24"/>
                      <a:pt x="320" y="-31"/>
                      <a:pt x="177" y="19"/>
                    </a:cubicBezTo>
                    <a:cubicBezTo>
                      <a:pt x="34" y="68"/>
                      <a:pt x="-23" y="219"/>
                      <a:pt x="8" y="368"/>
                    </a:cubicBezTo>
                    <a:cubicBezTo>
                      <a:pt x="24" y="446"/>
                      <a:pt x="60" y="508"/>
                      <a:pt x="105" y="554"/>
                    </a:cubicBezTo>
                    <a:lnTo>
                      <a:pt x="105" y="831"/>
                    </a:lnTo>
                    <a:lnTo>
                      <a:pt x="369" y="831"/>
                    </a:lnTo>
                    <a:lnTo>
                      <a:pt x="369" y="674"/>
                    </a:lnTo>
                    <a:cubicBezTo>
                      <a:pt x="429" y="677"/>
                      <a:pt x="477" y="664"/>
                      <a:pt x="499" y="640"/>
                    </a:cubicBezTo>
                    <a:cubicBezTo>
                      <a:pt x="554" y="577"/>
                      <a:pt x="562" y="230"/>
                      <a:pt x="526" y="12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DC40DB3D-FB5E-1740-A333-5F1CED5766DB}"/>
                  </a:ext>
                </a:extLst>
              </p:cNvPr>
              <p:cNvSpPr/>
              <p:nvPr/>
            </p:nvSpPr>
            <p:spPr>
              <a:xfrm>
                <a:off x="11931656" y="7480128"/>
                <a:ext cx="696916" cy="1050311"/>
              </a:xfrm>
              <a:custGeom>
                <a:avLst/>
                <a:gdLst>
                  <a:gd name="connsiteX0" fmla="*/ 363682 w 696916"/>
                  <a:gd name="connsiteY0" fmla="*/ 16388 h 1050311"/>
                  <a:gd name="connsiteX1" fmla="*/ 231855 w 696916"/>
                  <a:gd name="connsiteY1" fmla="*/ 38346 h 1050311"/>
                  <a:gd name="connsiteX2" fmla="*/ 26684 w 696916"/>
                  <a:gd name="connsiteY2" fmla="*/ 464035 h 1050311"/>
                  <a:gd name="connsiteX3" fmla="*/ 144813 w 696916"/>
                  <a:gd name="connsiteY3" fmla="*/ 690572 h 1050311"/>
                  <a:gd name="connsiteX4" fmla="*/ 147300 w 696916"/>
                  <a:gd name="connsiteY4" fmla="*/ 696795 h 1050311"/>
                  <a:gd name="connsiteX5" fmla="*/ 147300 w 696916"/>
                  <a:gd name="connsiteY5" fmla="*/ 1034110 h 1050311"/>
                  <a:gd name="connsiteX6" fmla="*/ 460652 w 696916"/>
                  <a:gd name="connsiteY6" fmla="*/ 1034110 h 1050311"/>
                  <a:gd name="connsiteX7" fmla="*/ 460652 w 696916"/>
                  <a:gd name="connsiteY7" fmla="*/ 846160 h 1050311"/>
                  <a:gd name="connsiteX8" fmla="*/ 463139 w 696916"/>
                  <a:gd name="connsiteY8" fmla="*/ 839936 h 1050311"/>
                  <a:gd name="connsiteX9" fmla="*/ 469357 w 696916"/>
                  <a:gd name="connsiteY9" fmla="*/ 837447 h 1050311"/>
                  <a:gd name="connsiteX10" fmla="*/ 623546 w 696916"/>
                  <a:gd name="connsiteY10" fmla="*/ 798861 h 1050311"/>
                  <a:gd name="connsiteX11" fmla="*/ 655876 w 696916"/>
                  <a:gd name="connsiteY11" fmla="*/ 167795 h 1050311"/>
                  <a:gd name="connsiteX12" fmla="*/ 363682 w 696916"/>
                  <a:gd name="connsiteY12" fmla="*/ 16388 h 1050311"/>
                  <a:gd name="connsiteX13" fmla="*/ 364421 w 696916"/>
                  <a:gd name="connsiteY13" fmla="*/ 13 h 1050311"/>
                  <a:gd name="connsiteX14" fmla="*/ 669580 w 696916"/>
                  <a:gd name="connsiteY14" fmla="*/ 162803 h 1050311"/>
                  <a:gd name="connsiteX15" fmla="*/ 634761 w 696916"/>
                  <a:gd name="connsiteY15" fmla="*/ 808829 h 1050311"/>
                  <a:gd name="connsiteX16" fmla="*/ 475584 w 696916"/>
                  <a:gd name="connsiteY16" fmla="*/ 854885 h 1050311"/>
                  <a:gd name="connsiteX17" fmla="*/ 475584 w 696916"/>
                  <a:gd name="connsiteY17" fmla="*/ 1041598 h 1050311"/>
                  <a:gd name="connsiteX18" fmla="*/ 466879 w 696916"/>
                  <a:gd name="connsiteY18" fmla="*/ 1050311 h 1050311"/>
                  <a:gd name="connsiteX19" fmla="*/ 138577 w 696916"/>
                  <a:gd name="connsiteY19" fmla="*/ 1050311 h 1050311"/>
                  <a:gd name="connsiteX20" fmla="*/ 129872 w 696916"/>
                  <a:gd name="connsiteY20" fmla="*/ 1041598 h 1050311"/>
                  <a:gd name="connsiteX21" fmla="*/ 129872 w 696916"/>
                  <a:gd name="connsiteY21" fmla="*/ 699291 h 1050311"/>
                  <a:gd name="connsiteX22" fmla="*/ 10490 w 696916"/>
                  <a:gd name="connsiteY22" fmla="*/ 466522 h 1050311"/>
                  <a:gd name="connsiteX23" fmla="*/ 225627 w 696916"/>
                  <a:gd name="connsiteY23" fmla="*/ 23391 h 1050311"/>
                  <a:gd name="connsiteX24" fmla="*/ 364421 w 696916"/>
                  <a:gd name="connsiteY24" fmla="*/ 13 h 1050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96916" h="1050311">
                    <a:moveTo>
                      <a:pt x="363682" y="16388"/>
                    </a:moveTo>
                    <a:cubicBezTo>
                      <a:pt x="319442" y="16719"/>
                      <a:pt x="274444" y="23721"/>
                      <a:pt x="231855" y="38346"/>
                    </a:cubicBezTo>
                    <a:cubicBezTo>
                      <a:pt x="71448" y="94358"/>
                      <a:pt x="-13107" y="268616"/>
                      <a:pt x="26684" y="464035"/>
                    </a:cubicBezTo>
                    <a:cubicBezTo>
                      <a:pt x="45336" y="552409"/>
                      <a:pt x="85126" y="629581"/>
                      <a:pt x="144813" y="690572"/>
                    </a:cubicBezTo>
                    <a:cubicBezTo>
                      <a:pt x="147300" y="691816"/>
                      <a:pt x="147300" y="694306"/>
                      <a:pt x="147300" y="696795"/>
                    </a:cubicBezTo>
                    <a:lnTo>
                      <a:pt x="147300" y="1034110"/>
                    </a:lnTo>
                    <a:lnTo>
                      <a:pt x="460652" y="1034110"/>
                    </a:lnTo>
                    <a:lnTo>
                      <a:pt x="460652" y="846160"/>
                    </a:lnTo>
                    <a:cubicBezTo>
                      <a:pt x="460652" y="843670"/>
                      <a:pt x="461896" y="841181"/>
                      <a:pt x="463139" y="839936"/>
                    </a:cubicBezTo>
                    <a:cubicBezTo>
                      <a:pt x="464383" y="838691"/>
                      <a:pt x="466870" y="837447"/>
                      <a:pt x="469357" y="837447"/>
                    </a:cubicBezTo>
                    <a:cubicBezTo>
                      <a:pt x="538991" y="841181"/>
                      <a:pt x="598677" y="826244"/>
                      <a:pt x="623546" y="798861"/>
                    </a:cubicBezTo>
                    <a:cubicBezTo>
                      <a:pt x="688206" y="725423"/>
                      <a:pt x="700641" y="293511"/>
                      <a:pt x="655876" y="167795"/>
                    </a:cubicBezTo>
                    <a:cubicBezTo>
                      <a:pt x="622303" y="74442"/>
                      <a:pt x="496402" y="15397"/>
                      <a:pt x="363682" y="16388"/>
                    </a:cubicBezTo>
                    <a:close/>
                    <a:moveTo>
                      <a:pt x="364421" y="13"/>
                    </a:moveTo>
                    <a:cubicBezTo>
                      <a:pt x="503564" y="-1038"/>
                      <a:pt x="634139" y="61978"/>
                      <a:pt x="669580" y="162803"/>
                    </a:cubicBezTo>
                    <a:cubicBezTo>
                      <a:pt x="713105" y="284789"/>
                      <a:pt x="706888" y="726676"/>
                      <a:pt x="634761" y="808829"/>
                    </a:cubicBezTo>
                    <a:cubicBezTo>
                      <a:pt x="607402" y="839948"/>
                      <a:pt x="547711" y="857375"/>
                      <a:pt x="475584" y="854885"/>
                    </a:cubicBezTo>
                    <a:lnTo>
                      <a:pt x="475584" y="1041598"/>
                    </a:lnTo>
                    <a:cubicBezTo>
                      <a:pt x="475584" y="1046577"/>
                      <a:pt x="471853" y="1050311"/>
                      <a:pt x="466879" y="1050311"/>
                    </a:cubicBezTo>
                    <a:lnTo>
                      <a:pt x="138577" y="1050311"/>
                    </a:lnTo>
                    <a:cubicBezTo>
                      <a:pt x="133603" y="1050311"/>
                      <a:pt x="129872" y="1046577"/>
                      <a:pt x="129872" y="1041598"/>
                    </a:cubicBezTo>
                    <a:lnTo>
                      <a:pt x="129872" y="699291"/>
                    </a:lnTo>
                    <a:cubicBezTo>
                      <a:pt x="68937" y="635809"/>
                      <a:pt x="29143" y="557389"/>
                      <a:pt x="10490" y="466522"/>
                    </a:cubicBezTo>
                    <a:cubicBezTo>
                      <a:pt x="-31792" y="264872"/>
                      <a:pt x="56502" y="81894"/>
                      <a:pt x="225627" y="23391"/>
                    </a:cubicBezTo>
                    <a:cubicBezTo>
                      <a:pt x="270706" y="7831"/>
                      <a:pt x="318040" y="363"/>
                      <a:pt x="364421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D70482F1-FD76-614A-AE1C-F94D79500B80}"/>
                  </a:ext>
                </a:extLst>
              </p:cNvPr>
              <p:cNvSpPr/>
              <p:nvPr/>
            </p:nvSpPr>
            <p:spPr>
              <a:xfrm>
                <a:off x="11460038" y="8435726"/>
                <a:ext cx="1547273" cy="6767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43" h="544">
                    <a:moveTo>
                      <a:pt x="1222" y="459"/>
                    </a:moveTo>
                    <a:cubicBezTo>
                      <a:pt x="1185" y="344"/>
                      <a:pt x="1139" y="230"/>
                      <a:pt x="1091" y="173"/>
                    </a:cubicBezTo>
                    <a:cubicBezTo>
                      <a:pt x="1040" y="113"/>
                      <a:pt x="892" y="98"/>
                      <a:pt x="834" y="91"/>
                    </a:cubicBezTo>
                    <a:lnTo>
                      <a:pt x="834" y="56"/>
                    </a:lnTo>
                    <a:cubicBezTo>
                      <a:pt x="834" y="38"/>
                      <a:pt x="827" y="24"/>
                      <a:pt x="814" y="15"/>
                    </a:cubicBezTo>
                    <a:cubicBezTo>
                      <a:pt x="802" y="5"/>
                      <a:pt x="785" y="1"/>
                      <a:pt x="768" y="6"/>
                    </a:cubicBezTo>
                    <a:lnTo>
                      <a:pt x="645" y="43"/>
                    </a:lnTo>
                    <a:lnTo>
                      <a:pt x="471" y="2"/>
                    </a:lnTo>
                    <a:cubicBezTo>
                      <a:pt x="455" y="-3"/>
                      <a:pt x="439" y="2"/>
                      <a:pt x="428" y="11"/>
                    </a:cubicBezTo>
                    <a:cubicBezTo>
                      <a:pt x="415" y="21"/>
                      <a:pt x="408" y="35"/>
                      <a:pt x="408" y="51"/>
                    </a:cubicBezTo>
                    <a:lnTo>
                      <a:pt x="409" y="91"/>
                    </a:lnTo>
                    <a:cubicBezTo>
                      <a:pt x="350" y="98"/>
                      <a:pt x="174" y="120"/>
                      <a:pt x="132" y="186"/>
                    </a:cubicBezTo>
                    <a:cubicBezTo>
                      <a:pt x="81" y="267"/>
                      <a:pt x="36" y="393"/>
                      <a:pt x="20" y="459"/>
                    </a:cubicBezTo>
                    <a:lnTo>
                      <a:pt x="0" y="544"/>
                    </a:lnTo>
                    <a:lnTo>
                      <a:pt x="1243" y="544"/>
                    </a:lnTo>
                    <a:cubicBezTo>
                      <a:pt x="1243" y="544"/>
                      <a:pt x="1228" y="480"/>
                      <a:pt x="1222" y="45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7" name="Freeform 416">
                <a:extLst>
                  <a:ext uri="{FF2B5EF4-FFF2-40B4-BE49-F238E27FC236}">
                    <a16:creationId xmlns:a16="http://schemas.microsoft.com/office/drawing/2014/main" id="{8E3995AB-F4D0-EC49-836A-9A3D0D53904B}"/>
                  </a:ext>
                </a:extLst>
              </p:cNvPr>
              <p:cNvSpPr/>
              <p:nvPr/>
            </p:nvSpPr>
            <p:spPr>
              <a:xfrm>
                <a:off x="11450806" y="8428847"/>
                <a:ext cx="1563250" cy="691055"/>
              </a:xfrm>
              <a:custGeom>
                <a:avLst/>
                <a:gdLst>
                  <a:gd name="connsiteX0" fmla="*/ 568609 w 1563250"/>
                  <a:gd name="connsiteY0" fmla="*/ 16843 h 691055"/>
                  <a:gd name="connsiteX1" fmla="*/ 545737 w 1563250"/>
                  <a:gd name="connsiteY1" fmla="*/ 28038 h 691055"/>
                  <a:gd name="connsiteX2" fmla="*/ 524576 w 1563250"/>
                  <a:gd name="connsiteY2" fmla="*/ 70330 h 691055"/>
                  <a:gd name="connsiteX3" fmla="*/ 525820 w 1563250"/>
                  <a:gd name="connsiteY3" fmla="*/ 120085 h 691055"/>
                  <a:gd name="connsiteX4" fmla="*/ 518352 w 1563250"/>
                  <a:gd name="connsiteY4" fmla="*/ 128792 h 691055"/>
                  <a:gd name="connsiteX5" fmla="*/ 181018 w 1563250"/>
                  <a:gd name="connsiteY5" fmla="*/ 243229 h 691055"/>
                  <a:gd name="connsiteX6" fmla="*/ 42849 w 1563250"/>
                  <a:gd name="connsiteY6" fmla="*/ 580319 h 691055"/>
                  <a:gd name="connsiteX7" fmla="*/ 19198 w 1563250"/>
                  <a:gd name="connsiteY7" fmla="*/ 674854 h 691055"/>
                  <a:gd name="connsiteX8" fmla="*/ 1545289 w 1563250"/>
                  <a:gd name="connsiteY8" fmla="*/ 674854 h 691055"/>
                  <a:gd name="connsiteX9" fmla="*/ 1522883 w 1563250"/>
                  <a:gd name="connsiteY9" fmla="*/ 581563 h 691055"/>
                  <a:gd name="connsiteX10" fmla="*/ 1361063 w 1563250"/>
                  <a:gd name="connsiteY10" fmla="*/ 227058 h 691055"/>
                  <a:gd name="connsiteX11" fmla="*/ 1053604 w 1563250"/>
                  <a:gd name="connsiteY11" fmla="*/ 128792 h 691055"/>
                  <a:gd name="connsiteX12" fmla="*/ 1046135 w 1563250"/>
                  <a:gd name="connsiteY12" fmla="*/ 128792 h 691055"/>
                  <a:gd name="connsiteX13" fmla="*/ 1039911 w 1563250"/>
                  <a:gd name="connsiteY13" fmla="*/ 120085 h 691055"/>
                  <a:gd name="connsiteX14" fmla="*/ 1039911 w 1563250"/>
                  <a:gd name="connsiteY14" fmla="*/ 75305 h 691055"/>
                  <a:gd name="connsiteX15" fmla="*/ 1018750 w 1563250"/>
                  <a:gd name="connsiteY15" fmla="*/ 30526 h 691055"/>
                  <a:gd name="connsiteX16" fmla="*/ 967715 w 1563250"/>
                  <a:gd name="connsiteY16" fmla="*/ 21818 h 691055"/>
                  <a:gd name="connsiteX17" fmla="*/ 814608 w 1563250"/>
                  <a:gd name="connsiteY17" fmla="*/ 67842 h 691055"/>
                  <a:gd name="connsiteX18" fmla="*/ 810873 w 1563250"/>
                  <a:gd name="connsiteY18" fmla="*/ 67842 h 691055"/>
                  <a:gd name="connsiteX19" fmla="*/ 594283 w 1563250"/>
                  <a:gd name="connsiteY19" fmla="*/ 16843 h 691055"/>
                  <a:gd name="connsiteX20" fmla="*/ 568609 w 1563250"/>
                  <a:gd name="connsiteY20" fmla="*/ 16843 h 691055"/>
                  <a:gd name="connsiteX21" fmla="*/ 564408 w 1563250"/>
                  <a:gd name="connsiteY21" fmla="*/ 1731 h 691055"/>
                  <a:gd name="connsiteX22" fmla="*/ 596773 w 1563250"/>
                  <a:gd name="connsiteY22" fmla="*/ 1886 h 691055"/>
                  <a:gd name="connsiteX23" fmla="*/ 810878 w 1563250"/>
                  <a:gd name="connsiteY23" fmla="*/ 54133 h 691055"/>
                  <a:gd name="connsiteX24" fmla="*/ 961498 w 1563250"/>
                  <a:gd name="connsiteY24" fmla="*/ 8106 h 691055"/>
                  <a:gd name="connsiteX25" fmla="*/ 1026228 w 1563250"/>
                  <a:gd name="connsiteY25" fmla="*/ 19302 h 691055"/>
                  <a:gd name="connsiteX26" fmla="*/ 1054858 w 1563250"/>
                  <a:gd name="connsiteY26" fmla="*/ 77769 h 691055"/>
                  <a:gd name="connsiteX27" fmla="*/ 1053613 w 1563250"/>
                  <a:gd name="connsiteY27" fmla="*/ 115089 h 691055"/>
                  <a:gd name="connsiteX28" fmla="*/ 1372281 w 1563250"/>
                  <a:gd name="connsiteY28" fmla="*/ 218340 h 691055"/>
                  <a:gd name="connsiteX29" fmla="*/ 1536594 w 1563250"/>
                  <a:gd name="connsiteY29" fmla="*/ 575364 h 691055"/>
                  <a:gd name="connsiteX30" fmla="*/ 1562735 w 1563250"/>
                  <a:gd name="connsiteY30" fmla="*/ 681103 h 691055"/>
                  <a:gd name="connsiteX31" fmla="*/ 1561490 w 1563250"/>
                  <a:gd name="connsiteY31" fmla="*/ 688567 h 691055"/>
                  <a:gd name="connsiteX32" fmla="*/ 1555266 w 1563250"/>
                  <a:gd name="connsiteY32" fmla="*/ 691055 h 691055"/>
                  <a:gd name="connsiteX33" fmla="*/ 7984 w 1563250"/>
                  <a:gd name="connsiteY33" fmla="*/ 691055 h 691055"/>
                  <a:gd name="connsiteX34" fmla="*/ 1760 w 1563250"/>
                  <a:gd name="connsiteY34" fmla="*/ 688567 h 691055"/>
                  <a:gd name="connsiteX35" fmla="*/ 515 w 1563250"/>
                  <a:gd name="connsiteY35" fmla="*/ 681103 h 691055"/>
                  <a:gd name="connsiteX36" fmla="*/ 25411 w 1563250"/>
                  <a:gd name="connsiteY36" fmla="*/ 576608 h 691055"/>
                  <a:gd name="connsiteX37" fmla="*/ 166073 w 1563250"/>
                  <a:gd name="connsiteY37" fmla="*/ 234512 h 691055"/>
                  <a:gd name="connsiteX38" fmla="*/ 508392 w 1563250"/>
                  <a:gd name="connsiteY38" fmla="*/ 115089 h 691055"/>
                  <a:gd name="connsiteX39" fmla="*/ 508392 w 1563250"/>
                  <a:gd name="connsiteY39" fmla="*/ 71549 h 691055"/>
                  <a:gd name="connsiteX40" fmla="*/ 535778 w 1563250"/>
                  <a:gd name="connsiteY40" fmla="*/ 15570 h 691055"/>
                  <a:gd name="connsiteX41" fmla="*/ 564408 w 1563250"/>
                  <a:gd name="connsiteY41" fmla="*/ 1731 h 691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563250" h="691055">
                    <a:moveTo>
                      <a:pt x="568609" y="16843"/>
                    </a:moveTo>
                    <a:cubicBezTo>
                      <a:pt x="560363" y="18709"/>
                      <a:pt x="552583" y="22441"/>
                      <a:pt x="545737" y="28038"/>
                    </a:cubicBezTo>
                    <a:cubicBezTo>
                      <a:pt x="533289" y="37989"/>
                      <a:pt x="524576" y="54159"/>
                      <a:pt x="524576" y="70330"/>
                    </a:cubicBezTo>
                    <a:lnTo>
                      <a:pt x="525820" y="120085"/>
                    </a:lnTo>
                    <a:cubicBezTo>
                      <a:pt x="525820" y="123816"/>
                      <a:pt x="523331" y="127548"/>
                      <a:pt x="518352" y="128792"/>
                    </a:cubicBezTo>
                    <a:cubicBezTo>
                      <a:pt x="281845" y="156157"/>
                      <a:pt x="204669" y="205912"/>
                      <a:pt x="181018" y="243229"/>
                    </a:cubicBezTo>
                    <a:cubicBezTo>
                      <a:pt x="121269" y="337763"/>
                      <a:pt x="62765" y="492004"/>
                      <a:pt x="42849" y="580319"/>
                    </a:cubicBezTo>
                    <a:lnTo>
                      <a:pt x="19198" y="674854"/>
                    </a:lnTo>
                    <a:lnTo>
                      <a:pt x="1545289" y="674854"/>
                    </a:lnTo>
                    <a:cubicBezTo>
                      <a:pt x="1541555" y="653708"/>
                      <a:pt x="1529107" y="601465"/>
                      <a:pt x="1522883" y="581563"/>
                    </a:cubicBezTo>
                    <a:cubicBezTo>
                      <a:pt x="1485540" y="462151"/>
                      <a:pt x="1427036" y="305422"/>
                      <a:pt x="1361063" y="227058"/>
                    </a:cubicBezTo>
                    <a:cubicBezTo>
                      <a:pt x="1301314" y="157401"/>
                      <a:pt x="1128290" y="137499"/>
                      <a:pt x="1053604" y="128792"/>
                    </a:cubicBezTo>
                    <a:lnTo>
                      <a:pt x="1046135" y="128792"/>
                    </a:lnTo>
                    <a:cubicBezTo>
                      <a:pt x="1042401" y="127548"/>
                      <a:pt x="1038667" y="123816"/>
                      <a:pt x="1039911" y="120085"/>
                    </a:cubicBezTo>
                    <a:lnTo>
                      <a:pt x="1039911" y="75305"/>
                    </a:lnTo>
                    <a:cubicBezTo>
                      <a:pt x="1039911" y="57891"/>
                      <a:pt x="1032443" y="41720"/>
                      <a:pt x="1018750" y="30526"/>
                    </a:cubicBezTo>
                    <a:cubicBezTo>
                      <a:pt x="1003813" y="20575"/>
                      <a:pt x="985141" y="16843"/>
                      <a:pt x="967715" y="21818"/>
                    </a:cubicBezTo>
                    <a:lnTo>
                      <a:pt x="814608" y="67842"/>
                    </a:lnTo>
                    <a:cubicBezTo>
                      <a:pt x="813363" y="67842"/>
                      <a:pt x="812118" y="67842"/>
                      <a:pt x="810873" y="67842"/>
                    </a:cubicBezTo>
                    <a:lnTo>
                      <a:pt x="594283" y="16843"/>
                    </a:lnTo>
                    <a:cubicBezTo>
                      <a:pt x="585570" y="14977"/>
                      <a:pt x="576856" y="14977"/>
                      <a:pt x="568609" y="16843"/>
                    </a:cubicBezTo>
                    <a:close/>
                    <a:moveTo>
                      <a:pt x="564408" y="1731"/>
                    </a:moveTo>
                    <a:cubicBezTo>
                      <a:pt x="574989" y="-602"/>
                      <a:pt x="586192" y="-602"/>
                      <a:pt x="596773" y="1886"/>
                    </a:cubicBezTo>
                    <a:lnTo>
                      <a:pt x="810878" y="54133"/>
                    </a:lnTo>
                    <a:lnTo>
                      <a:pt x="961498" y="8106"/>
                    </a:lnTo>
                    <a:cubicBezTo>
                      <a:pt x="983905" y="1886"/>
                      <a:pt x="1007556" y="5618"/>
                      <a:pt x="1026228" y="19302"/>
                    </a:cubicBezTo>
                    <a:cubicBezTo>
                      <a:pt x="1044900" y="32986"/>
                      <a:pt x="1054858" y="54133"/>
                      <a:pt x="1054858" y="77769"/>
                    </a:cubicBezTo>
                    <a:lnTo>
                      <a:pt x="1053613" y="115089"/>
                    </a:lnTo>
                    <a:cubicBezTo>
                      <a:pt x="1130791" y="122553"/>
                      <a:pt x="1308797" y="143701"/>
                      <a:pt x="1372281" y="218340"/>
                    </a:cubicBezTo>
                    <a:cubicBezTo>
                      <a:pt x="1439500" y="295467"/>
                      <a:pt x="1499250" y="455941"/>
                      <a:pt x="1536594" y="575364"/>
                    </a:cubicBezTo>
                    <a:cubicBezTo>
                      <a:pt x="1545308" y="601488"/>
                      <a:pt x="1561490" y="677371"/>
                      <a:pt x="1562735" y="681103"/>
                    </a:cubicBezTo>
                    <a:cubicBezTo>
                      <a:pt x="1563980" y="683591"/>
                      <a:pt x="1562735" y="686079"/>
                      <a:pt x="1561490" y="688567"/>
                    </a:cubicBezTo>
                    <a:cubicBezTo>
                      <a:pt x="1560246" y="689811"/>
                      <a:pt x="1557756" y="691055"/>
                      <a:pt x="1555266" y="691055"/>
                    </a:cubicBezTo>
                    <a:lnTo>
                      <a:pt x="7984" y="691055"/>
                    </a:lnTo>
                    <a:cubicBezTo>
                      <a:pt x="5494" y="691055"/>
                      <a:pt x="3005" y="689811"/>
                      <a:pt x="1760" y="688567"/>
                    </a:cubicBezTo>
                    <a:cubicBezTo>
                      <a:pt x="515" y="686079"/>
                      <a:pt x="-730" y="683591"/>
                      <a:pt x="515" y="681103"/>
                    </a:cubicBezTo>
                    <a:lnTo>
                      <a:pt x="25411" y="576608"/>
                    </a:lnTo>
                    <a:cubicBezTo>
                      <a:pt x="42838" y="499481"/>
                      <a:pt x="97609" y="341495"/>
                      <a:pt x="166073" y="234512"/>
                    </a:cubicBezTo>
                    <a:cubicBezTo>
                      <a:pt x="202172" y="177288"/>
                      <a:pt x="317938" y="137481"/>
                      <a:pt x="508392" y="115089"/>
                    </a:cubicBezTo>
                    <a:lnTo>
                      <a:pt x="508392" y="71549"/>
                    </a:lnTo>
                    <a:cubicBezTo>
                      <a:pt x="508392" y="50401"/>
                      <a:pt x="517106" y="29254"/>
                      <a:pt x="535778" y="15570"/>
                    </a:cubicBezTo>
                    <a:cubicBezTo>
                      <a:pt x="543869" y="8728"/>
                      <a:pt x="553827" y="4063"/>
                      <a:pt x="564408" y="17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892C9150-94A3-4946-9420-AD18A065FDCC}"/>
                  </a:ext>
                </a:extLst>
              </p:cNvPr>
              <p:cNvSpPr/>
              <p:nvPr/>
            </p:nvSpPr>
            <p:spPr>
              <a:xfrm>
                <a:off x="11960850" y="8541656"/>
                <a:ext cx="282795" cy="747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8" h="61">
                    <a:moveTo>
                      <a:pt x="174" y="61"/>
                    </a:moveTo>
                    <a:cubicBezTo>
                      <a:pt x="173" y="61"/>
                      <a:pt x="173" y="61"/>
                      <a:pt x="172" y="61"/>
                    </a:cubicBezTo>
                    <a:lnTo>
                      <a:pt x="4" y="12"/>
                    </a:lnTo>
                    <a:cubicBezTo>
                      <a:pt x="0" y="12"/>
                      <a:pt x="-1" y="8"/>
                      <a:pt x="0" y="4"/>
                    </a:cubicBezTo>
                    <a:cubicBezTo>
                      <a:pt x="0" y="1"/>
                      <a:pt x="4" y="-1"/>
                      <a:pt x="8" y="0"/>
                    </a:cubicBezTo>
                    <a:lnTo>
                      <a:pt x="172" y="48"/>
                    </a:lnTo>
                    <a:lnTo>
                      <a:pt x="217" y="10"/>
                    </a:lnTo>
                    <a:cubicBezTo>
                      <a:pt x="220" y="9"/>
                      <a:pt x="225" y="9"/>
                      <a:pt x="227" y="12"/>
                    </a:cubicBezTo>
                    <a:cubicBezTo>
                      <a:pt x="229" y="14"/>
                      <a:pt x="228" y="18"/>
                      <a:pt x="226" y="21"/>
                    </a:cubicBezTo>
                    <a:lnTo>
                      <a:pt x="178" y="60"/>
                    </a:lnTo>
                    <a:cubicBezTo>
                      <a:pt x="176" y="60"/>
                      <a:pt x="175" y="61"/>
                      <a:pt x="174" y="6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6A096060-C81D-494F-957A-4C387385E933}"/>
                  </a:ext>
                </a:extLst>
              </p:cNvPr>
              <p:cNvSpPr/>
              <p:nvPr/>
            </p:nvSpPr>
            <p:spPr>
              <a:xfrm>
                <a:off x="12283510" y="8541656"/>
                <a:ext cx="221751" cy="760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9" h="62">
                    <a:moveTo>
                      <a:pt x="51" y="62"/>
                    </a:moveTo>
                    <a:cubicBezTo>
                      <a:pt x="50" y="62"/>
                      <a:pt x="48" y="61"/>
                      <a:pt x="47" y="60"/>
                    </a:cubicBezTo>
                    <a:lnTo>
                      <a:pt x="2" y="21"/>
                    </a:lnTo>
                    <a:cubicBezTo>
                      <a:pt x="-1" y="18"/>
                      <a:pt x="-1" y="14"/>
                      <a:pt x="2" y="12"/>
                    </a:cubicBezTo>
                    <a:cubicBezTo>
                      <a:pt x="4" y="9"/>
                      <a:pt x="8" y="9"/>
                      <a:pt x="11" y="11"/>
                    </a:cubicBezTo>
                    <a:lnTo>
                      <a:pt x="52" y="48"/>
                    </a:lnTo>
                    <a:lnTo>
                      <a:pt x="169" y="0"/>
                    </a:lnTo>
                    <a:cubicBezTo>
                      <a:pt x="173" y="-1"/>
                      <a:pt x="177" y="1"/>
                      <a:pt x="178" y="4"/>
                    </a:cubicBezTo>
                    <a:cubicBezTo>
                      <a:pt x="179" y="7"/>
                      <a:pt x="178" y="11"/>
                      <a:pt x="174" y="12"/>
                    </a:cubicBezTo>
                    <a:lnTo>
                      <a:pt x="54" y="61"/>
                    </a:lnTo>
                    <a:cubicBezTo>
                      <a:pt x="53" y="62"/>
                      <a:pt x="52" y="62"/>
                      <a:pt x="51" y="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DB1BA01B-BEA7-D543-BBA3-32DAF1778380}"/>
                  </a:ext>
                </a:extLst>
              </p:cNvPr>
              <p:cNvSpPr/>
              <p:nvPr/>
            </p:nvSpPr>
            <p:spPr>
              <a:xfrm>
                <a:off x="12258591" y="8648832"/>
                <a:ext cx="14950" cy="4735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381">
                    <a:moveTo>
                      <a:pt x="7" y="381"/>
                    </a:moveTo>
                    <a:cubicBezTo>
                      <a:pt x="3" y="381"/>
                      <a:pt x="0" y="377"/>
                      <a:pt x="0" y="374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374"/>
                    </a:lnTo>
                    <a:cubicBezTo>
                      <a:pt x="13" y="377"/>
                      <a:pt x="10" y="381"/>
                      <a:pt x="7" y="3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B4848704-7431-814E-B9F0-6C2FF5C2567D}"/>
                  </a:ext>
                </a:extLst>
              </p:cNvPr>
              <p:cNvSpPr/>
              <p:nvPr/>
            </p:nvSpPr>
            <p:spPr>
              <a:xfrm>
                <a:off x="12350783" y="8769716"/>
                <a:ext cx="79731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" h="13">
                    <a:moveTo>
                      <a:pt x="59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59" y="0"/>
                    </a:lnTo>
                    <a:cubicBezTo>
                      <a:pt x="63" y="0"/>
                      <a:pt x="65" y="3"/>
                      <a:pt x="65" y="6"/>
                    </a:cubicBezTo>
                    <a:cubicBezTo>
                      <a:pt x="65" y="10"/>
                      <a:pt x="63" y="13"/>
                      <a:pt x="59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9AEC55F3-FC55-D546-BCD9-F903F70645E3}"/>
                  </a:ext>
                </a:extLst>
              </p:cNvPr>
              <p:cNvSpPr/>
              <p:nvPr/>
            </p:nvSpPr>
            <p:spPr>
              <a:xfrm>
                <a:off x="12350783" y="8967866"/>
                <a:ext cx="7973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" h="14">
                    <a:moveTo>
                      <a:pt x="59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59" y="0"/>
                    </a:lnTo>
                    <a:cubicBezTo>
                      <a:pt x="63" y="0"/>
                      <a:pt x="65" y="4"/>
                      <a:pt x="65" y="7"/>
                    </a:cubicBezTo>
                    <a:cubicBezTo>
                      <a:pt x="65" y="11"/>
                      <a:pt x="63" y="14"/>
                      <a:pt x="59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D63CB220-76D2-4D43-825C-ADC2E5726769}"/>
                  </a:ext>
                </a:extLst>
              </p:cNvPr>
              <p:cNvSpPr/>
              <p:nvPr/>
            </p:nvSpPr>
            <p:spPr>
              <a:xfrm>
                <a:off x="12318392" y="8302380"/>
                <a:ext cx="88451" cy="922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" h="75">
                    <a:moveTo>
                      <a:pt x="66" y="13"/>
                    </a:moveTo>
                    <a:cubicBezTo>
                      <a:pt x="65" y="13"/>
                      <a:pt x="29" y="10"/>
                      <a:pt x="9" y="1"/>
                    </a:cubicBezTo>
                    <a:cubicBezTo>
                      <a:pt x="7" y="0"/>
                      <a:pt x="5" y="0"/>
                      <a:pt x="3" y="1"/>
                    </a:cubicBezTo>
                    <a:cubicBezTo>
                      <a:pt x="1" y="3"/>
                      <a:pt x="0" y="5"/>
                      <a:pt x="0" y="7"/>
                    </a:cubicBezTo>
                    <a:cubicBezTo>
                      <a:pt x="0" y="8"/>
                      <a:pt x="3" y="58"/>
                      <a:pt x="64" y="74"/>
                    </a:cubicBezTo>
                    <a:lnTo>
                      <a:pt x="65" y="75"/>
                    </a:lnTo>
                    <a:cubicBezTo>
                      <a:pt x="67" y="75"/>
                      <a:pt x="69" y="74"/>
                      <a:pt x="70" y="73"/>
                    </a:cubicBezTo>
                    <a:cubicBezTo>
                      <a:pt x="71" y="72"/>
                      <a:pt x="72" y="70"/>
                      <a:pt x="72" y="68"/>
                    </a:cubicBezTo>
                    <a:lnTo>
                      <a:pt x="72" y="20"/>
                    </a:lnTo>
                    <a:cubicBezTo>
                      <a:pt x="72" y="16"/>
                      <a:pt x="70" y="13"/>
                      <a:pt x="66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B18A8282-3A4C-E94D-8B1B-59DCE3724D6D}"/>
                  </a:ext>
                </a:extLst>
              </p:cNvPr>
              <p:cNvSpPr/>
              <p:nvPr/>
            </p:nvSpPr>
            <p:spPr>
              <a:xfrm>
                <a:off x="11817584" y="7388894"/>
                <a:ext cx="842155" cy="8673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7" h="697">
                    <a:moveTo>
                      <a:pt x="269" y="594"/>
                    </a:moveTo>
                    <a:cubicBezTo>
                      <a:pt x="268" y="587"/>
                      <a:pt x="265" y="582"/>
                      <a:pt x="261" y="578"/>
                    </a:cubicBezTo>
                    <a:cubicBezTo>
                      <a:pt x="256" y="573"/>
                      <a:pt x="248" y="570"/>
                      <a:pt x="241" y="570"/>
                    </a:cubicBezTo>
                    <a:cubicBezTo>
                      <a:pt x="190" y="571"/>
                      <a:pt x="164" y="534"/>
                      <a:pt x="166" y="471"/>
                    </a:cubicBezTo>
                    <a:cubicBezTo>
                      <a:pt x="168" y="399"/>
                      <a:pt x="207" y="382"/>
                      <a:pt x="239" y="392"/>
                    </a:cubicBezTo>
                    <a:cubicBezTo>
                      <a:pt x="293" y="408"/>
                      <a:pt x="250" y="478"/>
                      <a:pt x="309" y="477"/>
                    </a:cubicBezTo>
                    <a:cubicBezTo>
                      <a:pt x="367" y="477"/>
                      <a:pt x="364" y="380"/>
                      <a:pt x="364" y="380"/>
                    </a:cubicBezTo>
                    <a:cubicBezTo>
                      <a:pt x="461" y="358"/>
                      <a:pt x="440" y="277"/>
                      <a:pt x="440" y="277"/>
                    </a:cubicBezTo>
                    <a:cubicBezTo>
                      <a:pt x="529" y="295"/>
                      <a:pt x="569" y="238"/>
                      <a:pt x="569" y="238"/>
                    </a:cubicBezTo>
                    <a:cubicBezTo>
                      <a:pt x="726" y="293"/>
                      <a:pt x="665" y="147"/>
                      <a:pt x="665" y="147"/>
                    </a:cubicBezTo>
                    <a:cubicBezTo>
                      <a:pt x="676" y="20"/>
                      <a:pt x="564" y="50"/>
                      <a:pt x="564" y="50"/>
                    </a:cubicBezTo>
                    <a:cubicBezTo>
                      <a:pt x="520" y="-37"/>
                      <a:pt x="432" y="31"/>
                      <a:pt x="432" y="31"/>
                    </a:cubicBezTo>
                    <a:cubicBezTo>
                      <a:pt x="362" y="-45"/>
                      <a:pt x="294" y="42"/>
                      <a:pt x="294" y="42"/>
                    </a:cubicBezTo>
                    <a:cubicBezTo>
                      <a:pt x="185" y="-9"/>
                      <a:pt x="166" y="102"/>
                      <a:pt x="166" y="102"/>
                    </a:cubicBezTo>
                    <a:cubicBezTo>
                      <a:pt x="34" y="104"/>
                      <a:pt x="73" y="224"/>
                      <a:pt x="73" y="224"/>
                    </a:cubicBezTo>
                    <a:cubicBezTo>
                      <a:pt x="-25" y="273"/>
                      <a:pt x="33" y="371"/>
                      <a:pt x="33" y="371"/>
                    </a:cubicBezTo>
                    <a:cubicBezTo>
                      <a:pt x="-51" y="457"/>
                      <a:pt x="50" y="522"/>
                      <a:pt x="50" y="522"/>
                    </a:cubicBezTo>
                    <a:cubicBezTo>
                      <a:pt x="27" y="629"/>
                      <a:pt x="121" y="620"/>
                      <a:pt x="121" y="620"/>
                    </a:cubicBezTo>
                    <a:cubicBezTo>
                      <a:pt x="122" y="710"/>
                      <a:pt x="224" y="707"/>
                      <a:pt x="246" y="681"/>
                    </a:cubicBezTo>
                    <a:cubicBezTo>
                      <a:pt x="272" y="651"/>
                      <a:pt x="272" y="616"/>
                      <a:pt x="269" y="59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D6B4A422-4FE7-6B4C-816A-FE363941F83F}"/>
                  </a:ext>
                </a:extLst>
              </p:cNvPr>
              <p:cNvSpPr/>
              <p:nvPr/>
            </p:nvSpPr>
            <p:spPr>
              <a:xfrm>
                <a:off x="11460038" y="8435726"/>
                <a:ext cx="1547273" cy="6767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43" h="544">
                    <a:moveTo>
                      <a:pt x="1222" y="459"/>
                    </a:moveTo>
                    <a:cubicBezTo>
                      <a:pt x="1185" y="344"/>
                      <a:pt x="1139" y="230"/>
                      <a:pt x="1091" y="173"/>
                    </a:cubicBezTo>
                    <a:cubicBezTo>
                      <a:pt x="1040" y="113"/>
                      <a:pt x="892" y="98"/>
                      <a:pt x="834" y="91"/>
                    </a:cubicBezTo>
                    <a:lnTo>
                      <a:pt x="834" y="56"/>
                    </a:lnTo>
                    <a:cubicBezTo>
                      <a:pt x="834" y="38"/>
                      <a:pt x="827" y="24"/>
                      <a:pt x="814" y="15"/>
                    </a:cubicBezTo>
                    <a:cubicBezTo>
                      <a:pt x="802" y="5"/>
                      <a:pt x="785" y="1"/>
                      <a:pt x="768" y="6"/>
                    </a:cubicBezTo>
                    <a:lnTo>
                      <a:pt x="645" y="43"/>
                    </a:lnTo>
                    <a:lnTo>
                      <a:pt x="471" y="2"/>
                    </a:lnTo>
                    <a:cubicBezTo>
                      <a:pt x="455" y="-3"/>
                      <a:pt x="439" y="2"/>
                      <a:pt x="428" y="11"/>
                    </a:cubicBezTo>
                    <a:cubicBezTo>
                      <a:pt x="415" y="21"/>
                      <a:pt x="408" y="35"/>
                      <a:pt x="408" y="51"/>
                    </a:cubicBezTo>
                    <a:lnTo>
                      <a:pt x="409" y="91"/>
                    </a:lnTo>
                    <a:cubicBezTo>
                      <a:pt x="350" y="98"/>
                      <a:pt x="174" y="120"/>
                      <a:pt x="132" y="186"/>
                    </a:cubicBezTo>
                    <a:cubicBezTo>
                      <a:pt x="81" y="267"/>
                      <a:pt x="36" y="393"/>
                      <a:pt x="20" y="459"/>
                    </a:cubicBezTo>
                    <a:lnTo>
                      <a:pt x="0" y="544"/>
                    </a:lnTo>
                    <a:lnTo>
                      <a:pt x="1243" y="544"/>
                    </a:lnTo>
                    <a:cubicBezTo>
                      <a:pt x="1243" y="544"/>
                      <a:pt x="1228" y="480"/>
                      <a:pt x="1222" y="45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F58DA3C8-90D9-A44A-B41B-BB59239D9E3F}"/>
                  </a:ext>
                </a:extLst>
              </p:cNvPr>
              <p:cNvSpPr/>
              <p:nvPr/>
            </p:nvSpPr>
            <p:spPr>
              <a:xfrm>
                <a:off x="12846608" y="7539687"/>
                <a:ext cx="802290" cy="7402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45" h="595">
                    <a:moveTo>
                      <a:pt x="591" y="595"/>
                    </a:moveTo>
                    <a:lnTo>
                      <a:pt x="359" y="595"/>
                    </a:lnTo>
                    <a:lnTo>
                      <a:pt x="127" y="595"/>
                    </a:lnTo>
                    <a:cubicBezTo>
                      <a:pt x="112" y="595"/>
                      <a:pt x="98" y="589"/>
                      <a:pt x="88" y="579"/>
                    </a:cubicBezTo>
                    <a:cubicBezTo>
                      <a:pt x="79" y="569"/>
                      <a:pt x="73" y="556"/>
                      <a:pt x="73" y="541"/>
                    </a:cubicBezTo>
                    <a:lnTo>
                      <a:pt x="73" y="478"/>
                    </a:lnTo>
                    <a:lnTo>
                      <a:pt x="73" y="416"/>
                    </a:lnTo>
                    <a:lnTo>
                      <a:pt x="36" y="389"/>
                    </a:lnTo>
                    <a:lnTo>
                      <a:pt x="0" y="363"/>
                    </a:lnTo>
                    <a:lnTo>
                      <a:pt x="36" y="336"/>
                    </a:lnTo>
                    <a:lnTo>
                      <a:pt x="73" y="309"/>
                    </a:lnTo>
                    <a:lnTo>
                      <a:pt x="73" y="181"/>
                    </a:lnTo>
                    <a:lnTo>
                      <a:pt x="73" y="54"/>
                    </a:lnTo>
                    <a:cubicBezTo>
                      <a:pt x="73" y="39"/>
                      <a:pt x="79" y="25"/>
                      <a:pt x="88" y="16"/>
                    </a:cubicBezTo>
                    <a:cubicBezTo>
                      <a:pt x="98" y="6"/>
                      <a:pt x="112" y="0"/>
                      <a:pt x="127" y="0"/>
                    </a:cubicBezTo>
                    <a:lnTo>
                      <a:pt x="359" y="0"/>
                    </a:lnTo>
                    <a:lnTo>
                      <a:pt x="591" y="0"/>
                    </a:lnTo>
                    <a:cubicBezTo>
                      <a:pt x="606" y="0"/>
                      <a:pt x="620" y="6"/>
                      <a:pt x="629" y="16"/>
                    </a:cubicBezTo>
                    <a:cubicBezTo>
                      <a:pt x="639" y="25"/>
                      <a:pt x="645" y="39"/>
                      <a:pt x="645" y="54"/>
                    </a:cubicBezTo>
                    <a:lnTo>
                      <a:pt x="645" y="297"/>
                    </a:lnTo>
                    <a:lnTo>
                      <a:pt x="645" y="541"/>
                    </a:lnTo>
                    <a:cubicBezTo>
                      <a:pt x="645" y="556"/>
                      <a:pt x="639" y="569"/>
                      <a:pt x="629" y="579"/>
                    </a:cubicBezTo>
                    <a:cubicBezTo>
                      <a:pt x="620" y="589"/>
                      <a:pt x="606" y="595"/>
                      <a:pt x="591" y="59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8" name="Freeform 417">
                <a:extLst>
                  <a:ext uri="{FF2B5EF4-FFF2-40B4-BE49-F238E27FC236}">
                    <a16:creationId xmlns:a16="http://schemas.microsoft.com/office/drawing/2014/main" id="{645391D2-A478-5B4F-BE14-9CB615F757CB}"/>
                  </a:ext>
                </a:extLst>
              </p:cNvPr>
              <p:cNvSpPr/>
              <p:nvPr/>
            </p:nvSpPr>
            <p:spPr>
              <a:xfrm>
                <a:off x="12837887" y="7532210"/>
                <a:ext cx="818485" cy="755215"/>
              </a:xfrm>
              <a:custGeom>
                <a:avLst/>
                <a:gdLst>
                  <a:gd name="connsiteX0" fmla="*/ 166705 w 818485"/>
                  <a:gd name="connsiteY0" fmla="*/ 16201 h 755215"/>
                  <a:gd name="connsiteX1" fmla="*/ 124416 w 818485"/>
                  <a:gd name="connsiteY1" fmla="*/ 32374 h 755215"/>
                  <a:gd name="connsiteX2" fmla="*/ 108247 w 818485"/>
                  <a:gd name="connsiteY2" fmla="*/ 74673 h 755215"/>
                  <a:gd name="connsiteX3" fmla="*/ 108247 w 818485"/>
                  <a:gd name="connsiteY3" fmla="*/ 391915 h 755215"/>
                  <a:gd name="connsiteX4" fmla="*/ 104515 w 818485"/>
                  <a:gd name="connsiteY4" fmla="*/ 398135 h 755215"/>
                  <a:gd name="connsiteX5" fmla="*/ 22424 w 818485"/>
                  <a:gd name="connsiteY5" fmla="*/ 459095 h 755215"/>
                  <a:gd name="connsiteX6" fmla="*/ 103271 w 818485"/>
                  <a:gd name="connsiteY6" fmla="*/ 517567 h 755215"/>
                  <a:gd name="connsiteX7" fmla="*/ 108247 w 818485"/>
                  <a:gd name="connsiteY7" fmla="*/ 525032 h 755215"/>
                  <a:gd name="connsiteX8" fmla="*/ 108247 w 818485"/>
                  <a:gd name="connsiteY8" fmla="*/ 680542 h 755215"/>
                  <a:gd name="connsiteX9" fmla="*/ 124416 w 818485"/>
                  <a:gd name="connsiteY9" fmla="*/ 721597 h 755215"/>
                  <a:gd name="connsiteX10" fmla="*/ 166705 w 818485"/>
                  <a:gd name="connsiteY10" fmla="*/ 739014 h 755215"/>
                  <a:gd name="connsiteX11" fmla="*/ 743831 w 818485"/>
                  <a:gd name="connsiteY11" fmla="*/ 739014 h 755215"/>
                  <a:gd name="connsiteX12" fmla="*/ 784877 w 818485"/>
                  <a:gd name="connsiteY12" fmla="*/ 721597 h 755215"/>
                  <a:gd name="connsiteX13" fmla="*/ 802290 w 818485"/>
                  <a:gd name="connsiteY13" fmla="*/ 680542 h 755215"/>
                  <a:gd name="connsiteX14" fmla="*/ 802290 w 818485"/>
                  <a:gd name="connsiteY14" fmla="*/ 74673 h 755215"/>
                  <a:gd name="connsiteX15" fmla="*/ 784877 w 818485"/>
                  <a:gd name="connsiteY15" fmla="*/ 32374 h 755215"/>
                  <a:gd name="connsiteX16" fmla="*/ 743831 w 818485"/>
                  <a:gd name="connsiteY16" fmla="*/ 16201 h 755215"/>
                  <a:gd name="connsiteX17" fmla="*/ 166682 w 818485"/>
                  <a:gd name="connsiteY17" fmla="*/ 0 h 755215"/>
                  <a:gd name="connsiteX18" fmla="*/ 743851 w 818485"/>
                  <a:gd name="connsiteY18" fmla="*/ 0 h 755215"/>
                  <a:gd name="connsiteX19" fmla="*/ 796095 w 818485"/>
                  <a:gd name="connsiteY19" fmla="*/ 21151 h 755215"/>
                  <a:gd name="connsiteX20" fmla="*/ 818485 w 818485"/>
                  <a:gd name="connsiteY20" fmla="*/ 74651 h 755215"/>
                  <a:gd name="connsiteX21" fmla="*/ 818485 w 818485"/>
                  <a:gd name="connsiteY21" fmla="*/ 680565 h 755215"/>
                  <a:gd name="connsiteX22" fmla="*/ 796095 w 818485"/>
                  <a:gd name="connsiteY22" fmla="*/ 732820 h 755215"/>
                  <a:gd name="connsiteX23" fmla="*/ 743851 w 818485"/>
                  <a:gd name="connsiteY23" fmla="*/ 755215 h 755215"/>
                  <a:gd name="connsiteX24" fmla="*/ 166682 w 818485"/>
                  <a:gd name="connsiteY24" fmla="*/ 755215 h 755215"/>
                  <a:gd name="connsiteX25" fmla="*/ 113195 w 818485"/>
                  <a:gd name="connsiteY25" fmla="*/ 732820 h 755215"/>
                  <a:gd name="connsiteX26" fmla="*/ 92048 w 818485"/>
                  <a:gd name="connsiteY26" fmla="*/ 680565 h 755215"/>
                  <a:gd name="connsiteX27" fmla="*/ 92048 w 818485"/>
                  <a:gd name="connsiteY27" fmla="*/ 528775 h 755215"/>
                  <a:gd name="connsiteX28" fmla="*/ 3732 w 818485"/>
                  <a:gd name="connsiteY28" fmla="*/ 465322 h 755215"/>
                  <a:gd name="connsiteX29" fmla="*/ 0 w 818485"/>
                  <a:gd name="connsiteY29" fmla="*/ 459101 h 755215"/>
                  <a:gd name="connsiteX30" fmla="*/ 3732 w 818485"/>
                  <a:gd name="connsiteY30" fmla="*/ 452880 h 755215"/>
                  <a:gd name="connsiteX31" fmla="*/ 92048 w 818485"/>
                  <a:gd name="connsiteY31" fmla="*/ 388183 h 755215"/>
                  <a:gd name="connsiteX32" fmla="*/ 92048 w 818485"/>
                  <a:gd name="connsiteY32" fmla="*/ 74651 h 755215"/>
                  <a:gd name="connsiteX33" fmla="*/ 113195 w 818485"/>
                  <a:gd name="connsiteY33" fmla="*/ 21151 h 755215"/>
                  <a:gd name="connsiteX34" fmla="*/ 166682 w 818485"/>
                  <a:gd name="connsiteY34" fmla="*/ 0 h 755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818485" h="755215">
                    <a:moveTo>
                      <a:pt x="166705" y="16201"/>
                    </a:moveTo>
                    <a:cubicBezTo>
                      <a:pt x="150536" y="16201"/>
                      <a:pt x="135610" y="21178"/>
                      <a:pt x="124416" y="32374"/>
                    </a:cubicBezTo>
                    <a:cubicBezTo>
                      <a:pt x="113222" y="43571"/>
                      <a:pt x="108247" y="58500"/>
                      <a:pt x="108247" y="74673"/>
                    </a:cubicBezTo>
                    <a:lnTo>
                      <a:pt x="108247" y="391915"/>
                    </a:lnTo>
                    <a:cubicBezTo>
                      <a:pt x="108247" y="394403"/>
                      <a:pt x="105759" y="396891"/>
                      <a:pt x="104515" y="398135"/>
                    </a:cubicBezTo>
                    <a:lnTo>
                      <a:pt x="22424" y="459095"/>
                    </a:lnTo>
                    <a:lnTo>
                      <a:pt x="103271" y="517567"/>
                    </a:lnTo>
                    <a:cubicBezTo>
                      <a:pt x="105759" y="518811"/>
                      <a:pt x="108247" y="521299"/>
                      <a:pt x="108247" y="525032"/>
                    </a:cubicBezTo>
                    <a:lnTo>
                      <a:pt x="108247" y="680542"/>
                    </a:lnTo>
                    <a:cubicBezTo>
                      <a:pt x="108247" y="695471"/>
                      <a:pt x="113222" y="710400"/>
                      <a:pt x="124416" y="721597"/>
                    </a:cubicBezTo>
                    <a:cubicBezTo>
                      <a:pt x="135610" y="732794"/>
                      <a:pt x="150536" y="739014"/>
                      <a:pt x="166705" y="739014"/>
                    </a:cubicBezTo>
                    <a:lnTo>
                      <a:pt x="743831" y="739014"/>
                    </a:lnTo>
                    <a:cubicBezTo>
                      <a:pt x="758757" y="739014"/>
                      <a:pt x="774926" y="732794"/>
                      <a:pt x="784877" y="721597"/>
                    </a:cubicBezTo>
                    <a:cubicBezTo>
                      <a:pt x="796071" y="710400"/>
                      <a:pt x="802290" y="695471"/>
                      <a:pt x="802290" y="680542"/>
                    </a:cubicBezTo>
                    <a:lnTo>
                      <a:pt x="802290" y="74673"/>
                    </a:lnTo>
                    <a:cubicBezTo>
                      <a:pt x="802290" y="58500"/>
                      <a:pt x="796071" y="43571"/>
                      <a:pt x="784877" y="32374"/>
                    </a:cubicBezTo>
                    <a:cubicBezTo>
                      <a:pt x="774926" y="21178"/>
                      <a:pt x="758757" y="16201"/>
                      <a:pt x="743831" y="16201"/>
                    </a:cubicBezTo>
                    <a:close/>
                    <a:moveTo>
                      <a:pt x="166682" y="0"/>
                    </a:moveTo>
                    <a:lnTo>
                      <a:pt x="743851" y="0"/>
                    </a:lnTo>
                    <a:cubicBezTo>
                      <a:pt x="763753" y="0"/>
                      <a:pt x="782412" y="7465"/>
                      <a:pt x="796095" y="21151"/>
                    </a:cubicBezTo>
                    <a:cubicBezTo>
                      <a:pt x="811022" y="34837"/>
                      <a:pt x="818485" y="54744"/>
                      <a:pt x="818485" y="74651"/>
                    </a:cubicBezTo>
                    <a:lnTo>
                      <a:pt x="818485" y="680565"/>
                    </a:lnTo>
                    <a:cubicBezTo>
                      <a:pt x="818485" y="700471"/>
                      <a:pt x="811022" y="719134"/>
                      <a:pt x="796095" y="732820"/>
                    </a:cubicBezTo>
                    <a:cubicBezTo>
                      <a:pt x="782412" y="747750"/>
                      <a:pt x="763753" y="755215"/>
                      <a:pt x="743851" y="755215"/>
                    </a:cubicBezTo>
                    <a:lnTo>
                      <a:pt x="166682" y="755215"/>
                    </a:lnTo>
                    <a:cubicBezTo>
                      <a:pt x="145536" y="755215"/>
                      <a:pt x="126878" y="747750"/>
                      <a:pt x="113195" y="732820"/>
                    </a:cubicBezTo>
                    <a:cubicBezTo>
                      <a:pt x="99512" y="719134"/>
                      <a:pt x="92048" y="700471"/>
                      <a:pt x="92048" y="680565"/>
                    </a:cubicBezTo>
                    <a:lnTo>
                      <a:pt x="92048" y="528775"/>
                    </a:lnTo>
                    <a:lnTo>
                      <a:pt x="3732" y="465322"/>
                    </a:lnTo>
                    <a:cubicBezTo>
                      <a:pt x="1244" y="464078"/>
                      <a:pt x="0" y="461590"/>
                      <a:pt x="0" y="459101"/>
                    </a:cubicBezTo>
                    <a:cubicBezTo>
                      <a:pt x="0" y="456613"/>
                      <a:pt x="1244" y="454125"/>
                      <a:pt x="3732" y="452880"/>
                    </a:cubicBezTo>
                    <a:lnTo>
                      <a:pt x="92048" y="388183"/>
                    </a:lnTo>
                    <a:lnTo>
                      <a:pt x="92048" y="74651"/>
                    </a:lnTo>
                    <a:cubicBezTo>
                      <a:pt x="92048" y="54744"/>
                      <a:pt x="99512" y="34837"/>
                      <a:pt x="113195" y="21151"/>
                    </a:cubicBezTo>
                    <a:cubicBezTo>
                      <a:pt x="126878" y="7465"/>
                      <a:pt x="145536" y="0"/>
                      <a:pt x="1666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D959F385-9FC4-A94A-B709-E416F0BE8E0E}"/>
                  </a:ext>
                </a:extLst>
              </p:cNvPr>
              <p:cNvSpPr/>
              <p:nvPr/>
            </p:nvSpPr>
            <p:spPr>
              <a:xfrm>
                <a:off x="13048426" y="7913556"/>
                <a:ext cx="489596" cy="260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4" h="210">
                    <a:moveTo>
                      <a:pt x="394" y="210"/>
                    </a:moveTo>
                    <a:lnTo>
                      <a:pt x="0" y="210"/>
                    </a:lnTo>
                    <a:lnTo>
                      <a:pt x="0" y="0"/>
                    </a:lnTo>
                    <a:lnTo>
                      <a:pt x="394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793EFAB8-24CD-4449-B8D8-2AB77305F84C}"/>
                  </a:ext>
                </a:extLst>
              </p:cNvPr>
              <p:cNvSpPr/>
              <p:nvPr/>
            </p:nvSpPr>
            <p:spPr>
              <a:xfrm>
                <a:off x="13039705" y="7904833"/>
                <a:ext cx="507037" cy="276663"/>
              </a:xfrm>
              <a:custGeom>
                <a:avLst/>
                <a:gdLst>
                  <a:gd name="connsiteX0" fmla="*/ 16196 w 507037"/>
                  <a:gd name="connsiteY0" fmla="*/ 16201 h 276663"/>
                  <a:gd name="connsiteX1" fmla="*/ 16196 w 507037"/>
                  <a:gd name="connsiteY1" fmla="*/ 260462 h 276663"/>
                  <a:gd name="connsiteX2" fmla="*/ 490843 w 507037"/>
                  <a:gd name="connsiteY2" fmla="*/ 260462 h 276663"/>
                  <a:gd name="connsiteX3" fmla="*/ 490843 w 507037"/>
                  <a:gd name="connsiteY3" fmla="*/ 16201 h 276663"/>
                  <a:gd name="connsiteX4" fmla="*/ 8699 w 507037"/>
                  <a:gd name="connsiteY4" fmla="*/ 0 h 276663"/>
                  <a:gd name="connsiteX5" fmla="*/ 498338 w 507037"/>
                  <a:gd name="connsiteY5" fmla="*/ 0 h 276663"/>
                  <a:gd name="connsiteX6" fmla="*/ 507037 w 507037"/>
                  <a:gd name="connsiteY6" fmla="*/ 8685 h 276663"/>
                  <a:gd name="connsiteX7" fmla="*/ 507037 w 507037"/>
                  <a:gd name="connsiteY7" fmla="*/ 269219 h 276663"/>
                  <a:gd name="connsiteX8" fmla="*/ 498338 w 507037"/>
                  <a:gd name="connsiteY8" fmla="*/ 276663 h 276663"/>
                  <a:gd name="connsiteX9" fmla="*/ 8699 w 507037"/>
                  <a:gd name="connsiteY9" fmla="*/ 276663 h 276663"/>
                  <a:gd name="connsiteX10" fmla="*/ 0 w 507037"/>
                  <a:gd name="connsiteY10" fmla="*/ 269219 h 276663"/>
                  <a:gd name="connsiteX11" fmla="*/ 0 w 507037"/>
                  <a:gd name="connsiteY11" fmla="*/ 8685 h 276663"/>
                  <a:gd name="connsiteX12" fmla="*/ 8699 w 507037"/>
                  <a:gd name="connsiteY12" fmla="*/ 0 h 276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7037" h="276663">
                    <a:moveTo>
                      <a:pt x="16196" y="16201"/>
                    </a:moveTo>
                    <a:lnTo>
                      <a:pt x="16196" y="260462"/>
                    </a:lnTo>
                    <a:lnTo>
                      <a:pt x="490843" y="260462"/>
                    </a:lnTo>
                    <a:lnTo>
                      <a:pt x="490843" y="16201"/>
                    </a:lnTo>
                    <a:close/>
                    <a:moveTo>
                      <a:pt x="8699" y="0"/>
                    </a:moveTo>
                    <a:lnTo>
                      <a:pt x="498338" y="0"/>
                    </a:lnTo>
                    <a:cubicBezTo>
                      <a:pt x="502066" y="0"/>
                      <a:pt x="507037" y="3722"/>
                      <a:pt x="507037" y="8685"/>
                    </a:cubicBezTo>
                    <a:lnTo>
                      <a:pt x="507037" y="269219"/>
                    </a:lnTo>
                    <a:cubicBezTo>
                      <a:pt x="507037" y="272941"/>
                      <a:pt x="502066" y="276663"/>
                      <a:pt x="498338" y="276663"/>
                    </a:cubicBezTo>
                    <a:lnTo>
                      <a:pt x="8699" y="276663"/>
                    </a:lnTo>
                    <a:cubicBezTo>
                      <a:pt x="3728" y="276663"/>
                      <a:pt x="0" y="272941"/>
                      <a:pt x="0" y="269219"/>
                    </a:cubicBezTo>
                    <a:lnTo>
                      <a:pt x="0" y="8685"/>
                    </a:lnTo>
                    <a:cubicBezTo>
                      <a:pt x="0" y="3722"/>
                      <a:pt x="3728" y="0"/>
                      <a:pt x="86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DBEBBF6C-ADB0-2C4B-8F99-241FD1BA9956}"/>
                  </a:ext>
                </a:extLst>
              </p:cNvPr>
              <p:cNvSpPr/>
              <p:nvPr/>
            </p:nvSpPr>
            <p:spPr>
              <a:xfrm>
                <a:off x="13121924" y="8058119"/>
                <a:ext cx="39865" cy="1158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" h="94">
                    <a:moveTo>
                      <a:pt x="33" y="94"/>
                    </a:moveTo>
                    <a:lnTo>
                      <a:pt x="16" y="94"/>
                    </a:lnTo>
                    <a:lnTo>
                      <a:pt x="0" y="94"/>
                    </a:lnTo>
                    <a:lnTo>
                      <a:pt x="0" y="55"/>
                    </a:lnTo>
                    <a:lnTo>
                      <a:pt x="0" y="17"/>
                    </a:lnTo>
                    <a:cubicBezTo>
                      <a:pt x="0" y="12"/>
                      <a:pt x="2" y="8"/>
                      <a:pt x="4" y="5"/>
                    </a:cubicBezTo>
                    <a:cubicBezTo>
                      <a:pt x="8" y="2"/>
                      <a:pt x="12" y="0"/>
                      <a:pt x="16" y="0"/>
                    </a:cubicBezTo>
                    <a:cubicBezTo>
                      <a:pt x="20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7"/>
                    </a:cubicBezTo>
                    <a:lnTo>
                      <a:pt x="33" y="5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6F513362-8157-A947-9844-3046648C01B4}"/>
                  </a:ext>
                </a:extLst>
              </p:cNvPr>
              <p:cNvSpPr/>
              <p:nvPr/>
            </p:nvSpPr>
            <p:spPr>
              <a:xfrm>
                <a:off x="13113204" y="8050641"/>
                <a:ext cx="56061" cy="130854"/>
              </a:xfrm>
              <a:custGeom>
                <a:avLst/>
                <a:gdLst>
                  <a:gd name="connsiteX0" fmla="*/ 19746 w 56061"/>
                  <a:gd name="connsiteY0" fmla="*/ 19893 h 130854"/>
                  <a:gd name="connsiteX1" fmla="*/ 16195 w 56061"/>
                  <a:gd name="connsiteY1" fmla="*/ 28508 h 130854"/>
                  <a:gd name="connsiteX2" fmla="*/ 16195 w 56061"/>
                  <a:gd name="connsiteY2" fmla="*/ 114653 h 130854"/>
                  <a:gd name="connsiteX3" fmla="*/ 39865 w 56061"/>
                  <a:gd name="connsiteY3" fmla="*/ 114653 h 130854"/>
                  <a:gd name="connsiteX4" fmla="*/ 39865 w 56061"/>
                  <a:gd name="connsiteY4" fmla="*/ 28508 h 130854"/>
                  <a:gd name="connsiteX5" fmla="*/ 36314 w 56061"/>
                  <a:gd name="connsiteY5" fmla="*/ 19893 h 130854"/>
                  <a:gd name="connsiteX6" fmla="*/ 19746 w 56061"/>
                  <a:gd name="connsiteY6" fmla="*/ 19893 h 130854"/>
                  <a:gd name="connsiteX7" fmla="*/ 28487 w 56061"/>
                  <a:gd name="connsiteY7" fmla="*/ 0 h 130854"/>
                  <a:gd name="connsiteX8" fmla="*/ 47530 w 56061"/>
                  <a:gd name="connsiteY8" fmla="*/ 7407 h 130854"/>
                  <a:gd name="connsiteX9" fmla="*/ 56061 w 56061"/>
                  <a:gd name="connsiteY9" fmla="*/ 28393 h 130854"/>
                  <a:gd name="connsiteX10" fmla="*/ 56061 w 56061"/>
                  <a:gd name="connsiteY10" fmla="*/ 123447 h 130854"/>
                  <a:gd name="connsiteX11" fmla="*/ 48749 w 56061"/>
                  <a:gd name="connsiteY11" fmla="*/ 130854 h 130854"/>
                  <a:gd name="connsiteX12" fmla="*/ 8531 w 56061"/>
                  <a:gd name="connsiteY12" fmla="*/ 130854 h 130854"/>
                  <a:gd name="connsiteX13" fmla="*/ 0 w 56061"/>
                  <a:gd name="connsiteY13" fmla="*/ 123447 h 130854"/>
                  <a:gd name="connsiteX14" fmla="*/ 0 w 56061"/>
                  <a:gd name="connsiteY14" fmla="*/ 28393 h 130854"/>
                  <a:gd name="connsiteX15" fmla="*/ 8531 w 56061"/>
                  <a:gd name="connsiteY15" fmla="*/ 7407 h 130854"/>
                  <a:gd name="connsiteX16" fmla="*/ 28487 w 56061"/>
                  <a:gd name="connsiteY16" fmla="*/ 0 h 130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6061" h="130854">
                    <a:moveTo>
                      <a:pt x="19746" y="19893"/>
                    </a:moveTo>
                    <a:cubicBezTo>
                      <a:pt x="18562" y="22354"/>
                      <a:pt x="16195" y="24816"/>
                      <a:pt x="16195" y="28508"/>
                    </a:cubicBezTo>
                    <a:lnTo>
                      <a:pt x="16195" y="114653"/>
                    </a:lnTo>
                    <a:lnTo>
                      <a:pt x="39865" y="114653"/>
                    </a:lnTo>
                    <a:lnTo>
                      <a:pt x="39865" y="28508"/>
                    </a:lnTo>
                    <a:cubicBezTo>
                      <a:pt x="39865" y="24816"/>
                      <a:pt x="38682" y="22354"/>
                      <a:pt x="36314" y="19893"/>
                    </a:cubicBezTo>
                    <a:cubicBezTo>
                      <a:pt x="31580" y="14971"/>
                      <a:pt x="24480" y="14971"/>
                      <a:pt x="19746" y="19893"/>
                    </a:cubicBezTo>
                    <a:close/>
                    <a:moveTo>
                      <a:pt x="28487" y="0"/>
                    </a:moveTo>
                    <a:cubicBezTo>
                      <a:pt x="35647" y="0"/>
                      <a:pt x="42655" y="2469"/>
                      <a:pt x="47530" y="7407"/>
                    </a:cubicBezTo>
                    <a:cubicBezTo>
                      <a:pt x="52405" y="13579"/>
                      <a:pt x="56061" y="20986"/>
                      <a:pt x="56061" y="28393"/>
                    </a:cubicBezTo>
                    <a:lnTo>
                      <a:pt x="56061" y="123447"/>
                    </a:lnTo>
                    <a:cubicBezTo>
                      <a:pt x="56061" y="127151"/>
                      <a:pt x="52405" y="130854"/>
                      <a:pt x="48749" y="130854"/>
                    </a:cubicBezTo>
                    <a:lnTo>
                      <a:pt x="8531" y="130854"/>
                    </a:lnTo>
                    <a:cubicBezTo>
                      <a:pt x="3656" y="130854"/>
                      <a:pt x="0" y="127151"/>
                      <a:pt x="0" y="123447"/>
                    </a:cubicBezTo>
                    <a:lnTo>
                      <a:pt x="0" y="28393"/>
                    </a:lnTo>
                    <a:cubicBezTo>
                      <a:pt x="0" y="20986"/>
                      <a:pt x="3656" y="13579"/>
                      <a:pt x="8531" y="7407"/>
                    </a:cubicBezTo>
                    <a:cubicBezTo>
                      <a:pt x="14015" y="2469"/>
                      <a:pt x="21327" y="0"/>
                      <a:pt x="284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F0C9610F-7329-1D4D-B24C-B426A74E505B}"/>
                  </a:ext>
                </a:extLst>
              </p:cNvPr>
              <p:cNvSpPr/>
              <p:nvPr/>
            </p:nvSpPr>
            <p:spPr>
              <a:xfrm>
                <a:off x="13271423" y="8058119"/>
                <a:ext cx="39865" cy="1158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" h="94">
                    <a:moveTo>
                      <a:pt x="33" y="94"/>
                    </a:moveTo>
                    <a:lnTo>
                      <a:pt x="17" y="94"/>
                    </a:lnTo>
                    <a:lnTo>
                      <a:pt x="0" y="94"/>
                    </a:lnTo>
                    <a:lnTo>
                      <a:pt x="0" y="55"/>
                    </a:lnTo>
                    <a:lnTo>
                      <a:pt x="0" y="17"/>
                    </a:lnTo>
                    <a:cubicBezTo>
                      <a:pt x="0" y="12"/>
                      <a:pt x="2" y="8"/>
                      <a:pt x="5" y="5"/>
                    </a:cubicBezTo>
                    <a:cubicBezTo>
                      <a:pt x="8" y="2"/>
                      <a:pt x="12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7"/>
                    </a:cubicBezTo>
                    <a:lnTo>
                      <a:pt x="33" y="5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03D3C67D-138A-C347-9157-DB9E6883209B}"/>
                  </a:ext>
                </a:extLst>
              </p:cNvPr>
              <p:cNvSpPr/>
              <p:nvPr/>
            </p:nvSpPr>
            <p:spPr>
              <a:xfrm>
                <a:off x="13262699" y="8050641"/>
                <a:ext cx="56061" cy="130854"/>
              </a:xfrm>
              <a:custGeom>
                <a:avLst/>
                <a:gdLst>
                  <a:gd name="connsiteX0" fmla="*/ 19804 w 56061"/>
                  <a:gd name="connsiteY0" fmla="*/ 19893 h 130854"/>
                  <a:gd name="connsiteX1" fmla="*/ 17444 w 56061"/>
                  <a:gd name="connsiteY1" fmla="*/ 28508 h 130854"/>
                  <a:gd name="connsiteX2" fmla="*/ 17444 w 56061"/>
                  <a:gd name="connsiteY2" fmla="*/ 114653 h 130854"/>
                  <a:gd name="connsiteX3" fmla="*/ 39868 w 56061"/>
                  <a:gd name="connsiteY3" fmla="*/ 114653 h 130854"/>
                  <a:gd name="connsiteX4" fmla="*/ 39868 w 56061"/>
                  <a:gd name="connsiteY4" fmla="*/ 28508 h 130854"/>
                  <a:gd name="connsiteX5" fmla="*/ 36327 w 56061"/>
                  <a:gd name="connsiteY5" fmla="*/ 19893 h 130854"/>
                  <a:gd name="connsiteX6" fmla="*/ 19804 w 56061"/>
                  <a:gd name="connsiteY6" fmla="*/ 19893 h 130854"/>
                  <a:gd name="connsiteX7" fmla="*/ 28640 w 56061"/>
                  <a:gd name="connsiteY7" fmla="*/ 0 h 130854"/>
                  <a:gd name="connsiteX8" fmla="*/ 48749 w 56061"/>
                  <a:gd name="connsiteY8" fmla="*/ 7407 h 130854"/>
                  <a:gd name="connsiteX9" fmla="*/ 56061 w 56061"/>
                  <a:gd name="connsiteY9" fmla="*/ 28393 h 130854"/>
                  <a:gd name="connsiteX10" fmla="*/ 56061 w 56061"/>
                  <a:gd name="connsiteY10" fmla="*/ 123447 h 130854"/>
                  <a:gd name="connsiteX11" fmla="*/ 48749 w 56061"/>
                  <a:gd name="connsiteY11" fmla="*/ 130854 h 130854"/>
                  <a:gd name="connsiteX12" fmla="*/ 8531 w 56061"/>
                  <a:gd name="connsiteY12" fmla="*/ 130854 h 130854"/>
                  <a:gd name="connsiteX13" fmla="*/ 0 w 56061"/>
                  <a:gd name="connsiteY13" fmla="*/ 123447 h 130854"/>
                  <a:gd name="connsiteX14" fmla="*/ 0 w 56061"/>
                  <a:gd name="connsiteY14" fmla="*/ 28393 h 130854"/>
                  <a:gd name="connsiteX15" fmla="*/ 8531 w 56061"/>
                  <a:gd name="connsiteY15" fmla="*/ 7407 h 130854"/>
                  <a:gd name="connsiteX16" fmla="*/ 28640 w 56061"/>
                  <a:gd name="connsiteY16" fmla="*/ 0 h 130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6061" h="130854">
                    <a:moveTo>
                      <a:pt x="19804" y="19893"/>
                    </a:moveTo>
                    <a:cubicBezTo>
                      <a:pt x="18624" y="22354"/>
                      <a:pt x="17444" y="24816"/>
                      <a:pt x="17444" y="28508"/>
                    </a:cubicBezTo>
                    <a:lnTo>
                      <a:pt x="17444" y="114653"/>
                    </a:lnTo>
                    <a:lnTo>
                      <a:pt x="39868" y="114653"/>
                    </a:lnTo>
                    <a:lnTo>
                      <a:pt x="39868" y="28508"/>
                    </a:lnTo>
                    <a:cubicBezTo>
                      <a:pt x="39868" y="24816"/>
                      <a:pt x="38688" y="22354"/>
                      <a:pt x="36327" y="19893"/>
                    </a:cubicBezTo>
                    <a:cubicBezTo>
                      <a:pt x="32787" y="14971"/>
                      <a:pt x="25705" y="14971"/>
                      <a:pt x="19804" y="19893"/>
                    </a:cubicBezTo>
                    <a:close/>
                    <a:moveTo>
                      <a:pt x="28640" y="0"/>
                    </a:moveTo>
                    <a:cubicBezTo>
                      <a:pt x="35952" y="0"/>
                      <a:pt x="43264" y="2469"/>
                      <a:pt x="48749" y="7407"/>
                    </a:cubicBezTo>
                    <a:cubicBezTo>
                      <a:pt x="53624" y="13579"/>
                      <a:pt x="56061" y="20986"/>
                      <a:pt x="56061" y="28393"/>
                    </a:cubicBezTo>
                    <a:lnTo>
                      <a:pt x="56061" y="123447"/>
                    </a:lnTo>
                    <a:cubicBezTo>
                      <a:pt x="56061" y="127151"/>
                      <a:pt x="52405" y="130854"/>
                      <a:pt x="48749" y="130854"/>
                    </a:cubicBezTo>
                    <a:lnTo>
                      <a:pt x="8531" y="130854"/>
                    </a:lnTo>
                    <a:cubicBezTo>
                      <a:pt x="4875" y="130854"/>
                      <a:pt x="0" y="127151"/>
                      <a:pt x="0" y="123447"/>
                    </a:cubicBezTo>
                    <a:lnTo>
                      <a:pt x="0" y="28393"/>
                    </a:lnTo>
                    <a:cubicBezTo>
                      <a:pt x="0" y="20986"/>
                      <a:pt x="3656" y="13579"/>
                      <a:pt x="8531" y="7407"/>
                    </a:cubicBezTo>
                    <a:cubicBezTo>
                      <a:pt x="14015" y="2469"/>
                      <a:pt x="21327" y="0"/>
                      <a:pt x="286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3DD7DE0A-8BAD-5F4C-B649-215840F42962}"/>
                  </a:ext>
                </a:extLst>
              </p:cNvPr>
              <p:cNvSpPr/>
              <p:nvPr/>
            </p:nvSpPr>
            <p:spPr>
              <a:xfrm>
                <a:off x="13196675" y="8122923"/>
                <a:ext cx="38620" cy="510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" h="42">
                    <a:moveTo>
                      <a:pt x="32" y="42"/>
                    </a:moveTo>
                    <a:lnTo>
                      <a:pt x="16" y="42"/>
                    </a:lnTo>
                    <a:lnTo>
                      <a:pt x="0" y="42"/>
                    </a:lnTo>
                    <a:lnTo>
                      <a:pt x="0" y="29"/>
                    </a:lnTo>
                    <a:lnTo>
                      <a:pt x="0" y="17"/>
                    </a:lnTo>
                    <a:cubicBezTo>
                      <a:pt x="0" y="12"/>
                      <a:pt x="1" y="8"/>
                      <a:pt x="4" y="5"/>
                    </a:cubicBezTo>
                    <a:cubicBezTo>
                      <a:pt x="7" y="2"/>
                      <a:pt x="11" y="0"/>
                      <a:pt x="16" y="0"/>
                    </a:cubicBezTo>
                    <a:cubicBezTo>
                      <a:pt x="20" y="0"/>
                      <a:pt x="24" y="2"/>
                      <a:pt x="27" y="5"/>
                    </a:cubicBezTo>
                    <a:cubicBezTo>
                      <a:pt x="30" y="8"/>
                      <a:pt x="32" y="12"/>
                      <a:pt x="32" y="17"/>
                    </a:cubicBezTo>
                    <a:lnTo>
                      <a:pt x="32" y="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7A97CA9C-0E0E-1C41-ABCA-59C36244637E}"/>
                  </a:ext>
                </a:extLst>
              </p:cNvPr>
              <p:cNvSpPr/>
              <p:nvPr/>
            </p:nvSpPr>
            <p:spPr>
              <a:xfrm>
                <a:off x="13187955" y="8115445"/>
                <a:ext cx="56061" cy="66050"/>
              </a:xfrm>
              <a:custGeom>
                <a:avLst/>
                <a:gdLst>
                  <a:gd name="connsiteX0" fmla="*/ 19736 w 56061"/>
                  <a:gd name="connsiteY0" fmla="*/ 19806 h 66050"/>
                  <a:gd name="connsiteX1" fmla="*/ 16195 w 56061"/>
                  <a:gd name="connsiteY1" fmla="*/ 28218 h 66050"/>
                  <a:gd name="connsiteX2" fmla="*/ 16195 w 56061"/>
                  <a:gd name="connsiteY2" fmla="*/ 49849 h 66050"/>
                  <a:gd name="connsiteX3" fmla="*/ 38619 w 56061"/>
                  <a:gd name="connsiteY3" fmla="*/ 49849 h 66050"/>
                  <a:gd name="connsiteX4" fmla="*/ 38619 w 56061"/>
                  <a:gd name="connsiteY4" fmla="*/ 28218 h 66050"/>
                  <a:gd name="connsiteX5" fmla="*/ 36259 w 56061"/>
                  <a:gd name="connsiteY5" fmla="*/ 19806 h 66050"/>
                  <a:gd name="connsiteX6" fmla="*/ 19736 w 56061"/>
                  <a:gd name="connsiteY6" fmla="*/ 19806 h 66050"/>
                  <a:gd name="connsiteX7" fmla="*/ 27574 w 56061"/>
                  <a:gd name="connsiteY7" fmla="*/ 0 h 66050"/>
                  <a:gd name="connsiteX8" fmla="*/ 47530 w 56061"/>
                  <a:gd name="connsiteY8" fmla="*/ 7339 h 66050"/>
                  <a:gd name="connsiteX9" fmla="*/ 56061 w 56061"/>
                  <a:gd name="connsiteY9" fmla="*/ 28133 h 66050"/>
                  <a:gd name="connsiteX10" fmla="*/ 56061 w 56061"/>
                  <a:gd name="connsiteY10" fmla="*/ 58711 h 66050"/>
                  <a:gd name="connsiteX11" fmla="*/ 47530 w 56061"/>
                  <a:gd name="connsiteY11" fmla="*/ 66050 h 66050"/>
                  <a:gd name="connsiteX12" fmla="*/ 8531 w 56061"/>
                  <a:gd name="connsiteY12" fmla="*/ 66050 h 66050"/>
                  <a:gd name="connsiteX13" fmla="*/ 0 w 56061"/>
                  <a:gd name="connsiteY13" fmla="*/ 58711 h 66050"/>
                  <a:gd name="connsiteX14" fmla="*/ 0 w 56061"/>
                  <a:gd name="connsiteY14" fmla="*/ 28133 h 66050"/>
                  <a:gd name="connsiteX15" fmla="*/ 8531 w 56061"/>
                  <a:gd name="connsiteY15" fmla="*/ 7339 h 66050"/>
                  <a:gd name="connsiteX16" fmla="*/ 27574 w 56061"/>
                  <a:gd name="connsiteY16" fmla="*/ 0 h 66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6061" h="66050">
                    <a:moveTo>
                      <a:pt x="19736" y="19806"/>
                    </a:moveTo>
                    <a:cubicBezTo>
                      <a:pt x="17375" y="22210"/>
                      <a:pt x="16195" y="24613"/>
                      <a:pt x="16195" y="28218"/>
                    </a:cubicBezTo>
                    <a:lnTo>
                      <a:pt x="16195" y="49849"/>
                    </a:lnTo>
                    <a:lnTo>
                      <a:pt x="38619" y="49849"/>
                    </a:lnTo>
                    <a:lnTo>
                      <a:pt x="38619" y="28218"/>
                    </a:lnTo>
                    <a:cubicBezTo>
                      <a:pt x="38619" y="24613"/>
                      <a:pt x="38619" y="22210"/>
                      <a:pt x="36259" y="19806"/>
                    </a:cubicBezTo>
                    <a:cubicBezTo>
                      <a:pt x="31538" y="15000"/>
                      <a:pt x="23276" y="15000"/>
                      <a:pt x="19736" y="19806"/>
                    </a:cubicBezTo>
                    <a:close/>
                    <a:moveTo>
                      <a:pt x="27574" y="0"/>
                    </a:moveTo>
                    <a:cubicBezTo>
                      <a:pt x="34734" y="0"/>
                      <a:pt x="42046" y="2447"/>
                      <a:pt x="47530" y="7339"/>
                    </a:cubicBezTo>
                    <a:cubicBezTo>
                      <a:pt x="52405" y="13455"/>
                      <a:pt x="56061" y="20794"/>
                      <a:pt x="56061" y="28133"/>
                    </a:cubicBezTo>
                    <a:lnTo>
                      <a:pt x="56061" y="58711"/>
                    </a:lnTo>
                    <a:cubicBezTo>
                      <a:pt x="56061" y="62381"/>
                      <a:pt x="52405" y="66050"/>
                      <a:pt x="47530" y="66050"/>
                    </a:cubicBezTo>
                    <a:lnTo>
                      <a:pt x="8531" y="66050"/>
                    </a:lnTo>
                    <a:cubicBezTo>
                      <a:pt x="3656" y="66050"/>
                      <a:pt x="0" y="62381"/>
                      <a:pt x="0" y="58711"/>
                    </a:cubicBezTo>
                    <a:lnTo>
                      <a:pt x="0" y="28133"/>
                    </a:lnTo>
                    <a:cubicBezTo>
                      <a:pt x="0" y="20794"/>
                      <a:pt x="2437" y="13455"/>
                      <a:pt x="8531" y="7339"/>
                    </a:cubicBezTo>
                    <a:cubicBezTo>
                      <a:pt x="13406" y="2447"/>
                      <a:pt x="20414" y="0"/>
                      <a:pt x="275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C4325E02-1006-F946-88B4-05674C7CFB74}"/>
                  </a:ext>
                </a:extLst>
              </p:cNvPr>
              <p:cNvSpPr/>
              <p:nvPr/>
            </p:nvSpPr>
            <p:spPr>
              <a:xfrm>
                <a:off x="13346167" y="8122923"/>
                <a:ext cx="38620" cy="510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" h="42">
                    <a:moveTo>
                      <a:pt x="32" y="42"/>
                    </a:moveTo>
                    <a:lnTo>
                      <a:pt x="16" y="42"/>
                    </a:lnTo>
                    <a:lnTo>
                      <a:pt x="0" y="42"/>
                    </a:lnTo>
                    <a:lnTo>
                      <a:pt x="0" y="29"/>
                    </a:lnTo>
                    <a:lnTo>
                      <a:pt x="0" y="17"/>
                    </a:lnTo>
                    <a:cubicBezTo>
                      <a:pt x="0" y="12"/>
                      <a:pt x="1" y="8"/>
                      <a:pt x="4" y="5"/>
                    </a:cubicBezTo>
                    <a:cubicBezTo>
                      <a:pt x="7" y="2"/>
                      <a:pt x="12" y="0"/>
                      <a:pt x="16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2" y="12"/>
                      <a:pt x="32" y="17"/>
                    </a:cubicBezTo>
                    <a:lnTo>
                      <a:pt x="32" y="2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3" name="Freeform 422">
                <a:extLst>
                  <a:ext uri="{FF2B5EF4-FFF2-40B4-BE49-F238E27FC236}">
                    <a16:creationId xmlns:a16="http://schemas.microsoft.com/office/drawing/2014/main" id="{A14458BF-0F98-F448-9240-9E4EF955D148}"/>
                  </a:ext>
                </a:extLst>
              </p:cNvPr>
              <p:cNvSpPr/>
              <p:nvPr/>
            </p:nvSpPr>
            <p:spPr>
              <a:xfrm>
                <a:off x="13337450" y="8115445"/>
                <a:ext cx="56061" cy="66050"/>
              </a:xfrm>
              <a:custGeom>
                <a:avLst/>
                <a:gdLst>
                  <a:gd name="connsiteX0" fmla="*/ 19746 w 56061"/>
                  <a:gd name="connsiteY0" fmla="*/ 19806 h 66050"/>
                  <a:gd name="connsiteX1" fmla="*/ 16195 w 56061"/>
                  <a:gd name="connsiteY1" fmla="*/ 28218 h 66050"/>
                  <a:gd name="connsiteX2" fmla="*/ 16195 w 56061"/>
                  <a:gd name="connsiteY2" fmla="*/ 49849 h 66050"/>
                  <a:gd name="connsiteX3" fmla="*/ 39865 w 56061"/>
                  <a:gd name="connsiteY3" fmla="*/ 49849 h 66050"/>
                  <a:gd name="connsiteX4" fmla="*/ 39865 w 56061"/>
                  <a:gd name="connsiteY4" fmla="*/ 28218 h 66050"/>
                  <a:gd name="connsiteX5" fmla="*/ 36314 w 56061"/>
                  <a:gd name="connsiteY5" fmla="*/ 19806 h 66050"/>
                  <a:gd name="connsiteX6" fmla="*/ 19746 w 56061"/>
                  <a:gd name="connsiteY6" fmla="*/ 19806 h 66050"/>
                  <a:gd name="connsiteX7" fmla="*/ 28031 w 56061"/>
                  <a:gd name="connsiteY7" fmla="*/ 0 h 66050"/>
                  <a:gd name="connsiteX8" fmla="*/ 47530 w 56061"/>
                  <a:gd name="connsiteY8" fmla="*/ 7339 h 66050"/>
                  <a:gd name="connsiteX9" fmla="*/ 56061 w 56061"/>
                  <a:gd name="connsiteY9" fmla="*/ 28133 h 66050"/>
                  <a:gd name="connsiteX10" fmla="*/ 56061 w 56061"/>
                  <a:gd name="connsiteY10" fmla="*/ 58711 h 66050"/>
                  <a:gd name="connsiteX11" fmla="*/ 47530 w 56061"/>
                  <a:gd name="connsiteY11" fmla="*/ 66050 h 66050"/>
                  <a:gd name="connsiteX12" fmla="*/ 8531 w 56061"/>
                  <a:gd name="connsiteY12" fmla="*/ 66050 h 66050"/>
                  <a:gd name="connsiteX13" fmla="*/ 0 w 56061"/>
                  <a:gd name="connsiteY13" fmla="*/ 58711 h 66050"/>
                  <a:gd name="connsiteX14" fmla="*/ 0 w 56061"/>
                  <a:gd name="connsiteY14" fmla="*/ 28133 h 66050"/>
                  <a:gd name="connsiteX15" fmla="*/ 8531 w 56061"/>
                  <a:gd name="connsiteY15" fmla="*/ 7339 h 66050"/>
                  <a:gd name="connsiteX16" fmla="*/ 28031 w 56061"/>
                  <a:gd name="connsiteY16" fmla="*/ 0 h 66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6061" h="66050">
                    <a:moveTo>
                      <a:pt x="19746" y="19806"/>
                    </a:moveTo>
                    <a:cubicBezTo>
                      <a:pt x="17378" y="22210"/>
                      <a:pt x="16195" y="24613"/>
                      <a:pt x="16195" y="28218"/>
                    </a:cubicBezTo>
                    <a:lnTo>
                      <a:pt x="16195" y="49849"/>
                    </a:lnTo>
                    <a:lnTo>
                      <a:pt x="39865" y="49849"/>
                    </a:lnTo>
                    <a:lnTo>
                      <a:pt x="39865" y="28218"/>
                    </a:lnTo>
                    <a:cubicBezTo>
                      <a:pt x="39865" y="24613"/>
                      <a:pt x="38682" y="22210"/>
                      <a:pt x="36314" y="19806"/>
                    </a:cubicBezTo>
                    <a:cubicBezTo>
                      <a:pt x="31580" y="15000"/>
                      <a:pt x="24480" y="15000"/>
                      <a:pt x="19746" y="19806"/>
                    </a:cubicBezTo>
                    <a:close/>
                    <a:moveTo>
                      <a:pt x="28031" y="0"/>
                    </a:moveTo>
                    <a:cubicBezTo>
                      <a:pt x="35038" y="0"/>
                      <a:pt x="42046" y="2447"/>
                      <a:pt x="47530" y="7339"/>
                    </a:cubicBezTo>
                    <a:cubicBezTo>
                      <a:pt x="53624" y="13455"/>
                      <a:pt x="56061" y="20794"/>
                      <a:pt x="56061" y="28133"/>
                    </a:cubicBezTo>
                    <a:lnTo>
                      <a:pt x="56061" y="58711"/>
                    </a:lnTo>
                    <a:cubicBezTo>
                      <a:pt x="56061" y="62381"/>
                      <a:pt x="52405" y="66050"/>
                      <a:pt x="47530" y="66050"/>
                    </a:cubicBezTo>
                    <a:lnTo>
                      <a:pt x="8531" y="66050"/>
                    </a:lnTo>
                    <a:cubicBezTo>
                      <a:pt x="3656" y="66050"/>
                      <a:pt x="0" y="62381"/>
                      <a:pt x="0" y="58711"/>
                    </a:cubicBezTo>
                    <a:lnTo>
                      <a:pt x="0" y="28133"/>
                    </a:lnTo>
                    <a:cubicBezTo>
                      <a:pt x="0" y="20794"/>
                      <a:pt x="3656" y="13455"/>
                      <a:pt x="8531" y="7339"/>
                    </a:cubicBezTo>
                    <a:cubicBezTo>
                      <a:pt x="14015" y="2447"/>
                      <a:pt x="21023" y="0"/>
                      <a:pt x="280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6521CEF0-1510-E24A-A6BE-8DA1C44E8C2E}"/>
                  </a:ext>
                </a:extLst>
              </p:cNvPr>
              <p:cNvSpPr/>
              <p:nvPr/>
            </p:nvSpPr>
            <p:spPr>
              <a:xfrm>
                <a:off x="13422163" y="8058119"/>
                <a:ext cx="38620" cy="1158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" h="94">
                    <a:moveTo>
                      <a:pt x="32" y="94"/>
                    </a:moveTo>
                    <a:lnTo>
                      <a:pt x="16" y="94"/>
                    </a:lnTo>
                    <a:lnTo>
                      <a:pt x="0" y="94"/>
                    </a:lnTo>
                    <a:lnTo>
                      <a:pt x="0" y="55"/>
                    </a:lnTo>
                    <a:lnTo>
                      <a:pt x="0" y="17"/>
                    </a:lnTo>
                    <a:cubicBezTo>
                      <a:pt x="0" y="12"/>
                      <a:pt x="2" y="8"/>
                      <a:pt x="4" y="5"/>
                    </a:cubicBezTo>
                    <a:cubicBezTo>
                      <a:pt x="8" y="2"/>
                      <a:pt x="11" y="0"/>
                      <a:pt x="16" y="0"/>
                    </a:cubicBezTo>
                    <a:cubicBezTo>
                      <a:pt x="20" y="0"/>
                      <a:pt x="25" y="2"/>
                      <a:pt x="27" y="5"/>
                    </a:cubicBezTo>
                    <a:cubicBezTo>
                      <a:pt x="30" y="8"/>
                      <a:pt x="32" y="12"/>
                      <a:pt x="32" y="17"/>
                    </a:cubicBezTo>
                    <a:lnTo>
                      <a:pt x="32" y="5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4" name="Freeform 423">
                <a:extLst>
                  <a:ext uri="{FF2B5EF4-FFF2-40B4-BE49-F238E27FC236}">
                    <a16:creationId xmlns:a16="http://schemas.microsoft.com/office/drawing/2014/main" id="{7BF0997A-34B6-2947-8E29-49AE736B4DCA}"/>
                  </a:ext>
                </a:extLst>
              </p:cNvPr>
              <p:cNvSpPr/>
              <p:nvPr/>
            </p:nvSpPr>
            <p:spPr>
              <a:xfrm>
                <a:off x="13413443" y="8050641"/>
                <a:ext cx="56061" cy="130854"/>
              </a:xfrm>
              <a:custGeom>
                <a:avLst/>
                <a:gdLst>
                  <a:gd name="connsiteX0" fmla="*/ 19745 w 56061"/>
                  <a:gd name="connsiteY0" fmla="*/ 19893 h 130854"/>
                  <a:gd name="connsiteX1" fmla="*/ 16195 w 56061"/>
                  <a:gd name="connsiteY1" fmla="*/ 28508 h 130854"/>
                  <a:gd name="connsiteX2" fmla="*/ 16195 w 56061"/>
                  <a:gd name="connsiteY2" fmla="*/ 114653 h 130854"/>
                  <a:gd name="connsiteX3" fmla="*/ 39865 w 56061"/>
                  <a:gd name="connsiteY3" fmla="*/ 114653 h 130854"/>
                  <a:gd name="connsiteX4" fmla="*/ 39865 w 56061"/>
                  <a:gd name="connsiteY4" fmla="*/ 28508 h 130854"/>
                  <a:gd name="connsiteX5" fmla="*/ 36315 w 56061"/>
                  <a:gd name="connsiteY5" fmla="*/ 19893 h 130854"/>
                  <a:gd name="connsiteX6" fmla="*/ 19745 w 56061"/>
                  <a:gd name="connsiteY6" fmla="*/ 19893 h 130854"/>
                  <a:gd name="connsiteX7" fmla="*/ 27574 w 56061"/>
                  <a:gd name="connsiteY7" fmla="*/ 0 h 130854"/>
                  <a:gd name="connsiteX8" fmla="*/ 47530 w 56061"/>
                  <a:gd name="connsiteY8" fmla="*/ 7407 h 130854"/>
                  <a:gd name="connsiteX9" fmla="*/ 56061 w 56061"/>
                  <a:gd name="connsiteY9" fmla="*/ 28393 h 130854"/>
                  <a:gd name="connsiteX10" fmla="*/ 56061 w 56061"/>
                  <a:gd name="connsiteY10" fmla="*/ 123447 h 130854"/>
                  <a:gd name="connsiteX11" fmla="*/ 47530 w 56061"/>
                  <a:gd name="connsiteY11" fmla="*/ 130854 h 130854"/>
                  <a:gd name="connsiteX12" fmla="*/ 8531 w 56061"/>
                  <a:gd name="connsiteY12" fmla="*/ 130854 h 130854"/>
                  <a:gd name="connsiteX13" fmla="*/ 0 w 56061"/>
                  <a:gd name="connsiteY13" fmla="*/ 123447 h 130854"/>
                  <a:gd name="connsiteX14" fmla="*/ 0 w 56061"/>
                  <a:gd name="connsiteY14" fmla="*/ 28393 h 130854"/>
                  <a:gd name="connsiteX15" fmla="*/ 8531 w 56061"/>
                  <a:gd name="connsiteY15" fmla="*/ 7407 h 130854"/>
                  <a:gd name="connsiteX16" fmla="*/ 27574 w 56061"/>
                  <a:gd name="connsiteY16" fmla="*/ 0 h 130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6061" h="130854">
                    <a:moveTo>
                      <a:pt x="19745" y="19893"/>
                    </a:moveTo>
                    <a:cubicBezTo>
                      <a:pt x="17379" y="22354"/>
                      <a:pt x="16195" y="24816"/>
                      <a:pt x="16195" y="28508"/>
                    </a:cubicBezTo>
                    <a:lnTo>
                      <a:pt x="16195" y="114653"/>
                    </a:lnTo>
                    <a:lnTo>
                      <a:pt x="39865" y="114653"/>
                    </a:lnTo>
                    <a:lnTo>
                      <a:pt x="39865" y="28508"/>
                    </a:lnTo>
                    <a:cubicBezTo>
                      <a:pt x="39865" y="24816"/>
                      <a:pt x="38681" y="22354"/>
                      <a:pt x="36315" y="19893"/>
                    </a:cubicBezTo>
                    <a:cubicBezTo>
                      <a:pt x="31581" y="14971"/>
                      <a:pt x="24479" y="14971"/>
                      <a:pt x="19745" y="19893"/>
                    </a:cubicBezTo>
                    <a:close/>
                    <a:moveTo>
                      <a:pt x="27574" y="0"/>
                    </a:moveTo>
                    <a:cubicBezTo>
                      <a:pt x="34734" y="0"/>
                      <a:pt x="42046" y="2469"/>
                      <a:pt x="47530" y="7407"/>
                    </a:cubicBezTo>
                    <a:cubicBezTo>
                      <a:pt x="52405" y="13579"/>
                      <a:pt x="56061" y="20986"/>
                      <a:pt x="56061" y="28393"/>
                    </a:cubicBezTo>
                    <a:lnTo>
                      <a:pt x="56061" y="123447"/>
                    </a:lnTo>
                    <a:cubicBezTo>
                      <a:pt x="56061" y="127151"/>
                      <a:pt x="52405" y="130854"/>
                      <a:pt x="47530" y="130854"/>
                    </a:cubicBezTo>
                    <a:lnTo>
                      <a:pt x="8531" y="130854"/>
                    </a:lnTo>
                    <a:cubicBezTo>
                      <a:pt x="3656" y="130854"/>
                      <a:pt x="0" y="127151"/>
                      <a:pt x="0" y="123447"/>
                    </a:cubicBezTo>
                    <a:lnTo>
                      <a:pt x="0" y="28393"/>
                    </a:lnTo>
                    <a:cubicBezTo>
                      <a:pt x="0" y="20986"/>
                      <a:pt x="2437" y="13579"/>
                      <a:pt x="8531" y="7407"/>
                    </a:cubicBezTo>
                    <a:cubicBezTo>
                      <a:pt x="13406" y="2469"/>
                      <a:pt x="20414" y="0"/>
                      <a:pt x="275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DC029249-AE78-CD48-B99C-CB1AE175B657}"/>
                  </a:ext>
                </a:extLst>
              </p:cNvPr>
              <p:cNvSpPr/>
              <p:nvPr/>
            </p:nvSpPr>
            <p:spPr>
              <a:xfrm>
                <a:off x="13055901" y="7793915"/>
                <a:ext cx="468418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7" h="13">
                    <a:moveTo>
                      <a:pt x="370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70" y="0"/>
                    </a:lnTo>
                    <a:cubicBezTo>
                      <a:pt x="374" y="0"/>
                      <a:pt x="377" y="3"/>
                      <a:pt x="377" y="7"/>
                    </a:cubicBezTo>
                    <a:cubicBezTo>
                      <a:pt x="377" y="10"/>
                      <a:pt x="374" y="13"/>
                      <a:pt x="37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82279BA8-EB26-4E49-B45F-922E71420278}"/>
                  </a:ext>
                </a:extLst>
              </p:cNvPr>
              <p:cNvSpPr/>
              <p:nvPr/>
            </p:nvSpPr>
            <p:spPr>
              <a:xfrm>
                <a:off x="13055901" y="7678015"/>
                <a:ext cx="468418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7" h="13">
                    <a:moveTo>
                      <a:pt x="370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370" y="0"/>
                    </a:lnTo>
                    <a:cubicBezTo>
                      <a:pt x="374" y="0"/>
                      <a:pt x="377" y="2"/>
                      <a:pt x="377" y="6"/>
                    </a:cubicBezTo>
                    <a:cubicBezTo>
                      <a:pt x="377" y="10"/>
                      <a:pt x="374" y="13"/>
                      <a:pt x="37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25C88728-433D-254B-83A9-84D7DA1AA968}"/>
                  </a:ext>
                </a:extLst>
              </p:cNvPr>
              <p:cNvSpPr/>
              <p:nvPr/>
            </p:nvSpPr>
            <p:spPr>
              <a:xfrm>
                <a:off x="6147986" y="10362393"/>
                <a:ext cx="642829" cy="74275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7" h="597">
                    <a:moveTo>
                      <a:pt x="512" y="185"/>
                    </a:moveTo>
                    <a:cubicBezTo>
                      <a:pt x="503" y="123"/>
                      <a:pt x="483" y="87"/>
                      <a:pt x="483" y="86"/>
                    </a:cubicBezTo>
                    <a:cubicBezTo>
                      <a:pt x="482" y="86"/>
                      <a:pt x="482" y="85"/>
                      <a:pt x="482" y="85"/>
                    </a:cubicBezTo>
                    <a:lnTo>
                      <a:pt x="406" y="2"/>
                    </a:lnTo>
                    <a:cubicBezTo>
                      <a:pt x="405" y="1"/>
                      <a:pt x="403" y="0"/>
                      <a:pt x="401" y="0"/>
                    </a:cubicBezTo>
                    <a:cubicBezTo>
                      <a:pt x="399" y="1"/>
                      <a:pt x="334" y="6"/>
                      <a:pt x="209" y="58"/>
                    </a:cubicBezTo>
                    <a:cubicBezTo>
                      <a:pt x="61" y="118"/>
                      <a:pt x="-18" y="247"/>
                      <a:pt x="4" y="393"/>
                    </a:cubicBezTo>
                    <a:cubicBezTo>
                      <a:pt x="12" y="454"/>
                      <a:pt x="44" y="508"/>
                      <a:pt x="91" y="545"/>
                    </a:cubicBezTo>
                    <a:cubicBezTo>
                      <a:pt x="135" y="579"/>
                      <a:pt x="188" y="597"/>
                      <a:pt x="242" y="597"/>
                    </a:cubicBezTo>
                    <a:cubicBezTo>
                      <a:pt x="273" y="597"/>
                      <a:pt x="304" y="591"/>
                      <a:pt x="334" y="579"/>
                    </a:cubicBezTo>
                    <a:cubicBezTo>
                      <a:pt x="410" y="548"/>
                      <a:pt x="460" y="501"/>
                      <a:pt x="483" y="439"/>
                    </a:cubicBezTo>
                    <a:cubicBezTo>
                      <a:pt x="523" y="332"/>
                      <a:pt x="521" y="242"/>
                      <a:pt x="512" y="1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8D7F21B4-2EDB-4D46-AD62-AB567D0E9D10}"/>
                  </a:ext>
                </a:extLst>
              </p:cNvPr>
              <p:cNvSpPr/>
              <p:nvPr/>
            </p:nvSpPr>
            <p:spPr>
              <a:xfrm>
                <a:off x="6655023" y="9678217"/>
                <a:ext cx="786095" cy="8212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2" h="660">
                    <a:moveTo>
                      <a:pt x="632" y="206"/>
                    </a:moveTo>
                    <a:cubicBezTo>
                      <a:pt x="618" y="154"/>
                      <a:pt x="604" y="114"/>
                      <a:pt x="592" y="91"/>
                    </a:cubicBezTo>
                    <a:cubicBezTo>
                      <a:pt x="545" y="11"/>
                      <a:pt x="454" y="-17"/>
                      <a:pt x="330" y="10"/>
                    </a:cubicBezTo>
                    <a:cubicBezTo>
                      <a:pt x="240" y="30"/>
                      <a:pt x="208" y="80"/>
                      <a:pt x="194" y="102"/>
                    </a:cubicBezTo>
                    <a:cubicBezTo>
                      <a:pt x="193" y="105"/>
                      <a:pt x="191" y="108"/>
                      <a:pt x="190" y="109"/>
                    </a:cubicBezTo>
                    <a:cubicBezTo>
                      <a:pt x="114" y="115"/>
                      <a:pt x="59" y="148"/>
                      <a:pt x="28" y="204"/>
                    </a:cubicBezTo>
                    <a:cubicBezTo>
                      <a:pt x="-18" y="285"/>
                      <a:pt x="-1" y="395"/>
                      <a:pt x="35" y="468"/>
                    </a:cubicBezTo>
                    <a:cubicBezTo>
                      <a:pt x="78" y="551"/>
                      <a:pt x="140" y="615"/>
                      <a:pt x="222" y="659"/>
                    </a:cubicBezTo>
                    <a:cubicBezTo>
                      <a:pt x="223" y="660"/>
                      <a:pt x="224" y="660"/>
                      <a:pt x="225" y="660"/>
                    </a:cubicBezTo>
                    <a:cubicBezTo>
                      <a:pt x="226" y="660"/>
                      <a:pt x="227" y="660"/>
                      <a:pt x="228" y="659"/>
                    </a:cubicBezTo>
                    <a:cubicBezTo>
                      <a:pt x="230" y="658"/>
                      <a:pt x="231" y="655"/>
                      <a:pt x="231" y="654"/>
                    </a:cubicBezTo>
                    <a:lnTo>
                      <a:pt x="231" y="558"/>
                    </a:lnTo>
                    <a:cubicBezTo>
                      <a:pt x="231" y="555"/>
                      <a:pt x="229" y="552"/>
                      <a:pt x="225" y="552"/>
                    </a:cubicBezTo>
                    <a:cubicBezTo>
                      <a:pt x="225" y="552"/>
                      <a:pt x="192" y="550"/>
                      <a:pt x="176" y="526"/>
                    </a:cubicBezTo>
                    <a:cubicBezTo>
                      <a:pt x="164" y="507"/>
                      <a:pt x="164" y="482"/>
                      <a:pt x="175" y="449"/>
                    </a:cubicBezTo>
                    <a:cubicBezTo>
                      <a:pt x="190" y="406"/>
                      <a:pt x="213" y="382"/>
                      <a:pt x="240" y="382"/>
                    </a:cubicBezTo>
                    <a:cubicBezTo>
                      <a:pt x="262" y="381"/>
                      <a:pt x="280" y="394"/>
                      <a:pt x="284" y="405"/>
                    </a:cubicBezTo>
                    <a:cubicBezTo>
                      <a:pt x="294" y="429"/>
                      <a:pt x="288" y="453"/>
                      <a:pt x="286" y="463"/>
                    </a:cubicBezTo>
                    <a:cubicBezTo>
                      <a:pt x="284" y="469"/>
                      <a:pt x="286" y="476"/>
                      <a:pt x="291" y="481"/>
                    </a:cubicBezTo>
                    <a:cubicBezTo>
                      <a:pt x="296" y="485"/>
                      <a:pt x="303" y="486"/>
                      <a:pt x="309" y="483"/>
                    </a:cubicBezTo>
                    <a:cubicBezTo>
                      <a:pt x="425" y="432"/>
                      <a:pt x="443" y="351"/>
                      <a:pt x="442" y="303"/>
                    </a:cubicBezTo>
                    <a:cubicBezTo>
                      <a:pt x="472" y="302"/>
                      <a:pt x="591" y="292"/>
                      <a:pt x="631" y="211"/>
                    </a:cubicBezTo>
                    <a:cubicBezTo>
                      <a:pt x="632" y="210"/>
                      <a:pt x="632" y="208"/>
                      <a:pt x="632" y="20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D25AB9A4-E286-464B-8D41-B1420AA2091D}"/>
                  </a:ext>
                </a:extLst>
              </p:cNvPr>
              <p:cNvSpPr/>
              <p:nvPr/>
            </p:nvSpPr>
            <p:spPr>
              <a:xfrm>
                <a:off x="6646302" y="9937433"/>
                <a:ext cx="996633" cy="10530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1" h="846">
                    <a:moveTo>
                      <a:pt x="559" y="614"/>
                    </a:moveTo>
                    <a:lnTo>
                      <a:pt x="559" y="492"/>
                    </a:lnTo>
                    <a:cubicBezTo>
                      <a:pt x="585" y="485"/>
                      <a:pt x="608" y="474"/>
                      <a:pt x="623" y="462"/>
                    </a:cubicBezTo>
                    <a:cubicBezTo>
                      <a:pt x="699" y="401"/>
                      <a:pt x="672" y="155"/>
                      <a:pt x="633" y="0"/>
                    </a:cubicBezTo>
                    <a:cubicBezTo>
                      <a:pt x="589" y="89"/>
                      <a:pt x="443" y="88"/>
                      <a:pt x="443" y="88"/>
                    </a:cubicBezTo>
                    <a:cubicBezTo>
                      <a:pt x="448" y="195"/>
                      <a:pt x="360" y="249"/>
                      <a:pt x="313" y="269"/>
                    </a:cubicBezTo>
                    <a:cubicBezTo>
                      <a:pt x="305" y="273"/>
                      <a:pt x="296" y="265"/>
                      <a:pt x="299" y="257"/>
                    </a:cubicBezTo>
                    <a:cubicBezTo>
                      <a:pt x="302" y="244"/>
                      <a:pt x="307" y="219"/>
                      <a:pt x="297" y="194"/>
                    </a:cubicBezTo>
                    <a:cubicBezTo>
                      <a:pt x="285" y="167"/>
                      <a:pt x="213" y="133"/>
                      <a:pt x="176" y="239"/>
                    </a:cubicBezTo>
                    <a:cubicBezTo>
                      <a:pt x="139" y="345"/>
                      <a:pt x="232" y="350"/>
                      <a:pt x="232" y="350"/>
                    </a:cubicBezTo>
                    <a:lnTo>
                      <a:pt x="232" y="446"/>
                    </a:lnTo>
                    <a:lnTo>
                      <a:pt x="232" y="614"/>
                    </a:lnTo>
                    <a:lnTo>
                      <a:pt x="0" y="701"/>
                    </a:lnTo>
                    <a:lnTo>
                      <a:pt x="403" y="846"/>
                    </a:lnTo>
                    <a:lnTo>
                      <a:pt x="801" y="705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6D3BC51E-767C-0049-8223-9B18FF68A261}"/>
                  </a:ext>
                </a:extLst>
              </p:cNvPr>
              <p:cNvSpPr/>
              <p:nvPr/>
            </p:nvSpPr>
            <p:spPr>
              <a:xfrm>
                <a:off x="6638828" y="9929955"/>
                <a:ext cx="1012829" cy="1068019"/>
              </a:xfrm>
              <a:custGeom>
                <a:avLst/>
                <a:gdLst>
                  <a:gd name="connsiteX0" fmla="*/ 791325 w 1012829"/>
                  <a:gd name="connsiteY0" fmla="*/ 29910 h 1068019"/>
                  <a:gd name="connsiteX1" fmla="*/ 658200 w 1012829"/>
                  <a:gd name="connsiteY1" fmla="*/ 112061 h 1068019"/>
                  <a:gd name="connsiteX2" fmla="*/ 566132 w 1012829"/>
                  <a:gd name="connsiteY2" fmla="*/ 125753 h 1068019"/>
                  <a:gd name="connsiteX3" fmla="*/ 400659 w 1012829"/>
                  <a:gd name="connsiteY3" fmla="*/ 349801 h 1068019"/>
                  <a:gd name="connsiteX4" fmla="*/ 378264 w 1012829"/>
                  <a:gd name="connsiteY4" fmla="*/ 347311 h 1068019"/>
                  <a:gd name="connsiteX5" fmla="*/ 372044 w 1012829"/>
                  <a:gd name="connsiteY5" fmla="*/ 324907 h 1068019"/>
                  <a:gd name="connsiteX6" fmla="*/ 369555 w 1012829"/>
                  <a:gd name="connsiteY6" fmla="*/ 252713 h 1068019"/>
                  <a:gd name="connsiteX7" fmla="*/ 314812 w 1012829"/>
                  <a:gd name="connsiteY7" fmla="*/ 224085 h 1068019"/>
                  <a:gd name="connsiteX8" fmla="*/ 233942 w 1012829"/>
                  <a:gd name="connsiteY8" fmla="*/ 307481 h 1068019"/>
                  <a:gd name="connsiteX9" fmla="*/ 235186 w 1012829"/>
                  <a:gd name="connsiteY9" fmla="*/ 403323 h 1068019"/>
                  <a:gd name="connsiteX10" fmla="*/ 296150 w 1012829"/>
                  <a:gd name="connsiteY10" fmla="*/ 435686 h 1068019"/>
                  <a:gd name="connsiteX11" fmla="*/ 303615 w 1012829"/>
                  <a:gd name="connsiteY11" fmla="*/ 443154 h 1068019"/>
                  <a:gd name="connsiteX12" fmla="*/ 303615 w 1012829"/>
                  <a:gd name="connsiteY12" fmla="*/ 771758 h 1068019"/>
                  <a:gd name="connsiteX13" fmla="*/ 298638 w 1012829"/>
                  <a:gd name="connsiteY13" fmla="*/ 779226 h 1068019"/>
                  <a:gd name="connsiteX14" fmla="*/ 31144 w 1012829"/>
                  <a:gd name="connsiteY14" fmla="*/ 880048 h 1068019"/>
                  <a:gd name="connsiteX15" fmla="*/ 508901 w 1012829"/>
                  <a:gd name="connsiteY15" fmla="*/ 1051818 h 1068019"/>
                  <a:gd name="connsiteX16" fmla="*/ 980437 w 1012829"/>
                  <a:gd name="connsiteY16" fmla="*/ 885027 h 1068019"/>
                  <a:gd name="connsiteX17" fmla="*/ 699257 w 1012829"/>
                  <a:gd name="connsiteY17" fmla="*/ 779226 h 1068019"/>
                  <a:gd name="connsiteX18" fmla="*/ 694281 w 1012829"/>
                  <a:gd name="connsiteY18" fmla="*/ 771758 h 1068019"/>
                  <a:gd name="connsiteX19" fmla="*/ 694281 w 1012829"/>
                  <a:gd name="connsiteY19" fmla="*/ 619903 h 1068019"/>
                  <a:gd name="connsiteX20" fmla="*/ 700502 w 1012829"/>
                  <a:gd name="connsiteY20" fmla="*/ 612435 h 1068019"/>
                  <a:gd name="connsiteX21" fmla="*/ 777639 w 1012829"/>
                  <a:gd name="connsiteY21" fmla="*/ 576338 h 1068019"/>
                  <a:gd name="connsiteX22" fmla="*/ 791325 w 1012829"/>
                  <a:gd name="connsiteY22" fmla="*/ 29910 h 1068019"/>
                  <a:gd name="connsiteX23" fmla="*/ 795083 w 1012829"/>
                  <a:gd name="connsiteY23" fmla="*/ 0 h 1068019"/>
                  <a:gd name="connsiteX24" fmla="*/ 802549 w 1012829"/>
                  <a:gd name="connsiteY24" fmla="*/ 4979 h 1068019"/>
                  <a:gd name="connsiteX25" fmla="*/ 787618 w 1012829"/>
                  <a:gd name="connsiteY25" fmla="*/ 588780 h 1068019"/>
                  <a:gd name="connsiteX26" fmla="*/ 710474 w 1012829"/>
                  <a:gd name="connsiteY26" fmla="*/ 626123 h 1068019"/>
                  <a:gd name="connsiteX27" fmla="*/ 710474 w 1012829"/>
                  <a:gd name="connsiteY27" fmla="*/ 766783 h 1068019"/>
                  <a:gd name="connsiteX28" fmla="*/ 1006608 w 1012829"/>
                  <a:gd name="connsiteY28" fmla="*/ 877568 h 1068019"/>
                  <a:gd name="connsiteX29" fmla="*/ 1012829 w 1012829"/>
                  <a:gd name="connsiteY29" fmla="*/ 885037 h 1068019"/>
                  <a:gd name="connsiteX30" fmla="*/ 1006608 w 1012829"/>
                  <a:gd name="connsiteY30" fmla="*/ 892505 h 1068019"/>
                  <a:gd name="connsiteX31" fmla="*/ 511392 w 1012829"/>
                  <a:gd name="connsiteY31" fmla="*/ 1068019 h 1068019"/>
                  <a:gd name="connsiteX32" fmla="*/ 508903 w 1012829"/>
                  <a:gd name="connsiteY32" fmla="*/ 1068019 h 1068019"/>
                  <a:gd name="connsiteX33" fmla="*/ 506415 w 1012829"/>
                  <a:gd name="connsiteY33" fmla="*/ 1068019 h 1068019"/>
                  <a:gd name="connsiteX34" fmla="*/ 6222 w 1012829"/>
                  <a:gd name="connsiteY34" fmla="*/ 887526 h 1068019"/>
                  <a:gd name="connsiteX35" fmla="*/ 0 w 1012829"/>
                  <a:gd name="connsiteY35" fmla="*/ 880058 h 1068019"/>
                  <a:gd name="connsiteX36" fmla="*/ 6222 w 1012829"/>
                  <a:gd name="connsiteY36" fmla="*/ 872589 h 1068019"/>
                  <a:gd name="connsiteX37" fmla="*/ 287425 w 1012829"/>
                  <a:gd name="connsiteY37" fmla="*/ 766783 h 1068019"/>
                  <a:gd name="connsiteX38" fmla="*/ 287425 w 1012829"/>
                  <a:gd name="connsiteY38" fmla="*/ 450609 h 1068019"/>
                  <a:gd name="connsiteX39" fmla="*/ 221479 w 1012829"/>
                  <a:gd name="connsiteY39" fmla="*/ 412021 h 1068019"/>
                  <a:gd name="connsiteX40" fmla="*/ 218990 w 1012829"/>
                  <a:gd name="connsiteY40" fmla="*/ 302481 h 1068019"/>
                  <a:gd name="connsiteX41" fmla="*/ 314798 w 1012829"/>
                  <a:gd name="connsiteY41" fmla="*/ 207878 h 1068019"/>
                  <a:gd name="connsiteX42" fmla="*/ 384477 w 1012829"/>
                  <a:gd name="connsiteY42" fmla="*/ 246466 h 1068019"/>
                  <a:gd name="connsiteX43" fmla="*/ 386966 w 1012829"/>
                  <a:gd name="connsiteY43" fmla="*/ 328621 h 1068019"/>
                  <a:gd name="connsiteX44" fmla="*/ 388210 w 1012829"/>
                  <a:gd name="connsiteY44" fmla="*/ 334845 h 1068019"/>
                  <a:gd name="connsiteX45" fmla="*/ 394431 w 1012829"/>
                  <a:gd name="connsiteY45" fmla="*/ 334845 h 1068019"/>
                  <a:gd name="connsiteX46" fmla="*/ 549964 w 1012829"/>
                  <a:gd name="connsiteY46" fmla="*/ 118254 h 1068019"/>
                  <a:gd name="connsiteX47" fmla="*/ 552452 w 1012829"/>
                  <a:gd name="connsiteY47" fmla="*/ 112030 h 1068019"/>
                  <a:gd name="connsiteX48" fmla="*/ 558674 w 1012829"/>
                  <a:gd name="connsiteY48" fmla="*/ 109540 h 1068019"/>
                  <a:gd name="connsiteX49" fmla="*/ 787618 w 1012829"/>
                  <a:gd name="connsiteY49" fmla="*/ 3734 h 1068019"/>
                  <a:gd name="connsiteX50" fmla="*/ 795083 w 1012829"/>
                  <a:gd name="connsiteY50" fmla="*/ 0 h 10680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012829" h="1068019">
                    <a:moveTo>
                      <a:pt x="791325" y="29910"/>
                    </a:moveTo>
                    <a:cubicBezTo>
                      <a:pt x="765198" y="67251"/>
                      <a:pt x="719164" y="95880"/>
                      <a:pt x="658200" y="112061"/>
                    </a:cubicBezTo>
                    <a:cubicBezTo>
                      <a:pt x="618387" y="122019"/>
                      <a:pt x="582306" y="125753"/>
                      <a:pt x="566132" y="125753"/>
                    </a:cubicBezTo>
                    <a:cubicBezTo>
                      <a:pt x="568621" y="255203"/>
                      <a:pt x="464111" y="321172"/>
                      <a:pt x="400659" y="349801"/>
                    </a:cubicBezTo>
                    <a:cubicBezTo>
                      <a:pt x="393194" y="353535"/>
                      <a:pt x="384485" y="352290"/>
                      <a:pt x="378264" y="347311"/>
                    </a:cubicBezTo>
                    <a:cubicBezTo>
                      <a:pt x="372044" y="341088"/>
                      <a:pt x="369555" y="332375"/>
                      <a:pt x="372044" y="324907"/>
                    </a:cubicBezTo>
                    <a:cubicBezTo>
                      <a:pt x="374532" y="312459"/>
                      <a:pt x="381997" y="282586"/>
                      <a:pt x="369555" y="252713"/>
                    </a:cubicBezTo>
                    <a:cubicBezTo>
                      <a:pt x="364579" y="239021"/>
                      <a:pt x="342184" y="222840"/>
                      <a:pt x="314812" y="224085"/>
                    </a:cubicBezTo>
                    <a:cubicBezTo>
                      <a:pt x="281220" y="224085"/>
                      <a:pt x="252604" y="253958"/>
                      <a:pt x="233942" y="307481"/>
                    </a:cubicBezTo>
                    <a:cubicBezTo>
                      <a:pt x="220256" y="348556"/>
                      <a:pt x="220256" y="379674"/>
                      <a:pt x="235186" y="403323"/>
                    </a:cubicBezTo>
                    <a:cubicBezTo>
                      <a:pt x="255093" y="433196"/>
                      <a:pt x="296150" y="435686"/>
                      <a:pt x="296150" y="435686"/>
                    </a:cubicBezTo>
                    <a:cubicBezTo>
                      <a:pt x="301127" y="435686"/>
                      <a:pt x="303615" y="439420"/>
                      <a:pt x="303615" y="443154"/>
                    </a:cubicBezTo>
                    <a:lnTo>
                      <a:pt x="303615" y="771758"/>
                    </a:lnTo>
                    <a:cubicBezTo>
                      <a:pt x="303615" y="775492"/>
                      <a:pt x="301127" y="779226"/>
                      <a:pt x="298638" y="779226"/>
                    </a:cubicBezTo>
                    <a:lnTo>
                      <a:pt x="31144" y="880048"/>
                    </a:lnTo>
                    <a:lnTo>
                      <a:pt x="508901" y="1051818"/>
                    </a:lnTo>
                    <a:lnTo>
                      <a:pt x="980437" y="885027"/>
                    </a:lnTo>
                    <a:lnTo>
                      <a:pt x="699257" y="779226"/>
                    </a:lnTo>
                    <a:cubicBezTo>
                      <a:pt x="696769" y="779226"/>
                      <a:pt x="694281" y="775492"/>
                      <a:pt x="694281" y="771758"/>
                    </a:cubicBezTo>
                    <a:lnTo>
                      <a:pt x="694281" y="619903"/>
                    </a:lnTo>
                    <a:cubicBezTo>
                      <a:pt x="694281" y="616169"/>
                      <a:pt x="696769" y="612435"/>
                      <a:pt x="700502" y="612435"/>
                    </a:cubicBezTo>
                    <a:cubicBezTo>
                      <a:pt x="731606" y="603722"/>
                      <a:pt x="758977" y="591275"/>
                      <a:pt x="777639" y="576338"/>
                    </a:cubicBezTo>
                    <a:cubicBezTo>
                      <a:pt x="865975" y="505390"/>
                      <a:pt x="834871" y="211638"/>
                      <a:pt x="791325" y="29910"/>
                    </a:cubicBezTo>
                    <a:close/>
                    <a:moveTo>
                      <a:pt x="795083" y="0"/>
                    </a:moveTo>
                    <a:cubicBezTo>
                      <a:pt x="798816" y="0"/>
                      <a:pt x="801305" y="2490"/>
                      <a:pt x="802549" y="4979"/>
                    </a:cubicBezTo>
                    <a:cubicBezTo>
                      <a:pt x="849831" y="197920"/>
                      <a:pt x="887159" y="510359"/>
                      <a:pt x="787618" y="588780"/>
                    </a:cubicBezTo>
                    <a:cubicBezTo>
                      <a:pt x="768954" y="603717"/>
                      <a:pt x="742824" y="617410"/>
                      <a:pt x="710474" y="626123"/>
                    </a:cubicBezTo>
                    <a:lnTo>
                      <a:pt x="710474" y="766783"/>
                    </a:lnTo>
                    <a:lnTo>
                      <a:pt x="1006608" y="877568"/>
                    </a:lnTo>
                    <a:cubicBezTo>
                      <a:pt x="1010341" y="878813"/>
                      <a:pt x="1012829" y="882547"/>
                      <a:pt x="1012829" y="885037"/>
                    </a:cubicBezTo>
                    <a:cubicBezTo>
                      <a:pt x="1012829" y="888771"/>
                      <a:pt x="1010341" y="891261"/>
                      <a:pt x="1006608" y="892505"/>
                    </a:cubicBezTo>
                    <a:lnTo>
                      <a:pt x="511392" y="1068019"/>
                    </a:lnTo>
                    <a:cubicBezTo>
                      <a:pt x="510148" y="1068019"/>
                      <a:pt x="508903" y="1068019"/>
                      <a:pt x="508903" y="1068019"/>
                    </a:cubicBezTo>
                    <a:cubicBezTo>
                      <a:pt x="507659" y="1068019"/>
                      <a:pt x="507659" y="1068019"/>
                      <a:pt x="506415" y="1068019"/>
                    </a:cubicBezTo>
                    <a:lnTo>
                      <a:pt x="6222" y="887526"/>
                    </a:lnTo>
                    <a:cubicBezTo>
                      <a:pt x="1245" y="886281"/>
                      <a:pt x="0" y="883792"/>
                      <a:pt x="0" y="880058"/>
                    </a:cubicBezTo>
                    <a:cubicBezTo>
                      <a:pt x="0" y="876323"/>
                      <a:pt x="1245" y="873834"/>
                      <a:pt x="6222" y="872589"/>
                    </a:cubicBezTo>
                    <a:lnTo>
                      <a:pt x="287425" y="766783"/>
                    </a:lnTo>
                    <a:lnTo>
                      <a:pt x="287425" y="450609"/>
                    </a:lnTo>
                    <a:cubicBezTo>
                      <a:pt x="272494" y="448120"/>
                      <a:pt x="240143" y="440651"/>
                      <a:pt x="221479" y="412021"/>
                    </a:cubicBezTo>
                    <a:cubicBezTo>
                      <a:pt x="202815" y="385881"/>
                      <a:pt x="202815" y="348538"/>
                      <a:pt x="218990" y="302481"/>
                    </a:cubicBezTo>
                    <a:cubicBezTo>
                      <a:pt x="246364" y="220326"/>
                      <a:pt x="291157" y="207878"/>
                      <a:pt x="314798" y="207878"/>
                    </a:cubicBezTo>
                    <a:cubicBezTo>
                      <a:pt x="347149" y="205388"/>
                      <a:pt x="375767" y="226549"/>
                      <a:pt x="384477" y="246466"/>
                    </a:cubicBezTo>
                    <a:cubicBezTo>
                      <a:pt x="398164" y="278830"/>
                      <a:pt x="391943" y="312439"/>
                      <a:pt x="386966" y="328621"/>
                    </a:cubicBezTo>
                    <a:cubicBezTo>
                      <a:pt x="385721" y="332356"/>
                      <a:pt x="386966" y="333600"/>
                      <a:pt x="388210" y="334845"/>
                    </a:cubicBezTo>
                    <a:cubicBezTo>
                      <a:pt x="389454" y="334845"/>
                      <a:pt x="391943" y="337335"/>
                      <a:pt x="394431" y="334845"/>
                    </a:cubicBezTo>
                    <a:cubicBezTo>
                      <a:pt x="455400" y="307460"/>
                      <a:pt x="556185" y="242732"/>
                      <a:pt x="549964" y="118254"/>
                    </a:cubicBezTo>
                    <a:cubicBezTo>
                      <a:pt x="549964" y="115764"/>
                      <a:pt x="551208" y="113275"/>
                      <a:pt x="552452" y="112030"/>
                    </a:cubicBezTo>
                    <a:cubicBezTo>
                      <a:pt x="553697" y="110785"/>
                      <a:pt x="556185" y="109540"/>
                      <a:pt x="558674" y="109540"/>
                    </a:cubicBezTo>
                    <a:cubicBezTo>
                      <a:pt x="561162" y="109540"/>
                      <a:pt x="736603" y="108296"/>
                      <a:pt x="787618" y="3734"/>
                    </a:cubicBezTo>
                    <a:cubicBezTo>
                      <a:pt x="788862" y="1245"/>
                      <a:pt x="791351" y="0"/>
                      <a:pt x="7950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ADC5565E-6EA7-EB40-9E0E-00DCB89AE9C6}"/>
                  </a:ext>
                </a:extLst>
              </p:cNvPr>
              <p:cNvSpPr/>
              <p:nvPr/>
            </p:nvSpPr>
            <p:spPr>
              <a:xfrm>
                <a:off x="7234316" y="10543100"/>
                <a:ext cx="114613" cy="984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3" h="80">
                    <a:moveTo>
                      <a:pt x="93" y="7"/>
                    </a:moveTo>
                    <a:cubicBezTo>
                      <a:pt x="93" y="5"/>
                      <a:pt x="92" y="3"/>
                      <a:pt x="91" y="2"/>
                    </a:cubicBezTo>
                    <a:cubicBezTo>
                      <a:pt x="89" y="0"/>
                      <a:pt x="87" y="0"/>
                      <a:pt x="85" y="1"/>
                    </a:cubicBezTo>
                    <a:cubicBezTo>
                      <a:pt x="85" y="1"/>
                      <a:pt x="55" y="8"/>
                      <a:pt x="21" y="3"/>
                    </a:cubicBezTo>
                    <a:cubicBezTo>
                      <a:pt x="15" y="2"/>
                      <a:pt x="8" y="5"/>
                      <a:pt x="4" y="10"/>
                    </a:cubicBezTo>
                    <a:cubicBezTo>
                      <a:pt x="0" y="16"/>
                      <a:pt x="-1" y="22"/>
                      <a:pt x="2" y="29"/>
                    </a:cubicBezTo>
                    <a:cubicBezTo>
                      <a:pt x="11" y="48"/>
                      <a:pt x="34" y="80"/>
                      <a:pt x="87" y="80"/>
                    </a:cubicBezTo>
                    <a:cubicBezTo>
                      <a:pt x="88" y="80"/>
                      <a:pt x="90" y="79"/>
                      <a:pt x="92" y="78"/>
                    </a:cubicBezTo>
                    <a:cubicBezTo>
                      <a:pt x="93" y="77"/>
                      <a:pt x="93" y="75"/>
                      <a:pt x="93" y="7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5CA9F1CC-E63C-864C-9163-CFC9166B6A30}"/>
                  </a:ext>
                </a:extLst>
              </p:cNvPr>
              <p:cNvSpPr/>
              <p:nvPr/>
            </p:nvSpPr>
            <p:spPr>
              <a:xfrm>
                <a:off x="6481858" y="10811039"/>
                <a:ext cx="1309327" cy="2741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52" h="221">
                    <a:moveTo>
                      <a:pt x="534" y="221"/>
                    </a:moveTo>
                    <a:cubicBezTo>
                      <a:pt x="575" y="221"/>
                      <a:pt x="615" y="214"/>
                      <a:pt x="654" y="199"/>
                    </a:cubicBezTo>
                    <a:lnTo>
                      <a:pt x="1052" y="49"/>
                    </a:lnTo>
                    <a:lnTo>
                      <a:pt x="933" y="4"/>
                    </a:lnTo>
                    <a:lnTo>
                      <a:pt x="535" y="145"/>
                    </a:lnTo>
                    <a:lnTo>
                      <a:pt x="132" y="0"/>
                    </a:lnTo>
                    <a:lnTo>
                      <a:pt x="0" y="49"/>
                    </a:lnTo>
                    <a:lnTo>
                      <a:pt x="414" y="200"/>
                    </a:lnTo>
                    <a:cubicBezTo>
                      <a:pt x="454" y="214"/>
                      <a:pt x="494" y="222"/>
                      <a:pt x="534" y="22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82124BC2-3D42-ED4C-8B2A-A975A9B3C7F4}"/>
                  </a:ext>
                </a:extLst>
              </p:cNvPr>
              <p:cNvSpPr/>
              <p:nvPr/>
            </p:nvSpPr>
            <p:spPr>
              <a:xfrm>
                <a:off x="6474383" y="10802316"/>
                <a:ext cx="1324277" cy="291618"/>
              </a:xfrm>
              <a:custGeom>
                <a:avLst/>
                <a:gdLst>
                  <a:gd name="connsiteX0" fmla="*/ 171781 w 1324277"/>
                  <a:gd name="connsiteY0" fmla="*/ 17447 h 291618"/>
                  <a:gd name="connsiteX1" fmla="*/ 31145 w 1324277"/>
                  <a:gd name="connsiteY1" fmla="*/ 69536 h 291618"/>
                  <a:gd name="connsiteX2" fmla="*/ 526480 w 1324277"/>
                  <a:gd name="connsiteY2" fmla="*/ 249366 h 291618"/>
                  <a:gd name="connsiteX3" fmla="*/ 672094 w 1324277"/>
                  <a:gd name="connsiteY3" fmla="*/ 274170 h 291618"/>
                  <a:gd name="connsiteX4" fmla="*/ 817707 w 1324277"/>
                  <a:gd name="connsiteY4" fmla="*/ 248126 h 291618"/>
                  <a:gd name="connsiteX5" fmla="*/ 1293129 w 1324277"/>
                  <a:gd name="connsiteY5" fmla="*/ 69536 h 291618"/>
                  <a:gd name="connsiteX6" fmla="*/ 1168673 w 1324277"/>
                  <a:gd name="connsiteY6" fmla="*/ 22408 h 291618"/>
                  <a:gd name="connsiteX7" fmla="*/ 675827 w 1324277"/>
                  <a:gd name="connsiteY7" fmla="*/ 196037 h 291618"/>
                  <a:gd name="connsiteX8" fmla="*/ 670849 w 1324277"/>
                  <a:gd name="connsiteY8" fmla="*/ 196037 h 291618"/>
                  <a:gd name="connsiteX9" fmla="*/ 175492 w 1324277"/>
                  <a:gd name="connsiteY9" fmla="*/ 0 h 291618"/>
                  <a:gd name="connsiteX10" fmla="*/ 673340 w 1324277"/>
                  <a:gd name="connsiteY10" fmla="*/ 179935 h 291618"/>
                  <a:gd name="connsiteX11" fmla="*/ 1166210 w 1324277"/>
                  <a:gd name="connsiteY11" fmla="*/ 6205 h 291618"/>
                  <a:gd name="connsiteX12" fmla="*/ 1171189 w 1324277"/>
                  <a:gd name="connsiteY12" fmla="*/ 6205 h 291618"/>
                  <a:gd name="connsiteX13" fmla="*/ 1319299 w 1324277"/>
                  <a:gd name="connsiteY13" fmla="*/ 60805 h 291618"/>
                  <a:gd name="connsiteX14" fmla="*/ 1324277 w 1324277"/>
                  <a:gd name="connsiteY14" fmla="*/ 69492 h 291618"/>
                  <a:gd name="connsiteX15" fmla="*/ 1319299 w 1324277"/>
                  <a:gd name="connsiteY15" fmla="*/ 76938 h 291618"/>
                  <a:gd name="connsiteX16" fmla="*/ 823939 w 1324277"/>
                  <a:gd name="connsiteY16" fmla="*/ 263077 h 291618"/>
                  <a:gd name="connsiteX17" fmla="*/ 673340 w 1324277"/>
                  <a:gd name="connsiteY17" fmla="*/ 291618 h 291618"/>
                  <a:gd name="connsiteX18" fmla="*/ 669606 w 1324277"/>
                  <a:gd name="connsiteY18" fmla="*/ 291618 h 291618"/>
                  <a:gd name="connsiteX19" fmla="*/ 521497 w 1324277"/>
                  <a:gd name="connsiteY19" fmla="*/ 264318 h 291618"/>
                  <a:gd name="connsiteX20" fmla="*/ 4979 w 1324277"/>
                  <a:gd name="connsiteY20" fmla="*/ 76938 h 291618"/>
                  <a:gd name="connsiteX21" fmla="*/ 0 w 1324277"/>
                  <a:gd name="connsiteY21" fmla="*/ 69492 h 291618"/>
                  <a:gd name="connsiteX22" fmla="*/ 4979 w 1324277"/>
                  <a:gd name="connsiteY22" fmla="*/ 62046 h 291618"/>
                  <a:gd name="connsiteX23" fmla="*/ 170513 w 1324277"/>
                  <a:gd name="connsiteY23" fmla="*/ 1241 h 291618"/>
                  <a:gd name="connsiteX24" fmla="*/ 175492 w 1324277"/>
                  <a:gd name="connsiteY24" fmla="*/ 0 h 291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24277" h="291618">
                    <a:moveTo>
                      <a:pt x="171781" y="17447"/>
                    </a:moveTo>
                    <a:lnTo>
                      <a:pt x="31145" y="69536"/>
                    </a:lnTo>
                    <a:lnTo>
                      <a:pt x="526480" y="249366"/>
                    </a:lnTo>
                    <a:cubicBezTo>
                      <a:pt x="573773" y="266729"/>
                      <a:pt x="622311" y="275410"/>
                      <a:pt x="672094" y="274170"/>
                    </a:cubicBezTo>
                    <a:cubicBezTo>
                      <a:pt x="723121" y="274170"/>
                      <a:pt x="771659" y="265489"/>
                      <a:pt x="817707" y="248126"/>
                    </a:cubicBezTo>
                    <a:lnTo>
                      <a:pt x="1293129" y="69536"/>
                    </a:lnTo>
                    <a:lnTo>
                      <a:pt x="1168673" y="22408"/>
                    </a:lnTo>
                    <a:lnTo>
                      <a:pt x="675827" y="196037"/>
                    </a:lnTo>
                    <a:cubicBezTo>
                      <a:pt x="673338" y="196037"/>
                      <a:pt x="672094" y="196037"/>
                      <a:pt x="670849" y="196037"/>
                    </a:cubicBezTo>
                    <a:close/>
                    <a:moveTo>
                      <a:pt x="175492" y="0"/>
                    </a:moveTo>
                    <a:lnTo>
                      <a:pt x="673340" y="179935"/>
                    </a:lnTo>
                    <a:lnTo>
                      <a:pt x="1166210" y="6205"/>
                    </a:lnTo>
                    <a:cubicBezTo>
                      <a:pt x="1167455" y="4964"/>
                      <a:pt x="1168700" y="4964"/>
                      <a:pt x="1171189" y="6205"/>
                    </a:cubicBezTo>
                    <a:lnTo>
                      <a:pt x="1319299" y="60805"/>
                    </a:lnTo>
                    <a:cubicBezTo>
                      <a:pt x="1321788" y="62046"/>
                      <a:pt x="1324277" y="64528"/>
                      <a:pt x="1324277" y="69492"/>
                    </a:cubicBezTo>
                    <a:cubicBezTo>
                      <a:pt x="1324277" y="71974"/>
                      <a:pt x="1321788" y="75697"/>
                      <a:pt x="1319299" y="76938"/>
                    </a:cubicBezTo>
                    <a:lnTo>
                      <a:pt x="823939" y="263077"/>
                    </a:lnTo>
                    <a:cubicBezTo>
                      <a:pt x="775399" y="281691"/>
                      <a:pt x="724370" y="290377"/>
                      <a:pt x="673340" y="291618"/>
                    </a:cubicBezTo>
                    <a:cubicBezTo>
                      <a:pt x="672096" y="291618"/>
                      <a:pt x="670851" y="291618"/>
                      <a:pt x="669606" y="291618"/>
                    </a:cubicBezTo>
                    <a:cubicBezTo>
                      <a:pt x="618577" y="291618"/>
                      <a:pt x="568792" y="281691"/>
                      <a:pt x="521497" y="264318"/>
                    </a:cubicBezTo>
                    <a:lnTo>
                      <a:pt x="4979" y="76938"/>
                    </a:lnTo>
                    <a:cubicBezTo>
                      <a:pt x="1245" y="76938"/>
                      <a:pt x="0" y="73215"/>
                      <a:pt x="0" y="69492"/>
                    </a:cubicBezTo>
                    <a:cubicBezTo>
                      <a:pt x="0" y="67010"/>
                      <a:pt x="1245" y="63287"/>
                      <a:pt x="4979" y="62046"/>
                    </a:cubicBezTo>
                    <a:lnTo>
                      <a:pt x="170513" y="1241"/>
                    </a:lnTo>
                    <a:cubicBezTo>
                      <a:pt x="171758" y="0"/>
                      <a:pt x="174247" y="0"/>
                      <a:pt x="1754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50D03502-F076-BB4C-BD36-B438D9A62A82}"/>
                  </a:ext>
                </a:extLst>
              </p:cNvPr>
              <p:cNvSpPr/>
              <p:nvPr/>
            </p:nvSpPr>
            <p:spPr>
              <a:xfrm>
                <a:off x="6255124" y="10872105"/>
                <a:ext cx="1765283" cy="386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18" h="311">
                    <a:moveTo>
                      <a:pt x="1374" y="99"/>
                    </a:moveTo>
                    <a:cubicBezTo>
                      <a:pt x="1347" y="58"/>
                      <a:pt x="1306" y="27"/>
                      <a:pt x="1258" y="9"/>
                    </a:cubicBezTo>
                    <a:lnTo>
                      <a:pt x="1234" y="0"/>
                    </a:lnTo>
                    <a:lnTo>
                      <a:pt x="836" y="150"/>
                    </a:lnTo>
                    <a:cubicBezTo>
                      <a:pt x="797" y="165"/>
                      <a:pt x="757" y="172"/>
                      <a:pt x="716" y="172"/>
                    </a:cubicBezTo>
                    <a:cubicBezTo>
                      <a:pt x="676" y="173"/>
                      <a:pt x="636" y="165"/>
                      <a:pt x="596" y="151"/>
                    </a:cubicBezTo>
                    <a:lnTo>
                      <a:pt x="182" y="0"/>
                    </a:lnTo>
                    <a:lnTo>
                      <a:pt x="160" y="9"/>
                    </a:lnTo>
                    <a:cubicBezTo>
                      <a:pt x="104" y="29"/>
                      <a:pt x="59" y="70"/>
                      <a:pt x="31" y="119"/>
                    </a:cubicBezTo>
                    <a:cubicBezTo>
                      <a:pt x="12" y="155"/>
                      <a:pt x="0" y="196"/>
                      <a:pt x="0" y="238"/>
                    </a:cubicBezTo>
                    <a:lnTo>
                      <a:pt x="0" y="311"/>
                    </a:lnTo>
                    <a:lnTo>
                      <a:pt x="1418" y="311"/>
                    </a:lnTo>
                    <a:lnTo>
                      <a:pt x="1418" y="238"/>
                    </a:lnTo>
                    <a:cubicBezTo>
                      <a:pt x="1418" y="187"/>
                      <a:pt x="1402" y="139"/>
                      <a:pt x="1374" y="9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801F03F5-521E-EB42-BE46-958BBC943056}"/>
                  </a:ext>
                </a:extLst>
              </p:cNvPr>
              <p:cNvSpPr/>
              <p:nvPr/>
            </p:nvSpPr>
            <p:spPr>
              <a:xfrm>
                <a:off x="6247649" y="10863381"/>
                <a:ext cx="1780233" cy="402532"/>
              </a:xfrm>
              <a:custGeom>
                <a:avLst/>
                <a:gdLst>
                  <a:gd name="connsiteX0" fmla="*/ 1543690 w 1780233"/>
                  <a:gd name="connsiteY0" fmla="*/ 16201 h 402532"/>
                  <a:gd name="connsiteX1" fmla="*/ 1050709 w 1780233"/>
                  <a:gd name="connsiteY1" fmla="*/ 202510 h 402532"/>
                  <a:gd name="connsiteX2" fmla="*/ 900075 w 1780233"/>
                  <a:gd name="connsiteY2" fmla="*/ 231077 h 402532"/>
                  <a:gd name="connsiteX3" fmla="*/ 748197 w 1780233"/>
                  <a:gd name="connsiteY3" fmla="*/ 203752 h 402532"/>
                  <a:gd name="connsiteX4" fmla="*/ 234053 w 1780233"/>
                  <a:gd name="connsiteY4" fmla="*/ 17443 h 402532"/>
                  <a:gd name="connsiteX5" fmla="*/ 209155 w 1780233"/>
                  <a:gd name="connsiteY5" fmla="*/ 27380 h 402532"/>
                  <a:gd name="connsiteX6" fmla="*/ 53542 w 1780233"/>
                  <a:gd name="connsiteY6" fmla="*/ 160280 h 402532"/>
                  <a:gd name="connsiteX7" fmla="*/ 16195 w 1780233"/>
                  <a:gd name="connsiteY7" fmla="*/ 304359 h 402532"/>
                  <a:gd name="connsiteX8" fmla="*/ 16195 w 1780233"/>
                  <a:gd name="connsiteY8" fmla="*/ 387577 h 402532"/>
                  <a:gd name="connsiteX9" fmla="*/ 1764037 w 1780233"/>
                  <a:gd name="connsiteY9" fmla="*/ 387577 h 402532"/>
                  <a:gd name="connsiteX10" fmla="*/ 1764037 w 1780233"/>
                  <a:gd name="connsiteY10" fmla="*/ 304359 h 402532"/>
                  <a:gd name="connsiteX11" fmla="*/ 1711751 w 1780233"/>
                  <a:gd name="connsiteY11" fmla="*/ 135439 h 402532"/>
                  <a:gd name="connsiteX12" fmla="*/ 1571077 w 1780233"/>
                  <a:gd name="connsiteY12" fmla="*/ 27380 h 402532"/>
                  <a:gd name="connsiteX13" fmla="*/ 1539964 w 1780233"/>
                  <a:gd name="connsiteY13" fmla="*/ 0 h 402532"/>
                  <a:gd name="connsiteX14" fmla="*/ 1546189 w 1780233"/>
                  <a:gd name="connsiteY14" fmla="*/ 0 h 402532"/>
                  <a:gd name="connsiteX15" fmla="*/ 1577312 w 1780233"/>
                  <a:gd name="connsiteY15" fmla="*/ 12424 h 402532"/>
                  <a:gd name="connsiteX16" fmla="*/ 1725457 w 1780233"/>
                  <a:gd name="connsiteY16" fmla="*/ 126723 h 402532"/>
                  <a:gd name="connsiteX17" fmla="*/ 1780233 w 1780233"/>
                  <a:gd name="connsiteY17" fmla="*/ 304384 h 402532"/>
                  <a:gd name="connsiteX18" fmla="*/ 1780233 w 1780233"/>
                  <a:gd name="connsiteY18" fmla="*/ 395078 h 402532"/>
                  <a:gd name="connsiteX19" fmla="*/ 1772764 w 1780233"/>
                  <a:gd name="connsiteY19" fmla="*/ 402532 h 402532"/>
                  <a:gd name="connsiteX20" fmla="*/ 7470 w 1780233"/>
                  <a:gd name="connsiteY20" fmla="*/ 402532 h 402532"/>
                  <a:gd name="connsiteX21" fmla="*/ 0 w 1780233"/>
                  <a:gd name="connsiteY21" fmla="*/ 395078 h 402532"/>
                  <a:gd name="connsiteX22" fmla="*/ 0 w 1780233"/>
                  <a:gd name="connsiteY22" fmla="*/ 304384 h 402532"/>
                  <a:gd name="connsiteX23" fmla="*/ 39838 w 1780233"/>
                  <a:gd name="connsiteY23" fmla="*/ 152813 h 402532"/>
                  <a:gd name="connsiteX24" fmla="*/ 204167 w 1780233"/>
                  <a:gd name="connsiteY24" fmla="*/ 12424 h 402532"/>
                  <a:gd name="connsiteX25" fmla="*/ 231555 w 1780233"/>
                  <a:gd name="connsiteY25" fmla="*/ 1242 h 402532"/>
                  <a:gd name="connsiteX26" fmla="*/ 237780 w 1780233"/>
                  <a:gd name="connsiteY26" fmla="*/ 1242 h 402532"/>
                  <a:gd name="connsiteX27" fmla="*/ 753176 w 1780233"/>
                  <a:gd name="connsiteY27" fmla="*/ 188842 h 402532"/>
                  <a:gd name="connsiteX28" fmla="*/ 898831 w 1780233"/>
                  <a:gd name="connsiteY28" fmla="*/ 213690 h 402532"/>
                  <a:gd name="connsiteX29" fmla="*/ 1044487 w 1780233"/>
                  <a:gd name="connsiteY29" fmla="*/ 187600 h 402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1780233" h="402532">
                    <a:moveTo>
                      <a:pt x="1543690" y="16201"/>
                    </a:moveTo>
                    <a:lnTo>
                      <a:pt x="1050709" y="202510"/>
                    </a:lnTo>
                    <a:cubicBezTo>
                      <a:pt x="1002157" y="221141"/>
                      <a:pt x="951116" y="229835"/>
                      <a:pt x="900075" y="231077"/>
                    </a:cubicBezTo>
                    <a:cubicBezTo>
                      <a:pt x="847790" y="231077"/>
                      <a:pt x="796749" y="222383"/>
                      <a:pt x="748197" y="203752"/>
                    </a:cubicBezTo>
                    <a:lnTo>
                      <a:pt x="234053" y="17443"/>
                    </a:lnTo>
                    <a:lnTo>
                      <a:pt x="209155" y="27380"/>
                    </a:lnTo>
                    <a:cubicBezTo>
                      <a:pt x="143175" y="52221"/>
                      <a:pt x="88400" y="99419"/>
                      <a:pt x="53542" y="160280"/>
                    </a:cubicBezTo>
                    <a:cubicBezTo>
                      <a:pt x="29889" y="204994"/>
                      <a:pt x="16195" y="254677"/>
                      <a:pt x="16195" y="304359"/>
                    </a:cubicBezTo>
                    <a:lnTo>
                      <a:pt x="16195" y="387577"/>
                    </a:lnTo>
                    <a:lnTo>
                      <a:pt x="1764037" y="387577"/>
                    </a:lnTo>
                    <a:lnTo>
                      <a:pt x="1764037" y="304359"/>
                    </a:lnTo>
                    <a:cubicBezTo>
                      <a:pt x="1764037" y="243498"/>
                      <a:pt x="1746609" y="186363"/>
                      <a:pt x="1711751" y="135439"/>
                    </a:cubicBezTo>
                    <a:cubicBezTo>
                      <a:pt x="1676894" y="85756"/>
                      <a:pt x="1628343" y="48495"/>
                      <a:pt x="1571077" y="27380"/>
                    </a:cubicBezTo>
                    <a:close/>
                    <a:moveTo>
                      <a:pt x="1539964" y="0"/>
                    </a:moveTo>
                    <a:cubicBezTo>
                      <a:pt x="1542454" y="0"/>
                      <a:pt x="1543699" y="0"/>
                      <a:pt x="1546189" y="0"/>
                    </a:cubicBezTo>
                    <a:lnTo>
                      <a:pt x="1577312" y="12424"/>
                    </a:lnTo>
                    <a:cubicBezTo>
                      <a:pt x="1637068" y="34787"/>
                      <a:pt x="1688109" y="74543"/>
                      <a:pt x="1725457" y="126723"/>
                    </a:cubicBezTo>
                    <a:cubicBezTo>
                      <a:pt x="1761559" y="178903"/>
                      <a:pt x="1780233" y="241022"/>
                      <a:pt x="1780233" y="304384"/>
                    </a:cubicBezTo>
                    <a:lnTo>
                      <a:pt x="1780233" y="395078"/>
                    </a:lnTo>
                    <a:cubicBezTo>
                      <a:pt x="1780233" y="400047"/>
                      <a:pt x="1776498" y="402532"/>
                      <a:pt x="1772764" y="402532"/>
                    </a:cubicBezTo>
                    <a:lnTo>
                      <a:pt x="7470" y="402532"/>
                    </a:lnTo>
                    <a:cubicBezTo>
                      <a:pt x="3735" y="402532"/>
                      <a:pt x="0" y="400047"/>
                      <a:pt x="0" y="395078"/>
                    </a:cubicBezTo>
                    <a:lnTo>
                      <a:pt x="0" y="304384"/>
                    </a:lnTo>
                    <a:cubicBezTo>
                      <a:pt x="0" y="252204"/>
                      <a:pt x="13694" y="200024"/>
                      <a:pt x="39838" y="152813"/>
                    </a:cubicBezTo>
                    <a:cubicBezTo>
                      <a:pt x="74695" y="88209"/>
                      <a:pt x="134451" y="37271"/>
                      <a:pt x="204167" y="12424"/>
                    </a:cubicBezTo>
                    <a:lnTo>
                      <a:pt x="231555" y="1242"/>
                    </a:lnTo>
                    <a:cubicBezTo>
                      <a:pt x="234045" y="0"/>
                      <a:pt x="235290" y="0"/>
                      <a:pt x="237780" y="1242"/>
                    </a:cubicBezTo>
                    <a:lnTo>
                      <a:pt x="753176" y="188842"/>
                    </a:lnTo>
                    <a:cubicBezTo>
                      <a:pt x="800483" y="206236"/>
                      <a:pt x="849034" y="214932"/>
                      <a:pt x="898831" y="213690"/>
                    </a:cubicBezTo>
                    <a:cubicBezTo>
                      <a:pt x="949873" y="213690"/>
                      <a:pt x="998425" y="204993"/>
                      <a:pt x="1044487" y="1876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60039C7D-9E6B-F842-BB50-E4513EA44179}"/>
                  </a:ext>
                </a:extLst>
              </p:cNvPr>
              <p:cNvSpPr/>
              <p:nvPr/>
            </p:nvSpPr>
            <p:spPr>
              <a:xfrm>
                <a:off x="6622629" y="10260206"/>
                <a:ext cx="234209" cy="2504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9" h="202">
                    <a:moveTo>
                      <a:pt x="110" y="187"/>
                    </a:moveTo>
                    <a:lnTo>
                      <a:pt x="61" y="132"/>
                    </a:lnTo>
                    <a:lnTo>
                      <a:pt x="11" y="76"/>
                    </a:lnTo>
                    <a:cubicBezTo>
                      <a:pt x="3" y="66"/>
                      <a:pt x="0" y="54"/>
                      <a:pt x="0" y="43"/>
                    </a:cubicBezTo>
                    <a:cubicBezTo>
                      <a:pt x="1" y="31"/>
                      <a:pt x="6" y="20"/>
                      <a:pt x="16" y="11"/>
                    </a:cubicBezTo>
                    <a:cubicBezTo>
                      <a:pt x="25" y="3"/>
                      <a:pt x="37" y="-1"/>
                      <a:pt x="49" y="0"/>
                    </a:cubicBezTo>
                    <a:cubicBezTo>
                      <a:pt x="60" y="1"/>
                      <a:pt x="71" y="6"/>
                      <a:pt x="80" y="15"/>
                    </a:cubicBezTo>
                    <a:lnTo>
                      <a:pt x="129" y="71"/>
                    </a:lnTo>
                    <a:lnTo>
                      <a:pt x="178" y="127"/>
                    </a:lnTo>
                    <a:cubicBezTo>
                      <a:pt x="186" y="136"/>
                      <a:pt x="190" y="148"/>
                      <a:pt x="189" y="160"/>
                    </a:cubicBezTo>
                    <a:cubicBezTo>
                      <a:pt x="189" y="171"/>
                      <a:pt x="183" y="182"/>
                      <a:pt x="174" y="191"/>
                    </a:cubicBezTo>
                    <a:cubicBezTo>
                      <a:pt x="165" y="199"/>
                      <a:pt x="153" y="203"/>
                      <a:pt x="141" y="202"/>
                    </a:cubicBezTo>
                    <a:cubicBezTo>
                      <a:pt x="129" y="201"/>
                      <a:pt x="118" y="196"/>
                      <a:pt x="110" y="18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8" name="Freeform 427">
                <a:extLst>
                  <a:ext uri="{FF2B5EF4-FFF2-40B4-BE49-F238E27FC236}">
                    <a16:creationId xmlns:a16="http://schemas.microsoft.com/office/drawing/2014/main" id="{A44AF98C-69EC-9E43-97B4-E649A78094BD}"/>
                  </a:ext>
                </a:extLst>
              </p:cNvPr>
              <p:cNvSpPr/>
              <p:nvPr/>
            </p:nvSpPr>
            <p:spPr>
              <a:xfrm>
                <a:off x="6614974" y="10251482"/>
                <a:ext cx="250744" cy="267939"/>
              </a:xfrm>
              <a:custGeom>
                <a:avLst/>
                <a:gdLst>
                  <a:gd name="connsiteX0" fmla="*/ 64685 w 250744"/>
                  <a:gd name="connsiteY0" fmla="*/ 16201 h 267939"/>
                  <a:gd name="connsiteX1" fmla="*/ 32479 w 250744"/>
                  <a:gd name="connsiteY1" fmla="*/ 28598 h 267939"/>
                  <a:gd name="connsiteX2" fmla="*/ 16375 w 250744"/>
                  <a:gd name="connsiteY2" fmla="*/ 62069 h 267939"/>
                  <a:gd name="connsiteX3" fmla="*/ 27524 w 250744"/>
                  <a:gd name="connsiteY3" fmla="*/ 98019 h 267939"/>
                  <a:gd name="connsiteX4" fmla="*/ 150157 w 250744"/>
                  <a:gd name="connsiteY4" fmla="*/ 234383 h 267939"/>
                  <a:gd name="connsiteX5" fmla="*/ 183602 w 250744"/>
                  <a:gd name="connsiteY5" fmla="*/ 251738 h 267939"/>
                  <a:gd name="connsiteX6" fmla="*/ 218286 w 250744"/>
                  <a:gd name="connsiteY6" fmla="*/ 239341 h 267939"/>
                  <a:gd name="connsiteX7" fmla="*/ 233151 w 250744"/>
                  <a:gd name="connsiteY7" fmla="*/ 205870 h 267939"/>
                  <a:gd name="connsiteX8" fmla="*/ 223241 w 250744"/>
                  <a:gd name="connsiteY8" fmla="*/ 171160 h 267939"/>
                  <a:gd name="connsiteX9" fmla="*/ 100608 w 250744"/>
                  <a:gd name="connsiteY9" fmla="*/ 33556 h 267939"/>
                  <a:gd name="connsiteX10" fmla="*/ 67163 w 250744"/>
                  <a:gd name="connsiteY10" fmla="*/ 17441 h 267939"/>
                  <a:gd name="connsiteX11" fmla="*/ 64685 w 250744"/>
                  <a:gd name="connsiteY11" fmla="*/ 16201 h 267939"/>
                  <a:gd name="connsiteX12" fmla="*/ 68364 w 250744"/>
                  <a:gd name="connsiteY12" fmla="*/ 0 h 267939"/>
                  <a:gd name="connsiteX13" fmla="*/ 112990 w 250744"/>
                  <a:gd name="connsiteY13" fmla="*/ 22328 h 267939"/>
                  <a:gd name="connsiteX14" fmla="*/ 234473 w 250744"/>
                  <a:gd name="connsiteY14" fmla="*/ 160019 h 267939"/>
                  <a:gd name="connsiteX15" fmla="*/ 250588 w 250744"/>
                  <a:gd name="connsiteY15" fmla="*/ 207157 h 267939"/>
                  <a:gd name="connsiteX16" fmla="*/ 228275 w 250744"/>
                  <a:gd name="connsiteY16" fmla="*/ 251813 h 267939"/>
                  <a:gd name="connsiteX17" fmla="*/ 186128 w 250744"/>
                  <a:gd name="connsiteY17" fmla="*/ 267939 h 267939"/>
                  <a:gd name="connsiteX18" fmla="*/ 181169 w 250744"/>
                  <a:gd name="connsiteY18" fmla="*/ 267939 h 267939"/>
                  <a:gd name="connsiteX19" fmla="*/ 137782 w 250744"/>
                  <a:gd name="connsiteY19" fmla="*/ 245611 h 267939"/>
                  <a:gd name="connsiteX20" fmla="*/ 16299 w 250744"/>
                  <a:gd name="connsiteY20" fmla="*/ 107920 h 267939"/>
                  <a:gd name="connsiteX21" fmla="*/ 184 w 250744"/>
                  <a:gd name="connsiteY21" fmla="*/ 60782 h 267939"/>
                  <a:gd name="connsiteX22" fmla="*/ 21258 w 250744"/>
                  <a:gd name="connsiteY22" fmla="*/ 16126 h 267939"/>
                  <a:gd name="connsiteX23" fmla="*/ 68364 w 250744"/>
                  <a:gd name="connsiteY23" fmla="*/ 0 h 26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50744" h="267939">
                    <a:moveTo>
                      <a:pt x="64685" y="16201"/>
                    </a:moveTo>
                    <a:cubicBezTo>
                      <a:pt x="53537" y="16201"/>
                      <a:pt x="41150" y="21160"/>
                      <a:pt x="32479" y="28598"/>
                    </a:cubicBezTo>
                    <a:cubicBezTo>
                      <a:pt x="22569" y="37275"/>
                      <a:pt x="16375" y="48432"/>
                      <a:pt x="16375" y="62069"/>
                    </a:cubicBezTo>
                    <a:cubicBezTo>
                      <a:pt x="15137" y="74465"/>
                      <a:pt x="18853" y="88102"/>
                      <a:pt x="27524" y="98019"/>
                    </a:cubicBezTo>
                    <a:lnTo>
                      <a:pt x="150157" y="234383"/>
                    </a:lnTo>
                    <a:cubicBezTo>
                      <a:pt x="158828" y="244300"/>
                      <a:pt x="169976" y="250498"/>
                      <a:pt x="183602" y="251738"/>
                    </a:cubicBezTo>
                    <a:cubicBezTo>
                      <a:pt x="195989" y="251738"/>
                      <a:pt x="208376" y="248019"/>
                      <a:pt x="218286" y="239341"/>
                    </a:cubicBezTo>
                    <a:cubicBezTo>
                      <a:pt x="228196" y="230664"/>
                      <a:pt x="233151" y="218267"/>
                      <a:pt x="233151" y="205870"/>
                    </a:cubicBezTo>
                    <a:cubicBezTo>
                      <a:pt x="235628" y="193474"/>
                      <a:pt x="230673" y="179837"/>
                      <a:pt x="223241" y="171160"/>
                    </a:cubicBezTo>
                    <a:lnTo>
                      <a:pt x="100608" y="33556"/>
                    </a:lnTo>
                    <a:cubicBezTo>
                      <a:pt x="91937" y="23639"/>
                      <a:pt x="80788" y="17441"/>
                      <a:pt x="67163" y="17441"/>
                    </a:cubicBezTo>
                    <a:cubicBezTo>
                      <a:pt x="67163" y="16201"/>
                      <a:pt x="64685" y="16201"/>
                      <a:pt x="64685" y="16201"/>
                    </a:cubicBezTo>
                    <a:close/>
                    <a:moveTo>
                      <a:pt x="68364" y="0"/>
                    </a:moveTo>
                    <a:cubicBezTo>
                      <a:pt x="85718" y="2481"/>
                      <a:pt x="101833" y="9924"/>
                      <a:pt x="112990" y="22328"/>
                    </a:cubicBezTo>
                    <a:lnTo>
                      <a:pt x="234473" y="160019"/>
                    </a:lnTo>
                    <a:cubicBezTo>
                      <a:pt x="245630" y="173664"/>
                      <a:pt x="251828" y="189790"/>
                      <a:pt x="250588" y="207157"/>
                    </a:cubicBezTo>
                    <a:cubicBezTo>
                      <a:pt x="249349" y="224523"/>
                      <a:pt x="241911" y="240649"/>
                      <a:pt x="228275" y="251813"/>
                    </a:cubicBezTo>
                    <a:cubicBezTo>
                      <a:pt x="217118" y="261737"/>
                      <a:pt x="202243" y="267939"/>
                      <a:pt x="186128" y="267939"/>
                    </a:cubicBezTo>
                    <a:cubicBezTo>
                      <a:pt x="184888" y="267939"/>
                      <a:pt x="183649" y="267939"/>
                      <a:pt x="181169" y="267939"/>
                    </a:cubicBezTo>
                    <a:cubicBezTo>
                      <a:pt x="165054" y="266699"/>
                      <a:pt x="148939" y="258015"/>
                      <a:pt x="137782" y="245611"/>
                    </a:cubicBezTo>
                    <a:lnTo>
                      <a:pt x="16299" y="107920"/>
                    </a:lnTo>
                    <a:cubicBezTo>
                      <a:pt x="3903" y="95515"/>
                      <a:pt x="-1056" y="78149"/>
                      <a:pt x="184" y="60782"/>
                    </a:cubicBezTo>
                    <a:cubicBezTo>
                      <a:pt x="1424" y="43416"/>
                      <a:pt x="8862" y="28531"/>
                      <a:pt x="21258" y="16126"/>
                    </a:cubicBezTo>
                    <a:cubicBezTo>
                      <a:pt x="34894" y="4962"/>
                      <a:pt x="51009" y="0"/>
                      <a:pt x="683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381749F9-442B-524A-B3D2-18E0E8F349FD}"/>
                  </a:ext>
                </a:extLst>
              </p:cNvPr>
              <p:cNvSpPr/>
              <p:nvPr/>
            </p:nvSpPr>
            <p:spPr>
              <a:xfrm>
                <a:off x="8808997" y="10682678"/>
                <a:ext cx="1465051" cy="5770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77" h="464">
                    <a:moveTo>
                      <a:pt x="0" y="464"/>
                    </a:moveTo>
                    <a:lnTo>
                      <a:pt x="1177" y="464"/>
                    </a:lnTo>
                    <a:cubicBezTo>
                      <a:pt x="1177" y="464"/>
                      <a:pt x="1153" y="259"/>
                      <a:pt x="1122" y="186"/>
                    </a:cubicBezTo>
                    <a:cubicBezTo>
                      <a:pt x="1079" y="87"/>
                      <a:pt x="923" y="-13"/>
                      <a:pt x="591" y="1"/>
                    </a:cubicBezTo>
                    <a:cubicBezTo>
                      <a:pt x="317" y="13"/>
                      <a:pt x="159" y="74"/>
                      <a:pt x="100" y="178"/>
                    </a:cubicBezTo>
                    <a:cubicBezTo>
                      <a:pt x="40" y="280"/>
                      <a:pt x="0" y="464"/>
                      <a:pt x="0" y="464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9" name="Freeform 428">
                <a:extLst>
                  <a:ext uri="{FF2B5EF4-FFF2-40B4-BE49-F238E27FC236}">
                    <a16:creationId xmlns:a16="http://schemas.microsoft.com/office/drawing/2014/main" id="{EE563E85-AC72-8D46-BAE2-BB75B3D81B39}"/>
                  </a:ext>
                </a:extLst>
              </p:cNvPr>
              <p:cNvSpPr/>
              <p:nvPr/>
            </p:nvSpPr>
            <p:spPr>
              <a:xfrm>
                <a:off x="8799760" y="10673606"/>
                <a:ext cx="1480516" cy="594799"/>
              </a:xfrm>
              <a:custGeom>
                <a:avLst/>
                <a:gdLst>
                  <a:gd name="connsiteX0" fmla="*/ 746119 w 1480516"/>
                  <a:gd name="connsiteY0" fmla="*/ 19038 h 594799"/>
                  <a:gd name="connsiteX1" fmla="*/ 139941 w 1480516"/>
                  <a:gd name="connsiteY1" fmla="*/ 234158 h 594799"/>
                  <a:gd name="connsiteX2" fmla="*/ 20448 w 1480516"/>
                  <a:gd name="connsiteY2" fmla="*/ 578598 h 594799"/>
                  <a:gd name="connsiteX3" fmla="*/ 1464321 w 1480516"/>
                  <a:gd name="connsiteY3" fmla="*/ 578598 h 594799"/>
                  <a:gd name="connsiteX4" fmla="*/ 1398351 w 1480516"/>
                  <a:gd name="connsiteY4" fmla="*/ 242862 h 594799"/>
                  <a:gd name="connsiteX5" fmla="*/ 746119 w 1480516"/>
                  <a:gd name="connsiteY5" fmla="*/ 19038 h 594799"/>
                  <a:gd name="connsiteX6" fmla="*/ 743627 w 1480516"/>
                  <a:gd name="connsiteY6" fmla="*/ 1592 h 594799"/>
                  <a:gd name="connsiteX7" fmla="*/ 1412055 w 1480516"/>
                  <a:gd name="connsiteY7" fmla="*/ 236636 h 594799"/>
                  <a:gd name="connsiteX8" fmla="*/ 1480516 w 1480516"/>
                  <a:gd name="connsiteY8" fmla="*/ 584850 h 594799"/>
                  <a:gd name="connsiteX9" fmla="*/ 1479271 w 1480516"/>
                  <a:gd name="connsiteY9" fmla="*/ 592312 h 594799"/>
                  <a:gd name="connsiteX10" fmla="*/ 1473047 w 1480516"/>
                  <a:gd name="connsiteY10" fmla="*/ 594799 h 594799"/>
                  <a:gd name="connsiteX11" fmla="*/ 7983 w 1480516"/>
                  <a:gd name="connsiteY11" fmla="*/ 594799 h 594799"/>
                  <a:gd name="connsiteX12" fmla="*/ 1760 w 1480516"/>
                  <a:gd name="connsiteY12" fmla="*/ 591068 h 594799"/>
                  <a:gd name="connsiteX13" fmla="*/ 515 w 1480516"/>
                  <a:gd name="connsiteY13" fmla="*/ 584850 h 594799"/>
                  <a:gd name="connsiteX14" fmla="*/ 124989 w 1480516"/>
                  <a:gd name="connsiteY14" fmla="*/ 225443 h 594799"/>
                  <a:gd name="connsiteX15" fmla="*/ 743627 w 1480516"/>
                  <a:gd name="connsiteY15" fmla="*/ 1592 h 594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80516" h="594799">
                    <a:moveTo>
                      <a:pt x="746119" y="19038"/>
                    </a:moveTo>
                    <a:cubicBezTo>
                      <a:pt x="417513" y="32717"/>
                      <a:pt x="214624" y="104838"/>
                      <a:pt x="139941" y="234158"/>
                    </a:cubicBezTo>
                    <a:cubicBezTo>
                      <a:pt x="77705" y="344826"/>
                      <a:pt x="30406" y="533833"/>
                      <a:pt x="20448" y="578598"/>
                    </a:cubicBezTo>
                    <a:lnTo>
                      <a:pt x="1464321" y="578598"/>
                    </a:lnTo>
                    <a:cubicBezTo>
                      <a:pt x="1459342" y="532590"/>
                      <a:pt x="1433203" y="322444"/>
                      <a:pt x="1398351" y="242862"/>
                    </a:cubicBezTo>
                    <a:cubicBezTo>
                      <a:pt x="1373457" y="185663"/>
                      <a:pt x="1251474" y="-3344"/>
                      <a:pt x="746119" y="19038"/>
                    </a:cubicBezTo>
                    <a:close/>
                    <a:moveTo>
                      <a:pt x="743627" y="1592"/>
                    </a:moveTo>
                    <a:cubicBezTo>
                      <a:pt x="1260196" y="-19550"/>
                      <a:pt x="1385915" y="175699"/>
                      <a:pt x="1412055" y="236636"/>
                    </a:cubicBezTo>
                    <a:cubicBezTo>
                      <a:pt x="1450642" y="327420"/>
                      <a:pt x="1479271" y="574901"/>
                      <a:pt x="1480516" y="584850"/>
                    </a:cubicBezTo>
                    <a:cubicBezTo>
                      <a:pt x="1480516" y="587337"/>
                      <a:pt x="1480516" y="589824"/>
                      <a:pt x="1479271" y="592312"/>
                    </a:cubicBezTo>
                    <a:cubicBezTo>
                      <a:pt x="1476782" y="593555"/>
                      <a:pt x="1474292" y="594799"/>
                      <a:pt x="1473047" y="594799"/>
                    </a:cubicBezTo>
                    <a:lnTo>
                      <a:pt x="7983" y="594799"/>
                    </a:lnTo>
                    <a:cubicBezTo>
                      <a:pt x="5494" y="594799"/>
                      <a:pt x="3004" y="593555"/>
                      <a:pt x="1760" y="591068"/>
                    </a:cubicBezTo>
                    <a:cubicBezTo>
                      <a:pt x="515" y="589824"/>
                      <a:pt x="-730" y="587337"/>
                      <a:pt x="515" y="584850"/>
                    </a:cubicBezTo>
                    <a:cubicBezTo>
                      <a:pt x="515" y="582363"/>
                      <a:pt x="51550" y="353536"/>
                      <a:pt x="124989" y="225443"/>
                    </a:cubicBezTo>
                    <a:cubicBezTo>
                      <a:pt x="202164" y="91132"/>
                      <a:pt x="411281" y="16515"/>
                      <a:pt x="743627" y="159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AF10C5DA-20DE-934E-B17B-2FC0C70FA475}"/>
                  </a:ext>
                </a:extLst>
              </p:cNvPr>
              <p:cNvSpPr/>
              <p:nvPr/>
            </p:nvSpPr>
            <p:spPr>
              <a:xfrm>
                <a:off x="9301084" y="10698879"/>
                <a:ext cx="647812" cy="2018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1" h="163">
                    <a:moveTo>
                      <a:pt x="282" y="163"/>
                    </a:moveTo>
                    <a:cubicBezTo>
                      <a:pt x="97" y="163"/>
                      <a:pt x="1" y="12"/>
                      <a:pt x="1" y="10"/>
                    </a:cubicBezTo>
                    <a:cubicBezTo>
                      <a:pt x="-2" y="7"/>
                      <a:pt x="0" y="3"/>
                      <a:pt x="3" y="1"/>
                    </a:cubicBezTo>
                    <a:cubicBezTo>
                      <a:pt x="6" y="-1"/>
                      <a:pt x="10" y="0"/>
                      <a:pt x="12" y="3"/>
                    </a:cubicBezTo>
                    <a:cubicBezTo>
                      <a:pt x="12" y="5"/>
                      <a:pt x="105" y="150"/>
                      <a:pt x="282" y="150"/>
                    </a:cubicBezTo>
                    <a:cubicBezTo>
                      <a:pt x="459" y="150"/>
                      <a:pt x="505" y="24"/>
                      <a:pt x="507" y="19"/>
                    </a:cubicBezTo>
                    <a:cubicBezTo>
                      <a:pt x="509" y="16"/>
                      <a:pt x="512" y="14"/>
                      <a:pt x="516" y="15"/>
                    </a:cubicBezTo>
                    <a:cubicBezTo>
                      <a:pt x="519" y="16"/>
                      <a:pt x="521" y="20"/>
                      <a:pt x="520" y="23"/>
                    </a:cubicBezTo>
                    <a:cubicBezTo>
                      <a:pt x="519" y="25"/>
                      <a:pt x="468" y="163"/>
                      <a:pt x="282" y="1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9E59B57D-77FB-D448-97E6-0F50BB26FA01}"/>
                  </a:ext>
                </a:extLst>
              </p:cNvPr>
              <p:cNvSpPr/>
              <p:nvPr/>
            </p:nvSpPr>
            <p:spPr>
              <a:xfrm>
                <a:off x="9352158" y="9754237"/>
                <a:ext cx="768653" cy="7165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18" h="576">
                    <a:moveTo>
                      <a:pt x="601" y="89"/>
                    </a:moveTo>
                    <a:cubicBezTo>
                      <a:pt x="556" y="25"/>
                      <a:pt x="429" y="-8"/>
                      <a:pt x="259" y="2"/>
                    </a:cubicBezTo>
                    <a:cubicBezTo>
                      <a:pt x="183" y="5"/>
                      <a:pt x="116" y="37"/>
                      <a:pt x="70" y="92"/>
                    </a:cubicBezTo>
                    <a:cubicBezTo>
                      <a:pt x="15" y="154"/>
                      <a:pt x="-8" y="243"/>
                      <a:pt x="3" y="347"/>
                    </a:cubicBezTo>
                    <a:cubicBezTo>
                      <a:pt x="10" y="430"/>
                      <a:pt x="48" y="507"/>
                      <a:pt x="113" y="574"/>
                    </a:cubicBezTo>
                    <a:cubicBezTo>
                      <a:pt x="114" y="575"/>
                      <a:pt x="116" y="576"/>
                      <a:pt x="117" y="576"/>
                    </a:cubicBezTo>
                    <a:cubicBezTo>
                      <a:pt x="119" y="576"/>
                      <a:pt x="121" y="576"/>
                      <a:pt x="122" y="575"/>
                    </a:cubicBezTo>
                    <a:cubicBezTo>
                      <a:pt x="191" y="511"/>
                      <a:pt x="189" y="482"/>
                      <a:pt x="188" y="477"/>
                    </a:cubicBezTo>
                    <a:cubicBezTo>
                      <a:pt x="187" y="469"/>
                      <a:pt x="180" y="465"/>
                      <a:pt x="172" y="461"/>
                    </a:cubicBezTo>
                    <a:cubicBezTo>
                      <a:pt x="156" y="453"/>
                      <a:pt x="134" y="441"/>
                      <a:pt x="155" y="381"/>
                    </a:cubicBezTo>
                    <a:cubicBezTo>
                      <a:pt x="176" y="319"/>
                      <a:pt x="215" y="309"/>
                      <a:pt x="230" y="307"/>
                    </a:cubicBezTo>
                    <a:cubicBezTo>
                      <a:pt x="249" y="305"/>
                      <a:pt x="264" y="311"/>
                      <a:pt x="268" y="318"/>
                    </a:cubicBezTo>
                    <a:cubicBezTo>
                      <a:pt x="286" y="347"/>
                      <a:pt x="262" y="390"/>
                      <a:pt x="262" y="390"/>
                    </a:cubicBezTo>
                    <a:cubicBezTo>
                      <a:pt x="261" y="392"/>
                      <a:pt x="261" y="394"/>
                      <a:pt x="261" y="396"/>
                    </a:cubicBezTo>
                    <a:cubicBezTo>
                      <a:pt x="262" y="398"/>
                      <a:pt x="264" y="400"/>
                      <a:pt x="266" y="400"/>
                    </a:cubicBezTo>
                    <a:cubicBezTo>
                      <a:pt x="267" y="400"/>
                      <a:pt x="289" y="404"/>
                      <a:pt x="313" y="397"/>
                    </a:cubicBezTo>
                    <a:cubicBezTo>
                      <a:pt x="335" y="391"/>
                      <a:pt x="363" y="375"/>
                      <a:pt x="371" y="330"/>
                    </a:cubicBezTo>
                    <a:cubicBezTo>
                      <a:pt x="376" y="302"/>
                      <a:pt x="398" y="300"/>
                      <a:pt x="424" y="297"/>
                    </a:cubicBezTo>
                    <a:cubicBezTo>
                      <a:pt x="451" y="294"/>
                      <a:pt x="481" y="291"/>
                      <a:pt x="488" y="255"/>
                    </a:cubicBezTo>
                    <a:cubicBezTo>
                      <a:pt x="498" y="205"/>
                      <a:pt x="517" y="208"/>
                      <a:pt x="550" y="213"/>
                    </a:cubicBezTo>
                    <a:cubicBezTo>
                      <a:pt x="564" y="215"/>
                      <a:pt x="580" y="218"/>
                      <a:pt x="597" y="217"/>
                    </a:cubicBezTo>
                    <a:cubicBezTo>
                      <a:pt x="599" y="217"/>
                      <a:pt x="602" y="215"/>
                      <a:pt x="602" y="213"/>
                    </a:cubicBezTo>
                    <a:cubicBezTo>
                      <a:pt x="624" y="164"/>
                      <a:pt x="624" y="123"/>
                      <a:pt x="601" y="8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228786CD-CD2D-C54A-9A78-7AB0295B192F}"/>
                  </a:ext>
                </a:extLst>
              </p:cNvPr>
              <p:cNvSpPr/>
              <p:nvPr/>
            </p:nvSpPr>
            <p:spPr>
              <a:xfrm>
                <a:off x="9466775" y="10007222"/>
                <a:ext cx="629125" cy="8075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6" h="649">
                    <a:moveTo>
                      <a:pt x="505" y="6"/>
                    </a:moveTo>
                    <a:cubicBezTo>
                      <a:pt x="447" y="10"/>
                      <a:pt x="405" y="-29"/>
                      <a:pt x="389" y="50"/>
                    </a:cubicBezTo>
                    <a:cubicBezTo>
                      <a:pt x="377" y="113"/>
                      <a:pt x="284" y="60"/>
                      <a:pt x="273" y="125"/>
                    </a:cubicBezTo>
                    <a:cubicBezTo>
                      <a:pt x="259" y="204"/>
                      <a:pt x="175" y="189"/>
                      <a:pt x="175" y="189"/>
                    </a:cubicBezTo>
                    <a:cubicBezTo>
                      <a:pt x="175" y="189"/>
                      <a:pt x="202" y="144"/>
                      <a:pt x="182" y="111"/>
                    </a:cubicBezTo>
                    <a:cubicBezTo>
                      <a:pt x="167" y="88"/>
                      <a:pt x="88" y="81"/>
                      <a:pt x="56" y="174"/>
                    </a:cubicBezTo>
                    <a:cubicBezTo>
                      <a:pt x="25" y="264"/>
                      <a:pt x="86" y="257"/>
                      <a:pt x="90" y="274"/>
                    </a:cubicBezTo>
                    <a:cubicBezTo>
                      <a:pt x="96" y="302"/>
                      <a:pt x="25" y="366"/>
                      <a:pt x="25" y="366"/>
                    </a:cubicBezTo>
                    <a:lnTo>
                      <a:pt x="0" y="579"/>
                    </a:lnTo>
                    <a:cubicBezTo>
                      <a:pt x="0" y="579"/>
                      <a:pt x="29" y="629"/>
                      <a:pt x="118" y="645"/>
                    </a:cubicBezTo>
                    <a:cubicBezTo>
                      <a:pt x="229" y="664"/>
                      <a:pt x="282" y="612"/>
                      <a:pt x="282" y="612"/>
                    </a:cubicBezTo>
                    <a:lnTo>
                      <a:pt x="297" y="486"/>
                    </a:lnTo>
                    <a:cubicBezTo>
                      <a:pt x="340" y="487"/>
                      <a:pt x="378" y="481"/>
                      <a:pt x="405" y="467"/>
                    </a:cubicBezTo>
                    <a:cubicBezTo>
                      <a:pt x="500" y="417"/>
                      <a:pt x="511" y="174"/>
                      <a:pt x="505" y="13"/>
                    </a:cubicBezTo>
                    <a:cubicBezTo>
                      <a:pt x="505" y="10"/>
                      <a:pt x="505" y="9"/>
                      <a:pt x="505" y="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0" name="Freeform 429">
                <a:extLst>
                  <a:ext uri="{FF2B5EF4-FFF2-40B4-BE49-F238E27FC236}">
                    <a16:creationId xmlns:a16="http://schemas.microsoft.com/office/drawing/2014/main" id="{FCDFD2FF-10F2-9446-A677-8CAD7462FBC4}"/>
                  </a:ext>
                </a:extLst>
              </p:cNvPr>
              <p:cNvSpPr/>
              <p:nvPr/>
            </p:nvSpPr>
            <p:spPr>
              <a:xfrm>
                <a:off x="9459300" y="10000102"/>
                <a:ext cx="644746" cy="823400"/>
              </a:xfrm>
              <a:custGeom>
                <a:avLst/>
                <a:gdLst>
                  <a:gd name="connsiteX0" fmla="*/ 549300 w 644746"/>
                  <a:gd name="connsiteY0" fmla="*/ 16368 h 823400"/>
                  <a:gd name="connsiteX1" fmla="*/ 499822 w 644746"/>
                  <a:gd name="connsiteY1" fmla="*/ 71835 h 823400"/>
                  <a:gd name="connsiteX2" fmla="*/ 420253 w 644746"/>
                  <a:gd name="connsiteY2" fmla="*/ 124095 h 823400"/>
                  <a:gd name="connsiteX3" fmla="*/ 354360 w 644746"/>
                  <a:gd name="connsiteY3" fmla="*/ 165155 h 823400"/>
                  <a:gd name="connsiteX4" fmla="*/ 282251 w 644746"/>
                  <a:gd name="connsiteY4" fmla="*/ 248522 h 823400"/>
                  <a:gd name="connsiteX5" fmla="*/ 223817 w 644746"/>
                  <a:gd name="connsiteY5" fmla="*/ 252254 h 823400"/>
                  <a:gd name="connsiteX6" fmla="*/ 217601 w 644746"/>
                  <a:gd name="connsiteY6" fmla="*/ 247277 h 823400"/>
                  <a:gd name="connsiteX7" fmla="*/ 218844 w 644746"/>
                  <a:gd name="connsiteY7" fmla="*/ 239812 h 823400"/>
                  <a:gd name="connsiteX8" fmla="*/ 226304 w 644746"/>
                  <a:gd name="connsiteY8" fmla="*/ 150224 h 823400"/>
                  <a:gd name="connsiteX9" fmla="*/ 179060 w 644746"/>
                  <a:gd name="connsiteY9" fmla="*/ 136537 h 823400"/>
                  <a:gd name="connsiteX10" fmla="*/ 85815 w 644746"/>
                  <a:gd name="connsiteY10" fmla="*/ 228613 h 823400"/>
                  <a:gd name="connsiteX11" fmla="*/ 106950 w 644746"/>
                  <a:gd name="connsiteY11" fmla="*/ 328155 h 823400"/>
                  <a:gd name="connsiteX12" fmla="*/ 126843 w 644746"/>
                  <a:gd name="connsiteY12" fmla="*/ 348063 h 823400"/>
                  <a:gd name="connsiteX13" fmla="*/ 47274 w 644746"/>
                  <a:gd name="connsiteY13" fmla="*/ 467513 h 823400"/>
                  <a:gd name="connsiteX14" fmla="*/ 16192 w 644746"/>
                  <a:gd name="connsiteY14" fmla="*/ 727566 h 823400"/>
                  <a:gd name="connsiteX15" fmla="*/ 156681 w 644746"/>
                  <a:gd name="connsiteY15" fmla="*/ 802222 h 823400"/>
                  <a:gd name="connsiteX16" fmla="*/ 349387 w 644746"/>
                  <a:gd name="connsiteY16" fmla="*/ 766138 h 823400"/>
                  <a:gd name="connsiteX17" fmla="*/ 368036 w 644746"/>
                  <a:gd name="connsiteY17" fmla="*/ 613093 h 823400"/>
                  <a:gd name="connsiteX18" fmla="*/ 376739 w 644746"/>
                  <a:gd name="connsiteY18" fmla="*/ 605627 h 823400"/>
                  <a:gd name="connsiteX19" fmla="*/ 506039 w 644746"/>
                  <a:gd name="connsiteY19" fmla="*/ 581986 h 823400"/>
                  <a:gd name="connsiteX20" fmla="*/ 612960 w 644746"/>
                  <a:gd name="connsiteY20" fmla="*/ 356773 h 823400"/>
                  <a:gd name="connsiteX21" fmla="*/ 626635 w 644746"/>
                  <a:gd name="connsiteY21" fmla="*/ 24553 h 823400"/>
                  <a:gd name="connsiteX22" fmla="*/ 576905 w 644746"/>
                  <a:gd name="connsiteY22" fmla="*/ 19576 h 823400"/>
                  <a:gd name="connsiteX23" fmla="*/ 549300 w 644746"/>
                  <a:gd name="connsiteY23" fmla="*/ 16368 h 823400"/>
                  <a:gd name="connsiteX24" fmla="*/ 549249 w 644746"/>
                  <a:gd name="connsiteY24" fmla="*/ 31 h 823400"/>
                  <a:gd name="connsiteX25" fmla="*/ 580664 w 644746"/>
                  <a:gd name="connsiteY25" fmla="*/ 3375 h 823400"/>
                  <a:gd name="connsiteX26" fmla="*/ 634130 w 644746"/>
                  <a:gd name="connsiteY26" fmla="*/ 8352 h 823400"/>
                  <a:gd name="connsiteX27" fmla="*/ 640346 w 644746"/>
                  <a:gd name="connsiteY27" fmla="*/ 10841 h 823400"/>
                  <a:gd name="connsiteX28" fmla="*/ 642833 w 644746"/>
                  <a:gd name="connsiteY28" fmla="*/ 15819 h 823400"/>
                  <a:gd name="connsiteX29" fmla="*/ 642833 w 644746"/>
                  <a:gd name="connsiteY29" fmla="*/ 19552 h 823400"/>
                  <a:gd name="connsiteX30" fmla="*/ 642833 w 644746"/>
                  <a:gd name="connsiteY30" fmla="*/ 23285 h 823400"/>
                  <a:gd name="connsiteX31" fmla="*/ 514764 w 644746"/>
                  <a:gd name="connsiteY31" fmla="*/ 596929 h 823400"/>
                  <a:gd name="connsiteX32" fmla="*/ 384208 w 644746"/>
                  <a:gd name="connsiteY32" fmla="*/ 621816 h 823400"/>
                  <a:gd name="connsiteX33" fmla="*/ 365557 w 644746"/>
                  <a:gd name="connsiteY33" fmla="*/ 771137 h 823400"/>
                  <a:gd name="connsiteX34" fmla="*/ 364314 w 644746"/>
                  <a:gd name="connsiteY34" fmla="*/ 776115 h 823400"/>
                  <a:gd name="connsiteX35" fmla="*/ 215107 w 644746"/>
                  <a:gd name="connsiteY35" fmla="*/ 823400 h 823400"/>
                  <a:gd name="connsiteX36" fmla="*/ 152937 w 644746"/>
                  <a:gd name="connsiteY36" fmla="*/ 818423 h 823400"/>
                  <a:gd name="connsiteX37" fmla="*/ 1243 w 644746"/>
                  <a:gd name="connsiteY37" fmla="*/ 732563 h 823400"/>
                  <a:gd name="connsiteX38" fmla="*/ 0 w 644746"/>
                  <a:gd name="connsiteY38" fmla="*/ 728830 h 823400"/>
                  <a:gd name="connsiteX39" fmla="*/ 31085 w 644746"/>
                  <a:gd name="connsiteY39" fmla="*/ 462539 h 823400"/>
                  <a:gd name="connsiteX40" fmla="*/ 33572 w 644746"/>
                  <a:gd name="connsiteY40" fmla="*/ 457562 h 823400"/>
                  <a:gd name="connsiteX41" fmla="*/ 110662 w 644746"/>
                  <a:gd name="connsiteY41" fmla="*/ 350548 h 823400"/>
                  <a:gd name="connsiteX42" fmla="*/ 99471 w 644746"/>
                  <a:gd name="connsiteY42" fmla="*/ 343082 h 823400"/>
                  <a:gd name="connsiteX43" fmla="*/ 69630 w 644746"/>
                  <a:gd name="connsiteY43" fmla="*/ 222380 h 823400"/>
                  <a:gd name="connsiteX44" fmla="*/ 177805 w 644746"/>
                  <a:gd name="connsiteY44" fmla="*/ 120344 h 823400"/>
                  <a:gd name="connsiteX45" fmla="*/ 239974 w 644746"/>
                  <a:gd name="connsiteY45" fmla="*/ 141498 h 823400"/>
                  <a:gd name="connsiteX46" fmla="*/ 238731 w 644746"/>
                  <a:gd name="connsiteY46" fmla="*/ 237312 h 823400"/>
                  <a:gd name="connsiteX47" fmla="*/ 338202 w 644746"/>
                  <a:gd name="connsiteY47" fmla="*/ 162652 h 823400"/>
                  <a:gd name="connsiteX48" fmla="*/ 419023 w 644746"/>
                  <a:gd name="connsiteY48" fmla="*/ 107900 h 823400"/>
                  <a:gd name="connsiteX49" fmla="*/ 483679 w 644746"/>
                  <a:gd name="connsiteY49" fmla="*/ 69325 h 823400"/>
                  <a:gd name="connsiteX50" fmla="*/ 549249 w 644746"/>
                  <a:gd name="connsiteY50" fmla="*/ 31 h 823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644746" h="823400">
                    <a:moveTo>
                      <a:pt x="549300" y="16368"/>
                    </a:moveTo>
                    <a:cubicBezTo>
                      <a:pt x="524765" y="15610"/>
                      <a:pt x="509147" y="25175"/>
                      <a:pt x="499822" y="71835"/>
                    </a:cubicBezTo>
                    <a:cubicBezTo>
                      <a:pt x="491120" y="116629"/>
                      <a:pt x="453822" y="120362"/>
                      <a:pt x="420253" y="124095"/>
                    </a:cubicBezTo>
                    <a:cubicBezTo>
                      <a:pt x="387928" y="127827"/>
                      <a:pt x="360577" y="130316"/>
                      <a:pt x="354360" y="165155"/>
                    </a:cubicBezTo>
                    <a:cubicBezTo>
                      <a:pt x="344414" y="221148"/>
                      <a:pt x="309603" y="241056"/>
                      <a:pt x="282251" y="248522"/>
                    </a:cubicBezTo>
                    <a:cubicBezTo>
                      <a:pt x="252412" y="257231"/>
                      <a:pt x="225061" y="252254"/>
                      <a:pt x="223817" y="252254"/>
                    </a:cubicBezTo>
                    <a:cubicBezTo>
                      <a:pt x="221331" y="252254"/>
                      <a:pt x="218844" y="249766"/>
                      <a:pt x="217601" y="247277"/>
                    </a:cubicBezTo>
                    <a:cubicBezTo>
                      <a:pt x="217601" y="244789"/>
                      <a:pt x="217601" y="242300"/>
                      <a:pt x="218844" y="239812"/>
                    </a:cubicBezTo>
                    <a:cubicBezTo>
                      <a:pt x="218844" y="239812"/>
                      <a:pt x="248683" y="186308"/>
                      <a:pt x="226304" y="150224"/>
                    </a:cubicBezTo>
                    <a:cubicBezTo>
                      <a:pt x="221331" y="141514"/>
                      <a:pt x="202682" y="134049"/>
                      <a:pt x="179060" y="136537"/>
                    </a:cubicBezTo>
                    <a:cubicBezTo>
                      <a:pt x="160411" y="139026"/>
                      <a:pt x="111923" y="151468"/>
                      <a:pt x="85815" y="228613"/>
                    </a:cubicBezTo>
                    <a:cubicBezTo>
                      <a:pt x="59706" y="303269"/>
                      <a:pt x="87058" y="318201"/>
                      <a:pt x="106950" y="328155"/>
                    </a:cubicBezTo>
                    <a:cubicBezTo>
                      <a:pt x="116897" y="333132"/>
                      <a:pt x="125599" y="338109"/>
                      <a:pt x="126843" y="348063"/>
                    </a:cubicBezTo>
                    <a:cubicBezTo>
                      <a:pt x="128086" y="354285"/>
                      <a:pt x="130572" y="390368"/>
                      <a:pt x="47274" y="467513"/>
                    </a:cubicBezTo>
                    <a:lnTo>
                      <a:pt x="16192" y="727566"/>
                    </a:lnTo>
                    <a:cubicBezTo>
                      <a:pt x="23652" y="737520"/>
                      <a:pt x="62193" y="786046"/>
                      <a:pt x="156681" y="802222"/>
                    </a:cubicBezTo>
                    <a:cubicBezTo>
                      <a:pt x="274791" y="822130"/>
                      <a:pt x="338198" y="776092"/>
                      <a:pt x="349387" y="766138"/>
                    </a:cubicBezTo>
                    <a:lnTo>
                      <a:pt x="368036" y="613093"/>
                    </a:lnTo>
                    <a:cubicBezTo>
                      <a:pt x="369279" y="608116"/>
                      <a:pt x="371766" y="605627"/>
                      <a:pt x="376739" y="605627"/>
                    </a:cubicBezTo>
                    <a:cubicBezTo>
                      <a:pt x="427713" y="606871"/>
                      <a:pt x="474957" y="599406"/>
                      <a:pt x="506039" y="581986"/>
                    </a:cubicBezTo>
                    <a:cubicBezTo>
                      <a:pt x="557013" y="555856"/>
                      <a:pt x="593067" y="479956"/>
                      <a:pt x="612960" y="356773"/>
                    </a:cubicBezTo>
                    <a:cubicBezTo>
                      <a:pt x="631609" y="234835"/>
                      <a:pt x="630365" y="96721"/>
                      <a:pt x="626635" y="24553"/>
                    </a:cubicBezTo>
                    <a:cubicBezTo>
                      <a:pt x="609230" y="25797"/>
                      <a:pt x="593067" y="22064"/>
                      <a:pt x="576905" y="19576"/>
                    </a:cubicBezTo>
                    <a:cubicBezTo>
                      <a:pt x="566648" y="18021"/>
                      <a:pt x="557479" y="16621"/>
                      <a:pt x="549300" y="16368"/>
                    </a:cubicBezTo>
                    <a:close/>
                    <a:moveTo>
                      <a:pt x="549249" y="31"/>
                    </a:moveTo>
                    <a:cubicBezTo>
                      <a:pt x="559215" y="264"/>
                      <a:pt x="569784" y="1820"/>
                      <a:pt x="580664" y="3375"/>
                    </a:cubicBezTo>
                    <a:cubicBezTo>
                      <a:pt x="596828" y="5864"/>
                      <a:pt x="614235" y="9597"/>
                      <a:pt x="634130" y="8352"/>
                    </a:cubicBezTo>
                    <a:cubicBezTo>
                      <a:pt x="636616" y="8352"/>
                      <a:pt x="639103" y="9597"/>
                      <a:pt x="640346" y="10841"/>
                    </a:cubicBezTo>
                    <a:cubicBezTo>
                      <a:pt x="641590" y="12085"/>
                      <a:pt x="642833" y="13330"/>
                      <a:pt x="642833" y="15819"/>
                    </a:cubicBezTo>
                    <a:lnTo>
                      <a:pt x="642833" y="19552"/>
                    </a:lnTo>
                    <a:cubicBezTo>
                      <a:pt x="642833" y="20796"/>
                      <a:pt x="642833" y="22040"/>
                      <a:pt x="642833" y="23285"/>
                    </a:cubicBezTo>
                    <a:cubicBezTo>
                      <a:pt x="649050" y="172606"/>
                      <a:pt x="647807" y="527245"/>
                      <a:pt x="514764" y="596929"/>
                    </a:cubicBezTo>
                    <a:cubicBezTo>
                      <a:pt x="481192" y="613105"/>
                      <a:pt x="435187" y="621816"/>
                      <a:pt x="384208" y="621816"/>
                    </a:cubicBezTo>
                    <a:lnTo>
                      <a:pt x="365557" y="771137"/>
                    </a:lnTo>
                    <a:cubicBezTo>
                      <a:pt x="365557" y="773626"/>
                      <a:pt x="365557" y="774870"/>
                      <a:pt x="364314" y="776115"/>
                    </a:cubicBezTo>
                    <a:cubicBezTo>
                      <a:pt x="361827" y="778604"/>
                      <a:pt x="313335" y="823400"/>
                      <a:pt x="215107" y="823400"/>
                    </a:cubicBezTo>
                    <a:cubicBezTo>
                      <a:pt x="196456" y="823400"/>
                      <a:pt x="176562" y="822156"/>
                      <a:pt x="152937" y="818423"/>
                    </a:cubicBezTo>
                    <a:cubicBezTo>
                      <a:pt x="39789" y="798513"/>
                      <a:pt x="2487" y="736296"/>
                      <a:pt x="1243" y="732563"/>
                    </a:cubicBezTo>
                    <a:cubicBezTo>
                      <a:pt x="0" y="731318"/>
                      <a:pt x="0" y="730074"/>
                      <a:pt x="0" y="728830"/>
                    </a:cubicBezTo>
                    <a:lnTo>
                      <a:pt x="31085" y="462539"/>
                    </a:lnTo>
                    <a:cubicBezTo>
                      <a:pt x="31085" y="460051"/>
                      <a:pt x="32328" y="458806"/>
                      <a:pt x="33572" y="457562"/>
                    </a:cubicBezTo>
                    <a:cubicBezTo>
                      <a:pt x="65900" y="427698"/>
                      <a:pt x="115635" y="372946"/>
                      <a:pt x="110662" y="350548"/>
                    </a:cubicBezTo>
                    <a:cubicBezTo>
                      <a:pt x="110662" y="349304"/>
                      <a:pt x="104445" y="345571"/>
                      <a:pt x="99471" y="343082"/>
                    </a:cubicBezTo>
                    <a:cubicBezTo>
                      <a:pt x="77090" y="330638"/>
                      <a:pt x="39789" y="310729"/>
                      <a:pt x="69630" y="222380"/>
                    </a:cubicBezTo>
                    <a:cubicBezTo>
                      <a:pt x="98228" y="139009"/>
                      <a:pt x="154180" y="122832"/>
                      <a:pt x="177805" y="120344"/>
                    </a:cubicBezTo>
                    <a:cubicBezTo>
                      <a:pt x="205160" y="116611"/>
                      <a:pt x="231271" y="126565"/>
                      <a:pt x="239974" y="141498"/>
                    </a:cubicBezTo>
                    <a:cubicBezTo>
                      <a:pt x="261112" y="176339"/>
                      <a:pt x="247435" y="217403"/>
                      <a:pt x="238731" y="237312"/>
                    </a:cubicBezTo>
                    <a:cubicBezTo>
                      <a:pt x="263599" y="238557"/>
                      <a:pt x="325768" y="234824"/>
                      <a:pt x="338202" y="162652"/>
                    </a:cubicBezTo>
                    <a:cubicBezTo>
                      <a:pt x="346906" y="115366"/>
                      <a:pt x="385451" y="111633"/>
                      <a:pt x="419023" y="107900"/>
                    </a:cubicBezTo>
                    <a:cubicBezTo>
                      <a:pt x="450108" y="104167"/>
                      <a:pt x="477462" y="101678"/>
                      <a:pt x="483679" y="69325"/>
                    </a:cubicBezTo>
                    <a:cubicBezTo>
                      <a:pt x="494870" y="10530"/>
                      <a:pt x="519349" y="-669"/>
                      <a:pt x="549249" y="3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53318D87-9426-644C-9E46-4C9BFB6F9C58}"/>
                  </a:ext>
                </a:extLst>
              </p:cNvPr>
              <p:cNvSpPr/>
              <p:nvPr/>
            </p:nvSpPr>
            <p:spPr>
              <a:xfrm>
                <a:off x="9757044" y="10589207"/>
                <a:ext cx="85960" cy="859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" h="70">
                    <a:moveTo>
                      <a:pt x="69" y="15"/>
                    </a:moveTo>
                    <a:cubicBezTo>
                      <a:pt x="68" y="14"/>
                      <a:pt x="66" y="13"/>
                      <a:pt x="64" y="13"/>
                    </a:cubicBezTo>
                    <a:cubicBezTo>
                      <a:pt x="64" y="13"/>
                      <a:pt x="37" y="11"/>
                      <a:pt x="9" y="0"/>
                    </a:cubicBezTo>
                    <a:cubicBezTo>
                      <a:pt x="7" y="0"/>
                      <a:pt x="5" y="0"/>
                      <a:pt x="3" y="2"/>
                    </a:cubicBezTo>
                    <a:cubicBezTo>
                      <a:pt x="1" y="3"/>
                      <a:pt x="0" y="5"/>
                      <a:pt x="0" y="8"/>
                    </a:cubicBezTo>
                    <a:cubicBezTo>
                      <a:pt x="0" y="8"/>
                      <a:pt x="8" y="59"/>
                      <a:pt x="57" y="70"/>
                    </a:cubicBezTo>
                    <a:cubicBezTo>
                      <a:pt x="58" y="70"/>
                      <a:pt x="58" y="70"/>
                      <a:pt x="58" y="70"/>
                    </a:cubicBezTo>
                    <a:cubicBezTo>
                      <a:pt x="60" y="70"/>
                      <a:pt x="61" y="70"/>
                      <a:pt x="62" y="69"/>
                    </a:cubicBezTo>
                    <a:cubicBezTo>
                      <a:pt x="64" y="68"/>
                      <a:pt x="65" y="66"/>
                      <a:pt x="65" y="65"/>
                    </a:cubicBezTo>
                    <a:lnTo>
                      <a:pt x="70" y="20"/>
                    </a:lnTo>
                    <a:cubicBezTo>
                      <a:pt x="71" y="18"/>
                      <a:pt x="70" y="16"/>
                      <a:pt x="69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1" name="Freeform 430">
                <a:extLst>
                  <a:ext uri="{FF2B5EF4-FFF2-40B4-BE49-F238E27FC236}">
                    <a16:creationId xmlns:a16="http://schemas.microsoft.com/office/drawing/2014/main" id="{69134D92-A3BA-174E-819B-297A100233E7}"/>
                  </a:ext>
                </a:extLst>
              </p:cNvPr>
              <p:cNvSpPr/>
              <p:nvPr/>
            </p:nvSpPr>
            <p:spPr>
              <a:xfrm>
                <a:off x="10328863" y="9929955"/>
                <a:ext cx="565589" cy="513446"/>
              </a:xfrm>
              <a:custGeom>
                <a:avLst/>
                <a:gdLst>
                  <a:gd name="connsiteX0" fmla="*/ 16195 w 565589"/>
                  <a:gd name="connsiteY0" fmla="*/ 16198 h 513446"/>
                  <a:gd name="connsiteX1" fmla="*/ 16195 w 565589"/>
                  <a:gd name="connsiteY1" fmla="*/ 497243 h 513446"/>
                  <a:gd name="connsiteX2" fmla="*/ 549394 w 565589"/>
                  <a:gd name="connsiteY2" fmla="*/ 497243 h 513446"/>
                  <a:gd name="connsiteX3" fmla="*/ 549394 w 565589"/>
                  <a:gd name="connsiteY3" fmla="*/ 16198 h 513446"/>
                  <a:gd name="connsiteX4" fmla="*/ 7458 w 565589"/>
                  <a:gd name="connsiteY4" fmla="*/ 0 h 513446"/>
                  <a:gd name="connsiteX5" fmla="*/ 556888 w 565589"/>
                  <a:gd name="connsiteY5" fmla="*/ 0 h 513446"/>
                  <a:gd name="connsiteX6" fmla="*/ 565589 w 565589"/>
                  <a:gd name="connsiteY6" fmla="*/ 7459 h 513446"/>
                  <a:gd name="connsiteX7" fmla="*/ 565589 w 565589"/>
                  <a:gd name="connsiteY7" fmla="*/ 505987 h 513446"/>
                  <a:gd name="connsiteX8" fmla="*/ 556888 w 565589"/>
                  <a:gd name="connsiteY8" fmla="*/ 513446 h 513446"/>
                  <a:gd name="connsiteX9" fmla="*/ 7458 w 565589"/>
                  <a:gd name="connsiteY9" fmla="*/ 513446 h 513446"/>
                  <a:gd name="connsiteX10" fmla="*/ 0 w 565589"/>
                  <a:gd name="connsiteY10" fmla="*/ 505987 h 513446"/>
                  <a:gd name="connsiteX11" fmla="*/ 0 w 565589"/>
                  <a:gd name="connsiteY11" fmla="*/ 7459 h 513446"/>
                  <a:gd name="connsiteX12" fmla="*/ 7458 w 565589"/>
                  <a:gd name="connsiteY12" fmla="*/ 0 h 5134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5589" h="513446">
                    <a:moveTo>
                      <a:pt x="16195" y="16198"/>
                    </a:moveTo>
                    <a:lnTo>
                      <a:pt x="16195" y="497243"/>
                    </a:lnTo>
                    <a:lnTo>
                      <a:pt x="549394" y="497243"/>
                    </a:lnTo>
                    <a:lnTo>
                      <a:pt x="549394" y="16198"/>
                    </a:lnTo>
                    <a:close/>
                    <a:moveTo>
                      <a:pt x="7458" y="0"/>
                    </a:moveTo>
                    <a:lnTo>
                      <a:pt x="556888" y="0"/>
                    </a:lnTo>
                    <a:cubicBezTo>
                      <a:pt x="561860" y="0"/>
                      <a:pt x="565589" y="3730"/>
                      <a:pt x="565589" y="7459"/>
                    </a:cubicBezTo>
                    <a:lnTo>
                      <a:pt x="565589" y="505987"/>
                    </a:lnTo>
                    <a:cubicBezTo>
                      <a:pt x="565589" y="509716"/>
                      <a:pt x="561860" y="513446"/>
                      <a:pt x="556888" y="513446"/>
                    </a:cubicBezTo>
                    <a:lnTo>
                      <a:pt x="7458" y="513446"/>
                    </a:lnTo>
                    <a:cubicBezTo>
                      <a:pt x="2486" y="513446"/>
                      <a:pt x="0" y="509716"/>
                      <a:pt x="0" y="505987"/>
                    </a:cubicBezTo>
                    <a:lnTo>
                      <a:pt x="0" y="7459"/>
                    </a:lnTo>
                    <a:cubicBezTo>
                      <a:pt x="0" y="3730"/>
                      <a:pt x="2486" y="0"/>
                      <a:pt x="74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4" name="Freeform 433">
                <a:extLst>
                  <a:ext uri="{FF2B5EF4-FFF2-40B4-BE49-F238E27FC236}">
                    <a16:creationId xmlns:a16="http://schemas.microsoft.com/office/drawing/2014/main" id="{33A3EC83-CB7C-C448-B7D3-58497E0D463A}"/>
                  </a:ext>
                </a:extLst>
              </p:cNvPr>
              <p:cNvSpPr/>
              <p:nvPr/>
            </p:nvSpPr>
            <p:spPr>
              <a:xfrm>
                <a:off x="10507011" y="10054578"/>
                <a:ext cx="208047" cy="290371"/>
              </a:xfrm>
              <a:custGeom>
                <a:avLst/>
                <a:gdLst>
                  <a:gd name="connsiteX0" fmla="*/ 104034 w 208047"/>
                  <a:gd name="connsiteY0" fmla="*/ 69789 h 290371"/>
                  <a:gd name="connsiteX1" fmla="*/ 69764 w 208047"/>
                  <a:gd name="connsiteY1" fmla="*/ 104060 h 290371"/>
                  <a:gd name="connsiteX2" fmla="*/ 104034 w 208047"/>
                  <a:gd name="connsiteY2" fmla="*/ 138332 h 290371"/>
                  <a:gd name="connsiteX3" fmla="*/ 139528 w 208047"/>
                  <a:gd name="connsiteY3" fmla="*/ 104060 h 290371"/>
                  <a:gd name="connsiteX4" fmla="*/ 104034 w 208047"/>
                  <a:gd name="connsiteY4" fmla="*/ 69789 h 290371"/>
                  <a:gd name="connsiteX5" fmla="*/ 104023 w 208047"/>
                  <a:gd name="connsiteY5" fmla="*/ 0 h 290371"/>
                  <a:gd name="connsiteX6" fmla="*/ 208047 w 208047"/>
                  <a:gd name="connsiteY6" fmla="*/ 104236 h 290371"/>
                  <a:gd name="connsiteX7" fmla="*/ 104023 w 208047"/>
                  <a:gd name="connsiteY7" fmla="*/ 290371 h 290371"/>
                  <a:gd name="connsiteX8" fmla="*/ 0 w 208047"/>
                  <a:gd name="connsiteY8" fmla="*/ 104236 h 290371"/>
                  <a:gd name="connsiteX9" fmla="*/ 104023 w 208047"/>
                  <a:gd name="connsiteY9" fmla="*/ 0 h 290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08047" h="290371">
                    <a:moveTo>
                      <a:pt x="104034" y="69789"/>
                    </a:moveTo>
                    <a:cubicBezTo>
                      <a:pt x="85675" y="69789"/>
                      <a:pt x="69764" y="85701"/>
                      <a:pt x="69764" y="104060"/>
                    </a:cubicBezTo>
                    <a:cubicBezTo>
                      <a:pt x="69764" y="123644"/>
                      <a:pt x="85675" y="138332"/>
                      <a:pt x="104034" y="138332"/>
                    </a:cubicBezTo>
                    <a:cubicBezTo>
                      <a:pt x="123617" y="138332"/>
                      <a:pt x="139528" y="123644"/>
                      <a:pt x="139528" y="104060"/>
                    </a:cubicBezTo>
                    <a:cubicBezTo>
                      <a:pt x="139528" y="85701"/>
                      <a:pt x="123617" y="69789"/>
                      <a:pt x="104034" y="69789"/>
                    </a:cubicBezTo>
                    <a:close/>
                    <a:moveTo>
                      <a:pt x="104023" y="0"/>
                    </a:moveTo>
                    <a:cubicBezTo>
                      <a:pt x="162227" y="0"/>
                      <a:pt x="208047" y="45913"/>
                      <a:pt x="208047" y="104236"/>
                    </a:cubicBezTo>
                    <a:cubicBezTo>
                      <a:pt x="208047" y="161317"/>
                      <a:pt x="116407" y="290371"/>
                      <a:pt x="104023" y="290371"/>
                    </a:cubicBezTo>
                    <a:cubicBezTo>
                      <a:pt x="94117" y="290371"/>
                      <a:pt x="0" y="161317"/>
                      <a:pt x="0" y="104236"/>
                    </a:cubicBezTo>
                    <a:cubicBezTo>
                      <a:pt x="0" y="45913"/>
                      <a:pt x="47058" y="0"/>
                      <a:pt x="10402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2" name="Freeform 431">
                <a:extLst>
                  <a:ext uri="{FF2B5EF4-FFF2-40B4-BE49-F238E27FC236}">
                    <a16:creationId xmlns:a16="http://schemas.microsoft.com/office/drawing/2014/main" id="{71D13340-ECCF-CB4B-8D6B-79B4DBC753A8}"/>
                  </a:ext>
                </a:extLst>
              </p:cNvPr>
              <p:cNvSpPr/>
              <p:nvPr/>
            </p:nvSpPr>
            <p:spPr>
              <a:xfrm>
                <a:off x="10498287" y="10045851"/>
                <a:ext cx="225488" cy="306572"/>
              </a:xfrm>
              <a:custGeom>
                <a:avLst/>
                <a:gdLst>
                  <a:gd name="connsiteX0" fmla="*/ 112751 w 225488"/>
                  <a:gd name="connsiteY0" fmla="*/ 17447 h 306572"/>
                  <a:gd name="connsiteX1" fmla="*/ 17444 w 225488"/>
                  <a:gd name="connsiteY1" fmla="*/ 112968 h 306572"/>
                  <a:gd name="connsiteX2" fmla="*/ 112751 w 225488"/>
                  <a:gd name="connsiteY2" fmla="*/ 289125 h 306572"/>
                  <a:gd name="connsiteX3" fmla="*/ 209296 w 225488"/>
                  <a:gd name="connsiteY3" fmla="*/ 112968 h 306572"/>
                  <a:gd name="connsiteX4" fmla="*/ 112751 w 225488"/>
                  <a:gd name="connsiteY4" fmla="*/ 17447 h 306572"/>
                  <a:gd name="connsiteX5" fmla="*/ 112744 w 225488"/>
                  <a:gd name="connsiteY5" fmla="*/ 0 h 306572"/>
                  <a:gd name="connsiteX6" fmla="*/ 225488 w 225488"/>
                  <a:gd name="connsiteY6" fmla="*/ 112948 h 306572"/>
                  <a:gd name="connsiteX7" fmla="*/ 112744 w 225488"/>
                  <a:gd name="connsiteY7" fmla="*/ 306572 h 306572"/>
                  <a:gd name="connsiteX8" fmla="*/ 0 w 225488"/>
                  <a:gd name="connsiteY8" fmla="*/ 112948 h 306572"/>
                  <a:gd name="connsiteX9" fmla="*/ 112744 w 225488"/>
                  <a:gd name="connsiteY9" fmla="*/ 0 h 306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5488" h="306572">
                    <a:moveTo>
                      <a:pt x="112751" y="17447"/>
                    </a:moveTo>
                    <a:cubicBezTo>
                      <a:pt x="60765" y="17447"/>
                      <a:pt x="17444" y="59625"/>
                      <a:pt x="17444" y="112968"/>
                    </a:cubicBezTo>
                    <a:cubicBezTo>
                      <a:pt x="17444" y="163831"/>
                      <a:pt x="94185" y="272998"/>
                      <a:pt x="112751" y="289125"/>
                    </a:cubicBezTo>
                    <a:cubicBezTo>
                      <a:pt x="132555" y="272998"/>
                      <a:pt x="209296" y="163831"/>
                      <a:pt x="209296" y="112968"/>
                    </a:cubicBezTo>
                    <a:cubicBezTo>
                      <a:pt x="209296" y="59625"/>
                      <a:pt x="165975" y="17447"/>
                      <a:pt x="112751" y="17447"/>
                    </a:cubicBezTo>
                    <a:close/>
                    <a:moveTo>
                      <a:pt x="112744" y="0"/>
                    </a:moveTo>
                    <a:cubicBezTo>
                      <a:pt x="175930" y="0"/>
                      <a:pt x="225488" y="50888"/>
                      <a:pt x="225488" y="112948"/>
                    </a:cubicBezTo>
                    <a:cubicBezTo>
                      <a:pt x="225488" y="170042"/>
                      <a:pt x="135045" y="306572"/>
                      <a:pt x="112744" y="306572"/>
                    </a:cubicBezTo>
                    <a:cubicBezTo>
                      <a:pt x="91682" y="306572"/>
                      <a:pt x="0" y="170042"/>
                      <a:pt x="0" y="112948"/>
                    </a:cubicBezTo>
                    <a:cubicBezTo>
                      <a:pt x="0" y="50888"/>
                      <a:pt x="50797" y="0"/>
                      <a:pt x="1127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3" name="Freeform 432">
                <a:extLst>
                  <a:ext uri="{FF2B5EF4-FFF2-40B4-BE49-F238E27FC236}">
                    <a16:creationId xmlns:a16="http://schemas.microsoft.com/office/drawing/2014/main" id="{C1A8CC0F-1212-AA41-A5DE-D5C1C3C82134}"/>
                  </a:ext>
                </a:extLst>
              </p:cNvPr>
              <p:cNvSpPr/>
              <p:nvPr/>
            </p:nvSpPr>
            <p:spPr>
              <a:xfrm>
                <a:off x="10569300" y="10115643"/>
                <a:ext cx="84714" cy="85990"/>
              </a:xfrm>
              <a:custGeom>
                <a:avLst/>
                <a:gdLst>
                  <a:gd name="connsiteX0" fmla="*/ 41745 w 84714"/>
                  <a:gd name="connsiteY0" fmla="*/ 16201 h 85990"/>
                  <a:gd name="connsiteX1" fmla="*/ 16192 w 84714"/>
                  <a:gd name="connsiteY1" fmla="*/ 42995 h 85990"/>
                  <a:gd name="connsiteX2" fmla="*/ 41745 w 84714"/>
                  <a:gd name="connsiteY2" fmla="*/ 69789 h 85990"/>
                  <a:gd name="connsiteX3" fmla="*/ 68515 w 84714"/>
                  <a:gd name="connsiteY3" fmla="*/ 42995 h 85990"/>
                  <a:gd name="connsiteX4" fmla="*/ 41745 w 84714"/>
                  <a:gd name="connsiteY4" fmla="*/ 16201 h 85990"/>
                  <a:gd name="connsiteX5" fmla="*/ 41743 w 84714"/>
                  <a:gd name="connsiteY5" fmla="*/ 0 h 85990"/>
                  <a:gd name="connsiteX6" fmla="*/ 84714 w 84714"/>
                  <a:gd name="connsiteY6" fmla="*/ 42995 h 85990"/>
                  <a:gd name="connsiteX7" fmla="*/ 41743 w 84714"/>
                  <a:gd name="connsiteY7" fmla="*/ 85990 h 85990"/>
                  <a:gd name="connsiteX8" fmla="*/ 0 w 84714"/>
                  <a:gd name="connsiteY8" fmla="*/ 42995 h 85990"/>
                  <a:gd name="connsiteX9" fmla="*/ 41743 w 84714"/>
                  <a:gd name="connsiteY9" fmla="*/ 0 h 85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4714" h="85990">
                    <a:moveTo>
                      <a:pt x="41745" y="16201"/>
                    </a:moveTo>
                    <a:cubicBezTo>
                      <a:pt x="27143" y="16201"/>
                      <a:pt x="16192" y="28380"/>
                      <a:pt x="16192" y="42995"/>
                    </a:cubicBezTo>
                    <a:cubicBezTo>
                      <a:pt x="16192" y="57610"/>
                      <a:pt x="27143" y="69789"/>
                      <a:pt x="41745" y="69789"/>
                    </a:cubicBezTo>
                    <a:cubicBezTo>
                      <a:pt x="57564" y="69789"/>
                      <a:pt x="68515" y="57610"/>
                      <a:pt x="68515" y="42995"/>
                    </a:cubicBezTo>
                    <a:cubicBezTo>
                      <a:pt x="68515" y="28380"/>
                      <a:pt x="57564" y="16201"/>
                      <a:pt x="41745" y="16201"/>
                    </a:cubicBezTo>
                    <a:close/>
                    <a:moveTo>
                      <a:pt x="41743" y="0"/>
                    </a:moveTo>
                    <a:cubicBezTo>
                      <a:pt x="66298" y="0"/>
                      <a:pt x="84714" y="19655"/>
                      <a:pt x="84714" y="42995"/>
                    </a:cubicBezTo>
                    <a:cubicBezTo>
                      <a:pt x="84714" y="66335"/>
                      <a:pt x="66298" y="85990"/>
                      <a:pt x="41743" y="85990"/>
                    </a:cubicBezTo>
                    <a:cubicBezTo>
                      <a:pt x="18416" y="85990"/>
                      <a:pt x="0" y="66335"/>
                      <a:pt x="0" y="42995"/>
                    </a:cubicBezTo>
                    <a:cubicBezTo>
                      <a:pt x="0" y="19655"/>
                      <a:pt x="18416" y="0"/>
                      <a:pt x="417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016AC81C-5D44-ED4C-9747-04B52F726323}"/>
                  </a:ext>
                </a:extLst>
              </p:cNvPr>
              <p:cNvSpPr/>
              <p:nvPr/>
            </p:nvSpPr>
            <p:spPr>
              <a:xfrm>
                <a:off x="12211254" y="9743017"/>
                <a:ext cx="697643" cy="11415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61" h="917">
                    <a:moveTo>
                      <a:pt x="523" y="150"/>
                    </a:moveTo>
                    <a:cubicBezTo>
                      <a:pt x="492" y="34"/>
                      <a:pt x="378" y="-38"/>
                      <a:pt x="187" y="22"/>
                    </a:cubicBezTo>
                    <a:cubicBezTo>
                      <a:pt x="59" y="61"/>
                      <a:pt x="-29" y="224"/>
                      <a:pt x="9" y="352"/>
                    </a:cubicBezTo>
                    <a:cubicBezTo>
                      <a:pt x="33" y="431"/>
                      <a:pt x="75" y="490"/>
                      <a:pt x="127" y="535"/>
                    </a:cubicBezTo>
                    <a:lnTo>
                      <a:pt x="127" y="917"/>
                    </a:lnTo>
                    <a:lnTo>
                      <a:pt x="444" y="917"/>
                    </a:lnTo>
                    <a:lnTo>
                      <a:pt x="444" y="635"/>
                    </a:lnTo>
                    <a:cubicBezTo>
                      <a:pt x="475" y="630"/>
                      <a:pt x="499" y="621"/>
                      <a:pt x="515" y="608"/>
                    </a:cubicBezTo>
                    <a:cubicBezTo>
                      <a:pt x="598" y="535"/>
                      <a:pt x="549" y="252"/>
                      <a:pt x="523" y="15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5" name="Freeform 434">
                <a:extLst>
                  <a:ext uri="{FF2B5EF4-FFF2-40B4-BE49-F238E27FC236}">
                    <a16:creationId xmlns:a16="http://schemas.microsoft.com/office/drawing/2014/main" id="{C40B15AD-F9B6-064F-AA1F-16B01C9EBB35}"/>
                  </a:ext>
                </a:extLst>
              </p:cNvPr>
              <p:cNvSpPr/>
              <p:nvPr/>
            </p:nvSpPr>
            <p:spPr>
              <a:xfrm>
                <a:off x="12202156" y="9733998"/>
                <a:ext cx="713422" cy="1158043"/>
              </a:xfrm>
              <a:custGeom>
                <a:avLst/>
                <a:gdLst>
                  <a:gd name="connsiteX0" fmla="*/ 407504 w 713422"/>
                  <a:gd name="connsiteY0" fmla="*/ 16344 h 1158043"/>
                  <a:gd name="connsiteX1" fmla="*/ 242893 w 713422"/>
                  <a:gd name="connsiteY1" fmla="*/ 42642 h 1158043"/>
                  <a:gd name="connsiteX2" fmla="*/ 27765 w 713422"/>
                  <a:gd name="connsiteY2" fmla="*/ 444729 h 1158043"/>
                  <a:gd name="connsiteX3" fmla="*/ 170769 w 713422"/>
                  <a:gd name="connsiteY3" fmla="*/ 667557 h 1158043"/>
                  <a:gd name="connsiteX4" fmla="*/ 173256 w 713422"/>
                  <a:gd name="connsiteY4" fmla="*/ 673781 h 1158043"/>
                  <a:gd name="connsiteX5" fmla="*/ 173256 w 713422"/>
                  <a:gd name="connsiteY5" fmla="*/ 1141845 h 1158043"/>
                  <a:gd name="connsiteX6" fmla="*/ 551286 w 713422"/>
                  <a:gd name="connsiteY6" fmla="*/ 1141845 h 1158043"/>
                  <a:gd name="connsiteX7" fmla="*/ 551286 w 713422"/>
                  <a:gd name="connsiteY7" fmla="*/ 798266 h 1158043"/>
                  <a:gd name="connsiteX8" fmla="*/ 558747 w 713422"/>
                  <a:gd name="connsiteY8" fmla="*/ 789552 h 1158043"/>
                  <a:gd name="connsiteX9" fmla="*/ 643306 w 713422"/>
                  <a:gd name="connsiteY9" fmla="*/ 758431 h 1158043"/>
                  <a:gd name="connsiteX10" fmla="*/ 649524 w 713422"/>
                  <a:gd name="connsiteY10" fmla="*/ 197003 h 1158043"/>
                  <a:gd name="connsiteX11" fmla="*/ 537607 w 713422"/>
                  <a:gd name="connsiteY11" fmla="*/ 48866 h 1158043"/>
                  <a:gd name="connsiteX12" fmla="*/ 407504 w 713422"/>
                  <a:gd name="connsiteY12" fmla="*/ 16344 h 1158043"/>
                  <a:gd name="connsiteX13" fmla="*/ 408285 w 713422"/>
                  <a:gd name="connsiteY13" fmla="*/ 141 h 1158043"/>
                  <a:gd name="connsiteX14" fmla="*/ 545083 w 713422"/>
                  <a:gd name="connsiteY14" fmla="*/ 35153 h 1158043"/>
                  <a:gd name="connsiteX15" fmla="*/ 665715 w 713422"/>
                  <a:gd name="connsiteY15" fmla="*/ 192009 h 1158043"/>
                  <a:gd name="connsiteX16" fmla="*/ 653278 w 713422"/>
                  <a:gd name="connsiteY16" fmla="*/ 769638 h 1158043"/>
                  <a:gd name="connsiteX17" fmla="*/ 567469 w 713422"/>
                  <a:gd name="connsiteY17" fmla="*/ 805739 h 1158043"/>
                  <a:gd name="connsiteX18" fmla="*/ 567469 w 713422"/>
                  <a:gd name="connsiteY18" fmla="*/ 1149329 h 1158043"/>
                  <a:gd name="connsiteX19" fmla="*/ 560007 w 713422"/>
                  <a:gd name="connsiteY19" fmla="*/ 1158043 h 1158043"/>
                  <a:gd name="connsiteX20" fmla="*/ 165779 w 713422"/>
                  <a:gd name="connsiteY20" fmla="*/ 1158043 h 1158043"/>
                  <a:gd name="connsiteX21" fmla="*/ 157073 w 713422"/>
                  <a:gd name="connsiteY21" fmla="*/ 1149329 h 1158043"/>
                  <a:gd name="connsiteX22" fmla="*/ 157073 w 713422"/>
                  <a:gd name="connsiteY22" fmla="*/ 676271 h 1158043"/>
                  <a:gd name="connsiteX23" fmla="*/ 11570 w 713422"/>
                  <a:gd name="connsiteY23" fmla="*/ 448456 h 1158043"/>
                  <a:gd name="connsiteX24" fmla="*/ 237909 w 713422"/>
                  <a:gd name="connsiteY24" fmla="*/ 27684 h 1158043"/>
                  <a:gd name="connsiteX25" fmla="*/ 408285 w 713422"/>
                  <a:gd name="connsiteY25" fmla="*/ 141 h 1158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713422" h="1158043">
                    <a:moveTo>
                      <a:pt x="407504" y="16344"/>
                    </a:moveTo>
                    <a:cubicBezTo>
                      <a:pt x="357919" y="15255"/>
                      <a:pt x="302582" y="23969"/>
                      <a:pt x="242893" y="42642"/>
                    </a:cubicBezTo>
                    <a:cubicBezTo>
                      <a:pt x="87454" y="91191"/>
                      <a:pt x="-19489" y="290367"/>
                      <a:pt x="27765" y="444729"/>
                    </a:cubicBezTo>
                    <a:cubicBezTo>
                      <a:pt x="53879" y="533113"/>
                      <a:pt x="101132" y="607804"/>
                      <a:pt x="170769" y="667557"/>
                    </a:cubicBezTo>
                    <a:cubicBezTo>
                      <a:pt x="172013" y="668802"/>
                      <a:pt x="173256" y="671291"/>
                      <a:pt x="173256" y="673781"/>
                    </a:cubicBezTo>
                    <a:lnTo>
                      <a:pt x="173256" y="1141845"/>
                    </a:lnTo>
                    <a:lnTo>
                      <a:pt x="551286" y="1141845"/>
                    </a:lnTo>
                    <a:lnTo>
                      <a:pt x="551286" y="798266"/>
                    </a:lnTo>
                    <a:cubicBezTo>
                      <a:pt x="551286" y="793287"/>
                      <a:pt x="555016" y="790797"/>
                      <a:pt x="558747" y="789552"/>
                    </a:cubicBezTo>
                    <a:cubicBezTo>
                      <a:pt x="596052" y="784573"/>
                      <a:pt x="624653" y="773369"/>
                      <a:pt x="643306" y="758431"/>
                    </a:cubicBezTo>
                    <a:cubicBezTo>
                      <a:pt x="737814" y="675026"/>
                      <a:pt x="688073" y="343896"/>
                      <a:pt x="649524" y="197003"/>
                    </a:cubicBezTo>
                    <a:cubicBezTo>
                      <a:pt x="632115" y="131026"/>
                      <a:pt x="593565" y="79987"/>
                      <a:pt x="537607" y="48866"/>
                    </a:cubicBezTo>
                    <a:cubicBezTo>
                      <a:pt x="500923" y="28326"/>
                      <a:pt x="457089" y="17434"/>
                      <a:pt x="407504" y="16344"/>
                    </a:cubicBezTo>
                    <a:close/>
                    <a:moveTo>
                      <a:pt x="408285" y="141"/>
                    </a:moveTo>
                    <a:cubicBezTo>
                      <a:pt x="459895" y="1541"/>
                      <a:pt x="505909" y="13368"/>
                      <a:pt x="545083" y="35153"/>
                    </a:cubicBezTo>
                    <a:cubicBezTo>
                      <a:pt x="604777" y="68765"/>
                      <a:pt x="647060" y="122295"/>
                      <a:pt x="665715" y="192009"/>
                    </a:cubicBezTo>
                    <a:cubicBezTo>
                      <a:pt x="696805" y="311518"/>
                      <a:pt x="761474" y="675026"/>
                      <a:pt x="653278" y="769638"/>
                    </a:cubicBezTo>
                    <a:cubicBezTo>
                      <a:pt x="634624" y="787066"/>
                      <a:pt x="604777" y="799515"/>
                      <a:pt x="567469" y="805739"/>
                    </a:cubicBezTo>
                    <a:lnTo>
                      <a:pt x="567469" y="1149329"/>
                    </a:lnTo>
                    <a:cubicBezTo>
                      <a:pt x="567469" y="1154308"/>
                      <a:pt x="564981" y="1158043"/>
                      <a:pt x="560007" y="1158043"/>
                    </a:cubicBezTo>
                    <a:lnTo>
                      <a:pt x="165779" y="1158043"/>
                    </a:lnTo>
                    <a:cubicBezTo>
                      <a:pt x="160804" y="1158043"/>
                      <a:pt x="157073" y="1154308"/>
                      <a:pt x="157073" y="1149329"/>
                    </a:cubicBezTo>
                    <a:lnTo>
                      <a:pt x="157073" y="676271"/>
                    </a:lnTo>
                    <a:cubicBezTo>
                      <a:pt x="87431" y="615271"/>
                      <a:pt x="38929" y="539333"/>
                      <a:pt x="11570" y="448456"/>
                    </a:cubicBezTo>
                    <a:cubicBezTo>
                      <a:pt x="-36932" y="284131"/>
                      <a:pt x="72507" y="78724"/>
                      <a:pt x="237909" y="27684"/>
                    </a:cubicBezTo>
                    <a:cubicBezTo>
                      <a:pt x="299468" y="7766"/>
                      <a:pt x="356675" y="-1260"/>
                      <a:pt x="408285" y="14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45C644BB-132A-CA4F-BB07-CBEFEA527348}"/>
                  </a:ext>
                </a:extLst>
              </p:cNvPr>
              <p:cNvSpPr/>
              <p:nvPr/>
            </p:nvSpPr>
            <p:spPr>
              <a:xfrm>
                <a:off x="12031860" y="9543624"/>
                <a:ext cx="975455" cy="9994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84" h="803">
                    <a:moveTo>
                      <a:pt x="745" y="311"/>
                    </a:moveTo>
                    <a:cubicBezTo>
                      <a:pt x="737" y="310"/>
                      <a:pt x="731" y="311"/>
                      <a:pt x="725" y="311"/>
                    </a:cubicBezTo>
                    <a:cubicBezTo>
                      <a:pt x="721" y="311"/>
                      <a:pt x="717" y="311"/>
                      <a:pt x="712" y="311"/>
                    </a:cubicBezTo>
                    <a:cubicBezTo>
                      <a:pt x="710" y="311"/>
                      <a:pt x="709" y="311"/>
                      <a:pt x="709" y="311"/>
                    </a:cubicBezTo>
                    <a:cubicBezTo>
                      <a:pt x="709" y="310"/>
                      <a:pt x="709" y="309"/>
                      <a:pt x="711" y="307"/>
                    </a:cubicBezTo>
                    <a:cubicBezTo>
                      <a:pt x="719" y="300"/>
                      <a:pt x="728" y="292"/>
                      <a:pt x="737" y="283"/>
                    </a:cubicBezTo>
                    <a:cubicBezTo>
                      <a:pt x="750" y="272"/>
                      <a:pt x="762" y="261"/>
                      <a:pt x="772" y="252"/>
                    </a:cubicBezTo>
                    <a:cubicBezTo>
                      <a:pt x="791" y="235"/>
                      <a:pt x="786" y="205"/>
                      <a:pt x="772" y="183"/>
                    </a:cubicBezTo>
                    <a:cubicBezTo>
                      <a:pt x="757" y="160"/>
                      <a:pt x="735" y="151"/>
                      <a:pt x="715" y="160"/>
                    </a:cubicBezTo>
                    <a:lnTo>
                      <a:pt x="709" y="163"/>
                    </a:lnTo>
                    <a:cubicBezTo>
                      <a:pt x="694" y="171"/>
                      <a:pt x="667" y="184"/>
                      <a:pt x="655" y="188"/>
                    </a:cubicBezTo>
                    <a:cubicBezTo>
                      <a:pt x="660" y="176"/>
                      <a:pt x="674" y="148"/>
                      <a:pt x="688" y="126"/>
                    </a:cubicBezTo>
                    <a:cubicBezTo>
                      <a:pt x="701" y="104"/>
                      <a:pt x="696" y="80"/>
                      <a:pt x="674" y="63"/>
                    </a:cubicBezTo>
                    <a:cubicBezTo>
                      <a:pt x="652" y="46"/>
                      <a:pt x="617" y="42"/>
                      <a:pt x="597" y="62"/>
                    </a:cubicBezTo>
                    <a:cubicBezTo>
                      <a:pt x="592" y="68"/>
                      <a:pt x="582" y="83"/>
                      <a:pt x="572" y="97"/>
                    </a:cubicBezTo>
                    <a:cubicBezTo>
                      <a:pt x="565" y="108"/>
                      <a:pt x="555" y="123"/>
                      <a:pt x="548" y="131"/>
                    </a:cubicBezTo>
                    <a:cubicBezTo>
                      <a:pt x="548" y="113"/>
                      <a:pt x="552" y="73"/>
                      <a:pt x="553" y="59"/>
                    </a:cubicBezTo>
                    <a:cubicBezTo>
                      <a:pt x="553" y="54"/>
                      <a:pt x="554" y="51"/>
                      <a:pt x="554" y="48"/>
                    </a:cubicBezTo>
                    <a:cubicBezTo>
                      <a:pt x="557" y="21"/>
                      <a:pt x="535" y="5"/>
                      <a:pt x="513" y="1"/>
                    </a:cubicBezTo>
                    <a:cubicBezTo>
                      <a:pt x="489" y="-2"/>
                      <a:pt x="461" y="6"/>
                      <a:pt x="455" y="31"/>
                    </a:cubicBezTo>
                    <a:cubicBezTo>
                      <a:pt x="454" y="35"/>
                      <a:pt x="453" y="41"/>
                      <a:pt x="451" y="46"/>
                    </a:cubicBezTo>
                    <a:cubicBezTo>
                      <a:pt x="447" y="65"/>
                      <a:pt x="437" y="105"/>
                      <a:pt x="431" y="116"/>
                    </a:cubicBezTo>
                    <a:cubicBezTo>
                      <a:pt x="423" y="103"/>
                      <a:pt x="408" y="53"/>
                      <a:pt x="405" y="34"/>
                    </a:cubicBezTo>
                    <a:cubicBezTo>
                      <a:pt x="402" y="13"/>
                      <a:pt x="381" y="1"/>
                      <a:pt x="351" y="2"/>
                    </a:cubicBezTo>
                    <a:cubicBezTo>
                      <a:pt x="322" y="4"/>
                      <a:pt x="290" y="20"/>
                      <a:pt x="289" y="48"/>
                    </a:cubicBezTo>
                    <a:cubicBezTo>
                      <a:pt x="288" y="59"/>
                      <a:pt x="290" y="74"/>
                      <a:pt x="292" y="90"/>
                    </a:cubicBezTo>
                    <a:cubicBezTo>
                      <a:pt x="293" y="106"/>
                      <a:pt x="295" y="127"/>
                      <a:pt x="294" y="137"/>
                    </a:cubicBezTo>
                    <a:cubicBezTo>
                      <a:pt x="279" y="125"/>
                      <a:pt x="250" y="89"/>
                      <a:pt x="237" y="71"/>
                    </a:cubicBezTo>
                    <a:cubicBezTo>
                      <a:pt x="222" y="51"/>
                      <a:pt x="193" y="56"/>
                      <a:pt x="171" y="70"/>
                    </a:cubicBezTo>
                    <a:cubicBezTo>
                      <a:pt x="149" y="84"/>
                      <a:pt x="129" y="108"/>
                      <a:pt x="140" y="127"/>
                    </a:cubicBezTo>
                    <a:cubicBezTo>
                      <a:pt x="143" y="133"/>
                      <a:pt x="148" y="141"/>
                      <a:pt x="153" y="150"/>
                    </a:cubicBezTo>
                    <a:cubicBezTo>
                      <a:pt x="162" y="164"/>
                      <a:pt x="177" y="188"/>
                      <a:pt x="180" y="198"/>
                    </a:cubicBezTo>
                    <a:cubicBezTo>
                      <a:pt x="166" y="196"/>
                      <a:pt x="127" y="178"/>
                      <a:pt x="108" y="170"/>
                    </a:cubicBezTo>
                    <a:cubicBezTo>
                      <a:pt x="101" y="167"/>
                      <a:pt x="95" y="164"/>
                      <a:pt x="91" y="162"/>
                    </a:cubicBezTo>
                    <a:cubicBezTo>
                      <a:pt x="75" y="155"/>
                      <a:pt x="54" y="174"/>
                      <a:pt x="43" y="196"/>
                    </a:cubicBezTo>
                    <a:cubicBezTo>
                      <a:pt x="30" y="218"/>
                      <a:pt x="31" y="239"/>
                      <a:pt x="45" y="248"/>
                    </a:cubicBezTo>
                    <a:cubicBezTo>
                      <a:pt x="48" y="250"/>
                      <a:pt x="52" y="253"/>
                      <a:pt x="56" y="256"/>
                    </a:cubicBezTo>
                    <a:cubicBezTo>
                      <a:pt x="70" y="265"/>
                      <a:pt x="101" y="286"/>
                      <a:pt x="109" y="295"/>
                    </a:cubicBezTo>
                    <a:cubicBezTo>
                      <a:pt x="101" y="297"/>
                      <a:pt x="79" y="297"/>
                      <a:pt x="65" y="297"/>
                    </a:cubicBezTo>
                    <a:cubicBezTo>
                      <a:pt x="53" y="297"/>
                      <a:pt x="41" y="297"/>
                      <a:pt x="32" y="297"/>
                    </a:cubicBezTo>
                    <a:cubicBezTo>
                      <a:pt x="14" y="299"/>
                      <a:pt x="4" y="321"/>
                      <a:pt x="1" y="343"/>
                    </a:cubicBezTo>
                    <a:cubicBezTo>
                      <a:pt x="-1" y="362"/>
                      <a:pt x="2" y="387"/>
                      <a:pt x="19" y="392"/>
                    </a:cubicBezTo>
                    <a:cubicBezTo>
                      <a:pt x="32" y="396"/>
                      <a:pt x="47" y="398"/>
                      <a:pt x="61" y="400"/>
                    </a:cubicBezTo>
                    <a:cubicBezTo>
                      <a:pt x="74" y="402"/>
                      <a:pt x="98" y="405"/>
                      <a:pt x="98" y="410"/>
                    </a:cubicBezTo>
                    <a:cubicBezTo>
                      <a:pt x="98" y="426"/>
                      <a:pt x="66" y="432"/>
                      <a:pt x="48" y="435"/>
                    </a:cubicBezTo>
                    <a:cubicBezTo>
                      <a:pt x="30" y="437"/>
                      <a:pt x="19" y="454"/>
                      <a:pt x="20" y="478"/>
                    </a:cubicBezTo>
                    <a:cubicBezTo>
                      <a:pt x="21" y="499"/>
                      <a:pt x="34" y="522"/>
                      <a:pt x="54" y="522"/>
                    </a:cubicBezTo>
                    <a:cubicBezTo>
                      <a:pt x="64" y="522"/>
                      <a:pt x="73" y="522"/>
                      <a:pt x="82" y="522"/>
                    </a:cubicBezTo>
                    <a:cubicBezTo>
                      <a:pt x="92" y="521"/>
                      <a:pt x="106" y="520"/>
                      <a:pt x="112" y="522"/>
                    </a:cubicBezTo>
                    <a:cubicBezTo>
                      <a:pt x="107" y="525"/>
                      <a:pt x="92" y="530"/>
                      <a:pt x="81" y="534"/>
                    </a:cubicBezTo>
                    <a:cubicBezTo>
                      <a:pt x="73" y="536"/>
                      <a:pt x="65" y="539"/>
                      <a:pt x="57" y="542"/>
                    </a:cubicBezTo>
                    <a:cubicBezTo>
                      <a:pt x="41" y="548"/>
                      <a:pt x="36" y="569"/>
                      <a:pt x="45" y="592"/>
                    </a:cubicBezTo>
                    <a:cubicBezTo>
                      <a:pt x="53" y="615"/>
                      <a:pt x="72" y="635"/>
                      <a:pt x="93" y="627"/>
                    </a:cubicBezTo>
                    <a:cubicBezTo>
                      <a:pt x="99" y="625"/>
                      <a:pt x="104" y="623"/>
                      <a:pt x="109" y="621"/>
                    </a:cubicBezTo>
                    <a:cubicBezTo>
                      <a:pt x="122" y="616"/>
                      <a:pt x="140" y="610"/>
                      <a:pt x="147" y="610"/>
                    </a:cubicBezTo>
                    <a:cubicBezTo>
                      <a:pt x="144" y="614"/>
                      <a:pt x="134" y="620"/>
                      <a:pt x="128" y="624"/>
                    </a:cubicBezTo>
                    <a:cubicBezTo>
                      <a:pt x="108" y="638"/>
                      <a:pt x="85" y="653"/>
                      <a:pt x="90" y="672"/>
                    </a:cubicBezTo>
                    <a:cubicBezTo>
                      <a:pt x="95" y="686"/>
                      <a:pt x="101" y="708"/>
                      <a:pt x="120" y="714"/>
                    </a:cubicBezTo>
                    <a:cubicBezTo>
                      <a:pt x="133" y="718"/>
                      <a:pt x="150" y="714"/>
                      <a:pt x="170" y="700"/>
                    </a:cubicBezTo>
                    <a:cubicBezTo>
                      <a:pt x="189" y="686"/>
                      <a:pt x="199" y="686"/>
                      <a:pt x="201" y="687"/>
                    </a:cubicBezTo>
                    <a:cubicBezTo>
                      <a:pt x="201" y="688"/>
                      <a:pt x="200" y="695"/>
                      <a:pt x="187" y="706"/>
                    </a:cubicBezTo>
                    <a:cubicBezTo>
                      <a:pt x="171" y="721"/>
                      <a:pt x="147" y="740"/>
                      <a:pt x="155" y="759"/>
                    </a:cubicBezTo>
                    <a:cubicBezTo>
                      <a:pt x="157" y="764"/>
                      <a:pt x="169" y="791"/>
                      <a:pt x="191" y="801"/>
                    </a:cubicBezTo>
                    <a:cubicBezTo>
                      <a:pt x="195" y="802"/>
                      <a:pt x="200" y="803"/>
                      <a:pt x="205" y="803"/>
                    </a:cubicBezTo>
                    <a:cubicBezTo>
                      <a:pt x="211" y="803"/>
                      <a:pt x="216" y="802"/>
                      <a:pt x="223" y="799"/>
                    </a:cubicBezTo>
                    <a:cubicBezTo>
                      <a:pt x="337" y="745"/>
                      <a:pt x="383" y="697"/>
                      <a:pt x="364" y="649"/>
                    </a:cubicBezTo>
                    <a:cubicBezTo>
                      <a:pt x="356" y="627"/>
                      <a:pt x="342" y="625"/>
                      <a:pt x="329" y="624"/>
                    </a:cubicBezTo>
                    <a:cubicBezTo>
                      <a:pt x="318" y="623"/>
                      <a:pt x="306" y="622"/>
                      <a:pt x="292" y="608"/>
                    </a:cubicBezTo>
                    <a:cubicBezTo>
                      <a:pt x="277" y="596"/>
                      <a:pt x="265" y="562"/>
                      <a:pt x="269" y="502"/>
                    </a:cubicBezTo>
                    <a:cubicBezTo>
                      <a:pt x="272" y="463"/>
                      <a:pt x="290" y="443"/>
                      <a:pt x="323" y="442"/>
                    </a:cubicBezTo>
                    <a:cubicBezTo>
                      <a:pt x="340" y="442"/>
                      <a:pt x="364" y="454"/>
                      <a:pt x="367" y="482"/>
                    </a:cubicBezTo>
                    <a:cubicBezTo>
                      <a:pt x="368" y="495"/>
                      <a:pt x="368" y="504"/>
                      <a:pt x="368" y="512"/>
                    </a:cubicBezTo>
                    <a:cubicBezTo>
                      <a:pt x="368" y="531"/>
                      <a:pt x="368" y="546"/>
                      <a:pt x="390" y="546"/>
                    </a:cubicBezTo>
                    <a:cubicBezTo>
                      <a:pt x="394" y="546"/>
                      <a:pt x="398" y="547"/>
                      <a:pt x="402" y="547"/>
                    </a:cubicBezTo>
                    <a:cubicBezTo>
                      <a:pt x="415" y="549"/>
                      <a:pt x="430" y="550"/>
                      <a:pt x="440" y="541"/>
                    </a:cubicBezTo>
                    <a:cubicBezTo>
                      <a:pt x="446" y="535"/>
                      <a:pt x="450" y="525"/>
                      <a:pt x="450" y="511"/>
                    </a:cubicBezTo>
                    <a:cubicBezTo>
                      <a:pt x="450" y="482"/>
                      <a:pt x="460" y="477"/>
                      <a:pt x="473" y="470"/>
                    </a:cubicBezTo>
                    <a:cubicBezTo>
                      <a:pt x="488" y="462"/>
                      <a:pt x="505" y="452"/>
                      <a:pt x="507" y="410"/>
                    </a:cubicBezTo>
                    <a:cubicBezTo>
                      <a:pt x="539" y="410"/>
                      <a:pt x="682" y="410"/>
                      <a:pt x="744" y="410"/>
                    </a:cubicBezTo>
                    <a:cubicBezTo>
                      <a:pt x="763" y="410"/>
                      <a:pt x="776" y="393"/>
                      <a:pt x="777" y="367"/>
                    </a:cubicBezTo>
                    <a:cubicBezTo>
                      <a:pt x="778" y="341"/>
                      <a:pt x="767" y="313"/>
                      <a:pt x="745" y="3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4F3ABB52-752C-AD41-8441-92C53075E474}"/>
                  </a:ext>
                </a:extLst>
              </p:cNvPr>
              <p:cNvSpPr/>
              <p:nvPr/>
            </p:nvSpPr>
            <p:spPr>
              <a:xfrm>
                <a:off x="11648156" y="10626597"/>
                <a:ext cx="1756566" cy="6318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11" h="508">
                    <a:moveTo>
                      <a:pt x="1080" y="87"/>
                    </a:moveTo>
                    <a:lnTo>
                      <a:pt x="1066" y="52"/>
                    </a:lnTo>
                    <a:cubicBezTo>
                      <a:pt x="1060" y="35"/>
                      <a:pt x="1047" y="22"/>
                      <a:pt x="1031" y="14"/>
                    </a:cubicBezTo>
                    <a:cubicBezTo>
                      <a:pt x="1010" y="4"/>
                      <a:pt x="986" y="5"/>
                      <a:pt x="964" y="19"/>
                    </a:cubicBezTo>
                    <a:lnTo>
                      <a:pt x="742" y="163"/>
                    </a:lnTo>
                    <a:lnTo>
                      <a:pt x="444" y="8"/>
                    </a:lnTo>
                    <a:cubicBezTo>
                      <a:pt x="421" y="-4"/>
                      <a:pt x="395" y="-2"/>
                      <a:pt x="375" y="11"/>
                    </a:cubicBezTo>
                    <a:cubicBezTo>
                      <a:pt x="363" y="19"/>
                      <a:pt x="353" y="30"/>
                      <a:pt x="348" y="44"/>
                    </a:cubicBezTo>
                    <a:lnTo>
                      <a:pt x="332" y="87"/>
                    </a:lnTo>
                    <a:lnTo>
                      <a:pt x="261" y="104"/>
                    </a:lnTo>
                    <a:cubicBezTo>
                      <a:pt x="200" y="118"/>
                      <a:pt x="145" y="149"/>
                      <a:pt x="102" y="190"/>
                    </a:cubicBezTo>
                    <a:cubicBezTo>
                      <a:pt x="39" y="252"/>
                      <a:pt x="0" y="338"/>
                      <a:pt x="0" y="432"/>
                    </a:cubicBezTo>
                    <a:lnTo>
                      <a:pt x="0" y="508"/>
                    </a:lnTo>
                    <a:lnTo>
                      <a:pt x="1411" y="508"/>
                    </a:lnTo>
                    <a:lnTo>
                      <a:pt x="1411" y="432"/>
                    </a:lnTo>
                    <a:cubicBezTo>
                      <a:pt x="1411" y="350"/>
                      <a:pt x="1381" y="273"/>
                      <a:pt x="1331" y="214"/>
                    </a:cubicBezTo>
                    <a:cubicBezTo>
                      <a:pt x="1285" y="161"/>
                      <a:pt x="1223" y="121"/>
                      <a:pt x="1150" y="10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:a16="http://schemas.microsoft.com/office/drawing/2014/main" id="{9F28B07B-79DA-6C4D-89A5-07A38E588069}"/>
                  </a:ext>
                </a:extLst>
              </p:cNvPr>
              <p:cNvSpPr/>
              <p:nvPr/>
            </p:nvSpPr>
            <p:spPr>
              <a:xfrm>
                <a:off x="11640681" y="10617804"/>
                <a:ext cx="1771516" cy="648105"/>
              </a:xfrm>
              <a:custGeom>
                <a:avLst/>
                <a:gdLst>
                  <a:gd name="connsiteX0" fmla="*/ 516957 w 1771516"/>
                  <a:gd name="connsiteY0" fmla="*/ 17206 h 648105"/>
                  <a:gd name="connsiteX1" fmla="*/ 479299 w 1771516"/>
                  <a:gd name="connsiteY1" fmla="*/ 28710 h 648105"/>
                  <a:gd name="connsiteX2" fmla="*/ 448177 w 1771516"/>
                  <a:gd name="connsiteY2" fmla="*/ 67265 h 648105"/>
                  <a:gd name="connsiteX3" fmla="*/ 428258 w 1771516"/>
                  <a:gd name="connsiteY3" fmla="*/ 119501 h 648105"/>
                  <a:gd name="connsiteX4" fmla="*/ 422034 w 1771516"/>
                  <a:gd name="connsiteY4" fmla="*/ 124476 h 648105"/>
                  <a:gd name="connsiteX5" fmla="*/ 334891 w 1771516"/>
                  <a:gd name="connsiteY5" fmla="*/ 145619 h 648105"/>
                  <a:gd name="connsiteX6" fmla="*/ 140686 w 1771516"/>
                  <a:gd name="connsiteY6" fmla="*/ 251334 h 648105"/>
                  <a:gd name="connsiteX7" fmla="*/ 16196 w 1771516"/>
                  <a:gd name="connsiteY7" fmla="*/ 546092 h 648105"/>
                  <a:gd name="connsiteX8" fmla="*/ 16196 w 1771516"/>
                  <a:gd name="connsiteY8" fmla="*/ 631908 h 648105"/>
                  <a:gd name="connsiteX9" fmla="*/ 1756567 w 1771516"/>
                  <a:gd name="connsiteY9" fmla="*/ 631908 h 648105"/>
                  <a:gd name="connsiteX10" fmla="*/ 1756567 w 1771516"/>
                  <a:gd name="connsiteY10" fmla="*/ 546092 h 648105"/>
                  <a:gd name="connsiteX11" fmla="*/ 1658220 w 1771516"/>
                  <a:gd name="connsiteY11" fmla="*/ 281183 h 648105"/>
                  <a:gd name="connsiteX12" fmla="*/ 1437873 w 1771516"/>
                  <a:gd name="connsiteY12" fmla="*/ 145619 h 648105"/>
                  <a:gd name="connsiteX13" fmla="*/ 1349485 w 1771516"/>
                  <a:gd name="connsiteY13" fmla="*/ 124476 h 648105"/>
                  <a:gd name="connsiteX14" fmla="*/ 1343260 w 1771516"/>
                  <a:gd name="connsiteY14" fmla="*/ 119501 h 648105"/>
                  <a:gd name="connsiteX15" fmla="*/ 1327076 w 1771516"/>
                  <a:gd name="connsiteY15" fmla="*/ 75971 h 648105"/>
                  <a:gd name="connsiteX16" fmla="*/ 1288484 w 1771516"/>
                  <a:gd name="connsiteY16" fmla="*/ 33685 h 648105"/>
                  <a:gd name="connsiteX17" fmla="*/ 1212545 w 1771516"/>
                  <a:gd name="connsiteY17" fmla="*/ 38660 h 648105"/>
                  <a:gd name="connsiteX18" fmla="*/ 936177 w 1771516"/>
                  <a:gd name="connsiteY18" fmla="*/ 218997 h 648105"/>
                  <a:gd name="connsiteX19" fmla="*/ 927463 w 1771516"/>
                  <a:gd name="connsiteY19" fmla="*/ 218997 h 648105"/>
                  <a:gd name="connsiteX20" fmla="*/ 556483 w 1771516"/>
                  <a:gd name="connsiteY20" fmla="*/ 26223 h 648105"/>
                  <a:gd name="connsiteX21" fmla="*/ 516957 w 1771516"/>
                  <a:gd name="connsiteY21" fmla="*/ 17206 h 648105"/>
                  <a:gd name="connsiteX22" fmla="*/ 516796 w 1771516"/>
                  <a:gd name="connsiteY22" fmla="*/ 66 h 648105"/>
                  <a:gd name="connsiteX23" fmla="*/ 563947 w 1771516"/>
                  <a:gd name="connsiteY23" fmla="*/ 11261 h 648105"/>
                  <a:gd name="connsiteX24" fmla="*/ 929953 w 1771516"/>
                  <a:gd name="connsiteY24" fmla="*/ 202811 h 648105"/>
                  <a:gd name="connsiteX25" fmla="*/ 1202589 w 1771516"/>
                  <a:gd name="connsiteY25" fmla="*/ 24943 h 648105"/>
                  <a:gd name="connsiteX26" fmla="*/ 1294713 w 1771516"/>
                  <a:gd name="connsiteY26" fmla="*/ 18724 h 648105"/>
                  <a:gd name="connsiteX27" fmla="*/ 1342020 w 1771516"/>
                  <a:gd name="connsiteY27" fmla="*/ 69721 h 648105"/>
                  <a:gd name="connsiteX28" fmla="*/ 1358204 w 1771516"/>
                  <a:gd name="connsiteY28" fmla="*/ 110767 h 648105"/>
                  <a:gd name="connsiteX29" fmla="*/ 1441613 w 1771516"/>
                  <a:gd name="connsiteY29" fmla="*/ 129425 h 648105"/>
                  <a:gd name="connsiteX30" fmla="*/ 1670678 w 1771516"/>
                  <a:gd name="connsiteY30" fmla="*/ 269979 h 648105"/>
                  <a:gd name="connsiteX31" fmla="*/ 1771516 w 1771516"/>
                  <a:gd name="connsiteY31" fmla="*/ 546110 h 648105"/>
                  <a:gd name="connsiteX32" fmla="*/ 1771516 w 1771516"/>
                  <a:gd name="connsiteY32" fmla="*/ 640642 h 648105"/>
                  <a:gd name="connsiteX33" fmla="*/ 1764047 w 1771516"/>
                  <a:gd name="connsiteY33" fmla="*/ 648105 h 648105"/>
                  <a:gd name="connsiteX34" fmla="*/ 7469 w 1771516"/>
                  <a:gd name="connsiteY34" fmla="*/ 648105 h 648105"/>
                  <a:gd name="connsiteX35" fmla="*/ 0 w 1771516"/>
                  <a:gd name="connsiteY35" fmla="*/ 640642 h 648105"/>
                  <a:gd name="connsiteX36" fmla="*/ 0 w 1771516"/>
                  <a:gd name="connsiteY36" fmla="*/ 546110 h 648105"/>
                  <a:gd name="connsiteX37" fmla="*/ 129471 w 1771516"/>
                  <a:gd name="connsiteY37" fmla="*/ 240127 h 648105"/>
                  <a:gd name="connsiteX38" fmla="*/ 331148 w 1771516"/>
                  <a:gd name="connsiteY38" fmla="*/ 129425 h 648105"/>
                  <a:gd name="connsiteX39" fmla="*/ 414557 w 1771516"/>
                  <a:gd name="connsiteY39" fmla="*/ 110767 h 648105"/>
                  <a:gd name="connsiteX40" fmla="*/ 433231 w 1771516"/>
                  <a:gd name="connsiteY40" fmla="*/ 61014 h 648105"/>
                  <a:gd name="connsiteX41" fmla="*/ 470578 w 1771516"/>
                  <a:gd name="connsiteY41" fmla="*/ 14992 h 648105"/>
                  <a:gd name="connsiteX42" fmla="*/ 516796 w 1771516"/>
                  <a:gd name="connsiteY42" fmla="*/ 66 h 6481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771516" h="648105">
                    <a:moveTo>
                      <a:pt x="516957" y="17206"/>
                    </a:moveTo>
                    <a:cubicBezTo>
                      <a:pt x="503575" y="17828"/>
                      <a:pt x="490503" y="21870"/>
                      <a:pt x="479299" y="28710"/>
                    </a:cubicBezTo>
                    <a:cubicBezTo>
                      <a:pt x="464360" y="38660"/>
                      <a:pt x="454401" y="51097"/>
                      <a:pt x="448177" y="67265"/>
                    </a:cubicBezTo>
                    <a:lnTo>
                      <a:pt x="428258" y="119501"/>
                    </a:lnTo>
                    <a:cubicBezTo>
                      <a:pt x="427013" y="121988"/>
                      <a:pt x="424523" y="124476"/>
                      <a:pt x="422034" y="124476"/>
                    </a:cubicBezTo>
                    <a:lnTo>
                      <a:pt x="334891" y="145619"/>
                    </a:lnTo>
                    <a:cubicBezTo>
                      <a:pt x="261441" y="163031"/>
                      <a:pt x="194217" y="199098"/>
                      <a:pt x="140686" y="251334"/>
                    </a:cubicBezTo>
                    <a:cubicBezTo>
                      <a:pt x="61012" y="329687"/>
                      <a:pt x="16196" y="434159"/>
                      <a:pt x="16196" y="546092"/>
                    </a:cubicBezTo>
                    <a:lnTo>
                      <a:pt x="16196" y="631908"/>
                    </a:lnTo>
                    <a:lnTo>
                      <a:pt x="1756567" y="631908"/>
                    </a:lnTo>
                    <a:lnTo>
                      <a:pt x="1756567" y="546092"/>
                    </a:lnTo>
                    <a:cubicBezTo>
                      <a:pt x="1756567" y="449083"/>
                      <a:pt x="1720465" y="354561"/>
                      <a:pt x="1658220" y="281183"/>
                    </a:cubicBezTo>
                    <a:cubicBezTo>
                      <a:pt x="1600954" y="211535"/>
                      <a:pt x="1523771" y="165518"/>
                      <a:pt x="1437873" y="145619"/>
                    </a:cubicBezTo>
                    <a:lnTo>
                      <a:pt x="1349485" y="124476"/>
                    </a:lnTo>
                    <a:cubicBezTo>
                      <a:pt x="1346995" y="124476"/>
                      <a:pt x="1344505" y="121988"/>
                      <a:pt x="1343260" y="119501"/>
                    </a:cubicBezTo>
                    <a:lnTo>
                      <a:pt x="1327076" y="75971"/>
                    </a:lnTo>
                    <a:cubicBezTo>
                      <a:pt x="1320852" y="57316"/>
                      <a:pt x="1305913" y="42391"/>
                      <a:pt x="1288484" y="33685"/>
                    </a:cubicBezTo>
                    <a:cubicBezTo>
                      <a:pt x="1263586" y="22492"/>
                      <a:pt x="1234954" y="23736"/>
                      <a:pt x="1212545" y="38660"/>
                    </a:cubicBezTo>
                    <a:lnTo>
                      <a:pt x="936177" y="218997"/>
                    </a:lnTo>
                    <a:cubicBezTo>
                      <a:pt x="932443" y="220241"/>
                      <a:pt x="929953" y="220241"/>
                      <a:pt x="927463" y="218997"/>
                    </a:cubicBezTo>
                    <a:lnTo>
                      <a:pt x="556483" y="26223"/>
                    </a:lnTo>
                    <a:cubicBezTo>
                      <a:pt x="544034" y="19383"/>
                      <a:pt x="530340" y="16584"/>
                      <a:pt x="516957" y="17206"/>
                    </a:cubicBezTo>
                    <a:close/>
                    <a:moveTo>
                      <a:pt x="516796" y="66"/>
                    </a:moveTo>
                    <a:cubicBezTo>
                      <a:pt x="533136" y="-556"/>
                      <a:pt x="549631" y="3176"/>
                      <a:pt x="563947" y="11261"/>
                    </a:cubicBezTo>
                    <a:lnTo>
                      <a:pt x="929953" y="202811"/>
                    </a:lnTo>
                    <a:lnTo>
                      <a:pt x="1202589" y="24943"/>
                    </a:lnTo>
                    <a:cubicBezTo>
                      <a:pt x="1231222" y="6285"/>
                      <a:pt x="1264835" y="3798"/>
                      <a:pt x="1294713" y="18724"/>
                    </a:cubicBezTo>
                    <a:cubicBezTo>
                      <a:pt x="1317121" y="29918"/>
                      <a:pt x="1334550" y="47332"/>
                      <a:pt x="1342020" y="69721"/>
                    </a:cubicBezTo>
                    <a:lnTo>
                      <a:pt x="1358204" y="110767"/>
                    </a:lnTo>
                    <a:lnTo>
                      <a:pt x="1441613" y="129425"/>
                    </a:lnTo>
                    <a:cubicBezTo>
                      <a:pt x="1531247" y="150570"/>
                      <a:pt x="1610922" y="199080"/>
                      <a:pt x="1670678" y="269979"/>
                    </a:cubicBezTo>
                    <a:cubicBezTo>
                      <a:pt x="1736658" y="347096"/>
                      <a:pt x="1771516" y="445360"/>
                      <a:pt x="1771516" y="546110"/>
                    </a:cubicBezTo>
                    <a:lnTo>
                      <a:pt x="1771516" y="640642"/>
                    </a:lnTo>
                    <a:cubicBezTo>
                      <a:pt x="1771516" y="645617"/>
                      <a:pt x="1767781" y="648105"/>
                      <a:pt x="1764047" y="648105"/>
                    </a:cubicBezTo>
                    <a:lnTo>
                      <a:pt x="7469" y="648105"/>
                    </a:lnTo>
                    <a:cubicBezTo>
                      <a:pt x="3735" y="648105"/>
                      <a:pt x="0" y="645617"/>
                      <a:pt x="0" y="640642"/>
                    </a:cubicBezTo>
                    <a:lnTo>
                      <a:pt x="0" y="546110"/>
                    </a:lnTo>
                    <a:cubicBezTo>
                      <a:pt x="0" y="429190"/>
                      <a:pt x="46062" y="320976"/>
                      <a:pt x="129471" y="240127"/>
                    </a:cubicBezTo>
                    <a:cubicBezTo>
                      <a:pt x="185493" y="185398"/>
                      <a:pt x="255208" y="146839"/>
                      <a:pt x="331148" y="129425"/>
                    </a:cubicBezTo>
                    <a:lnTo>
                      <a:pt x="414557" y="110767"/>
                    </a:lnTo>
                    <a:lnTo>
                      <a:pt x="433231" y="61014"/>
                    </a:lnTo>
                    <a:cubicBezTo>
                      <a:pt x="440700" y="41113"/>
                      <a:pt x="453150" y="26187"/>
                      <a:pt x="470578" y="14992"/>
                    </a:cubicBezTo>
                    <a:cubicBezTo>
                      <a:pt x="484273" y="5663"/>
                      <a:pt x="500457" y="688"/>
                      <a:pt x="516796" y="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4CF0A3C6-5F63-6B4A-B6CC-F2FA3D519F26}"/>
                  </a:ext>
                </a:extLst>
              </p:cNvPr>
              <p:cNvSpPr/>
              <p:nvPr/>
            </p:nvSpPr>
            <p:spPr>
              <a:xfrm>
                <a:off x="12053038" y="10727542"/>
                <a:ext cx="945556" cy="2779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60" h="224">
                    <a:moveTo>
                      <a:pt x="416" y="224"/>
                    </a:moveTo>
                    <a:cubicBezTo>
                      <a:pt x="415" y="224"/>
                      <a:pt x="414" y="224"/>
                      <a:pt x="413" y="223"/>
                    </a:cubicBezTo>
                    <a:lnTo>
                      <a:pt x="3" y="12"/>
                    </a:lnTo>
                    <a:cubicBezTo>
                      <a:pt x="0" y="10"/>
                      <a:pt x="-1" y="6"/>
                      <a:pt x="0" y="3"/>
                    </a:cubicBezTo>
                    <a:cubicBezTo>
                      <a:pt x="1" y="0"/>
                      <a:pt x="5" y="-1"/>
                      <a:pt x="9" y="0"/>
                    </a:cubicBezTo>
                    <a:lnTo>
                      <a:pt x="415" y="210"/>
                    </a:lnTo>
                    <a:lnTo>
                      <a:pt x="750" y="1"/>
                    </a:lnTo>
                    <a:cubicBezTo>
                      <a:pt x="753" y="-1"/>
                      <a:pt x="757" y="-1"/>
                      <a:pt x="759" y="2"/>
                    </a:cubicBezTo>
                    <a:cubicBezTo>
                      <a:pt x="761" y="6"/>
                      <a:pt x="760" y="10"/>
                      <a:pt x="757" y="12"/>
                    </a:cubicBezTo>
                    <a:lnTo>
                      <a:pt x="420" y="223"/>
                    </a:lnTo>
                    <a:cubicBezTo>
                      <a:pt x="419" y="224"/>
                      <a:pt x="417" y="224"/>
                      <a:pt x="416" y="2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477F3DEF-70D7-9641-B7C6-042662255BBA}"/>
                  </a:ext>
                </a:extLst>
              </p:cNvPr>
              <p:cNvSpPr/>
              <p:nvPr/>
            </p:nvSpPr>
            <p:spPr>
              <a:xfrm>
                <a:off x="12678422" y="10524407"/>
                <a:ext cx="92189" cy="872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" h="71">
                    <a:moveTo>
                      <a:pt x="74" y="7"/>
                    </a:moveTo>
                    <a:cubicBezTo>
                      <a:pt x="74" y="4"/>
                      <a:pt x="74" y="3"/>
                      <a:pt x="72" y="2"/>
                    </a:cubicBezTo>
                    <a:cubicBezTo>
                      <a:pt x="71" y="0"/>
                      <a:pt x="69" y="0"/>
                      <a:pt x="67" y="0"/>
                    </a:cubicBezTo>
                    <a:cubicBezTo>
                      <a:pt x="66" y="0"/>
                      <a:pt x="53" y="3"/>
                      <a:pt x="25" y="3"/>
                    </a:cubicBezTo>
                    <a:lnTo>
                      <a:pt x="22" y="3"/>
                    </a:lnTo>
                    <a:cubicBezTo>
                      <a:pt x="16" y="2"/>
                      <a:pt x="9" y="2"/>
                      <a:pt x="4" y="8"/>
                    </a:cubicBezTo>
                    <a:cubicBezTo>
                      <a:pt x="-2" y="14"/>
                      <a:pt x="-2" y="25"/>
                      <a:pt x="6" y="37"/>
                    </a:cubicBezTo>
                    <a:cubicBezTo>
                      <a:pt x="19" y="56"/>
                      <a:pt x="44" y="71"/>
                      <a:pt x="68" y="71"/>
                    </a:cubicBezTo>
                    <a:cubicBezTo>
                      <a:pt x="70" y="71"/>
                      <a:pt x="71" y="71"/>
                      <a:pt x="72" y="69"/>
                    </a:cubicBezTo>
                    <a:cubicBezTo>
                      <a:pt x="74" y="68"/>
                      <a:pt x="75" y="66"/>
                      <a:pt x="75" y="6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BF4D04D2-C563-174A-A9E3-D7FF72AD4158}"/>
                  </a:ext>
                </a:extLst>
              </p:cNvPr>
              <p:cNvSpPr/>
              <p:nvPr/>
            </p:nvSpPr>
            <p:spPr>
              <a:xfrm>
                <a:off x="11648156" y="10626597"/>
                <a:ext cx="1756566" cy="6318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11" h="508">
                    <a:moveTo>
                      <a:pt x="1080" y="87"/>
                    </a:moveTo>
                    <a:lnTo>
                      <a:pt x="1066" y="52"/>
                    </a:lnTo>
                    <a:cubicBezTo>
                      <a:pt x="1060" y="35"/>
                      <a:pt x="1047" y="22"/>
                      <a:pt x="1031" y="14"/>
                    </a:cubicBezTo>
                    <a:cubicBezTo>
                      <a:pt x="1010" y="4"/>
                      <a:pt x="986" y="5"/>
                      <a:pt x="964" y="19"/>
                    </a:cubicBezTo>
                    <a:lnTo>
                      <a:pt x="742" y="163"/>
                    </a:lnTo>
                    <a:lnTo>
                      <a:pt x="444" y="8"/>
                    </a:lnTo>
                    <a:cubicBezTo>
                      <a:pt x="421" y="-4"/>
                      <a:pt x="395" y="-2"/>
                      <a:pt x="375" y="11"/>
                    </a:cubicBezTo>
                    <a:cubicBezTo>
                      <a:pt x="363" y="19"/>
                      <a:pt x="353" y="30"/>
                      <a:pt x="348" y="44"/>
                    </a:cubicBezTo>
                    <a:lnTo>
                      <a:pt x="332" y="87"/>
                    </a:lnTo>
                    <a:lnTo>
                      <a:pt x="261" y="104"/>
                    </a:lnTo>
                    <a:cubicBezTo>
                      <a:pt x="200" y="118"/>
                      <a:pt x="145" y="149"/>
                      <a:pt x="102" y="190"/>
                    </a:cubicBezTo>
                    <a:cubicBezTo>
                      <a:pt x="39" y="252"/>
                      <a:pt x="0" y="338"/>
                      <a:pt x="0" y="432"/>
                    </a:cubicBezTo>
                    <a:lnTo>
                      <a:pt x="0" y="508"/>
                    </a:lnTo>
                    <a:lnTo>
                      <a:pt x="1411" y="508"/>
                    </a:lnTo>
                    <a:lnTo>
                      <a:pt x="1411" y="432"/>
                    </a:lnTo>
                    <a:cubicBezTo>
                      <a:pt x="1411" y="350"/>
                      <a:pt x="1381" y="273"/>
                      <a:pt x="1331" y="214"/>
                    </a:cubicBezTo>
                    <a:cubicBezTo>
                      <a:pt x="1285" y="161"/>
                      <a:pt x="1223" y="121"/>
                      <a:pt x="1150" y="104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C10ACAE8-E112-3441-A1FF-554259D47849}"/>
                  </a:ext>
                </a:extLst>
              </p:cNvPr>
              <p:cNvSpPr/>
              <p:nvPr/>
            </p:nvSpPr>
            <p:spPr>
              <a:xfrm>
                <a:off x="9814351" y="12439858"/>
                <a:ext cx="14950" cy="5284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425">
                    <a:moveTo>
                      <a:pt x="6" y="425"/>
                    </a:moveTo>
                    <a:cubicBezTo>
                      <a:pt x="3" y="425"/>
                      <a:pt x="0" y="423"/>
                      <a:pt x="0" y="419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419"/>
                    </a:lnTo>
                    <a:cubicBezTo>
                      <a:pt x="13" y="423"/>
                      <a:pt x="10" y="425"/>
                      <a:pt x="6" y="4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4E22EC2-AD39-F744-A07B-F1B3B4500CD0}"/>
                </a:ext>
              </a:extLst>
            </p:cNvPr>
            <p:cNvGrpSpPr/>
            <p:nvPr/>
          </p:nvGrpSpPr>
          <p:grpSpPr>
            <a:xfrm>
              <a:off x="14422989" y="7613215"/>
              <a:ext cx="2508571" cy="5358786"/>
              <a:chOff x="14422989" y="7613215"/>
              <a:chExt cx="2508571" cy="5358786"/>
            </a:xfrm>
          </p:grpSpPr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3D9ECCA9-EE97-724C-B9A2-F226B3121F7E}"/>
                  </a:ext>
                </a:extLst>
              </p:cNvPr>
              <p:cNvSpPr/>
              <p:nvPr/>
            </p:nvSpPr>
            <p:spPr>
              <a:xfrm>
                <a:off x="15667080" y="7651848"/>
                <a:ext cx="597980" cy="9620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1" h="773">
                    <a:moveTo>
                      <a:pt x="374" y="31"/>
                    </a:moveTo>
                    <a:cubicBezTo>
                      <a:pt x="268" y="-32"/>
                      <a:pt x="89" y="14"/>
                      <a:pt x="65" y="55"/>
                    </a:cubicBezTo>
                    <a:cubicBezTo>
                      <a:pt x="40" y="97"/>
                      <a:pt x="-15" y="362"/>
                      <a:pt x="4" y="500"/>
                    </a:cubicBezTo>
                    <a:cubicBezTo>
                      <a:pt x="9" y="538"/>
                      <a:pt x="37" y="564"/>
                      <a:pt x="128" y="557"/>
                    </a:cubicBezTo>
                    <a:lnTo>
                      <a:pt x="128" y="773"/>
                    </a:lnTo>
                    <a:lnTo>
                      <a:pt x="341" y="773"/>
                    </a:lnTo>
                    <a:lnTo>
                      <a:pt x="341" y="507"/>
                    </a:lnTo>
                    <a:cubicBezTo>
                      <a:pt x="389" y="476"/>
                      <a:pt x="432" y="433"/>
                      <a:pt x="456" y="375"/>
                    </a:cubicBezTo>
                    <a:cubicBezTo>
                      <a:pt x="508" y="249"/>
                      <a:pt x="480" y="94"/>
                      <a:pt x="374" y="3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EFCE0F6F-014F-0941-A793-AD43EC10A190}"/>
                  </a:ext>
                </a:extLst>
              </p:cNvPr>
              <p:cNvSpPr/>
              <p:nvPr/>
            </p:nvSpPr>
            <p:spPr>
              <a:xfrm>
                <a:off x="15660100" y="7644154"/>
                <a:ext cx="614986" cy="978507"/>
              </a:xfrm>
              <a:custGeom>
                <a:avLst/>
                <a:gdLst>
                  <a:gd name="connsiteX0" fmla="*/ 331613 w 614986"/>
                  <a:gd name="connsiteY0" fmla="*/ 17352 h 978507"/>
                  <a:gd name="connsiteX1" fmla="*/ 194713 w 614986"/>
                  <a:gd name="connsiteY1" fmla="*/ 31353 h 978507"/>
                  <a:gd name="connsiteX2" fmla="*/ 95262 w 614986"/>
                  <a:gd name="connsiteY2" fmla="*/ 82382 h 978507"/>
                  <a:gd name="connsiteX3" fmla="*/ 20674 w 614986"/>
                  <a:gd name="connsiteY3" fmla="*/ 630002 h 978507"/>
                  <a:gd name="connsiteX4" fmla="*/ 166121 w 614986"/>
                  <a:gd name="connsiteY4" fmla="*/ 694720 h 978507"/>
                  <a:gd name="connsiteX5" fmla="*/ 172336 w 614986"/>
                  <a:gd name="connsiteY5" fmla="*/ 695965 h 978507"/>
                  <a:gd name="connsiteX6" fmla="*/ 176066 w 614986"/>
                  <a:gd name="connsiteY6" fmla="*/ 702188 h 978507"/>
                  <a:gd name="connsiteX7" fmla="*/ 176066 w 614986"/>
                  <a:gd name="connsiteY7" fmla="*/ 963552 h 978507"/>
                  <a:gd name="connsiteX8" fmla="*/ 423450 w 614986"/>
                  <a:gd name="connsiteY8" fmla="*/ 963552 h 978507"/>
                  <a:gd name="connsiteX9" fmla="*/ 423450 w 614986"/>
                  <a:gd name="connsiteY9" fmla="*/ 639958 h 978507"/>
                  <a:gd name="connsiteX10" fmla="*/ 427179 w 614986"/>
                  <a:gd name="connsiteY10" fmla="*/ 632491 h 978507"/>
                  <a:gd name="connsiteX11" fmla="*/ 567654 w 614986"/>
                  <a:gd name="connsiteY11" fmla="*/ 471939 h 978507"/>
                  <a:gd name="connsiteX12" fmla="*/ 469446 w 614986"/>
                  <a:gd name="connsiteY12" fmla="*/ 53756 h 978507"/>
                  <a:gd name="connsiteX13" fmla="*/ 331613 w 614986"/>
                  <a:gd name="connsiteY13" fmla="*/ 17352 h 978507"/>
                  <a:gd name="connsiteX14" fmla="*/ 333013 w 614986"/>
                  <a:gd name="connsiteY14" fmla="*/ 528 h 978507"/>
                  <a:gd name="connsiteX15" fmla="*/ 476922 w 614986"/>
                  <a:gd name="connsiteY15" fmla="*/ 40046 h 978507"/>
                  <a:gd name="connsiteX16" fmla="*/ 582601 w 614986"/>
                  <a:gd name="connsiteY16" fmla="*/ 476916 h 978507"/>
                  <a:gd name="connsiteX17" fmla="*/ 439624 w 614986"/>
                  <a:gd name="connsiteY17" fmla="*/ 642453 h 978507"/>
                  <a:gd name="connsiteX18" fmla="*/ 439624 w 614986"/>
                  <a:gd name="connsiteY18" fmla="*/ 969794 h 978507"/>
                  <a:gd name="connsiteX19" fmla="*/ 432165 w 614986"/>
                  <a:gd name="connsiteY19" fmla="*/ 978507 h 978507"/>
                  <a:gd name="connsiteX20" fmla="*/ 167347 w 614986"/>
                  <a:gd name="connsiteY20" fmla="*/ 978507 h 978507"/>
                  <a:gd name="connsiteX21" fmla="*/ 159887 w 614986"/>
                  <a:gd name="connsiteY21" fmla="*/ 969794 h 978507"/>
                  <a:gd name="connsiteX22" fmla="*/ 159887 w 614986"/>
                  <a:gd name="connsiteY22" fmla="*/ 709664 h 978507"/>
                  <a:gd name="connsiteX23" fmla="*/ 4478 w 614986"/>
                  <a:gd name="connsiteY23" fmla="*/ 630007 h 978507"/>
                  <a:gd name="connsiteX24" fmla="*/ 81561 w 614986"/>
                  <a:gd name="connsiteY24" fmla="*/ 72407 h 978507"/>
                  <a:gd name="connsiteX25" fmla="*/ 190969 w 614986"/>
                  <a:gd name="connsiteY25" fmla="*/ 15153 h 978507"/>
                  <a:gd name="connsiteX26" fmla="*/ 333013 w 614986"/>
                  <a:gd name="connsiteY26" fmla="*/ 528 h 978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14986" h="978507">
                    <a:moveTo>
                      <a:pt x="331613" y="17352"/>
                    </a:moveTo>
                    <a:cubicBezTo>
                      <a:pt x="282975" y="15174"/>
                      <a:pt x="234493" y="21397"/>
                      <a:pt x="194713" y="31353"/>
                    </a:cubicBezTo>
                    <a:cubicBezTo>
                      <a:pt x="144987" y="43799"/>
                      <a:pt x="106450" y="63713"/>
                      <a:pt x="95262" y="82382"/>
                    </a:cubicBezTo>
                    <a:cubicBezTo>
                      <a:pt x="64183" y="134654"/>
                      <a:pt x="-1703" y="461982"/>
                      <a:pt x="20674" y="630002"/>
                    </a:cubicBezTo>
                    <a:cubicBezTo>
                      <a:pt x="24403" y="662361"/>
                      <a:pt x="44293" y="704677"/>
                      <a:pt x="166121" y="694720"/>
                    </a:cubicBezTo>
                    <a:cubicBezTo>
                      <a:pt x="168607" y="694720"/>
                      <a:pt x="171093" y="694720"/>
                      <a:pt x="172336" y="695965"/>
                    </a:cubicBezTo>
                    <a:cubicBezTo>
                      <a:pt x="174822" y="698454"/>
                      <a:pt x="176066" y="700943"/>
                      <a:pt x="176066" y="702188"/>
                    </a:cubicBezTo>
                    <a:lnTo>
                      <a:pt x="176066" y="963552"/>
                    </a:lnTo>
                    <a:lnTo>
                      <a:pt x="423450" y="963552"/>
                    </a:lnTo>
                    <a:lnTo>
                      <a:pt x="423450" y="639958"/>
                    </a:lnTo>
                    <a:cubicBezTo>
                      <a:pt x="423450" y="636225"/>
                      <a:pt x="424693" y="634980"/>
                      <a:pt x="427179" y="632491"/>
                    </a:cubicBezTo>
                    <a:cubicBezTo>
                      <a:pt x="493065" y="591419"/>
                      <a:pt x="540305" y="537902"/>
                      <a:pt x="567654" y="471939"/>
                    </a:cubicBezTo>
                    <a:cubicBezTo>
                      <a:pt x="634783" y="310142"/>
                      <a:pt x="591273" y="127187"/>
                      <a:pt x="469446" y="53756"/>
                    </a:cubicBezTo>
                    <a:cubicBezTo>
                      <a:pt x="429044" y="30109"/>
                      <a:pt x="380251" y="19530"/>
                      <a:pt x="331613" y="17352"/>
                    </a:cubicBezTo>
                    <a:close/>
                    <a:moveTo>
                      <a:pt x="333013" y="528"/>
                    </a:moveTo>
                    <a:cubicBezTo>
                      <a:pt x="383677" y="3018"/>
                      <a:pt x="434651" y="14531"/>
                      <a:pt x="476922" y="40046"/>
                    </a:cubicBezTo>
                    <a:cubicBezTo>
                      <a:pt x="606223" y="114724"/>
                      <a:pt x="652224" y="307644"/>
                      <a:pt x="582601" y="476916"/>
                    </a:cubicBezTo>
                    <a:cubicBezTo>
                      <a:pt x="555249" y="544127"/>
                      <a:pt x="506761" y="600136"/>
                      <a:pt x="439624" y="642453"/>
                    </a:cubicBezTo>
                    <a:lnTo>
                      <a:pt x="439624" y="969794"/>
                    </a:lnTo>
                    <a:cubicBezTo>
                      <a:pt x="439624" y="974773"/>
                      <a:pt x="435894" y="978507"/>
                      <a:pt x="432165" y="978507"/>
                    </a:cubicBezTo>
                    <a:lnTo>
                      <a:pt x="167347" y="978507"/>
                    </a:lnTo>
                    <a:cubicBezTo>
                      <a:pt x="162374" y="978507"/>
                      <a:pt x="159887" y="974773"/>
                      <a:pt x="159887" y="969794"/>
                    </a:cubicBezTo>
                    <a:lnTo>
                      <a:pt x="159887" y="709664"/>
                    </a:lnTo>
                    <a:cubicBezTo>
                      <a:pt x="62912" y="715887"/>
                      <a:pt x="13181" y="689750"/>
                      <a:pt x="4478" y="630007"/>
                    </a:cubicBezTo>
                    <a:cubicBezTo>
                      <a:pt x="-17901" y="459491"/>
                      <a:pt x="49236" y="127171"/>
                      <a:pt x="81561" y="72407"/>
                    </a:cubicBezTo>
                    <a:cubicBezTo>
                      <a:pt x="95237" y="50003"/>
                      <a:pt x="135022" y="28844"/>
                      <a:pt x="190969" y="15153"/>
                    </a:cubicBezTo>
                    <a:cubicBezTo>
                      <a:pt x="231997" y="4574"/>
                      <a:pt x="282350" y="-1961"/>
                      <a:pt x="333013" y="5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D0222813-A3EE-1841-BD22-1A1F69408CC9}"/>
                  </a:ext>
                </a:extLst>
              </p:cNvPr>
              <p:cNvSpPr/>
              <p:nvPr/>
            </p:nvSpPr>
            <p:spPr>
              <a:xfrm>
                <a:off x="15699471" y="7613215"/>
                <a:ext cx="650303" cy="7028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3" h="565">
                    <a:moveTo>
                      <a:pt x="522" y="226"/>
                    </a:moveTo>
                    <a:cubicBezTo>
                      <a:pt x="516" y="169"/>
                      <a:pt x="486" y="117"/>
                      <a:pt x="435" y="77"/>
                    </a:cubicBezTo>
                    <a:cubicBezTo>
                      <a:pt x="364" y="20"/>
                      <a:pt x="261" y="-9"/>
                      <a:pt x="167" y="2"/>
                    </a:cubicBezTo>
                    <a:cubicBezTo>
                      <a:pt x="50" y="16"/>
                      <a:pt x="13" y="75"/>
                      <a:pt x="2" y="122"/>
                    </a:cubicBezTo>
                    <a:cubicBezTo>
                      <a:pt x="-2" y="140"/>
                      <a:pt x="1" y="158"/>
                      <a:pt x="12" y="174"/>
                    </a:cubicBezTo>
                    <a:cubicBezTo>
                      <a:pt x="20" y="185"/>
                      <a:pt x="31" y="194"/>
                      <a:pt x="44" y="198"/>
                    </a:cubicBezTo>
                    <a:cubicBezTo>
                      <a:pt x="62" y="204"/>
                      <a:pt x="83" y="209"/>
                      <a:pt x="106" y="212"/>
                    </a:cubicBezTo>
                    <a:cubicBezTo>
                      <a:pt x="117" y="213"/>
                      <a:pt x="128" y="218"/>
                      <a:pt x="135" y="227"/>
                    </a:cubicBezTo>
                    <a:cubicBezTo>
                      <a:pt x="141" y="234"/>
                      <a:pt x="144" y="243"/>
                      <a:pt x="146" y="252"/>
                    </a:cubicBezTo>
                    <a:cubicBezTo>
                      <a:pt x="152" y="284"/>
                      <a:pt x="161" y="314"/>
                      <a:pt x="188" y="322"/>
                    </a:cubicBezTo>
                    <a:cubicBezTo>
                      <a:pt x="212" y="329"/>
                      <a:pt x="220" y="312"/>
                      <a:pt x="225" y="300"/>
                    </a:cubicBezTo>
                    <a:cubicBezTo>
                      <a:pt x="232" y="284"/>
                      <a:pt x="238" y="270"/>
                      <a:pt x="272" y="278"/>
                    </a:cubicBezTo>
                    <a:cubicBezTo>
                      <a:pt x="293" y="284"/>
                      <a:pt x="306" y="312"/>
                      <a:pt x="305" y="347"/>
                    </a:cubicBezTo>
                    <a:cubicBezTo>
                      <a:pt x="304" y="382"/>
                      <a:pt x="288" y="421"/>
                      <a:pt x="252" y="427"/>
                    </a:cubicBezTo>
                    <a:cubicBezTo>
                      <a:pt x="242" y="430"/>
                      <a:pt x="233" y="435"/>
                      <a:pt x="227" y="443"/>
                    </a:cubicBezTo>
                    <a:cubicBezTo>
                      <a:pt x="221" y="451"/>
                      <a:pt x="218" y="460"/>
                      <a:pt x="220" y="470"/>
                    </a:cubicBezTo>
                    <a:cubicBezTo>
                      <a:pt x="223" y="511"/>
                      <a:pt x="231" y="536"/>
                      <a:pt x="243" y="547"/>
                    </a:cubicBezTo>
                    <a:cubicBezTo>
                      <a:pt x="261" y="563"/>
                      <a:pt x="290" y="565"/>
                      <a:pt x="314" y="565"/>
                    </a:cubicBezTo>
                    <a:cubicBezTo>
                      <a:pt x="321" y="565"/>
                      <a:pt x="327" y="564"/>
                      <a:pt x="333" y="564"/>
                    </a:cubicBezTo>
                    <a:cubicBezTo>
                      <a:pt x="336" y="564"/>
                      <a:pt x="339" y="564"/>
                      <a:pt x="341" y="564"/>
                    </a:cubicBezTo>
                    <a:cubicBezTo>
                      <a:pt x="360" y="564"/>
                      <a:pt x="386" y="547"/>
                      <a:pt x="414" y="517"/>
                    </a:cubicBezTo>
                    <a:cubicBezTo>
                      <a:pt x="476" y="448"/>
                      <a:pt x="533" y="326"/>
                      <a:pt x="522" y="22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BAD81B10-563A-BB49-B529-B754E8E2CBFC}"/>
                  </a:ext>
                </a:extLst>
              </p:cNvPr>
              <p:cNvSpPr/>
              <p:nvPr/>
            </p:nvSpPr>
            <p:spPr>
              <a:xfrm>
                <a:off x="15819067" y="8328551"/>
                <a:ext cx="64781" cy="959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" h="78">
                    <a:moveTo>
                      <a:pt x="52" y="7"/>
                    </a:moveTo>
                    <a:cubicBezTo>
                      <a:pt x="49" y="2"/>
                      <a:pt x="44" y="-1"/>
                      <a:pt x="38" y="0"/>
                    </a:cubicBezTo>
                    <a:cubicBezTo>
                      <a:pt x="21" y="6"/>
                      <a:pt x="5" y="8"/>
                      <a:pt x="5" y="8"/>
                    </a:cubicBezTo>
                    <a:cubicBezTo>
                      <a:pt x="2" y="8"/>
                      <a:pt x="0" y="11"/>
                      <a:pt x="0" y="14"/>
                    </a:cubicBezTo>
                    <a:lnTo>
                      <a:pt x="0" y="72"/>
                    </a:lnTo>
                    <a:cubicBezTo>
                      <a:pt x="0" y="74"/>
                      <a:pt x="0" y="76"/>
                      <a:pt x="2" y="77"/>
                    </a:cubicBezTo>
                    <a:cubicBezTo>
                      <a:pt x="3" y="78"/>
                      <a:pt x="4" y="78"/>
                      <a:pt x="6" y="78"/>
                    </a:cubicBezTo>
                    <a:cubicBezTo>
                      <a:pt x="7" y="78"/>
                      <a:pt x="8" y="78"/>
                      <a:pt x="9" y="77"/>
                    </a:cubicBezTo>
                    <a:cubicBezTo>
                      <a:pt x="43" y="62"/>
                      <a:pt x="57" y="22"/>
                      <a:pt x="52" y="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FE26576F-297C-9B42-AC1F-A96274A369D8}"/>
                  </a:ext>
                </a:extLst>
              </p:cNvPr>
              <p:cNvSpPr/>
              <p:nvPr/>
            </p:nvSpPr>
            <p:spPr>
              <a:xfrm>
                <a:off x="14558326" y="8496792"/>
                <a:ext cx="2131667" cy="1554045"/>
              </a:xfrm>
              <a:custGeom>
                <a:avLst/>
                <a:gdLst>
                  <a:gd name="connsiteX0" fmla="*/ 1762795 w 2131667"/>
                  <a:gd name="connsiteY0" fmla="*/ 751476 h 1554045"/>
                  <a:gd name="connsiteX1" fmla="*/ 1762795 w 2131667"/>
                  <a:gd name="connsiteY1" fmla="*/ 1115375 h 1554045"/>
                  <a:gd name="connsiteX2" fmla="*/ 1816364 w 2131667"/>
                  <a:gd name="connsiteY2" fmla="*/ 956402 h 1554045"/>
                  <a:gd name="connsiteX3" fmla="*/ 1220163 w 2131667"/>
                  <a:gd name="connsiteY3" fmla="*/ 0 h 1554045"/>
                  <a:gd name="connsiteX4" fmla="*/ 1572516 w 2131667"/>
                  <a:gd name="connsiteY4" fmla="*/ 0 h 1554045"/>
                  <a:gd name="connsiteX5" fmla="*/ 1596172 w 2131667"/>
                  <a:gd name="connsiteY5" fmla="*/ 82185 h 1554045"/>
                  <a:gd name="connsiteX6" fmla="*/ 1929850 w 2131667"/>
                  <a:gd name="connsiteY6" fmla="*/ 231612 h 1554045"/>
                  <a:gd name="connsiteX7" fmla="*/ 2130305 w 2131667"/>
                  <a:gd name="connsiteY7" fmla="*/ 994937 h 1554045"/>
                  <a:gd name="connsiteX8" fmla="*/ 1761766 w 2131667"/>
                  <a:gd name="connsiteY8" fmla="*/ 1550309 h 1554045"/>
                  <a:gd name="connsiteX9" fmla="*/ 949984 w 2131667"/>
                  <a:gd name="connsiteY9" fmla="*/ 1554045 h 1554045"/>
                  <a:gd name="connsiteX10" fmla="*/ 936288 w 2131667"/>
                  <a:gd name="connsiteY10" fmla="*/ 998673 h 1554045"/>
                  <a:gd name="connsiteX11" fmla="*/ 561524 w 2131667"/>
                  <a:gd name="connsiteY11" fmla="*/ 1302509 h 1554045"/>
                  <a:gd name="connsiteX12" fmla="*/ 0 w 2131667"/>
                  <a:gd name="connsiteY12" fmla="*/ 508053 h 1554045"/>
                  <a:gd name="connsiteX13" fmla="*/ 221621 w 2131667"/>
                  <a:gd name="connsiteY13" fmla="*/ 389756 h 1554045"/>
                  <a:gd name="connsiteX14" fmla="*/ 546583 w 2131667"/>
                  <a:gd name="connsiteY14" fmla="*/ 857962 h 1554045"/>
                  <a:gd name="connsiteX15" fmla="*/ 871545 w 2131667"/>
                  <a:gd name="connsiteY15" fmla="*/ 207953 h 1554045"/>
                  <a:gd name="connsiteX16" fmla="*/ 1191526 w 2131667"/>
                  <a:gd name="connsiteY16" fmla="*/ 82185 h 1554045"/>
                  <a:gd name="connsiteX17" fmla="*/ 1220163 w 2131667"/>
                  <a:gd name="connsiteY17" fmla="*/ 0 h 1554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131667" h="1554045">
                    <a:moveTo>
                      <a:pt x="1762795" y="751476"/>
                    </a:moveTo>
                    <a:lnTo>
                      <a:pt x="1762795" y="1115375"/>
                    </a:lnTo>
                    <a:lnTo>
                      <a:pt x="1816364" y="956402"/>
                    </a:lnTo>
                    <a:close/>
                    <a:moveTo>
                      <a:pt x="1220163" y="0"/>
                    </a:moveTo>
                    <a:lnTo>
                      <a:pt x="1572516" y="0"/>
                    </a:lnTo>
                    <a:cubicBezTo>
                      <a:pt x="1602398" y="0"/>
                      <a:pt x="1596172" y="82185"/>
                      <a:pt x="1596172" y="82185"/>
                    </a:cubicBezTo>
                    <a:cubicBezTo>
                      <a:pt x="1596172" y="82185"/>
                      <a:pt x="1865106" y="80940"/>
                      <a:pt x="1929850" y="231612"/>
                    </a:cubicBezTo>
                    <a:cubicBezTo>
                      <a:pt x="1993348" y="382285"/>
                      <a:pt x="2147736" y="886603"/>
                      <a:pt x="2130305" y="994937"/>
                    </a:cubicBezTo>
                    <a:cubicBezTo>
                      <a:pt x="2101668" y="1184212"/>
                      <a:pt x="1791648" y="1550309"/>
                      <a:pt x="1761766" y="1550309"/>
                    </a:cubicBezTo>
                    <a:cubicBezTo>
                      <a:pt x="1619829" y="1550309"/>
                      <a:pt x="997296" y="1554045"/>
                      <a:pt x="949984" y="1554045"/>
                    </a:cubicBezTo>
                    <a:cubicBezTo>
                      <a:pt x="895201" y="1554045"/>
                      <a:pt x="936288" y="998673"/>
                      <a:pt x="936288" y="998673"/>
                    </a:cubicBezTo>
                    <a:cubicBezTo>
                      <a:pt x="936288" y="998673"/>
                      <a:pt x="745794" y="1304999"/>
                      <a:pt x="561524" y="1302509"/>
                    </a:cubicBezTo>
                    <a:cubicBezTo>
                      <a:pt x="260218" y="1300018"/>
                      <a:pt x="0" y="508053"/>
                      <a:pt x="0" y="508053"/>
                    </a:cubicBezTo>
                    <a:lnTo>
                      <a:pt x="221621" y="389756"/>
                    </a:lnTo>
                    <a:lnTo>
                      <a:pt x="546583" y="857962"/>
                    </a:lnTo>
                    <a:cubicBezTo>
                      <a:pt x="546583" y="857962"/>
                      <a:pt x="775675" y="361116"/>
                      <a:pt x="871545" y="207953"/>
                    </a:cubicBezTo>
                    <a:cubicBezTo>
                      <a:pt x="966170" y="56035"/>
                      <a:pt x="1191526" y="82185"/>
                      <a:pt x="1191526" y="82185"/>
                    </a:cubicBezTo>
                    <a:cubicBezTo>
                      <a:pt x="1191526" y="82185"/>
                      <a:pt x="1187791" y="0"/>
                      <a:pt x="12201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7" name="Freeform 456">
                <a:extLst>
                  <a:ext uri="{FF2B5EF4-FFF2-40B4-BE49-F238E27FC236}">
                    <a16:creationId xmlns:a16="http://schemas.microsoft.com/office/drawing/2014/main" id="{790DFE8C-E920-5249-95EE-396607D41B38}"/>
                  </a:ext>
                </a:extLst>
              </p:cNvPr>
              <p:cNvSpPr/>
              <p:nvPr/>
            </p:nvSpPr>
            <p:spPr>
              <a:xfrm>
                <a:off x="14550384" y="8489314"/>
                <a:ext cx="2148318" cy="1570249"/>
              </a:xfrm>
              <a:custGeom>
                <a:avLst/>
                <a:gdLst>
                  <a:gd name="connsiteX0" fmla="*/ 1228104 w 2148318"/>
                  <a:gd name="connsiteY0" fmla="*/ 16201 h 1570249"/>
                  <a:gd name="connsiteX1" fmla="*/ 1220633 w 2148318"/>
                  <a:gd name="connsiteY1" fmla="*/ 19937 h 1570249"/>
                  <a:gd name="connsiteX2" fmla="*/ 1206938 w 2148318"/>
                  <a:gd name="connsiteY2" fmla="*/ 89669 h 1570249"/>
                  <a:gd name="connsiteX3" fmla="*/ 1204448 w 2148318"/>
                  <a:gd name="connsiteY3" fmla="*/ 95895 h 1570249"/>
                  <a:gd name="connsiteX4" fmla="*/ 1198222 w 2148318"/>
                  <a:gd name="connsiteY4" fmla="*/ 98385 h 1570249"/>
                  <a:gd name="connsiteX5" fmla="*/ 885713 w 2148318"/>
                  <a:gd name="connsiteY5" fmla="*/ 220416 h 1570249"/>
                  <a:gd name="connsiteX6" fmla="*/ 561997 w 2148318"/>
                  <a:gd name="connsiteY6" fmla="*/ 869174 h 1570249"/>
                  <a:gd name="connsiteX7" fmla="*/ 555772 w 2148318"/>
                  <a:gd name="connsiteY7" fmla="*/ 872910 h 1570249"/>
                  <a:gd name="connsiteX8" fmla="*/ 548302 w 2148318"/>
                  <a:gd name="connsiteY8" fmla="*/ 870419 h 1570249"/>
                  <a:gd name="connsiteX9" fmla="*/ 227077 w 2148318"/>
                  <a:gd name="connsiteY9" fmla="*/ 407199 h 1570249"/>
                  <a:gd name="connsiteX10" fmla="*/ 17907 w 2148318"/>
                  <a:gd name="connsiteY10" fmla="*/ 520514 h 1570249"/>
                  <a:gd name="connsiteX11" fmla="*/ 569468 w 2148318"/>
                  <a:gd name="connsiteY11" fmla="*/ 1301264 h 1570249"/>
                  <a:gd name="connsiteX12" fmla="*/ 571958 w 2148318"/>
                  <a:gd name="connsiteY12" fmla="*/ 1301264 h 1570249"/>
                  <a:gd name="connsiteX13" fmla="*/ 936760 w 2148318"/>
                  <a:gd name="connsiteY13" fmla="*/ 1001167 h 1570249"/>
                  <a:gd name="connsiteX14" fmla="*/ 944230 w 2148318"/>
                  <a:gd name="connsiteY14" fmla="*/ 997432 h 1570249"/>
                  <a:gd name="connsiteX15" fmla="*/ 946721 w 2148318"/>
                  <a:gd name="connsiteY15" fmla="*/ 998677 h 1570249"/>
                  <a:gd name="connsiteX16" fmla="*/ 951701 w 2148318"/>
                  <a:gd name="connsiteY16" fmla="*/ 1006148 h 1570249"/>
                  <a:gd name="connsiteX17" fmla="*/ 938005 w 2148318"/>
                  <a:gd name="connsiteY17" fmla="*/ 1277605 h 1570249"/>
                  <a:gd name="connsiteX18" fmla="*/ 957926 w 2148318"/>
                  <a:gd name="connsiteY18" fmla="*/ 1552798 h 1570249"/>
                  <a:gd name="connsiteX19" fmla="*/ 1191997 w 2148318"/>
                  <a:gd name="connsiteY19" fmla="*/ 1552798 h 1570249"/>
                  <a:gd name="connsiteX20" fmla="*/ 1769704 w 2148318"/>
                  <a:gd name="connsiteY20" fmla="*/ 1549062 h 1570249"/>
                  <a:gd name="connsiteX21" fmla="*/ 1951483 w 2148318"/>
                  <a:gd name="connsiteY21" fmla="*/ 1341111 h 1570249"/>
                  <a:gd name="connsiteX22" fmla="*/ 2130771 w 2148318"/>
                  <a:gd name="connsiteY22" fmla="*/ 1001167 h 1570249"/>
                  <a:gd name="connsiteX23" fmla="*/ 1930317 w 2148318"/>
                  <a:gd name="connsiteY23" fmla="*/ 242830 h 1570249"/>
                  <a:gd name="connsiteX24" fmla="*/ 1604111 w 2148318"/>
                  <a:gd name="connsiteY24" fmla="*/ 98385 h 1570249"/>
                  <a:gd name="connsiteX25" fmla="*/ 1597886 w 2148318"/>
                  <a:gd name="connsiteY25" fmla="*/ 95895 h 1570249"/>
                  <a:gd name="connsiteX26" fmla="*/ 1595396 w 2148318"/>
                  <a:gd name="connsiteY26" fmla="*/ 88424 h 1570249"/>
                  <a:gd name="connsiteX27" fmla="*/ 1586681 w 2148318"/>
                  <a:gd name="connsiteY27" fmla="*/ 18691 h 1570249"/>
                  <a:gd name="connsiteX28" fmla="*/ 1580455 w 2148318"/>
                  <a:gd name="connsiteY28" fmla="*/ 16201 h 1570249"/>
                  <a:gd name="connsiteX29" fmla="*/ 1228105 w 2148318"/>
                  <a:gd name="connsiteY29" fmla="*/ 0 h 1570249"/>
                  <a:gd name="connsiteX30" fmla="*/ 1580459 w 2148318"/>
                  <a:gd name="connsiteY30" fmla="*/ 0 h 1570249"/>
                  <a:gd name="connsiteX31" fmla="*/ 1597890 w 2148318"/>
                  <a:gd name="connsiteY31" fmla="*/ 7471 h 1570249"/>
                  <a:gd name="connsiteX32" fmla="*/ 1612831 w 2148318"/>
                  <a:gd name="connsiteY32" fmla="*/ 82186 h 1570249"/>
                  <a:gd name="connsiteX33" fmla="*/ 1748544 w 2148318"/>
                  <a:gd name="connsiteY33" fmla="*/ 99619 h 1570249"/>
                  <a:gd name="connsiteX34" fmla="*/ 1945265 w 2148318"/>
                  <a:gd name="connsiteY34" fmla="*/ 235351 h 1570249"/>
                  <a:gd name="connsiteX35" fmla="*/ 2146966 w 2148318"/>
                  <a:gd name="connsiteY35" fmla="*/ 1004910 h 1570249"/>
                  <a:gd name="connsiteX36" fmla="*/ 1961451 w 2148318"/>
                  <a:gd name="connsiteY36" fmla="*/ 1356068 h 1570249"/>
                  <a:gd name="connsiteX37" fmla="*/ 1769710 w 2148318"/>
                  <a:gd name="connsiteY37" fmla="*/ 1566513 h 1570249"/>
                  <a:gd name="connsiteX38" fmla="*/ 1191998 w 2148318"/>
                  <a:gd name="connsiteY38" fmla="*/ 1569004 h 1570249"/>
                  <a:gd name="connsiteX39" fmla="*/ 957925 w 2148318"/>
                  <a:gd name="connsiteY39" fmla="*/ 1570249 h 1570249"/>
                  <a:gd name="connsiteX40" fmla="*/ 944229 w 2148318"/>
                  <a:gd name="connsiteY40" fmla="*/ 1564023 h 1570249"/>
                  <a:gd name="connsiteX41" fmla="*/ 934268 w 2148318"/>
                  <a:gd name="connsiteY41" fmla="*/ 1036041 h 1570249"/>
                  <a:gd name="connsiteX42" fmla="*/ 832173 w 2148318"/>
                  <a:gd name="connsiteY42" fmla="*/ 1164300 h 1570249"/>
                  <a:gd name="connsiteX43" fmla="*/ 571953 w 2148318"/>
                  <a:gd name="connsiteY43" fmla="*/ 1317465 h 1570249"/>
                  <a:gd name="connsiteX44" fmla="*/ 569463 w 2148318"/>
                  <a:gd name="connsiteY44" fmla="*/ 1317465 h 1570249"/>
                  <a:gd name="connsiteX45" fmla="*/ 168550 w 2148318"/>
                  <a:gd name="connsiteY45" fmla="*/ 915252 h 1570249"/>
                  <a:gd name="connsiteX46" fmla="*/ 466 w 2148318"/>
                  <a:gd name="connsiteY46" fmla="*/ 518020 h 1570249"/>
                  <a:gd name="connsiteX47" fmla="*/ 4201 w 2148318"/>
                  <a:gd name="connsiteY47" fmla="*/ 508058 h 1570249"/>
                  <a:gd name="connsiteX48" fmla="*/ 225824 w 2148318"/>
                  <a:gd name="connsiteY48" fmla="*/ 388515 h 1570249"/>
                  <a:gd name="connsiteX49" fmla="*/ 235784 w 2148318"/>
                  <a:gd name="connsiteY49" fmla="*/ 392251 h 1570249"/>
                  <a:gd name="connsiteX50" fmla="*/ 553277 w 2148318"/>
                  <a:gd name="connsiteY50" fmla="*/ 849254 h 1570249"/>
                  <a:gd name="connsiteX51" fmla="*/ 872015 w 2148318"/>
                  <a:gd name="connsiteY51" fmla="*/ 211691 h 1570249"/>
                  <a:gd name="connsiteX52" fmla="*/ 1073716 w 2148318"/>
                  <a:gd name="connsiteY52" fmla="*/ 87167 h 1570249"/>
                  <a:gd name="connsiteX53" fmla="*/ 1190753 w 2148318"/>
                  <a:gd name="connsiteY53" fmla="*/ 80941 h 1570249"/>
                  <a:gd name="connsiteX54" fmla="*/ 1208183 w 2148318"/>
                  <a:gd name="connsiteY54" fmla="*/ 7471 h 1570249"/>
                  <a:gd name="connsiteX55" fmla="*/ 1228105 w 2148318"/>
                  <a:gd name="connsiteY55" fmla="*/ 0 h 1570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148318" h="1570249">
                    <a:moveTo>
                      <a:pt x="1228104" y="16201"/>
                    </a:moveTo>
                    <a:cubicBezTo>
                      <a:pt x="1225613" y="16201"/>
                      <a:pt x="1223123" y="17446"/>
                      <a:pt x="1220633" y="19937"/>
                    </a:cubicBezTo>
                    <a:cubicBezTo>
                      <a:pt x="1206938" y="33634"/>
                      <a:pt x="1206938" y="74726"/>
                      <a:pt x="1206938" y="89669"/>
                    </a:cubicBezTo>
                    <a:cubicBezTo>
                      <a:pt x="1206938" y="92159"/>
                      <a:pt x="1205693" y="94650"/>
                      <a:pt x="1204448" y="95895"/>
                    </a:cubicBezTo>
                    <a:cubicBezTo>
                      <a:pt x="1203203" y="97140"/>
                      <a:pt x="1200712" y="98385"/>
                      <a:pt x="1198222" y="98385"/>
                    </a:cubicBezTo>
                    <a:cubicBezTo>
                      <a:pt x="1195732" y="98385"/>
                      <a:pt x="977847" y="73481"/>
                      <a:pt x="885713" y="220416"/>
                    </a:cubicBezTo>
                    <a:cubicBezTo>
                      <a:pt x="792333" y="371088"/>
                      <a:pt x="564488" y="864193"/>
                      <a:pt x="561997" y="869174"/>
                    </a:cubicBezTo>
                    <a:cubicBezTo>
                      <a:pt x="560752" y="871665"/>
                      <a:pt x="558262" y="872910"/>
                      <a:pt x="555772" y="872910"/>
                    </a:cubicBezTo>
                    <a:cubicBezTo>
                      <a:pt x="552037" y="874155"/>
                      <a:pt x="549547" y="872910"/>
                      <a:pt x="548302" y="870419"/>
                    </a:cubicBezTo>
                    <a:lnTo>
                      <a:pt x="227077" y="407199"/>
                    </a:lnTo>
                    <a:lnTo>
                      <a:pt x="17907" y="520514"/>
                    </a:lnTo>
                    <a:cubicBezTo>
                      <a:pt x="44053" y="595227"/>
                      <a:pt x="291820" y="1298774"/>
                      <a:pt x="569468" y="1301264"/>
                    </a:cubicBezTo>
                    <a:lnTo>
                      <a:pt x="571958" y="1301264"/>
                    </a:lnTo>
                    <a:cubicBezTo>
                      <a:pt x="748756" y="1301264"/>
                      <a:pt x="935515" y="1004903"/>
                      <a:pt x="936760" y="1001167"/>
                    </a:cubicBezTo>
                    <a:cubicBezTo>
                      <a:pt x="938005" y="998677"/>
                      <a:pt x="941740" y="997432"/>
                      <a:pt x="944230" y="997432"/>
                    </a:cubicBezTo>
                    <a:cubicBezTo>
                      <a:pt x="944230" y="997432"/>
                      <a:pt x="946721" y="997432"/>
                      <a:pt x="946721" y="998677"/>
                    </a:cubicBezTo>
                    <a:cubicBezTo>
                      <a:pt x="950456" y="998677"/>
                      <a:pt x="951701" y="1002412"/>
                      <a:pt x="951701" y="1006148"/>
                    </a:cubicBezTo>
                    <a:cubicBezTo>
                      <a:pt x="951701" y="1007393"/>
                      <a:pt x="941740" y="1141877"/>
                      <a:pt x="938005" y="1277605"/>
                    </a:cubicBezTo>
                    <a:cubicBezTo>
                      <a:pt x="931780" y="1536610"/>
                      <a:pt x="954191" y="1552798"/>
                      <a:pt x="957926" y="1552798"/>
                    </a:cubicBezTo>
                    <a:cubicBezTo>
                      <a:pt x="975357" y="1552798"/>
                      <a:pt x="1069981" y="1552798"/>
                      <a:pt x="1191997" y="1552798"/>
                    </a:cubicBezTo>
                    <a:cubicBezTo>
                      <a:pt x="1397432" y="1551553"/>
                      <a:pt x="1680060" y="1549062"/>
                      <a:pt x="1769704" y="1549062"/>
                    </a:cubicBezTo>
                    <a:cubicBezTo>
                      <a:pt x="1780909" y="1546572"/>
                      <a:pt x="1860593" y="1464388"/>
                      <a:pt x="1951483" y="1341111"/>
                    </a:cubicBezTo>
                    <a:cubicBezTo>
                      <a:pt x="2011245" y="1260172"/>
                      <a:pt x="2114585" y="1107010"/>
                      <a:pt x="2130771" y="1001167"/>
                    </a:cubicBezTo>
                    <a:cubicBezTo>
                      <a:pt x="2148202" y="895324"/>
                      <a:pt x="1991324" y="387275"/>
                      <a:pt x="1930317" y="242830"/>
                    </a:cubicBezTo>
                    <a:cubicBezTo>
                      <a:pt x="1869309" y="99630"/>
                      <a:pt x="1609091" y="98385"/>
                      <a:pt x="1604111" y="98385"/>
                    </a:cubicBezTo>
                    <a:cubicBezTo>
                      <a:pt x="1601621" y="98385"/>
                      <a:pt x="1599131" y="97140"/>
                      <a:pt x="1597886" y="95895"/>
                    </a:cubicBezTo>
                    <a:cubicBezTo>
                      <a:pt x="1596641" y="93404"/>
                      <a:pt x="1595396" y="90914"/>
                      <a:pt x="1595396" y="88424"/>
                    </a:cubicBezTo>
                    <a:cubicBezTo>
                      <a:pt x="1596641" y="67255"/>
                      <a:pt x="1596641" y="29898"/>
                      <a:pt x="1586681" y="18691"/>
                    </a:cubicBezTo>
                    <a:cubicBezTo>
                      <a:pt x="1584190" y="16201"/>
                      <a:pt x="1582945" y="16201"/>
                      <a:pt x="1580455" y="16201"/>
                    </a:cubicBezTo>
                    <a:close/>
                    <a:moveTo>
                      <a:pt x="1228105" y="0"/>
                    </a:moveTo>
                    <a:lnTo>
                      <a:pt x="1580459" y="0"/>
                    </a:lnTo>
                    <a:cubicBezTo>
                      <a:pt x="1587930" y="0"/>
                      <a:pt x="1592910" y="2490"/>
                      <a:pt x="1597890" y="7471"/>
                    </a:cubicBezTo>
                    <a:cubicBezTo>
                      <a:pt x="1612831" y="23660"/>
                      <a:pt x="1612831" y="63507"/>
                      <a:pt x="1612831" y="82186"/>
                    </a:cubicBezTo>
                    <a:cubicBezTo>
                      <a:pt x="1632752" y="83431"/>
                      <a:pt x="1687535" y="84676"/>
                      <a:pt x="1748544" y="99619"/>
                    </a:cubicBezTo>
                    <a:cubicBezTo>
                      <a:pt x="1849394" y="125769"/>
                      <a:pt x="1917873" y="171843"/>
                      <a:pt x="1945265" y="235351"/>
                    </a:cubicBezTo>
                    <a:cubicBezTo>
                      <a:pt x="2008763" y="386025"/>
                      <a:pt x="2164397" y="892838"/>
                      <a:pt x="2146966" y="1004910"/>
                    </a:cubicBezTo>
                    <a:cubicBezTo>
                      <a:pt x="2129535" y="1114491"/>
                      <a:pt x="2022459" y="1271391"/>
                      <a:pt x="1961451" y="1356068"/>
                    </a:cubicBezTo>
                    <a:cubicBezTo>
                      <a:pt x="1899197" y="1440744"/>
                      <a:pt x="1794611" y="1566513"/>
                      <a:pt x="1769710" y="1566513"/>
                    </a:cubicBezTo>
                    <a:cubicBezTo>
                      <a:pt x="1680065" y="1566513"/>
                      <a:pt x="1397434" y="1567758"/>
                      <a:pt x="1191998" y="1569004"/>
                    </a:cubicBezTo>
                    <a:cubicBezTo>
                      <a:pt x="1069981" y="1569004"/>
                      <a:pt x="975355" y="1570249"/>
                      <a:pt x="957925" y="1570249"/>
                    </a:cubicBezTo>
                    <a:cubicBezTo>
                      <a:pt x="954189" y="1570249"/>
                      <a:pt x="949209" y="1569004"/>
                      <a:pt x="944229" y="1564023"/>
                    </a:cubicBezTo>
                    <a:cubicBezTo>
                      <a:pt x="904387" y="1520439"/>
                      <a:pt x="926798" y="1153093"/>
                      <a:pt x="934268" y="1036041"/>
                    </a:cubicBezTo>
                    <a:cubicBezTo>
                      <a:pt x="913102" y="1064681"/>
                      <a:pt x="878240" y="1114491"/>
                      <a:pt x="832173" y="1164300"/>
                    </a:cubicBezTo>
                    <a:cubicBezTo>
                      <a:pt x="737547" y="1266410"/>
                      <a:pt x="650392" y="1317465"/>
                      <a:pt x="571953" y="1317465"/>
                    </a:cubicBezTo>
                    <a:cubicBezTo>
                      <a:pt x="571953" y="1317465"/>
                      <a:pt x="570708" y="1317465"/>
                      <a:pt x="569463" y="1317465"/>
                    </a:cubicBezTo>
                    <a:cubicBezTo>
                      <a:pt x="442466" y="1317465"/>
                      <a:pt x="306753" y="1181734"/>
                      <a:pt x="168550" y="915252"/>
                    </a:cubicBezTo>
                    <a:cubicBezTo>
                      <a:pt x="66455" y="719749"/>
                      <a:pt x="466" y="520511"/>
                      <a:pt x="466" y="518020"/>
                    </a:cubicBezTo>
                    <a:cubicBezTo>
                      <a:pt x="-779" y="514285"/>
                      <a:pt x="466" y="510549"/>
                      <a:pt x="4201" y="508058"/>
                    </a:cubicBezTo>
                    <a:lnTo>
                      <a:pt x="225824" y="388515"/>
                    </a:lnTo>
                    <a:cubicBezTo>
                      <a:pt x="229559" y="387270"/>
                      <a:pt x="234539" y="388515"/>
                      <a:pt x="235784" y="392251"/>
                    </a:cubicBezTo>
                    <a:lnTo>
                      <a:pt x="553277" y="849254"/>
                    </a:lnTo>
                    <a:cubicBezTo>
                      <a:pt x="589384" y="769559"/>
                      <a:pt x="786105" y="348668"/>
                      <a:pt x="872015" y="211691"/>
                    </a:cubicBezTo>
                    <a:cubicBezTo>
                      <a:pt x="911857" y="146938"/>
                      <a:pt x="981581" y="104600"/>
                      <a:pt x="1073716" y="87167"/>
                    </a:cubicBezTo>
                    <a:cubicBezTo>
                      <a:pt x="1126009" y="78450"/>
                      <a:pt x="1172077" y="79695"/>
                      <a:pt x="1190753" y="80941"/>
                    </a:cubicBezTo>
                    <a:cubicBezTo>
                      <a:pt x="1190753" y="63507"/>
                      <a:pt x="1193243" y="24905"/>
                      <a:pt x="1208183" y="7471"/>
                    </a:cubicBezTo>
                    <a:cubicBezTo>
                      <a:pt x="1214409" y="2490"/>
                      <a:pt x="1220634" y="0"/>
                      <a:pt x="12281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8" name="Freeform 457">
                <a:extLst>
                  <a:ext uri="{FF2B5EF4-FFF2-40B4-BE49-F238E27FC236}">
                    <a16:creationId xmlns:a16="http://schemas.microsoft.com/office/drawing/2014/main" id="{6A208022-86C6-6446-B199-D72C502C1C17}"/>
                  </a:ext>
                </a:extLst>
              </p:cNvPr>
              <p:cNvSpPr/>
              <p:nvPr/>
            </p:nvSpPr>
            <p:spPr>
              <a:xfrm>
                <a:off x="16312400" y="9240474"/>
                <a:ext cx="69764" cy="379170"/>
              </a:xfrm>
              <a:custGeom>
                <a:avLst/>
                <a:gdLst>
                  <a:gd name="connsiteX0" fmla="*/ 17402 w 69764"/>
                  <a:gd name="connsiteY0" fmla="*/ 71352 h 379170"/>
                  <a:gd name="connsiteX1" fmla="*/ 16196 w 69764"/>
                  <a:gd name="connsiteY1" fmla="*/ 323090 h 379170"/>
                  <a:gd name="connsiteX2" fmla="*/ 53570 w 69764"/>
                  <a:gd name="connsiteY2" fmla="*/ 212722 h 379170"/>
                  <a:gd name="connsiteX3" fmla="*/ 8568 w 69764"/>
                  <a:gd name="connsiteY3" fmla="*/ 316 h 379170"/>
                  <a:gd name="connsiteX4" fmla="*/ 15911 w 69764"/>
                  <a:gd name="connsiteY4" fmla="*/ 6527 h 379170"/>
                  <a:gd name="connsiteX5" fmla="*/ 69764 w 69764"/>
                  <a:gd name="connsiteY5" fmla="*/ 211481 h 379170"/>
                  <a:gd name="connsiteX6" fmla="*/ 69764 w 69764"/>
                  <a:gd name="connsiteY6" fmla="*/ 215207 h 379170"/>
                  <a:gd name="connsiteX7" fmla="*/ 15911 w 69764"/>
                  <a:gd name="connsiteY7" fmla="*/ 374201 h 379170"/>
                  <a:gd name="connsiteX8" fmla="*/ 8568 w 69764"/>
                  <a:gd name="connsiteY8" fmla="*/ 379170 h 379170"/>
                  <a:gd name="connsiteX9" fmla="*/ 6120 w 69764"/>
                  <a:gd name="connsiteY9" fmla="*/ 379170 h 379170"/>
                  <a:gd name="connsiteX10" fmla="*/ 0 w 69764"/>
                  <a:gd name="connsiteY10" fmla="*/ 371717 h 379170"/>
                  <a:gd name="connsiteX11" fmla="*/ 1224 w 69764"/>
                  <a:gd name="connsiteY11" fmla="*/ 7769 h 379170"/>
                  <a:gd name="connsiteX12" fmla="*/ 8568 w 69764"/>
                  <a:gd name="connsiteY12" fmla="*/ 316 h 379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9764" h="379170">
                    <a:moveTo>
                      <a:pt x="17402" y="71352"/>
                    </a:moveTo>
                    <a:lnTo>
                      <a:pt x="16196" y="323090"/>
                    </a:lnTo>
                    <a:lnTo>
                      <a:pt x="53570" y="212722"/>
                    </a:lnTo>
                    <a:close/>
                    <a:moveTo>
                      <a:pt x="8568" y="316"/>
                    </a:moveTo>
                    <a:cubicBezTo>
                      <a:pt x="12239" y="-926"/>
                      <a:pt x="15911" y="1558"/>
                      <a:pt x="15911" y="6527"/>
                    </a:cubicBezTo>
                    <a:lnTo>
                      <a:pt x="69764" y="211481"/>
                    </a:lnTo>
                    <a:cubicBezTo>
                      <a:pt x="69764" y="212723"/>
                      <a:pt x="69764" y="213965"/>
                      <a:pt x="69764" y="215207"/>
                    </a:cubicBezTo>
                    <a:lnTo>
                      <a:pt x="15911" y="374201"/>
                    </a:lnTo>
                    <a:cubicBezTo>
                      <a:pt x="14687" y="377928"/>
                      <a:pt x="12239" y="379170"/>
                      <a:pt x="8568" y="379170"/>
                    </a:cubicBezTo>
                    <a:cubicBezTo>
                      <a:pt x="7344" y="379170"/>
                      <a:pt x="7344" y="379170"/>
                      <a:pt x="6120" y="379170"/>
                    </a:cubicBezTo>
                    <a:cubicBezTo>
                      <a:pt x="2448" y="379170"/>
                      <a:pt x="0" y="376686"/>
                      <a:pt x="0" y="371717"/>
                    </a:cubicBezTo>
                    <a:lnTo>
                      <a:pt x="1224" y="7769"/>
                    </a:lnTo>
                    <a:cubicBezTo>
                      <a:pt x="1224" y="4042"/>
                      <a:pt x="3672" y="316"/>
                      <a:pt x="8568" y="3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CFF31720-BBEB-D94B-95DD-6678ADED89D6}"/>
                  </a:ext>
                </a:extLst>
              </p:cNvPr>
              <p:cNvSpPr/>
              <p:nvPr/>
            </p:nvSpPr>
            <p:spPr>
              <a:xfrm>
                <a:off x="15482703" y="9255745"/>
                <a:ext cx="158216" cy="2567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8" h="207">
                    <a:moveTo>
                      <a:pt x="6" y="207"/>
                    </a:moveTo>
                    <a:cubicBezTo>
                      <a:pt x="5" y="207"/>
                      <a:pt x="4" y="207"/>
                      <a:pt x="2" y="206"/>
                    </a:cubicBezTo>
                    <a:cubicBezTo>
                      <a:pt x="-1" y="204"/>
                      <a:pt x="-1" y="200"/>
                      <a:pt x="1" y="197"/>
                    </a:cubicBezTo>
                    <a:lnTo>
                      <a:pt x="116" y="3"/>
                    </a:lnTo>
                    <a:cubicBezTo>
                      <a:pt x="117" y="0"/>
                      <a:pt x="121" y="-1"/>
                      <a:pt x="124" y="1"/>
                    </a:cubicBezTo>
                    <a:cubicBezTo>
                      <a:pt x="127" y="3"/>
                      <a:pt x="128" y="7"/>
                      <a:pt x="127" y="10"/>
                    </a:cubicBezTo>
                    <a:lnTo>
                      <a:pt x="12" y="204"/>
                    </a:lnTo>
                    <a:cubicBezTo>
                      <a:pt x="10" y="205"/>
                      <a:pt x="8" y="207"/>
                      <a:pt x="6" y="20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C58E92F9-D93C-5C45-AB7C-AFD3005129B8}"/>
                  </a:ext>
                </a:extLst>
              </p:cNvPr>
              <p:cNvSpPr/>
              <p:nvPr/>
            </p:nvSpPr>
            <p:spPr>
              <a:xfrm>
                <a:off x="14599437" y="8985313"/>
                <a:ext cx="257879" cy="1582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8" h="128">
                    <a:moveTo>
                      <a:pt x="6" y="128"/>
                    </a:moveTo>
                    <a:cubicBezTo>
                      <a:pt x="5" y="128"/>
                      <a:pt x="2" y="127"/>
                      <a:pt x="1" y="125"/>
                    </a:cubicBezTo>
                    <a:cubicBezTo>
                      <a:pt x="-1" y="122"/>
                      <a:pt x="0" y="118"/>
                      <a:pt x="3" y="116"/>
                    </a:cubicBezTo>
                    <a:lnTo>
                      <a:pt x="198" y="1"/>
                    </a:lnTo>
                    <a:cubicBezTo>
                      <a:pt x="201" y="-1"/>
                      <a:pt x="205" y="0"/>
                      <a:pt x="207" y="3"/>
                    </a:cubicBezTo>
                    <a:cubicBezTo>
                      <a:pt x="209" y="6"/>
                      <a:pt x="207" y="10"/>
                      <a:pt x="204" y="12"/>
                    </a:cubicBezTo>
                    <a:lnTo>
                      <a:pt x="10" y="128"/>
                    </a:lnTo>
                    <a:cubicBezTo>
                      <a:pt x="9" y="128"/>
                      <a:pt x="7" y="128"/>
                      <a:pt x="6" y="12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A947B1E1-D71A-F94D-A78E-EDE45FBF69FA}"/>
                  </a:ext>
                </a:extLst>
              </p:cNvPr>
              <p:cNvSpPr/>
              <p:nvPr/>
            </p:nvSpPr>
            <p:spPr>
              <a:xfrm>
                <a:off x="14721524" y="8964128"/>
                <a:ext cx="47340" cy="348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" h="29">
                    <a:moveTo>
                      <a:pt x="6" y="29"/>
                    </a:moveTo>
                    <a:cubicBezTo>
                      <a:pt x="4" y="29"/>
                      <a:pt x="2" y="27"/>
                      <a:pt x="0" y="25"/>
                    </a:cubicBezTo>
                    <a:cubicBezTo>
                      <a:pt x="-1" y="22"/>
                      <a:pt x="0" y="18"/>
                      <a:pt x="3" y="16"/>
                    </a:cubicBezTo>
                    <a:lnTo>
                      <a:pt x="29" y="1"/>
                    </a:lnTo>
                    <a:cubicBezTo>
                      <a:pt x="32" y="-1"/>
                      <a:pt x="35" y="0"/>
                      <a:pt x="37" y="3"/>
                    </a:cubicBezTo>
                    <a:cubicBezTo>
                      <a:pt x="39" y="7"/>
                      <a:pt x="39" y="11"/>
                      <a:pt x="35" y="13"/>
                    </a:cubicBezTo>
                    <a:lnTo>
                      <a:pt x="9" y="28"/>
                    </a:lnTo>
                    <a:cubicBezTo>
                      <a:pt x="9" y="29"/>
                      <a:pt x="7" y="29"/>
                      <a:pt x="6" y="2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5E4DC0E5-62ED-884A-AA00-70054CC6C546}"/>
                  </a:ext>
                </a:extLst>
              </p:cNvPr>
              <p:cNvSpPr/>
              <p:nvPr/>
            </p:nvSpPr>
            <p:spPr>
              <a:xfrm>
                <a:off x="14430009" y="8367184"/>
                <a:ext cx="350067" cy="6368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2" h="512">
                    <a:moveTo>
                      <a:pt x="281" y="417"/>
                    </a:moveTo>
                    <a:cubicBezTo>
                      <a:pt x="281" y="417"/>
                      <a:pt x="284" y="250"/>
                      <a:pt x="276" y="230"/>
                    </a:cubicBezTo>
                    <a:cubicBezTo>
                      <a:pt x="269" y="211"/>
                      <a:pt x="132" y="-12"/>
                      <a:pt x="104" y="0"/>
                    </a:cubicBezTo>
                    <a:cubicBezTo>
                      <a:pt x="66" y="17"/>
                      <a:pt x="158" y="172"/>
                      <a:pt x="158" y="172"/>
                    </a:cubicBezTo>
                    <a:cubicBezTo>
                      <a:pt x="158" y="172"/>
                      <a:pt x="100" y="177"/>
                      <a:pt x="101" y="212"/>
                    </a:cubicBezTo>
                    <a:cubicBezTo>
                      <a:pt x="101" y="212"/>
                      <a:pt x="51" y="204"/>
                      <a:pt x="48" y="241"/>
                    </a:cubicBezTo>
                    <a:cubicBezTo>
                      <a:pt x="48" y="241"/>
                      <a:pt x="-3" y="237"/>
                      <a:pt x="2" y="290"/>
                    </a:cubicBezTo>
                    <a:cubicBezTo>
                      <a:pt x="2" y="290"/>
                      <a:pt x="-11" y="358"/>
                      <a:pt x="28" y="410"/>
                    </a:cubicBezTo>
                    <a:cubicBezTo>
                      <a:pt x="52" y="442"/>
                      <a:pt x="103" y="512"/>
                      <a:pt x="103" y="51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AA44E13B-7B2D-A644-9BF7-2108CDEBE886}"/>
                  </a:ext>
                </a:extLst>
              </p:cNvPr>
              <p:cNvSpPr/>
              <p:nvPr/>
            </p:nvSpPr>
            <p:spPr>
              <a:xfrm>
                <a:off x="14422989" y="8360018"/>
                <a:ext cx="366083" cy="652713"/>
              </a:xfrm>
              <a:custGeom>
                <a:avLst/>
                <a:gdLst>
                  <a:gd name="connsiteX0" fmla="*/ 141096 w 366083"/>
                  <a:gd name="connsiteY0" fmla="*/ 14644 h 652713"/>
                  <a:gd name="connsiteX1" fmla="*/ 134891 w 366083"/>
                  <a:gd name="connsiteY1" fmla="*/ 20863 h 652713"/>
                  <a:gd name="connsiteX2" fmla="*/ 211841 w 366083"/>
                  <a:gd name="connsiteY2" fmla="*/ 217371 h 652713"/>
                  <a:gd name="connsiteX3" fmla="*/ 211841 w 366083"/>
                  <a:gd name="connsiteY3" fmla="*/ 226078 h 652713"/>
                  <a:gd name="connsiteX4" fmla="*/ 204395 w 366083"/>
                  <a:gd name="connsiteY4" fmla="*/ 228565 h 652713"/>
                  <a:gd name="connsiteX5" fmla="*/ 141096 w 366083"/>
                  <a:gd name="connsiteY5" fmla="*/ 270852 h 652713"/>
                  <a:gd name="connsiteX6" fmla="*/ 138614 w 366083"/>
                  <a:gd name="connsiteY6" fmla="*/ 277070 h 652713"/>
                  <a:gd name="connsiteX7" fmla="*/ 131167 w 366083"/>
                  <a:gd name="connsiteY7" fmla="*/ 279558 h 652713"/>
                  <a:gd name="connsiteX8" fmla="*/ 86486 w 366083"/>
                  <a:gd name="connsiteY8" fmla="*/ 287020 h 652713"/>
                  <a:gd name="connsiteX9" fmla="*/ 76557 w 366083"/>
                  <a:gd name="connsiteY9" fmla="*/ 308164 h 652713"/>
                  <a:gd name="connsiteX10" fmla="*/ 72834 w 366083"/>
                  <a:gd name="connsiteY10" fmla="*/ 313138 h 652713"/>
                  <a:gd name="connsiteX11" fmla="*/ 66628 w 366083"/>
                  <a:gd name="connsiteY11" fmla="*/ 315626 h 652713"/>
                  <a:gd name="connsiteX12" fmla="*/ 64146 w 366083"/>
                  <a:gd name="connsiteY12" fmla="*/ 315626 h 652713"/>
                  <a:gd name="connsiteX13" fmla="*/ 29394 w 366083"/>
                  <a:gd name="connsiteY13" fmla="*/ 328063 h 652713"/>
                  <a:gd name="connsiteX14" fmla="*/ 18223 w 366083"/>
                  <a:gd name="connsiteY14" fmla="*/ 366619 h 652713"/>
                  <a:gd name="connsiteX15" fmla="*/ 18223 w 366083"/>
                  <a:gd name="connsiteY15" fmla="*/ 369106 h 652713"/>
                  <a:gd name="connsiteX16" fmla="*/ 49252 w 366083"/>
                  <a:gd name="connsiteY16" fmla="*/ 513379 h 652713"/>
                  <a:gd name="connsiteX17" fmla="*/ 138614 w 366083"/>
                  <a:gd name="connsiteY17" fmla="*/ 634020 h 652713"/>
                  <a:gd name="connsiteX18" fmla="*/ 348367 w 366083"/>
                  <a:gd name="connsiteY18" fmla="*/ 519597 h 652713"/>
                  <a:gd name="connsiteX19" fmla="*/ 343402 w 366083"/>
                  <a:gd name="connsiteY19" fmla="*/ 296970 h 652713"/>
                  <a:gd name="connsiteX20" fmla="*/ 141096 w 366083"/>
                  <a:gd name="connsiteY20" fmla="*/ 14644 h 652713"/>
                  <a:gd name="connsiteX21" fmla="*/ 134876 w 366083"/>
                  <a:gd name="connsiteY21" fmla="*/ 933 h 652713"/>
                  <a:gd name="connsiteX22" fmla="*/ 148533 w 366083"/>
                  <a:gd name="connsiteY22" fmla="*/ 933 h 652713"/>
                  <a:gd name="connsiteX23" fmla="*/ 358359 w 366083"/>
                  <a:gd name="connsiteY23" fmla="*/ 291995 h 652713"/>
                  <a:gd name="connsiteX24" fmla="*/ 365808 w 366083"/>
                  <a:gd name="connsiteY24" fmla="*/ 527084 h 652713"/>
                  <a:gd name="connsiteX25" fmla="*/ 360842 w 366083"/>
                  <a:gd name="connsiteY25" fmla="*/ 533303 h 652713"/>
                  <a:gd name="connsiteX26" fmla="*/ 139842 w 366083"/>
                  <a:gd name="connsiteY26" fmla="*/ 652713 h 652713"/>
                  <a:gd name="connsiteX27" fmla="*/ 136118 w 366083"/>
                  <a:gd name="connsiteY27" fmla="*/ 652713 h 652713"/>
                  <a:gd name="connsiteX28" fmla="*/ 129910 w 366083"/>
                  <a:gd name="connsiteY28" fmla="*/ 650225 h 652713"/>
                  <a:gd name="connsiteX29" fmla="*/ 36792 w 366083"/>
                  <a:gd name="connsiteY29" fmla="*/ 523352 h 652713"/>
                  <a:gd name="connsiteX30" fmla="*/ 2028 w 366083"/>
                  <a:gd name="connsiteY30" fmla="*/ 367870 h 652713"/>
                  <a:gd name="connsiteX31" fmla="*/ 18169 w 366083"/>
                  <a:gd name="connsiteY31" fmla="*/ 316872 h 652713"/>
                  <a:gd name="connsiteX32" fmla="*/ 61623 w 366083"/>
                  <a:gd name="connsiteY32" fmla="*/ 300702 h 652713"/>
                  <a:gd name="connsiteX33" fmla="*/ 76522 w 366083"/>
                  <a:gd name="connsiteY33" fmla="*/ 275825 h 652713"/>
                  <a:gd name="connsiteX34" fmla="*/ 126185 w 366083"/>
                  <a:gd name="connsiteY34" fmla="*/ 263386 h 652713"/>
                  <a:gd name="connsiteX35" fmla="*/ 190747 w 366083"/>
                  <a:gd name="connsiteY35" fmla="*/ 216120 h 652713"/>
                  <a:gd name="connsiteX36" fmla="*/ 119977 w 366083"/>
                  <a:gd name="connsiteY36" fmla="*/ 17103 h 652713"/>
                  <a:gd name="connsiteX37" fmla="*/ 134876 w 366083"/>
                  <a:gd name="connsiteY37" fmla="*/ 933 h 652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66083" h="652713">
                    <a:moveTo>
                      <a:pt x="141096" y="14644"/>
                    </a:moveTo>
                    <a:cubicBezTo>
                      <a:pt x="139855" y="15888"/>
                      <a:pt x="137373" y="17132"/>
                      <a:pt x="134891" y="20863"/>
                    </a:cubicBezTo>
                    <a:cubicBezTo>
                      <a:pt x="123720" y="56931"/>
                      <a:pt x="185777" y="175085"/>
                      <a:pt x="211841" y="217371"/>
                    </a:cubicBezTo>
                    <a:cubicBezTo>
                      <a:pt x="211841" y="219859"/>
                      <a:pt x="213083" y="222346"/>
                      <a:pt x="211841" y="226078"/>
                    </a:cubicBezTo>
                    <a:cubicBezTo>
                      <a:pt x="209359" y="227321"/>
                      <a:pt x="206877" y="228565"/>
                      <a:pt x="204395" y="228565"/>
                    </a:cubicBezTo>
                    <a:cubicBezTo>
                      <a:pt x="204395" y="228565"/>
                      <a:pt x="141096" y="234784"/>
                      <a:pt x="141096" y="270852"/>
                    </a:cubicBezTo>
                    <a:cubicBezTo>
                      <a:pt x="141096" y="273339"/>
                      <a:pt x="139855" y="275827"/>
                      <a:pt x="138614" y="277070"/>
                    </a:cubicBezTo>
                    <a:cubicBezTo>
                      <a:pt x="136132" y="278314"/>
                      <a:pt x="133649" y="279558"/>
                      <a:pt x="131167" y="279558"/>
                    </a:cubicBezTo>
                    <a:cubicBezTo>
                      <a:pt x="131167" y="279558"/>
                      <a:pt x="102621" y="274583"/>
                      <a:pt x="86486" y="287020"/>
                    </a:cubicBezTo>
                    <a:cubicBezTo>
                      <a:pt x="80280" y="291995"/>
                      <a:pt x="76557" y="299457"/>
                      <a:pt x="76557" y="308164"/>
                    </a:cubicBezTo>
                    <a:cubicBezTo>
                      <a:pt x="76557" y="310651"/>
                      <a:pt x="75316" y="313138"/>
                      <a:pt x="72834" y="313138"/>
                    </a:cubicBezTo>
                    <a:cubicBezTo>
                      <a:pt x="71592" y="314382"/>
                      <a:pt x="69110" y="315626"/>
                      <a:pt x="66628" y="315626"/>
                    </a:cubicBezTo>
                    <a:lnTo>
                      <a:pt x="64146" y="315626"/>
                    </a:lnTo>
                    <a:cubicBezTo>
                      <a:pt x="56699" y="315626"/>
                      <a:pt x="40564" y="316870"/>
                      <a:pt x="29394" y="328063"/>
                    </a:cubicBezTo>
                    <a:cubicBezTo>
                      <a:pt x="20706" y="336769"/>
                      <a:pt x="16982" y="349207"/>
                      <a:pt x="18223" y="366619"/>
                    </a:cubicBezTo>
                    <a:cubicBezTo>
                      <a:pt x="18223" y="367862"/>
                      <a:pt x="18223" y="369106"/>
                      <a:pt x="18223" y="369106"/>
                    </a:cubicBezTo>
                    <a:cubicBezTo>
                      <a:pt x="18223" y="370350"/>
                      <a:pt x="4571" y="451192"/>
                      <a:pt x="49252" y="513379"/>
                    </a:cubicBezTo>
                    <a:cubicBezTo>
                      <a:pt x="74075" y="545715"/>
                      <a:pt x="123720" y="612877"/>
                      <a:pt x="138614" y="634020"/>
                    </a:cubicBezTo>
                    <a:lnTo>
                      <a:pt x="348367" y="519597"/>
                    </a:lnTo>
                    <a:cubicBezTo>
                      <a:pt x="349608" y="439999"/>
                      <a:pt x="349608" y="313138"/>
                      <a:pt x="343402" y="296970"/>
                    </a:cubicBezTo>
                    <a:cubicBezTo>
                      <a:pt x="328509" y="260902"/>
                      <a:pt x="170884" y="14644"/>
                      <a:pt x="141096" y="14644"/>
                    </a:cubicBezTo>
                    <a:close/>
                    <a:moveTo>
                      <a:pt x="134876" y="933"/>
                    </a:moveTo>
                    <a:cubicBezTo>
                      <a:pt x="138601" y="-311"/>
                      <a:pt x="143567" y="-311"/>
                      <a:pt x="148533" y="933"/>
                    </a:cubicBezTo>
                    <a:cubicBezTo>
                      <a:pt x="199438" y="22079"/>
                      <a:pt x="349668" y="272093"/>
                      <a:pt x="358359" y="291995"/>
                    </a:cubicBezTo>
                    <a:cubicBezTo>
                      <a:pt x="368291" y="316872"/>
                      <a:pt x="365808" y="504694"/>
                      <a:pt x="365808" y="527084"/>
                    </a:cubicBezTo>
                    <a:cubicBezTo>
                      <a:pt x="364566" y="529571"/>
                      <a:pt x="363325" y="532059"/>
                      <a:pt x="360842" y="533303"/>
                    </a:cubicBezTo>
                    <a:lnTo>
                      <a:pt x="139842" y="652713"/>
                    </a:lnTo>
                    <a:cubicBezTo>
                      <a:pt x="139842" y="652713"/>
                      <a:pt x="137359" y="652713"/>
                      <a:pt x="136118" y="652713"/>
                    </a:cubicBezTo>
                    <a:cubicBezTo>
                      <a:pt x="133635" y="652713"/>
                      <a:pt x="131151" y="652713"/>
                      <a:pt x="129910" y="650225"/>
                    </a:cubicBezTo>
                    <a:cubicBezTo>
                      <a:pt x="128668" y="650225"/>
                      <a:pt x="65348" y="563155"/>
                      <a:pt x="36792" y="523352"/>
                    </a:cubicBezTo>
                    <a:cubicBezTo>
                      <a:pt x="-10388" y="459915"/>
                      <a:pt x="787" y="379065"/>
                      <a:pt x="2028" y="367870"/>
                    </a:cubicBezTo>
                    <a:cubicBezTo>
                      <a:pt x="787" y="345481"/>
                      <a:pt x="5753" y="329311"/>
                      <a:pt x="18169" y="316872"/>
                    </a:cubicBezTo>
                    <a:cubicBezTo>
                      <a:pt x="31826" y="304434"/>
                      <a:pt x="50449" y="300702"/>
                      <a:pt x="61623" y="300702"/>
                    </a:cubicBezTo>
                    <a:cubicBezTo>
                      <a:pt x="62865" y="290751"/>
                      <a:pt x="69073" y="282044"/>
                      <a:pt x="76522" y="275825"/>
                    </a:cubicBezTo>
                    <a:cubicBezTo>
                      <a:pt x="91421" y="263386"/>
                      <a:pt x="113769" y="263386"/>
                      <a:pt x="126185" y="263386"/>
                    </a:cubicBezTo>
                    <a:cubicBezTo>
                      <a:pt x="131151" y="231046"/>
                      <a:pt x="170882" y="219851"/>
                      <a:pt x="190747" y="216120"/>
                    </a:cubicBezTo>
                    <a:cubicBezTo>
                      <a:pt x="169640" y="177560"/>
                      <a:pt x="106320" y="61882"/>
                      <a:pt x="119977" y="17103"/>
                    </a:cubicBezTo>
                    <a:cubicBezTo>
                      <a:pt x="122460" y="9640"/>
                      <a:pt x="127427" y="3421"/>
                      <a:pt x="134876" y="93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5CC3E77E-4B61-B445-B60F-965131A1491A}"/>
                  </a:ext>
                </a:extLst>
              </p:cNvPr>
              <p:cNvSpPr/>
              <p:nvPr/>
            </p:nvSpPr>
            <p:spPr>
              <a:xfrm>
                <a:off x="16311155" y="9056345"/>
                <a:ext cx="17441" cy="9982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802">
                    <a:moveTo>
                      <a:pt x="7" y="802"/>
                    </a:moveTo>
                    <a:cubicBezTo>
                      <a:pt x="3" y="802"/>
                      <a:pt x="0" y="799"/>
                      <a:pt x="0" y="795"/>
                    </a:cubicBezTo>
                    <a:lnTo>
                      <a:pt x="2" y="7"/>
                    </a:lnTo>
                    <a:cubicBezTo>
                      <a:pt x="2" y="3"/>
                      <a:pt x="5" y="0"/>
                      <a:pt x="8" y="0"/>
                    </a:cubicBezTo>
                    <a:cubicBezTo>
                      <a:pt x="12" y="0"/>
                      <a:pt x="15" y="3"/>
                      <a:pt x="15" y="7"/>
                    </a:cubicBezTo>
                    <a:lnTo>
                      <a:pt x="14" y="795"/>
                    </a:lnTo>
                    <a:cubicBezTo>
                      <a:pt x="14" y="799"/>
                      <a:pt x="11" y="802"/>
                      <a:pt x="7" y="8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8052AA6D-4C7B-A146-9DF9-4E1CD5B869AA}"/>
                  </a:ext>
                </a:extLst>
              </p:cNvPr>
              <p:cNvSpPr/>
              <p:nvPr/>
            </p:nvSpPr>
            <p:spPr>
              <a:xfrm>
                <a:off x="15508865" y="10048347"/>
                <a:ext cx="1408990" cy="28650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32" h="2300">
                    <a:moveTo>
                      <a:pt x="894" y="1392"/>
                    </a:moveTo>
                    <a:cubicBezTo>
                      <a:pt x="894" y="1392"/>
                      <a:pt x="833" y="823"/>
                      <a:pt x="825" y="632"/>
                    </a:cubicBezTo>
                    <a:cubicBezTo>
                      <a:pt x="808" y="211"/>
                      <a:pt x="652" y="0"/>
                      <a:pt x="652" y="0"/>
                    </a:cubicBezTo>
                    <a:lnTo>
                      <a:pt x="0" y="0"/>
                    </a:lnTo>
                    <a:cubicBezTo>
                      <a:pt x="0" y="0"/>
                      <a:pt x="50" y="900"/>
                      <a:pt x="131" y="1457"/>
                    </a:cubicBezTo>
                    <a:lnTo>
                      <a:pt x="268" y="2172"/>
                    </a:lnTo>
                    <a:cubicBezTo>
                      <a:pt x="268" y="2172"/>
                      <a:pt x="257" y="2195"/>
                      <a:pt x="175" y="2229"/>
                    </a:cubicBezTo>
                    <a:cubicBezTo>
                      <a:pt x="132" y="2246"/>
                      <a:pt x="116" y="2276"/>
                      <a:pt x="110" y="2300"/>
                    </a:cubicBezTo>
                    <a:lnTo>
                      <a:pt x="557" y="2300"/>
                    </a:lnTo>
                    <a:lnTo>
                      <a:pt x="451" y="1459"/>
                    </a:lnTo>
                    <a:lnTo>
                      <a:pt x="477" y="937"/>
                    </a:lnTo>
                    <a:lnTo>
                      <a:pt x="590" y="1442"/>
                    </a:lnTo>
                    <a:lnTo>
                      <a:pt x="842" y="2170"/>
                    </a:lnTo>
                    <a:cubicBezTo>
                      <a:pt x="842" y="2170"/>
                      <a:pt x="793" y="2196"/>
                      <a:pt x="730" y="2237"/>
                    </a:cubicBezTo>
                    <a:cubicBezTo>
                      <a:pt x="703" y="2255"/>
                      <a:pt x="696" y="2279"/>
                      <a:pt x="696" y="2300"/>
                    </a:cubicBezTo>
                    <a:lnTo>
                      <a:pt x="1132" y="2300"/>
                    </a:lnTo>
                    <a:cubicBezTo>
                      <a:pt x="1097" y="2107"/>
                      <a:pt x="894" y="1392"/>
                      <a:pt x="894" y="139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688B4413-0500-1346-AB6A-11815081ADB5}"/>
                  </a:ext>
                </a:extLst>
              </p:cNvPr>
              <p:cNvSpPr/>
              <p:nvPr/>
            </p:nvSpPr>
            <p:spPr>
              <a:xfrm>
                <a:off x="15500144" y="10039623"/>
                <a:ext cx="1425186" cy="2881279"/>
              </a:xfrm>
              <a:custGeom>
                <a:avLst/>
                <a:gdLst>
                  <a:gd name="connsiteX0" fmla="*/ 16195 w 1425186"/>
                  <a:gd name="connsiteY0" fmla="*/ 17448 h 2881279"/>
                  <a:gd name="connsiteX1" fmla="*/ 179248 w 1425186"/>
                  <a:gd name="connsiteY1" fmla="*/ 1821199 h 2881279"/>
                  <a:gd name="connsiteX2" fmla="*/ 349768 w 1425186"/>
                  <a:gd name="connsiteY2" fmla="*/ 2713109 h 2881279"/>
                  <a:gd name="connsiteX3" fmla="*/ 349768 w 1425186"/>
                  <a:gd name="connsiteY3" fmla="*/ 2716845 h 2881279"/>
                  <a:gd name="connsiteX4" fmla="*/ 229035 w 1425186"/>
                  <a:gd name="connsiteY4" fmla="*/ 2792832 h 2881279"/>
                  <a:gd name="connsiteX5" fmla="*/ 156844 w 1425186"/>
                  <a:gd name="connsiteY5" fmla="*/ 2865082 h 2881279"/>
                  <a:gd name="connsiteX6" fmla="*/ 693299 w 1425186"/>
                  <a:gd name="connsiteY6" fmla="*/ 2865082 h 2881279"/>
                  <a:gd name="connsiteX7" fmla="*/ 561364 w 1425186"/>
                  <a:gd name="connsiteY7" fmla="*/ 1827427 h 2881279"/>
                  <a:gd name="connsiteX8" fmla="*/ 561364 w 1425186"/>
                  <a:gd name="connsiteY8" fmla="*/ 1826181 h 2881279"/>
                  <a:gd name="connsiteX9" fmla="*/ 594970 w 1425186"/>
                  <a:gd name="connsiteY9" fmla="*/ 1175934 h 2881279"/>
                  <a:gd name="connsiteX10" fmla="*/ 601193 w 1425186"/>
                  <a:gd name="connsiteY10" fmla="*/ 1168460 h 2881279"/>
                  <a:gd name="connsiteX11" fmla="*/ 609906 w 1425186"/>
                  <a:gd name="connsiteY11" fmla="*/ 1174689 h 2881279"/>
                  <a:gd name="connsiteX12" fmla="*/ 751799 w 1425186"/>
                  <a:gd name="connsiteY12" fmla="*/ 1803759 h 2881279"/>
                  <a:gd name="connsiteX13" fmla="*/ 1064213 w 1425186"/>
                  <a:gd name="connsiteY13" fmla="*/ 2708126 h 2881279"/>
                  <a:gd name="connsiteX14" fmla="*/ 1060479 w 1425186"/>
                  <a:gd name="connsiteY14" fmla="*/ 2718091 h 2881279"/>
                  <a:gd name="connsiteX15" fmla="*/ 922320 w 1425186"/>
                  <a:gd name="connsiteY15" fmla="*/ 2801552 h 2881279"/>
                  <a:gd name="connsiteX16" fmla="*/ 883735 w 1425186"/>
                  <a:gd name="connsiteY16" fmla="*/ 2865082 h 2881279"/>
                  <a:gd name="connsiteX17" fmla="*/ 1407744 w 1425186"/>
                  <a:gd name="connsiteY17" fmla="*/ 2865082 h 2881279"/>
                  <a:gd name="connsiteX18" fmla="*/ 1114000 w 1425186"/>
                  <a:gd name="connsiteY18" fmla="*/ 1746458 h 2881279"/>
                  <a:gd name="connsiteX19" fmla="*/ 1114000 w 1425186"/>
                  <a:gd name="connsiteY19" fmla="*/ 1743966 h 2881279"/>
                  <a:gd name="connsiteX20" fmla="*/ 1028118 w 1425186"/>
                  <a:gd name="connsiteY20" fmla="*/ 796001 h 2881279"/>
                  <a:gd name="connsiteX21" fmla="*/ 816522 w 1425186"/>
                  <a:gd name="connsiteY21" fmla="*/ 17448 h 2881279"/>
                  <a:gd name="connsiteX22" fmla="*/ 8713 w 1425186"/>
                  <a:gd name="connsiteY22" fmla="*/ 0 h 2881279"/>
                  <a:gd name="connsiteX23" fmla="*/ 820260 w 1425186"/>
                  <a:gd name="connsiteY23" fmla="*/ 0 h 2881279"/>
                  <a:gd name="connsiteX24" fmla="*/ 826483 w 1425186"/>
                  <a:gd name="connsiteY24" fmla="*/ 3737 h 2881279"/>
                  <a:gd name="connsiteX25" fmla="*/ 1043062 w 1425186"/>
                  <a:gd name="connsiteY25" fmla="*/ 795995 h 2881279"/>
                  <a:gd name="connsiteX26" fmla="*/ 1130191 w 1425186"/>
                  <a:gd name="connsiteY26" fmla="*/ 1741473 h 2881279"/>
                  <a:gd name="connsiteX27" fmla="*/ 1425186 w 1425186"/>
                  <a:gd name="connsiteY27" fmla="*/ 2872559 h 2881279"/>
                  <a:gd name="connsiteX28" fmla="*/ 1423942 w 1425186"/>
                  <a:gd name="connsiteY28" fmla="*/ 2878787 h 2881279"/>
                  <a:gd name="connsiteX29" fmla="*/ 1417718 w 1425186"/>
                  <a:gd name="connsiteY29" fmla="*/ 2881279 h 2881279"/>
                  <a:gd name="connsiteX30" fmla="*/ 875027 w 1425186"/>
                  <a:gd name="connsiteY30" fmla="*/ 2881279 h 2881279"/>
                  <a:gd name="connsiteX31" fmla="*/ 866314 w 1425186"/>
                  <a:gd name="connsiteY31" fmla="*/ 2873805 h 2881279"/>
                  <a:gd name="connsiteX32" fmla="*/ 912368 w 1425186"/>
                  <a:gd name="connsiteY32" fmla="*/ 2789098 h 2881279"/>
                  <a:gd name="connsiteX33" fmla="*/ 1046796 w 1425186"/>
                  <a:gd name="connsiteY33" fmla="*/ 2708128 h 2881279"/>
                  <a:gd name="connsiteX34" fmla="*/ 735620 w 1425186"/>
                  <a:gd name="connsiteY34" fmla="*/ 1807495 h 2881279"/>
                  <a:gd name="connsiteX35" fmla="*/ 607416 w 1425186"/>
                  <a:gd name="connsiteY35" fmla="*/ 1236969 h 2881279"/>
                  <a:gd name="connsiteX36" fmla="*/ 577543 w 1425186"/>
                  <a:gd name="connsiteY36" fmla="*/ 1826180 h 2881279"/>
                  <a:gd name="connsiteX37" fmla="*/ 709481 w 1425186"/>
                  <a:gd name="connsiteY37" fmla="*/ 2872559 h 2881279"/>
                  <a:gd name="connsiteX38" fmla="*/ 708237 w 1425186"/>
                  <a:gd name="connsiteY38" fmla="*/ 2878787 h 2881279"/>
                  <a:gd name="connsiteX39" fmla="*/ 702013 w 1425186"/>
                  <a:gd name="connsiteY39" fmla="*/ 2881279 h 2881279"/>
                  <a:gd name="connsiteX40" fmla="*/ 145630 w 1425186"/>
                  <a:gd name="connsiteY40" fmla="*/ 2881279 h 2881279"/>
                  <a:gd name="connsiteX41" fmla="*/ 140652 w 1425186"/>
                  <a:gd name="connsiteY41" fmla="*/ 2878787 h 2881279"/>
                  <a:gd name="connsiteX42" fmla="*/ 138162 w 1425186"/>
                  <a:gd name="connsiteY42" fmla="*/ 2872559 h 2881279"/>
                  <a:gd name="connsiteX43" fmla="*/ 222802 w 1425186"/>
                  <a:gd name="connsiteY43" fmla="*/ 2777887 h 2881279"/>
                  <a:gd name="connsiteX44" fmla="*/ 333581 w 1425186"/>
                  <a:gd name="connsiteY44" fmla="*/ 2711865 h 2881279"/>
                  <a:gd name="connsiteX45" fmla="*/ 164301 w 1425186"/>
                  <a:gd name="connsiteY45" fmla="*/ 1824935 h 2881279"/>
                  <a:gd name="connsiteX46" fmla="*/ 0 w 1425186"/>
                  <a:gd name="connsiteY46" fmla="*/ 9966 h 2881279"/>
                  <a:gd name="connsiteX47" fmla="*/ 2489 w 1425186"/>
                  <a:gd name="connsiteY47" fmla="*/ 3737 h 2881279"/>
                  <a:gd name="connsiteX48" fmla="*/ 8713 w 1425186"/>
                  <a:gd name="connsiteY48" fmla="*/ 0 h 28812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425186" h="2881279">
                    <a:moveTo>
                      <a:pt x="16195" y="17448"/>
                    </a:moveTo>
                    <a:cubicBezTo>
                      <a:pt x="22418" y="122085"/>
                      <a:pt x="85897" y="1168460"/>
                      <a:pt x="179248" y="1821199"/>
                    </a:cubicBezTo>
                    <a:lnTo>
                      <a:pt x="349768" y="2713109"/>
                    </a:lnTo>
                    <a:cubicBezTo>
                      <a:pt x="349768" y="2714354"/>
                      <a:pt x="349768" y="2715600"/>
                      <a:pt x="349768" y="2716845"/>
                    </a:cubicBezTo>
                    <a:cubicBezTo>
                      <a:pt x="348524" y="2720583"/>
                      <a:pt x="332343" y="2750479"/>
                      <a:pt x="229035" y="2792832"/>
                    </a:cubicBezTo>
                    <a:cubicBezTo>
                      <a:pt x="191694" y="2807781"/>
                      <a:pt x="166801" y="2832694"/>
                      <a:pt x="156844" y="2865082"/>
                    </a:cubicBezTo>
                    <a:lnTo>
                      <a:pt x="693299" y="2865082"/>
                    </a:lnTo>
                    <a:lnTo>
                      <a:pt x="561364" y="1827427"/>
                    </a:lnTo>
                    <a:cubicBezTo>
                      <a:pt x="561364" y="1826181"/>
                      <a:pt x="561364" y="1826181"/>
                      <a:pt x="561364" y="1826181"/>
                    </a:cubicBezTo>
                    <a:lnTo>
                      <a:pt x="594970" y="1175934"/>
                    </a:lnTo>
                    <a:cubicBezTo>
                      <a:pt x="594970" y="1172197"/>
                      <a:pt x="597459" y="1168460"/>
                      <a:pt x="601193" y="1168460"/>
                    </a:cubicBezTo>
                    <a:cubicBezTo>
                      <a:pt x="606172" y="1168460"/>
                      <a:pt x="609906" y="1170951"/>
                      <a:pt x="609906" y="1174689"/>
                    </a:cubicBezTo>
                    <a:lnTo>
                      <a:pt x="751799" y="1803759"/>
                    </a:lnTo>
                    <a:lnTo>
                      <a:pt x="1064213" y="2708126"/>
                    </a:lnTo>
                    <a:cubicBezTo>
                      <a:pt x="1065458" y="2713109"/>
                      <a:pt x="1064213" y="2716845"/>
                      <a:pt x="1060479" y="2718091"/>
                    </a:cubicBezTo>
                    <a:cubicBezTo>
                      <a:pt x="1059234" y="2719337"/>
                      <a:pt x="999490" y="2751725"/>
                      <a:pt x="922320" y="2801552"/>
                    </a:cubicBezTo>
                    <a:cubicBezTo>
                      <a:pt x="898671" y="2817746"/>
                      <a:pt x="884980" y="2838923"/>
                      <a:pt x="883735" y="2865082"/>
                    </a:cubicBezTo>
                    <a:lnTo>
                      <a:pt x="1407744" y="2865082"/>
                    </a:lnTo>
                    <a:cubicBezTo>
                      <a:pt x="1359202" y="2614699"/>
                      <a:pt x="1115245" y="1755177"/>
                      <a:pt x="1114000" y="1746458"/>
                    </a:cubicBezTo>
                    <a:cubicBezTo>
                      <a:pt x="1114000" y="1745212"/>
                      <a:pt x="1114000" y="1745212"/>
                      <a:pt x="1114000" y="1743966"/>
                    </a:cubicBezTo>
                    <a:cubicBezTo>
                      <a:pt x="1112756" y="1737738"/>
                      <a:pt x="1036830" y="1031435"/>
                      <a:pt x="1028118" y="796001"/>
                    </a:cubicBezTo>
                    <a:cubicBezTo>
                      <a:pt x="1006958" y="311429"/>
                      <a:pt x="837682" y="49836"/>
                      <a:pt x="816522" y="17448"/>
                    </a:cubicBezTo>
                    <a:close/>
                    <a:moveTo>
                      <a:pt x="8713" y="0"/>
                    </a:moveTo>
                    <a:lnTo>
                      <a:pt x="820260" y="0"/>
                    </a:lnTo>
                    <a:cubicBezTo>
                      <a:pt x="821505" y="0"/>
                      <a:pt x="825239" y="2491"/>
                      <a:pt x="826483" y="3737"/>
                    </a:cubicBezTo>
                    <a:cubicBezTo>
                      <a:pt x="827728" y="6228"/>
                      <a:pt x="1021902" y="274052"/>
                      <a:pt x="1043062" y="795995"/>
                    </a:cubicBezTo>
                    <a:cubicBezTo>
                      <a:pt x="1053020" y="1027694"/>
                      <a:pt x="1126457" y="1716560"/>
                      <a:pt x="1130191" y="1741473"/>
                    </a:cubicBezTo>
                    <a:cubicBezTo>
                      <a:pt x="1137659" y="1770124"/>
                      <a:pt x="1382866" y="2637124"/>
                      <a:pt x="1425186" y="2872559"/>
                    </a:cubicBezTo>
                    <a:cubicBezTo>
                      <a:pt x="1425186" y="2875051"/>
                      <a:pt x="1425186" y="2877542"/>
                      <a:pt x="1423942" y="2878787"/>
                    </a:cubicBezTo>
                    <a:cubicBezTo>
                      <a:pt x="1421452" y="2880033"/>
                      <a:pt x="1420208" y="2881279"/>
                      <a:pt x="1417718" y="2881279"/>
                    </a:cubicBezTo>
                    <a:lnTo>
                      <a:pt x="875027" y="2881279"/>
                    </a:lnTo>
                    <a:cubicBezTo>
                      <a:pt x="871293" y="2881279"/>
                      <a:pt x="866314" y="2878787"/>
                      <a:pt x="866314" y="2873805"/>
                    </a:cubicBezTo>
                    <a:cubicBezTo>
                      <a:pt x="866314" y="2837680"/>
                      <a:pt x="882495" y="2807783"/>
                      <a:pt x="912368" y="2789098"/>
                    </a:cubicBezTo>
                    <a:cubicBezTo>
                      <a:pt x="977093" y="2747990"/>
                      <a:pt x="1029370" y="2716848"/>
                      <a:pt x="1046796" y="2708128"/>
                    </a:cubicBezTo>
                    <a:lnTo>
                      <a:pt x="735620" y="1807495"/>
                    </a:lnTo>
                    <a:lnTo>
                      <a:pt x="607416" y="1236969"/>
                    </a:lnTo>
                    <a:lnTo>
                      <a:pt x="577543" y="1826180"/>
                    </a:lnTo>
                    <a:lnTo>
                      <a:pt x="709481" y="2872559"/>
                    </a:lnTo>
                    <a:cubicBezTo>
                      <a:pt x="710726" y="2875051"/>
                      <a:pt x="709481" y="2877542"/>
                      <a:pt x="708237" y="2878787"/>
                    </a:cubicBezTo>
                    <a:cubicBezTo>
                      <a:pt x="706992" y="2880033"/>
                      <a:pt x="704502" y="2881279"/>
                      <a:pt x="702013" y="2881279"/>
                    </a:cubicBezTo>
                    <a:lnTo>
                      <a:pt x="145630" y="2881279"/>
                    </a:lnTo>
                    <a:cubicBezTo>
                      <a:pt x="144386" y="2881279"/>
                      <a:pt x="141896" y="2880033"/>
                      <a:pt x="140652" y="2878787"/>
                    </a:cubicBezTo>
                    <a:cubicBezTo>
                      <a:pt x="138162" y="2877542"/>
                      <a:pt x="138162" y="2875051"/>
                      <a:pt x="138162" y="2872559"/>
                    </a:cubicBezTo>
                    <a:cubicBezTo>
                      <a:pt x="145630" y="2842663"/>
                      <a:pt x="165546" y="2801555"/>
                      <a:pt x="222802" y="2777887"/>
                    </a:cubicBezTo>
                    <a:cubicBezTo>
                      <a:pt x="304952" y="2744253"/>
                      <a:pt x="328602" y="2719339"/>
                      <a:pt x="333581" y="2711865"/>
                    </a:cubicBezTo>
                    <a:lnTo>
                      <a:pt x="164301" y="1824935"/>
                    </a:lnTo>
                    <a:cubicBezTo>
                      <a:pt x="64725" y="1138560"/>
                      <a:pt x="1245" y="19931"/>
                      <a:pt x="0" y="9966"/>
                    </a:cubicBezTo>
                    <a:cubicBezTo>
                      <a:pt x="0" y="7474"/>
                      <a:pt x="1245" y="4983"/>
                      <a:pt x="2489" y="3737"/>
                    </a:cubicBezTo>
                    <a:cubicBezTo>
                      <a:pt x="3734" y="2491"/>
                      <a:pt x="6224" y="0"/>
                      <a:pt x="87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378D0C80-729A-3A42-9E73-119AA469390B}"/>
                  </a:ext>
                </a:extLst>
              </p:cNvPr>
              <p:cNvSpPr/>
              <p:nvPr/>
            </p:nvSpPr>
            <p:spPr>
              <a:xfrm>
                <a:off x="15644656" y="12914675"/>
                <a:ext cx="564344" cy="486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4" h="40">
                    <a:moveTo>
                      <a:pt x="2" y="40"/>
                    </a:moveTo>
                    <a:lnTo>
                      <a:pt x="454" y="40"/>
                    </a:lnTo>
                    <a:lnTo>
                      <a:pt x="449" y="0"/>
                    </a:lnTo>
                    <a:lnTo>
                      <a:pt x="2" y="0"/>
                    </a:lnTo>
                    <a:cubicBezTo>
                      <a:pt x="-2" y="22"/>
                      <a:pt x="2" y="40"/>
                      <a:pt x="2" y="4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0B196E6B-8E60-7B45-BC91-DE26A8637FF4}"/>
                  </a:ext>
                </a:extLst>
              </p:cNvPr>
              <p:cNvSpPr/>
              <p:nvPr/>
            </p:nvSpPr>
            <p:spPr>
              <a:xfrm>
                <a:off x="15635362" y="12905951"/>
                <a:ext cx="580383" cy="64804"/>
              </a:xfrm>
              <a:custGeom>
                <a:avLst/>
                <a:gdLst>
                  <a:gd name="connsiteX0" fmla="*/ 18012 w 580383"/>
                  <a:gd name="connsiteY0" fmla="*/ 16201 h 64804"/>
                  <a:gd name="connsiteX1" fmla="*/ 16769 w 580383"/>
                  <a:gd name="connsiteY1" fmla="*/ 48603 h 64804"/>
                  <a:gd name="connsiteX2" fmla="*/ 563672 w 580383"/>
                  <a:gd name="connsiteY2" fmla="*/ 48603 h 64804"/>
                  <a:gd name="connsiteX3" fmla="*/ 558700 w 580383"/>
                  <a:gd name="connsiteY3" fmla="*/ 16201 h 64804"/>
                  <a:gd name="connsiteX4" fmla="*/ 10518 w 580383"/>
                  <a:gd name="connsiteY4" fmla="*/ 0 h 64804"/>
                  <a:gd name="connsiteX5" fmla="*/ 566194 w 580383"/>
                  <a:gd name="connsiteY5" fmla="*/ 0 h 64804"/>
                  <a:gd name="connsiteX6" fmla="*/ 573653 w 580383"/>
                  <a:gd name="connsiteY6" fmla="*/ 7336 h 64804"/>
                  <a:gd name="connsiteX7" fmla="*/ 579869 w 580383"/>
                  <a:gd name="connsiteY7" fmla="*/ 56245 h 64804"/>
                  <a:gd name="connsiteX8" fmla="*/ 578626 w 580383"/>
                  <a:gd name="connsiteY8" fmla="*/ 62359 h 64804"/>
                  <a:gd name="connsiteX9" fmla="*/ 572410 w 580383"/>
                  <a:gd name="connsiteY9" fmla="*/ 64804 h 64804"/>
                  <a:gd name="connsiteX10" fmla="*/ 10518 w 580383"/>
                  <a:gd name="connsiteY10" fmla="*/ 64804 h 64804"/>
                  <a:gd name="connsiteX11" fmla="*/ 3059 w 580383"/>
                  <a:gd name="connsiteY11" fmla="*/ 58690 h 64804"/>
                  <a:gd name="connsiteX12" fmla="*/ 3059 w 580383"/>
                  <a:gd name="connsiteY12" fmla="*/ 7336 h 64804"/>
                  <a:gd name="connsiteX13" fmla="*/ 10518 w 580383"/>
                  <a:gd name="connsiteY13" fmla="*/ 0 h 64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80383" h="64804">
                    <a:moveTo>
                      <a:pt x="18012" y="16201"/>
                    </a:moveTo>
                    <a:cubicBezTo>
                      <a:pt x="15526" y="30602"/>
                      <a:pt x="16769" y="42603"/>
                      <a:pt x="16769" y="48603"/>
                    </a:cubicBezTo>
                    <a:lnTo>
                      <a:pt x="563672" y="48603"/>
                    </a:lnTo>
                    <a:lnTo>
                      <a:pt x="558700" y="16201"/>
                    </a:lnTo>
                    <a:close/>
                    <a:moveTo>
                      <a:pt x="10518" y="0"/>
                    </a:moveTo>
                    <a:lnTo>
                      <a:pt x="566194" y="0"/>
                    </a:lnTo>
                    <a:cubicBezTo>
                      <a:pt x="571167" y="0"/>
                      <a:pt x="573653" y="3668"/>
                      <a:pt x="573653" y="7336"/>
                    </a:cubicBezTo>
                    <a:lnTo>
                      <a:pt x="579869" y="56245"/>
                    </a:lnTo>
                    <a:cubicBezTo>
                      <a:pt x="581112" y="57468"/>
                      <a:pt x="579869" y="59913"/>
                      <a:pt x="578626" y="62359"/>
                    </a:cubicBezTo>
                    <a:cubicBezTo>
                      <a:pt x="577383" y="63581"/>
                      <a:pt x="574896" y="64804"/>
                      <a:pt x="572410" y="64804"/>
                    </a:cubicBezTo>
                    <a:lnTo>
                      <a:pt x="10518" y="64804"/>
                    </a:lnTo>
                    <a:cubicBezTo>
                      <a:pt x="6789" y="64804"/>
                      <a:pt x="3059" y="62359"/>
                      <a:pt x="3059" y="58690"/>
                    </a:cubicBezTo>
                    <a:cubicBezTo>
                      <a:pt x="1816" y="57468"/>
                      <a:pt x="-3156" y="35459"/>
                      <a:pt x="3059" y="7336"/>
                    </a:cubicBezTo>
                    <a:cubicBezTo>
                      <a:pt x="4302" y="3668"/>
                      <a:pt x="6789" y="0"/>
                      <a:pt x="105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7D4AC3F9-E682-F04F-B0B3-4655B1FD38F1}"/>
                  </a:ext>
                </a:extLst>
              </p:cNvPr>
              <p:cNvSpPr/>
              <p:nvPr/>
            </p:nvSpPr>
            <p:spPr>
              <a:xfrm>
                <a:off x="16375936" y="12914675"/>
                <a:ext cx="548148" cy="486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1" h="40">
                    <a:moveTo>
                      <a:pt x="0" y="0"/>
                    </a:moveTo>
                    <a:cubicBezTo>
                      <a:pt x="0" y="22"/>
                      <a:pt x="8" y="40"/>
                      <a:pt x="8" y="40"/>
                    </a:cubicBezTo>
                    <a:lnTo>
                      <a:pt x="441" y="40"/>
                    </a:lnTo>
                    <a:cubicBezTo>
                      <a:pt x="441" y="32"/>
                      <a:pt x="439" y="18"/>
                      <a:pt x="43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1F9AAF10-4A04-4F46-9019-9CFF5609F88F}"/>
                  </a:ext>
                </a:extLst>
              </p:cNvPr>
              <p:cNvSpPr/>
              <p:nvPr/>
            </p:nvSpPr>
            <p:spPr>
              <a:xfrm>
                <a:off x="16367215" y="12905951"/>
                <a:ext cx="564345" cy="66050"/>
              </a:xfrm>
              <a:custGeom>
                <a:avLst/>
                <a:gdLst>
                  <a:gd name="connsiteX0" fmla="*/ 17441 w 564345"/>
                  <a:gd name="connsiteY0" fmla="*/ 16201 h 66050"/>
                  <a:gd name="connsiteX1" fmla="*/ 24898 w 564345"/>
                  <a:gd name="connsiteY1" fmla="*/ 48603 h 66050"/>
                  <a:gd name="connsiteX2" fmla="*/ 548149 w 564345"/>
                  <a:gd name="connsiteY2" fmla="*/ 48603 h 66050"/>
                  <a:gd name="connsiteX3" fmla="*/ 543177 w 564345"/>
                  <a:gd name="connsiteY3" fmla="*/ 16201 h 66050"/>
                  <a:gd name="connsiteX4" fmla="*/ 8701 w 564345"/>
                  <a:gd name="connsiteY4" fmla="*/ 0 h 66050"/>
                  <a:gd name="connsiteX5" fmla="*/ 550671 w 564345"/>
                  <a:gd name="connsiteY5" fmla="*/ 0 h 66050"/>
                  <a:gd name="connsiteX6" fmla="*/ 558129 w 564345"/>
                  <a:gd name="connsiteY6" fmla="*/ 7339 h 66050"/>
                  <a:gd name="connsiteX7" fmla="*/ 564345 w 564345"/>
                  <a:gd name="connsiteY7" fmla="*/ 57488 h 66050"/>
                  <a:gd name="connsiteX8" fmla="*/ 556885 w 564345"/>
                  <a:gd name="connsiteY8" fmla="*/ 66050 h 66050"/>
                  <a:gd name="connsiteX9" fmla="*/ 18646 w 564345"/>
                  <a:gd name="connsiteY9" fmla="*/ 66050 h 66050"/>
                  <a:gd name="connsiteX10" fmla="*/ 11187 w 564345"/>
                  <a:gd name="connsiteY10" fmla="*/ 59934 h 66050"/>
                  <a:gd name="connsiteX11" fmla="*/ 0 w 564345"/>
                  <a:gd name="connsiteY11" fmla="*/ 8562 h 66050"/>
                  <a:gd name="connsiteX12" fmla="*/ 2486 w 564345"/>
                  <a:gd name="connsiteY12" fmla="*/ 2446 h 66050"/>
                  <a:gd name="connsiteX13" fmla="*/ 8701 w 564345"/>
                  <a:gd name="connsiteY13" fmla="*/ 0 h 66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64345" h="66050">
                    <a:moveTo>
                      <a:pt x="17441" y="16201"/>
                    </a:moveTo>
                    <a:cubicBezTo>
                      <a:pt x="18684" y="30602"/>
                      <a:pt x="22412" y="42603"/>
                      <a:pt x="24898" y="48603"/>
                    </a:cubicBezTo>
                    <a:lnTo>
                      <a:pt x="548149" y="48603"/>
                    </a:lnTo>
                    <a:cubicBezTo>
                      <a:pt x="546905" y="41403"/>
                      <a:pt x="545663" y="30602"/>
                      <a:pt x="543177" y="16201"/>
                    </a:cubicBezTo>
                    <a:close/>
                    <a:moveTo>
                      <a:pt x="8701" y="0"/>
                    </a:moveTo>
                    <a:lnTo>
                      <a:pt x="550671" y="0"/>
                    </a:lnTo>
                    <a:cubicBezTo>
                      <a:pt x="554399" y="0"/>
                      <a:pt x="556885" y="3669"/>
                      <a:pt x="558129" y="7339"/>
                    </a:cubicBezTo>
                    <a:cubicBezTo>
                      <a:pt x="563101" y="30579"/>
                      <a:pt x="564345" y="47703"/>
                      <a:pt x="564345" y="57488"/>
                    </a:cubicBezTo>
                    <a:cubicBezTo>
                      <a:pt x="564345" y="62381"/>
                      <a:pt x="560615" y="66050"/>
                      <a:pt x="556885" y="66050"/>
                    </a:cubicBezTo>
                    <a:lnTo>
                      <a:pt x="18646" y="66050"/>
                    </a:lnTo>
                    <a:cubicBezTo>
                      <a:pt x="16160" y="66050"/>
                      <a:pt x="12430" y="63604"/>
                      <a:pt x="11187" y="59934"/>
                    </a:cubicBezTo>
                    <a:cubicBezTo>
                      <a:pt x="11187" y="59934"/>
                      <a:pt x="0" y="36694"/>
                      <a:pt x="0" y="8562"/>
                    </a:cubicBezTo>
                    <a:cubicBezTo>
                      <a:pt x="0" y="6116"/>
                      <a:pt x="1243" y="4893"/>
                      <a:pt x="2486" y="2446"/>
                    </a:cubicBezTo>
                    <a:cubicBezTo>
                      <a:pt x="4972" y="1223"/>
                      <a:pt x="6215" y="0"/>
                      <a:pt x="87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C18790A8-80AB-BE4D-9A3D-7F2A0F337FAE}"/>
                  </a:ext>
                </a:extLst>
              </p:cNvPr>
              <p:cNvSpPr/>
              <p:nvPr/>
            </p:nvSpPr>
            <p:spPr>
              <a:xfrm>
                <a:off x="15726878" y="10428447"/>
                <a:ext cx="325152" cy="348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2" h="29">
                    <a:moveTo>
                      <a:pt x="117" y="29"/>
                    </a:moveTo>
                    <a:cubicBezTo>
                      <a:pt x="54" y="29"/>
                      <a:pt x="6" y="20"/>
                      <a:pt x="6" y="20"/>
                    </a:cubicBezTo>
                    <a:cubicBezTo>
                      <a:pt x="2" y="20"/>
                      <a:pt x="0" y="17"/>
                      <a:pt x="0" y="13"/>
                    </a:cubicBezTo>
                    <a:cubicBezTo>
                      <a:pt x="1" y="10"/>
                      <a:pt x="4" y="7"/>
                      <a:pt x="8" y="7"/>
                    </a:cubicBezTo>
                    <a:cubicBezTo>
                      <a:pt x="9" y="8"/>
                      <a:pt x="140" y="30"/>
                      <a:pt x="254" y="0"/>
                    </a:cubicBezTo>
                    <a:cubicBezTo>
                      <a:pt x="258" y="-1"/>
                      <a:pt x="261" y="1"/>
                      <a:pt x="262" y="5"/>
                    </a:cubicBezTo>
                    <a:cubicBezTo>
                      <a:pt x="263" y="8"/>
                      <a:pt x="261" y="11"/>
                      <a:pt x="258" y="12"/>
                    </a:cubicBezTo>
                    <a:cubicBezTo>
                      <a:pt x="210" y="25"/>
                      <a:pt x="160" y="29"/>
                      <a:pt x="117" y="2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9C860F66-CA02-A74A-92C7-3E931D7A0F56}"/>
                  </a:ext>
                </a:extLst>
              </p:cNvPr>
              <p:cNvSpPr/>
              <p:nvPr/>
            </p:nvSpPr>
            <p:spPr>
              <a:xfrm>
                <a:off x="16321121" y="10413492"/>
                <a:ext cx="161953" cy="199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1" h="17">
                    <a:moveTo>
                      <a:pt x="81" y="17"/>
                    </a:moveTo>
                    <a:cubicBezTo>
                      <a:pt x="37" y="17"/>
                      <a:pt x="6" y="13"/>
                      <a:pt x="6" y="13"/>
                    </a:cubicBezTo>
                    <a:cubicBezTo>
                      <a:pt x="3" y="13"/>
                      <a:pt x="0" y="9"/>
                      <a:pt x="0" y="6"/>
                    </a:cubicBezTo>
                    <a:cubicBezTo>
                      <a:pt x="1" y="2"/>
                      <a:pt x="5" y="-1"/>
                      <a:pt x="8" y="0"/>
                    </a:cubicBezTo>
                    <a:cubicBezTo>
                      <a:pt x="8" y="0"/>
                      <a:pt x="60" y="6"/>
                      <a:pt x="124" y="2"/>
                    </a:cubicBezTo>
                    <a:cubicBezTo>
                      <a:pt x="128" y="2"/>
                      <a:pt x="131" y="5"/>
                      <a:pt x="131" y="9"/>
                    </a:cubicBezTo>
                    <a:cubicBezTo>
                      <a:pt x="132" y="12"/>
                      <a:pt x="129" y="15"/>
                      <a:pt x="125" y="15"/>
                    </a:cubicBezTo>
                    <a:cubicBezTo>
                      <a:pt x="109" y="17"/>
                      <a:pt x="94" y="17"/>
                      <a:pt x="81" y="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77A91625-3DD6-7945-A827-8B9758BC8E40}"/>
                  </a:ext>
                </a:extLst>
              </p:cNvPr>
              <p:cNvSpPr/>
              <p:nvPr/>
            </p:nvSpPr>
            <p:spPr>
              <a:xfrm>
                <a:off x="16095633" y="10970557"/>
                <a:ext cx="13704" cy="260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210">
                    <a:moveTo>
                      <a:pt x="6" y="210"/>
                    </a:moveTo>
                    <a:cubicBezTo>
                      <a:pt x="2" y="210"/>
                      <a:pt x="0" y="207"/>
                      <a:pt x="0" y="204"/>
                    </a:cubicBezTo>
                    <a:lnTo>
                      <a:pt x="0" y="6"/>
                    </a:lnTo>
                    <a:cubicBezTo>
                      <a:pt x="0" y="2"/>
                      <a:pt x="2" y="0"/>
                      <a:pt x="6" y="0"/>
                    </a:cubicBezTo>
                    <a:cubicBezTo>
                      <a:pt x="9" y="0"/>
                      <a:pt x="12" y="2"/>
                      <a:pt x="12" y="6"/>
                    </a:cubicBezTo>
                    <a:lnTo>
                      <a:pt x="12" y="204"/>
                    </a:lnTo>
                    <a:cubicBezTo>
                      <a:pt x="12" y="207"/>
                      <a:pt x="9" y="210"/>
                      <a:pt x="6" y="2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EF29645-48D3-514E-9793-AF0C94B8995D}"/>
                </a:ext>
              </a:extLst>
            </p:cNvPr>
            <p:cNvGrpSpPr/>
            <p:nvPr/>
          </p:nvGrpSpPr>
          <p:grpSpPr>
            <a:xfrm>
              <a:off x="16990112" y="6962683"/>
              <a:ext cx="2091684" cy="1582711"/>
              <a:chOff x="16990112" y="6962683"/>
              <a:chExt cx="2091684" cy="1582711"/>
            </a:xfrm>
          </p:grpSpPr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AB5F3537-81D2-B742-88C6-35429823D48E}"/>
                  </a:ext>
                </a:extLst>
              </p:cNvPr>
              <p:cNvSpPr/>
              <p:nvPr/>
            </p:nvSpPr>
            <p:spPr>
              <a:xfrm>
                <a:off x="16997586" y="6970161"/>
                <a:ext cx="2076735" cy="156775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68" h="1259">
                    <a:moveTo>
                      <a:pt x="1668" y="1259"/>
                    </a:moveTo>
                    <a:lnTo>
                      <a:pt x="173" y="1259"/>
                    </a:lnTo>
                    <a:lnTo>
                      <a:pt x="173" y="971"/>
                    </a:lnTo>
                    <a:lnTo>
                      <a:pt x="0" y="868"/>
                    </a:lnTo>
                    <a:lnTo>
                      <a:pt x="173" y="757"/>
                    </a:lnTo>
                    <a:lnTo>
                      <a:pt x="173" y="0"/>
                    </a:lnTo>
                    <a:lnTo>
                      <a:pt x="1668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369FD4E9-4174-8549-9335-4891C66AFEBF}"/>
                  </a:ext>
                </a:extLst>
              </p:cNvPr>
              <p:cNvSpPr/>
              <p:nvPr/>
            </p:nvSpPr>
            <p:spPr>
              <a:xfrm>
                <a:off x="16990112" y="6962683"/>
                <a:ext cx="2091684" cy="1582711"/>
              </a:xfrm>
              <a:custGeom>
                <a:avLst/>
                <a:gdLst>
                  <a:gd name="connsiteX0" fmla="*/ 231590 w 2091684"/>
                  <a:gd name="connsiteY0" fmla="*/ 16201 h 1582711"/>
                  <a:gd name="connsiteX1" fmla="*/ 231590 w 2091684"/>
                  <a:gd name="connsiteY1" fmla="*/ 950122 h 1582711"/>
                  <a:gd name="connsiteX2" fmla="*/ 226610 w 2091684"/>
                  <a:gd name="connsiteY2" fmla="*/ 956348 h 1582711"/>
                  <a:gd name="connsiteX3" fmla="*/ 23668 w 2091684"/>
                  <a:gd name="connsiteY3" fmla="*/ 1088343 h 1582711"/>
                  <a:gd name="connsiteX4" fmla="*/ 226610 w 2091684"/>
                  <a:gd name="connsiteY4" fmla="*/ 1209130 h 1582711"/>
                  <a:gd name="connsiteX5" fmla="*/ 231590 w 2091684"/>
                  <a:gd name="connsiteY5" fmla="*/ 1216601 h 1582711"/>
                  <a:gd name="connsiteX6" fmla="*/ 231590 w 2091684"/>
                  <a:gd name="connsiteY6" fmla="*/ 1566510 h 1582711"/>
                  <a:gd name="connsiteX7" fmla="*/ 2075488 w 2091684"/>
                  <a:gd name="connsiteY7" fmla="*/ 1566510 h 1582711"/>
                  <a:gd name="connsiteX8" fmla="*/ 2075488 w 2091684"/>
                  <a:gd name="connsiteY8" fmla="*/ 16201 h 1582711"/>
                  <a:gd name="connsiteX9" fmla="*/ 222862 w 2091684"/>
                  <a:gd name="connsiteY9" fmla="*/ 0 h 1582711"/>
                  <a:gd name="connsiteX10" fmla="*/ 2084212 w 2091684"/>
                  <a:gd name="connsiteY10" fmla="*/ 0 h 1582711"/>
                  <a:gd name="connsiteX11" fmla="*/ 2091684 w 2091684"/>
                  <a:gd name="connsiteY11" fmla="*/ 7472 h 1582711"/>
                  <a:gd name="connsiteX12" fmla="*/ 2091684 w 2091684"/>
                  <a:gd name="connsiteY12" fmla="*/ 1575239 h 1582711"/>
                  <a:gd name="connsiteX13" fmla="*/ 2084212 w 2091684"/>
                  <a:gd name="connsiteY13" fmla="*/ 1582711 h 1582711"/>
                  <a:gd name="connsiteX14" fmla="*/ 222862 w 2091684"/>
                  <a:gd name="connsiteY14" fmla="*/ 1582711 h 1582711"/>
                  <a:gd name="connsiteX15" fmla="*/ 214148 w 2091684"/>
                  <a:gd name="connsiteY15" fmla="*/ 1575239 h 1582711"/>
                  <a:gd name="connsiteX16" fmla="*/ 214148 w 2091684"/>
                  <a:gd name="connsiteY16" fmla="*/ 1221589 h 1582711"/>
                  <a:gd name="connsiteX17" fmla="*/ 3734 w 2091684"/>
                  <a:gd name="connsiteY17" fmla="*/ 1095819 h 1582711"/>
                  <a:gd name="connsiteX18" fmla="*/ 0 w 2091684"/>
                  <a:gd name="connsiteY18" fmla="*/ 1088347 h 1582711"/>
                  <a:gd name="connsiteX19" fmla="*/ 3734 w 2091684"/>
                  <a:gd name="connsiteY19" fmla="*/ 1082121 h 1582711"/>
                  <a:gd name="connsiteX20" fmla="*/ 214148 w 2091684"/>
                  <a:gd name="connsiteY20" fmla="*/ 945144 h 1582711"/>
                  <a:gd name="connsiteX21" fmla="*/ 214148 w 2091684"/>
                  <a:gd name="connsiteY21" fmla="*/ 7472 h 1582711"/>
                  <a:gd name="connsiteX22" fmla="*/ 222862 w 2091684"/>
                  <a:gd name="connsiteY22" fmla="*/ 0 h 15827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091684" h="1582711">
                    <a:moveTo>
                      <a:pt x="231590" y="16201"/>
                    </a:moveTo>
                    <a:lnTo>
                      <a:pt x="231590" y="950122"/>
                    </a:lnTo>
                    <a:cubicBezTo>
                      <a:pt x="231590" y="952613"/>
                      <a:pt x="229100" y="955103"/>
                      <a:pt x="226610" y="956348"/>
                    </a:cubicBezTo>
                    <a:lnTo>
                      <a:pt x="23668" y="1088343"/>
                    </a:lnTo>
                    <a:lnTo>
                      <a:pt x="226610" y="1209130"/>
                    </a:lnTo>
                    <a:cubicBezTo>
                      <a:pt x="229100" y="1210375"/>
                      <a:pt x="231590" y="1214111"/>
                      <a:pt x="231590" y="1216601"/>
                    </a:cubicBezTo>
                    <a:lnTo>
                      <a:pt x="231590" y="1566510"/>
                    </a:lnTo>
                    <a:lnTo>
                      <a:pt x="2075488" y="1566510"/>
                    </a:lnTo>
                    <a:lnTo>
                      <a:pt x="2075488" y="16201"/>
                    </a:lnTo>
                    <a:close/>
                    <a:moveTo>
                      <a:pt x="222862" y="0"/>
                    </a:moveTo>
                    <a:lnTo>
                      <a:pt x="2084212" y="0"/>
                    </a:lnTo>
                    <a:cubicBezTo>
                      <a:pt x="2087948" y="0"/>
                      <a:pt x="2091684" y="4981"/>
                      <a:pt x="2091684" y="7472"/>
                    </a:cubicBezTo>
                    <a:lnTo>
                      <a:pt x="2091684" y="1575239"/>
                    </a:lnTo>
                    <a:cubicBezTo>
                      <a:pt x="2091684" y="1578975"/>
                      <a:pt x="2087948" y="1582711"/>
                      <a:pt x="2084212" y="1582711"/>
                    </a:cubicBezTo>
                    <a:lnTo>
                      <a:pt x="222862" y="1582711"/>
                    </a:lnTo>
                    <a:cubicBezTo>
                      <a:pt x="217882" y="1582711"/>
                      <a:pt x="214148" y="1578975"/>
                      <a:pt x="214148" y="1575239"/>
                    </a:cubicBezTo>
                    <a:lnTo>
                      <a:pt x="214148" y="1221589"/>
                    </a:lnTo>
                    <a:lnTo>
                      <a:pt x="3734" y="1095819"/>
                    </a:lnTo>
                    <a:cubicBezTo>
                      <a:pt x="1244" y="1094574"/>
                      <a:pt x="0" y="1092083"/>
                      <a:pt x="0" y="1088347"/>
                    </a:cubicBezTo>
                    <a:cubicBezTo>
                      <a:pt x="0" y="1085857"/>
                      <a:pt x="1244" y="1083366"/>
                      <a:pt x="3734" y="1082121"/>
                    </a:cubicBezTo>
                    <a:lnTo>
                      <a:pt x="214148" y="945144"/>
                    </a:lnTo>
                    <a:lnTo>
                      <a:pt x="214148" y="7472"/>
                    </a:lnTo>
                    <a:cubicBezTo>
                      <a:pt x="214148" y="4981"/>
                      <a:pt x="217882" y="0"/>
                      <a:pt x="2228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A9A573CC-5522-1343-873E-8D8F74D3CDE6}"/>
                  </a:ext>
                </a:extLst>
              </p:cNvPr>
              <p:cNvSpPr/>
              <p:nvPr/>
            </p:nvSpPr>
            <p:spPr>
              <a:xfrm>
                <a:off x="17429876" y="8093013"/>
                <a:ext cx="635352" cy="155779"/>
              </a:xfrm>
              <a:custGeom>
                <a:avLst/>
                <a:gdLst>
                  <a:gd name="connsiteX0" fmla="*/ 78354 w 635352"/>
                  <a:gd name="connsiteY0" fmla="*/ 16201 h 155779"/>
                  <a:gd name="connsiteX1" fmla="*/ 33598 w 635352"/>
                  <a:gd name="connsiteY1" fmla="*/ 33474 h 155779"/>
                  <a:gd name="connsiteX2" fmla="*/ 14948 w 635352"/>
                  <a:gd name="connsiteY2" fmla="*/ 77890 h 155779"/>
                  <a:gd name="connsiteX3" fmla="*/ 33598 w 635352"/>
                  <a:gd name="connsiteY3" fmla="*/ 121072 h 155779"/>
                  <a:gd name="connsiteX4" fmla="*/ 78354 w 635352"/>
                  <a:gd name="connsiteY4" fmla="*/ 139578 h 155779"/>
                  <a:gd name="connsiteX5" fmla="*/ 555750 w 635352"/>
                  <a:gd name="connsiteY5" fmla="*/ 139578 h 155779"/>
                  <a:gd name="connsiteX6" fmla="*/ 600506 w 635352"/>
                  <a:gd name="connsiteY6" fmla="*/ 121072 h 155779"/>
                  <a:gd name="connsiteX7" fmla="*/ 617912 w 635352"/>
                  <a:gd name="connsiteY7" fmla="*/ 77890 h 155779"/>
                  <a:gd name="connsiteX8" fmla="*/ 600506 w 635352"/>
                  <a:gd name="connsiteY8" fmla="*/ 33474 h 155779"/>
                  <a:gd name="connsiteX9" fmla="*/ 555750 w 635352"/>
                  <a:gd name="connsiteY9" fmla="*/ 16201 h 155779"/>
                  <a:gd name="connsiteX10" fmla="*/ 78330 w 635352"/>
                  <a:gd name="connsiteY10" fmla="*/ 0 h 155779"/>
                  <a:gd name="connsiteX11" fmla="*/ 555778 w 635352"/>
                  <a:gd name="connsiteY11" fmla="*/ 0 h 155779"/>
                  <a:gd name="connsiteX12" fmla="*/ 611730 w 635352"/>
                  <a:gd name="connsiteY12" fmla="*/ 22254 h 155779"/>
                  <a:gd name="connsiteX13" fmla="*/ 635352 w 635352"/>
                  <a:gd name="connsiteY13" fmla="*/ 77890 h 155779"/>
                  <a:gd name="connsiteX14" fmla="*/ 611730 w 635352"/>
                  <a:gd name="connsiteY14" fmla="*/ 132289 h 155779"/>
                  <a:gd name="connsiteX15" fmla="*/ 555778 w 635352"/>
                  <a:gd name="connsiteY15" fmla="*/ 155779 h 155779"/>
                  <a:gd name="connsiteX16" fmla="*/ 78330 w 635352"/>
                  <a:gd name="connsiteY16" fmla="*/ 155779 h 155779"/>
                  <a:gd name="connsiteX17" fmla="*/ 22380 w 635352"/>
                  <a:gd name="connsiteY17" fmla="*/ 132289 h 155779"/>
                  <a:gd name="connsiteX18" fmla="*/ 0 w 635352"/>
                  <a:gd name="connsiteY18" fmla="*/ 77890 h 155779"/>
                  <a:gd name="connsiteX19" fmla="*/ 22380 w 635352"/>
                  <a:gd name="connsiteY19" fmla="*/ 22254 h 155779"/>
                  <a:gd name="connsiteX20" fmla="*/ 78330 w 635352"/>
                  <a:gd name="connsiteY20" fmla="*/ 0 h 155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35352" h="155779">
                    <a:moveTo>
                      <a:pt x="78354" y="16201"/>
                    </a:moveTo>
                    <a:cubicBezTo>
                      <a:pt x="60948" y="16201"/>
                      <a:pt x="46030" y="22370"/>
                      <a:pt x="33598" y="33474"/>
                    </a:cubicBezTo>
                    <a:cubicBezTo>
                      <a:pt x="22408" y="45812"/>
                      <a:pt x="14948" y="60617"/>
                      <a:pt x="14948" y="77890"/>
                    </a:cubicBezTo>
                    <a:cubicBezTo>
                      <a:pt x="14948" y="93929"/>
                      <a:pt x="22408" y="108734"/>
                      <a:pt x="33598" y="121072"/>
                    </a:cubicBezTo>
                    <a:cubicBezTo>
                      <a:pt x="46030" y="132176"/>
                      <a:pt x="60948" y="139578"/>
                      <a:pt x="78354" y="139578"/>
                    </a:cubicBezTo>
                    <a:lnTo>
                      <a:pt x="555750" y="139578"/>
                    </a:lnTo>
                    <a:cubicBezTo>
                      <a:pt x="573156" y="139578"/>
                      <a:pt x="588074" y="132176"/>
                      <a:pt x="600506" y="121072"/>
                    </a:cubicBezTo>
                    <a:cubicBezTo>
                      <a:pt x="611696" y="108734"/>
                      <a:pt x="617912" y="93929"/>
                      <a:pt x="617912" y="77890"/>
                    </a:cubicBezTo>
                    <a:cubicBezTo>
                      <a:pt x="617912" y="60617"/>
                      <a:pt x="611696" y="45812"/>
                      <a:pt x="600506" y="33474"/>
                    </a:cubicBezTo>
                    <a:cubicBezTo>
                      <a:pt x="588074" y="22370"/>
                      <a:pt x="573156" y="16201"/>
                      <a:pt x="555750" y="16201"/>
                    </a:cubicBezTo>
                    <a:close/>
                    <a:moveTo>
                      <a:pt x="78330" y="0"/>
                    </a:moveTo>
                    <a:lnTo>
                      <a:pt x="555778" y="0"/>
                    </a:lnTo>
                    <a:cubicBezTo>
                      <a:pt x="576916" y="0"/>
                      <a:pt x="596808" y="7418"/>
                      <a:pt x="611730" y="22254"/>
                    </a:cubicBezTo>
                    <a:cubicBezTo>
                      <a:pt x="626650" y="37090"/>
                      <a:pt x="635352" y="56872"/>
                      <a:pt x="635352" y="77890"/>
                    </a:cubicBezTo>
                    <a:cubicBezTo>
                      <a:pt x="635352" y="98908"/>
                      <a:pt x="626650" y="117453"/>
                      <a:pt x="611730" y="132289"/>
                    </a:cubicBezTo>
                    <a:cubicBezTo>
                      <a:pt x="596808" y="147125"/>
                      <a:pt x="576916" y="155779"/>
                      <a:pt x="555778" y="155779"/>
                    </a:cubicBezTo>
                    <a:lnTo>
                      <a:pt x="78330" y="155779"/>
                    </a:lnTo>
                    <a:cubicBezTo>
                      <a:pt x="57194" y="155779"/>
                      <a:pt x="37300" y="147125"/>
                      <a:pt x="22380" y="132289"/>
                    </a:cubicBezTo>
                    <a:cubicBezTo>
                      <a:pt x="7460" y="117453"/>
                      <a:pt x="0" y="98908"/>
                      <a:pt x="0" y="77890"/>
                    </a:cubicBezTo>
                    <a:cubicBezTo>
                      <a:pt x="0" y="56872"/>
                      <a:pt x="7460" y="37090"/>
                      <a:pt x="22380" y="22254"/>
                    </a:cubicBezTo>
                    <a:cubicBezTo>
                      <a:pt x="37300" y="7418"/>
                      <a:pt x="57194" y="0"/>
                      <a:pt x="783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3A1C5065-140D-BE45-9B27-0826CD7180FA}"/>
                  </a:ext>
                </a:extLst>
              </p:cNvPr>
              <p:cNvSpPr/>
              <p:nvPr/>
            </p:nvSpPr>
            <p:spPr>
              <a:xfrm>
                <a:off x="18614623" y="8061858"/>
                <a:ext cx="218014" cy="2180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6" h="176">
                    <a:moveTo>
                      <a:pt x="176" y="88"/>
                    </a:moveTo>
                    <a:cubicBezTo>
                      <a:pt x="176" y="136"/>
                      <a:pt x="137" y="176"/>
                      <a:pt x="88" y="176"/>
                    </a:cubicBezTo>
                    <a:cubicBezTo>
                      <a:pt x="40" y="176"/>
                      <a:pt x="0" y="136"/>
                      <a:pt x="0" y="88"/>
                    </a:cubicBezTo>
                    <a:cubicBezTo>
                      <a:pt x="0" y="39"/>
                      <a:pt x="40" y="0"/>
                      <a:pt x="88" y="0"/>
                    </a:cubicBezTo>
                    <a:cubicBezTo>
                      <a:pt x="137" y="0"/>
                      <a:pt x="176" y="39"/>
                      <a:pt x="176" y="8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6642BFB5-B8F5-5F4D-994B-31C30D3E49F3}"/>
                  </a:ext>
                </a:extLst>
              </p:cNvPr>
              <p:cNvSpPr/>
              <p:nvPr/>
            </p:nvSpPr>
            <p:spPr>
              <a:xfrm>
                <a:off x="18607147" y="8053134"/>
                <a:ext cx="234210" cy="234291"/>
              </a:xfrm>
              <a:custGeom>
                <a:avLst/>
                <a:gdLst>
                  <a:gd name="connsiteX0" fmla="*/ 116486 w 234210"/>
                  <a:gd name="connsiteY0" fmla="*/ 17447 h 234291"/>
                  <a:gd name="connsiteX1" fmla="*/ 16196 w 234210"/>
                  <a:gd name="connsiteY1" fmla="*/ 117769 h 234291"/>
                  <a:gd name="connsiteX2" fmla="*/ 116486 w 234210"/>
                  <a:gd name="connsiteY2" fmla="*/ 218090 h 234291"/>
                  <a:gd name="connsiteX3" fmla="*/ 218014 w 234210"/>
                  <a:gd name="connsiteY3" fmla="*/ 117769 h 234291"/>
                  <a:gd name="connsiteX4" fmla="*/ 116486 w 234210"/>
                  <a:gd name="connsiteY4" fmla="*/ 17447 h 234291"/>
                  <a:gd name="connsiteX5" fmla="*/ 116486 w 234210"/>
                  <a:gd name="connsiteY5" fmla="*/ 0 h 234291"/>
                  <a:gd name="connsiteX6" fmla="*/ 234210 w 234210"/>
                  <a:gd name="connsiteY6" fmla="*/ 117766 h 234291"/>
                  <a:gd name="connsiteX7" fmla="*/ 116486 w 234210"/>
                  <a:gd name="connsiteY7" fmla="*/ 234291 h 234291"/>
                  <a:gd name="connsiteX8" fmla="*/ 0 w 234210"/>
                  <a:gd name="connsiteY8" fmla="*/ 117766 h 234291"/>
                  <a:gd name="connsiteX9" fmla="*/ 116486 w 234210"/>
                  <a:gd name="connsiteY9" fmla="*/ 0 h 234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4210" h="234291">
                    <a:moveTo>
                      <a:pt x="116486" y="17447"/>
                    </a:moveTo>
                    <a:cubicBezTo>
                      <a:pt x="62008" y="17447"/>
                      <a:pt x="16196" y="62035"/>
                      <a:pt x="16196" y="117769"/>
                    </a:cubicBezTo>
                    <a:cubicBezTo>
                      <a:pt x="16196" y="172264"/>
                      <a:pt x="62008" y="218090"/>
                      <a:pt x="116486" y="218090"/>
                    </a:cubicBezTo>
                    <a:cubicBezTo>
                      <a:pt x="172202" y="218090"/>
                      <a:pt x="218014" y="172264"/>
                      <a:pt x="218014" y="117769"/>
                    </a:cubicBezTo>
                    <a:cubicBezTo>
                      <a:pt x="218014" y="62035"/>
                      <a:pt x="172202" y="17447"/>
                      <a:pt x="116486" y="17447"/>
                    </a:cubicBezTo>
                    <a:close/>
                    <a:moveTo>
                      <a:pt x="116486" y="0"/>
                    </a:moveTo>
                    <a:cubicBezTo>
                      <a:pt x="180924" y="0"/>
                      <a:pt x="234210" y="53305"/>
                      <a:pt x="234210" y="117766"/>
                    </a:cubicBezTo>
                    <a:cubicBezTo>
                      <a:pt x="234210" y="182227"/>
                      <a:pt x="180924" y="234291"/>
                      <a:pt x="116486" y="234291"/>
                    </a:cubicBezTo>
                    <a:cubicBezTo>
                      <a:pt x="52048" y="234291"/>
                      <a:pt x="0" y="182227"/>
                      <a:pt x="0" y="117766"/>
                    </a:cubicBezTo>
                    <a:cubicBezTo>
                      <a:pt x="0" y="53305"/>
                      <a:pt x="52048" y="0"/>
                      <a:pt x="11648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CFB29D3-8760-5C4E-93D2-B155C2411D60}"/>
                  </a:ext>
                </a:extLst>
              </p:cNvPr>
              <p:cNvSpPr/>
              <p:nvPr/>
            </p:nvSpPr>
            <p:spPr>
              <a:xfrm>
                <a:off x="18260820" y="8053134"/>
                <a:ext cx="234208" cy="234291"/>
              </a:xfrm>
              <a:custGeom>
                <a:avLst/>
                <a:gdLst>
                  <a:gd name="connsiteX0" fmla="*/ 117730 w 234208"/>
                  <a:gd name="connsiteY0" fmla="*/ 17447 h 234291"/>
                  <a:gd name="connsiteX1" fmla="*/ 17440 w 234208"/>
                  <a:gd name="connsiteY1" fmla="*/ 117769 h 234291"/>
                  <a:gd name="connsiteX2" fmla="*/ 117730 w 234208"/>
                  <a:gd name="connsiteY2" fmla="*/ 218090 h 234291"/>
                  <a:gd name="connsiteX3" fmla="*/ 219258 w 234208"/>
                  <a:gd name="connsiteY3" fmla="*/ 117769 h 234291"/>
                  <a:gd name="connsiteX4" fmla="*/ 117730 w 234208"/>
                  <a:gd name="connsiteY4" fmla="*/ 17447 h 234291"/>
                  <a:gd name="connsiteX5" fmla="*/ 117724 w 234208"/>
                  <a:gd name="connsiteY5" fmla="*/ 0 h 234291"/>
                  <a:gd name="connsiteX6" fmla="*/ 234208 w 234208"/>
                  <a:gd name="connsiteY6" fmla="*/ 117766 h 234291"/>
                  <a:gd name="connsiteX7" fmla="*/ 117724 w 234208"/>
                  <a:gd name="connsiteY7" fmla="*/ 234291 h 234291"/>
                  <a:gd name="connsiteX8" fmla="*/ 0 w 234208"/>
                  <a:gd name="connsiteY8" fmla="*/ 117766 h 234291"/>
                  <a:gd name="connsiteX9" fmla="*/ 117724 w 234208"/>
                  <a:gd name="connsiteY9" fmla="*/ 0 h 234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34208" h="234291">
                    <a:moveTo>
                      <a:pt x="117730" y="17447"/>
                    </a:moveTo>
                    <a:cubicBezTo>
                      <a:pt x="63252" y="17447"/>
                      <a:pt x="17440" y="62035"/>
                      <a:pt x="17440" y="117769"/>
                    </a:cubicBezTo>
                    <a:cubicBezTo>
                      <a:pt x="17440" y="172264"/>
                      <a:pt x="63252" y="218090"/>
                      <a:pt x="117730" y="218090"/>
                    </a:cubicBezTo>
                    <a:cubicBezTo>
                      <a:pt x="173446" y="218090"/>
                      <a:pt x="219258" y="172264"/>
                      <a:pt x="219258" y="117769"/>
                    </a:cubicBezTo>
                    <a:cubicBezTo>
                      <a:pt x="219258" y="62035"/>
                      <a:pt x="173446" y="17447"/>
                      <a:pt x="117730" y="17447"/>
                    </a:cubicBezTo>
                    <a:close/>
                    <a:moveTo>
                      <a:pt x="117724" y="0"/>
                    </a:moveTo>
                    <a:cubicBezTo>
                      <a:pt x="182162" y="0"/>
                      <a:pt x="234208" y="53305"/>
                      <a:pt x="234208" y="117766"/>
                    </a:cubicBezTo>
                    <a:cubicBezTo>
                      <a:pt x="234208" y="182227"/>
                      <a:pt x="182162" y="234291"/>
                      <a:pt x="117724" y="234291"/>
                    </a:cubicBezTo>
                    <a:cubicBezTo>
                      <a:pt x="53284" y="234291"/>
                      <a:pt x="0" y="182227"/>
                      <a:pt x="0" y="117766"/>
                    </a:cubicBezTo>
                    <a:cubicBezTo>
                      <a:pt x="0" y="53305"/>
                      <a:pt x="53284" y="0"/>
                      <a:pt x="1177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3AC48AEE-8528-A44F-B9E7-1D91B9DA8CE8}"/>
                  </a:ext>
                </a:extLst>
              </p:cNvPr>
              <p:cNvSpPr/>
              <p:nvPr/>
            </p:nvSpPr>
            <p:spPr>
              <a:xfrm>
                <a:off x="18328091" y="8134139"/>
                <a:ext cx="113367" cy="859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2" h="70">
                    <a:moveTo>
                      <a:pt x="28" y="70"/>
                    </a:moveTo>
                    <a:cubicBezTo>
                      <a:pt x="27" y="70"/>
                      <a:pt x="25" y="69"/>
                      <a:pt x="24" y="68"/>
                    </a:cubicBezTo>
                    <a:lnTo>
                      <a:pt x="1" y="46"/>
                    </a:lnTo>
                    <a:cubicBezTo>
                      <a:pt x="0" y="43"/>
                      <a:pt x="0" y="39"/>
                      <a:pt x="1" y="36"/>
                    </a:cubicBezTo>
                    <a:cubicBezTo>
                      <a:pt x="4" y="34"/>
                      <a:pt x="8" y="34"/>
                      <a:pt x="10" y="36"/>
                    </a:cubicBezTo>
                    <a:lnTo>
                      <a:pt x="28" y="54"/>
                    </a:lnTo>
                    <a:lnTo>
                      <a:pt x="81" y="2"/>
                    </a:lnTo>
                    <a:cubicBezTo>
                      <a:pt x="83" y="-1"/>
                      <a:pt x="88" y="-1"/>
                      <a:pt x="90" y="2"/>
                    </a:cubicBezTo>
                    <a:cubicBezTo>
                      <a:pt x="92" y="4"/>
                      <a:pt x="92" y="8"/>
                      <a:pt x="90" y="11"/>
                    </a:cubicBezTo>
                    <a:lnTo>
                      <a:pt x="33" y="68"/>
                    </a:lnTo>
                    <a:cubicBezTo>
                      <a:pt x="32" y="69"/>
                      <a:pt x="30" y="70"/>
                      <a:pt x="28" y="7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3" name="Freeform 352">
                <a:extLst>
                  <a:ext uri="{FF2B5EF4-FFF2-40B4-BE49-F238E27FC236}">
                    <a16:creationId xmlns:a16="http://schemas.microsoft.com/office/drawing/2014/main" id="{442DCD45-EFC8-C94A-829F-C0477CEFBC7B}"/>
                  </a:ext>
                </a:extLst>
              </p:cNvPr>
              <p:cNvSpPr/>
              <p:nvPr/>
            </p:nvSpPr>
            <p:spPr>
              <a:xfrm>
                <a:off x="17468495" y="7208190"/>
                <a:ext cx="366263" cy="5832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5" h="469">
                    <a:moveTo>
                      <a:pt x="266" y="0"/>
                    </a:moveTo>
                    <a:cubicBezTo>
                      <a:pt x="118" y="10"/>
                      <a:pt x="0" y="133"/>
                      <a:pt x="0" y="285"/>
                    </a:cubicBezTo>
                    <a:cubicBezTo>
                      <a:pt x="0" y="355"/>
                      <a:pt x="25" y="420"/>
                      <a:pt x="68" y="469"/>
                    </a:cubicBezTo>
                    <a:lnTo>
                      <a:pt x="295" y="302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02C4AA9E-D965-914F-9F5E-93C9C9003AD9}"/>
                  </a:ext>
                </a:extLst>
              </p:cNvPr>
              <p:cNvSpPr/>
              <p:nvPr/>
            </p:nvSpPr>
            <p:spPr>
              <a:xfrm>
                <a:off x="17459774" y="7200713"/>
                <a:ext cx="383704" cy="599436"/>
              </a:xfrm>
              <a:custGeom>
                <a:avLst/>
                <a:gdLst>
                  <a:gd name="connsiteX0" fmla="*/ 332746 w 383704"/>
                  <a:gd name="connsiteY0" fmla="*/ 16201 h 599436"/>
                  <a:gd name="connsiteX1" fmla="*/ 16196 w 383704"/>
                  <a:gd name="connsiteY1" fmla="*/ 361890 h 599436"/>
                  <a:gd name="connsiteX2" fmla="*/ 94402 w 383704"/>
                  <a:gd name="connsiteY2" fmla="*/ 580743 h 599436"/>
                  <a:gd name="connsiteX3" fmla="*/ 366262 w 383704"/>
                  <a:gd name="connsiteY3" fmla="*/ 379299 h 599436"/>
                  <a:gd name="connsiteX4" fmla="*/ 339000 w 383704"/>
                  <a:gd name="connsiteY4" fmla="*/ 0 h 599436"/>
                  <a:gd name="connsiteX5" fmla="*/ 347692 w 383704"/>
                  <a:gd name="connsiteY5" fmla="*/ 7462 h 599436"/>
                  <a:gd name="connsiteX6" fmla="*/ 383704 w 383704"/>
                  <a:gd name="connsiteY6" fmla="*/ 383042 h 599436"/>
                  <a:gd name="connsiteX7" fmla="*/ 379978 w 383704"/>
                  <a:gd name="connsiteY7" fmla="*/ 390504 h 599436"/>
                  <a:gd name="connsiteX8" fmla="*/ 98100 w 383704"/>
                  <a:gd name="connsiteY8" fmla="*/ 598193 h 599436"/>
                  <a:gd name="connsiteX9" fmla="*/ 93132 w 383704"/>
                  <a:gd name="connsiteY9" fmla="*/ 599436 h 599436"/>
                  <a:gd name="connsiteX10" fmla="*/ 86924 w 383704"/>
                  <a:gd name="connsiteY10" fmla="*/ 596949 h 599436"/>
                  <a:gd name="connsiteX11" fmla="*/ 0 w 383704"/>
                  <a:gd name="connsiteY11" fmla="*/ 361900 h 599436"/>
                  <a:gd name="connsiteX12" fmla="*/ 339000 w 383704"/>
                  <a:gd name="connsiteY12" fmla="*/ 0 h 599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83704" h="599436">
                    <a:moveTo>
                      <a:pt x="332746" y="16201"/>
                    </a:moveTo>
                    <a:cubicBezTo>
                      <a:pt x="153988" y="31123"/>
                      <a:pt x="16196" y="181585"/>
                      <a:pt x="16196" y="361890"/>
                    </a:cubicBezTo>
                    <a:cubicBezTo>
                      <a:pt x="16196" y="441473"/>
                      <a:pt x="43506" y="518569"/>
                      <a:pt x="94402" y="580743"/>
                    </a:cubicBezTo>
                    <a:lnTo>
                      <a:pt x="366262" y="379299"/>
                    </a:lnTo>
                    <a:close/>
                    <a:moveTo>
                      <a:pt x="339000" y="0"/>
                    </a:moveTo>
                    <a:cubicBezTo>
                      <a:pt x="343968" y="0"/>
                      <a:pt x="347692" y="2488"/>
                      <a:pt x="347692" y="7462"/>
                    </a:cubicBezTo>
                    <a:lnTo>
                      <a:pt x="383704" y="383042"/>
                    </a:lnTo>
                    <a:cubicBezTo>
                      <a:pt x="383704" y="385530"/>
                      <a:pt x="382462" y="389261"/>
                      <a:pt x="379978" y="390504"/>
                    </a:cubicBezTo>
                    <a:lnTo>
                      <a:pt x="98100" y="598193"/>
                    </a:lnTo>
                    <a:cubicBezTo>
                      <a:pt x="96858" y="598193"/>
                      <a:pt x="94374" y="599436"/>
                      <a:pt x="93132" y="599436"/>
                    </a:cubicBezTo>
                    <a:cubicBezTo>
                      <a:pt x="90648" y="599436"/>
                      <a:pt x="88166" y="598193"/>
                      <a:pt x="86924" y="596949"/>
                    </a:cubicBezTo>
                    <a:cubicBezTo>
                      <a:pt x="31044" y="531036"/>
                      <a:pt x="0" y="447712"/>
                      <a:pt x="0" y="361900"/>
                    </a:cubicBezTo>
                    <a:cubicBezTo>
                      <a:pt x="0" y="170379"/>
                      <a:pt x="149012" y="11193"/>
                      <a:pt x="3390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13" name="Freeform 512">
                <a:extLst>
                  <a:ext uri="{FF2B5EF4-FFF2-40B4-BE49-F238E27FC236}">
                    <a16:creationId xmlns:a16="http://schemas.microsoft.com/office/drawing/2014/main" id="{0CEE97E6-58A8-EA41-82C2-E5FE9633CF57}"/>
                  </a:ext>
                </a:extLst>
              </p:cNvPr>
              <p:cNvSpPr/>
              <p:nvPr/>
            </p:nvSpPr>
            <p:spPr>
              <a:xfrm>
                <a:off x="17545734" y="7199463"/>
                <a:ext cx="631616" cy="704120"/>
              </a:xfrm>
              <a:custGeom>
                <a:avLst/>
                <a:gdLst>
                  <a:gd name="connsiteX0" fmla="*/ 270338 w 631616"/>
                  <a:gd name="connsiteY0" fmla="*/ 410013 h 704120"/>
                  <a:gd name="connsiteX1" fmla="*/ 18686 w 631616"/>
                  <a:gd name="connsiteY1" fmla="*/ 594865 h 704120"/>
                  <a:gd name="connsiteX2" fmla="*/ 151330 w 631616"/>
                  <a:gd name="connsiteY2" fmla="*/ 685430 h 704120"/>
                  <a:gd name="connsiteX3" fmla="*/ 264108 w 631616"/>
                  <a:gd name="connsiteY3" fmla="*/ 16205 h 704120"/>
                  <a:gd name="connsiteX4" fmla="*/ 297626 w 631616"/>
                  <a:gd name="connsiteY4" fmla="*/ 375119 h 704120"/>
                  <a:gd name="connsiteX5" fmla="*/ 614174 w 631616"/>
                  <a:gd name="connsiteY5" fmla="*/ 284459 h 704120"/>
                  <a:gd name="connsiteX6" fmla="*/ 276522 w 631616"/>
                  <a:gd name="connsiteY6" fmla="*/ 16205 h 704120"/>
                  <a:gd name="connsiteX7" fmla="*/ 264108 w 631616"/>
                  <a:gd name="connsiteY7" fmla="*/ 16205 h 704120"/>
                  <a:gd name="connsiteX8" fmla="*/ 276022 w 631616"/>
                  <a:gd name="connsiteY8" fmla="*/ 0 h 704120"/>
                  <a:gd name="connsiteX9" fmla="*/ 631616 w 631616"/>
                  <a:gd name="connsiteY9" fmla="*/ 289859 h 704120"/>
                  <a:gd name="connsiteX10" fmla="*/ 625400 w 631616"/>
                  <a:gd name="connsiteY10" fmla="*/ 298567 h 704120"/>
                  <a:gd name="connsiteX11" fmla="*/ 295914 w 631616"/>
                  <a:gd name="connsiteY11" fmla="*/ 391869 h 704120"/>
                  <a:gd name="connsiteX12" fmla="*/ 162878 w 631616"/>
                  <a:gd name="connsiteY12" fmla="*/ 699144 h 704120"/>
                  <a:gd name="connsiteX13" fmla="*/ 155418 w 631616"/>
                  <a:gd name="connsiteY13" fmla="*/ 704120 h 704120"/>
                  <a:gd name="connsiteX14" fmla="*/ 152930 w 631616"/>
                  <a:gd name="connsiteY14" fmla="*/ 702876 h 704120"/>
                  <a:gd name="connsiteX15" fmla="*/ 1244 w 631616"/>
                  <a:gd name="connsiteY15" fmla="*/ 598378 h 704120"/>
                  <a:gd name="connsiteX16" fmla="*/ 0 w 631616"/>
                  <a:gd name="connsiteY16" fmla="*/ 592158 h 704120"/>
                  <a:gd name="connsiteX17" fmla="*/ 2486 w 631616"/>
                  <a:gd name="connsiteY17" fmla="*/ 585938 h 704120"/>
                  <a:gd name="connsiteX18" fmla="*/ 280994 w 631616"/>
                  <a:gd name="connsiteY18" fmla="*/ 380673 h 704120"/>
                  <a:gd name="connsiteX19" fmla="*/ 246182 w 631616"/>
                  <a:gd name="connsiteY19" fmla="*/ 9952 h 704120"/>
                  <a:gd name="connsiteX20" fmla="*/ 248668 w 631616"/>
                  <a:gd name="connsiteY20" fmla="*/ 3732 h 704120"/>
                  <a:gd name="connsiteX21" fmla="*/ 253642 w 631616"/>
                  <a:gd name="connsiteY21" fmla="*/ 1244 h 704120"/>
                  <a:gd name="connsiteX22" fmla="*/ 276022 w 631616"/>
                  <a:gd name="connsiteY22" fmla="*/ 0 h 7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31616" h="704120">
                    <a:moveTo>
                      <a:pt x="270338" y="410013"/>
                    </a:moveTo>
                    <a:lnTo>
                      <a:pt x="18686" y="594865"/>
                    </a:lnTo>
                    <a:cubicBezTo>
                      <a:pt x="55876" y="634565"/>
                      <a:pt x="100504" y="665580"/>
                      <a:pt x="151330" y="685430"/>
                    </a:cubicBezTo>
                    <a:close/>
                    <a:moveTo>
                      <a:pt x="264108" y="16205"/>
                    </a:moveTo>
                    <a:lnTo>
                      <a:pt x="297626" y="375119"/>
                    </a:lnTo>
                    <a:lnTo>
                      <a:pt x="614174" y="284459"/>
                    </a:lnTo>
                    <a:cubicBezTo>
                      <a:pt x="578176" y="129220"/>
                      <a:pt x="437900" y="16205"/>
                      <a:pt x="276522" y="16205"/>
                    </a:cubicBezTo>
                    <a:cubicBezTo>
                      <a:pt x="272798" y="16205"/>
                      <a:pt x="267832" y="16205"/>
                      <a:pt x="264108" y="16205"/>
                    </a:cubicBezTo>
                    <a:close/>
                    <a:moveTo>
                      <a:pt x="276022" y="0"/>
                    </a:moveTo>
                    <a:cubicBezTo>
                      <a:pt x="447602" y="0"/>
                      <a:pt x="596802" y="121915"/>
                      <a:pt x="631616" y="289859"/>
                    </a:cubicBezTo>
                    <a:cubicBezTo>
                      <a:pt x="631616" y="293591"/>
                      <a:pt x="629130" y="298567"/>
                      <a:pt x="625400" y="298567"/>
                    </a:cubicBezTo>
                    <a:lnTo>
                      <a:pt x="295914" y="391869"/>
                    </a:lnTo>
                    <a:lnTo>
                      <a:pt x="162878" y="699144"/>
                    </a:lnTo>
                    <a:cubicBezTo>
                      <a:pt x="161634" y="701632"/>
                      <a:pt x="159148" y="704120"/>
                      <a:pt x="155418" y="704120"/>
                    </a:cubicBezTo>
                    <a:cubicBezTo>
                      <a:pt x="154174" y="704120"/>
                      <a:pt x="154174" y="704120"/>
                      <a:pt x="152930" y="702876"/>
                    </a:cubicBezTo>
                    <a:cubicBezTo>
                      <a:pt x="94494" y="682972"/>
                      <a:pt x="42274" y="645651"/>
                      <a:pt x="1244" y="598378"/>
                    </a:cubicBezTo>
                    <a:cubicBezTo>
                      <a:pt x="0" y="597134"/>
                      <a:pt x="0" y="594646"/>
                      <a:pt x="0" y="592158"/>
                    </a:cubicBezTo>
                    <a:cubicBezTo>
                      <a:pt x="0" y="589670"/>
                      <a:pt x="1244" y="588426"/>
                      <a:pt x="2486" y="585938"/>
                    </a:cubicBezTo>
                    <a:lnTo>
                      <a:pt x="280994" y="380673"/>
                    </a:lnTo>
                    <a:lnTo>
                      <a:pt x="246182" y="9952"/>
                    </a:lnTo>
                    <a:cubicBezTo>
                      <a:pt x="246182" y="7464"/>
                      <a:pt x="246182" y="4976"/>
                      <a:pt x="248668" y="3732"/>
                    </a:cubicBezTo>
                    <a:cubicBezTo>
                      <a:pt x="249912" y="2488"/>
                      <a:pt x="251154" y="1244"/>
                      <a:pt x="253642" y="1244"/>
                    </a:cubicBezTo>
                    <a:cubicBezTo>
                      <a:pt x="262344" y="1244"/>
                      <a:pt x="269804" y="0"/>
                      <a:pt x="2760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1C32955B-3334-3F4D-8B68-3BB76909029F}"/>
                  </a:ext>
                </a:extLst>
              </p:cNvPr>
              <p:cNvSpPr/>
              <p:nvPr/>
            </p:nvSpPr>
            <p:spPr>
              <a:xfrm>
                <a:off x="17693984" y="7483607"/>
                <a:ext cx="489596" cy="441165"/>
              </a:xfrm>
              <a:custGeom>
                <a:avLst/>
                <a:gdLst>
                  <a:gd name="connsiteX0" fmla="*/ 468430 w 489596"/>
                  <a:gd name="connsiteY0" fmla="*/ 17447 h 441165"/>
                  <a:gd name="connsiteX1" fmla="*/ 147894 w 489596"/>
                  <a:gd name="connsiteY1" fmla="*/ 108144 h 441165"/>
                  <a:gd name="connsiteX2" fmla="*/ 18686 w 489596"/>
                  <a:gd name="connsiteY2" fmla="*/ 406324 h 441165"/>
                  <a:gd name="connsiteX3" fmla="*/ 128016 w 489596"/>
                  <a:gd name="connsiteY3" fmla="*/ 423718 h 441165"/>
                  <a:gd name="connsiteX4" fmla="*/ 473400 w 489596"/>
                  <a:gd name="connsiteY4" fmla="*/ 79568 h 441165"/>
                  <a:gd name="connsiteX5" fmla="*/ 468430 w 489596"/>
                  <a:gd name="connsiteY5" fmla="*/ 17447 h 441165"/>
                  <a:gd name="connsiteX6" fmla="*/ 472198 w 489596"/>
                  <a:gd name="connsiteY6" fmla="*/ 0 h 441165"/>
                  <a:gd name="connsiteX7" fmla="*/ 479654 w 489596"/>
                  <a:gd name="connsiteY7" fmla="*/ 1243 h 441165"/>
                  <a:gd name="connsiteX8" fmla="*/ 482140 w 489596"/>
                  <a:gd name="connsiteY8" fmla="*/ 6214 h 441165"/>
                  <a:gd name="connsiteX9" fmla="*/ 489596 w 489596"/>
                  <a:gd name="connsiteY9" fmla="*/ 79534 h 441165"/>
                  <a:gd name="connsiteX10" fmla="*/ 127990 w 489596"/>
                  <a:gd name="connsiteY10" fmla="*/ 441165 h 441165"/>
                  <a:gd name="connsiteX11" fmla="*/ 4970 w 489596"/>
                  <a:gd name="connsiteY11" fmla="*/ 418796 h 441165"/>
                  <a:gd name="connsiteX12" fmla="*/ 0 w 489596"/>
                  <a:gd name="connsiteY12" fmla="*/ 415068 h 441165"/>
                  <a:gd name="connsiteX13" fmla="*/ 0 w 489596"/>
                  <a:gd name="connsiteY13" fmla="*/ 408855 h 441165"/>
                  <a:gd name="connsiteX14" fmla="*/ 134202 w 489596"/>
                  <a:gd name="connsiteY14" fmla="*/ 98175 h 441165"/>
                  <a:gd name="connsiteX15" fmla="*/ 139174 w 489596"/>
                  <a:gd name="connsiteY15" fmla="*/ 93204 h 4411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89596" h="441165">
                    <a:moveTo>
                      <a:pt x="468430" y="17447"/>
                    </a:moveTo>
                    <a:lnTo>
                      <a:pt x="147894" y="108144"/>
                    </a:lnTo>
                    <a:lnTo>
                      <a:pt x="18686" y="406324"/>
                    </a:lnTo>
                    <a:cubicBezTo>
                      <a:pt x="53472" y="418749"/>
                      <a:pt x="90744" y="423718"/>
                      <a:pt x="128016" y="423718"/>
                    </a:cubicBezTo>
                    <a:cubicBezTo>
                      <a:pt x="318102" y="423718"/>
                      <a:pt x="473400" y="269658"/>
                      <a:pt x="473400" y="79568"/>
                    </a:cubicBezTo>
                    <a:cubicBezTo>
                      <a:pt x="473400" y="58447"/>
                      <a:pt x="472158" y="38568"/>
                      <a:pt x="468430" y="17447"/>
                    </a:cubicBezTo>
                    <a:close/>
                    <a:moveTo>
                      <a:pt x="472198" y="0"/>
                    </a:moveTo>
                    <a:cubicBezTo>
                      <a:pt x="474684" y="0"/>
                      <a:pt x="477168" y="0"/>
                      <a:pt x="479654" y="1243"/>
                    </a:cubicBezTo>
                    <a:cubicBezTo>
                      <a:pt x="480896" y="1243"/>
                      <a:pt x="482140" y="3728"/>
                      <a:pt x="482140" y="6214"/>
                    </a:cubicBezTo>
                    <a:cubicBezTo>
                      <a:pt x="487110" y="29825"/>
                      <a:pt x="489596" y="53437"/>
                      <a:pt x="489596" y="79534"/>
                    </a:cubicBezTo>
                    <a:cubicBezTo>
                      <a:pt x="489596" y="278369"/>
                      <a:pt x="328054" y="441165"/>
                      <a:pt x="127990" y="441165"/>
                    </a:cubicBezTo>
                    <a:cubicBezTo>
                      <a:pt x="85740" y="441165"/>
                      <a:pt x="44734" y="433709"/>
                      <a:pt x="4970" y="418796"/>
                    </a:cubicBezTo>
                    <a:cubicBezTo>
                      <a:pt x="2484" y="417554"/>
                      <a:pt x="1242" y="416311"/>
                      <a:pt x="0" y="415068"/>
                    </a:cubicBezTo>
                    <a:cubicBezTo>
                      <a:pt x="0" y="412583"/>
                      <a:pt x="0" y="410097"/>
                      <a:pt x="0" y="408855"/>
                    </a:cubicBezTo>
                    <a:lnTo>
                      <a:pt x="134202" y="98175"/>
                    </a:lnTo>
                    <a:cubicBezTo>
                      <a:pt x="135446" y="95690"/>
                      <a:pt x="136688" y="94447"/>
                      <a:pt x="139174" y="9320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5593C5BE-B117-564D-B033-18DD9130BDFF}"/>
                  </a:ext>
                </a:extLst>
              </p:cNvPr>
              <p:cNvSpPr/>
              <p:nvPr/>
            </p:nvSpPr>
            <p:spPr>
              <a:xfrm>
                <a:off x="17799876" y="7208190"/>
                <a:ext cx="368754" cy="37511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7" h="302">
                    <a:moveTo>
                      <a:pt x="297" y="227"/>
                    </a:moveTo>
                    <a:cubicBezTo>
                      <a:pt x="271" y="97"/>
                      <a:pt x="156" y="0"/>
                      <a:pt x="18" y="0"/>
                    </a:cubicBezTo>
                    <a:cubicBezTo>
                      <a:pt x="12" y="0"/>
                      <a:pt x="6" y="0"/>
                      <a:pt x="0" y="0"/>
                    </a:cubicBezTo>
                    <a:lnTo>
                      <a:pt x="29" y="302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3EBCF3DC-1CD2-0A4C-B33E-88999E509C6C}"/>
                  </a:ext>
                </a:extLst>
              </p:cNvPr>
              <p:cNvSpPr/>
              <p:nvPr/>
            </p:nvSpPr>
            <p:spPr>
              <a:xfrm>
                <a:off x="18385398" y="7385155"/>
                <a:ext cx="42481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2" h="13">
                    <a:moveTo>
                      <a:pt x="336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36" y="0"/>
                    </a:lnTo>
                    <a:cubicBezTo>
                      <a:pt x="339" y="0"/>
                      <a:pt x="342" y="3"/>
                      <a:pt x="342" y="6"/>
                    </a:cubicBezTo>
                    <a:cubicBezTo>
                      <a:pt x="342" y="10"/>
                      <a:pt x="339" y="13"/>
                      <a:pt x="336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8CCD6E13-12C7-D54A-851A-8113D3E844EB}"/>
                  </a:ext>
                </a:extLst>
              </p:cNvPr>
              <p:cNvSpPr/>
              <p:nvPr/>
            </p:nvSpPr>
            <p:spPr>
              <a:xfrm>
                <a:off x="18385398" y="7554642"/>
                <a:ext cx="42481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2" h="13">
                    <a:moveTo>
                      <a:pt x="336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36" y="0"/>
                    </a:lnTo>
                    <a:cubicBezTo>
                      <a:pt x="339" y="0"/>
                      <a:pt x="342" y="3"/>
                      <a:pt x="342" y="7"/>
                    </a:cubicBezTo>
                    <a:cubicBezTo>
                      <a:pt x="342" y="10"/>
                      <a:pt x="339" y="13"/>
                      <a:pt x="336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4" name="Freeform 363">
                <a:extLst>
                  <a:ext uri="{FF2B5EF4-FFF2-40B4-BE49-F238E27FC236}">
                    <a16:creationId xmlns:a16="http://schemas.microsoft.com/office/drawing/2014/main" id="{78247D9A-5343-FA42-9F63-230B8483EBEB}"/>
                  </a:ext>
                </a:extLst>
              </p:cNvPr>
              <p:cNvSpPr/>
              <p:nvPr/>
            </p:nvSpPr>
            <p:spPr>
              <a:xfrm>
                <a:off x="18385398" y="7724129"/>
                <a:ext cx="42481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2" h="13">
                    <a:moveTo>
                      <a:pt x="336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36" y="0"/>
                    </a:lnTo>
                    <a:cubicBezTo>
                      <a:pt x="339" y="0"/>
                      <a:pt x="342" y="3"/>
                      <a:pt x="342" y="7"/>
                    </a:cubicBezTo>
                    <a:cubicBezTo>
                      <a:pt x="342" y="10"/>
                      <a:pt x="339" y="13"/>
                      <a:pt x="336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436" name="Freeform 435">
            <a:extLst>
              <a:ext uri="{FF2B5EF4-FFF2-40B4-BE49-F238E27FC236}">
                <a16:creationId xmlns:a16="http://schemas.microsoft.com/office/drawing/2014/main" id="{A5834360-17FB-ED4A-8795-311BC74C89CB}"/>
              </a:ext>
            </a:extLst>
          </p:cNvPr>
          <p:cNvSpPr/>
          <p:nvPr/>
        </p:nvSpPr>
        <p:spPr>
          <a:xfrm>
            <a:off x="2664752" y="3296277"/>
            <a:ext cx="214276" cy="225816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3" h="1813">
                <a:moveTo>
                  <a:pt x="173" y="1813"/>
                </a:moveTo>
                <a:lnTo>
                  <a:pt x="0" y="1813"/>
                </a:lnTo>
                <a:lnTo>
                  <a:pt x="0" y="0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79" name="Freeform 478">
            <a:extLst>
              <a:ext uri="{FF2B5EF4-FFF2-40B4-BE49-F238E27FC236}">
                <a16:creationId xmlns:a16="http://schemas.microsoft.com/office/drawing/2014/main" id="{EA50B0CD-2205-0640-98AA-79FFA20DEA54}"/>
              </a:ext>
            </a:extLst>
          </p:cNvPr>
          <p:cNvSpPr/>
          <p:nvPr/>
        </p:nvSpPr>
        <p:spPr>
          <a:xfrm>
            <a:off x="1554170" y="4047753"/>
            <a:ext cx="854201" cy="755215"/>
          </a:xfrm>
          <a:custGeom>
            <a:avLst/>
            <a:gdLst>
              <a:gd name="connsiteX0" fmla="*/ 31713 w 854201"/>
              <a:gd name="connsiteY0" fmla="*/ 655513 h 755215"/>
              <a:gd name="connsiteX1" fmla="*/ 23006 w 854201"/>
              <a:gd name="connsiteY1" fmla="*/ 660419 h 755215"/>
              <a:gd name="connsiteX2" fmla="*/ 24250 w 854201"/>
              <a:gd name="connsiteY2" fmla="*/ 666551 h 755215"/>
              <a:gd name="connsiteX3" fmla="*/ 44152 w 854201"/>
              <a:gd name="connsiteY3" fmla="*/ 689854 h 755215"/>
              <a:gd name="connsiteX4" fmla="*/ 134955 w 854201"/>
              <a:gd name="connsiteY4" fmla="*/ 732779 h 755215"/>
              <a:gd name="connsiteX5" fmla="*/ 720822 w 854201"/>
              <a:gd name="connsiteY5" fmla="*/ 732779 h 755215"/>
              <a:gd name="connsiteX6" fmla="*/ 814113 w 854201"/>
              <a:gd name="connsiteY6" fmla="*/ 689854 h 755215"/>
              <a:gd name="connsiteX7" fmla="*/ 831527 w 854201"/>
              <a:gd name="connsiteY7" fmla="*/ 666551 h 755215"/>
              <a:gd name="connsiteX8" fmla="*/ 832771 w 854201"/>
              <a:gd name="connsiteY8" fmla="*/ 660419 h 755215"/>
              <a:gd name="connsiteX9" fmla="*/ 824064 w 854201"/>
              <a:gd name="connsiteY9" fmla="*/ 655513 h 755215"/>
              <a:gd name="connsiteX10" fmla="*/ 494436 w 854201"/>
              <a:gd name="connsiteY10" fmla="*/ 655513 h 755215"/>
              <a:gd name="connsiteX11" fmla="*/ 468315 w 854201"/>
              <a:gd name="connsiteY11" fmla="*/ 671457 h 755215"/>
              <a:gd name="connsiteX12" fmla="*/ 428511 w 854201"/>
              <a:gd name="connsiteY12" fmla="*/ 695986 h 755215"/>
              <a:gd name="connsiteX13" fmla="*/ 388706 w 854201"/>
              <a:gd name="connsiteY13" fmla="*/ 671457 h 755215"/>
              <a:gd name="connsiteX14" fmla="*/ 362585 w 854201"/>
              <a:gd name="connsiteY14" fmla="*/ 655513 h 755215"/>
              <a:gd name="connsiteX15" fmla="*/ 392937 w 854201"/>
              <a:gd name="connsiteY15" fmla="*/ 499738 h 755215"/>
              <a:gd name="connsiteX16" fmla="*/ 582429 w 854201"/>
              <a:gd name="connsiteY16" fmla="*/ 499738 h 755215"/>
              <a:gd name="connsiteX17" fmla="*/ 593575 w 854201"/>
              <a:gd name="connsiteY17" fmla="*/ 510331 h 755215"/>
              <a:gd name="connsiteX18" fmla="*/ 582429 w 854201"/>
              <a:gd name="connsiteY18" fmla="*/ 520924 h 755215"/>
              <a:gd name="connsiteX19" fmla="*/ 392937 w 854201"/>
              <a:gd name="connsiteY19" fmla="*/ 520924 h 755215"/>
              <a:gd name="connsiteX20" fmla="*/ 381790 w 854201"/>
              <a:gd name="connsiteY20" fmla="*/ 510331 h 755215"/>
              <a:gd name="connsiteX21" fmla="*/ 392937 w 854201"/>
              <a:gd name="connsiteY21" fmla="*/ 499738 h 755215"/>
              <a:gd name="connsiteX22" fmla="*/ 416602 w 854201"/>
              <a:gd name="connsiteY22" fmla="*/ 452381 h 755215"/>
              <a:gd name="connsiteX23" fmla="*/ 582441 w 854201"/>
              <a:gd name="connsiteY23" fmla="*/ 452381 h 755215"/>
              <a:gd name="connsiteX24" fmla="*/ 593579 w 854201"/>
              <a:gd name="connsiteY24" fmla="*/ 462974 h 755215"/>
              <a:gd name="connsiteX25" fmla="*/ 582441 w 854201"/>
              <a:gd name="connsiteY25" fmla="*/ 473567 h 755215"/>
              <a:gd name="connsiteX26" fmla="*/ 416602 w 854201"/>
              <a:gd name="connsiteY26" fmla="*/ 473567 h 755215"/>
              <a:gd name="connsiteX27" fmla="*/ 405464 w 854201"/>
              <a:gd name="connsiteY27" fmla="*/ 462974 h 755215"/>
              <a:gd name="connsiteX28" fmla="*/ 416602 w 854201"/>
              <a:gd name="connsiteY28" fmla="*/ 452381 h 755215"/>
              <a:gd name="connsiteX29" fmla="*/ 265902 w 854201"/>
              <a:gd name="connsiteY29" fmla="*/ 432392 h 755215"/>
              <a:gd name="connsiteX30" fmla="*/ 281882 w 854201"/>
              <a:gd name="connsiteY30" fmla="*/ 432392 h 755215"/>
              <a:gd name="connsiteX31" fmla="*/ 308924 w 854201"/>
              <a:gd name="connsiteY31" fmla="*/ 459444 h 755215"/>
              <a:gd name="connsiteX32" fmla="*/ 337195 w 854201"/>
              <a:gd name="connsiteY32" fmla="*/ 432392 h 755215"/>
              <a:gd name="connsiteX33" fmla="*/ 351946 w 854201"/>
              <a:gd name="connsiteY33" fmla="*/ 432392 h 755215"/>
              <a:gd name="connsiteX34" fmla="*/ 351946 w 854201"/>
              <a:gd name="connsiteY34" fmla="*/ 448377 h 755215"/>
              <a:gd name="connsiteX35" fmla="*/ 324903 w 854201"/>
              <a:gd name="connsiteY35" fmla="*/ 475429 h 755215"/>
              <a:gd name="connsiteX36" fmla="*/ 351946 w 854201"/>
              <a:gd name="connsiteY36" fmla="*/ 502480 h 755215"/>
              <a:gd name="connsiteX37" fmla="*/ 351946 w 854201"/>
              <a:gd name="connsiteY37" fmla="*/ 517235 h 755215"/>
              <a:gd name="connsiteX38" fmla="*/ 344570 w 854201"/>
              <a:gd name="connsiteY38" fmla="*/ 520924 h 755215"/>
              <a:gd name="connsiteX39" fmla="*/ 337195 w 854201"/>
              <a:gd name="connsiteY39" fmla="*/ 517235 h 755215"/>
              <a:gd name="connsiteX40" fmla="*/ 308924 w 854201"/>
              <a:gd name="connsiteY40" fmla="*/ 490184 h 755215"/>
              <a:gd name="connsiteX41" fmla="*/ 281882 w 854201"/>
              <a:gd name="connsiteY41" fmla="*/ 517235 h 755215"/>
              <a:gd name="connsiteX42" fmla="*/ 274507 w 854201"/>
              <a:gd name="connsiteY42" fmla="*/ 520924 h 755215"/>
              <a:gd name="connsiteX43" fmla="*/ 265902 w 854201"/>
              <a:gd name="connsiteY43" fmla="*/ 517235 h 755215"/>
              <a:gd name="connsiteX44" fmla="*/ 265902 w 854201"/>
              <a:gd name="connsiteY44" fmla="*/ 502480 h 755215"/>
              <a:gd name="connsiteX45" fmla="*/ 294174 w 854201"/>
              <a:gd name="connsiteY45" fmla="*/ 475429 h 755215"/>
              <a:gd name="connsiteX46" fmla="*/ 265902 w 854201"/>
              <a:gd name="connsiteY46" fmla="*/ 448377 h 755215"/>
              <a:gd name="connsiteX47" fmla="*/ 265902 w 854201"/>
              <a:gd name="connsiteY47" fmla="*/ 432392 h 755215"/>
              <a:gd name="connsiteX48" fmla="*/ 274571 w 854201"/>
              <a:gd name="connsiteY48" fmla="*/ 357668 h 755215"/>
              <a:gd name="connsiteX49" fmla="*/ 415516 w 854201"/>
              <a:gd name="connsiteY49" fmla="*/ 357668 h 755215"/>
              <a:gd name="connsiteX50" fmla="*/ 426643 w 854201"/>
              <a:gd name="connsiteY50" fmla="*/ 368261 h 755215"/>
              <a:gd name="connsiteX51" fmla="*/ 415516 w 854201"/>
              <a:gd name="connsiteY51" fmla="*/ 378854 h 755215"/>
              <a:gd name="connsiteX52" fmla="*/ 274571 w 854201"/>
              <a:gd name="connsiteY52" fmla="*/ 378854 h 755215"/>
              <a:gd name="connsiteX53" fmla="*/ 263444 w 854201"/>
              <a:gd name="connsiteY53" fmla="*/ 368261 h 755215"/>
              <a:gd name="connsiteX54" fmla="*/ 274571 w 854201"/>
              <a:gd name="connsiteY54" fmla="*/ 357668 h 755215"/>
              <a:gd name="connsiteX55" fmla="*/ 573854 w 854201"/>
              <a:gd name="connsiteY55" fmla="*/ 311524 h 755215"/>
              <a:gd name="connsiteX56" fmla="*/ 589878 w 854201"/>
              <a:gd name="connsiteY56" fmla="*/ 311524 h 755215"/>
              <a:gd name="connsiteX57" fmla="*/ 589878 w 854201"/>
              <a:gd name="connsiteY57" fmla="*/ 327506 h 755215"/>
              <a:gd name="connsiteX58" fmla="*/ 519623 w 854201"/>
              <a:gd name="connsiteY58" fmla="*/ 397581 h 755215"/>
              <a:gd name="connsiteX59" fmla="*/ 512227 w 854201"/>
              <a:gd name="connsiteY59" fmla="*/ 400040 h 755215"/>
              <a:gd name="connsiteX60" fmla="*/ 503599 w 854201"/>
              <a:gd name="connsiteY60" fmla="*/ 397581 h 755215"/>
              <a:gd name="connsiteX61" fmla="*/ 480181 w 854201"/>
              <a:gd name="connsiteY61" fmla="*/ 372993 h 755215"/>
              <a:gd name="connsiteX62" fmla="*/ 480181 w 854201"/>
              <a:gd name="connsiteY62" fmla="*/ 358240 h 755215"/>
              <a:gd name="connsiteX63" fmla="*/ 496204 w 854201"/>
              <a:gd name="connsiteY63" fmla="*/ 358240 h 755215"/>
              <a:gd name="connsiteX64" fmla="*/ 512227 w 854201"/>
              <a:gd name="connsiteY64" fmla="*/ 374223 h 755215"/>
              <a:gd name="connsiteX65" fmla="*/ 274590 w 854201"/>
              <a:gd name="connsiteY65" fmla="*/ 310311 h 755215"/>
              <a:gd name="connsiteX66" fmla="*/ 464075 w 854201"/>
              <a:gd name="connsiteY66" fmla="*/ 310311 h 755215"/>
              <a:gd name="connsiteX67" fmla="*/ 473983 w 854201"/>
              <a:gd name="connsiteY67" fmla="*/ 320904 h 755215"/>
              <a:gd name="connsiteX68" fmla="*/ 464075 w 854201"/>
              <a:gd name="connsiteY68" fmla="*/ 331497 h 755215"/>
              <a:gd name="connsiteX69" fmla="*/ 274590 w 854201"/>
              <a:gd name="connsiteY69" fmla="*/ 331497 h 755215"/>
              <a:gd name="connsiteX70" fmla="*/ 263444 w 854201"/>
              <a:gd name="connsiteY70" fmla="*/ 320904 h 755215"/>
              <a:gd name="connsiteX71" fmla="*/ 274590 w 854201"/>
              <a:gd name="connsiteY71" fmla="*/ 310311 h 755215"/>
              <a:gd name="connsiteX72" fmla="*/ 392937 w 854201"/>
              <a:gd name="connsiteY72" fmla="*/ 238030 h 755215"/>
              <a:gd name="connsiteX73" fmla="*/ 582429 w 854201"/>
              <a:gd name="connsiteY73" fmla="*/ 238030 h 755215"/>
              <a:gd name="connsiteX74" fmla="*/ 593575 w 854201"/>
              <a:gd name="connsiteY74" fmla="*/ 248623 h 755215"/>
              <a:gd name="connsiteX75" fmla="*/ 582429 w 854201"/>
              <a:gd name="connsiteY75" fmla="*/ 259216 h 755215"/>
              <a:gd name="connsiteX76" fmla="*/ 392937 w 854201"/>
              <a:gd name="connsiteY76" fmla="*/ 259216 h 755215"/>
              <a:gd name="connsiteX77" fmla="*/ 381790 w 854201"/>
              <a:gd name="connsiteY77" fmla="*/ 248623 h 755215"/>
              <a:gd name="connsiteX78" fmla="*/ 392937 w 854201"/>
              <a:gd name="connsiteY78" fmla="*/ 238030 h 755215"/>
              <a:gd name="connsiteX79" fmla="*/ 159926 w 854201"/>
              <a:gd name="connsiteY79" fmla="*/ 229306 h 755215"/>
              <a:gd name="connsiteX80" fmla="*/ 100241 w 854201"/>
              <a:gd name="connsiteY80" fmla="*/ 286472 h 755215"/>
              <a:gd name="connsiteX81" fmla="*/ 100241 w 854201"/>
              <a:gd name="connsiteY81" fmla="*/ 631954 h 755215"/>
              <a:gd name="connsiteX82" fmla="*/ 362606 w 854201"/>
              <a:gd name="connsiteY82" fmla="*/ 631954 h 755215"/>
              <a:gd name="connsiteX83" fmla="*/ 408613 w 854201"/>
              <a:gd name="connsiteY83" fmla="*/ 660537 h 755215"/>
              <a:gd name="connsiteX84" fmla="*/ 428508 w 854201"/>
              <a:gd name="connsiteY84" fmla="*/ 672964 h 755215"/>
              <a:gd name="connsiteX85" fmla="*/ 447160 w 854201"/>
              <a:gd name="connsiteY85" fmla="*/ 660537 h 755215"/>
              <a:gd name="connsiteX86" fmla="*/ 494411 w 854201"/>
              <a:gd name="connsiteY86" fmla="*/ 631954 h 755215"/>
              <a:gd name="connsiteX87" fmla="*/ 758019 w 854201"/>
              <a:gd name="connsiteY87" fmla="*/ 631954 h 755215"/>
              <a:gd name="connsiteX88" fmla="*/ 758019 w 854201"/>
              <a:gd name="connsiteY88" fmla="*/ 286472 h 755215"/>
              <a:gd name="connsiteX89" fmla="*/ 699578 w 854201"/>
              <a:gd name="connsiteY89" fmla="*/ 229306 h 755215"/>
              <a:gd name="connsiteX90" fmla="*/ 664761 w 854201"/>
              <a:gd name="connsiteY90" fmla="*/ 229306 h 755215"/>
              <a:gd name="connsiteX91" fmla="*/ 664761 w 854201"/>
              <a:gd name="connsiteY91" fmla="*/ 558632 h 755215"/>
              <a:gd name="connsiteX92" fmla="*/ 631189 w 854201"/>
              <a:gd name="connsiteY92" fmla="*/ 593429 h 755215"/>
              <a:gd name="connsiteX93" fmla="*/ 225828 w 854201"/>
              <a:gd name="connsiteY93" fmla="*/ 593429 h 755215"/>
              <a:gd name="connsiteX94" fmla="*/ 191012 w 854201"/>
              <a:gd name="connsiteY94" fmla="*/ 558632 h 755215"/>
              <a:gd name="connsiteX95" fmla="*/ 191012 w 854201"/>
              <a:gd name="connsiteY95" fmla="*/ 229306 h 755215"/>
              <a:gd name="connsiteX96" fmla="*/ 284622 w 854201"/>
              <a:gd name="connsiteY96" fmla="*/ 213105 h 755215"/>
              <a:gd name="connsiteX97" fmla="*/ 284622 w 854201"/>
              <a:gd name="connsiteY97" fmla="*/ 260462 h 755215"/>
              <a:gd name="connsiteX98" fmla="*/ 333208 w 854201"/>
              <a:gd name="connsiteY98" fmla="*/ 260462 h 755215"/>
              <a:gd name="connsiteX99" fmla="*/ 333208 w 854201"/>
              <a:gd name="connsiteY99" fmla="*/ 213105 h 755215"/>
              <a:gd name="connsiteX100" fmla="*/ 416602 w 854201"/>
              <a:gd name="connsiteY100" fmla="*/ 190673 h 755215"/>
              <a:gd name="connsiteX101" fmla="*/ 582441 w 854201"/>
              <a:gd name="connsiteY101" fmla="*/ 190673 h 755215"/>
              <a:gd name="connsiteX102" fmla="*/ 593579 w 854201"/>
              <a:gd name="connsiteY102" fmla="*/ 201266 h 755215"/>
              <a:gd name="connsiteX103" fmla="*/ 582441 w 854201"/>
              <a:gd name="connsiteY103" fmla="*/ 211859 h 755215"/>
              <a:gd name="connsiteX104" fmla="*/ 416602 w 854201"/>
              <a:gd name="connsiteY104" fmla="*/ 211859 h 755215"/>
              <a:gd name="connsiteX105" fmla="*/ 405464 w 854201"/>
              <a:gd name="connsiteY105" fmla="*/ 201266 h 755215"/>
              <a:gd name="connsiteX106" fmla="*/ 416602 w 854201"/>
              <a:gd name="connsiteY106" fmla="*/ 190673 h 755215"/>
              <a:gd name="connsiteX107" fmla="*/ 274507 w 854201"/>
              <a:gd name="connsiteY107" fmla="*/ 190673 h 755215"/>
              <a:gd name="connsiteX108" fmla="*/ 344570 w 854201"/>
              <a:gd name="connsiteY108" fmla="*/ 190673 h 755215"/>
              <a:gd name="connsiteX109" fmla="*/ 355633 w 854201"/>
              <a:gd name="connsiteY109" fmla="*/ 201740 h 755215"/>
              <a:gd name="connsiteX110" fmla="*/ 355633 w 854201"/>
              <a:gd name="connsiteY110" fmla="*/ 273057 h 755215"/>
              <a:gd name="connsiteX111" fmla="*/ 344570 w 854201"/>
              <a:gd name="connsiteY111" fmla="*/ 282894 h 755215"/>
              <a:gd name="connsiteX112" fmla="*/ 274507 w 854201"/>
              <a:gd name="connsiteY112" fmla="*/ 282894 h 755215"/>
              <a:gd name="connsiteX113" fmla="*/ 263444 w 854201"/>
              <a:gd name="connsiteY113" fmla="*/ 273057 h 755215"/>
              <a:gd name="connsiteX114" fmla="*/ 263444 w 854201"/>
              <a:gd name="connsiteY114" fmla="*/ 201740 h 755215"/>
              <a:gd name="connsiteX115" fmla="*/ 274507 w 854201"/>
              <a:gd name="connsiteY115" fmla="*/ 190673 h 755215"/>
              <a:gd name="connsiteX116" fmla="*/ 274590 w 854201"/>
              <a:gd name="connsiteY116" fmla="*/ 118392 h 755215"/>
              <a:gd name="connsiteX117" fmla="*/ 464075 w 854201"/>
              <a:gd name="connsiteY117" fmla="*/ 118392 h 755215"/>
              <a:gd name="connsiteX118" fmla="*/ 473983 w 854201"/>
              <a:gd name="connsiteY118" fmla="*/ 130198 h 755215"/>
              <a:gd name="connsiteX119" fmla="*/ 464075 w 854201"/>
              <a:gd name="connsiteY119" fmla="*/ 140824 h 755215"/>
              <a:gd name="connsiteX120" fmla="*/ 274590 w 854201"/>
              <a:gd name="connsiteY120" fmla="*/ 140824 h 755215"/>
              <a:gd name="connsiteX121" fmla="*/ 263444 w 854201"/>
              <a:gd name="connsiteY121" fmla="*/ 130198 h 755215"/>
              <a:gd name="connsiteX122" fmla="*/ 274590 w 854201"/>
              <a:gd name="connsiteY122" fmla="*/ 118392 h 755215"/>
              <a:gd name="connsiteX123" fmla="*/ 523814 w 854201"/>
              <a:gd name="connsiteY123" fmla="*/ 93467 h 755215"/>
              <a:gd name="connsiteX124" fmla="*/ 523814 w 854201"/>
              <a:gd name="connsiteY124" fmla="*/ 142070 h 755215"/>
              <a:gd name="connsiteX125" fmla="*/ 571154 w 854201"/>
              <a:gd name="connsiteY125" fmla="*/ 142070 h 755215"/>
              <a:gd name="connsiteX126" fmla="*/ 571154 w 854201"/>
              <a:gd name="connsiteY126" fmla="*/ 93467 h 755215"/>
              <a:gd name="connsiteX127" fmla="*/ 512438 w 854201"/>
              <a:gd name="connsiteY127" fmla="*/ 72281 h 755215"/>
              <a:gd name="connsiteX128" fmla="*/ 582514 w 854201"/>
              <a:gd name="connsiteY128" fmla="*/ 72281 h 755215"/>
              <a:gd name="connsiteX129" fmla="*/ 593578 w 854201"/>
              <a:gd name="connsiteY129" fmla="*/ 83348 h 755215"/>
              <a:gd name="connsiteX130" fmla="*/ 593578 w 854201"/>
              <a:gd name="connsiteY130" fmla="*/ 152206 h 755215"/>
              <a:gd name="connsiteX131" fmla="*/ 582514 w 854201"/>
              <a:gd name="connsiteY131" fmla="*/ 164502 h 755215"/>
              <a:gd name="connsiteX132" fmla="*/ 512438 w 854201"/>
              <a:gd name="connsiteY132" fmla="*/ 164502 h 755215"/>
              <a:gd name="connsiteX133" fmla="*/ 500144 w 854201"/>
              <a:gd name="connsiteY133" fmla="*/ 152206 h 755215"/>
              <a:gd name="connsiteX134" fmla="*/ 500144 w 854201"/>
              <a:gd name="connsiteY134" fmla="*/ 83348 h 755215"/>
              <a:gd name="connsiteX135" fmla="*/ 512438 w 854201"/>
              <a:gd name="connsiteY135" fmla="*/ 72281 h 755215"/>
              <a:gd name="connsiteX136" fmla="*/ 274582 w 854201"/>
              <a:gd name="connsiteY136" fmla="*/ 72281 h 755215"/>
              <a:gd name="connsiteX137" fmla="*/ 439175 w 854201"/>
              <a:gd name="connsiteY137" fmla="*/ 72281 h 755215"/>
              <a:gd name="connsiteX138" fmla="*/ 450313 w 854201"/>
              <a:gd name="connsiteY138" fmla="*/ 82837 h 755215"/>
              <a:gd name="connsiteX139" fmla="*/ 439175 w 854201"/>
              <a:gd name="connsiteY139" fmla="*/ 92221 h 755215"/>
              <a:gd name="connsiteX140" fmla="*/ 274582 w 854201"/>
              <a:gd name="connsiteY140" fmla="*/ 92221 h 755215"/>
              <a:gd name="connsiteX141" fmla="*/ 263444 w 854201"/>
              <a:gd name="connsiteY141" fmla="*/ 82837 h 755215"/>
              <a:gd name="connsiteX142" fmla="*/ 274582 w 854201"/>
              <a:gd name="connsiteY142" fmla="*/ 72281 h 755215"/>
              <a:gd name="connsiteX143" fmla="*/ 226034 w 854201"/>
              <a:gd name="connsiteY143" fmla="*/ 22432 h 755215"/>
              <a:gd name="connsiteX144" fmla="*/ 213612 w 854201"/>
              <a:gd name="connsiteY144" fmla="*/ 34866 h 755215"/>
              <a:gd name="connsiteX145" fmla="*/ 213612 w 854201"/>
              <a:gd name="connsiteY145" fmla="*/ 558339 h 755215"/>
              <a:gd name="connsiteX146" fmla="*/ 226034 w 854201"/>
              <a:gd name="connsiteY146" fmla="*/ 570773 h 755215"/>
              <a:gd name="connsiteX147" fmla="*/ 630985 w 854201"/>
              <a:gd name="connsiteY147" fmla="*/ 570773 h 755215"/>
              <a:gd name="connsiteX148" fmla="*/ 642164 w 854201"/>
              <a:gd name="connsiteY148" fmla="*/ 558339 h 755215"/>
              <a:gd name="connsiteX149" fmla="*/ 642164 w 854201"/>
              <a:gd name="connsiteY149" fmla="*/ 34866 h 755215"/>
              <a:gd name="connsiteX150" fmla="*/ 630985 w 854201"/>
              <a:gd name="connsiteY150" fmla="*/ 22432 h 755215"/>
              <a:gd name="connsiteX151" fmla="*/ 224498 w 854201"/>
              <a:gd name="connsiteY151" fmla="*/ 0 h 755215"/>
              <a:gd name="connsiteX152" fmla="*/ 630035 w 854201"/>
              <a:gd name="connsiteY152" fmla="*/ 0 h 755215"/>
              <a:gd name="connsiteX153" fmla="*/ 663623 w 854201"/>
              <a:gd name="connsiteY153" fmla="*/ 34837 h 755215"/>
              <a:gd name="connsiteX154" fmla="*/ 663623 w 854201"/>
              <a:gd name="connsiteY154" fmla="*/ 206534 h 755215"/>
              <a:gd name="connsiteX155" fmla="*/ 698454 w 854201"/>
              <a:gd name="connsiteY155" fmla="*/ 206534 h 755215"/>
              <a:gd name="connsiteX156" fmla="*/ 778069 w 854201"/>
              <a:gd name="connsiteY156" fmla="*/ 286161 h 755215"/>
              <a:gd name="connsiteX157" fmla="*/ 778069 w 854201"/>
              <a:gd name="connsiteY157" fmla="*/ 632042 h 755215"/>
              <a:gd name="connsiteX158" fmla="*/ 822852 w 854201"/>
              <a:gd name="connsiteY158" fmla="*/ 632042 h 755215"/>
              <a:gd name="connsiteX159" fmla="*/ 850219 w 854201"/>
              <a:gd name="connsiteY159" fmla="*/ 649460 h 755215"/>
              <a:gd name="connsiteX160" fmla="*/ 847731 w 854201"/>
              <a:gd name="connsiteY160" fmla="*/ 679320 h 755215"/>
              <a:gd name="connsiteX161" fmla="*/ 829072 w 854201"/>
              <a:gd name="connsiteY161" fmla="*/ 702960 h 755215"/>
              <a:gd name="connsiteX162" fmla="*/ 719602 w 854201"/>
              <a:gd name="connsiteY162" fmla="*/ 755215 h 755215"/>
              <a:gd name="connsiteX163" fmla="*/ 133688 w 854201"/>
              <a:gd name="connsiteY163" fmla="*/ 755215 h 755215"/>
              <a:gd name="connsiteX164" fmla="*/ 24218 w 854201"/>
              <a:gd name="connsiteY164" fmla="*/ 702960 h 755215"/>
              <a:gd name="connsiteX165" fmla="*/ 5558 w 854201"/>
              <a:gd name="connsiteY165" fmla="*/ 679320 h 755215"/>
              <a:gd name="connsiteX166" fmla="*/ 3070 w 854201"/>
              <a:gd name="connsiteY166" fmla="*/ 649460 h 755215"/>
              <a:gd name="connsiteX167" fmla="*/ 30438 w 854201"/>
              <a:gd name="connsiteY167" fmla="*/ 632042 h 755215"/>
              <a:gd name="connsiteX168" fmla="*/ 77709 w 854201"/>
              <a:gd name="connsiteY168" fmla="*/ 632042 h 755215"/>
              <a:gd name="connsiteX169" fmla="*/ 77709 w 854201"/>
              <a:gd name="connsiteY169" fmla="*/ 286161 h 755215"/>
              <a:gd name="connsiteX170" fmla="*/ 158567 w 854201"/>
              <a:gd name="connsiteY170" fmla="*/ 206534 h 755215"/>
              <a:gd name="connsiteX171" fmla="*/ 189667 w 854201"/>
              <a:gd name="connsiteY171" fmla="*/ 206534 h 755215"/>
              <a:gd name="connsiteX172" fmla="*/ 189667 w 854201"/>
              <a:gd name="connsiteY172" fmla="*/ 34837 h 755215"/>
              <a:gd name="connsiteX173" fmla="*/ 224498 w 854201"/>
              <a:gd name="connsiteY173" fmla="*/ 0 h 75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</a:cxnLst>
            <a:rect l="l" t="t" r="r" b="b"/>
            <a:pathLst>
              <a:path w="854201" h="755215">
                <a:moveTo>
                  <a:pt x="31713" y="655513"/>
                </a:moveTo>
                <a:cubicBezTo>
                  <a:pt x="26738" y="655513"/>
                  <a:pt x="24250" y="659193"/>
                  <a:pt x="23006" y="660419"/>
                </a:cubicBezTo>
                <a:cubicBezTo>
                  <a:pt x="23006" y="660419"/>
                  <a:pt x="23006" y="664098"/>
                  <a:pt x="24250" y="666551"/>
                </a:cubicBezTo>
                <a:lnTo>
                  <a:pt x="44152" y="689854"/>
                </a:lnTo>
                <a:cubicBezTo>
                  <a:pt x="65298" y="716835"/>
                  <a:pt x="98883" y="732779"/>
                  <a:pt x="134955" y="732779"/>
                </a:cubicBezTo>
                <a:lnTo>
                  <a:pt x="720822" y="732779"/>
                </a:lnTo>
                <a:cubicBezTo>
                  <a:pt x="756895" y="732779"/>
                  <a:pt x="791723" y="716835"/>
                  <a:pt x="814113" y="689854"/>
                </a:cubicBezTo>
                <a:lnTo>
                  <a:pt x="831527" y="666551"/>
                </a:lnTo>
                <a:cubicBezTo>
                  <a:pt x="834015" y="664098"/>
                  <a:pt x="832771" y="660419"/>
                  <a:pt x="832771" y="660419"/>
                </a:cubicBezTo>
                <a:cubicBezTo>
                  <a:pt x="831527" y="659193"/>
                  <a:pt x="830283" y="655513"/>
                  <a:pt x="824064" y="655513"/>
                </a:cubicBezTo>
                <a:lnTo>
                  <a:pt x="494436" y="655513"/>
                </a:lnTo>
                <a:cubicBezTo>
                  <a:pt x="481997" y="655513"/>
                  <a:pt x="472046" y="661645"/>
                  <a:pt x="468315" y="671457"/>
                </a:cubicBezTo>
                <a:cubicBezTo>
                  <a:pt x="460851" y="686174"/>
                  <a:pt x="445925" y="695986"/>
                  <a:pt x="428511" y="695986"/>
                </a:cubicBezTo>
                <a:cubicBezTo>
                  <a:pt x="411096" y="695986"/>
                  <a:pt x="396170" y="686174"/>
                  <a:pt x="388706" y="671457"/>
                </a:cubicBezTo>
                <a:cubicBezTo>
                  <a:pt x="384975" y="661645"/>
                  <a:pt x="373780" y="655513"/>
                  <a:pt x="362585" y="655513"/>
                </a:cubicBezTo>
                <a:close/>
                <a:moveTo>
                  <a:pt x="392937" y="499738"/>
                </a:moveTo>
                <a:lnTo>
                  <a:pt x="582429" y="499738"/>
                </a:lnTo>
                <a:cubicBezTo>
                  <a:pt x="588621" y="499738"/>
                  <a:pt x="593575" y="504446"/>
                  <a:pt x="593575" y="510331"/>
                </a:cubicBezTo>
                <a:cubicBezTo>
                  <a:pt x="593575" y="516216"/>
                  <a:pt x="588621" y="520924"/>
                  <a:pt x="582429" y="520924"/>
                </a:cubicBezTo>
                <a:lnTo>
                  <a:pt x="392937" y="520924"/>
                </a:lnTo>
                <a:cubicBezTo>
                  <a:pt x="386744" y="520924"/>
                  <a:pt x="381790" y="516216"/>
                  <a:pt x="381790" y="510331"/>
                </a:cubicBezTo>
                <a:cubicBezTo>
                  <a:pt x="381790" y="504446"/>
                  <a:pt x="386744" y="499738"/>
                  <a:pt x="392937" y="499738"/>
                </a:cubicBezTo>
                <a:close/>
                <a:moveTo>
                  <a:pt x="416602" y="452381"/>
                </a:moveTo>
                <a:lnTo>
                  <a:pt x="582441" y="452381"/>
                </a:lnTo>
                <a:cubicBezTo>
                  <a:pt x="588629" y="452381"/>
                  <a:pt x="593579" y="457089"/>
                  <a:pt x="593579" y="462974"/>
                </a:cubicBezTo>
                <a:cubicBezTo>
                  <a:pt x="593579" y="468859"/>
                  <a:pt x="588629" y="473567"/>
                  <a:pt x="582441" y="473567"/>
                </a:cubicBezTo>
                <a:lnTo>
                  <a:pt x="416602" y="473567"/>
                </a:lnTo>
                <a:cubicBezTo>
                  <a:pt x="410414" y="473567"/>
                  <a:pt x="405464" y="468859"/>
                  <a:pt x="405464" y="462974"/>
                </a:cubicBezTo>
                <a:cubicBezTo>
                  <a:pt x="405464" y="457089"/>
                  <a:pt x="410414" y="452381"/>
                  <a:pt x="416602" y="452381"/>
                </a:cubicBezTo>
                <a:close/>
                <a:moveTo>
                  <a:pt x="265902" y="432392"/>
                </a:moveTo>
                <a:cubicBezTo>
                  <a:pt x="270819" y="427473"/>
                  <a:pt x="276965" y="427473"/>
                  <a:pt x="281882" y="432392"/>
                </a:cubicBezTo>
                <a:lnTo>
                  <a:pt x="308924" y="459444"/>
                </a:lnTo>
                <a:lnTo>
                  <a:pt x="337195" y="432392"/>
                </a:lnTo>
                <a:cubicBezTo>
                  <a:pt x="340883" y="427473"/>
                  <a:pt x="348258" y="427473"/>
                  <a:pt x="351946" y="432392"/>
                </a:cubicBezTo>
                <a:cubicBezTo>
                  <a:pt x="356862" y="437311"/>
                  <a:pt x="356862" y="443459"/>
                  <a:pt x="351946" y="448377"/>
                </a:cubicBezTo>
                <a:lnTo>
                  <a:pt x="324903" y="475429"/>
                </a:lnTo>
                <a:lnTo>
                  <a:pt x="351946" y="502480"/>
                </a:lnTo>
                <a:cubicBezTo>
                  <a:pt x="356862" y="506169"/>
                  <a:pt x="356862" y="513547"/>
                  <a:pt x="351946" y="517235"/>
                </a:cubicBezTo>
                <a:cubicBezTo>
                  <a:pt x="349487" y="519695"/>
                  <a:pt x="347029" y="520924"/>
                  <a:pt x="344570" y="520924"/>
                </a:cubicBezTo>
                <a:cubicBezTo>
                  <a:pt x="340883" y="520924"/>
                  <a:pt x="338424" y="519695"/>
                  <a:pt x="337195" y="517235"/>
                </a:cubicBezTo>
                <a:lnTo>
                  <a:pt x="308924" y="490184"/>
                </a:lnTo>
                <a:lnTo>
                  <a:pt x="281882" y="517235"/>
                </a:lnTo>
                <a:cubicBezTo>
                  <a:pt x="279423" y="519695"/>
                  <a:pt x="276965" y="520924"/>
                  <a:pt x="274507" y="520924"/>
                </a:cubicBezTo>
                <a:cubicBezTo>
                  <a:pt x="270819" y="520924"/>
                  <a:pt x="268361" y="519695"/>
                  <a:pt x="265902" y="517235"/>
                </a:cubicBezTo>
                <a:cubicBezTo>
                  <a:pt x="262215" y="513547"/>
                  <a:pt x="262215" y="506169"/>
                  <a:pt x="265902" y="502480"/>
                </a:cubicBezTo>
                <a:lnTo>
                  <a:pt x="294174" y="475429"/>
                </a:lnTo>
                <a:lnTo>
                  <a:pt x="265902" y="448377"/>
                </a:lnTo>
                <a:cubicBezTo>
                  <a:pt x="262215" y="443459"/>
                  <a:pt x="262215" y="437311"/>
                  <a:pt x="265902" y="432392"/>
                </a:cubicBezTo>
                <a:close/>
                <a:moveTo>
                  <a:pt x="274571" y="357668"/>
                </a:moveTo>
                <a:lnTo>
                  <a:pt x="415516" y="357668"/>
                </a:lnTo>
                <a:cubicBezTo>
                  <a:pt x="421698" y="357668"/>
                  <a:pt x="426643" y="362376"/>
                  <a:pt x="426643" y="368261"/>
                </a:cubicBezTo>
                <a:cubicBezTo>
                  <a:pt x="426643" y="374146"/>
                  <a:pt x="421698" y="378854"/>
                  <a:pt x="415516" y="378854"/>
                </a:cubicBezTo>
                <a:lnTo>
                  <a:pt x="274571" y="378854"/>
                </a:lnTo>
                <a:cubicBezTo>
                  <a:pt x="268389" y="378854"/>
                  <a:pt x="263444" y="374146"/>
                  <a:pt x="263444" y="368261"/>
                </a:cubicBezTo>
                <a:cubicBezTo>
                  <a:pt x="263444" y="362376"/>
                  <a:pt x="268389" y="357668"/>
                  <a:pt x="274571" y="357668"/>
                </a:cubicBezTo>
                <a:close/>
                <a:moveTo>
                  <a:pt x="573854" y="311524"/>
                </a:moveTo>
                <a:cubicBezTo>
                  <a:pt x="578785" y="307835"/>
                  <a:pt x="586180" y="307835"/>
                  <a:pt x="589878" y="311524"/>
                </a:cubicBezTo>
                <a:cubicBezTo>
                  <a:pt x="594808" y="316441"/>
                  <a:pt x="594808" y="322588"/>
                  <a:pt x="589878" y="327506"/>
                </a:cubicBezTo>
                <a:lnTo>
                  <a:pt x="519623" y="397581"/>
                </a:lnTo>
                <a:cubicBezTo>
                  <a:pt x="517157" y="400040"/>
                  <a:pt x="514692" y="400040"/>
                  <a:pt x="512227" y="400040"/>
                </a:cubicBezTo>
                <a:cubicBezTo>
                  <a:pt x="509762" y="400040"/>
                  <a:pt x="506065" y="400040"/>
                  <a:pt x="503599" y="397581"/>
                </a:cubicBezTo>
                <a:lnTo>
                  <a:pt x="480181" y="372993"/>
                </a:lnTo>
                <a:cubicBezTo>
                  <a:pt x="476484" y="369305"/>
                  <a:pt x="476484" y="361929"/>
                  <a:pt x="480181" y="358240"/>
                </a:cubicBezTo>
                <a:cubicBezTo>
                  <a:pt x="485111" y="354552"/>
                  <a:pt x="491274" y="354552"/>
                  <a:pt x="496204" y="358240"/>
                </a:cubicBezTo>
                <a:lnTo>
                  <a:pt x="512227" y="374223"/>
                </a:lnTo>
                <a:close/>
                <a:moveTo>
                  <a:pt x="274590" y="310311"/>
                </a:moveTo>
                <a:lnTo>
                  <a:pt x="464075" y="310311"/>
                </a:lnTo>
                <a:cubicBezTo>
                  <a:pt x="470268" y="310311"/>
                  <a:pt x="473983" y="315019"/>
                  <a:pt x="473983" y="320904"/>
                </a:cubicBezTo>
                <a:cubicBezTo>
                  <a:pt x="473983" y="325612"/>
                  <a:pt x="470268" y="331497"/>
                  <a:pt x="464075" y="331497"/>
                </a:cubicBezTo>
                <a:lnTo>
                  <a:pt x="274590" y="331497"/>
                </a:lnTo>
                <a:cubicBezTo>
                  <a:pt x="268398" y="331497"/>
                  <a:pt x="263444" y="325612"/>
                  <a:pt x="263444" y="320904"/>
                </a:cubicBezTo>
                <a:cubicBezTo>
                  <a:pt x="263444" y="315019"/>
                  <a:pt x="268398" y="310311"/>
                  <a:pt x="274590" y="310311"/>
                </a:cubicBezTo>
                <a:close/>
                <a:moveTo>
                  <a:pt x="392937" y="238030"/>
                </a:moveTo>
                <a:lnTo>
                  <a:pt x="582429" y="238030"/>
                </a:lnTo>
                <a:cubicBezTo>
                  <a:pt x="588621" y="238030"/>
                  <a:pt x="593575" y="242738"/>
                  <a:pt x="593575" y="248623"/>
                </a:cubicBezTo>
                <a:cubicBezTo>
                  <a:pt x="593575" y="254508"/>
                  <a:pt x="588621" y="259216"/>
                  <a:pt x="582429" y="259216"/>
                </a:cubicBezTo>
                <a:lnTo>
                  <a:pt x="392937" y="259216"/>
                </a:lnTo>
                <a:cubicBezTo>
                  <a:pt x="386744" y="259216"/>
                  <a:pt x="381790" y="254508"/>
                  <a:pt x="381790" y="248623"/>
                </a:cubicBezTo>
                <a:cubicBezTo>
                  <a:pt x="381790" y="242738"/>
                  <a:pt x="386744" y="238030"/>
                  <a:pt x="392937" y="238030"/>
                </a:cubicBezTo>
                <a:close/>
                <a:moveTo>
                  <a:pt x="159926" y="229306"/>
                </a:moveTo>
                <a:cubicBezTo>
                  <a:pt x="126353" y="229306"/>
                  <a:pt x="100241" y="254161"/>
                  <a:pt x="100241" y="286472"/>
                </a:cubicBezTo>
                <a:lnTo>
                  <a:pt x="100241" y="631954"/>
                </a:lnTo>
                <a:lnTo>
                  <a:pt x="362606" y="631954"/>
                </a:lnTo>
                <a:cubicBezTo>
                  <a:pt x="382501" y="631954"/>
                  <a:pt x="401153" y="643138"/>
                  <a:pt x="408613" y="660537"/>
                </a:cubicBezTo>
                <a:cubicBezTo>
                  <a:pt x="412344" y="667993"/>
                  <a:pt x="419804" y="672964"/>
                  <a:pt x="428508" y="672964"/>
                </a:cubicBezTo>
                <a:cubicBezTo>
                  <a:pt x="437212" y="672964"/>
                  <a:pt x="444673" y="667993"/>
                  <a:pt x="447160" y="660537"/>
                </a:cubicBezTo>
                <a:cubicBezTo>
                  <a:pt x="454621" y="643138"/>
                  <a:pt x="473272" y="631954"/>
                  <a:pt x="494411" y="631954"/>
                </a:cubicBezTo>
                <a:lnTo>
                  <a:pt x="758019" y="631954"/>
                </a:lnTo>
                <a:lnTo>
                  <a:pt x="758019" y="286472"/>
                </a:lnTo>
                <a:cubicBezTo>
                  <a:pt x="758019" y="255404"/>
                  <a:pt x="731907" y="229306"/>
                  <a:pt x="699578" y="229306"/>
                </a:cubicBezTo>
                <a:lnTo>
                  <a:pt x="664761" y="229306"/>
                </a:lnTo>
                <a:lnTo>
                  <a:pt x="664761" y="558632"/>
                </a:lnTo>
                <a:cubicBezTo>
                  <a:pt x="664761" y="577273"/>
                  <a:pt x="649840" y="593429"/>
                  <a:pt x="631189" y="593429"/>
                </a:cubicBezTo>
                <a:lnTo>
                  <a:pt x="225828" y="593429"/>
                </a:lnTo>
                <a:cubicBezTo>
                  <a:pt x="207177" y="593429"/>
                  <a:pt x="191012" y="577273"/>
                  <a:pt x="191012" y="558632"/>
                </a:cubicBezTo>
                <a:lnTo>
                  <a:pt x="191012" y="229306"/>
                </a:lnTo>
                <a:close/>
                <a:moveTo>
                  <a:pt x="284622" y="213105"/>
                </a:moveTo>
                <a:lnTo>
                  <a:pt x="284622" y="260462"/>
                </a:lnTo>
                <a:lnTo>
                  <a:pt x="333208" y="260462"/>
                </a:lnTo>
                <a:lnTo>
                  <a:pt x="333208" y="213105"/>
                </a:lnTo>
                <a:close/>
                <a:moveTo>
                  <a:pt x="416602" y="190673"/>
                </a:moveTo>
                <a:lnTo>
                  <a:pt x="582441" y="190673"/>
                </a:lnTo>
                <a:cubicBezTo>
                  <a:pt x="588629" y="190673"/>
                  <a:pt x="593579" y="195381"/>
                  <a:pt x="593579" y="201266"/>
                </a:cubicBezTo>
                <a:cubicBezTo>
                  <a:pt x="593579" y="207151"/>
                  <a:pt x="588629" y="211859"/>
                  <a:pt x="582441" y="211859"/>
                </a:cubicBezTo>
                <a:lnTo>
                  <a:pt x="416602" y="211859"/>
                </a:lnTo>
                <a:cubicBezTo>
                  <a:pt x="410414" y="211859"/>
                  <a:pt x="405464" y="207151"/>
                  <a:pt x="405464" y="201266"/>
                </a:cubicBezTo>
                <a:cubicBezTo>
                  <a:pt x="405464" y="195381"/>
                  <a:pt x="410414" y="190673"/>
                  <a:pt x="416602" y="190673"/>
                </a:cubicBezTo>
                <a:close/>
                <a:moveTo>
                  <a:pt x="274507" y="190673"/>
                </a:moveTo>
                <a:lnTo>
                  <a:pt x="344570" y="190673"/>
                </a:lnTo>
                <a:cubicBezTo>
                  <a:pt x="350716" y="190673"/>
                  <a:pt x="355633" y="195592"/>
                  <a:pt x="355633" y="201740"/>
                </a:cubicBezTo>
                <a:lnTo>
                  <a:pt x="355633" y="273057"/>
                </a:lnTo>
                <a:cubicBezTo>
                  <a:pt x="355633" y="279205"/>
                  <a:pt x="350716" y="282894"/>
                  <a:pt x="344570" y="282894"/>
                </a:cubicBezTo>
                <a:lnTo>
                  <a:pt x="274507" y="282894"/>
                </a:lnTo>
                <a:cubicBezTo>
                  <a:pt x="268361" y="282894"/>
                  <a:pt x="263444" y="279205"/>
                  <a:pt x="263444" y="273057"/>
                </a:cubicBezTo>
                <a:lnTo>
                  <a:pt x="263444" y="201740"/>
                </a:lnTo>
                <a:cubicBezTo>
                  <a:pt x="263444" y="195592"/>
                  <a:pt x="268361" y="190673"/>
                  <a:pt x="274507" y="190673"/>
                </a:cubicBezTo>
                <a:close/>
                <a:moveTo>
                  <a:pt x="274590" y="118392"/>
                </a:moveTo>
                <a:lnTo>
                  <a:pt x="464075" y="118392"/>
                </a:lnTo>
                <a:cubicBezTo>
                  <a:pt x="470268" y="118392"/>
                  <a:pt x="473983" y="124295"/>
                  <a:pt x="473983" y="130198"/>
                </a:cubicBezTo>
                <a:cubicBezTo>
                  <a:pt x="473983" y="136101"/>
                  <a:pt x="470268" y="140824"/>
                  <a:pt x="464075" y="140824"/>
                </a:cubicBezTo>
                <a:lnTo>
                  <a:pt x="274590" y="140824"/>
                </a:lnTo>
                <a:cubicBezTo>
                  <a:pt x="268398" y="140824"/>
                  <a:pt x="263444" y="136101"/>
                  <a:pt x="263444" y="130198"/>
                </a:cubicBezTo>
                <a:cubicBezTo>
                  <a:pt x="263444" y="124295"/>
                  <a:pt x="268398" y="118392"/>
                  <a:pt x="274590" y="118392"/>
                </a:cubicBezTo>
                <a:close/>
                <a:moveTo>
                  <a:pt x="523814" y="93467"/>
                </a:moveTo>
                <a:lnTo>
                  <a:pt x="523814" y="142070"/>
                </a:lnTo>
                <a:lnTo>
                  <a:pt x="571154" y="142070"/>
                </a:lnTo>
                <a:lnTo>
                  <a:pt x="571154" y="93467"/>
                </a:lnTo>
                <a:close/>
                <a:moveTo>
                  <a:pt x="512438" y="72281"/>
                </a:moveTo>
                <a:lnTo>
                  <a:pt x="582514" y="72281"/>
                </a:lnTo>
                <a:cubicBezTo>
                  <a:pt x="588661" y="72281"/>
                  <a:pt x="593578" y="75970"/>
                  <a:pt x="593578" y="83348"/>
                </a:cubicBezTo>
                <a:lnTo>
                  <a:pt x="593578" y="152206"/>
                </a:lnTo>
                <a:cubicBezTo>
                  <a:pt x="593578" y="158354"/>
                  <a:pt x="588661" y="164502"/>
                  <a:pt x="582514" y="164502"/>
                </a:cubicBezTo>
                <a:lnTo>
                  <a:pt x="512438" y="164502"/>
                </a:lnTo>
                <a:cubicBezTo>
                  <a:pt x="506291" y="164502"/>
                  <a:pt x="500144" y="158354"/>
                  <a:pt x="500144" y="152206"/>
                </a:cubicBezTo>
                <a:lnTo>
                  <a:pt x="500144" y="83348"/>
                </a:lnTo>
                <a:cubicBezTo>
                  <a:pt x="500144" y="75970"/>
                  <a:pt x="506291" y="72281"/>
                  <a:pt x="512438" y="72281"/>
                </a:cubicBezTo>
                <a:close/>
                <a:moveTo>
                  <a:pt x="274582" y="72281"/>
                </a:moveTo>
                <a:lnTo>
                  <a:pt x="439175" y="72281"/>
                </a:lnTo>
                <a:cubicBezTo>
                  <a:pt x="445363" y="72281"/>
                  <a:pt x="450313" y="75800"/>
                  <a:pt x="450313" y="82837"/>
                </a:cubicBezTo>
                <a:cubicBezTo>
                  <a:pt x="450313" y="87529"/>
                  <a:pt x="445363" y="92221"/>
                  <a:pt x="439175" y="92221"/>
                </a:cubicBezTo>
                <a:lnTo>
                  <a:pt x="274582" y="92221"/>
                </a:lnTo>
                <a:cubicBezTo>
                  <a:pt x="268394" y="92221"/>
                  <a:pt x="263444" y="87529"/>
                  <a:pt x="263444" y="82837"/>
                </a:cubicBezTo>
                <a:cubicBezTo>
                  <a:pt x="263444" y="75800"/>
                  <a:pt x="268394" y="72281"/>
                  <a:pt x="274582" y="72281"/>
                </a:cubicBezTo>
                <a:close/>
                <a:moveTo>
                  <a:pt x="226034" y="22432"/>
                </a:moveTo>
                <a:cubicBezTo>
                  <a:pt x="219823" y="22432"/>
                  <a:pt x="213612" y="28649"/>
                  <a:pt x="213612" y="34866"/>
                </a:cubicBezTo>
                <a:lnTo>
                  <a:pt x="213612" y="558339"/>
                </a:lnTo>
                <a:cubicBezTo>
                  <a:pt x="213612" y="564556"/>
                  <a:pt x="219823" y="570773"/>
                  <a:pt x="226034" y="570773"/>
                </a:cubicBezTo>
                <a:lnTo>
                  <a:pt x="630985" y="570773"/>
                </a:lnTo>
                <a:cubicBezTo>
                  <a:pt x="637195" y="570773"/>
                  <a:pt x="642164" y="564556"/>
                  <a:pt x="642164" y="558339"/>
                </a:cubicBezTo>
                <a:lnTo>
                  <a:pt x="642164" y="34866"/>
                </a:lnTo>
                <a:cubicBezTo>
                  <a:pt x="642164" y="28649"/>
                  <a:pt x="637195" y="22432"/>
                  <a:pt x="630985" y="22432"/>
                </a:cubicBezTo>
                <a:close/>
                <a:moveTo>
                  <a:pt x="224498" y="0"/>
                </a:moveTo>
                <a:lnTo>
                  <a:pt x="630035" y="0"/>
                </a:lnTo>
                <a:cubicBezTo>
                  <a:pt x="648695" y="0"/>
                  <a:pt x="663623" y="16174"/>
                  <a:pt x="663623" y="34837"/>
                </a:cubicBezTo>
                <a:lnTo>
                  <a:pt x="663623" y="206534"/>
                </a:lnTo>
                <a:lnTo>
                  <a:pt x="698454" y="206534"/>
                </a:lnTo>
                <a:cubicBezTo>
                  <a:pt x="743237" y="206534"/>
                  <a:pt x="778069" y="242615"/>
                  <a:pt x="778069" y="286161"/>
                </a:cubicBezTo>
                <a:lnTo>
                  <a:pt x="778069" y="632042"/>
                </a:lnTo>
                <a:lnTo>
                  <a:pt x="822852" y="632042"/>
                </a:lnTo>
                <a:cubicBezTo>
                  <a:pt x="835292" y="632042"/>
                  <a:pt x="846487" y="638263"/>
                  <a:pt x="850219" y="649460"/>
                </a:cubicBezTo>
                <a:cubicBezTo>
                  <a:pt x="856439" y="659414"/>
                  <a:pt x="855195" y="670611"/>
                  <a:pt x="847731" y="679320"/>
                </a:cubicBezTo>
                <a:lnTo>
                  <a:pt x="829072" y="702960"/>
                </a:lnTo>
                <a:cubicBezTo>
                  <a:pt x="804192" y="736553"/>
                  <a:pt x="763141" y="755215"/>
                  <a:pt x="719602" y="755215"/>
                </a:cubicBezTo>
                <a:lnTo>
                  <a:pt x="133688" y="755215"/>
                </a:lnTo>
                <a:cubicBezTo>
                  <a:pt x="91392" y="755215"/>
                  <a:pt x="50341" y="736553"/>
                  <a:pt x="24218" y="702960"/>
                </a:cubicBezTo>
                <a:lnTo>
                  <a:pt x="5558" y="679320"/>
                </a:lnTo>
                <a:cubicBezTo>
                  <a:pt x="-662" y="670611"/>
                  <a:pt x="-1906" y="659414"/>
                  <a:pt x="3070" y="649460"/>
                </a:cubicBezTo>
                <a:cubicBezTo>
                  <a:pt x="8046" y="638263"/>
                  <a:pt x="19242" y="632042"/>
                  <a:pt x="30438" y="632042"/>
                </a:cubicBezTo>
                <a:lnTo>
                  <a:pt x="77709" y="632042"/>
                </a:lnTo>
                <a:lnTo>
                  <a:pt x="77709" y="286161"/>
                </a:lnTo>
                <a:cubicBezTo>
                  <a:pt x="77709" y="242615"/>
                  <a:pt x="112540" y="206534"/>
                  <a:pt x="158567" y="206534"/>
                </a:cubicBezTo>
                <a:lnTo>
                  <a:pt x="189667" y="206534"/>
                </a:lnTo>
                <a:lnTo>
                  <a:pt x="189667" y="34837"/>
                </a:lnTo>
                <a:cubicBezTo>
                  <a:pt x="189667" y="16174"/>
                  <a:pt x="205838" y="0"/>
                  <a:pt x="224498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26" name="Freeform 525">
            <a:extLst>
              <a:ext uri="{FF2B5EF4-FFF2-40B4-BE49-F238E27FC236}">
                <a16:creationId xmlns:a16="http://schemas.microsoft.com/office/drawing/2014/main" id="{FA3A16D3-C741-BE4C-81EB-96F38B10B021}"/>
              </a:ext>
            </a:extLst>
          </p:cNvPr>
          <p:cNvSpPr/>
          <p:nvPr/>
        </p:nvSpPr>
        <p:spPr>
          <a:xfrm>
            <a:off x="10521957" y="3296277"/>
            <a:ext cx="214276" cy="225816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3" h="1813">
                <a:moveTo>
                  <a:pt x="173" y="1813"/>
                </a:moveTo>
                <a:lnTo>
                  <a:pt x="0" y="1813"/>
                </a:lnTo>
                <a:lnTo>
                  <a:pt x="0" y="0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98" name="Freeform 597">
            <a:extLst>
              <a:ext uri="{FF2B5EF4-FFF2-40B4-BE49-F238E27FC236}">
                <a16:creationId xmlns:a16="http://schemas.microsoft.com/office/drawing/2014/main" id="{7A5F68D2-12B5-034A-A116-32CDCCBC3050}"/>
              </a:ext>
            </a:extLst>
          </p:cNvPr>
          <p:cNvSpPr/>
          <p:nvPr/>
        </p:nvSpPr>
        <p:spPr>
          <a:xfrm>
            <a:off x="18377923" y="3296277"/>
            <a:ext cx="214276" cy="225816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3" h="1813">
                <a:moveTo>
                  <a:pt x="173" y="1813"/>
                </a:moveTo>
                <a:lnTo>
                  <a:pt x="0" y="1813"/>
                </a:lnTo>
                <a:lnTo>
                  <a:pt x="0" y="0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91" name="Freeform 490">
            <a:extLst>
              <a:ext uri="{FF2B5EF4-FFF2-40B4-BE49-F238E27FC236}">
                <a16:creationId xmlns:a16="http://schemas.microsoft.com/office/drawing/2014/main" id="{41462527-EC48-2448-800B-DE4487A800F3}"/>
              </a:ext>
            </a:extLst>
          </p:cNvPr>
          <p:cNvSpPr/>
          <p:nvPr/>
        </p:nvSpPr>
        <p:spPr>
          <a:xfrm>
            <a:off x="9410714" y="4034044"/>
            <a:ext cx="855859" cy="782632"/>
          </a:xfrm>
          <a:custGeom>
            <a:avLst/>
            <a:gdLst>
              <a:gd name="connsiteX0" fmla="*/ 387441 w 855859"/>
              <a:gd name="connsiteY0" fmla="*/ 702874 h 782632"/>
              <a:gd name="connsiteX1" fmla="*/ 420863 w 855859"/>
              <a:gd name="connsiteY1" fmla="*/ 758982 h 782632"/>
              <a:gd name="connsiteX2" fmla="*/ 422101 w 855859"/>
              <a:gd name="connsiteY2" fmla="*/ 760201 h 782632"/>
              <a:gd name="connsiteX3" fmla="*/ 581785 w 855859"/>
              <a:gd name="connsiteY3" fmla="*/ 760201 h 782632"/>
              <a:gd name="connsiteX4" fmla="*/ 578071 w 855859"/>
              <a:gd name="connsiteY4" fmla="*/ 745565 h 782632"/>
              <a:gd name="connsiteX5" fmla="*/ 578071 w 855859"/>
              <a:gd name="connsiteY5" fmla="*/ 702874 h 782632"/>
              <a:gd name="connsiteX6" fmla="*/ 652518 w 855859"/>
              <a:gd name="connsiteY6" fmla="*/ 641808 h 782632"/>
              <a:gd name="connsiteX7" fmla="*/ 601714 w 855859"/>
              <a:gd name="connsiteY7" fmla="*/ 692371 h 782632"/>
              <a:gd name="connsiteX8" fmla="*/ 601714 w 855859"/>
              <a:gd name="connsiteY8" fmla="*/ 745401 h 782632"/>
              <a:gd name="connsiteX9" fmla="*/ 617823 w 855859"/>
              <a:gd name="connsiteY9" fmla="*/ 760200 h 782632"/>
              <a:gd name="connsiteX10" fmla="*/ 818561 w 855859"/>
              <a:gd name="connsiteY10" fmla="*/ 760200 h 782632"/>
              <a:gd name="connsiteX11" fmla="*/ 833431 w 855859"/>
              <a:gd name="connsiteY11" fmla="*/ 745401 h 782632"/>
              <a:gd name="connsiteX12" fmla="*/ 833431 w 855859"/>
              <a:gd name="connsiteY12" fmla="*/ 692371 h 782632"/>
              <a:gd name="connsiteX13" fmla="*/ 782627 w 855859"/>
              <a:gd name="connsiteY13" fmla="*/ 641808 h 782632"/>
              <a:gd name="connsiteX14" fmla="*/ 374963 w 855859"/>
              <a:gd name="connsiteY14" fmla="*/ 567035 h 782632"/>
              <a:gd name="connsiteX15" fmla="*/ 371246 w 855859"/>
              <a:gd name="connsiteY15" fmla="*/ 570733 h 782632"/>
              <a:gd name="connsiteX16" fmla="*/ 371246 w 855859"/>
              <a:gd name="connsiteY16" fmla="*/ 675499 h 782632"/>
              <a:gd name="connsiteX17" fmla="*/ 373724 w 855859"/>
              <a:gd name="connsiteY17" fmla="*/ 679196 h 782632"/>
              <a:gd name="connsiteX18" fmla="*/ 374963 w 855859"/>
              <a:gd name="connsiteY18" fmla="*/ 679196 h 782632"/>
              <a:gd name="connsiteX19" fmla="*/ 579377 w 855859"/>
              <a:gd name="connsiteY19" fmla="*/ 679196 h 782632"/>
              <a:gd name="connsiteX20" fmla="*/ 594243 w 855859"/>
              <a:gd name="connsiteY20" fmla="*/ 647150 h 782632"/>
              <a:gd name="connsiteX21" fmla="*/ 594243 w 855859"/>
              <a:gd name="connsiteY21" fmla="*/ 570733 h 782632"/>
              <a:gd name="connsiteX22" fmla="*/ 590526 w 855859"/>
              <a:gd name="connsiteY22" fmla="*/ 567035 h 782632"/>
              <a:gd name="connsiteX23" fmla="*/ 716960 w 855859"/>
              <a:gd name="connsiteY23" fmla="*/ 436181 h 782632"/>
              <a:gd name="connsiteX24" fmla="*/ 654041 w 855859"/>
              <a:gd name="connsiteY24" fmla="*/ 500362 h 782632"/>
              <a:gd name="connsiteX25" fmla="*/ 716960 w 855859"/>
              <a:gd name="connsiteY25" fmla="*/ 564543 h 782632"/>
              <a:gd name="connsiteX26" fmla="*/ 781112 w 855859"/>
              <a:gd name="connsiteY26" fmla="*/ 500362 h 782632"/>
              <a:gd name="connsiteX27" fmla="*/ 716960 w 855859"/>
              <a:gd name="connsiteY27" fmla="*/ 436181 h 782632"/>
              <a:gd name="connsiteX28" fmla="*/ 278603 w 855859"/>
              <a:gd name="connsiteY28" fmla="*/ 381347 h 782632"/>
              <a:gd name="connsiteX29" fmla="*/ 246603 w 855859"/>
              <a:gd name="connsiteY29" fmla="*/ 434371 h 782632"/>
              <a:gd name="connsiteX30" fmla="*/ 241680 w 855859"/>
              <a:gd name="connsiteY30" fmla="*/ 441770 h 782632"/>
              <a:gd name="connsiteX31" fmla="*/ 241680 w 855859"/>
              <a:gd name="connsiteY31" fmla="*/ 498493 h 782632"/>
              <a:gd name="connsiteX32" fmla="*/ 331527 w 855859"/>
              <a:gd name="connsiteY32" fmla="*/ 498493 h 782632"/>
              <a:gd name="connsiteX33" fmla="*/ 343835 w 855859"/>
              <a:gd name="connsiteY33" fmla="*/ 486162 h 782632"/>
              <a:gd name="connsiteX34" fmla="*/ 343835 w 855859"/>
              <a:gd name="connsiteY34" fmla="*/ 431905 h 782632"/>
              <a:gd name="connsiteX35" fmla="*/ 294604 w 855859"/>
              <a:gd name="connsiteY35" fmla="*/ 381347 h 782632"/>
              <a:gd name="connsiteX36" fmla="*/ 208047 w 855859"/>
              <a:gd name="connsiteY36" fmla="*/ 381347 h 782632"/>
              <a:gd name="connsiteX37" fmla="*/ 229848 w 855859"/>
              <a:gd name="connsiteY37" fmla="*/ 417488 h 782632"/>
              <a:gd name="connsiteX38" fmla="*/ 251650 w 855859"/>
              <a:gd name="connsiteY38" fmla="*/ 381347 h 782632"/>
              <a:gd name="connsiteX39" fmla="*/ 165080 w 855859"/>
              <a:gd name="connsiteY39" fmla="*/ 381347 h 782632"/>
              <a:gd name="connsiteX40" fmla="*/ 114610 w 855859"/>
              <a:gd name="connsiteY40" fmla="*/ 431905 h 782632"/>
              <a:gd name="connsiteX41" fmla="*/ 114610 w 855859"/>
              <a:gd name="connsiteY41" fmla="*/ 486162 h 782632"/>
              <a:gd name="connsiteX42" fmla="*/ 126920 w 855859"/>
              <a:gd name="connsiteY42" fmla="*/ 498493 h 782632"/>
              <a:gd name="connsiteX43" fmla="*/ 218011 w 855859"/>
              <a:gd name="connsiteY43" fmla="*/ 498493 h 782632"/>
              <a:gd name="connsiteX44" fmla="*/ 218011 w 855859"/>
              <a:gd name="connsiteY44" fmla="*/ 441770 h 782632"/>
              <a:gd name="connsiteX45" fmla="*/ 211856 w 855859"/>
              <a:gd name="connsiteY45" fmla="*/ 434371 h 782632"/>
              <a:gd name="connsiteX46" fmla="*/ 181082 w 855859"/>
              <a:gd name="connsiteY46" fmla="*/ 381347 h 782632"/>
              <a:gd name="connsiteX47" fmla="*/ 165358 w 855859"/>
              <a:gd name="connsiteY47" fmla="*/ 360161 h 782632"/>
              <a:gd name="connsiteX48" fmla="*/ 294332 w 855859"/>
              <a:gd name="connsiteY48" fmla="*/ 360161 h 782632"/>
              <a:gd name="connsiteX49" fmla="*/ 366259 w 855859"/>
              <a:gd name="connsiteY49" fmla="*/ 431887 h 782632"/>
              <a:gd name="connsiteX50" fmla="*/ 366259 w 855859"/>
              <a:gd name="connsiteY50" fmla="*/ 486299 h 782632"/>
              <a:gd name="connsiteX51" fmla="*/ 331535 w 855859"/>
              <a:gd name="connsiteY51" fmla="*/ 520925 h 782632"/>
              <a:gd name="connsiteX52" fmla="*/ 126914 w 855859"/>
              <a:gd name="connsiteY52" fmla="*/ 520925 h 782632"/>
              <a:gd name="connsiteX53" fmla="*/ 93431 w 855859"/>
              <a:gd name="connsiteY53" fmla="*/ 486299 h 782632"/>
              <a:gd name="connsiteX54" fmla="*/ 93431 w 855859"/>
              <a:gd name="connsiteY54" fmla="*/ 431887 h 782632"/>
              <a:gd name="connsiteX55" fmla="*/ 165358 w 855859"/>
              <a:gd name="connsiteY55" fmla="*/ 360161 h 782632"/>
              <a:gd name="connsiteX56" fmla="*/ 234803 w 855859"/>
              <a:gd name="connsiteY56" fmla="*/ 244261 h 782632"/>
              <a:gd name="connsiteX57" fmla="*/ 173162 w 855859"/>
              <a:gd name="connsiteY57" fmla="*/ 274880 h 782632"/>
              <a:gd name="connsiteX58" fmla="*/ 231104 w 855859"/>
              <a:gd name="connsiteY58" fmla="*/ 315296 h 782632"/>
              <a:gd name="connsiteX59" fmla="*/ 291512 w 855859"/>
              <a:gd name="connsiteY59" fmla="*/ 272430 h 782632"/>
              <a:gd name="connsiteX60" fmla="*/ 234803 w 855859"/>
              <a:gd name="connsiteY60" fmla="*/ 244261 h 782632"/>
              <a:gd name="connsiteX61" fmla="*/ 274676 w 855859"/>
              <a:gd name="connsiteY61" fmla="*/ 206874 h 782632"/>
              <a:gd name="connsiteX62" fmla="*/ 252892 w 855859"/>
              <a:gd name="connsiteY62" fmla="*/ 229876 h 782632"/>
              <a:gd name="connsiteX63" fmla="*/ 295249 w 855859"/>
              <a:gd name="connsiteY63" fmla="*/ 249246 h 782632"/>
              <a:gd name="connsiteX64" fmla="*/ 275886 w 855859"/>
              <a:gd name="connsiteY64" fmla="*/ 206874 h 782632"/>
              <a:gd name="connsiteX65" fmla="*/ 230822 w 855859"/>
              <a:gd name="connsiteY65" fmla="*/ 189427 h 782632"/>
              <a:gd name="connsiteX66" fmla="*/ 168182 w 855859"/>
              <a:gd name="connsiteY66" fmla="*/ 251763 h 782632"/>
              <a:gd name="connsiteX67" fmla="*/ 168182 w 855859"/>
              <a:gd name="connsiteY67" fmla="*/ 252985 h 782632"/>
              <a:gd name="connsiteX68" fmla="*/ 255387 w 855859"/>
              <a:gd name="connsiteY68" fmla="*/ 194316 h 782632"/>
              <a:gd name="connsiteX69" fmla="*/ 230822 w 855859"/>
              <a:gd name="connsiteY69" fmla="*/ 189427 h 782632"/>
              <a:gd name="connsiteX70" fmla="*/ 231100 w 855859"/>
              <a:gd name="connsiteY70" fmla="*/ 166995 h 782632"/>
              <a:gd name="connsiteX71" fmla="*/ 316432 w 855859"/>
              <a:gd name="connsiteY71" fmla="*/ 252362 h 782632"/>
              <a:gd name="connsiteX72" fmla="*/ 316432 w 855859"/>
              <a:gd name="connsiteY72" fmla="*/ 263497 h 782632"/>
              <a:gd name="connsiteX73" fmla="*/ 316432 w 855859"/>
              <a:gd name="connsiteY73" fmla="*/ 265971 h 782632"/>
              <a:gd name="connsiteX74" fmla="*/ 231100 w 855859"/>
              <a:gd name="connsiteY74" fmla="*/ 337728 h 782632"/>
              <a:gd name="connsiteX75" fmla="*/ 147004 w 855859"/>
              <a:gd name="connsiteY75" fmla="*/ 252362 h 782632"/>
              <a:gd name="connsiteX76" fmla="*/ 231100 w 855859"/>
              <a:gd name="connsiteY76" fmla="*/ 166995 h 782632"/>
              <a:gd name="connsiteX77" fmla="*/ 665869 w 855859"/>
              <a:gd name="connsiteY77" fmla="*/ 78513 h 782632"/>
              <a:gd name="connsiteX78" fmla="*/ 606701 w 855859"/>
              <a:gd name="connsiteY78" fmla="*/ 93333 h 782632"/>
              <a:gd name="connsiteX79" fmla="*/ 606701 w 855859"/>
              <a:gd name="connsiteY79" fmla="*/ 215598 h 782632"/>
              <a:gd name="connsiteX80" fmla="*/ 623958 w 855859"/>
              <a:gd name="connsiteY80" fmla="*/ 211893 h 782632"/>
              <a:gd name="connsiteX81" fmla="*/ 712711 w 855859"/>
              <a:gd name="connsiteY81" fmla="*/ 213128 h 782632"/>
              <a:gd name="connsiteX82" fmla="*/ 723805 w 855859"/>
              <a:gd name="connsiteY82" fmla="*/ 215598 h 782632"/>
              <a:gd name="connsiteX83" fmla="*/ 723805 w 855859"/>
              <a:gd name="connsiteY83" fmla="*/ 93333 h 782632"/>
              <a:gd name="connsiteX84" fmla="*/ 665869 w 855859"/>
              <a:gd name="connsiteY84" fmla="*/ 78513 h 782632"/>
              <a:gd name="connsiteX85" fmla="*/ 525108 w 855859"/>
              <a:gd name="connsiteY85" fmla="*/ 78513 h 782632"/>
              <a:gd name="connsiteX86" fmla="*/ 467172 w 855859"/>
              <a:gd name="connsiteY86" fmla="*/ 93333 h 782632"/>
              <a:gd name="connsiteX87" fmla="*/ 467172 w 855859"/>
              <a:gd name="connsiteY87" fmla="*/ 215598 h 782632"/>
              <a:gd name="connsiteX88" fmla="*/ 483197 w 855859"/>
              <a:gd name="connsiteY88" fmla="*/ 211893 h 782632"/>
              <a:gd name="connsiteX89" fmla="*/ 573182 w 855859"/>
              <a:gd name="connsiteY89" fmla="*/ 213128 h 782632"/>
              <a:gd name="connsiteX90" fmla="*/ 584276 w 855859"/>
              <a:gd name="connsiteY90" fmla="*/ 215598 h 782632"/>
              <a:gd name="connsiteX91" fmla="*/ 584276 w 855859"/>
              <a:gd name="connsiteY91" fmla="*/ 93333 h 782632"/>
              <a:gd name="connsiteX92" fmla="*/ 525108 w 855859"/>
              <a:gd name="connsiteY92" fmla="*/ 78513 h 782632"/>
              <a:gd name="connsiteX93" fmla="*/ 525391 w 855859"/>
              <a:gd name="connsiteY93" fmla="*/ 56081 h 782632"/>
              <a:gd name="connsiteX94" fmla="*/ 596109 w 855859"/>
              <a:gd name="connsiteY94" fmla="*/ 73412 h 782632"/>
              <a:gd name="connsiteX95" fmla="*/ 665587 w 855859"/>
              <a:gd name="connsiteY95" fmla="*/ 56081 h 782632"/>
              <a:gd name="connsiteX96" fmla="*/ 746230 w 855859"/>
              <a:gd name="connsiteY96" fmla="*/ 90743 h 782632"/>
              <a:gd name="connsiteX97" fmla="*/ 746230 w 855859"/>
              <a:gd name="connsiteY97" fmla="*/ 93219 h 782632"/>
              <a:gd name="connsiteX98" fmla="*/ 746230 w 855859"/>
              <a:gd name="connsiteY98" fmla="*/ 229390 h 782632"/>
              <a:gd name="connsiteX99" fmla="*/ 746230 w 855859"/>
              <a:gd name="connsiteY99" fmla="*/ 230628 h 782632"/>
              <a:gd name="connsiteX100" fmla="*/ 746230 w 855859"/>
              <a:gd name="connsiteY100" fmla="*/ 233104 h 782632"/>
              <a:gd name="connsiteX101" fmla="*/ 744989 w 855859"/>
              <a:gd name="connsiteY101" fmla="*/ 235580 h 782632"/>
              <a:gd name="connsiteX102" fmla="*/ 744989 w 855859"/>
              <a:gd name="connsiteY102" fmla="*/ 236818 h 782632"/>
              <a:gd name="connsiteX103" fmla="*/ 742508 w 855859"/>
              <a:gd name="connsiteY103" fmla="*/ 239293 h 782632"/>
              <a:gd name="connsiteX104" fmla="*/ 741267 w 855859"/>
              <a:gd name="connsiteY104" fmla="*/ 239293 h 782632"/>
              <a:gd name="connsiteX105" fmla="*/ 740027 w 855859"/>
              <a:gd name="connsiteY105" fmla="*/ 240531 h 782632"/>
              <a:gd name="connsiteX106" fmla="*/ 738786 w 855859"/>
              <a:gd name="connsiteY106" fmla="*/ 240531 h 782632"/>
              <a:gd name="connsiteX107" fmla="*/ 735064 w 855859"/>
              <a:gd name="connsiteY107" fmla="*/ 241769 h 782632"/>
              <a:gd name="connsiteX108" fmla="*/ 732583 w 855859"/>
              <a:gd name="connsiteY108" fmla="*/ 241769 h 782632"/>
              <a:gd name="connsiteX109" fmla="*/ 707769 w 855859"/>
              <a:gd name="connsiteY109" fmla="*/ 234342 h 782632"/>
              <a:gd name="connsiteX110" fmla="*/ 628367 w 855859"/>
              <a:gd name="connsiteY110" fmla="*/ 234342 h 782632"/>
              <a:gd name="connsiteX111" fmla="*/ 598591 w 855859"/>
              <a:gd name="connsiteY111" fmla="*/ 241769 h 782632"/>
              <a:gd name="connsiteX112" fmla="*/ 597350 w 855859"/>
              <a:gd name="connsiteY112" fmla="*/ 241769 h 782632"/>
              <a:gd name="connsiteX113" fmla="*/ 596109 w 855859"/>
              <a:gd name="connsiteY113" fmla="*/ 241769 h 782632"/>
              <a:gd name="connsiteX114" fmla="*/ 594869 w 855859"/>
              <a:gd name="connsiteY114" fmla="*/ 241769 h 782632"/>
              <a:gd name="connsiteX115" fmla="*/ 593628 w 855859"/>
              <a:gd name="connsiteY115" fmla="*/ 241769 h 782632"/>
              <a:gd name="connsiteX116" fmla="*/ 592387 w 855859"/>
              <a:gd name="connsiteY116" fmla="*/ 241769 h 782632"/>
              <a:gd name="connsiteX117" fmla="*/ 567574 w 855859"/>
              <a:gd name="connsiteY117" fmla="*/ 234342 h 782632"/>
              <a:gd name="connsiteX118" fmla="*/ 489412 w 855859"/>
              <a:gd name="connsiteY118" fmla="*/ 234342 h 782632"/>
              <a:gd name="connsiteX119" fmla="*/ 458395 w 855859"/>
              <a:gd name="connsiteY119" fmla="*/ 241769 h 782632"/>
              <a:gd name="connsiteX120" fmla="*/ 457155 w 855859"/>
              <a:gd name="connsiteY120" fmla="*/ 241769 h 782632"/>
              <a:gd name="connsiteX121" fmla="*/ 455914 w 855859"/>
              <a:gd name="connsiteY121" fmla="*/ 241769 h 782632"/>
              <a:gd name="connsiteX122" fmla="*/ 454673 w 855859"/>
              <a:gd name="connsiteY122" fmla="*/ 241769 h 782632"/>
              <a:gd name="connsiteX123" fmla="*/ 453433 w 855859"/>
              <a:gd name="connsiteY123" fmla="*/ 241769 h 782632"/>
              <a:gd name="connsiteX124" fmla="*/ 452192 w 855859"/>
              <a:gd name="connsiteY124" fmla="*/ 240531 h 782632"/>
              <a:gd name="connsiteX125" fmla="*/ 450951 w 855859"/>
              <a:gd name="connsiteY125" fmla="*/ 240531 h 782632"/>
              <a:gd name="connsiteX126" fmla="*/ 449711 w 855859"/>
              <a:gd name="connsiteY126" fmla="*/ 239293 h 782632"/>
              <a:gd name="connsiteX127" fmla="*/ 448470 w 855859"/>
              <a:gd name="connsiteY127" fmla="*/ 238055 h 782632"/>
              <a:gd name="connsiteX128" fmla="*/ 448470 w 855859"/>
              <a:gd name="connsiteY128" fmla="*/ 236818 h 782632"/>
              <a:gd name="connsiteX129" fmla="*/ 447229 w 855859"/>
              <a:gd name="connsiteY129" fmla="*/ 236818 h 782632"/>
              <a:gd name="connsiteX130" fmla="*/ 447229 w 855859"/>
              <a:gd name="connsiteY130" fmla="*/ 235580 h 782632"/>
              <a:gd name="connsiteX131" fmla="*/ 445989 w 855859"/>
              <a:gd name="connsiteY131" fmla="*/ 234342 h 782632"/>
              <a:gd name="connsiteX132" fmla="*/ 444748 w 855859"/>
              <a:gd name="connsiteY132" fmla="*/ 233104 h 782632"/>
              <a:gd name="connsiteX133" fmla="*/ 444748 w 855859"/>
              <a:gd name="connsiteY133" fmla="*/ 230628 h 782632"/>
              <a:gd name="connsiteX134" fmla="*/ 444748 w 855859"/>
              <a:gd name="connsiteY134" fmla="*/ 229390 h 782632"/>
              <a:gd name="connsiteX135" fmla="*/ 444748 w 855859"/>
              <a:gd name="connsiteY135" fmla="*/ 93219 h 782632"/>
              <a:gd name="connsiteX136" fmla="*/ 444748 w 855859"/>
              <a:gd name="connsiteY136" fmla="*/ 90743 h 782632"/>
              <a:gd name="connsiteX137" fmla="*/ 525391 w 855859"/>
              <a:gd name="connsiteY137" fmla="*/ 56081 h 782632"/>
              <a:gd name="connsiteX138" fmla="*/ 391157 w 855859"/>
              <a:gd name="connsiteY138" fmla="*/ 22432 h 782632"/>
              <a:gd name="connsiteX139" fmla="*/ 383704 w 855859"/>
              <a:gd name="connsiteY139" fmla="*/ 29880 h 782632"/>
              <a:gd name="connsiteX140" fmla="*/ 383704 w 855859"/>
              <a:gd name="connsiteY140" fmla="*/ 266961 h 782632"/>
              <a:gd name="connsiteX141" fmla="*/ 391157 w 855859"/>
              <a:gd name="connsiteY141" fmla="*/ 275650 h 782632"/>
              <a:gd name="connsiteX142" fmla="*/ 551394 w 855859"/>
              <a:gd name="connsiteY142" fmla="*/ 275650 h 782632"/>
              <a:gd name="connsiteX143" fmla="*/ 561331 w 855859"/>
              <a:gd name="connsiteY143" fmla="*/ 281856 h 782632"/>
              <a:gd name="connsiteX144" fmla="*/ 583690 w 855859"/>
              <a:gd name="connsiteY144" fmla="*/ 333989 h 782632"/>
              <a:gd name="connsiteX145" fmla="*/ 603564 w 855859"/>
              <a:gd name="connsiteY145" fmla="*/ 283097 h 782632"/>
              <a:gd name="connsiteX146" fmla="*/ 613502 w 855859"/>
              <a:gd name="connsiteY146" fmla="*/ 275650 h 782632"/>
              <a:gd name="connsiteX147" fmla="*/ 799824 w 855859"/>
              <a:gd name="connsiteY147" fmla="*/ 275650 h 782632"/>
              <a:gd name="connsiteX148" fmla="*/ 808519 w 855859"/>
              <a:gd name="connsiteY148" fmla="*/ 266961 h 782632"/>
              <a:gd name="connsiteX149" fmla="*/ 808519 w 855859"/>
              <a:gd name="connsiteY149" fmla="*/ 29880 h 782632"/>
              <a:gd name="connsiteX150" fmla="*/ 799824 w 855859"/>
              <a:gd name="connsiteY150" fmla="*/ 22432 h 782632"/>
              <a:gd name="connsiteX151" fmla="*/ 390610 w 855859"/>
              <a:gd name="connsiteY151" fmla="*/ 0 h 782632"/>
              <a:gd name="connsiteX152" fmla="*/ 799880 w 855859"/>
              <a:gd name="connsiteY152" fmla="*/ 0 h 782632"/>
              <a:gd name="connsiteX153" fmla="*/ 830979 w 855859"/>
              <a:gd name="connsiteY153" fmla="*/ 29862 h 782632"/>
              <a:gd name="connsiteX154" fmla="*/ 830979 w 855859"/>
              <a:gd name="connsiteY154" fmla="*/ 267514 h 782632"/>
              <a:gd name="connsiteX155" fmla="*/ 799880 w 855859"/>
              <a:gd name="connsiteY155" fmla="*/ 298620 h 782632"/>
              <a:gd name="connsiteX156" fmla="*/ 735193 w 855859"/>
              <a:gd name="connsiteY156" fmla="*/ 298620 h 782632"/>
              <a:gd name="connsiteX157" fmla="*/ 735193 w 855859"/>
              <a:gd name="connsiteY157" fmla="*/ 415579 h 782632"/>
              <a:gd name="connsiteX158" fmla="*/ 803612 w 855859"/>
              <a:gd name="connsiteY158" fmla="*/ 500188 h 782632"/>
              <a:gd name="connsiteX159" fmla="*/ 716533 w 855859"/>
              <a:gd name="connsiteY159" fmla="*/ 587285 h 782632"/>
              <a:gd name="connsiteX160" fmla="*/ 630698 w 855859"/>
              <a:gd name="connsiteY160" fmla="*/ 500188 h 782632"/>
              <a:gd name="connsiteX161" fmla="*/ 712801 w 855859"/>
              <a:gd name="connsiteY161" fmla="*/ 414335 h 782632"/>
              <a:gd name="connsiteX162" fmla="*/ 712801 w 855859"/>
              <a:gd name="connsiteY162" fmla="*/ 298620 h 782632"/>
              <a:gd name="connsiteX163" fmla="*/ 620747 w 855859"/>
              <a:gd name="connsiteY163" fmla="*/ 298620 h 782632"/>
              <a:gd name="connsiteX164" fmla="*/ 604575 w 855859"/>
              <a:gd name="connsiteY164" fmla="*/ 342168 h 782632"/>
              <a:gd name="connsiteX165" fmla="*/ 584671 w 855859"/>
              <a:gd name="connsiteY165" fmla="*/ 357099 h 782632"/>
              <a:gd name="connsiteX166" fmla="*/ 583427 w 855859"/>
              <a:gd name="connsiteY166" fmla="*/ 357099 h 782632"/>
              <a:gd name="connsiteX167" fmla="*/ 563523 w 855859"/>
              <a:gd name="connsiteY167" fmla="*/ 343413 h 782632"/>
              <a:gd name="connsiteX168" fmla="*/ 543620 w 855859"/>
              <a:gd name="connsiteY168" fmla="*/ 298620 h 782632"/>
              <a:gd name="connsiteX169" fmla="*/ 390610 w 855859"/>
              <a:gd name="connsiteY169" fmla="*/ 298620 h 782632"/>
              <a:gd name="connsiteX170" fmla="*/ 360755 w 855859"/>
              <a:gd name="connsiteY170" fmla="*/ 267514 h 782632"/>
              <a:gd name="connsiteX171" fmla="*/ 360755 w 855859"/>
              <a:gd name="connsiteY171" fmla="*/ 93319 h 782632"/>
              <a:gd name="connsiteX172" fmla="*/ 51003 w 855859"/>
              <a:gd name="connsiteY172" fmla="*/ 93319 h 782632"/>
              <a:gd name="connsiteX173" fmla="*/ 22392 w 855859"/>
              <a:gd name="connsiteY173" fmla="*/ 123181 h 782632"/>
              <a:gd name="connsiteX174" fmla="*/ 22392 w 855859"/>
              <a:gd name="connsiteY174" fmla="*/ 563645 h 782632"/>
              <a:gd name="connsiteX175" fmla="*/ 51003 w 855859"/>
              <a:gd name="connsiteY175" fmla="*/ 593507 h 782632"/>
              <a:gd name="connsiteX176" fmla="*/ 349559 w 855859"/>
              <a:gd name="connsiteY176" fmla="*/ 593507 h 782632"/>
              <a:gd name="connsiteX177" fmla="*/ 349559 w 855859"/>
              <a:gd name="connsiteY177" fmla="*/ 569866 h 782632"/>
              <a:gd name="connsiteX178" fmla="*/ 374438 w 855859"/>
              <a:gd name="connsiteY178" fmla="*/ 543737 h 782632"/>
              <a:gd name="connsiteX179" fmla="*/ 590891 w 855859"/>
              <a:gd name="connsiteY179" fmla="*/ 543737 h 782632"/>
              <a:gd name="connsiteX180" fmla="*/ 617015 w 855859"/>
              <a:gd name="connsiteY180" fmla="*/ 569866 h 782632"/>
              <a:gd name="connsiteX181" fmla="*/ 617015 w 855859"/>
              <a:gd name="connsiteY181" fmla="*/ 628345 h 782632"/>
              <a:gd name="connsiteX182" fmla="*/ 651846 w 855859"/>
              <a:gd name="connsiteY182" fmla="*/ 618391 h 782632"/>
              <a:gd name="connsiteX183" fmla="*/ 782464 w 855859"/>
              <a:gd name="connsiteY183" fmla="*/ 618391 h 782632"/>
              <a:gd name="connsiteX184" fmla="*/ 855859 w 855859"/>
              <a:gd name="connsiteY184" fmla="*/ 691802 h 782632"/>
              <a:gd name="connsiteX185" fmla="*/ 855859 w 855859"/>
              <a:gd name="connsiteY185" fmla="*/ 745305 h 782632"/>
              <a:gd name="connsiteX186" fmla="*/ 818540 w 855859"/>
              <a:gd name="connsiteY186" fmla="*/ 782632 h 782632"/>
              <a:gd name="connsiteX187" fmla="*/ 617015 w 855859"/>
              <a:gd name="connsiteY187" fmla="*/ 782632 h 782632"/>
              <a:gd name="connsiteX188" fmla="*/ 615771 w 855859"/>
              <a:gd name="connsiteY188" fmla="*/ 782632 h 782632"/>
              <a:gd name="connsiteX189" fmla="*/ 614527 w 855859"/>
              <a:gd name="connsiteY189" fmla="*/ 782632 h 782632"/>
              <a:gd name="connsiteX190" fmla="*/ 421710 w 855859"/>
              <a:gd name="connsiteY190" fmla="*/ 782632 h 782632"/>
              <a:gd name="connsiteX191" fmla="*/ 400562 w 855859"/>
              <a:gd name="connsiteY191" fmla="*/ 771434 h 782632"/>
              <a:gd name="connsiteX192" fmla="*/ 355779 w 855859"/>
              <a:gd name="connsiteY192" fmla="*/ 691802 h 782632"/>
              <a:gd name="connsiteX193" fmla="*/ 350803 w 855859"/>
              <a:gd name="connsiteY193" fmla="*/ 684337 h 782632"/>
              <a:gd name="connsiteX194" fmla="*/ 349559 w 855859"/>
              <a:gd name="connsiteY194" fmla="*/ 681848 h 782632"/>
              <a:gd name="connsiteX195" fmla="*/ 349559 w 855859"/>
              <a:gd name="connsiteY195" fmla="*/ 675627 h 782632"/>
              <a:gd name="connsiteX196" fmla="*/ 349559 w 855859"/>
              <a:gd name="connsiteY196" fmla="*/ 615903 h 782632"/>
              <a:gd name="connsiteX197" fmla="*/ 51003 w 855859"/>
              <a:gd name="connsiteY197" fmla="*/ 615903 h 782632"/>
              <a:gd name="connsiteX198" fmla="*/ 0 w 855859"/>
              <a:gd name="connsiteY198" fmla="*/ 563645 h 782632"/>
              <a:gd name="connsiteX199" fmla="*/ 0 w 855859"/>
              <a:gd name="connsiteY199" fmla="*/ 123181 h 782632"/>
              <a:gd name="connsiteX200" fmla="*/ 51003 w 855859"/>
              <a:gd name="connsiteY200" fmla="*/ 70922 h 782632"/>
              <a:gd name="connsiteX201" fmla="*/ 360755 w 855859"/>
              <a:gd name="connsiteY201" fmla="*/ 70922 h 782632"/>
              <a:gd name="connsiteX202" fmla="*/ 360755 w 855859"/>
              <a:gd name="connsiteY202" fmla="*/ 29862 h 782632"/>
              <a:gd name="connsiteX203" fmla="*/ 390610 w 855859"/>
              <a:gd name="connsiteY203" fmla="*/ 0 h 782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</a:cxnLst>
            <a:rect l="l" t="t" r="r" b="b"/>
            <a:pathLst>
              <a:path w="855859" h="782632">
                <a:moveTo>
                  <a:pt x="387441" y="702874"/>
                </a:moveTo>
                <a:lnTo>
                  <a:pt x="420863" y="758982"/>
                </a:lnTo>
                <a:cubicBezTo>
                  <a:pt x="420863" y="758982"/>
                  <a:pt x="420863" y="760201"/>
                  <a:pt x="422101" y="760201"/>
                </a:cubicBezTo>
                <a:lnTo>
                  <a:pt x="581785" y="760201"/>
                </a:lnTo>
                <a:cubicBezTo>
                  <a:pt x="579309" y="755322"/>
                  <a:pt x="578071" y="750443"/>
                  <a:pt x="578071" y="745565"/>
                </a:cubicBezTo>
                <a:lnTo>
                  <a:pt x="578071" y="702874"/>
                </a:lnTo>
                <a:close/>
                <a:moveTo>
                  <a:pt x="652518" y="641808"/>
                </a:moveTo>
                <a:cubicBezTo>
                  <a:pt x="625257" y="641808"/>
                  <a:pt x="601714" y="664007"/>
                  <a:pt x="601714" y="692371"/>
                </a:cubicBezTo>
                <a:lnTo>
                  <a:pt x="601714" y="745401"/>
                </a:lnTo>
                <a:cubicBezTo>
                  <a:pt x="601714" y="752801"/>
                  <a:pt x="609149" y="760200"/>
                  <a:pt x="617823" y="760200"/>
                </a:cubicBezTo>
                <a:lnTo>
                  <a:pt x="818561" y="760200"/>
                </a:lnTo>
                <a:cubicBezTo>
                  <a:pt x="825996" y="760200"/>
                  <a:pt x="833431" y="752801"/>
                  <a:pt x="833431" y="745401"/>
                </a:cubicBezTo>
                <a:lnTo>
                  <a:pt x="833431" y="692371"/>
                </a:lnTo>
                <a:cubicBezTo>
                  <a:pt x="833431" y="664007"/>
                  <a:pt x="811127" y="641808"/>
                  <a:pt x="782627" y="641808"/>
                </a:cubicBezTo>
                <a:close/>
                <a:moveTo>
                  <a:pt x="374963" y="567035"/>
                </a:moveTo>
                <a:cubicBezTo>
                  <a:pt x="373724" y="567035"/>
                  <a:pt x="371246" y="568268"/>
                  <a:pt x="371246" y="570733"/>
                </a:cubicBezTo>
                <a:lnTo>
                  <a:pt x="371246" y="675499"/>
                </a:lnTo>
                <a:lnTo>
                  <a:pt x="373724" y="679196"/>
                </a:lnTo>
                <a:lnTo>
                  <a:pt x="374963" y="679196"/>
                </a:lnTo>
                <a:lnTo>
                  <a:pt x="579377" y="679196"/>
                </a:lnTo>
                <a:cubicBezTo>
                  <a:pt x="581854" y="666871"/>
                  <a:pt x="586810" y="655778"/>
                  <a:pt x="594243" y="647150"/>
                </a:cubicBezTo>
                <a:lnTo>
                  <a:pt x="594243" y="570733"/>
                </a:lnTo>
                <a:cubicBezTo>
                  <a:pt x="594243" y="568268"/>
                  <a:pt x="591765" y="567035"/>
                  <a:pt x="590526" y="567035"/>
                </a:cubicBezTo>
                <a:close/>
                <a:moveTo>
                  <a:pt x="716960" y="436181"/>
                </a:moveTo>
                <a:cubicBezTo>
                  <a:pt x="682416" y="436181"/>
                  <a:pt x="654041" y="465803"/>
                  <a:pt x="654041" y="500362"/>
                </a:cubicBezTo>
                <a:cubicBezTo>
                  <a:pt x="654041" y="536155"/>
                  <a:pt x="682416" y="564543"/>
                  <a:pt x="716960" y="564543"/>
                </a:cubicBezTo>
                <a:cubicBezTo>
                  <a:pt x="752737" y="564543"/>
                  <a:pt x="781112" y="536155"/>
                  <a:pt x="781112" y="500362"/>
                </a:cubicBezTo>
                <a:cubicBezTo>
                  <a:pt x="781112" y="465803"/>
                  <a:pt x="752737" y="436181"/>
                  <a:pt x="716960" y="436181"/>
                </a:cubicBezTo>
                <a:close/>
                <a:moveTo>
                  <a:pt x="278603" y="381347"/>
                </a:moveTo>
                <a:lnTo>
                  <a:pt x="246603" y="434371"/>
                </a:lnTo>
                <a:cubicBezTo>
                  <a:pt x="246603" y="436837"/>
                  <a:pt x="244142" y="439304"/>
                  <a:pt x="241680" y="441770"/>
                </a:cubicBezTo>
                <a:lnTo>
                  <a:pt x="241680" y="498493"/>
                </a:lnTo>
                <a:lnTo>
                  <a:pt x="331527" y="498493"/>
                </a:lnTo>
                <a:cubicBezTo>
                  <a:pt x="338912" y="498493"/>
                  <a:pt x="343835" y="492328"/>
                  <a:pt x="343835" y="486162"/>
                </a:cubicBezTo>
                <a:lnTo>
                  <a:pt x="343835" y="431905"/>
                </a:lnTo>
                <a:cubicBezTo>
                  <a:pt x="343835" y="403543"/>
                  <a:pt x="321681" y="381347"/>
                  <a:pt x="294604" y="381347"/>
                </a:cubicBezTo>
                <a:close/>
                <a:moveTo>
                  <a:pt x="208047" y="381347"/>
                </a:moveTo>
                <a:lnTo>
                  <a:pt x="229848" y="417488"/>
                </a:lnTo>
                <a:lnTo>
                  <a:pt x="251650" y="381347"/>
                </a:lnTo>
                <a:close/>
                <a:moveTo>
                  <a:pt x="165080" y="381347"/>
                </a:moveTo>
                <a:cubicBezTo>
                  <a:pt x="137998" y="381347"/>
                  <a:pt x="114610" y="403543"/>
                  <a:pt x="114610" y="431905"/>
                </a:cubicBezTo>
                <a:lnTo>
                  <a:pt x="114610" y="486162"/>
                </a:lnTo>
                <a:cubicBezTo>
                  <a:pt x="114610" y="492328"/>
                  <a:pt x="120765" y="498493"/>
                  <a:pt x="126920" y="498493"/>
                </a:cubicBezTo>
                <a:lnTo>
                  <a:pt x="218011" y="498493"/>
                </a:lnTo>
                <a:lnTo>
                  <a:pt x="218011" y="441770"/>
                </a:lnTo>
                <a:cubicBezTo>
                  <a:pt x="215549" y="439304"/>
                  <a:pt x="213087" y="436837"/>
                  <a:pt x="211856" y="434371"/>
                </a:cubicBezTo>
                <a:lnTo>
                  <a:pt x="181082" y="381347"/>
                </a:lnTo>
                <a:close/>
                <a:moveTo>
                  <a:pt x="165358" y="360161"/>
                </a:moveTo>
                <a:lnTo>
                  <a:pt x="294332" y="360161"/>
                </a:lnTo>
                <a:cubicBezTo>
                  <a:pt x="334016" y="360161"/>
                  <a:pt x="366259" y="391077"/>
                  <a:pt x="366259" y="431887"/>
                </a:cubicBezTo>
                <a:lnTo>
                  <a:pt x="366259" y="486299"/>
                </a:lnTo>
                <a:cubicBezTo>
                  <a:pt x="366259" y="504849"/>
                  <a:pt x="351377" y="520925"/>
                  <a:pt x="331535" y="520925"/>
                </a:cubicBezTo>
                <a:lnTo>
                  <a:pt x="126914" y="520925"/>
                </a:lnTo>
                <a:cubicBezTo>
                  <a:pt x="108313" y="520925"/>
                  <a:pt x="93431" y="504849"/>
                  <a:pt x="93431" y="486299"/>
                </a:cubicBezTo>
                <a:lnTo>
                  <a:pt x="93431" y="431887"/>
                </a:lnTo>
                <a:cubicBezTo>
                  <a:pt x="93431" y="391077"/>
                  <a:pt x="125674" y="360161"/>
                  <a:pt x="165358" y="360161"/>
                </a:cubicBezTo>
                <a:close/>
                <a:moveTo>
                  <a:pt x="234803" y="244261"/>
                </a:moveTo>
                <a:cubicBezTo>
                  <a:pt x="216310" y="257733"/>
                  <a:pt x="195353" y="267531"/>
                  <a:pt x="173162" y="274880"/>
                </a:cubicBezTo>
                <a:cubicBezTo>
                  <a:pt x="181792" y="298150"/>
                  <a:pt x="205215" y="315296"/>
                  <a:pt x="231104" y="315296"/>
                </a:cubicBezTo>
                <a:cubicBezTo>
                  <a:pt x="259459" y="315296"/>
                  <a:pt x="282882" y="298150"/>
                  <a:pt x="291512" y="272430"/>
                </a:cubicBezTo>
                <a:cubicBezTo>
                  <a:pt x="270554" y="269981"/>
                  <a:pt x="250829" y="258958"/>
                  <a:pt x="234803" y="244261"/>
                </a:cubicBezTo>
                <a:close/>
                <a:moveTo>
                  <a:pt x="274676" y="206874"/>
                </a:moveTo>
                <a:cubicBezTo>
                  <a:pt x="267414" y="215349"/>
                  <a:pt x="261363" y="222612"/>
                  <a:pt x="252892" y="229876"/>
                </a:cubicBezTo>
                <a:cubicBezTo>
                  <a:pt x="264994" y="239561"/>
                  <a:pt x="279516" y="246825"/>
                  <a:pt x="295249" y="249246"/>
                </a:cubicBezTo>
                <a:cubicBezTo>
                  <a:pt x="294039" y="233508"/>
                  <a:pt x="286778" y="217770"/>
                  <a:pt x="275886" y="206874"/>
                </a:cubicBezTo>
                <a:close/>
                <a:moveTo>
                  <a:pt x="230822" y="189427"/>
                </a:moveTo>
                <a:cubicBezTo>
                  <a:pt x="196432" y="189427"/>
                  <a:pt x="168182" y="217539"/>
                  <a:pt x="168182" y="251763"/>
                </a:cubicBezTo>
                <a:lnTo>
                  <a:pt x="168182" y="252985"/>
                </a:lnTo>
                <a:cubicBezTo>
                  <a:pt x="202573" y="241985"/>
                  <a:pt x="232050" y="221206"/>
                  <a:pt x="255387" y="194316"/>
                </a:cubicBezTo>
                <a:cubicBezTo>
                  <a:pt x="248018" y="191872"/>
                  <a:pt x="239420" y="189427"/>
                  <a:pt x="230822" y="189427"/>
                </a:cubicBezTo>
                <a:close/>
                <a:moveTo>
                  <a:pt x="231100" y="166995"/>
                </a:moveTo>
                <a:cubicBezTo>
                  <a:pt x="279331" y="166995"/>
                  <a:pt x="316432" y="205348"/>
                  <a:pt x="316432" y="252362"/>
                </a:cubicBezTo>
                <a:cubicBezTo>
                  <a:pt x="316432" y="256073"/>
                  <a:pt x="316432" y="259785"/>
                  <a:pt x="316432" y="263497"/>
                </a:cubicBezTo>
                <a:cubicBezTo>
                  <a:pt x="316432" y="264734"/>
                  <a:pt x="316432" y="264734"/>
                  <a:pt x="316432" y="265971"/>
                </a:cubicBezTo>
                <a:cubicBezTo>
                  <a:pt x="309012" y="306798"/>
                  <a:pt x="274384" y="337728"/>
                  <a:pt x="231100" y="337728"/>
                </a:cubicBezTo>
                <a:cubicBezTo>
                  <a:pt x="184105" y="337728"/>
                  <a:pt x="147004" y="300612"/>
                  <a:pt x="147004" y="252362"/>
                </a:cubicBezTo>
                <a:cubicBezTo>
                  <a:pt x="147004" y="205348"/>
                  <a:pt x="184105" y="166995"/>
                  <a:pt x="231100" y="166995"/>
                </a:cubicBezTo>
                <a:close/>
                <a:moveTo>
                  <a:pt x="665869" y="78513"/>
                </a:moveTo>
                <a:cubicBezTo>
                  <a:pt x="628889" y="78513"/>
                  <a:pt x="609166" y="88393"/>
                  <a:pt x="606701" y="93333"/>
                </a:cubicBezTo>
                <a:lnTo>
                  <a:pt x="606701" y="215598"/>
                </a:lnTo>
                <a:lnTo>
                  <a:pt x="623958" y="211893"/>
                </a:lnTo>
                <a:cubicBezTo>
                  <a:pt x="653543" y="205718"/>
                  <a:pt x="684359" y="205718"/>
                  <a:pt x="712711" y="213128"/>
                </a:cubicBezTo>
                <a:lnTo>
                  <a:pt x="723805" y="215598"/>
                </a:lnTo>
                <a:lnTo>
                  <a:pt x="723805" y="93333"/>
                </a:lnTo>
                <a:cubicBezTo>
                  <a:pt x="722572" y="88393"/>
                  <a:pt x="702850" y="78513"/>
                  <a:pt x="665869" y="78513"/>
                </a:cubicBezTo>
                <a:close/>
                <a:moveTo>
                  <a:pt x="525108" y="78513"/>
                </a:moveTo>
                <a:cubicBezTo>
                  <a:pt x="488127" y="78513"/>
                  <a:pt x="468405" y="88393"/>
                  <a:pt x="467172" y="93333"/>
                </a:cubicBezTo>
                <a:lnTo>
                  <a:pt x="467172" y="215598"/>
                </a:lnTo>
                <a:lnTo>
                  <a:pt x="483197" y="211893"/>
                </a:lnTo>
                <a:cubicBezTo>
                  <a:pt x="512781" y="205718"/>
                  <a:pt x="543598" y="205718"/>
                  <a:pt x="573182" y="213128"/>
                </a:cubicBezTo>
                <a:lnTo>
                  <a:pt x="584276" y="215598"/>
                </a:lnTo>
                <a:lnTo>
                  <a:pt x="584276" y="93333"/>
                </a:lnTo>
                <a:cubicBezTo>
                  <a:pt x="583043" y="88393"/>
                  <a:pt x="563321" y="78513"/>
                  <a:pt x="525108" y="78513"/>
                </a:cubicBezTo>
                <a:close/>
                <a:moveTo>
                  <a:pt x="525391" y="56081"/>
                </a:moveTo>
                <a:cubicBezTo>
                  <a:pt x="552686" y="56081"/>
                  <a:pt x="581221" y="62271"/>
                  <a:pt x="596109" y="73412"/>
                </a:cubicBezTo>
                <a:cubicBezTo>
                  <a:pt x="610997" y="62271"/>
                  <a:pt x="638292" y="56081"/>
                  <a:pt x="665587" y="56081"/>
                </a:cubicBezTo>
                <a:cubicBezTo>
                  <a:pt x="702807" y="56081"/>
                  <a:pt x="743749" y="67222"/>
                  <a:pt x="746230" y="90743"/>
                </a:cubicBezTo>
                <a:cubicBezTo>
                  <a:pt x="746230" y="91981"/>
                  <a:pt x="746230" y="93219"/>
                  <a:pt x="746230" y="93219"/>
                </a:cubicBezTo>
                <a:lnTo>
                  <a:pt x="746230" y="229390"/>
                </a:lnTo>
                <a:lnTo>
                  <a:pt x="746230" y="230628"/>
                </a:lnTo>
                <a:cubicBezTo>
                  <a:pt x="746230" y="231866"/>
                  <a:pt x="746230" y="231866"/>
                  <a:pt x="746230" y="233104"/>
                </a:cubicBezTo>
                <a:cubicBezTo>
                  <a:pt x="746230" y="234342"/>
                  <a:pt x="746230" y="235580"/>
                  <a:pt x="744989" y="235580"/>
                </a:cubicBezTo>
                <a:cubicBezTo>
                  <a:pt x="744989" y="235580"/>
                  <a:pt x="744989" y="235580"/>
                  <a:pt x="744989" y="236818"/>
                </a:cubicBezTo>
                <a:cubicBezTo>
                  <a:pt x="743749" y="236818"/>
                  <a:pt x="743749" y="238055"/>
                  <a:pt x="742508" y="239293"/>
                </a:cubicBezTo>
                <a:cubicBezTo>
                  <a:pt x="742508" y="239293"/>
                  <a:pt x="742508" y="239293"/>
                  <a:pt x="741267" y="239293"/>
                </a:cubicBezTo>
                <a:lnTo>
                  <a:pt x="740027" y="240531"/>
                </a:lnTo>
                <a:lnTo>
                  <a:pt x="738786" y="240531"/>
                </a:lnTo>
                <a:cubicBezTo>
                  <a:pt x="737545" y="241769"/>
                  <a:pt x="736305" y="241769"/>
                  <a:pt x="735064" y="241769"/>
                </a:cubicBezTo>
                <a:cubicBezTo>
                  <a:pt x="735064" y="241769"/>
                  <a:pt x="733823" y="241769"/>
                  <a:pt x="732583" y="241769"/>
                </a:cubicBezTo>
                <a:lnTo>
                  <a:pt x="707769" y="234342"/>
                </a:lnTo>
                <a:cubicBezTo>
                  <a:pt x="681715" y="228152"/>
                  <a:pt x="654421" y="228152"/>
                  <a:pt x="628367" y="234342"/>
                </a:cubicBezTo>
                <a:lnTo>
                  <a:pt x="598591" y="241769"/>
                </a:lnTo>
                <a:lnTo>
                  <a:pt x="597350" y="241769"/>
                </a:lnTo>
                <a:lnTo>
                  <a:pt x="596109" y="241769"/>
                </a:lnTo>
                <a:lnTo>
                  <a:pt x="594869" y="241769"/>
                </a:lnTo>
                <a:lnTo>
                  <a:pt x="593628" y="241769"/>
                </a:lnTo>
                <a:lnTo>
                  <a:pt x="592387" y="241769"/>
                </a:lnTo>
                <a:lnTo>
                  <a:pt x="567574" y="234342"/>
                </a:lnTo>
                <a:cubicBezTo>
                  <a:pt x="541520" y="228152"/>
                  <a:pt x="514225" y="228152"/>
                  <a:pt x="489412" y="234342"/>
                </a:cubicBezTo>
                <a:lnTo>
                  <a:pt x="458395" y="241769"/>
                </a:lnTo>
                <a:cubicBezTo>
                  <a:pt x="458395" y="241769"/>
                  <a:pt x="458395" y="241769"/>
                  <a:pt x="457155" y="241769"/>
                </a:cubicBezTo>
                <a:lnTo>
                  <a:pt x="455914" y="241769"/>
                </a:lnTo>
                <a:lnTo>
                  <a:pt x="454673" y="241769"/>
                </a:lnTo>
                <a:lnTo>
                  <a:pt x="453433" y="241769"/>
                </a:lnTo>
                <a:lnTo>
                  <a:pt x="452192" y="240531"/>
                </a:lnTo>
                <a:lnTo>
                  <a:pt x="450951" y="240531"/>
                </a:lnTo>
                <a:lnTo>
                  <a:pt x="449711" y="239293"/>
                </a:lnTo>
                <a:cubicBezTo>
                  <a:pt x="448470" y="239293"/>
                  <a:pt x="448470" y="238055"/>
                  <a:pt x="448470" y="238055"/>
                </a:cubicBezTo>
                <a:lnTo>
                  <a:pt x="448470" y="236818"/>
                </a:lnTo>
                <a:lnTo>
                  <a:pt x="447229" y="236818"/>
                </a:lnTo>
                <a:lnTo>
                  <a:pt x="447229" y="235580"/>
                </a:lnTo>
                <a:cubicBezTo>
                  <a:pt x="445989" y="235580"/>
                  <a:pt x="445989" y="235580"/>
                  <a:pt x="445989" y="234342"/>
                </a:cubicBezTo>
                <a:cubicBezTo>
                  <a:pt x="445989" y="234342"/>
                  <a:pt x="445989" y="233104"/>
                  <a:pt x="444748" y="233104"/>
                </a:cubicBezTo>
                <a:cubicBezTo>
                  <a:pt x="444748" y="231866"/>
                  <a:pt x="444748" y="231866"/>
                  <a:pt x="444748" y="230628"/>
                </a:cubicBezTo>
                <a:lnTo>
                  <a:pt x="444748" y="229390"/>
                </a:lnTo>
                <a:lnTo>
                  <a:pt x="444748" y="93219"/>
                </a:lnTo>
                <a:cubicBezTo>
                  <a:pt x="444748" y="93219"/>
                  <a:pt x="444748" y="91981"/>
                  <a:pt x="444748" y="90743"/>
                </a:cubicBezTo>
                <a:cubicBezTo>
                  <a:pt x="447229" y="67222"/>
                  <a:pt x="488171" y="56081"/>
                  <a:pt x="525391" y="56081"/>
                </a:cubicBezTo>
                <a:close/>
                <a:moveTo>
                  <a:pt x="391157" y="22432"/>
                </a:moveTo>
                <a:cubicBezTo>
                  <a:pt x="386188" y="22432"/>
                  <a:pt x="383704" y="26156"/>
                  <a:pt x="383704" y="29880"/>
                </a:cubicBezTo>
                <a:lnTo>
                  <a:pt x="383704" y="266961"/>
                </a:lnTo>
                <a:cubicBezTo>
                  <a:pt x="383704" y="271926"/>
                  <a:pt x="386188" y="275650"/>
                  <a:pt x="391157" y="275650"/>
                </a:cubicBezTo>
                <a:lnTo>
                  <a:pt x="551394" y="275650"/>
                </a:lnTo>
                <a:cubicBezTo>
                  <a:pt x="555121" y="275650"/>
                  <a:pt x="560089" y="278132"/>
                  <a:pt x="561331" y="281856"/>
                </a:cubicBezTo>
                <a:lnTo>
                  <a:pt x="583690" y="333989"/>
                </a:lnTo>
                <a:lnTo>
                  <a:pt x="603564" y="283097"/>
                </a:lnTo>
                <a:cubicBezTo>
                  <a:pt x="604807" y="278132"/>
                  <a:pt x="608533" y="275650"/>
                  <a:pt x="613502" y="275650"/>
                </a:cubicBezTo>
                <a:lnTo>
                  <a:pt x="799824" y="275650"/>
                </a:lnTo>
                <a:cubicBezTo>
                  <a:pt x="804793" y="275650"/>
                  <a:pt x="808519" y="271926"/>
                  <a:pt x="808519" y="266961"/>
                </a:cubicBezTo>
                <a:lnTo>
                  <a:pt x="808519" y="29880"/>
                </a:lnTo>
                <a:cubicBezTo>
                  <a:pt x="808519" y="26156"/>
                  <a:pt x="804793" y="22432"/>
                  <a:pt x="799824" y="22432"/>
                </a:cubicBezTo>
                <a:close/>
                <a:moveTo>
                  <a:pt x="390610" y="0"/>
                </a:moveTo>
                <a:lnTo>
                  <a:pt x="799880" y="0"/>
                </a:lnTo>
                <a:cubicBezTo>
                  <a:pt x="817296" y="0"/>
                  <a:pt x="830979" y="13687"/>
                  <a:pt x="830979" y="29862"/>
                </a:cubicBezTo>
                <a:lnTo>
                  <a:pt x="830979" y="267514"/>
                </a:lnTo>
                <a:cubicBezTo>
                  <a:pt x="830979" y="284933"/>
                  <a:pt x="817296" y="298620"/>
                  <a:pt x="799880" y="298620"/>
                </a:cubicBezTo>
                <a:lnTo>
                  <a:pt x="735193" y="298620"/>
                </a:lnTo>
                <a:lnTo>
                  <a:pt x="735193" y="415579"/>
                </a:lnTo>
                <a:cubicBezTo>
                  <a:pt x="775000" y="424289"/>
                  <a:pt x="803612" y="459128"/>
                  <a:pt x="803612" y="500188"/>
                </a:cubicBezTo>
                <a:cubicBezTo>
                  <a:pt x="803612" y="547469"/>
                  <a:pt x="765048" y="587285"/>
                  <a:pt x="716533" y="587285"/>
                </a:cubicBezTo>
                <a:cubicBezTo>
                  <a:pt x="669262" y="587285"/>
                  <a:pt x="630698" y="547469"/>
                  <a:pt x="630698" y="500188"/>
                </a:cubicBezTo>
                <a:cubicBezTo>
                  <a:pt x="630698" y="454151"/>
                  <a:pt x="668018" y="415579"/>
                  <a:pt x="712801" y="414335"/>
                </a:cubicBezTo>
                <a:lnTo>
                  <a:pt x="712801" y="298620"/>
                </a:lnTo>
                <a:lnTo>
                  <a:pt x="620747" y="298620"/>
                </a:lnTo>
                <a:lnTo>
                  <a:pt x="604575" y="342168"/>
                </a:lnTo>
                <a:cubicBezTo>
                  <a:pt x="600843" y="350878"/>
                  <a:pt x="593379" y="355855"/>
                  <a:pt x="584671" y="357099"/>
                </a:cubicBezTo>
                <a:lnTo>
                  <a:pt x="583427" y="357099"/>
                </a:lnTo>
                <a:cubicBezTo>
                  <a:pt x="574719" y="357099"/>
                  <a:pt x="567255" y="352122"/>
                  <a:pt x="563523" y="343413"/>
                </a:cubicBezTo>
                <a:lnTo>
                  <a:pt x="543620" y="298620"/>
                </a:lnTo>
                <a:lnTo>
                  <a:pt x="390610" y="298620"/>
                </a:lnTo>
                <a:cubicBezTo>
                  <a:pt x="373194" y="298620"/>
                  <a:pt x="360755" y="284933"/>
                  <a:pt x="360755" y="267514"/>
                </a:cubicBezTo>
                <a:lnTo>
                  <a:pt x="360755" y="93319"/>
                </a:lnTo>
                <a:lnTo>
                  <a:pt x="51003" y="93319"/>
                </a:lnTo>
                <a:cubicBezTo>
                  <a:pt x="34831" y="93319"/>
                  <a:pt x="22392" y="107005"/>
                  <a:pt x="22392" y="123181"/>
                </a:cubicBezTo>
                <a:lnTo>
                  <a:pt x="22392" y="563645"/>
                </a:lnTo>
                <a:cubicBezTo>
                  <a:pt x="22392" y="579820"/>
                  <a:pt x="34831" y="593507"/>
                  <a:pt x="51003" y="593507"/>
                </a:cubicBezTo>
                <a:lnTo>
                  <a:pt x="349559" y="593507"/>
                </a:lnTo>
                <a:lnTo>
                  <a:pt x="349559" y="569866"/>
                </a:lnTo>
                <a:cubicBezTo>
                  <a:pt x="349559" y="554935"/>
                  <a:pt x="360755" y="543737"/>
                  <a:pt x="374438" y="543737"/>
                </a:cubicBezTo>
                <a:lnTo>
                  <a:pt x="590891" y="543737"/>
                </a:lnTo>
                <a:cubicBezTo>
                  <a:pt x="604575" y="543737"/>
                  <a:pt x="617015" y="554935"/>
                  <a:pt x="617015" y="569866"/>
                </a:cubicBezTo>
                <a:lnTo>
                  <a:pt x="617015" y="628345"/>
                </a:lnTo>
                <a:cubicBezTo>
                  <a:pt x="626966" y="622124"/>
                  <a:pt x="639406" y="618391"/>
                  <a:pt x="651846" y="618391"/>
                </a:cubicBezTo>
                <a:lnTo>
                  <a:pt x="782464" y="618391"/>
                </a:lnTo>
                <a:cubicBezTo>
                  <a:pt x="822272" y="618391"/>
                  <a:pt x="855859" y="650742"/>
                  <a:pt x="855859" y="691802"/>
                </a:cubicBezTo>
                <a:lnTo>
                  <a:pt x="855859" y="745305"/>
                </a:lnTo>
                <a:cubicBezTo>
                  <a:pt x="855859" y="765213"/>
                  <a:pt x="839687" y="782632"/>
                  <a:pt x="818540" y="782632"/>
                </a:cubicBezTo>
                <a:lnTo>
                  <a:pt x="617015" y="782632"/>
                </a:lnTo>
                <a:lnTo>
                  <a:pt x="615771" y="782632"/>
                </a:lnTo>
                <a:cubicBezTo>
                  <a:pt x="615771" y="782632"/>
                  <a:pt x="615771" y="782632"/>
                  <a:pt x="614527" y="782632"/>
                </a:cubicBezTo>
                <a:lnTo>
                  <a:pt x="421710" y="782632"/>
                </a:lnTo>
                <a:cubicBezTo>
                  <a:pt x="413002" y="782632"/>
                  <a:pt x="405538" y="778899"/>
                  <a:pt x="400562" y="771434"/>
                </a:cubicBezTo>
                <a:lnTo>
                  <a:pt x="355779" y="691802"/>
                </a:lnTo>
                <a:cubicBezTo>
                  <a:pt x="353291" y="689314"/>
                  <a:pt x="352047" y="686825"/>
                  <a:pt x="350803" y="684337"/>
                </a:cubicBezTo>
                <a:cubicBezTo>
                  <a:pt x="349559" y="683092"/>
                  <a:pt x="349559" y="683092"/>
                  <a:pt x="349559" y="681848"/>
                </a:cubicBezTo>
                <a:cubicBezTo>
                  <a:pt x="349559" y="680604"/>
                  <a:pt x="349559" y="678115"/>
                  <a:pt x="349559" y="675627"/>
                </a:cubicBezTo>
                <a:lnTo>
                  <a:pt x="349559" y="615903"/>
                </a:lnTo>
                <a:lnTo>
                  <a:pt x="51003" y="615903"/>
                </a:lnTo>
                <a:cubicBezTo>
                  <a:pt x="22392" y="615903"/>
                  <a:pt x="0" y="592262"/>
                  <a:pt x="0" y="563645"/>
                </a:cubicBezTo>
                <a:lnTo>
                  <a:pt x="0" y="123181"/>
                </a:lnTo>
                <a:cubicBezTo>
                  <a:pt x="0" y="94563"/>
                  <a:pt x="22392" y="70922"/>
                  <a:pt x="51003" y="70922"/>
                </a:cubicBezTo>
                <a:lnTo>
                  <a:pt x="360755" y="70922"/>
                </a:lnTo>
                <a:lnTo>
                  <a:pt x="360755" y="29862"/>
                </a:lnTo>
                <a:cubicBezTo>
                  <a:pt x="360755" y="13687"/>
                  <a:pt x="373194" y="0"/>
                  <a:pt x="390610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04" name="Freeform 503">
            <a:extLst>
              <a:ext uri="{FF2B5EF4-FFF2-40B4-BE49-F238E27FC236}">
                <a16:creationId xmlns:a16="http://schemas.microsoft.com/office/drawing/2014/main" id="{E880FF2F-0EF2-F448-8429-B0EB664565C0}"/>
              </a:ext>
            </a:extLst>
          </p:cNvPr>
          <p:cNvSpPr/>
          <p:nvPr/>
        </p:nvSpPr>
        <p:spPr>
          <a:xfrm>
            <a:off x="17245495" y="4057723"/>
            <a:ext cx="877040" cy="734029"/>
          </a:xfrm>
          <a:custGeom>
            <a:avLst/>
            <a:gdLst>
              <a:gd name="connsiteX0" fmla="*/ 62292 w 877040"/>
              <a:gd name="connsiteY0" fmla="*/ 624357 h 734029"/>
              <a:gd name="connsiteX1" fmla="*/ 62292 w 877040"/>
              <a:gd name="connsiteY1" fmla="*/ 657538 h 734029"/>
              <a:gd name="connsiteX2" fmla="*/ 119502 w 877040"/>
              <a:gd name="connsiteY2" fmla="*/ 712839 h 734029"/>
              <a:gd name="connsiteX3" fmla="*/ 735122 w 877040"/>
              <a:gd name="connsiteY3" fmla="*/ 712839 h 734029"/>
              <a:gd name="connsiteX4" fmla="*/ 794818 w 877040"/>
              <a:gd name="connsiteY4" fmla="*/ 655080 h 734029"/>
              <a:gd name="connsiteX5" fmla="*/ 794818 w 877040"/>
              <a:gd name="connsiteY5" fmla="*/ 624357 h 734029"/>
              <a:gd name="connsiteX6" fmla="*/ 562250 w 877040"/>
              <a:gd name="connsiteY6" fmla="*/ 624357 h 734029"/>
              <a:gd name="connsiteX7" fmla="*/ 522452 w 877040"/>
              <a:gd name="connsiteY7" fmla="*/ 647707 h 734029"/>
              <a:gd name="connsiteX8" fmla="*/ 518722 w 877040"/>
              <a:gd name="connsiteY8" fmla="*/ 648936 h 734029"/>
              <a:gd name="connsiteX9" fmla="*/ 328438 w 877040"/>
              <a:gd name="connsiteY9" fmla="*/ 650164 h 734029"/>
              <a:gd name="connsiteX10" fmla="*/ 284910 w 877040"/>
              <a:gd name="connsiteY10" fmla="*/ 624357 h 734029"/>
              <a:gd name="connsiteX11" fmla="*/ 493002 w 877040"/>
              <a:gd name="connsiteY11" fmla="*/ 463597 h 734029"/>
              <a:gd name="connsiteX12" fmla="*/ 436028 w 877040"/>
              <a:gd name="connsiteY12" fmla="*/ 548359 h 734029"/>
              <a:gd name="connsiteX13" fmla="*/ 436028 w 877040"/>
              <a:gd name="connsiteY13" fmla="*/ 549587 h 734029"/>
              <a:gd name="connsiteX14" fmla="*/ 649060 w 877040"/>
              <a:gd name="connsiteY14" fmla="*/ 549587 h 734029"/>
              <a:gd name="connsiteX15" fmla="*/ 649060 w 877040"/>
              <a:gd name="connsiteY15" fmla="*/ 544674 h 734029"/>
              <a:gd name="connsiteX16" fmla="*/ 599518 w 877040"/>
              <a:gd name="connsiteY16" fmla="*/ 466054 h 734029"/>
              <a:gd name="connsiteX17" fmla="*/ 597040 w 877040"/>
              <a:gd name="connsiteY17" fmla="*/ 469739 h 734029"/>
              <a:gd name="connsiteX18" fmla="*/ 595802 w 877040"/>
              <a:gd name="connsiteY18" fmla="*/ 469739 h 734029"/>
              <a:gd name="connsiteX19" fmla="*/ 559884 w 877040"/>
              <a:gd name="connsiteY19" fmla="*/ 500450 h 734029"/>
              <a:gd name="connsiteX20" fmla="*/ 543782 w 877040"/>
              <a:gd name="connsiteY20" fmla="*/ 506592 h 734029"/>
              <a:gd name="connsiteX21" fmla="*/ 542544 w 877040"/>
              <a:gd name="connsiteY21" fmla="*/ 506592 h 734029"/>
              <a:gd name="connsiteX22" fmla="*/ 525204 w 877040"/>
              <a:gd name="connsiteY22" fmla="*/ 499222 h 734029"/>
              <a:gd name="connsiteX23" fmla="*/ 518252 w 877040"/>
              <a:gd name="connsiteY23" fmla="*/ 459858 h 734029"/>
              <a:gd name="connsiteX24" fmla="*/ 541408 w 877040"/>
              <a:gd name="connsiteY24" fmla="*/ 484783 h 734029"/>
              <a:gd name="connsiteX25" fmla="*/ 543846 w 877040"/>
              <a:gd name="connsiteY25" fmla="*/ 484783 h 734029"/>
              <a:gd name="connsiteX26" fmla="*/ 545064 w 877040"/>
              <a:gd name="connsiteY26" fmla="*/ 484783 h 734029"/>
              <a:gd name="connsiteX27" fmla="*/ 545064 w 877040"/>
              <a:gd name="connsiteY27" fmla="*/ 483596 h 734029"/>
              <a:gd name="connsiteX28" fmla="*/ 574312 w 877040"/>
              <a:gd name="connsiteY28" fmla="*/ 459858 h 734029"/>
              <a:gd name="connsiteX29" fmla="*/ 530150 w 877040"/>
              <a:gd name="connsiteY29" fmla="*/ 433688 h 734029"/>
              <a:gd name="connsiteX30" fmla="*/ 558664 w 877040"/>
              <a:gd name="connsiteY30" fmla="*/ 433688 h 734029"/>
              <a:gd name="connsiteX31" fmla="*/ 590898 w 877040"/>
              <a:gd name="connsiteY31" fmla="*/ 438628 h 734029"/>
              <a:gd name="connsiteX32" fmla="*/ 593378 w 877040"/>
              <a:gd name="connsiteY32" fmla="*/ 438628 h 734029"/>
              <a:gd name="connsiteX33" fmla="*/ 671484 w 877040"/>
              <a:gd name="connsiteY33" fmla="*/ 544838 h 734029"/>
              <a:gd name="connsiteX34" fmla="*/ 671484 w 877040"/>
              <a:gd name="connsiteY34" fmla="*/ 560893 h 734029"/>
              <a:gd name="connsiteX35" fmla="*/ 659086 w 877040"/>
              <a:gd name="connsiteY35" fmla="*/ 570773 h 734029"/>
              <a:gd name="connsiteX36" fmla="*/ 424770 w 877040"/>
              <a:gd name="connsiteY36" fmla="*/ 570773 h 734029"/>
              <a:gd name="connsiteX37" fmla="*/ 414852 w 877040"/>
              <a:gd name="connsiteY37" fmla="*/ 560893 h 734029"/>
              <a:gd name="connsiteX38" fmla="*/ 414852 w 877040"/>
              <a:gd name="connsiteY38" fmla="*/ 548543 h 734029"/>
              <a:gd name="connsiteX39" fmla="*/ 530150 w 877040"/>
              <a:gd name="connsiteY39" fmla="*/ 433688 h 734029"/>
              <a:gd name="connsiteX40" fmla="*/ 103336 w 877040"/>
              <a:gd name="connsiteY40" fmla="*/ 411255 h 734029"/>
              <a:gd name="connsiteX41" fmla="*/ 264188 w 877040"/>
              <a:gd name="connsiteY41" fmla="*/ 411255 h 734029"/>
              <a:gd name="connsiteX42" fmla="*/ 275324 w 877040"/>
              <a:gd name="connsiteY42" fmla="*/ 420700 h 734029"/>
              <a:gd name="connsiteX43" fmla="*/ 275324 w 877040"/>
              <a:gd name="connsiteY43" fmla="*/ 424242 h 734029"/>
              <a:gd name="connsiteX44" fmla="*/ 264188 w 877040"/>
              <a:gd name="connsiteY44" fmla="*/ 433687 h 734029"/>
              <a:gd name="connsiteX45" fmla="*/ 103336 w 877040"/>
              <a:gd name="connsiteY45" fmla="*/ 433687 h 734029"/>
              <a:gd name="connsiteX46" fmla="*/ 93436 w 877040"/>
              <a:gd name="connsiteY46" fmla="*/ 424242 h 734029"/>
              <a:gd name="connsiteX47" fmla="*/ 93436 w 877040"/>
              <a:gd name="connsiteY47" fmla="*/ 420700 h 734029"/>
              <a:gd name="connsiteX48" fmla="*/ 103336 w 877040"/>
              <a:gd name="connsiteY48" fmla="*/ 411255 h 734029"/>
              <a:gd name="connsiteX49" fmla="*/ 100860 w 877040"/>
              <a:gd name="connsiteY49" fmla="*/ 362652 h 734029"/>
              <a:gd name="connsiteX50" fmla="*/ 287848 w 877040"/>
              <a:gd name="connsiteY50" fmla="*/ 362652 h 734029"/>
              <a:gd name="connsiteX51" fmla="*/ 298992 w 877040"/>
              <a:gd name="connsiteY51" fmla="*/ 370891 h 734029"/>
              <a:gd name="connsiteX52" fmla="*/ 298992 w 877040"/>
              <a:gd name="connsiteY52" fmla="*/ 374422 h 734029"/>
              <a:gd name="connsiteX53" fmla="*/ 287848 w 877040"/>
              <a:gd name="connsiteY53" fmla="*/ 383838 h 734029"/>
              <a:gd name="connsiteX54" fmla="*/ 100860 w 877040"/>
              <a:gd name="connsiteY54" fmla="*/ 383838 h 734029"/>
              <a:gd name="connsiteX55" fmla="*/ 92192 w 877040"/>
              <a:gd name="connsiteY55" fmla="*/ 374422 h 734029"/>
              <a:gd name="connsiteX56" fmla="*/ 92192 w 877040"/>
              <a:gd name="connsiteY56" fmla="*/ 370891 h 734029"/>
              <a:gd name="connsiteX57" fmla="*/ 100860 w 877040"/>
              <a:gd name="connsiteY57" fmla="*/ 362652 h 734029"/>
              <a:gd name="connsiteX58" fmla="*/ 56686 w 877040"/>
              <a:gd name="connsiteY58" fmla="*/ 362652 h 734029"/>
              <a:gd name="connsiteX59" fmla="*/ 67276 w 877040"/>
              <a:gd name="connsiteY59" fmla="*/ 372068 h 734029"/>
              <a:gd name="connsiteX60" fmla="*/ 56686 w 877040"/>
              <a:gd name="connsiteY60" fmla="*/ 383838 h 734029"/>
              <a:gd name="connsiteX61" fmla="*/ 46096 w 877040"/>
              <a:gd name="connsiteY61" fmla="*/ 372068 h 734029"/>
              <a:gd name="connsiteX62" fmla="*/ 56686 w 877040"/>
              <a:gd name="connsiteY62" fmla="*/ 362652 h 734029"/>
              <a:gd name="connsiteX63" fmla="*/ 543716 w 877040"/>
              <a:gd name="connsiteY63" fmla="*/ 342713 h 734029"/>
              <a:gd name="connsiteX64" fmla="*/ 506840 w 877040"/>
              <a:gd name="connsiteY64" fmla="*/ 356110 h 734029"/>
              <a:gd name="connsiteX65" fmla="*/ 492090 w 877040"/>
              <a:gd name="connsiteY65" fmla="*/ 353674 h 734029"/>
              <a:gd name="connsiteX66" fmla="*/ 540028 w 877040"/>
              <a:gd name="connsiteY66" fmla="*/ 396301 h 734029"/>
              <a:gd name="connsiteX67" fmla="*/ 584280 w 877040"/>
              <a:gd name="connsiteY67" fmla="*/ 371943 h 734029"/>
              <a:gd name="connsiteX68" fmla="*/ 543716 w 877040"/>
              <a:gd name="connsiteY68" fmla="*/ 342713 h 734029"/>
              <a:gd name="connsiteX69" fmla="*/ 100852 w 877040"/>
              <a:gd name="connsiteY69" fmla="*/ 317788 h 734029"/>
              <a:gd name="connsiteX70" fmla="*/ 264178 w 877040"/>
              <a:gd name="connsiteY70" fmla="*/ 317788 h 734029"/>
              <a:gd name="connsiteX71" fmla="*/ 274076 w 877040"/>
              <a:gd name="connsiteY71" fmla="*/ 327204 h 734029"/>
              <a:gd name="connsiteX72" fmla="*/ 274076 w 877040"/>
              <a:gd name="connsiteY72" fmla="*/ 329558 h 734029"/>
              <a:gd name="connsiteX73" fmla="*/ 264178 w 877040"/>
              <a:gd name="connsiteY73" fmla="*/ 338974 h 734029"/>
              <a:gd name="connsiteX74" fmla="*/ 100852 w 877040"/>
              <a:gd name="connsiteY74" fmla="*/ 338974 h 734029"/>
              <a:gd name="connsiteX75" fmla="*/ 92192 w 877040"/>
              <a:gd name="connsiteY75" fmla="*/ 329558 h 734029"/>
              <a:gd name="connsiteX76" fmla="*/ 92192 w 877040"/>
              <a:gd name="connsiteY76" fmla="*/ 327204 h 734029"/>
              <a:gd name="connsiteX77" fmla="*/ 100852 w 877040"/>
              <a:gd name="connsiteY77" fmla="*/ 317788 h 734029"/>
              <a:gd name="connsiteX78" fmla="*/ 540084 w 877040"/>
              <a:gd name="connsiteY78" fmla="*/ 306572 h 734029"/>
              <a:gd name="connsiteX79" fmla="*/ 497070 w 877040"/>
              <a:gd name="connsiteY79" fmla="*/ 331995 h 734029"/>
              <a:gd name="connsiteX80" fmla="*/ 537626 w 877040"/>
              <a:gd name="connsiteY80" fmla="*/ 316257 h 734029"/>
              <a:gd name="connsiteX81" fmla="*/ 540084 w 877040"/>
              <a:gd name="connsiteY81" fmla="*/ 315047 h 734029"/>
              <a:gd name="connsiteX82" fmla="*/ 540084 w 877040"/>
              <a:gd name="connsiteY82" fmla="*/ 313836 h 734029"/>
              <a:gd name="connsiteX83" fmla="*/ 541312 w 877040"/>
              <a:gd name="connsiteY83" fmla="*/ 313836 h 734029"/>
              <a:gd name="connsiteX84" fmla="*/ 542542 w 877040"/>
              <a:gd name="connsiteY84" fmla="*/ 312625 h 734029"/>
              <a:gd name="connsiteX85" fmla="*/ 543770 w 877040"/>
              <a:gd name="connsiteY85" fmla="*/ 312625 h 734029"/>
              <a:gd name="connsiteX86" fmla="*/ 545000 w 877040"/>
              <a:gd name="connsiteY86" fmla="*/ 311415 h 734029"/>
              <a:gd name="connsiteX87" fmla="*/ 547458 w 877040"/>
              <a:gd name="connsiteY87" fmla="*/ 311415 h 734029"/>
              <a:gd name="connsiteX88" fmla="*/ 548686 w 877040"/>
              <a:gd name="connsiteY88" fmla="*/ 311415 h 734029"/>
              <a:gd name="connsiteX89" fmla="*/ 548686 w 877040"/>
              <a:gd name="connsiteY89" fmla="*/ 312625 h 734029"/>
              <a:gd name="connsiteX90" fmla="*/ 549916 w 877040"/>
              <a:gd name="connsiteY90" fmla="*/ 312625 h 734029"/>
              <a:gd name="connsiteX91" fmla="*/ 551144 w 877040"/>
              <a:gd name="connsiteY91" fmla="*/ 312625 h 734029"/>
              <a:gd name="connsiteX92" fmla="*/ 553602 w 877040"/>
              <a:gd name="connsiteY92" fmla="*/ 313836 h 734029"/>
              <a:gd name="connsiteX93" fmla="*/ 554832 w 877040"/>
              <a:gd name="connsiteY93" fmla="*/ 315047 h 734029"/>
              <a:gd name="connsiteX94" fmla="*/ 556060 w 877040"/>
              <a:gd name="connsiteY94" fmla="*/ 316257 h 734029"/>
              <a:gd name="connsiteX95" fmla="*/ 556060 w 877040"/>
              <a:gd name="connsiteY95" fmla="*/ 317468 h 734029"/>
              <a:gd name="connsiteX96" fmla="*/ 557290 w 877040"/>
              <a:gd name="connsiteY96" fmla="*/ 318679 h 734029"/>
              <a:gd name="connsiteX97" fmla="*/ 588012 w 877040"/>
              <a:gd name="connsiteY97" fmla="*/ 348944 h 734029"/>
              <a:gd name="connsiteX98" fmla="*/ 540084 w 877040"/>
              <a:gd name="connsiteY98" fmla="*/ 306572 h 734029"/>
              <a:gd name="connsiteX99" fmla="*/ 540060 w 877040"/>
              <a:gd name="connsiteY99" fmla="*/ 285386 h 734029"/>
              <a:gd name="connsiteX100" fmla="*/ 610440 w 877040"/>
              <a:gd name="connsiteY100" fmla="*/ 350819 h 734029"/>
              <a:gd name="connsiteX101" fmla="*/ 540060 w 877040"/>
              <a:gd name="connsiteY101" fmla="*/ 417486 h 734029"/>
              <a:gd name="connsiteX102" fmla="*/ 470912 w 877040"/>
              <a:gd name="connsiteY102" fmla="*/ 350819 h 734029"/>
              <a:gd name="connsiteX103" fmla="*/ 540060 w 877040"/>
              <a:gd name="connsiteY103" fmla="*/ 285386 h 734029"/>
              <a:gd name="connsiteX104" fmla="*/ 635524 w 877040"/>
              <a:gd name="connsiteY104" fmla="*/ 279155 h 734029"/>
              <a:gd name="connsiteX105" fmla="*/ 629308 w 877040"/>
              <a:gd name="connsiteY105" fmla="*/ 281639 h 734029"/>
              <a:gd name="connsiteX106" fmla="*/ 414250 w 877040"/>
              <a:gd name="connsiteY106" fmla="*/ 281639 h 734029"/>
              <a:gd name="connsiteX107" fmla="*/ 414250 w 877040"/>
              <a:gd name="connsiteY107" fmla="*/ 467906 h 734029"/>
              <a:gd name="connsiteX108" fmla="*/ 364524 w 877040"/>
              <a:gd name="connsiteY108" fmla="*/ 518819 h 734029"/>
              <a:gd name="connsiteX109" fmla="*/ 134548 w 877040"/>
              <a:gd name="connsiteY109" fmla="*/ 518819 h 734029"/>
              <a:gd name="connsiteX110" fmla="*/ 134548 w 877040"/>
              <a:gd name="connsiteY110" fmla="*/ 602018 h 734029"/>
              <a:gd name="connsiteX111" fmla="*/ 292424 w 877040"/>
              <a:gd name="connsiteY111" fmla="*/ 602018 h 734029"/>
              <a:gd name="connsiteX112" fmla="*/ 302368 w 877040"/>
              <a:gd name="connsiteY112" fmla="*/ 609468 h 734029"/>
              <a:gd name="connsiteX113" fmla="*/ 327232 w 877040"/>
              <a:gd name="connsiteY113" fmla="*/ 626853 h 734029"/>
              <a:gd name="connsiteX114" fmla="*/ 517428 w 877040"/>
              <a:gd name="connsiteY114" fmla="*/ 625611 h 734029"/>
              <a:gd name="connsiteX115" fmla="*/ 549750 w 877040"/>
              <a:gd name="connsiteY115" fmla="*/ 605743 h 734029"/>
              <a:gd name="connsiteX116" fmla="*/ 557208 w 877040"/>
              <a:gd name="connsiteY116" fmla="*/ 602018 h 734029"/>
              <a:gd name="connsiteX117" fmla="*/ 713840 w 877040"/>
              <a:gd name="connsiteY117" fmla="*/ 602018 h 734029"/>
              <a:gd name="connsiteX118" fmla="*/ 713840 w 877040"/>
              <a:gd name="connsiteY118" fmla="*/ 285364 h 734029"/>
              <a:gd name="connsiteX119" fmla="*/ 712598 w 877040"/>
              <a:gd name="connsiteY119" fmla="*/ 285364 h 734029"/>
              <a:gd name="connsiteX120" fmla="*/ 669088 w 877040"/>
              <a:gd name="connsiteY120" fmla="*/ 316409 h 734029"/>
              <a:gd name="connsiteX121" fmla="*/ 656658 w 877040"/>
              <a:gd name="connsiteY121" fmla="*/ 320134 h 734029"/>
              <a:gd name="connsiteX122" fmla="*/ 644226 w 877040"/>
              <a:gd name="connsiteY122" fmla="*/ 316409 h 734029"/>
              <a:gd name="connsiteX123" fmla="*/ 635524 w 877040"/>
              <a:gd name="connsiteY123" fmla="*/ 294057 h 734029"/>
              <a:gd name="connsiteX124" fmla="*/ 639254 w 877040"/>
              <a:gd name="connsiteY124" fmla="*/ 281639 h 734029"/>
              <a:gd name="connsiteX125" fmla="*/ 635524 w 877040"/>
              <a:gd name="connsiteY125" fmla="*/ 279155 h 734029"/>
              <a:gd name="connsiteX126" fmla="*/ 100860 w 877040"/>
              <a:gd name="connsiteY126" fmla="*/ 274170 h 734029"/>
              <a:gd name="connsiteX127" fmla="*/ 287840 w 877040"/>
              <a:gd name="connsiteY127" fmla="*/ 274170 h 734029"/>
              <a:gd name="connsiteX128" fmla="*/ 297748 w 877040"/>
              <a:gd name="connsiteY128" fmla="*/ 283553 h 734029"/>
              <a:gd name="connsiteX129" fmla="*/ 297748 w 877040"/>
              <a:gd name="connsiteY129" fmla="*/ 284726 h 734029"/>
              <a:gd name="connsiteX130" fmla="*/ 287840 w 877040"/>
              <a:gd name="connsiteY130" fmla="*/ 294110 h 734029"/>
              <a:gd name="connsiteX131" fmla="*/ 100860 w 877040"/>
              <a:gd name="connsiteY131" fmla="*/ 294110 h 734029"/>
              <a:gd name="connsiteX132" fmla="*/ 92192 w 877040"/>
              <a:gd name="connsiteY132" fmla="*/ 284726 h 734029"/>
              <a:gd name="connsiteX133" fmla="*/ 92192 w 877040"/>
              <a:gd name="connsiteY133" fmla="*/ 283553 h 734029"/>
              <a:gd name="connsiteX134" fmla="*/ 100860 w 877040"/>
              <a:gd name="connsiteY134" fmla="*/ 274170 h 734029"/>
              <a:gd name="connsiteX135" fmla="*/ 56686 w 877040"/>
              <a:gd name="connsiteY135" fmla="*/ 272924 h 734029"/>
              <a:gd name="connsiteX136" fmla="*/ 67276 w 877040"/>
              <a:gd name="connsiteY136" fmla="*/ 284730 h 734029"/>
              <a:gd name="connsiteX137" fmla="*/ 56686 w 877040"/>
              <a:gd name="connsiteY137" fmla="*/ 295356 h 734029"/>
              <a:gd name="connsiteX138" fmla="*/ 46096 w 877040"/>
              <a:gd name="connsiteY138" fmla="*/ 284730 h 734029"/>
              <a:gd name="connsiteX139" fmla="*/ 56686 w 877040"/>
              <a:gd name="connsiteY139" fmla="*/ 272924 h 734029"/>
              <a:gd name="connsiteX140" fmla="*/ 21180 w 877040"/>
              <a:gd name="connsiteY140" fmla="*/ 246753 h 734029"/>
              <a:gd name="connsiteX141" fmla="*/ 21180 w 877040"/>
              <a:gd name="connsiteY141" fmla="*/ 467479 h 734029"/>
              <a:gd name="connsiteX142" fmla="*/ 49736 w 877040"/>
              <a:gd name="connsiteY142" fmla="*/ 495999 h 734029"/>
              <a:gd name="connsiteX143" fmla="*/ 363868 w 877040"/>
              <a:gd name="connsiteY143" fmla="*/ 495999 h 734029"/>
              <a:gd name="connsiteX144" fmla="*/ 392428 w 877040"/>
              <a:gd name="connsiteY144" fmla="*/ 467479 h 734029"/>
              <a:gd name="connsiteX145" fmla="*/ 392428 w 877040"/>
              <a:gd name="connsiteY145" fmla="*/ 246753 h 734029"/>
              <a:gd name="connsiteX146" fmla="*/ 669578 w 877040"/>
              <a:gd name="connsiteY146" fmla="*/ 199396 h 734029"/>
              <a:gd name="connsiteX147" fmla="*/ 678960 w 877040"/>
              <a:gd name="connsiteY147" fmla="*/ 208779 h 734029"/>
              <a:gd name="connsiteX148" fmla="*/ 669578 w 877040"/>
              <a:gd name="connsiteY148" fmla="*/ 219336 h 734029"/>
              <a:gd name="connsiteX149" fmla="*/ 659026 w 877040"/>
              <a:gd name="connsiteY149" fmla="*/ 208779 h 734029"/>
              <a:gd name="connsiteX150" fmla="*/ 669578 w 877040"/>
              <a:gd name="connsiteY150" fmla="*/ 199396 h 734029"/>
              <a:gd name="connsiteX151" fmla="*/ 807898 w 877040"/>
              <a:gd name="connsiteY151" fmla="*/ 198150 h 734029"/>
              <a:gd name="connsiteX152" fmla="*/ 818488 w 877040"/>
              <a:gd name="connsiteY152" fmla="*/ 207533 h 734029"/>
              <a:gd name="connsiteX153" fmla="*/ 807898 w 877040"/>
              <a:gd name="connsiteY153" fmla="*/ 218090 h 734029"/>
              <a:gd name="connsiteX154" fmla="*/ 797308 w 877040"/>
              <a:gd name="connsiteY154" fmla="*/ 207533 h 734029"/>
              <a:gd name="connsiteX155" fmla="*/ 807898 w 877040"/>
              <a:gd name="connsiteY155" fmla="*/ 198150 h 734029"/>
              <a:gd name="connsiteX156" fmla="*/ 761804 w 877040"/>
              <a:gd name="connsiteY156" fmla="*/ 198150 h 734029"/>
              <a:gd name="connsiteX157" fmla="*/ 772392 w 877040"/>
              <a:gd name="connsiteY157" fmla="*/ 207533 h 734029"/>
              <a:gd name="connsiteX158" fmla="*/ 761804 w 877040"/>
              <a:gd name="connsiteY158" fmla="*/ 218090 h 734029"/>
              <a:gd name="connsiteX159" fmla="*/ 751216 w 877040"/>
              <a:gd name="connsiteY159" fmla="*/ 207533 h 734029"/>
              <a:gd name="connsiteX160" fmla="*/ 761804 w 877040"/>
              <a:gd name="connsiteY160" fmla="*/ 198150 h 734029"/>
              <a:gd name="connsiteX161" fmla="*/ 715708 w 877040"/>
              <a:gd name="connsiteY161" fmla="*/ 198150 h 734029"/>
              <a:gd name="connsiteX162" fmla="*/ 726298 w 877040"/>
              <a:gd name="connsiteY162" fmla="*/ 207533 h 734029"/>
              <a:gd name="connsiteX163" fmla="*/ 715708 w 877040"/>
              <a:gd name="connsiteY163" fmla="*/ 218090 h 734029"/>
              <a:gd name="connsiteX164" fmla="*/ 705120 w 877040"/>
              <a:gd name="connsiteY164" fmla="*/ 207533 h 734029"/>
              <a:gd name="connsiteX165" fmla="*/ 715708 w 877040"/>
              <a:gd name="connsiteY165" fmla="*/ 198150 h 734029"/>
              <a:gd name="connsiteX166" fmla="*/ 102780 w 877040"/>
              <a:gd name="connsiteY166" fmla="*/ 181949 h 734029"/>
              <a:gd name="connsiteX167" fmla="*/ 113368 w 877040"/>
              <a:gd name="connsiteY167" fmla="*/ 191365 h 734029"/>
              <a:gd name="connsiteX168" fmla="*/ 113368 w 877040"/>
              <a:gd name="connsiteY168" fmla="*/ 192542 h 734029"/>
              <a:gd name="connsiteX169" fmla="*/ 102780 w 877040"/>
              <a:gd name="connsiteY169" fmla="*/ 203135 h 734029"/>
              <a:gd name="connsiteX170" fmla="*/ 92192 w 877040"/>
              <a:gd name="connsiteY170" fmla="*/ 192542 h 734029"/>
              <a:gd name="connsiteX171" fmla="*/ 92192 w 877040"/>
              <a:gd name="connsiteY171" fmla="*/ 191365 h 734029"/>
              <a:gd name="connsiteX172" fmla="*/ 102780 w 877040"/>
              <a:gd name="connsiteY172" fmla="*/ 181949 h 734029"/>
              <a:gd name="connsiteX173" fmla="*/ 145206 w 877040"/>
              <a:gd name="connsiteY173" fmla="*/ 180703 h 734029"/>
              <a:gd name="connsiteX174" fmla="*/ 148736 w 877040"/>
              <a:gd name="connsiteY174" fmla="*/ 180703 h 734029"/>
              <a:gd name="connsiteX175" fmla="*/ 156972 w 877040"/>
              <a:gd name="connsiteY175" fmla="*/ 190119 h 734029"/>
              <a:gd name="connsiteX176" fmla="*/ 156972 w 877040"/>
              <a:gd name="connsiteY176" fmla="*/ 193650 h 734029"/>
              <a:gd name="connsiteX177" fmla="*/ 148736 w 877040"/>
              <a:gd name="connsiteY177" fmla="*/ 201889 h 734029"/>
              <a:gd name="connsiteX178" fmla="*/ 145206 w 877040"/>
              <a:gd name="connsiteY178" fmla="*/ 201889 h 734029"/>
              <a:gd name="connsiteX179" fmla="*/ 135794 w 877040"/>
              <a:gd name="connsiteY179" fmla="*/ 193650 h 734029"/>
              <a:gd name="connsiteX180" fmla="*/ 135794 w 877040"/>
              <a:gd name="connsiteY180" fmla="*/ 190119 h 734029"/>
              <a:gd name="connsiteX181" fmla="*/ 145206 w 877040"/>
              <a:gd name="connsiteY181" fmla="*/ 180703 h 734029"/>
              <a:gd name="connsiteX182" fmla="*/ 54332 w 877040"/>
              <a:gd name="connsiteY182" fmla="*/ 180703 h 734029"/>
              <a:gd name="connsiteX183" fmla="*/ 57862 w 877040"/>
              <a:gd name="connsiteY183" fmla="*/ 180703 h 734029"/>
              <a:gd name="connsiteX184" fmla="*/ 67276 w 877040"/>
              <a:gd name="connsiteY184" fmla="*/ 190119 h 734029"/>
              <a:gd name="connsiteX185" fmla="*/ 67276 w 877040"/>
              <a:gd name="connsiteY185" fmla="*/ 193650 h 734029"/>
              <a:gd name="connsiteX186" fmla="*/ 57862 w 877040"/>
              <a:gd name="connsiteY186" fmla="*/ 201889 h 734029"/>
              <a:gd name="connsiteX187" fmla="*/ 54332 w 877040"/>
              <a:gd name="connsiteY187" fmla="*/ 201889 h 734029"/>
              <a:gd name="connsiteX188" fmla="*/ 46096 w 877040"/>
              <a:gd name="connsiteY188" fmla="*/ 193650 h 734029"/>
              <a:gd name="connsiteX189" fmla="*/ 46096 w 877040"/>
              <a:gd name="connsiteY189" fmla="*/ 190119 h 734029"/>
              <a:gd name="connsiteX190" fmla="*/ 54332 w 877040"/>
              <a:gd name="connsiteY190" fmla="*/ 180703 h 734029"/>
              <a:gd name="connsiteX191" fmla="*/ 49724 w 877040"/>
              <a:gd name="connsiteY191" fmla="*/ 157025 h 734029"/>
              <a:gd name="connsiteX192" fmla="*/ 21180 w 877040"/>
              <a:gd name="connsiteY192" fmla="*/ 185158 h 734029"/>
              <a:gd name="connsiteX193" fmla="*/ 21180 w 877040"/>
              <a:gd name="connsiteY193" fmla="*/ 223075 h 734029"/>
              <a:gd name="connsiteX194" fmla="*/ 342596 w 877040"/>
              <a:gd name="connsiteY194" fmla="*/ 223075 h 734029"/>
              <a:gd name="connsiteX195" fmla="*/ 291714 w 877040"/>
              <a:gd name="connsiteY195" fmla="*/ 157025 h 734029"/>
              <a:gd name="connsiteX196" fmla="*/ 661312 w 877040"/>
              <a:gd name="connsiteY196" fmla="*/ 154532 h 734029"/>
              <a:gd name="connsiteX197" fmla="*/ 622898 w 877040"/>
              <a:gd name="connsiteY197" fmla="*/ 191594 h 734029"/>
              <a:gd name="connsiteX198" fmla="*/ 622898 w 877040"/>
              <a:gd name="connsiteY198" fmla="*/ 226185 h 734029"/>
              <a:gd name="connsiteX199" fmla="*/ 656356 w 877040"/>
              <a:gd name="connsiteY199" fmla="*/ 262011 h 734029"/>
              <a:gd name="connsiteX200" fmla="*/ 667508 w 877040"/>
              <a:gd name="connsiteY200" fmla="*/ 264482 h 734029"/>
              <a:gd name="connsiteX201" fmla="*/ 658834 w 877040"/>
              <a:gd name="connsiteY201" fmla="*/ 296602 h 734029"/>
              <a:gd name="connsiteX202" fmla="*/ 707162 w 877040"/>
              <a:gd name="connsiteY202" fmla="*/ 263247 h 734029"/>
              <a:gd name="connsiteX203" fmla="*/ 817446 w 877040"/>
              <a:gd name="connsiteY203" fmla="*/ 263247 h 734029"/>
              <a:gd name="connsiteX204" fmla="*/ 855860 w 877040"/>
              <a:gd name="connsiteY204" fmla="*/ 226185 h 734029"/>
              <a:gd name="connsiteX205" fmla="*/ 855860 w 877040"/>
              <a:gd name="connsiteY205" fmla="*/ 191594 h 734029"/>
              <a:gd name="connsiteX206" fmla="*/ 817446 w 877040"/>
              <a:gd name="connsiteY206" fmla="*/ 154532 h 734029"/>
              <a:gd name="connsiteX207" fmla="*/ 485272 w 877040"/>
              <a:gd name="connsiteY207" fmla="*/ 134592 h 734029"/>
              <a:gd name="connsiteX208" fmla="*/ 465924 w 877040"/>
              <a:gd name="connsiteY208" fmla="*/ 203135 h 734029"/>
              <a:gd name="connsiteX209" fmla="*/ 507036 w 877040"/>
              <a:gd name="connsiteY209" fmla="*/ 134592 h 734029"/>
              <a:gd name="connsiteX210" fmla="*/ 419834 w 877040"/>
              <a:gd name="connsiteY210" fmla="*/ 134592 h 734029"/>
              <a:gd name="connsiteX211" fmla="*/ 419834 w 877040"/>
              <a:gd name="connsiteY211" fmla="*/ 220582 h 734029"/>
              <a:gd name="connsiteX212" fmla="*/ 431946 w 877040"/>
              <a:gd name="connsiteY212" fmla="*/ 218125 h 734029"/>
              <a:gd name="connsiteX213" fmla="*/ 463436 w 877040"/>
              <a:gd name="connsiteY213" fmla="*/ 134592 h 734029"/>
              <a:gd name="connsiteX214" fmla="*/ 355052 w 877040"/>
              <a:gd name="connsiteY214" fmla="*/ 134592 h 734029"/>
              <a:gd name="connsiteX215" fmla="*/ 388936 w 877040"/>
              <a:gd name="connsiteY215" fmla="*/ 219354 h 734029"/>
              <a:gd name="connsiteX216" fmla="*/ 397408 w 877040"/>
              <a:gd name="connsiteY216" fmla="*/ 220582 h 734029"/>
              <a:gd name="connsiteX217" fmla="*/ 397408 w 877040"/>
              <a:gd name="connsiteY217" fmla="*/ 134592 h 734029"/>
              <a:gd name="connsiteX218" fmla="*/ 310204 w 877040"/>
              <a:gd name="connsiteY218" fmla="*/ 134592 h 734029"/>
              <a:gd name="connsiteX219" fmla="*/ 352560 w 877040"/>
              <a:gd name="connsiteY219" fmla="*/ 204381 h 734029"/>
              <a:gd name="connsiteX220" fmla="*/ 331988 w 877040"/>
              <a:gd name="connsiteY220" fmla="*/ 134592 h 734029"/>
              <a:gd name="connsiteX221" fmla="*/ 350068 w 877040"/>
              <a:gd name="connsiteY221" fmla="*/ 41125 h 734029"/>
              <a:gd name="connsiteX222" fmla="*/ 310204 w 877040"/>
              <a:gd name="connsiteY222" fmla="*/ 110914 h 734029"/>
              <a:gd name="connsiteX223" fmla="*/ 331948 w 877040"/>
              <a:gd name="connsiteY223" fmla="*/ 110914 h 734029"/>
              <a:gd name="connsiteX224" fmla="*/ 350068 w 877040"/>
              <a:gd name="connsiteY224" fmla="*/ 41125 h 734029"/>
              <a:gd name="connsiteX225" fmla="*/ 464684 w 877040"/>
              <a:gd name="connsiteY225" fmla="*/ 38633 h 734029"/>
              <a:gd name="connsiteX226" fmla="*/ 485256 w 877040"/>
              <a:gd name="connsiteY226" fmla="*/ 110914 h 734029"/>
              <a:gd name="connsiteX227" fmla="*/ 507040 w 877040"/>
              <a:gd name="connsiteY227" fmla="*/ 110914 h 734029"/>
              <a:gd name="connsiteX228" fmla="*/ 464684 w 877040"/>
              <a:gd name="connsiteY228" fmla="*/ 38633 h 734029"/>
              <a:gd name="connsiteX229" fmla="*/ 419834 w 877040"/>
              <a:gd name="connsiteY229" fmla="*/ 23678 h 734029"/>
              <a:gd name="connsiteX230" fmla="*/ 419834 w 877040"/>
              <a:gd name="connsiteY230" fmla="*/ 24907 h 734029"/>
              <a:gd name="connsiteX231" fmla="*/ 419834 w 877040"/>
              <a:gd name="connsiteY231" fmla="*/ 110914 h 734029"/>
              <a:gd name="connsiteX232" fmla="*/ 463436 w 877040"/>
              <a:gd name="connsiteY232" fmla="*/ 110914 h 734029"/>
              <a:gd name="connsiteX233" fmla="*/ 427102 w 877040"/>
              <a:gd name="connsiteY233" fmla="*/ 24907 h 734029"/>
              <a:gd name="connsiteX234" fmla="*/ 419834 w 877040"/>
              <a:gd name="connsiteY234" fmla="*/ 23678 h 734029"/>
              <a:gd name="connsiteX235" fmla="*/ 397408 w 877040"/>
              <a:gd name="connsiteY235" fmla="*/ 23678 h 734029"/>
              <a:gd name="connsiteX236" fmla="*/ 382872 w 877040"/>
              <a:gd name="connsiteY236" fmla="*/ 26135 h 734029"/>
              <a:gd name="connsiteX237" fmla="*/ 353804 w 877040"/>
              <a:gd name="connsiteY237" fmla="*/ 110914 h 734029"/>
              <a:gd name="connsiteX238" fmla="*/ 397408 w 877040"/>
              <a:gd name="connsiteY238" fmla="*/ 110914 h 734029"/>
              <a:gd name="connsiteX239" fmla="*/ 397408 w 877040"/>
              <a:gd name="connsiteY239" fmla="*/ 24907 h 734029"/>
              <a:gd name="connsiteX240" fmla="*/ 408040 w 877040"/>
              <a:gd name="connsiteY240" fmla="*/ 0 h 734029"/>
              <a:gd name="connsiteX241" fmla="*/ 529956 w 877040"/>
              <a:gd name="connsiteY241" fmla="*/ 121924 h 734029"/>
              <a:gd name="connsiteX242" fmla="*/ 414260 w 877040"/>
              <a:gd name="connsiteY242" fmla="*/ 243847 h 734029"/>
              <a:gd name="connsiteX243" fmla="*/ 414260 w 877040"/>
              <a:gd name="connsiteY243" fmla="*/ 258777 h 734029"/>
              <a:gd name="connsiteX244" fmla="*/ 612060 w 877040"/>
              <a:gd name="connsiteY244" fmla="*/ 258777 h 734029"/>
              <a:gd name="connsiteX245" fmla="*/ 600864 w 877040"/>
              <a:gd name="connsiteY245" fmla="*/ 226430 h 734029"/>
              <a:gd name="connsiteX246" fmla="*/ 600864 w 877040"/>
              <a:gd name="connsiteY246" fmla="*/ 191594 h 734029"/>
              <a:gd name="connsiteX247" fmla="*/ 660576 w 877040"/>
              <a:gd name="connsiteY247" fmla="*/ 131877 h 734029"/>
              <a:gd name="connsiteX248" fmla="*/ 817324 w 877040"/>
              <a:gd name="connsiteY248" fmla="*/ 131877 h 734029"/>
              <a:gd name="connsiteX249" fmla="*/ 877040 w 877040"/>
              <a:gd name="connsiteY249" fmla="*/ 191594 h 734029"/>
              <a:gd name="connsiteX250" fmla="*/ 877040 w 877040"/>
              <a:gd name="connsiteY250" fmla="*/ 226430 h 734029"/>
              <a:gd name="connsiteX251" fmla="*/ 817324 w 877040"/>
              <a:gd name="connsiteY251" fmla="*/ 284903 h 734029"/>
              <a:gd name="connsiteX252" fmla="*/ 735220 w 877040"/>
              <a:gd name="connsiteY252" fmla="*/ 284903 h 734029"/>
              <a:gd name="connsiteX253" fmla="*/ 735220 w 877040"/>
              <a:gd name="connsiteY253" fmla="*/ 602153 h 734029"/>
              <a:gd name="connsiteX254" fmla="*/ 804884 w 877040"/>
              <a:gd name="connsiteY254" fmla="*/ 602153 h 734029"/>
              <a:gd name="connsiteX255" fmla="*/ 816080 w 877040"/>
              <a:gd name="connsiteY255" fmla="*/ 613350 h 734029"/>
              <a:gd name="connsiteX256" fmla="*/ 816080 w 877040"/>
              <a:gd name="connsiteY256" fmla="*/ 654406 h 734029"/>
              <a:gd name="connsiteX257" fmla="*/ 735220 w 877040"/>
              <a:gd name="connsiteY257" fmla="*/ 734029 h 734029"/>
              <a:gd name="connsiteX258" fmla="*/ 119428 w 877040"/>
              <a:gd name="connsiteY258" fmla="*/ 734029 h 734029"/>
              <a:gd name="connsiteX259" fmla="*/ 39808 w 877040"/>
              <a:gd name="connsiteY259" fmla="*/ 656894 h 734029"/>
              <a:gd name="connsiteX260" fmla="*/ 39808 w 877040"/>
              <a:gd name="connsiteY260" fmla="*/ 617082 h 734029"/>
              <a:gd name="connsiteX261" fmla="*/ 55984 w 877040"/>
              <a:gd name="connsiteY261" fmla="*/ 602153 h 734029"/>
              <a:gd name="connsiteX262" fmla="*/ 113208 w 877040"/>
              <a:gd name="connsiteY262" fmla="*/ 602153 h 734029"/>
              <a:gd name="connsiteX263" fmla="*/ 113208 w 877040"/>
              <a:gd name="connsiteY263" fmla="*/ 518797 h 734029"/>
              <a:gd name="connsiteX264" fmla="*/ 49760 w 877040"/>
              <a:gd name="connsiteY264" fmla="*/ 518797 h 734029"/>
              <a:gd name="connsiteX265" fmla="*/ 0 w 877040"/>
              <a:gd name="connsiteY265" fmla="*/ 467788 h 734029"/>
              <a:gd name="connsiteX266" fmla="*/ 0 w 877040"/>
              <a:gd name="connsiteY266" fmla="*/ 185374 h 734029"/>
              <a:gd name="connsiteX267" fmla="*/ 49760 w 877040"/>
              <a:gd name="connsiteY267" fmla="*/ 135609 h 734029"/>
              <a:gd name="connsiteX268" fmla="*/ 288616 w 877040"/>
              <a:gd name="connsiteY268" fmla="*/ 135609 h 734029"/>
              <a:gd name="connsiteX269" fmla="*/ 287372 w 877040"/>
              <a:gd name="connsiteY269" fmla="*/ 121924 h 734029"/>
              <a:gd name="connsiteX270" fmla="*/ 373208 w 877040"/>
              <a:gd name="connsiteY270" fmla="*/ 6221 h 734029"/>
              <a:gd name="connsiteX271" fmla="*/ 375696 w 877040"/>
              <a:gd name="connsiteY271" fmla="*/ 4977 h 734029"/>
              <a:gd name="connsiteX272" fmla="*/ 408040 w 877040"/>
              <a:gd name="connsiteY272" fmla="*/ 0 h 734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</a:cxnLst>
            <a:rect l="l" t="t" r="r" b="b"/>
            <a:pathLst>
              <a:path w="877040" h="734029">
                <a:moveTo>
                  <a:pt x="62292" y="624357"/>
                </a:moveTo>
                <a:lnTo>
                  <a:pt x="62292" y="657538"/>
                </a:lnTo>
                <a:cubicBezTo>
                  <a:pt x="62292" y="688261"/>
                  <a:pt x="87166" y="712839"/>
                  <a:pt x="119502" y="712839"/>
                </a:cubicBezTo>
                <a:lnTo>
                  <a:pt x="735122" y="712839"/>
                </a:lnTo>
                <a:cubicBezTo>
                  <a:pt x="768700" y="712839"/>
                  <a:pt x="794818" y="687032"/>
                  <a:pt x="794818" y="655080"/>
                </a:cubicBezTo>
                <a:lnTo>
                  <a:pt x="794818" y="624357"/>
                </a:lnTo>
                <a:lnTo>
                  <a:pt x="562250" y="624357"/>
                </a:lnTo>
                <a:cubicBezTo>
                  <a:pt x="548570" y="637875"/>
                  <a:pt x="529914" y="645249"/>
                  <a:pt x="522452" y="647707"/>
                </a:cubicBezTo>
                <a:cubicBezTo>
                  <a:pt x="521208" y="648936"/>
                  <a:pt x="519966" y="648936"/>
                  <a:pt x="518722" y="648936"/>
                </a:cubicBezTo>
                <a:lnTo>
                  <a:pt x="328438" y="650164"/>
                </a:lnTo>
                <a:cubicBezTo>
                  <a:pt x="309784" y="650164"/>
                  <a:pt x="293616" y="640333"/>
                  <a:pt x="284910" y="624357"/>
                </a:cubicBezTo>
                <a:close/>
                <a:moveTo>
                  <a:pt x="493002" y="463597"/>
                </a:moveTo>
                <a:cubicBezTo>
                  <a:pt x="459562" y="477110"/>
                  <a:pt x="436028" y="510278"/>
                  <a:pt x="436028" y="548359"/>
                </a:cubicBezTo>
                <a:lnTo>
                  <a:pt x="436028" y="549587"/>
                </a:lnTo>
                <a:lnTo>
                  <a:pt x="649060" y="549587"/>
                </a:lnTo>
                <a:lnTo>
                  <a:pt x="649060" y="544674"/>
                </a:lnTo>
                <a:cubicBezTo>
                  <a:pt x="649060" y="510278"/>
                  <a:pt x="629242" y="480795"/>
                  <a:pt x="599518" y="466054"/>
                </a:cubicBezTo>
                <a:cubicBezTo>
                  <a:pt x="598278" y="467283"/>
                  <a:pt x="598278" y="468511"/>
                  <a:pt x="597040" y="469739"/>
                </a:cubicBezTo>
                <a:cubicBezTo>
                  <a:pt x="597040" y="469739"/>
                  <a:pt x="597040" y="469739"/>
                  <a:pt x="595802" y="469739"/>
                </a:cubicBezTo>
                <a:lnTo>
                  <a:pt x="559884" y="500450"/>
                </a:lnTo>
                <a:cubicBezTo>
                  <a:pt x="556168" y="505364"/>
                  <a:pt x="549976" y="506592"/>
                  <a:pt x="543782" y="506592"/>
                </a:cubicBezTo>
                <a:lnTo>
                  <a:pt x="542544" y="506592"/>
                </a:lnTo>
                <a:cubicBezTo>
                  <a:pt x="536352" y="506592"/>
                  <a:pt x="530158" y="504135"/>
                  <a:pt x="525204" y="499222"/>
                </a:cubicBezTo>
                <a:close/>
                <a:moveTo>
                  <a:pt x="518252" y="459858"/>
                </a:moveTo>
                <a:lnTo>
                  <a:pt x="541408" y="484783"/>
                </a:lnTo>
                <a:cubicBezTo>
                  <a:pt x="542626" y="484783"/>
                  <a:pt x="542626" y="484783"/>
                  <a:pt x="543846" y="484783"/>
                </a:cubicBezTo>
                <a:cubicBezTo>
                  <a:pt x="543846" y="484783"/>
                  <a:pt x="543846" y="484783"/>
                  <a:pt x="545064" y="484783"/>
                </a:cubicBezTo>
                <a:cubicBezTo>
                  <a:pt x="545064" y="484783"/>
                  <a:pt x="545064" y="484783"/>
                  <a:pt x="545064" y="483596"/>
                </a:cubicBezTo>
                <a:lnTo>
                  <a:pt x="574312" y="459858"/>
                </a:lnTo>
                <a:close/>
                <a:moveTo>
                  <a:pt x="530150" y="433688"/>
                </a:moveTo>
                <a:lnTo>
                  <a:pt x="558664" y="433688"/>
                </a:lnTo>
                <a:cubicBezTo>
                  <a:pt x="569822" y="433688"/>
                  <a:pt x="580980" y="434923"/>
                  <a:pt x="590898" y="438628"/>
                </a:cubicBezTo>
                <a:cubicBezTo>
                  <a:pt x="590898" y="438628"/>
                  <a:pt x="592138" y="438628"/>
                  <a:pt x="593378" y="438628"/>
                </a:cubicBezTo>
                <a:cubicBezTo>
                  <a:pt x="638010" y="454683"/>
                  <a:pt x="671484" y="495438"/>
                  <a:pt x="671484" y="544838"/>
                </a:cubicBezTo>
                <a:lnTo>
                  <a:pt x="671484" y="560893"/>
                </a:lnTo>
                <a:cubicBezTo>
                  <a:pt x="671484" y="567068"/>
                  <a:pt x="665286" y="570773"/>
                  <a:pt x="659086" y="570773"/>
                </a:cubicBezTo>
                <a:lnTo>
                  <a:pt x="424770" y="570773"/>
                </a:lnTo>
                <a:cubicBezTo>
                  <a:pt x="419810" y="570773"/>
                  <a:pt x="414852" y="567068"/>
                  <a:pt x="414852" y="560893"/>
                </a:cubicBezTo>
                <a:lnTo>
                  <a:pt x="414852" y="548543"/>
                </a:lnTo>
                <a:cubicBezTo>
                  <a:pt x="414852" y="485558"/>
                  <a:pt x="465682" y="433688"/>
                  <a:pt x="530150" y="433688"/>
                </a:cubicBezTo>
                <a:close/>
                <a:moveTo>
                  <a:pt x="103336" y="411255"/>
                </a:moveTo>
                <a:lnTo>
                  <a:pt x="264188" y="411255"/>
                </a:lnTo>
                <a:cubicBezTo>
                  <a:pt x="270374" y="411255"/>
                  <a:pt x="275324" y="415978"/>
                  <a:pt x="275324" y="420700"/>
                </a:cubicBezTo>
                <a:lnTo>
                  <a:pt x="275324" y="424242"/>
                </a:lnTo>
                <a:cubicBezTo>
                  <a:pt x="275324" y="428965"/>
                  <a:pt x="270374" y="433687"/>
                  <a:pt x="264188" y="433687"/>
                </a:cubicBezTo>
                <a:lnTo>
                  <a:pt x="103336" y="433687"/>
                </a:lnTo>
                <a:cubicBezTo>
                  <a:pt x="97148" y="433687"/>
                  <a:pt x="93436" y="428965"/>
                  <a:pt x="93436" y="424242"/>
                </a:cubicBezTo>
                <a:lnTo>
                  <a:pt x="93436" y="420700"/>
                </a:lnTo>
                <a:cubicBezTo>
                  <a:pt x="93436" y="415978"/>
                  <a:pt x="97148" y="411255"/>
                  <a:pt x="103336" y="411255"/>
                </a:cubicBezTo>
                <a:close/>
                <a:moveTo>
                  <a:pt x="100860" y="362652"/>
                </a:moveTo>
                <a:lnTo>
                  <a:pt x="287848" y="362652"/>
                </a:lnTo>
                <a:cubicBezTo>
                  <a:pt x="294038" y="362652"/>
                  <a:pt x="298992" y="366183"/>
                  <a:pt x="298992" y="370891"/>
                </a:cubicBezTo>
                <a:lnTo>
                  <a:pt x="298992" y="374422"/>
                </a:lnTo>
                <a:cubicBezTo>
                  <a:pt x="298992" y="380307"/>
                  <a:pt x="294038" y="383838"/>
                  <a:pt x="287848" y="383838"/>
                </a:cubicBezTo>
                <a:lnTo>
                  <a:pt x="100860" y="383838"/>
                </a:lnTo>
                <a:cubicBezTo>
                  <a:pt x="94668" y="383838"/>
                  <a:pt x="92192" y="380307"/>
                  <a:pt x="92192" y="374422"/>
                </a:cubicBezTo>
                <a:lnTo>
                  <a:pt x="92192" y="370891"/>
                </a:lnTo>
                <a:cubicBezTo>
                  <a:pt x="92192" y="366183"/>
                  <a:pt x="94668" y="362652"/>
                  <a:pt x="100860" y="362652"/>
                </a:cubicBezTo>
                <a:close/>
                <a:moveTo>
                  <a:pt x="56686" y="362652"/>
                </a:moveTo>
                <a:cubicBezTo>
                  <a:pt x="62568" y="362652"/>
                  <a:pt x="67276" y="367360"/>
                  <a:pt x="67276" y="372068"/>
                </a:cubicBezTo>
                <a:cubicBezTo>
                  <a:pt x="67276" y="379130"/>
                  <a:pt x="62568" y="383838"/>
                  <a:pt x="56686" y="383838"/>
                </a:cubicBezTo>
                <a:cubicBezTo>
                  <a:pt x="50804" y="383838"/>
                  <a:pt x="46096" y="379130"/>
                  <a:pt x="46096" y="372068"/>
                </a:cubicBezTo>
                <a:cubicBezTo>
                  <a:pt x="46096" y="367360"/>
                  <a:pt x="50804" y="362652"/>
                  <a:pt x="56686" y="362652"/>
                </a:cubicBezTo>
                <a:close/>
                <a:moveTo>
                  <a:pt x="543716" y="342713"/>
                </a:moveTo>
                <a:cubicBezTo>
                  <a:pt x="531424" y="351239"/>
                  <a:pt x="519132" y="356110"/>
                  <a:pt x="506840" y="356110"/>
                </a:cubicBezTo>
                <a:cubicBezTo>
                  <a:pt x="500694" y="356110"/>
                  <a:pt x="495778" y="354892"/>
                  <a:pt x="492090" y="353674"/>
                </a:cubicBezTo>
                <a:cubicBezTo>
                  <a:pt x="493320" y="376815"/>
                  <a:pt x="514216" y="396301"/>
                  <a:pt x="540028" y="396301"/>
                </a:cubicBezTo>
                <a:cubicBezTo>
                  <a:pt x="558466" y="396301"/>
                  <a:pt x="575674" y="385340"/>
                  <a:pt x="584280" y="371943"/>
                </a:cubicBezTo>
                <a:cubicBezTo>
                  <a:pt x="564612" y="370725"/>
                  <a:pt x="551090" y="356110"/>
                  <a:pt x="543716" y="342713"/>
                </a:cubicBezTo>
                <a:close/>
                <a:moveTo>
                  <a:pt x="100852" y="317788"/>
                </a:moveTo>
                <a:lnTo>
                  <a:pt x="264178" y="317788"/>
                </a:lnTo>
                <a:cubicBezTo>
                  <a:pt x="269128" y="317788"/>
                  <a:pt x="274076" y="322496"/>
                  <a:pt x="274076" y="327204"/>
                </a:cubicBezTo>
                <a:lnTo>
                  <a:pt x="274076" y="329558"/>
                </a:lnTo>
                <a:cubicBezTo>
                  <a:pt x="274076" y="335443"/>
                  <a:pt x="269128" y="338974"/>
                  <a:pt x="264178" y="338974"/>
                </a:cubicBezTo>
                <a:lnTo>
                  <a:pt x="100852" y="338974"/>
                </a:lnTo>
                <a:cubicBezTo>
                  <a:pt x="95902" y="338974"/>
                  <a:pt x="92192" y="335443"/>
                  <a:pt x="92192" y="329558"/>
                </a:cubicBezTo>
                <a:lnTo>
                  <a:pt x="92192" y="327204"/>
                </a:lnTo>
                <a:cubicBezTo>
                  <a:pt x="92192" y="322496"/>
                  <a:pt x="95902" y="317788"/>
                  <a:pt x="100852" y="317788"/>
                </a:cubicBezTo>
                <a:close/>
                <a:moveTo>
                  <a:pt x="540084" y="306572"/>
                </a:moveTo>
                <a:cubicBezTo>
                  <a:pt x="520420" y="306572"/>
                  <a:pt x="504444" y="317468"/>
                  <a:pt x="497070" y="331995"/>
                </a:cubicBezTo>
                <a:cubicBezTo>
                  <a:pt x="506902" y="334417"/>
                  <a:pt x="524108" y="335627"/>
                  <a:pt x="537626" y="316257"/>
                </a:cubicBezTo>
                <a:cubicBezTo>
                  <a:pt x="538854" y="315047"/>
                  <a:pt x="538854" y="315047"/>
                  <a:pt x="540084" y="315047"/>
                </a:cubicBezTo>
                <a:lnTo>
                  <a:pt x="540084" y="313836"/>
                </a:lnTo>
                <a:cubicBezTo>
                  <a:pt x="540084" y="313836"/>
                  <a:pt x="540084" y="313836"/>
                  <a:pt x="541312" y="313836"/>
                </a:cubicBezTo>
                <a:cubicBezTo>
                  <a:pt x="541312" y="313836"/>
                  <a:pt x="541312" y="312625"/>
                  <a:pt x="542542" y="312625"/>
                </a:cubicBezTo>
                <a:lnTo>
                  <a:pt x="543770" y="312625"/>
                </a:lnTo>
                <a:cubicBezTo>
                  <a:pt x="545000" y="312625"/>
                  <a:pt x="545000" y="311415"/>
                  <a:pt x="545000" y="311415"/>
                </a:cubicBezTo>
                <a:cubicBezTo>
                  <a:pt x="545000" y="311415"/>
                  <a:pt x="546228" y="311415"/>
                  <a:pt x="547458" y="311415"/>
                </a:cubicBezTo>
                <a:cubicBezTo>
                  <a:pt x="547458" y="311415"/>
                  <a:pt x="547458" y="311415"/>
                  <a:pt x="548686" y="311415"/>
                </a:cubicBezTo>
                <a:cubicBezTo>
                  <a:pt x="548686" y="311415"/>
                  <a:pt x="548686" y="311415"/>
                  <a:pt x="548686" y="312625"/>
                </a:cubicBezTo>
                <a:lnTo>
                  <a:pt x="549916" y="312625"/>
                </a:lnTo>
                <a:cubicBezTo>
                  <a:pt x="549916" y="312625"/>
                  <a:pt x="549916" y="312625"/>
                  <a:pt x="551144" y="312625"/>
                </a:cubicBezTo>
                <a:cubicBezTo>
                  <a:pt x="552374" y="312625"/>
                  <a:pt x="552374" y="312625"/>
                  <a:pt x="553602" y="313836"/>
                </a:cubicBezTo>
                <a:cubicBezTo>
                  <a:pt x="553602" y="313836"/>
                  <a:pt x="553602" y="313836"/>
                  <a:pt x="554832" y="315047"/>
                </a:cubicBezTo>
                <a:cubicBezTo>
                  <a:pt x="556060" y="315047"/>
                  <a:pt x="556060" y="316257"/>
                  <a:pt x="556060" y="316257"/>
                </a:cubicBezTo>
                <a:lnTo>
                  <a:pt x="556060" y="317468"/>
                </a:lnTo>
                <a:lnTo>
                  <a:pt x="557290" y="318679"/>
                </a:lnTo>
                <a:cubicBezTo>
                  <a:pt x="557290" y="319889"/>
                  <a:pt x="569578" y="351366"/>
                  <a:pt x="588012" y="348944"/>
                </a:cubicBezTo>
                <a:cubicBezTo>
                  <a:pt x="588012" y="325942"/>
                  <a:pt x="567120" y="306572"/>
                  <a:pt x="540084" y="306572"/>
                </a:cubicBezTo>
                <a:close/>
                <a:moveTo>
                  <a:pt x="540060" y="285386"/>
                </a:moveTo>
                <a:cubicBezTo>
                  <a:pt x="578336" y="285386"/>
                  <a:pt x="610440" y="315016"/>
                  <a:pt x="610440" y="350819"/>
                </a:cubicBezTo>
                <a:cubicBezTo>
                  <a:pt x="610440" y="387856"/>
                  <a:pt x="578336" y="417486"/>
                  <a:pt x="540060" y="417486"/>
                </a:cubicBezTo>
                <a:cubicBezTo>
                  <a:pt x="501782" y="417486"/>
                  <a:pt x="470912" y="387856"/>
                  <a:pt x="470912" y="350819"/>
                </a:cubicBezTo>
                <a:cubicBezTo>
                  <a:pt x="470912" y="315016"/>
                  <a:pt x="501782" y="285386"/>
                  <a:pt x="540060" y="285386"/>
                </a:cubicBezTo>
                <a:close/>
                <a:moveTo>
                  <a:pt x="635524" y="279155"/>
                </a:moveTo>
                <a:cubicBezTo>
                  <a:pt x="634282" y="281639"/>
                  <a:pt x="631796" y="281639"/>
                  <a:pt x="629308" y="281639"/>
                </a:cubicBezTo>
                <a:lnTo>
                  <a:pt x="414250" y="281639"/>
                </a:lnTo>
                <a:lnTo>
                  <a:pt x="414250" y="467906"/>
                </a:lnTo>
                <a:cubicBezTo>
                  <a:pt x="414250" y="495225"/>
                  <a:pt x="391874" y="518819"/>
                  <a:pt x="364524" y="518819"/>
                </a:cubicBezTo>
                <a:lnTo>
                  <a:pt x="134548" y="518819"/>
                </a:lnTo>
                <a:lnTo>
                  <a:pt x="134548" y="602018"/>
                </a:lnTo>
                <a:lnTo>
                  <a:pt x="292424" y="602018"/>
                </a:lnTo>
                <a:cubicBezTo>
                  <a:pt x="297396" y="602018"/>
                  <a:pt x="301126" y="604501"/>
                  <a:pt x="302368" y="609468"/>
                </a:cubicBezTo>
                <a:cubicBezTo>
                  <a:pt x="306098" y="619403"/>
                  <a:pt x="316044" y="626853"/>
                  <a:pt x="327232" y="626853"/>
                </a:cubicBezTo>
                <a:lnTo>
                  <a:pt x="517428" y="625611"/>
                </a:lnTo>
                <a:cubicBezTo>
                  <a:pt x="523644" y="623128"/>
                  <a:pt x="539804" y="616919"/>
                  <a:pt x="549750" y="605743"/>
                </a:cubicBezTo>
                <a:cubicBezTo>
                  <a:pt x="550992" y="603259"/>
                  <a:pt x="553478" y="602018"/>
                  <a:pt x="557208" y="602018"/>
                </a:cubicBezTo>
                <a:lnTo>
                  <a:pt x="713840" y="602018"/>
                </a:lnTo>
                <a:lnTo>
                  <a:pt x="713840" y="285364"/>
                </a:lnTo>
                <a:lnTo>
                  <a:pt x="712598" y="285364"/>
                </a:lnTo>
                <a:lnTo>
                  <a:pt x="669088" y="316409"/>
                </a:lnTo>
                <a:cubicBezTo>
                  <a:pt x="665360" y="318892"/>
                  <a:pt x="660386" y="320134"/>
                  <a:pt x="656658" y="320134"/>
                </a:cubicBezTo>
                <a:cubicBezTo>
                  <a:pt x="651686" y="320134"/>
                  <a:pt x="647956" y="318892"/>
                  <a:pt x="644226" y="316409"/>
                </a:cubicBezTo>
                <a:cubicBezTo>
                  <a:pt x="636768" y="311441"/>
                  <a:pt x="634282" y="302749"/>
                  <a:pt x="635524" y="294057"/>
                </a:cubicBezTo>
                <a:lnTo>
                  <a:pt x="639254" y="281639"/>
                </a:lnTo>
                <a:cubicBezTo>
                  <a:pt x="638010" y="281639"/>
                  <a:pt x="636768" y="280397"/>
                  <a:pt x="635524" y="279155"/>
                </a:cubicBezTo>
                <a:close/>
                <a:moveTo>
                  <a:pt x="100860" y="274170"/>
                </a:moveTo>
                <a:lnTo>
                  <a:pt x="287840" y="274170"/>
                </a:lnTo>
                <a:cubicBezTo>
                  <a:pt x="292794" y="274170"/>
                  <a:pt x="297748" y="278862"/>
                  <a:pt x="297748" y="283553"/>
                </a:cubicBezTo>
                <a:lnTo>
                  <a:pt x="297748" y="284726"/>
                </a:lnTo>
                <a:cubicBezTo>
                  <a:pt x="297748" y="290591"/>
                  <a:pt x="292794" y="294110"/>
                  <a:pt x="287840" y="294110"/>
                </a:cubicBezTo>
                <a:lnTo>
                  <a:pt x="100860" y="294110"/>
                </a:lnTo>
                <a:cubicBezTo>
                  <a:pt x="95906" y="294110"/>
                  <a:pt x="92192" y="290591"/>
                  <a:pt x="92192" y="284726"/>
                </a:cubicBezTo>
                <a:lnTo>
                  <a:pt x="92192" y="283553"/>
                </a:lnTo>
                <a:cubicBezTo>
                  <a:pt x="92192" y="278862"/>
                  <a:pt x="95906" y="274170"/>
                  <a:pt x="100860" y="274170"/>
                </a:cubicBezTo>
                <a:close/>
                <a:moveTo>
                  <a:pt x="56686" y="272924"/>
                </a:moveTo>
                <a:cubicBezTo>
                  <a:pt x="62568" y="272924"/>
                  <a:pt x="67276" y="278827"/>
                  <a:pt x="67276" y="284730"/>
                </a:cubicBezTo>
                <a:cubicBezTo>
                  <a:pt x="67276" y="290633"/>
                  <a:pt x="62568" y="295356"/>
                  <a:pt x="56686" y="295356"/>
                </a:cubicBezTo>
                <a:cubicBezTo>
                  <a:pt x="50804" y="295356"/>
                  <a:pt x="46096" y="290633"/>
                  <a:pt x="46096" y="284730"/>
                </a:cubicBezTo>
                <a:cubicBezTo>
                  <a:pt x="46096" y="278827"/>
                  <a:pt x="50804" y="272924"/>
                  <a:pt x="56686" y="272924"/>
                </a:cubicBezTo>
                <a:close/>
                <a:moveTo>
                  <a:pt x="21180" y="246753"/>
                </a:moveTo>
                <a:lnTo>
                  <a:pt x="21180" y="467479"/>
                </a:lnTo>
                <a:cubicBezTo>
                  <a:pt x="21180" y="483599"/>
                  <a:pt x="34836" y="495999"/>
                  <a:pt x="49736" y="495999"/>
                </a:cubicBezTo>
                <a:lnTo>
                  <a:pt x="363868" y="495999"/>
                </a:lnTo>
                <a:cubicBezTo>
                  <a:pt x="378768" y="495999"/>
                  <a:pt x="392428" y="483599"/>
                  <a:pt x="392428" y="467479"/>
                </a:cubicBezTo>
                <a:lnTo>
                  <a:pt x="392428" y="246753"/>
                </a:lnTo>
                <a:close/>
                <a:moveTo>
                  <a:pt x="669578" y="199396"/>
                </a:moveTo>
                <a:cubicBezTo>
                  <a:pt x="675442" y="199396"/>
                  <a:pt x="678960" y="202915"/>
                  <a:pt x="678960" y="208779"/>
                </a:cubicBezTo>
                <a:cubicBezTo>
                  <a:pt x="678960" y="214644"/>
                  <a:pt x="675442" y="219336"/>
                  <a:pt x="669578" y="219336"/>
                </a:cubicBezTo>
                <a:cubicBezTo>
                  <a:pt x="663716" y="219336"/>
                  <a:pt x="659026" y="214644"/>
                  <a:pt x="659026" y="208779"/>
                </a:cubicBezTo>
                <a:cubicBezTo>
                  <a:pt x="659026" y="202915"/>
                  <a:pt x="663716" y="199396"/>
                  <a:pt x="669578" y="199396"/>
                </a:cubicBezTo>
                <a:close/>
                <a:moveTo>
                  <a:pt x="807898" y="198150"/>
                </a:moveTo>
                <a:cubicBezTo>
                  <a:pt x="813780" y="198150"/>
                  <a:pt x="818488" y="202842"/>
                  <a:pt x="818488" y="207533"/>
                </a:cubicBezTo>
                <a:cubicBezTo>
                  <a:pt x="818488" y="213398"/>
                  <a:pt x="813780" y="218090"/>
                  <a:pt x="807898" y="218090"/>
                </a:cubicBezTo>
                <a:cubicBezTo>
                  <a:pt x="802016" y="218090"/>
                  <a:pt x="797308" y="213398"/>
                  <a:pt x="797308" y="207533"/>
                </a:cubicBezTo>
                <a:cubicBezTo>
                  <a:pt x="797308" y="202842"/>
                  <a:pt x="802016" y="198150"/>
                  <a:pt x="807898" y="198150"/>
                </a:cubicBezTo>
                <a:close/>
                <a:moveTo>
                  <a:pt x="761804" y="198150"/>
                </a:moveTo>
                <a:cubicBezTo>
                  <a:pt x="766510" y="198150"/>
                  <a:pt x="772392" y="202842"/>
                  <a:pt x="772392" y="207533"/>
                </a:cubicBezTo>
                <a:cubicBezTo>
                  <a:pt x="772392" y="213398"/>
                  <a:pt x="766510" y="218090"/>
                  <a:pt x="761804" y="218090"/>
                </a:cubicBezTo>
                <a:cubicBezTo>
                  <a:pt x="755922" y="218090"/>
                  <a:pt x="751216" y="213398"/>
                  <a:pt x="751216" y="207533"/>
                </a:cubicBezTo>
                <a:cubicBezTo>
                  <a:pt x="751216" y="202842"/>
                  <a:pt x="755922" y="198150"/>
                  <a:pt x="761804" y="198150"/>
                </a:cubicBezTo>
                <a:close/>
                <a:moveTo>
                  <a:pt x="715708" y="198150"/>
                </a:moveTo>
                <a:cubicBezTo>
                  <a:pt x="721592" y="198150"/>
                  <a:pt x="726298" y="202842"/>
                  <a:pt x="726298" y="207533"/>
                </a:cubicBezTo>
                <a:cubicBezTo>
                  <a:pt x="726298" y="213398"/>
                  <a:pt x="721592" y="218090"/>
                  <a:pt x="715708" y="218090"/>
                </a:cubicBezTo>
                <a:cubicBezTo>
                  <a:pt x="709826" y="218090"/>
                  <a:pt x="705120" y="213398"/>
                  <a:pt x="705120" y="207533"/>
                </a:cubicBezTo>
                <a:cubicBezTo>
                  <a:pt x="705120" y="202842"/>
                  <a:pt x="709826" y="198150"/>
                  <a:pt x="715708" y="198150"/>
                </a:cubicBezTo>
                <a:close/>
                <a:moveTo>
                  <a:pt x="102780" y="181949"/>
                </a:moveTo>
                <a:cubicBezTo>
                  <a:pt x="108662" y="181949"/>
                  <a:pt x="113368" y="185480"/>
                  <a:pt x="113368" y="191365"/>
                </a:cubicBezTo>
                <a:lnTo>
                  <a:pt x="113368" y="192542"/>
                </a:lnTo>
                <a:cubicBezTo>
                  <a:pt x="113368" y="198427"/>
                  <a:pt x="108662" y="203135"/>
                  <a:pt x="102780" y="203135"/>
                </a:cubicBezTo>
                <a:cubicBezTo>
                  <a:pt x="96898" y="203135"/>
                  <a:pt x="92192" y="198427"/>
                  <a:pt x="92192" y="192542"/>
                </a:cubicBezTo>
                <a:lnTo>
                  <a:pt x="92192" y="191365"/>
                </a:lnTo>
                <a:cubicBezTo>
                  <a:pt x="92192" y="185480"/>
                  <a:pt x="96898" y="181949"/>
                  <a:pt x="102780" y="181949"/>
                </a:cubicBezTo>
                <a:close/>
                <a:moveTo>
                  <a:pt x="145206" y="180703"/>
                </a:moveTo>
                <a:lnTo>
                  <a:pt x="148736" y="180703"/>
                </a:lnTo>
                <a:cubicBezTo>
                  <a:pt x="153442" y="180703"/>
                  <a:pt x="156972" y="185411"/>
                  <a:pt x="156972" y="190119"/>
                </a:cubicBezTo>
                <a:lnTo>
                  <a:pt x="156972" y="193650"/>
                </a:lnTo>
                <a:cubicBezTo>
                  <a:pt x="156972" y="198358"/>
                  <a:pt x="153442" y="201889"/>
                  <a:pt x="148736" y="201889"/>
                </a:cubicBezTo>
                <a:lnTo>
                  <a:pt x="145206" y="201889"/>
                </a:lnTo>
                <a:cubicBezTo>
                  <a:pt x="140500" y="201889"/>
                  <a:pt x="135794" y="198358"/>
                  <a:pt x="135794" y="193650"/>
                </a:cubicBezTo>
                <a:lnTo>
                  <a:pt x="135794" y="190119"/>
                </a:lnTo>
                <a:cubicBezTo>
                  <a:pt x="135794" y="185411"/>
                  <a:pt x="140500" y="180703"/>
                  <a:pt x="145206" y="180703"/>
                </a:cubicBezTo>
                <a:close/>
                <a:moveTo>
                  <a:pt x="54332" y="180703"/>
                </a:moveTo>
                <a:lnTo>
                  <a:pt x="57862" y="180703"/>
                </a:lnTo>
                <a:cubicBezTo>
                  <a:pt x="62568" y="180703"/>
                  <a:pt x="67276" y="185411"/>
                  <a:pt x="67276" y="190119"/>
                </a:cubicBezTo>
                <a:lnTo>
                  <a:pt x="67276" y="193650"/>
                </a:lnTo>
                <a:cubicBezTo>
                  <a:pt x="67276" y="198358"/>
                  <a:pt x="62568" y="201889"/>
                  <a:pt x="57862" y="201889"/>
                </a:cubicBezTo>
                <a:lnTo>
                  <a:pt x="54332" y="201889"/>
                </a:lnTo>
                <a:cubicBezTo>
                  <a:pt x="49626" y="201889"/>
                  <a:pt x="46096" y="198358"/>
                  <a:pt x="46096" y="193650"/>
                </a:cubicBezTo>
                <a:lnTo>
                  <a:pt x="46096" y="190119"/>
                </a:lnTo>
                <a:cubicBezTo>
                  <a:pt x="46096" y="185411"/>
                  <a:pt x="49626" y="180703"/>
                  <a:pt x="54332" y="180703"/>
                </a:cubicBezTo>
                <a:close/>
                <a:moveTo>
                  <a:pt x="49724" y="157025"/>
                </a:moveTo>
                <a:cubicBezTo>
                  <a:pt x="34832" y="157025"/>
                  <a:pt x="21180" y="169257"/>
                  <a:pt x="21180" y="185158"/>
                </a:cubicBezTo>
                <a:lnTo>
                  <a:pt x="21180" y="223075"/>
                </a:lnTo>
                <a:lnTo>
                  <a:pt x="342596" y="223075"/>
                </a:lnTo>
                <a:cubicBezTo>
                  <a:pt x="319016" y="207174"/>
                  <a:pt x="300402" y="185158"/>
                  <a:pt x="291714" y="157025"/>
                </a:cubicBezTo>
                <a:close/>
                <a:moveTo>
                  <a:pt x="661312" y="154532"/>
                </a:moveTo>
                <a:cubicBezTo>
                  <a:pt x="640246" y="154532"/>
                  <a:pt x="622898" y="170592"/>
                  <a:pt x="622898" y="191594"/>
                </a:cubicBezTo>
                <a:lnTo>
                  <a:pt x="622898" y="226185"/>
                </a:lnTo>
                <a:cubicBezTo>
                  <a:pt x="622898" y="243480"/>
                  <a:pt x="637768" y="259541"/>
                  <a:pt x="656356" y="262011"/>
                </a:cubicBezTo>
                <a:lnTo>
                  <a:pt x="667508" y="264482"/>
                </a:lnTo>
                <a:lnTo>
                  <a:pt x="658834" y="296602"/>
                </a:lnTo>
                <a:lnTo>
                  <a:pt x="707162" y="263247"/>
                </a:lnTo>
                <a:lnTo>
                  <a:pt x="817446" y="263247"/>
                </a:lnTo>
                <a:cubicBezTo>
                  <a:pt x="837274" y="263247"/>
                  <a:pt x="855860" y="245951"/>
                  <a:pt x="855860" y="226185"/>
                </a:cubicBezTo>
                <a:lnTo>
                  <a:pt x="855860" y="191594"/>
                </a:lnTo>
                <a:cubicBezTo>
                  <a:pt x="855860" y="170592"/>
                  <a:pt x="837274" y="154532"/>
                  <a:pt x="817446" y="154532"/>
                </a:cubicBezTo>
                <a:close/>
                <a:moveTo>
                  <a:pt x="485272" y="134592"/>
                </a:moveTo>
                <a:cubicBezTo>
                  <a:pt x="484062" y="162744"/>
                  <a:pt x="474390" y="185999"/>
                  <a:pt x="465924" y="203135"/>
                </a:cubicBezTo>
                <a:cubicBezTo>
                  <a:pt x="488898" y="187223"/>
                  <a:pt x="503408" y="162744"/>
                  <a:pt x="507036" y="134592"/>
                </a:cubicBezTo>
                <a:close/>
                <a:moveTo>
                  <a:pt x="419834" y="134592"/>
                </a:moveTo>
                <a:lnTo>
                  <a:pt x="419834" y="220582"/>
                </a:lnTo>
                <a:cubicBezTo>
                  <a:pt x="424678" y="219354"/>
                  <a:pt x="428312" y="219354"/>
                  <a:pt x="431946" y="218125"/>
                </a:cubicBezTo>
                <a:cubicBezTo>
                  <a:pt x="434368" y="215669"/>
                  <a:pt x="458592" y="181273"/>
                  <a:pt x="463436" y="134592"/>
                </a:cubicBezTo>
                <a:close/>
                <a:moveTo>
                  <a:pt x="355052" y="134592"/>
                </a:moveTo>
                <a:cubicBezTo>
                  <a:pt x="357472" y="161618"/>
                  <a:pt x="365944" y="189872"/>
                  <a:pt x="388936" y="219354"/>
                </a:cubicBezTo>
                <a:cubicBezTo>
                  <a:pt x="391360" y="219354"/>
                  <a:pt x="393780" y="219354"/>
                  <a:pt x="397408" y="220582"/>
                </a:cubicBezTo>
                <a:lnTo>
                  <a:pt x="397408" y="134592"/>
                </a:lnTo>
                <a:close/>
                <a:moveTo>
                  <a:pt x="310204" y="134592"/>
                </a:moveTo>
                <a:cubicBezTo>
                  <a:pt x="313834" y="163977"/>
                  <a:pt x="329568" y="188464"/>
                  <a:pt x="352560" y="204381"/>
                </a:cubicBezTo>
                <a:cubicBezTo>
                  <a:pt x="340460" y="181118"/>
                  <a:pt x="334408" y="156631"/>
                  <a:pt x="331988" y="134592"/>
                </a:cubicBezTo>
                <a:close/>
                <a:moveTo>
                  <a:pt x="350068" y="41125"/>
                </a:moveTo>
                <a:cubicBezTo>
                  <a:pt x="328324" y="57042"/>
                  <a:pt x="312620" y="82754"/>
                  <a:pt x="310204" y="110914"/>
                </a:cubicBezTo>
                <a:lnTo>
                  <a:pt x="331948" y="110914"/>
                </a:lnTo>
                <a:cubicBezTo>
                  <a:pt x="334364" y="83978"/>
                  <a:pt x="341612" y="59491"/>
                  <a:pt x="350068" y="41125"/>
                </a:cubicBezTo>
                <a:close/>
                <a:moveTo>
                  <a:pt x="464684" y="38633"/>
                </a:moveTo>
                <a:cubicBezTo>
                  <a:pt x="477996" y="64360"/>
                  <a:pt x="484046" y="88862"/>
                  <a:pt x="485256" y="110914"/>
                </a:cubicBezTo>
                <a:lnTo>
                  <a:pt x="507040" y="110914"/>
                </a:lnTo>
                <a:cubicBezTo>
                  <a:pt x="504620" y="81512"/>
                  <a:pt x="487676" y="55785"/>
                  <a:pt x="464684" y="38633"/>
                </a:cubicBezTo>
                <a:close/>
                <a:moveTo>
                  <a:pt x="419834" y="23678"/>
                </a:moveTo>
                <a:cubicBezTo>
                  <a:pt x="419834" y="23678"/>
                  <a:pt x="419834" y="23678"/>
                  <a:pt x="419834" y="24907"/>
                </a:cubicBezTo>
                <a:lnTo>
                  <a:pt x="419834" y="110914"/>
                </a:lnTo>
                <a:lnTo>
                  <a:pt x="463436" y="110914"/>
                </a:lnTo>
                <a:cubicBezTo>
                  <a:pt x="462226" y="85112"/>
                  <a:pt x="451326" y="55624"/>
                  <a:pt x="427102" y="24907"/>
                </a:cubicBezTo>
                <a:cubicBezTo>
                  <a:pt x="424678" y="23678"/>
                  <a:pt x="422256" y="23678"/>
                  <a:pt x="419834" y="23678"/>
                </a:cubicBezTo>
                <a:close/>
                <a:moveTo>
                  <a:pt x="397408" y="23678"/>
                </a:moveTo>
                <a:cubicBezTo>
                  <a:pt x="392562" y="23678"/>
                  <a:pt x="387718" y="24907"/>
                  <a:pt x="382872" y="26135"/>
                </a:cubicBezTo>
                <a:cubicBezTo>
                  <a:pt x="376816" y="35965"/>
                  <a:pt x="356226" y="69139"/>
                  <a:pt x="353804" y="110914"/>
                </a:cubicBezTo>
                <a:lnTo>
                  <a:pt x="397408" y="110914"/>
                </a:lnTo>
                <a:lnTo>
                  <a:pt x="397408" y="24907"/>
                </a:lnTo>
                <a:close/>
                <a:moveTo>
                  <a:pt x="408040" y="0"/>
                </a:moveTo>
                <a:cubicBezTo>
                  <a:pt x="475220" y="0"/>
                  <a:pt x="529956" y="55985"/>
                  <a:pt x="529956" y="121924"/>
                </a:cubicBezTo>
                <a:cubicBezTo>
                  <a:pt x="529956" y="186618"/>
                  <a:pt x="478952" y="240115"/>
                  <a:pt x="414260" y="243847"/>
                </a:cubicBezTo>
                <a:lnTo>
                  <a:pt x="414260" y="258777"/>
                </a:lnTo>
                <a:lnTo>
                  <a:pt x="612060" y="258777"/>
                </a:lnTo>
                <a:cubicBezTo>
                  <a:pt x="604596" y="248824"/>
                  <a:pt x="600864" y="237627"/>
                  <a:pt x="600864" y="226430"/>
                </a:cubicBezTo>
                <a:lnTo>
                  <a:pt x="600864" y="191594"/>
                </a:lnTo>
                <a:cubicBezTo>
                  <a:pt x="600864" y="158003"/>
                  <a:pt x="628232" y="131877"/>
                  <a:pt x="660576" y="131877"/>
                </a:cubicBezTo>
                <a:lnTo>
                  <a:pt x="817324" y="131877"/>
                </a:lnTo>
                <a:cubicBezTo>
                  <a:pt x="849668" y="131877"/>
                  <a:pt x="877040" y="158003"/>
                  <a:pt x="877040" y="191594"/>
                </a:cubicBezTo>
                <a:lnTo>
                  <a:pt x="877040" y="226430"/>
                </a:lnTo>
                <a:cubicBezTo>
                  <a:pt x="877040" y="258777"/>
                  <a:pt x="849668" y="284903"/>
                  <a:pt x="817324" y="284903"/>
                </a:cubicBezTo>
                <a:lnTo>
                  <a:pt x="735220" y="284903"/>
                </a:lnTo>
                <a:lnTo>
                  <a:pt x="735220" y="602153"/>
                </a:lnTo>
                <a:lnTo>
                  <a:pt x="804884" y="602153"/>
                </a:lnTo>
                <a:cubicBezTo>
                  <a:pt x="811104" y="602153"/>
                  <a:pt x="816080" y="607129"/>
                  <a:pt x="816080" y="613350"/>
                </a:cubicBezTo>
                <a:lnTo>
                  <a:pt x="816080" y="654406"/>
                </a:lnTo>
                <a:cubicBezTo>
                  <a:pt x="816080" y="697950"/>
                  <a:pt x="780004" y="734029"/>
                  <a:pt x="735220" y="734029"/>
                </a:cubicBezTo>
                <a:lnTo>
                  <a:pt x="119428" y="734029"/>
                </a:lnTo>
                <a:cubicBezTo>
                  <a:pt x="75888" y="734029"/>
                  <a:pt x="39808" y="699194"/>
                  <a:pt x="39808" y="656894"/>
                </a:cubicBezTo>
                <a:lnTo>
                  <a:pt x="39808" y="617082"/>
                </a:lnTo>
                <a:cubicBezTo>
                  <a:pt x="39808" y="608373"/>
                  <a:pt x="47272" y="602153"/>
                  <a:pt x="55984" y="602153"/>
                </a:cubicBezTo>
                <a:lnTo>
                  <a:pt x="113208" y="602153"/>
                </a:lnTo>
                <a:lnTo>
                  <a:pt x="113208" y="518797"/>
                </a:lnTo>
                <a:lnTo>
                  <a:pt x="49760" y="518797"/>
                </a:lnTo>
                <a:cubicBezTo>
                  <a:pt x="22392" y="518797"/>
                  <a:pt x="0" y="495159"/>
                  <a:pt x="0" y="467788"/>
                </a:cubicBezTo>
                <a:lnTo>
                  <a:pt x="0" y="185374"/>
                </a:lnTo>
                <a:cubicBezTo>
                  <a:pt x="0" y="156759"/>
                  <a:pt x="22392" y="135609"/>
                  <a:pt x="49760" y="135609"/>
                </a:cubicBezTo>
                <a:lnTo>
                  <a:pt x="288616" y="135609"/>
                </a:lnTo>
                <a:cubicBezTo>
                  <a:pt x="287372" y="130632"/>
                  <a:pt x="287372" y="126900"/>
                  <a:pt x="287372" y="121924"/>
                </a:cubicBezTo>
                <a:cubicBezTo>
                  <a:pt x="287372" y="67182"/>
                  <a:pt x="323448" y="21150"/>
                  <a:pt x="373208" y="6221"/>
                </a:cubicBezTo>
                <a:cubicBezTo>
                  <a:pt x="374452" y="6221"/>
                  <a:pt x="375696" y="6221"/>
                  <a:pt x="375696" y="4977"/>
                </a:cubicBezTo>
                <a:cubicBezTo>
                  <a:pt x="385648" y="2488"/>
                  <a:pt x="396844" y="0"/>
                  <a:pt x="408040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05" name="TextBox 504">
            <a:extLst>
              <a:ext uri="{FF2B5EF4-FFF2-40B4-BE49-F238E27FC236}">
                <a16:creationId xmlns:a16="http://schemas.microsoft.com/office/drawing/2014/main" id="{698D0C30-B18F-0841-A641-60B42832107B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7832FC78-DB66-254D-9475-E607DC759736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87F108AA-A268-8946-A624-F440CCB35AE2}"/>
              </a:ext>
            </a:extLst>
          </p:cNvPr>
          <p:cNvSpPr txBox="1"/>
          <p:nvPr/>
        </p:nvSpPr>
        <p:spPr>
          <a:xfrm>
            <a:off x="3038191" y="3351789"/>
            <a:ext cx="416845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A603D1B4-61B0-2245-8F03-9E9AB9AB1E45}"/>
              </a:ext>
            </a:extLst>
          </p:cNvPr>
          <p:cNvSpPr txBox="1"/>
          <p:nvPr/>
        </p:nvSpPr>
        <p:spPr>
          <a:xfrm>
            <a:off x="3038192" y="4033131"/>
            <a:ext cx="4168458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85DCB21E-F099-6541-A487-D0A34B06BB3D}"/>
              </a:ext>
            </a:extLst>
          </p:cNvPr>
          <p:cNvSpPr txBox="1"/>
          <p:nvPr/>
        </p:nvSpPr>
        <p:spPr>
          <a:xfrm>
            <a:off x="18758920" y="3348158"/>
            <a:ext cx="416845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510" name="TextBox 509">
            <a:extLst>
              <a:ext uri="{FF2B5EF4-FFF2-40B4-BE49-F238E27FC236}">
                <a16:creationId xmlns:a16="http://schemas.microsoft.com/office/drawing/2014/main" id="{470EA9DB-95EA-DE4A-B990-180788AA0E90}"/>
              </a:ext>
            </a:extLst>
          </p:cNvPr>
          <p:cNvSpPr txBox="1"/>
          <p:nvPr/>
        </p:nvSpPr>
        <p:spPr>
          <a:xfrm>
            <a:off x="18758920" y="4030530"/>
            <a:ext cx="4168457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511" name="TextBox 510">
            <a:extLst>
              <a:ext uri="{FF2B5EF4-FFF2-40B4-BE49-F238E27FC236}">
                <a16:creationId xmlns:a16="http://schemas.microsoft.com/office/drawing/2014/main" id="{8980141E-F612-D245-AD98-BE79EF163556}"/>
              </a:ext>
            </a:extLst>
          </p:cNvPr>
          <p:cNvSpPr txBox="1"/>
          <p:nvPr/>
        </p:nvSpPr>
        <p:spPr>
          <a:xfrm>
            <a:off x="10898552" y="3349188"/>
            <a:ext cx="416845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512" name="TextBox 511">
            <a:extLst>
              <a:ext uri="{FF2B5EF4-FFF2-40B4-BE49-F238E27FC236}">
                <a16:creationId xmlns:a16="http://schemas.microsoft.com/office/drawing/2014/main" id="{06087E11-45CC-F34C-95E0-8AC53AE20C4C}"/>
              </a:ext>
            </a:extLst>
          </p:cNvPr>
          <p:cNvSpPr txBox="1"/>
          <p:nvPr/>
        </p:nvSpPr>
        <p:spPr>
          <a:xfrm>
            <a:off x="10898553" y="4030530"/>
            <a:ext cx="4168458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20094006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0907512-15BA-C149-A07D-3E0B0A9F5406}"/>
              </a:ext>
            </a:extLst>
          </p:cNvPr>
          <p:cNvGrpSpPr/>
          <p:nvPr/>
        </p:nvGrpSpPr>
        <p:grpSpPr>
          <a:xfrm>
            <a:off x="3906803" y="5857278"/>
            <a:ext cx="16565293" cy="7104754"/>
            <a:chOff x="3906803" y="5857278"/>
            <a:chExt cx="16565293" cy="710475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70D1D4A-E672-7B45-9A00-08034508DD2B}"/>
                </a:ext>
              </a:extLst>
            </p:cNvPr>
            <p:cNvGrpSpPr/>
            <p:nvPr/>
          </p:nvGrpSpPr>
          <p:grpSpPr>
            <a:xfrm>
              <a:off x="5191214" y="10394799"/>
              <a:ext cx="1940947" cy="782632"/>
              <a:chOff x="5191214" y="10394799"/>
              <a:chExt cx="1940947" cy="782632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65E19EC0-E13D-1043-8104-6BFB006F8AF3}"/>
                  </a:ext>
                </a:extLst>
              </p:cNvPr>
              <p:cNvSpPr/>
              <p:nvPr/>
            </p:nvSpPr>
            <p:spPr>
              <a:xfrm>
                <a:off x="5201184" y="10404769"/>
                <a:ext cx="1922257" cy="7626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44" h="613">
                    <a:moveTo>
                      <a:pt x="1544" y="0"/>
                    </a:moveTo>
                    <a:lnTo>
                      <a:pt x="879" y="0"/>
                    </a:lnTo>
                    <a:lnTo>
                      <a:pt x="214" y="0"/>
                    </a:lnTo>
                    <a:cubicBezTo>
                      <a:pt x="155" y="0"/>
                      <a:pt x="101" y="24"/>
                      <a:pt x="63" y="62"/>
                    </a:cubicBezTo>
                    <a:cubicBezTo>
                      <a:pt x="24" y="101"/>
                      <a:pt x="0" y="154"/>
                      <a:pt x="0" y="214"/>
                    </a:cubicBezTo>
                    <a:lnTo>
                      <a:pt x="0" y="307"/>
                    </a:lnTo>
                    <a:lnTo>
                      <a:pt x="0" y="399"/>
                    </a:lnTo>
                    <a:cubicBezTo>
                      <a:pt x="0" y="458"/>
                      <a:pt x="24" y="512"/>
                      <a:pt x="63" y="551"/>
                    </a:cubicBezTo>
                    <a:cubicBezTo>
                      <a:pt x="101" y="589"/>
                      <a:pt x="155" y="613"/>
                      <a:pt x="214" y="613"/>
                    </a:cubicBezTo>
                    <a:lnTo>
                      <a:pt x="879" y="613"/>
                    </a:lnTo>
                    <a:lnTo>
                      <a:pt x="1544" y="613"/>
                    </a:lnTo>
                    <a:lnTo>
                      <a:pt x="1544" y="307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3C74A08D-60A4-CE4B-866B-D56DB9FA2E80}"/>
                  </a:ext>
                </a:extLst>
              </p:cNvPr>
              <p:cNvSpPr/>
              <p:nvPr/>
            </p:nvSpPr>
            <p:spPr>
              <a:xfrm>
                <a:off x="5191214" y="10394799"/>
                <a:ext cx="1940944" cy="782632"/>
              </a:xfrm>
              <a:custGeom>
                <a:avLst/>
                <a:gdLst>
                  <a:gd name="connsiteX0" fmla="*/ 276401 w 1940944"/>
                  <a:gd name="connsiteY0" fmla="*/ 18693 h 782632"/>
                  <a:gd name="connsiteX1" fmla="*/ 94634 w 1940944"/>
                  <a:gd name="connsiteY1" fmla="*/ 94586 h 782632"/>
                  <a:gd name="connsiteX2" fmla="*/ 18690 w 1940944"/>
                  <a:gd name="connsiteY2" fmla="*/ 276232 h 782632"/>
                  <a:gd name="connsiteX3" fmla="*/ 18690 w 1940944"/>
                  <a:gd name="connsiteY3" fmla="*/ 506399 h 782632"/>
                  <a:gd name="connsiteX4" fmla="*/ 94634 w 1940944"/>
                  <a:gd name="connsiteY4" fmla="*/ 688045 h 782632"/>
                  <a:gd name="connsiteX5" fmla="*/ 276401 w 1940944"/>
                  <a:gd name="connsiteY5" fmla="*/ 763938 h 782632"/>
                  <a:gd name="connsiteX6" fmla="*/ 1922260 w 1940944"/>
                  <a:gd name="connsiteY6" fmla="*/ 763938 h 782632"/>
                  <a:gd name="connsiteX7" fmla="*/ 1922260 w 1940944"/>
                  <a:gd name="connsiteY7" fmla="*/ 18693 h 782632"/>
                  <a:gd name="connsiteX8" fmla="*/ 276389 w 1940944"/>
                  <a:gd name="connsiteY8" fmla="*/ 0 h 782632"/>
                  <a:gd name="connsiteX9" fmla="*/ 1940944 w 1940944"/>
                  <a:gd name="connsiteY9" fmla="*/ 0 h 782632"/>
                  <a:gd name="connsiteX10" fmla="*/ 1940944 w 1940944"/>
                  <a:gd name="connsiteY10" fmla="*/ 782632 h 782632"/>
                  <a:gd name="connsiteX11" fmla="*/ 276389 w 1940944"/>
                  <a:gd name="connsiteY11" fmla="*/ 782632 h 782632"/>
                  <a:gd name="connsiteX12" fmla="*/ 82170 w 1940944"/>
                  <a:gd name="connsiteY12" fmla="*/ 701756 h 782632"/>
                  <a:gd name="connsiteX13" fmla="*/ 0 w 1940944"/>
                  <a:gd name="connsiteY13" fmla="*/ 506409 h 782632"/>
                  <a:gd name="connsiteX14" fmla="*/ 0 w 1940944"/>
                  <a:gd name="connsiteY14" fmla="*/ 276223 h 782632"/>
                  <a:gd name="connsiteX15" fmla="*/ 82170 w 1940944"/>
                  <a:gd name="connsiteY15" fmla="*/ 80876 h 782632"/>
                  <a:gd name="connsiteX16" fmla="*/ 276389 w 1940944"/>
                  <a:gd name="connsiteY16" fmla="*/ 0 h 782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940944" h="782632">
                    <a:moveTo>
                      <a:pt x="276401" y="18693"/>
                    </a:moveTo>
                    <a:cubicBezTo>
                      <a:pt x="206682" y="18693"/>
                      <a:pt x="141943" y="46064"/>
                      <a:pt x="94634" y="94586"/>
                    </a:cubicBezTo>
                    <a:cubicBezTo>
                      <a:pt x="46080" y="143108"/>
                      <a:pt x="18690" y="207804"/>
                      <a:pt x="18690" y="276232"/>
                    </a:cubicBezTo>
                    <a:lnTo>
                      <a:pt x="18690" y="506399"/>
                    </a:lnTo>
                    <a:cubicBezTo>
                      <a:pt x="18690" y="576072"/>
                      <a:pt x="46080" y="639523"/>
                      <a:pt x="94634" y="688045"/>
                    </a:cubicBezTo>
                    <a:cubicBezTo>
                      <a:pt x="143188" y="736567"/>
                      <a:pt x="206682" y="763938"/>
                      <a:pt x="276401" y="763938"/>
                    </a:cubicBezTo>
                    <a:lnTo>
                      <a:pt x="1922260" y="763938"/>
                    </a:lnTo>
                    <a:lnTo>
                      <a:pt x="1922260" y="18693"/>
                    </a:lnTo>
                    <a:close/>
                    <a:moveTo>
                      <a:pt x="276389" y="0"/>
                    </a:moveTo>
                    <a:lnTo>
                      <a:pt x="1940944" y="0"/>
                    </a:lnTo>
                    <a:lnTo>
                      <a:pt x="1940944" y="782632"/>
                    </a:lnTo>
                    <a:lnTo>
                      <a:pt x="276389" y="782632"/>
                    </a:lnTo>
                    <a:cubicBezTo>
                      <a:pt x="202934" y="782632"/>
                      <a:pt x="133214" y="754014"/>
                      <a:pt x="82170" y="701756"/>
                    </a:cubicBezTo>
                    <a:cubicBezTo>
                      <a:pt x="28635" y="649497"/>
                      <a:pt x="0" y="579820"/>
                      <a:pt x="0" y="506409"/>
                    </a:cubicBezTo>
                    <a:lnTo>
                      <a:pt x="0" y="276223"/>
                    </a:lnTo>
                    <a:cubicBezTo>
                      <a:pt x="0" y="201568"/>
                      <a:pt x="28635" y="133135"/>
                      <a:pt x="82170" y="80876"/>
                    </a:cubicBezTo>
                    <a:cubicBezTo>
                      <a:pt x="133214" y="28618"/>
                      <a:pt x="202934" y="0"/>
                      <a:pt x="2763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43A3F8C9-1D81-2C43-A0E8-567CFE58C5A4}"/>
                  </a:ext>
                </a:extLst>
              </p:cNvPr>
              <p:cNvSpPr/>
              <p:nvPr/>
            </p:nvSpPr>
            <p:spPr>
              <a:xfrm>
                <a:off x="5201184" y="10404769"/>
                <a:ext cx="1922257" cy="7626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44" h="613">
                    <a:moveTo>
                      <a:pt x="1544" y="0"/>
                    </a:moveTo>
                    <a:lnTo>
                      <a:pt x="879" y="0"/>
                    </a:lnTo>
                    <a:lnTo>
                      <a:pt x="214" y="0"/>
                    </a:lnTo>
                    <a:cubicBezTo>
                      <a:pt x="155" y="0"/>
                      <a:pt x="101" y="24"/>
                      <a:pt x="63" y="62"/>
                    </a:cubicBezTo>
                    <a:cubicBezTo>
                      <a:pt x="24" y="101"/>
                      <a:pt x="0" y="154"/>
                      <a:pt x="0" y="214"/>
                    </a:cubicBezTo>
                    <a:lnTo>
                      <a:pt x="0" y="307"/>
                    </a:lnTo>
                    <a:lnTo>
                      <a:pt x="0" y="399"/>
                    </a:lnTo>
                    <a:cubicBezTo>
                      <a:pt x="0" y="458"/>
                      <a:pt x="24" y="512"/>
                      <a:pt x="63" y="551"/>
                    </a:cubicBezTo>
                    <a:cubicBezTo>
                      <a:pt x="101" y="589"/>
                      <a:pt x="155" y="613"/>
                      <a:pt x="214" y="613"/>
                    </a:cubicBezTo>
                    <a:lnTo>
                      <a:pt x="879" y="613"/>
                    </a:lnTo>
                    <a:lnTo>
                      <a:pt x="1544" y="613"/>
                    </a:lnTo>
                    <a:lnTo>
                      <a:pt x="1544" y="307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686393F6-C920-294B-B763-DF57776F5DF0}"/>
                  </a:ext>
                </a:extLst>
              </p:cNvPr>
              <p:cNvSpPr/>
              <p:nvPr/>
            </p:nvSpPr>
            <p:spPr>
              <a:xfrm>
                <a:off x="5488962" y="10531884"/>
                <a:ext cx="1634479" cy="50721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13" h="408">
                    <a:moveTo>
                      <a:pt x="1313" y="0"/>
                    </a:moveTo>
                    <a:lnTo>
                      <a:pt x="704" y="0"/>
                    </a:lnTo>
                    <a:lnTo>
                      <a:pt x="94" y="0"/>
                    </a:lnTo>
                    <a:cubicBezTo>
                      <a:pt x="68" y="0"/>
                      <a:pt x="45" y="11"/>
                      <a:pt x="28" y="28"/>
                    </a:cubicBezTo>
                    <a:cubicBezTo>
                      <a:pt x="11" y="45"/>
                      <a:pt x="0" y="68"/>
                      <a:pt x="0" y="94"/>
                    </a:cubicBezTo>
                    <a:lnTo>
                      <a:pt x="0" y="205"/>
                    </a:lnTo>
                    <a:lnTo>
                      <a:pt x="0" y="315"/>
                    </a:lnTo>
                    <a:cubicBezTo>
                      <a:pt x="0" y="341"/>
                      <a:pt x="11" y="364"/>
                      <a:pt x="28" y="381"/>
                    </a:cubicBezTo>
                    <a:cubicBezTo>
                      <a:pt x="45" y="398"/>
                      <a:pt x="68" y="408"/>
                      <a:pt x="94" y="408"/>
                    </a:cubicBezTo>
                    <a:lnTo>
                      <a:pt x="704" y="408"/>
                    </a:lnTo>
                    <a:lnTo>
                      <a:pt x="1313" y="408"/>
                    </a:lnTo>
                    <a:lnTo>
                      <a:pt x="1313" y="205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E737B234-253A-7946-9469-3B6DDC051DFE}"/>
                  </a:ext>
                </a:extLst>
              </p:cNvPr>
              <p:cNvSpPr/>
              <p:nvPr/>
            </p:nvSpPr>
            <p:spPr>
              <a:xfrm>
                <a:off x="5480241" y="10523160"/>
                <a:ext cx="1651920" cy="525909"/>
              </a:xfrm>
              <a:custGeom>
                <a:avLst/>
                <a:gdLst>
                  <a:gd name="connsiteX0" fmla="*/ 125743 w 1651920"/>
                  <a:gd name="connsiteY0" fmla="*/ 18690 h 525909"/>
                  <a:gd name="connsiteX1" fmla="*/ 49808 w 1651920"/>
                  <a:gd name="connsiteY1" fmla="*/ 49766 h 525909"/>
                  <a:gd name="connsiteX2" fmla="*/ 18687 w 1651920"/>
                  <a:gd name="connsiteY2" fmla="*/ 125593 h 525909"/>
                  <a:gd name="connsiteX3" fmla="*/ 18687 w 1651920"/>
                  <a:gd name="connsiteY3" fmla="*/ 400309 h 525909"/>
                  <a:gd name="connsiteX4" fmla="*/ 49808 w 1651920"/>
                  <a:gd name="connsiteY4" fmla="*/ 476136 h 525909"/>
                  <a:gd name="connsiteX5" fmla="*/ 125743 w 1651920"/>
                  <a:gd name="connsiteY5" fmla="*/ 507212 h 525909"/>
                  <a:gd name="connsiteX6" fmla="*/ 1633233 w 1651920"/>
                  <a:gd name="connsiteY6" fmla="*/ 507212 h 525909"/>
                  <a:gd name="connsiteX7" fmla="*/ 1633233 w 1651920"/>
                  <a:gd name="connsiteY7" fmla="*/ 18690 h 525909"/>
                  <a:gd name="connsiteX8" fmla="*/ 125730 w 1651920"/>
                  <a:gd name="connsiteY8" fmla="*/ 0 h 525909"/>
                  <a:gd name="connsiteX9" fmla="*/ 1651920 w 1651920"/>
                  <a:gd name="connsiteY9" fmla="*/ 0 h 525909"/>
                  <a:gd name="connsiteX10" fmla="*/ 1651920 w 1651920"/>
                  <a:gd name="connsiteY10" fmla="*/ 525909 h 525909"/>
                  <a:gd name="connsiteX11" fmla="*/ 125730 w 1651920"/>
                  <a:gd name="connsiteY11" fmla="*/ 525909 h 525909"/>
                  <a:gd name="connsiteX12" fmla="*/ 37346 w 1651920"/>
                  <a:gd name="connsiteY12" fmla="*/ 488610 h 525909"/>
                  <a:gd name="connsiteX13" fmla="*/ 0 w 1651920"/>
                  <a:gd name="connsiteY13" fmla="*/ 400337 h 525909"/>
                  <a:gd name="connsiteX14" fmla="*/ 0 w 1651920"/>
                  <a:gd name="connsiteY14" fmla="*/ 125572 h 525909"/>
                  <a:gd name="connsiteX15" fmla="*/ 37346 w 1651920"/>
                  <a:gd name="connsiteY15" fmla="*/ 37299 h 525909"/>
                  <a:gd name="connsiteX16" fmla="*/ 125730 w 1651920"/>
                  <a:gd name="connsiteY16" fmla="*/ 0 h 525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651920" h="525909">
                    <a:moveTo>
                      <a:pt x="125743" y="18690"/>
                    </a:moveTo>
                    <a:cubicBezTo>
                      <a:pt x="97112" y="18690"/>
                      <a:pt x="69725" y="29878"/>
                      <a:pt x="49808" y="49766"/>
                    </a:cubicBezTo>
                    <a:cubicBezTo>
                      <a:pt x="29891" y="69655"/>
                      <a:pt x="18687" y="97003"/>
                      <a:pt x="18687" y="125593"/>
                    </a:cubicBezTo>
                    <a:lnTo>
                      <a:pt x="18687" y="400309"/>
                    </a:lnTo>
                    <a:cubicBezTo>
                      <a:pt x="18687" y="428899"/>
                      <a:pt x="29891" y="455004"/>
                      <a:pt x="49808" y="476136"/>
                    </a:cubicBezTo>
                    <a:cubicBezTo>
                      <a:pt x="69725" y="496024"/>
                      <a:pt x="97112" y="507212"/>
                      <a:pt x="125743" y="507212"/>
                    </a:cubicBezTo>
                    <a:lnTo>
                      <a:pt x="1633233" y="507212"/>
                    </a:lnTo>
                    <a:lnTo>
                      <a:pt x="1633233" y="18690"/>
                    </a:lnTo>
                    <a:close/>
                    <a:moveTo>
                      <a:pt x="125730" y="0"/>
                    </a:moveTo>
                    <a:lnTo>
                      <a:pt x="1651920" y="0"/>
                    </a:lnTo>
                    <a:lnTo>
                      <a:pt x="1651920" y="525909"/>
                    </a:lnTo>
                    <a:lnTo>
                      <a:pt x="125730" y="525909"/>
                    </a:lnTo>
                    <a:cubicBezTo>
                      <a:pt x="92119" y="525909"/>
                      <a:pt x="60998" y="512233"/>
                      <a:pt x="37346" y="488610"/>
                    </a:cubicBezTo>
                    <a:cubicBezTo>
                      <a:pt x="12449" y="464988"/>
                      <a:pt x="0" y="433906"/>
                      <a:pt x="0" y="400337"/>
                    </a:cubicBezTo>
                    <a:lnTo>
                      <a:pt x="0" y="125572"/>
                    </a:lnTo>
                    <a:cubicBezTo>
                      <a:pt x="0" y="92003"/>
                      <a:pt x="12449" y="60921"/>
                      <a:pt x="37346" y="37299"/>
                    </a:cubicBezTo>
                    <a:cubicBezTo>
                      <a:pt x="60998" y="12433"/>
                      <a:pt x="92119" y="0"/>
                      <a:pt x="1257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C2B1AC1B-6AA3-A74A-B2E2-74E16A9FED4D}"/>
                  </a:ext>
                </a:extLst>
              </p:cNvPr>
              <p:cNvSpPr/>
              <p:nvPr/>
            </p:nvSpPr>
            <p:spPr>
              <a:xfrm>
                <a:off x="5481487" y="10671462"/>
                <a:ext cx="59050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5" h="15">
                    <a:moveTo>
                      <a:pt x="467" y="15"/>
                    </a:moveTo>
                    <a:lnTo>
                      <a:pt x="7" y="15"/>
                    </a:lnTo>
                    <a:cubicBezTo>
                      <a:pt x="3" y="15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467" y="0"/>
                    </a:lnTo>
                    <a:cubicBezTo>
                      <a:pt x="472" y="0"/>
                      <a:pt x="475" y="3"/>
                      <a:pt x="475" y="7"/>
                    </a:cubicBezTo>
                    <a:cubicBezTo>
                      <a:pt x="475" y="11"/>
                      <a:pt x="472" y="15"/>
                      <a:pt x="467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DCA6838D-08D6-334C-805E-1C36A4A8BBE2}"/>
                  </a:ext>
                </a:extLst>
              </p:cNvPr>
              <p:cNvSpPr/>
              <p:nvPr/>
            </p:nvSpPr>
            <p:spPr>
              <a:xfrm>
                <a:off x="6358524" y="10849673"/>
                <a:ext cx="77114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0" h="15">
                    <a:moveTo>
                      <a:pt x="612" y="15"/>
                    </a:moveTo>
                    <a:lnTo>
                      <a:pt x="7" y="15"/>
                    </a:lnTo>
                    <a:cubicBezTo>
                      <a:pt x="3" y="15"/>
                      <a:pt x="0" y="12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612" y="0"/>
                    </a:lnTo>
                    <a:cubicBezTo>
                      <a:pt x="617" y="0"/>
                      <a:pt x="620" y="4"/>
                      <a:pt x="620" y="8"/>
                    </a:cubicBezTo>
                    <a:cubicBezTo>
                      <a:pt x="620" y="12"/>
                      <a:pt x="617" y="15"/>
                      <a:pt x="612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6" name="Freeform 75">
                <a:extLst>
                  <a:ext uri="{FF2B5EF4-FFF2-40B4-BE49-F238E27FC236}">
                    <a16:creationId xmlns:a16="http://schemas.microsoft.com/office/drawing/2014/main" id="{5F4969D0-0D09-9B4C-B0B6-C34C32AAF174}"/>
                  </a:ext>
                </a:extLst>
              </p:cNvPr>
              <p:cNvSpPr/>
              <p:nvPr/>
            </p:nvSpPr>
            <p:spPr>
              <a:xfrm>
                <a:off x="5668356" y="10849673"/>
                <a:ext cx="28279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8" h="15">
                    <a:moveTo>
                      <a:pt x="221" y="15"/>
                    </a:moveTo>
                    <a:lnTo>
                      <a:pt x="7" y="15"/>
                    </a:lnTo>
                    <a:cubicBezTo>
                      <a:pt x="3" y="15"/>
                      <a:pt x="0" y="12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221" y="0"/>
                    </a:lnTo>
                    <a:cubicBezTo>
                      <a:pt x="225" y="0"/>
                      <a:pt x="228" y="4"/>
                      <a:pt x="228" y="8"/>
                    </a:cubicBezTo>
                    <a:cubicBezTo>
                      <a:pt x="228" y="12"/>
                      <a:pt x="225" y="15"/>
                      <a:pt x="221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437915BD-299F-D340-BF4E-DC077B87808B}"/>
                  </a:ext>
                </a:extLst>
              </p:cNvPr>
              <p:cNvSpPr/>
              <p:nvPr/>
            </p:nvSpPr>
            <p:spPr>
              <a:xfrm>
                <a:off x="6358524" y="10678939"/>
                <a:ext cx="289024" cy="186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3" h="16">
                    <a:moveTo>
                      <a:pt x="226" y="16"/>
                    </a:moveTo>
                    <a:lnTo>
                      <a:pt x="7" y="16"/>
                    </a:lnTo>
                    <a:cubicBezTo>
                      <a:pt x="3" y="16"/>
                      <a:pt x="0" y="12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226" y="0"/>
                    </a:lnTo>
                    <a:cubicBezTo>
                      <a:pt x="230" y="0"/>
                      <a:pt x="233" y="4"/>
                      <a:pt x="233" y="8"/>
                    </a:cubicBezTo>
                    <a:cubicBezTo>
                      <a:pt x="233" y="12"/>
                      <a:pt x="230" y="16"/>
                      <a:pt x="226" y="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5C272F5E-7365-0C41-953A-23FF9FA94511}"/>
                </a:ext>
              </a:extLst>
            </p:cNvPr>
            <p:cNvGrpSpPr/>
            <p:nvPr/>
          </p:nvGrpSpPr>
          <p:grpSpPr>
            <a:xfrm>
              <a:off x="4529699" y="11159980"/>
              <a:ext cx="2602462" cy="1191395"/>
              <a:chOff x="4529699" y="11159980"/>
              <a:chExt cx="2602462" cy="1191395"/>
            </a:xfrm>
          </p:grpSpPr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FB38D48B-1953-2E4A-BD4E-F21247AA6FDE}"/>
                  </a:ext>
                </a:extLst>
              </p:cNvPr>
              <p:cNvSpPr/>
              <p:nvPr/>
            </p:nvSpPr>
            <p:spPr>
              <a:xfrm>
                <a:off x="4538419" y="11168704"/>
                <a:ext cx="2583772" cy="11739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75" h="943">
                    <a:moveTo>
                      <a:pt x="2075" y="943"/>
                    </a:moveTo>
                    <a:lnTo>
                      <a:pt x="1135" y="943"/>
                    </a:lnTo>
                    <a:lnTo>
                      <a:pt x="195" y="943"/>
                    </a:lnTo>
                    <a:cubicBezTo>
                      <a:pt x="141" y="943"/>
                      <a:pt x="92" y="921"/>
                      <a:pt x="57" y="886"/>
                    </a:cubicBezTo>
                    <a:cubicBezTo>
                      <a:pt x="22" y="851"/>
                      <a:pt x="0" y="802"/>
                      <a:pt x="0" y="749"/>
                    </a:cubicBezTo>
                    <a:lnTo>
                      <a:pt x="0" y="472"/>
                    </a:lnTo>
                    <a:lnTo>
                      <a:pt x="0" y="194"/>
                    </a:lnTo>
                    <a:cubicBezTo>
                      <a:pt x="0" y="141"/>
                      <a:pt x="22" y="92"/>
                      <a:pt x="57" y="57"/>
                    </a:cubicBezTo>
                    <a:cubicBezTo>
                      <a:pt x="92" y="21"/>
                      <a:pt x="141" y="0"/>
                      <a:pt x="195" y="0"/>
                    </a:cubicBezTo>
                    <a:lnTo>
                      <a:pt x="1135" y="0"/>
                    </a:lnTo>
                    <a:lnTo>
                      <a:pt x="2075" y="0"/>
                    </a:lnTo>
                    <a:lnTo>
                      <a:pt x="2075" y="472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CC8F6C23-FA68-7B42-9CD8-69A972F931BA}"/>
                  </a:ext>
                </a:extLst>
              </p:cNvPr>
              <p:cNvSpPr/>
              <p:nvPr/>
            </p:nvSpPr>
            <p:spPr>
              <a:xfrm>
                <a:off x="4529699" y="11159980"/>
                <a:ext cx="2602459" cy="1191395"/>
              </a:xfrm>
              <a:custGeom>
                <a:avLst/>
                <a:gdLst>
                  <a:gd name="connsiteX0" fmla="*/ 251539 w 2602459"/>
                  <a:gd name="connsiteY0" fmla="*/ 18697 h 1191395"/>
                  <a:gd name="connsiteX1" fmla="*/ 87175 w 2602459"/>
                  <a:gd name="connsiteY1" fmla="*/ 85921 h 1191395"/>
                  <a:gd name="connsiteX2" fmla="*/ 17444 w 2602459"/>
                  <a:gd name="connsiteY2" fmla="*/ 250246 h 1191395"/>
                  <a:gd name="connsiteX3" fmla="*/ 17444 w 2602459"/>
                  <a:gd name="connsiteY3" fmla="*/ 941158 h 1191395"/>
                  <a:gd name="connsiteX4" fmla="*/ 87175 w 2602459"/>
                  <a:gd name="connsiteY4" fmla="*/ 1105483 h 1191395"/>
                  <a:gd name="connsiteX5" fmla="*/ 251539 w 2602459"/>
                  <a:gd name="connsiteY5" fmla="*/ 1173952 h 1191395"/>
                  <a:gd name="connsiteX6" fmla="*/ 2583775 w 2602459"/>
                  <a:gd name="connsiteY6" fmla="*/ 1173952 h 1191395"/>
                  <a:gd name="connsiteX7" fmla="*/ 2583775 w 2602459"/>
                  <a:gd name="connsiteY7" fmla="*/ 18697 h 1191395"/>
                  <a:gd name="connsiteX8" fmla="*/ 251530 w 2602459"/>
                  <a:gd name="connsiteY8" fmla="*/ 0 h 1191395"/>
                  <a:gd name="connsiteX9" fmla="*/ 2602459 w 2602459"/>
                  <a:gd name="connsiteY9" fmla="*/ 0 h 1191395"/>
                  <a:gd name="connsiteX10" fmla="*/ 2602459 w 2602459"/>
                  <a:gd name="connsiteY10" fmla="*/ 1191395 h 1191395"/>
                  <a:gd name="connsiteX11" fmla="*/ 251530 w 2602459"/>
                  <a:gd name="connsiteY11" fmla="*/ 1191395 h 1191395"/>
                  <a:gd name="connsiteX12" fmla="*/ 73467 w 2602459"/>
                  <a:gd name="connsiteY12" fmla="*/ 1117944 h 1191395"/>
                  <a:gd name="connsiteX13" fmla="*/ 0 w 2602459"/>
                  <a:gd name="connsiteY13" fmla="*/ 941165 h 1191395"/>
                  <a:gd name="connsiteX14" fmla="*/ 0 w 2602459"/>
                  <a:gd name="connsiteY14" fmla="*/ 250230 h 1191395"/>
                  <a:gd name="connsiteX15" fmla="*/ 73467 w 2602459"/>
                  <a:gd name="connsiteY15" fmla="*/ 72206 h 1191395"/>
                  <a:gd name="connsiteX16" fmla="*/ 251530 w 2602459"/>
                  <a:gd name="connsiteY16" fmla="*/ 0 h 11913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02459" h="1191395">
                    <a:moveTo>
                      <a:pt x="251539" y="18697"/>
                    </a:moveTo>
                    <a:cubicBezTo>
                      <a:pt x="188035" y="18697"/>
                      <a:pt x="130756" y="42350"/>
                      <a:pt x="87175" y="85921"/>
                    </a:cubicBezTo>
                    <a:cubicBezTo>
                      <a:pt x="42348" y="129492"/>
                      <a:pt x="17444" y="188002"/>
                      <a:pt x="17444" y="250246"/>
                    </a:cubicBezTo>
                    <a:lnTo>
                      <a:pt x="17444" y="941158"/>
                    </a:lnTo>
                    <a:cubicBezTo>
                      <a:pt x="17444" y="1003402"/>
                      <a:pt x="42348" y="1060667"/>
                      <a:pt x="87175" y="1105483"/>
                    </a:cubicBezTo>
                    <a:cubicBezTo>
                      <a:pt x="130756" y="1149054"/>
                      <a:pt x="188035" y="1173952"/>
                      <a:pt x="251539" y="1173952"/>
                    </a:cubicBezTo>
                    <a:lnTo>
                      <a:pt x="2583775" y="1173952"/>
                    </a:lnTo>
                    <a:lnTo>
                      <a:pt x="2583775" y="18697"/>
                    </a:lnTo>
                    <a:close/>
                    <a:moveTo>
                      <a:pt x="251530" y="0"/>
                    </a:moveTo>
                    <a:lnTo>
                      <a:pt x="2602459" y="0"/>
                    </a:lnTo>
                    <a:lnTo>
                      <a:pt x="2602459" y="1191395"/>
                    </a:lnTo>
                    <a:lnTo>
                      <a:pt x="251530" y="1191395"/>
                    </a:lnTo>
                    <a:cubicBezTo>
                      <a:pt x="184289" y="1191395"/>
                      <a:pt x="120784" y="1165252"/>
                      <a:pt x="73467" y="1117944"/>
                    </a:cubicBezTo>
                    <a:cubicBezTo>
                      <a:pt x="26149" y="1070637"/>
                      <a:pt x="0" y="1007146"/>
                      <a:pt x="0" y="941165"/>
                    </a:cubicBezTo>
                    <a:lnTo>
                      <a:pt x="0" y="250230"/>
                    </a:lnTo>
                    <a:cubicBezTo>
                      <a:pt x="0" y="184249"/>
                      <a:pt x="26149" y="120758"/>
                      <a:pt x="73467" y="72206"/>
                    </a:cubicBezTo>
                    <a:cubicBezTo>
                      <a:pt x="120784" y="26143"/>
                      <a:pt x="184289" y="0"/>
                      <a:pt x="2515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79E7A0A5-AC12-5A4A-8887-F1D3AEE1B586}"/>
                  </a:ext>
                </a:extLst>
              </p:cNvPr>
              <p:cNvSpPr/>
              <p:nvPr/>
            </p:nvSpPr>
            <p:spPr>
              <a:xfrm>
                <a:off x="4989399" y="11309528"/>
                <a:ext cx="2132795" cy="8923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13" h="717">
                    <a:moveTo>
                      <a:pt x="1713" y="717"/>
                    </a:moveTo>
                    <a:lnTo>
                      <a:pt x="898" y="717"/>
                    </a:lnTo>
                    <a:lnTo>
                      <a:pt x="83" y="717"/>
                    </a:lnTo>
                    <a:cubicBezTo>
                      <a:pt x="59" y="717"/>
                      <a:pt x="39" y="708"/>
                      <a:pt x="24" y="693"/>
                    </a:cubicBezTo>
                    <a:cubicBezTo>
                      <a:pt x="9" y="678"/>
                      <a:pt x="0" y="658"/>
                      <a:pt x="0" y="634"/>
                    </a:cubicBezTo>
                    <a:lnTo>
                      <a:pt x="0" y="359"/>
                    </a:lnTo>
                    <a:lnTo>
                      <a:pt x="0" y="82"/>
                    </a:lnTo>
                    <a:cubicBezTo>
                      <a:pt x="0" y="59"/>
                      <a:pt x="9" y="39"/>
                      <a:pt x="24" y="24"/>
                    </a:cubicBezTo>
                    <a:cubicBezTo>
                      <a:pt x="39" y="9"/>
                      <a:pt x="59" y="0"/>
                      <a:pt x="83" y="0"/>
                    </a:cubicBezTo>
                    <a:lnTo>
                      <a:pt x="898" y="0"/>
                    </a:lnTo>
                    <a:lnTo>
                      <a:pt x="1713" y="0"/>
                    </a:lnTo>
                    <a:lnTo>
                      <a:pt x="1713" y="359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C9BC2D09-32AF-DE4A-821C-740C811ABE7B}"/>
                  </a:ext>
                </a:extLst>
              </p:cNvPr>
              <p:cNvSpPr/>
              <p:nvPr/>
            </p:nvSpPr>
            <p:spPr>
              <a:xfrm>
                <a:off x="4980679" y="11299561"/>
                <a:ext cx="2151482" cy="910994"/>
              </a:xfrm>
              <a:custGeom>
                <a:avLst/>
                <a:gdLst>
                  <a:gd name="connsiteX0" fmla="*/ 112066 w 2151482"/>
                  <a:gd name="connsiteY0" fmla="*/ 18694 h 910994"/>
                  <a:gd name="connsiteX1" fmla="*/ 44833 w 2151482"/>
                  <a:gd name="connsiteY1" fmla="*/ 46072 h 910994"/>
                  <a:gd name="connsiteX2" fmla="*/ 17441 w 2151482"/>
                  <a:gd name="connsiteY2" fmla="*/ 112028 h 910994"/>
                  <a:gd name="connsiteX3" fmla="*/ 17441 w 2151482"/>
                  <a:gd name="connsiteY3" fmla="*/ 798968 h 910994"/>
                  <a:gd name="connsiteX4" fmla="*/ 44833 w 2151482"/>
                  <a:gd name="connsiteY4" fmla="*/ 866169 h 910994"/>
                  <a:gd name="connsiteX5" fmla="*/ 112066 w 2151482"/>
                  <a:gd name="connsiteY5" fmla="*/ 893547 h 910994"/>
                  <a:gd name="connsiteX6" fmla="*/ 2132795 w 2151482"/>
                  <a:gd name="connsiteY6" fmla="*/ 893547 h 910994"/>
                  <a:gd name="connsiteX7" fmla="*/ 2132795 w 2151482"/>
                  <a:gd name="connsiteY7" fmla="*/ 18694 h 910994"/>
                  <a:gd name="connsiteX8" fmla="*/ 112057 w 2151482"/>
                  <a:gd name="connsiteY8" fmla="*/ 0 h 910994"/>
                  <a:gd name="connsiteX9" fmla="*/ 2151482 w 2151482"/>
                  <a:gd name="connsiteY9" fmla="*/ 0 h 910994"/>
                  <a:gd name="connsiteX10" fmla="*/ 2151482 w 2151482"/>
                  <a:gd name="connsiteY10" fmla="*/ 910994 h 910994"/>
                  <a:gd name="connsiteX11" fmla="*/ 112057 w 2151482"/>
                  <a:gd name="connsiteY11" fmla="*/ 910994 h 910994"/>
                  <a:gd name="connsiteX12" fmla="*/ 32372 w 2151482"/>
                  <a:gd name="connsiteY12" fmla="*/ 878636 h 910994"/>
                  <a:gd name="connsiteX13" fmla="*/ 0 w 2151482"/>
                  <a:gd name="connsiteY13" fmla="*/ 798987 h 910994"/>
                  <a:gd name="connsiteX14" fmla="*/ 0 w 2151482"/>
                  <a:gd name="connsiteY14" fmla="*/ 112007 h 910994"/>
                  <a:gd name="connsiteX15" fmla="*/ 32372 w 2151482"/>
                  <a:gd name="connsiteY15" fmla="*/ 32358 h 910994"/>
                  <a:gd name="connsiteX16" fmla="*/ 112057 w 2151482"/>
                  <a:gd name="connsiteY16" fmla="*/ 0 h 910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51482" h="910994">
                    <a:moveTo>
                      <a:pt x="112066" y="18694"/>
                    </a:moveTo>
                    <a:cubicBezTo>
                      <a:pt x="87165" y="18694"/>
                      <a:pt x="63508" y="28650"/>
                      <a:pt x="44833" y="46072"/>
                    </a:cubicBezTo>
                    <a:cubicBezTo>
                      <a:pt x="28647" y="64739"/>
                      <a:pt x="17441" y="88384"/>
                      <a:pt x="17441" y="112028"/>
                    </a:cubicBezTo>
                    <a:lnTo>
                      <a:pt x="17441" y="798968"/>
                    </a:lnTo>
                    <a:cubicBezTo>
                      <a:pt x="17441" y="825102"/>
                      <a:pt x="28647" y="847502"/>
                      <a:pt x="44833" y="866169"/>
                    </a:cubicBezTo>
                    <a:cubicBezTo>
                      <a:pt x="63508" y="883591"/>
                      <a:pt x="87165" y="893547"/>
                      <a:pt x="112066" y="893547"/>
                    </a:cubicBezTo>
                    <a:lnTo>
                      <a:pt x="2132795" y="893547"/>
                    </a:lnTo>
                    <a:lnTo>
                      <a:pt x="2132795" y="18694"/>
                    </a:lnTo>
                    <a:close/>
                    <a:moveTo>
                      <a:pt x="112057" y="0"/>
                    </a:moveTo>
                    <a:lnTo>
                      <a:pt x="2151482" y="0"/>
                    </a:lnTo>
                    <a:lnTo>
                      <a:pt x="2151482" y="910994"/>
                    </a:lnTo>
                    <a:lnTo>
                      <a:pt x="112057" y="910994"/>
                    </a:lnTo>
                    <a:cubicBezTo>
                      <a:pt x="80930" y="910994"/>
                      <a:pt x="53538" y="899793"/>
                      <a:pt x="32372" y="878636"/>
                    </a:cubicBezTo>
                    <a:cubicBezTo>
                      <a:pt x="11206" y="857479"/>
                      <a:pt x="0" y="830100"/>
                      <a:pt x="0" y="798987"/>
                    </a:cubicBezTo>
                    <a:lnTo>
                      <a:pt x="0" y="112007"/>
                    </a:lnTo>
                    <a:cubicBezTo>
                      <a:pt x="0" y="82139"/>
                      <a:pt x="11206" y="54759"/>
                      <a:pt x="32372" y="32358"/>
                    </a:cubicBezTo>
                    <a:cubicBezTo>
                      <a:pt x="53538" y="12445"/>
                      <a:pt x="80930" y="0"/>
                      <a:pt x="1120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BB79D946-5177-5343-A693-40D476CF383B}"/>
                  </a:ext>
                </a:extLst>
              </p:cNvPr>
              <p:cNvSpPr/>
              <p:nvPr/>
            </p:nvSpPr>
            <p:spPr>
              <a:xfrm>
                <a:off x="4983170" y="11808019"/>
                <a:ext cx="985421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2" h="15">
                    <a:moveTo>
                      <a:pt x="785" y="15"/>
                    </a:moveTo>
                    <a:lnTo>
                      <a:pt x="8" y="15"/>
                    </a:lnTo>
                    <a:cubicBezTo>
                      <a:pt x="3" y="15"/>
                      <a:pt x="0" y="12"/>
                      <a:pt x="0" y="7"/>
                    </a:cubicBezTo>
                    <a:cubicBezTo>
                      <a:pt x="0" y="4"/>
                      <a:pt x="3" y="0"/>
                      <a:pt x="8" y="0"/>
                    </a:cubicBezTo>
                    <a:lnTo>
                      <a:pt x="785" y="0"/>
                    </a:lnTo>
                    <a:cubicBezTo>
                      <a:pt x="789" y="0"/>
                      <a:pt x="792" y="4"/>
                      <a:pt x="792" y="7"/>
                    </a:cubicBezTo>
                    <a:cubicBezTo>
                      <a:pt x="792" y="12"/>
                      <a:pt x="789" y="15"/>
                      <a:pt x="785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8B7C7C2F-2862-4845-A151-9BE0B9C7BA2C}"/>
                  </a:ext>
                </a:extLst>
              </p:cNvPr>
              <p:cNvSpPr/>
              <p:nvPr/>
            </p:nvSpPr>
            <p:spPr>
              <a:xfrm>
                <a:off x="6165427" y="11501450"/>
                <a:ext cx="962997" cy="186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74" h="16">
                    <a:moveTo>
                      <a:pt x="767" y="16"/>
                    </a:moveTo>
                    <a:lnTo>
                      <a:pt x="7" y="16"/>
                    </a:lnTo>
                    <a:cubicBezTo>
                      <a:pt x="3" y="16"/>
                      <a:pt x="0" y="12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767" y="0"/>
                    </a:lnTo>
                    <a:cubicBezTo>
                      <a:pt x="771" y="0"/>
                      <a:pt x="774" y="4"/>
                      <a:pt x="774" y="8"/>
                    </a:cubicBezTo>
                    <a:cubicBezTo>
                      <a:pt x="774" y="12"/>
                      <a:pt x="771" y="16"/>
                      <a:pt x="767" y="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FF18D430-1EB5-8C47-BBBE-4606B9083461}"/>
                  </a:ext>
                </a:extLst>
              </p:cNvPr>
              <p:cNvSpPr/>
              <p:nvPr/>
            </p:nvSpPr>
            <p:spPr>
              <a:xfrm>
                <a:off x="5416706" y="11501450"/>
                <a:ext cx="428552" cy="186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5" h="16">
                    <a:moveTo>
                      <a:pt x="337" y="16"/>
                    </a:moveTo>
                    <a:lnTo>
                      <a:pt x="7" y="16"/>
                    </a:lnTo>
                    <a:cubicBezTo>
                      <a:pt x="3" y="16"/>
                      <a:pt x="0" y="12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337" y="0"/>
                    </a:lnTo>
                    <a:cubicBezTo>
                      <a:pt x="341" y="0"/>
                      <a:pt x="345" y="4"/>
                      <a:pt x="345" y="8"/>
                    </a:cubicBezTo>
                    <a:cubicBezTo>
                      <a:pt x="345" y="12"/>
                      <a:pt x="341" y="16"/>
                      <a:pt x="337" y="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CF53196D-3EC0-5C42-8529-83A886E8E81F}"/>
                  </a:ext>
                </a:extLst>
              </p:cNvPr>
              <p:cNvSpPr/>
              <p:nvPr/>
            </p:nvSpPr>
            <p:spPr>
              <a:xfrm>
                <a:off x="6486841" y="11971279"/>
                <a:ext cx="513266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3" h="15">
                    <a:moveTo>
                      <a:pt x="406" y="15"/>
                    </a:moveTo>
                    <a:lnTo>
                      <a:pt x="7" y="15"/>
                    </a:lnTo>
                    <a:cubicBezTo>
                      <a:pt x="3" y="15"/>
                      <a:pt x="0" y="12"/>
                      <a:pt x="0" y="7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406" y="0"/>
                    </a:lnTo>
                    <a:cubicBezTo>
                      <a:pt x="410" y="0"/>
                      <a:pt x="413" y="4"/>
                      <a:pt x="413" y="7"/>
                    </a:cubicBezTo>
                    <a:cubicBezTo>
                      <a:pt x="413" y="12"/>
                      <a:pt x="410" y="15"/>
                      <a:pt x="406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A22674D-8BB9-CE49-A0A6-C361E4E6CA5D}"/>
                </a:ext>
              </a:extLst>
            </p:cNvPr>
            <p:cNvGrpSpPr/>
            <p:nvPr/>
          </p:nvGrpSpPr>
          <p:grpSpPr>
            <a:xfrm>
              <a:off x="3906803" y="12333932"/>
              <a:ext cx="16565293" cy="628100"/>
              <a:chOff x="3906803" y="12333932"/>
              <a:chExt cx="16565293" cy="628100"/>
            </a:xfrm>
          </p:grpSpPr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231AFFDB-2CA3-4C4F-8988-85550E3B06D0}"/>
                  </a:ext>
                </a:extLst>
              </p:cNvPr>
              <p:cNvSpPr/>
              <p:nvPr/>
            </p:nvSpPr>
            <p:spPr>
              <a:xfrm>
                <a:off x="3915523" y="12342655"/>
                <a:ext cx="16546606" cy="6106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283" h="491">
                    <a:moveTo>
                      <a:pt x="13186" y="491"/>
                    </a:moveTo>
                    <a:lnTo>
                      <a:pt x="6642" y="491"/>
                    </a:lnTo>
                    <a:lnTo>
                      <a:pt x="97" y="491"/>
                    </a:lnTo>
                    <a:cubicBezTo>
                      <a:pt x="70" y="491"/>
                      <a:pt x="46" y="480"/>
                      <a:pt x="29" y="463"/>
                    </a:cubicBezTo>
                    <a:cubicBezTo>
                      <a:pt x="11" y="445"/>
                      <a:pt x="0" y="421"/>
                      <a:pt x="0" y="394"/>
                    </a:cubicBezTo>
                    <a:lnTo>
                      <a:pt x="0" y="246"/>
                    </a:lnTo>
                    <a:lnTo>
                      <a:pt x="0" y="98"/>
                    </a:lnTo>
                    <a:cubicBezTo>
                      <a:pt x="0" y="71"/>
                      <a:pt x="11" y="46"/>
                      <a:pt x="29" y="28"/>
                    </a:cubicBezTo>
                    <a:cubicBezTo>
                      <a:pt x="46" y="11"/>
                      <a:pt x="70" y="0"/>
                      <a:pt x="97" y="0"/>
                    </a:cubicBezTo>
                    <a:lnTo>
                      <a:pt x="6642" y="0"/>
                    </a:lnTo>
                    <a:lnTo>
                      <a:pt x="13186" y="0"/>
                    </a:lnTo>
                    <a:cubicBezTo>
                      <a:pt x="13213" y="0"/>
                      <a:pt x="13238" y="11"/>
                      <a:pt x="13255" y="28"/>
                    </a:cubicBezTo>
                    <a:cubicBezTo>
                      <a:pt x="13272" y="46"/>
                      <a:pt x="13283" y="71"/>
                      <a:pt x="13283" y="98"/>
                    </a:cubicBezTo>
                    <a:lnTo>
                      <a:pt x="13283" y="246"/>
                    </a:lnTo>
                    <a:lnTo>
                      <a:pt x="13283" y="394"/>
                    </a:lnTo>
                    <a:cubicBezTo>
                      <a:pt x="13283" y="421"/>
                      <a:pt x="13272" y="445"/>
                      <a:pt x="13255" y="463"/>
                    </a:cubicBezTo>
                    <a:cubicBezTo>
                      <a:pt x="13238" y="480"/>
                      <a:pt x="13213" y="491"/>
                      <a:pt x="13186" y="49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416E9684-24A6-5A42-B604-BEECA135A406}"/>
                  </a:ext>
                </a:extLst>
              </p:cNvPr>
              <p:cNvSpPr/>
              <p:nvPr/>
            </p:nvSpPr>
            <p:spPr>
              <a:xfrm>
                <a:off x="3906803" y="12333932"/>
                <a:ext cx="16565293" cy="628100"/>
              </a:xfrm>
              <a:custGeom>
                <a:avLst/>
                <a:gdLst>
                  <a:gd name="connsiteX0" fmla="*/ 129557 w 16565293"/>
                  <a:gd name="connsiteY0" fmla="*/ 18693 h 628100"/>
                  <a:gd name="connsiteX1" fmla="*/ 51078 w 16565293"/>
                  <a:gd name="connsiteY1" fmla="*/ 51027 h 628100"/>
                  <a:gd name="connsiteX2" fmla="*/ 17444 w 16565293"/>
                  <a:gd name="connsiteY2" fmla="*/ 130618 h 628100"/>
                  <a:gd name="connsiteX3" fmla="*/ 17444 w 16565293"/>
                  <a:gd name="connsiteY3" fmla="*/ 498727 h 628100"/>
                  <a:gd name="connsiteX4" fmla="*/ 51078 w 16565293"/>
                  <a:gd name="connsiteY4" fmla="*/ 577074 h 628100"/>
                  <a:gd name="connsiteX5" fmla="*/ 129557 w 16565293"/>
                  <a:gd name="connsiteY5" fmla="*/ 610652 h 628100"/>
                  <a:gd name="connsiteX6" fmla="*/ 16434497 w 16565293"/>
                  <a:gd name="connsiteY6" fmla="*/ 610652 h 628100"/>
                  <a:gd name="connsiteX7" fmla="*/ 16514221 w 16565293"/>
                  <a:gd name="connsiteY7" fmla="*/ 577074 h 628100"/>
                  <a:gd name="connsiteX8" fmla="*/ 16546609 w 16565293"/>
                  <a:gd name="connsiteY8" fmla="*/ 498727 h 628100"/>
                  <a:gd name="connsiteX9" fmla="*/ 16546609 w 16565293"/>
                  <a:gd name="connsiteY9" fmla="*/ 130618 h 628100"/>
                  <a:gd name="connsiteX10" fmla="*/ 16514221 w 16565293"/>
                  <a:gd name="connsiteY10" fmla="*/ 51027 h 628100"/>
                  <a:gd name="connsiteX11" fmla="*/ 16434497 w 16565293"/>
                  <a:gd name="connsiteY11" fmla="*/ 18693 h 628100"/>
                  <a:gd name="connsiteX12" fmla="*/ 129553 w 16565293"/>
                  <a:gd name="connsiteY12" fmla="*/ 0 h 628100"/>
                  <a:gd name="connsiteX13" fmla="*/ 16434495 w 16565293"/>
                  <a:gd name="connsiteY13" fmla="*/ 0 h 628100"/>
                  <a:gd name="connsiteX14" fmla="*/ 16526677 w 16565293"/>
                  <a:gd name="connsiteY14" fmla="*/ 38557 h 628100"/>
                  <a:gd name="connsiteX15" fmla="*/ 16565293 w 16565293"/>
                  <a:gd name="connsiteY15" fmla="*/ 130595 h 628100"/>
                  <a:gd name="connsiteX16" fmla="*/ 16565293 w 16565293"/>
                  <a:gd name="connsiteY16" fmla="*/ 498749 h 628100"/>
                  <a:gd name="connsiteX17" fmla="*/ 16526677 w 16565293"/>
                  <a:gd name="connsiteY17" fmla="*/ 590787 h 628100"/>
                  <a:gd name="connsiteX18" fmla="*/ 16434495 w 16565293"/>
                  <a:gd name="connsiteY18" fmla="*/ 628100 h 628100"/>
                  <a:gd name="connsiteX19" fmla="*/ 129553 w 16565293"/>
                  <a:gd name="connsiteY19" fmla="*/ 628100 h 628100"/>
                  <a:gd name="connsiteX20" fmla="*/ 37371 w 16565293"/>
                  <a:gd name="connsiteY20" fmla="*/ 590787 h 628100"/>
                  <a:gd name="connsiteX21" fmla="*/ 0 w 16565293"/>
                  <a:gd name="connsiteY21" fmla="*/ 498749 h 628100"/>
                  <a:gd name="connsiteX22" fmla="*/ 0 w 16565293"/>
                  <a:gd name="connsiteY22" fmla="*/ 130595 h 628100"/>
                  <a:gd name="connsiteX23" fmla="*/ 37371 w 16565293"/>
                  <a:gd name="connsiteY23" fmla="*/ 38557 h 628100"/>
                  <a:gd name="connsiteX24" fmla="*/ 129553 w 16565293"/>
                  <a:gd name="connsiteY24" fmla="*/ 0 h 62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6565293" h="628100">
                    <a:moveTo>
                      <a:pt x="129557" y="18693"/>
                    </a:moveTo>
                    <a:cubicBezTo>
                      <a:pt x="99660" y="18693"/>
                      <a:pt x="72255" y="29886"/>
                      <a:pt x="51078" y="51027"/>
                    </a:cubicBezTo>
                    <a:cubicBezTo>
                      <a:pt x="29901" y="72168"/>
                      <a:pt x="17444" y="100771"/>
                      <a:pt x="17444" y="130618"/>
                    </a:cubicBezTo>
                    <a:lnTo>
                      <a:pt x="17444" y="498727"/>
                    </a:lnTo>
                    <a:cubicBezTo>
                      <a:pt x="17444" y="527330"/>
                      <a:pt x="29901" y="555933"/>
                      <a:pt x="51078" y="577074"/>
                    </a:cubicBezTo>
                    <a:cubicBezTo>
                      <a:pt x="72255" y="598216"/>
                      <a:pt x="99660" y="610652"/>
                      <a:pt x="129557" y="610652"/>
                    </a:cubicBezTo>
                    <a:lnTo>
                      <a:pt x="16434497" y="610652"/>
                    </a:lnTo>
                    <a:cubicBezTo>
                      <a:pt x="16464393" y="610652"/>
                      <a:pt x="16493045" y="598216"/>
                      <a:pt x="16514221" y="577074"/>
                    </a:cubicBezTo>
                    <a:cubicBezTo>
                      <a:pt x="16534153" y="555933"/>
                      <a:pt x="16546609" y="527330"/>
                      <a:pt x="16546609" y="498727"/>
                    </a:cubicBezTo>
                    <a:lnTo>
                      <a:pt x="16546609" y="130618"/>
                    </a:lnTo>
                    <a:cubicBezTo>
                      <a:pt x="16546609" y="100771"/>
                      <a:pt x="16534153" y="72168"/>
                      <a:pt x="16514221" y="51027"/>
                    </a:cubicBezTo>
                    <a:cubicBezTo>
                      <a:pt x="16493045" y="29886"/>
                      <a:pt x="16464393" y="18693"/>
                      <a:pt x="16434497" y="18693"/>
                    </a:cubicBezTo>
                    <a:close/>
                    <a:moveTo>
                      <a:pt x="129553" y="0"/>
                    </a:moveTo>
                    <a:lnTo>
                      <a:pt x="16434495" y="0"/>
                    </a:lnTo>
                    <a:cubicBezTo>
                      <a:pt x="16469373" y="0"/>
                      <a:pt x="16503009" y="13681"/>
                      <a:pt x="16526677" y="38557"/>
                    </a:cubicBezTo>
                    <a:cubicBezTo>
                      <a:pt x="16551589" y="62188"/>
                      <a:pt x="16565293" y="95770"/>
                      <a:pt x="16565293" y="130595"/>
                    </a:cubicBezTo>
                    <a:lnTo>
                      <a:pt x="16565293" y="498749"/>
                    </a:lnTo>
                    <a:cubicBezTo>
                      <a:pt x="16565293" y="533574"/>
                      <a:pt x="16551589" y="565912"/>
                      <a:pt x="16526677" y="590787"/>
                    </a:cubicBezTo>
                    <a:cubicBezTo>
                      <a:pt x="16503009" y="614419"/>
                      <a:pt x="16469373" y="628100"/>
                      <a:pt x="16434495" y="628100"/>
                    </a:cubicBezTo>
                    <a:lnTo>
                      <a:pt x="129553" y="628100"/>
                    </a:lnTo>
                    <a:cubicBezTo>
                      <a:pt x="94673" y="628100"/>
                      <a:pt x="62285" y="614419"/>
                      <a:pt x="37371" y="590787"/>
                    </a:cubicBezTo>
                    <a:cubicBezTo>
                      <a:pt x="13703" y="565912"/>
                      <a:pt x="0" y="533574"/>
                      <a:pt x="0" y="498749"/>
                    </a:cubicBezTo>
                    <a:lnTo>
                      <a:pt x="0" y="130595"/>
                    </a:lnTo>
                    <a:cubicBezTo>
                      <a:pt x="0" y="95770"/>
                      <a:pt x="13703" y="62188"/>
                      <a:pt x="37371" y="38557"/>
                    </a:cubicBezTo>
                    <a:cubicBezTo>
                      <a:pt x="62285" y="13681"/>
                      <a:pt x="94673" y="0"/>
                      <a:pt x="1295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54D1259-3B0A-1B4B-A1C3-8C6DC6CAE55B}"/>
                </a:ext>
              </a:extLst>
            </p:cNvPr>
            <p:cNvGrpSpPr/>
            <p:nvPr/>
          </p:nvGrpSpPr>
          <p:grpSpPr>
            <a:xfrm>
              <a:off x="6853104" y="6333337"/>
              <a:ext cx="5445352" cy="6019288"/>
              <a:chOff x="6853104" y="6333337"/>
              <a:chExt cx="5445352" cy="6019288"/>
            </a:xfrm>
          </p:grpSpPr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6A868094-A111-7A4C-8C83-6B000100B5B2}"/>
                  </a:ext>
                </a:extLst>
              </p:cNvPr>
              <p:cNvSpPr/>
              <p:nvPr/>
            </p:nvSpPr>
            <p:spPr>
              <a:xfrm>
                <a:off x="12202533" y="6342061"/>
                <a:ext cx="87205" cy="60005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" h="4816">
                    <a:moveTo>
                      <a:pt x="71" y="0"/>
                    </a:moveTo>
                    <a:lnTo>
                      <a:pt x="0" y="0"/>
                    </a:lnTo>
                    <a:lnTo>
                      <a:pt x="0" y="4816"/>
                    </a:lnTo>
                    <a:lnTo>
                      <a:pt x="71" y="4816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213DFA39-7501-8642-82FD-B17AB77D658E}"/>
                  </a:ext>
                </a:extLst>
              </p:cNvPr>
              <p:cNvSpPr/>
              <p:nvPr/>
            </p:nvSpPr>
            <p:spPr>
              <a:xfrm>
                <a:off x="12192564" y="6333337"/>
                <a:ext cx="105892" cy="6019288"/>
              </a:xfrm>
              <a:custGeom>
                <a:avLst/>
                <a:gdLst>
                  <a:gd name="connsiteX0" fmla="*/ 17444 w 105892"/>
                  <a:gd name="connsiteY0" fmla="*/ 18694 h 6019288"/>
                  <a:gd name="connsiteX1" fmla="*/ 17444 w 105892"/>
                  <a:gd name="connsiteY1" fmla="*/ 6000595 h 6019288"/>
                  <a:gd name="connsiteX2" fmla="*/ 87208 w 105892"/>
                  <a:gd name="connsiteY2" fmla="*/ 6000595 h 6019288"/>
                  <a:gd name="connsiteX3" fmla="*/ 87208 w 105892"/>
                  <a:gd name="connsiteY3" fmla="*/ 18694 h 6019288"/>
                  <a:gd name="connsiteX4" fmla="*/ 0 w 105892"/>
                  <a:gd name="connsiteY4" fmla="*/ 0 h 6019288"/>
                  <a:gd name="connsiteX5" fmla="*/ 105892 w 105892"/>
                  <a:gd name="connsiteY5" fmla="*/ 0 h 6019288"/>
                  <a:gd name="connsiteX6" fmla="*/ 105892 w 105892"/>
                  <a:gd name="connsiteY6" fmla="*/ 6019288 h 6019288"/>
                  <a:gd name="connsiteX7" fmla="*/ 0 w 105892"/>
                  <a:gd name="connsiteY7" fmla="*/ 6019288 h 6019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5892" h="6019288">
                    <a:moveTo>
                      <a:pt x="17444" y="18694"/>
                    </a:moveTo>
                    <a:lnTo>
                      <a:pt x="17444" y="6000595"/>
                    </a:lnTo>
                    <a:lnTo>
                      <a:pt x="87208" y="6000595"/>
                    </a:lnTo>
                    <a:lnTo>
                      <a:pt x="87208" y="18694"/>
                    </a:lnTo>
                    <a:close/>
                    <a:moveTo>
                      <a:pt x="0" y="0"/>
                    </a:moveTo>
                    <a:lnTo>
                      <a:pt x="105892" y="0"/>
                    </a:lnTo>
                    <a:lnTo>
                      <a:pt x="105892" y="6019288"/>
                    </a:lnTo>
                    <a:lnTo>
                      <a:pt x="0" y="6019288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EDE0F5CF-2BCC-E941-A1FA-2A7B3052A1D5}"/>
                  </a:ext>
                </a:extLst>
              </p:cNvPr>
              <p:cNvSpPr/>
              <p:nvPr/>
            </p:nvSpPr>
            <p:spPr>
              <a:xfrm>
                <a:off x="6861824" y="6342061"/>
                <a:ext cx="4538419" cy="60005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44" h="4816">
                    <a:moveTo>
                      <a:pt x="0" y="4816"/>
                    </a:moveTo>
                    <a:lnTo>
                      <a:pt x="3644" y="4816"/>
                    </a:lnTo>
                    <a:lnTo>
                      <a:pt x="364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A669FCBF-128D-A041-97E2-9F7CE7CD67BA}"/>
                  </a:ext>
                </a:extLst>
              </p:cNvPr>
              <p:cNvSpPr/>
              <p:nvPr/>
            </p:nvSpPr>
            <p:spPr>
              <a:xfrm>
                <a:off x="6853104" y="6333337"/>
                <a:ext cx="4555860" cy="6019288"/>
              </a:xfrm>
              <a:custGeom>
                <a:avLst/>
                <a:gdLst>
                  <a:gd name="connsiteX0" fmla="*/ 18687 w 4555860"/>
                  <a:gd name="connsiteY0" fmla="*/ 18694 h 6019288"/>
                  <a:gd name="connsiteX1" fmla="*/ 18687 w 4555860"/>
                  <a:gd name="connsiteY1" fmla="*/ 6000595 h 6019288"/>
                  <a:gd name="connsiteX2" fmla="*/ 4537174 w 4555860"/>
                  <a:gd name="connsiteY2" fmla="*/ 6000595 h 6019288"/>
                  <a:gd name="connsiteX3" fmla="*/ 4537174 w 4555860"/>
                  <a:gd name="connsiteY3" fmla="*/ 18694 h 6019288"/>
                  <a:gd name="connsiteX4" fmla="*/ 0 w 4555860"/>
                  <a:gd name="connsiteY4" fmla="*/ 0 h 6019288"/>
                  <a:gd name="connsiteX5" fmla="*/ 4555860 w 4555860"/>
                  <a:gd name="connsiteY5" fmla="*/ 0 h 6019288"/>
                  <a:gd name="connsiteX6" fmla="*/ 4555860 w 4555860"/>
                  <a:gd name="connsiteY6" fmla="*/ 6019288 h 6019288"/>
                  <a:gd name="connsiteX7" fmla="*/ 0 w 4555860"/>
                  <a:gd name="connsiteY7" fmla="*/ 6019288 h 6019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55860" h="6019288">
                    <a:moveTo>
                      <a:pt x="18687" y="18694"/>
                    </a:moveTo>
                    <a:lnTo>
                      <a:pt x="18687" y="6000595"/>
                    </a:lnTo>
                    <a:lnTo>
                      <a:pt x="4537174" y="6000595"/>
                    </a:lnTo>
                    <a:lnTo>
                      <a:pt x="4537174" y="18694"/>
                    </a:lnTo>
                    <a:close/>
                    <a:moveTo>
                      <a:pt x="0" y="0"/>
                    </a:moveTo>
                    <a:lnTo>
                      <a:pt x="4555860" y="0"/>
                    </a:lnTo>
                    <a:lnTo>
                      <a:pt x="4555860" y="6019288"/>
                    </a:lnTo>
                    <a:lnTo>
                      <a:pt x="0" y="6019288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125DE079-C658-1C47-A7B0-199CBD348FE4}"/>
                  </a:ext>
                </a:extLst>
              </p:cNvPr>
              <p:cNvSpPr/>
              <p:nvPr/>
            </p:nvSpPr>
            <p:spPr>
              <a:xfrm>
                <a:off x="11401489" y="6342061"/>
                <a:ext cx="92189" cy="60005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" h="4816">
                    <a:moveTo>
                      <a:pt x="0" y="4816"/>
                    </a:moveTo>
                    <a:lnTo>
                      <a:pt x="75" y="4816"/>
                    </a:lnTo>
                    <a:lnTo>
                      <a:pt x="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B13FA759-5AA8-854C-8B0F-327D35EDD847}"/>
                  </a:ext>
                </a:extLst>
              </p:cNvPr>
              <p:cNvSpPr/>
              <p:nvPr/>
            </p:nvSpPr>
            <p:spPr>
              <a:xfrm>
                <a:off x="11391523" y="6333337"/>
                <a:ext cx="112121" cy="6019288"/>
              </a:xfrm>
              <a:custGeom>
                <a:avLst/>
                <a:gdLst>
                  <a:gd name="connsiteX0" fmla="*/ 18687 w 112121"/>
                  <a:gd name="connsiteY0" fmla="*/ 18694 h 6019288"/>
                  <a:gd name="connsiteX1" fmla="*/ 18687 w 112121"/>
                  <a:gd name="connsiteY1" fmla="*/ 6000595 h 6019288"/>
                  <a:gd name="connsiteX2" fmla="*/ 93435 w 112121"/>
                  <a:gd name="connsiteY2" fmla="*/ 6000595 h 6019288"/>
                  <a:gd name="connsiteX3" fmla="*/ 93435 w 112121"/>
                  <a:gd name="connsiteY3" fmla="*/ 18694 h 6019288"/>
                  <a:gd name="connsiteX4" fmla="*/ 0 w 112121"/>
                  <a:gd name="connsiteY4" fmla="*/ 0 h 6019288"/>
                  <a:gd name="connsiteX5" fmla="*/ 112121 w 112121"/>
                  <a:gd name="connsiteY5" fmla="*/ 0 h 6019288"/>
                  <a:gd name="connsiteX6" fmla="*/ 112121 w 112121"/>
                  <a:gd name="connsiteY6" fmla="*/ 6019288 h 6019288"/>
                  <a:gd name="connsiteX7" fmla="*/ 0 w 112121"/>
                  <a:gd name="connsiteY7" fmla="*/ 6019288 h 6019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121" h="6019288">
                    <a:moveTo>
                      <a:pt x="18687" y="18694"/>
                    </a:moveTo>
                    <a:lnTo>
                      <a:pt x="18687" y="6000595"/>
                    </a:lnTo>
                    <a:lnTo>
                      <a:pt x="93435" y="6000595"/>
                    </a:lnTo>
                    <a:lnTo>
                      <a:pt x="93435" y="18694"/>
                    </a:lnTo>
                    <a:close/>
                    <a:moveTo>
                      <a:pt x="0" y="0"/>
                    </a:moveTo>
                    <a:lnTo>
                      <a:pt x="112121" y="0"/>
                    </a:lnTo>
                    <a:lnTo>
                      <a:pt x="112121" y="6019288"/>
                    </a:lnTo>
                    <a:lnTo>
                      <a:pt x="0" y="6019288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AD1B6AC9-780D-1D4D-8F8A-E45B7F9BB3C6}"/>
                  </a:ext>
                </a:extLst>
              </p:cNvPr>
              <p:cNvSpPr/>
              <p:nvPr/>
            </p:nvSpPr>
            <p:spPr>
              <a:xfrm>
                <a:off x="11494920" y="6342061"/>
                <a:ext cx="706364" cy="60005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68" h="4816">
                    <a:moveTo>
                      <a:pt x="0" y="4816"/>
                    </a:moveTo>
                    <a:lnTo>
                      <a:pt x="568" y="4816"/>
                    </a:lnTo>
                    <a:lnTo>
                      <a:pt x="56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23B84740-C8C0-BD44-9D96-89DD51A154F3}"/>
                  </a:ext>
                </a:extLst>
              </p:cNvPr>
              <p:cNvSpPr/>
              <p:nvPr/>
            </p:nvSpPr>
            <p:spPr>
              <a:xfrm>
                <a:off x="11486200" y="6333337"/>
                <a:ext cx="723805" cy="6019288"/>
              </a:xfrm>
              <a:custGeom>
                <a:avLst/>
                <a:gdLst>
                  <a:gd name="connsiteX0" fmla="*/ 18687 w 723805"/>
                  <a:gd name="connsiteY0" fmla="*/ 18694 h 6019288"/>
                  <a:gd name="connsiteX1" fmla="*/ 18687 w 723805"/>
                  <a:gd name="connsiteY1" fmla="*/ 6000595 h 6019288"/>
                  <a:gd name="connsiteX2" fmla="*/ 705118 w 723805"/>
                  <a:gd name="connsiteY2" fmla="*/ 6000595 h 6019288"/>
                  <a:gd name="connsiteX3" fmla="*/ 705118 w 723805"/>
                  <a:gd name="connsiteY3" fmla="*/ 18694 h 6019288"/>
                  <a:gd name="connsiteX4" fmla="*/ 0 w 723805"/>
                  <a:gd name="connsiteY4" fmla="*/ 0 h 6019288"/>
                  <a:gd name="connsiteX5" fmla="*/ 723805 w 723805"/>
                  <a:gd name="connsiteY5" fmla="*/ 0 h 6019288"/>
                  <a:gd name="connsiteX6" fmla="*/ 723805 w 723805"/>
                  <a:gd name="connsiteY6" fmla="*/ 6019288 h 6019288"/>
                  <a:gd name="connsiteX7" fmla="*/ 0 w 723805"/>
                  <a:gd name="connsiteY7" fmla="*/ 6019288 h 6019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23805" h="6019288">
                    <a:moveTo>
                      <a:pt x="18687" y="18694"/>
                    </a:moveTo>
                    <a:lnTo>
                      <a:pt x="18687" y="6000595"/>
                    </a:lnTo>
                    <a:lnTo>
                      <a:pt x="705118" y="6000595"/>
                    </a:lnTo>
                    <a:lnTo>
                      <a:pt x="705118" y="18694"/>
                    </a:lnTo>
                    <a:close/>
                    <a:moveTo>
                      <a:pt x="0" y="0"/>
                    </a:moveTo>
                    <a:lnTo>
                      <a:pt x="723805" y="0"/>
                    </a:lnTo>
                    <a:lnTo>
                      <a:pt x="723805" y="6019288"/>
                    </a:lnTo>
                    <a:lnTo>
                      <a:pt x="0" y="6019288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3" name="Freeform 102">
                <a:extLst>
                  <a:ext uri="{FF2B5EF4-FFF2-40B4-BE49-F238E27FC236}">
                    <a16:creationId xmlns:a16="http://schemas.microsoft.com/office/drawing/2014/main" id="{66BE97DB-EDC4-FB49-A1AA-DAE09D05A7CF}"/>
                  </a:ext>
                </a:extLst>
              </p:cNvPr>
              <p:cNvSpPr/>
              <p:nvPr/>
            </p:nvSpPr>
            <p:spPr>
              <a:xfrm>
                <a:off x="11720412" y="6349538"/>
                <a:ext cx="17441" cy="19565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1571">
                    <a:moveTo>
                      <a:pt x="15" y="1571"/>
                    </a:moveTo>
                    <a:lnTo>
                      <a:pt x="0" y="1571"/>
                    </a:lnTo>
                    <a:lnTo>
                      <a:pt x="0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AD46AABD-71C6-D845-A3F6-74A4709D130A}"/>
                  </a:ext>
                </a:extLst>
              </p:cNvPr>
              <p:cNvSpPr/>
              <p:nvPr/>
            </p:nvSpPr>
            <p:spPr>
              <a:xfrm>
                <a:off x="11720412" y="9230821"/>
                <a:ext cx="17441" cy="11153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896">
                    <a:moveTo>
                      <a:pt x="15" y="896"/>
                    </a:moveTo>
                    <a:lnTo>
                      <a:pt x="0" y="896"/>
                    </a:lnTo>
                    <a:lnTo>
                      <a:pt x="0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D9BE67B6-6417-BA46-A209-566DD4D9FC8C}"/>
                  </a:ext>
                </a:extLst>
              </p:cNvPr>
              <p:cNvSpPr/>
              <p:nvPr/>
            </p:nvSpPr>
            <p:spPr>
              <a:xfrm>
                <a:off x="11977045" y="9767945"/>
                <a:ext cx="17441" cy="25734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2066">
                    <a:moveTo>
                      <a:pt x="15" y="2066"/>
                    </a:moveTo>
                    <a:lnTo>
                      <a:pt x="0" y="2066"/>
                    </a:lnTo>
                    <a:lnTo>
                      <a:pt x="0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A8ACC425-3F99-C148-B187-1DB3B5A85588}"/>
                  </a:ext>
                </a:extLst>
              </p:cNvPr>
              <p:cNvSpPr/>
              <p:nvPr/>
            </p:nvSpPr>
            <p:spPr>
              <a:xfrm>
                <a:off x="11977045" y="6886663"/>
                <a:ext cx="17441" cy="7477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601">
                    <a:moveTo>
                      <a:pt x="15" y="601"/>
                    </a:moveTo>
                    <a:lnTo>
                      <a:pt x="0" y="601"/>
                    </a:lnTo>
                    <a:lnTo>
                      <a:pt x="0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93FB4F12-9AAA-614D-9CC5-601486565C26}"/>
                  </a:ext>
                </a:extLst>
              </p:cNvPr>
              <p:cNvSpPr/>
              <p:nvPr/>
            </p:nvSpPr>
            <p:spPr>
              <a:xfrm>
                <a:off x="8253374" y="9668244"/>
                <a:ext cx="1862459" cy="8175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96" h="657">
                    <a:moveTo>
                      <a:pt x="1393" y="657"/>
                    </a:moveTo>
                    <a:lnTo>
                      <a:pt x="104" y="657"/>
                    </a:lnTo>
                    <a:cubicBezTo>
                      <a:pt x="75" y="657"/>
                      <a:pt x="49" y="646"/>
                      <a:pt x="31" y="627"/>
                    </a:cubicBezTo>
                    <a:cubicBezTo>
                      <a:pt x="12" y="608"/>
                      <a:pt x="0" y="583"/>
                      <a:pt x="0" y="554"/>
                    </a:cubicBezTo>
                    <a:lnTo>
                      <a:pt x="0" y="0"/>
                    </a:lnTo>
                    <a:lnTo>
                      <a:pt x="1496" y="0"/>
                    </a:lnTo>
                    <a:lnTo>
                      <a:pt x="1496" y="554"/>
                    </a:lnTo>
                    <a:cubicBezTo>
                      <a:pt x="1496" y="582"/>
                      <a:pt x="1485" y="608"/>
                      <a:pt x="1467" y="626"/>
                    </a:cubicBezTo>
                    <a:cubicBezTo>
                      <a:pt x="1448" y="645"/>
                      <a:pt x="1422" y="657"/>
                      <a:pt x="1393" y="65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C2258F3C-2814-FF4A-BF42-F68B87A0D207}"/>
                  </a:ext>
                </a:extLst>
              </p:cNvPr>
              <p:cNvSpPr/>
              <p:nvPr/>
            </p:nvSpPr>
            <p:spPr>
              <a:xfrm>
                <a:off x="8244653" y="9659524"/>
                <a:ext cx="1879900" cy="836220"/>
              </a:xfrm>
              <a:custGeom>
                <a:avLst/>
                <a:gdLst>
                  <a:gd name="connsiteX0" fmla="*/ 18687 w 1879900"/>
                  <a:gd name="connsiteY0" fmla="*/ 17447 h 836220"/>
                  <a:gd name="connsiteX1" fmla="*/ 18687 w 1879900"/>
                  <a:gd name="connsiteY1" fmla="*/ 698073 h 836220"/>
                  <a:gd name="connsiteX2" fmla="*/ 53546 w 1879900"/>
                  <a:gd name="connsiteY2" fmla="*/ 782684 h 836220"/>
                  <a:gd name="connsiteX3" fmla="*/ 138203 w 1879900"/>
                  <a:gd name="connsiteY3" fmla="*/ 816280 h 836220"/>
                  <a:gd name="connsiteX4" fmla="*/ 1742944 w 1879900"/>
                  <a:gd name="connsiteY4" fmla="*/ 816280 h 836220"/>
                  <a:gd name="connsiteX5" fmla="*/ 1827600 w 1879900"/>
                  <a:gd name="connsiteY5" fmla="*/ 781440 h 836220"/>
                  <a:gd name="connsiteX6" fmla="*/ 1862459 w 1879900"/>
                  <a:gd name="connsiteY6" fmla="*/ 698073 h 836220"/>
                  <a:gd name="connsiteX7" fmla="*/ 1862459 w 1879900"/>
                  <a:gd name="connsiteY7" fmla="*/ 17447 h 836220"/>
                  <a:gd name="connsiteX8" fmla="*/ 0 w 1879900"/>
                  <a:gd name="connsiteY8" fmla="*/ 0 h 836220"/>
                  <a:gd name="connsiteX9" fmla="*/ 1879900 w 1879900"/>
                  <a:gd name="connsiteY9" fmla="*/ 0 h 836220"/>
                  <a:gd name="connsiteX10" fmla="*/ 1879900 w 1879900"/>
                  <a:gd name="connsiteY10" fmla="*/ 698094 h 836220"/>
                  <a:gd name="connsiteX11" fmla="*/ 1841306 w 1879900"/>
                  <a:gd name="connsiteY11" fmla="*/ 795156 h 836220"/>
                  <a:gd name="connsiteX12" fmla="*/ 1742954 w 1879900"/>
                  <a:gd name="connsiteY12" fmla="*/ 836220 h 836220"/>
                  <a:gd name="connsiteX13" fmla="*/ 138192 w 1879900"/>
                  <a:gd name="connsiteY13" fmla="*/ 836220 h 836220"/>
                  <a:gd name="connsiteX14" fmla="*/ 39839 w 1879900"/>
                  <a:gd name="connsiteY14" fmla="*/ 795156 h 836220"/>
                  <a:gd name="connsiteX15" fmla="*/ 0 w 1879900"/>
                  <a:gd name="connsiteY15" fmla="*/ 698094 h 836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879900" h="836220">
                    <a:moveTo>
                      <a:pt x="18687" y="17447"/>
                    </a:moveTo>
                    <a:lnTo>
                      <a:pt x="18687" y="698073"/>
                    </a:lnTo>
                    <a:cubicBezTo>
                      <a:pt x="18687" y="730424"/>
                      <a:pt x="31137" y="760287"/>
                      <a:pt x="53546" y="782684"/>
                    </a:cubicBezTo>
                    <a:cubicBezTo>
                      <a:pt x="75955" y="803837"/>
                      <a:pt x="105834" y="816280"/>
                      <a:pt x="138203" y="816280"/>
                    </a:cubicBezTo>
                    <a:lnTo>
                      <a:pt x="1742944" y="816280"/>
                    </a:lnTo>
                    <a:cubicBezTo>
                      <a:pt x="1775313" y="816280"/>
                      <a:pt x="1805191" y="803837"/>
                      <a:pt x="1827600" y="781440"/>
                    </a:cubicBezTo>
                    <a:cubicBezTo>
                      <a:pt x="1850009" y="759043"/>
                      <a:pt x="1862459" y="729180"/>
                      <a:pt x="1862459" y="698073"/>
                    </a:cubicBezTo>
                    <a:lnTo>
                      <a:pt x="1862459" y="17447"/>
                    </a:lnTo>
                    <a:close/>
                    <a:moveTo>
                      <a:pt x="0" y="0"/>
                    </a:moveTo>
                    <a:lnTo>
                      <a:pt x="1879900" y="0"/>
                    </a:lnTo>
                    <a:lnTo>
                      <a:pt x="1879900" y="698094"/>
                    </a:lnTo>
                    <a:cubicBezTo>
                      <a:pt x="1879900" y="734181"/>
                      <a:pt x="1866205" y="769024"/>
                      <a:pt x="1841306" y="795156"/>
                    </a:cubicBezTo>
                    <a:cubicBezTo>
                      <a:pt x="1815162" y="820043"/>
                      <a:pt x="1780303" y="836220"/>
                      <a:pt x="1742954" y="836220"/>
                    </a:cubicBezTo>
                    <a:lnTo>
                      <a:pt x="138192" y="836220"/>
                    </a:lnTo>
                    <a:cubicBezTo>
                      <a:pt x="99598" y="836220"/>
                      <a:pt x="65983" y="821288"/>
                      <a:pt x="39839" y="795156"/>
                    </a:cubicBezTo>
                    <a:cubicBezTo>
                      <a:pt x="13695" y="769024"/>
                      <a:pt x="0" y="734181"/>
                      <a:pt x="0" y="69809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655CDB62-68C8-A840-A6B4-DE123400A0E0}"/>
                  </a:ext>
                </a:extLst>
              </p:cNvPr>
              <p:cNvSpPr/>
              <p:nvPr/>
            </p:nvSpPr>
            <p:spPr>
              <a:xfrm>
                <a:off x="7548256" y="8671264"/>
                <a:ext cx="3273941" cy="143191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29" h="1150">
                    <a:moveTo>
                      <a:pt x="1228" y="1133"/>
                    </a:moveTo>
                    <a:lnTo>
                      <a:pt x="632" y="881"/>
                    </a:lnTo>
                    <a:lnTo>
                      <a:pt x="36" y="630"/>
                    </a:lnTo>
                    <a:cubicBezTo>
                      <a:pt x="11" y="620"/>
                      <a:pt x="0" y="598"/>
                      <a:pt x="0" y="575"/>
                    </a:cubicBezTo>
                    <a:cubicBezTo>
                      <a:pt x="0" y="553"/>
                      <a:pt x="11" y="530"/>
                      <a:pt x="36" y="520"/>
                    </a:cubicBezTo>
                    <a:lnTo>
                      <a:pt x="632" y="269"/>
                    </a:lnTo>
                    <a:lnTo>
                      <a:pt x="1228" y="18"/>
                    </a:lnTo>
                    <a:cubicBezTo>
                      <a:pt x="1255" y="6"/>
                      <a:pt x="1285" y="0"/>
                      <a:pt x="1314" y="0"/>
                    </a:cubicBezTo>
                    <a:cubicBezTo>
                      <a:pt x="1343" y="0"/>
                      <a:pt x="1373" y="6"/>
                      <a:pt x="1400" y="18"/>
                    </a:cubicBezTo>
                    <a:lnTo>
                      <a:pt x="1997" y="269"/>
                    </a:lnTo>
                    <a:lnTo>
                      <a:pt x="2592" y="520"/>
                    </a:lnTo>
                    <a:cubicBezTo>
                      <a:pt x="2617" y="530"/>
                      <a:pt x="2629" y="553"/>
                      <a:pt x="2629" y="575"/>
                    </a:cubicBezTo>
                    <a:cubicBezTo>
                      <a:pt x="2629" y="598"/>
                      <a:pt x="2617" y="620"/>
                      <a:pt x="2592" y="630"/>
                    </a:cubicBezTo>
                    <a:lnTo>
                      <a:pt x="1997" y="881"/>
                    </a:lnTo>
                    <a:lnTo>
                      <a:pt x="1400" y="1133"/>
                    </a:lnTo>
                    <a:cubicBezTo>
                      <a:pt x="1373" y="1144"/>
                      <a:pt x="1343" y="1150"/>
                      <a:pt x="1314" y="1150"/>
                    </a:cubicBezTo>
                    <a:cubicBezTo>
                      <a:pt x="1285" y="1150"/>
                      <a:pt x="1255" y="1144"/>
                      <a:pt x="1228" y="113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DE62DE7D-80E8-0141-A694-7134B5FA0F51}"/>
                  </a:ext>
                </a:extLst>
              </p:cNvPr>
              <p:cNvSpPr/>
              <p:nvPr/>
            </p:nvSpPr>
            <p:spPr>
              <a:xfrm>
                <a:off x="7538289" y="8662540"/>
                <a:ext cx="3292628" cy="1450611"/>
              </a:xfrm>
              <a:custGeom>
                <a:avLst/>
                <a:gdLst>
                  <a:gd name="connsiteX0" fmla="*/ 1646311 w 3292628"/>
                  <a:gd name="connsiteY0" fmla="*/ 17447 h 1450611"/>
                  <a:gd name="connsiteX1" fmla="*/ 1542950 w 3292628"/>
                  <a:gd name="connsiteY1" fmla="*/ 38614 h 1450611"/>
                  <a:gd name="connsiteX2" fmla="*/ 58534 w 3292628"/>
                  <a:gd name="connsiteY2" fmla="*/ 664916 h 1450611"/>
                  <a:gd name="connsiteX3" fmla="*/ 18684 w 3292628"/>
                  <a:gd name="connsiteY3" fmla="*/ 724682 h 1450611"/>
                  <a:gd name="connsiteX4" fmla="*/ 58534 w 3292628"/>
                  <a:gd name="connsiteY4" fmla="*/ 784448 h 1450611"/>
                  <a:gd name="connsiteX5" fmla="*/ 1542950 w 3292628"/>
                  <a:gd name="connsiteY5" fmla="*/ 1410750 h 1450611"/>
                  <a:gd name="connsiteX6" fmla="*/ 1646311 w 3292628"/>
                  <a:gd name="connsiteY6" fmla="*/ 1431917 h 1450611"/>
                  <a:gd name="connsiteX7" fmla="*/ 1749673 w 3292628"/>
                  <a:gd name="connsiteY7" fmla="*/ 1410750 h 1450611"/>
                  <a:gd name="connsiteX8" fmla="*/ 3234089 w 3292628"/>
                  <a:gd name="connsiteY8" fmla="*/ 784448 h 1450611"/>
                  <a:gd name="connsiteX9" fmla="*/ 3275184 w 3292628"/>
                  <a:gd name="connsiteY9" fmla="*/ 724682 h 1450611"/>
                  <a:gd name="connsiteX10" fmla="*/ 3234089 w 3292628"/>
                  <a:gd name="connsiteY10" fmla="*/ 664916 h 1450611"/>
                  <a:gd name="connsiteX11" fmla="*/ 1749673 w 3292628"/>
                  <a:gd name="connsiteY11" fmla="*/ 38614 h 1450611"/>
                  <a:gd name="connsiteX12" fmla="*/ 1646311 w 3292628"/>
                  <a:gd name="connsiteY12" fmla="*/ 17447 h 1450611"/>
                  <a:gd name="connsiteX13" fmla="*/ 1646314 w 3292628"/>
                  <a:gd name="connsiteY13" fmla="*/ 0 h 1450611"/>
                  <a:gd name="connsiteX14" fmla="*/ 1757147 w 3292628"/>
                  <a:gd name="connsiteY14" fmla="*/ 22413 h 1450611"/>
                  <a:gd name="connsiteX15" fmla="*/ 3241570 w 3292628"/>
                  <a:gd name="connsiteY15" fmla="*/ 647483 h 1450611"/>
                  <a:gd name="connsiteX16" fmla="*/ 3292628 w 3292628"/>
                  <a:gd name="connsiteY16" fmla="*/ 724683 h 1450611"/>
                  <a:gd name="connsiteX17" fmla="*/ 3241570 w 3292628"/>
                  <a:gd name="connsiteY17" fmla="*/ 801883 h 1450611"/>
                  <a:gd name="connsiteX18" fmla="*/ 1757147 w 3292628"/>
                  <a:gd name="connsiteY18" fmla="*/ 1426953 h 1450611"/>
                  <a:gd name="connsiteX19" fmla="*/ 1646314 w 3292628"/>
                  <a:gd name="connsiteY19" fmla="*/ 1450611 h 1450611"/>
                  <a:gd name="connsiteX20" fmla="*/ 1535481 w 3292628"/>
                  <a:gd name="connsiteY20" fmla="*/ 1426953 h 1450611"/>
                  <a:gd name="connsiteX21" fmla="*/ 52304 w 3292628"/>
                  <a:gd name="connsiteY21" fmla="*/ 801883 h 1450611"/>
                  <a:gd name="connsiteX22" fmla="*/ 0 w 3292628"/>
                  <a:gd name="connsiteY22" fmla="*/ 724683 h 1450611"/>
                  <a:gd name="connsiteX23" fmla="*/ 52304 w 3292628"/>
                  <a:gd name="connsiteY23" fmla="*/ 647483 h 1450611"/>
                  <a:gd name="connsiteX24" fmla="*/ 1535481 w 3292628"/>
                  <a:gd name="connsiteY24" fmla="*/ 22413 h 1450611"/>
                  <a:gd name="connsiteX25" fmla="*/ 1646314 w 3292628"/>
                  <a:gd name="connsiteY25" fmla="*/ 0 h 1450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292628" h="1450611">
                    <a:moveTo>
                      <a:pt x="1646311" y="17447"/>
                    </a:moveTo>
                    <a:cubicBezTo>
                      <a:pt x="1610197" y="17447"/>
                      <a:pt x="1575328" y="24918"/>
                      <a:pt x="1542950" y="38614"/>
                    </a:cubicBezTo>
                    <a:lnTo>
                      <a:pt x="58534" y="664916"/>
                    </a:lnTo>
                    <a:cubicBezTo>
                      <a:pt x="33628" y="674877"/>
                      <a:pt x="18684" y="697289"/>
                      <a:pt x="18684" y="724682"/>
                    </a:cubicBezTo>
                    <a:cubicBezTo>
                      <a:pt x="18684" y="750830"/>
                      <a:pt x="33628" y="774487"/>
                      <a:pt x="58534" y="784448"/>
                    </a:cubicBezTo>
                    <a:lnTo>
                      <a:pt x="1542950" y="1410750"/>
                    </a:lnTo>
                    <a:cubicBezTo>
                      <a:pt x="1575328" y="1424446"/>
                      <a:pt x="1610197" y="1431917"/>
                      <a:pt x="1646311" y="1431917"/>
                    </a:cubicBezTo>
                    <a:cubicBezTo>
                      <a:pt x="1682425" y="1431917"/>
                      <a:pt x="1717294" y="1424446"/>
                      <a:pt x="1749673" y="1410750"/>
                    </a:cubicBezTo>
                    <a:lnTo>
                      <a:pt x="3234089" y="784448"/>
                    </a:lnTo>
                    <a:cubicBezTo>
                      <a:pt x="3258995" y="774487"/>
                      <a:pt x="3275184" y="750830"/>
                      <a:pt x="3275184" y="724682"/>
                    </a:cubicBezTo>
                    <a:cubicBezTo>
                      <a:pt x="3275184" y="697289"/>
                      <a:pt x="3258995" y="674877"/>
                      <a:pt x="3234089" y="664916"/>
                    </a:cubicBezTo>
                    <a:lnTo>
                      <a:pt x="1749673" y="38614"/>
                    </a:lnTo>
                    <a:cubicBezTo>
                      <a:pt x="1717294" y="24918"/>
                      <a:pt x="1682425" y="17447"/>
                      <a:pt x="1646311" y="17447"/>
                    </a:cubicBezTo>
                    <a:close/>
                    <a:moveTo>
                      <a:pt x="1646314" y="0"/>
                    </a:moveTo>
                    <a:cubicBezTo>
                      <a:pt x="1684919" y="0"/>
                      <a:pt x="1722279" y="7471"/>
                      <a:pt x="1757147" y="22413"/>
                    </a:cubicBezTo>
                    <a:lnTo>
                      <a:pt x="3241570" y="647483"/>
                    </a:lnTo>
                    <a:cubicBezTo>
                      <a:pt x="3272703" y="661180"/>
                      <a:pt x="3292628" y="691064"/>
                      <a:pt x="3292628" y="724683"/>
                    </a:cubicBezTo>
                    <a:cubicBezTo>
                      <a:pt x="3292628" y="758302"/>
                      <a:pt x="3272703" y="788186"/>
                      <a:pt x="3241570" y="801883"/>
                    </a:cubicBezTo>
                    <a:lnTo>
                      <a:pt x="1757147" y="1426953"/>
                    </a:lnTo>
                    <a:cubicBezTo>
                      <a:pt x="1722279" y="1441895"/>
                      <a:pt x="1684919" y="1450611"/>
                      <a:pt x="1646314" y="1450611"/>
                    </a:cubicBezTo>
                    <a:cubicBezTo>
                      <a:pt x="1607709" y="1450611"/>
                      <a:pt x="1570349" y="1441895"/>
                      <a:pt x="1535481" y="1426953"/>
                    </a:cubicBezTo>
                    <a:lnTo>
                      <a:pt x="52304" y="801883"/>
                    </a:lnTo>
                    <a:cubicBezTo>
                      <a:pt x="19925" y="788186"/>
                      <a:pt x="0" y="758302"/>
                      <a:pt x="0" y="724683"/>
                    </a:cubicBezTo>
                    <a:cubicBezTo>
                      <a:pt x="0" y="691064"/>
                      <a:pt x="19925" y="661180"/>
                      <a:pt x="52304" y="647483"/>
                    </a:cubicBezTo>
                    <a:lnTo>
                      <a:pt x="1535481" y="22413"/>
                    </a:lnTo>
                    <a:cubicBezTo>
                      <a:pt x="1570349" y="7471"/>
                      <a:pt x="1607709" y="0"/>
                      <a:pt x="16463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7A307ACE-E3AA-AC41-844D-44565F7D9E4C}"/>
                  </a:ext>
                </a:extLst>
              </p:cNvPr>
              <p:cNvSpPr/>
              <p:nvPr/>
            </p:nvSpPr>
            <p:spPr>
              <a:xfrm>
                <a:off x="12202533" y="6342061"/>
                <a:ext cx="87205" cy="60005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" h="4816">
                    <a:moveTo>
                      <a:pt x="71" y="0"/>
                    </a:moveTo>
                    <a:lnTo>
                      <a:pt x="0" y="0"/>
                    </a:lnTo>
                    <a:lnTo>
                      <a:pt x="0" y="4816"/>
                    </a:lnTo>
                    <a:lnTo>
                      <a:pt x="71" y="4816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95D7D49E-938D-EE49-9190-C78C86615C96}"/>
                  </a:ext>
                </a:extLst>
              </p:cNvPr>
              <p:cNvSpPr/>
              <p:nvPr/>
            </p:nvSpPr>
            <p:spPr>
              <a:xfrm>
                <a:off x="12192564" y="6333337"/>
                <a:ext cx="105892" cy="6019288"/>
              </a:xfrm>
              <a:custGeom>
                <a:avLst/>
                <a:gdLst>
                  <a:gd name="connsiteX0" fmla="*/ 17444 w 105892"/>
                  <a:gd name="connsiteY0" fmla="*/ 18694 h 6019288"/>
                  <a:gd name="connsiteX1" fmla="*/ 17444 w 105892"/>
                  <a:gd name="connsiteY1" fmla="*/ 6000595 h 6019288"/>
                  <a:gd name="connsiteX2" fmla="*/ 87208 w 105892"/>
                  <a:gd name="connsiteY2" fmla="*/ 6000595 h 6019288"/>
                  <a:gd name="connsiteX3" fmla="*/ 87208 w 105892"/>
                  <a:gd name="connsiteY3" fmla="*/ 18694 h 6019288"/>
                  <a:gd name="connsiteX4" fmla="*/ 0 w 105892"/>
                  <a:gd name="connsiteY4" fmla="*/ 0 h 6019288"/>
                  <a:gd name="connsiteX5" fmla="*/ 105892 w 105892"/>
                  <a:gd name="connsiteY5" fmla="*/ 0 h 6019288"/>
                  <a:gd name="connsiteX6" fmla="*/ 105892 w 105892"/>
                  <a:gd name="connsiteY6" fmla="*/ 6019288 h 6019288"/>
                  <a:gd name="connsiteX7" fmla="*/ 0 w 105892"/>
                  <a:gd name="connsiteY7" fmla="*/ 6019288 h 6019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5892" h="6019288">
                    <a:moveTo>
                      <a:pt x="17444" y="18694"/>
                    </a:moveTo>
                    <a:lnTo>
                      <a:pt x="17444" y="6000595"/>
                    </a:lnTo>
                    <a:lnTo>
                      <a:pt x="87208" y="6000595"/>
                    </a:lnTo>
                    <a:lnTo>
                      <a:pt x="87208" y="18694"/>
                    </a:lnTo>
                    <a:close/>
                    <a:moveTo>
                      <a:pt x="0" y="0"/>
                    </a:moveTo>
                    <a:lnTo>
                      <a:pt x="105892" y="0"/>
                    </a:lnTo>
                    <a:lnTo>
                      <a:pt x="105892" y="6019288"/>
                    </a:lnTo>
                    <a:lnTo>
                      <a:pt x="0" y="6019288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7D8E937A-8404-F74D-84F6-3C4149CE8FD2}"/>
                  </a:ext>
                </a:extLst>
              </p:cNvPr>
              <p:cNvSpPr/>
              <p:nvPr/>
            </p:nvSpPr>
            <p:spPr>
              <a:xfrm>
                <a:off x="11401489" y="6342061"/>
                <a:ext cx="92189" cy="60005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" h="4816">
                    <a:moveTo>
                      <a:pt x="0" y="4816"/>
                    </a:moveTo>
                    <a:lnTo>
                      <a:pt x="75" y="4816"/>
                    </a:lnTo>
                    <a:lnTo>
                      <a:pt x="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122897F8-397F-854B-9389-E2D10B6127F8}"/>
                  </a:ext>
                </a:extLst>
              </p:cNvPr>
              <p:cNvSpPr/>
              <p:nvPr/>
            </p:nvSpPr>
            <p:spPr>
              <a:xfrm>
                <a:off x="11391523" y="6333337"/>
                <a:ext cx="112121" cy="6019288"/>
              </a:xfrm>
              <a:custGeom>
                <a:avLst/>
                <a:gdLst>
                  <a:gd name="connsiteX0" fmla="*/ 18687 w 112121"/>
                  <a:gd name="connsiteY0" fmla="*/ 18694 h 6019288"/>
                  <a:gd name="connsiteX1" fmla="*/ 18687 w 112121"/>
                  <a:gd name="connsiteY1" fmla="*/ 6000595 h 6019288"/>
                  <a:gd name="connsiteX2" fmla="*/ 93435 w 112121"/>
                  <a:gd name="connsiteY2" fmla="*/ 6000595 h 6019288"/>
                  <a:gd name="connsiteX3" fmla="*/ 93435 w 112121"/>
                  <a:gd name="connsiteY3" fmla="*/ 18694 h 6019288"/>
                  <a:gd name="connsiteX4" fmla="*/ 0 w 112121"/>
                  <a:gd name="connsiteY4" fmla="*/ 0 h 6019288"/>
                  <a:gd name="connsiteX5" fmla="*/ 112121 w 112121"/>
                  <a:gd name="connsiteY5" fmla="*/ 0 h 6019288"/>
                  <a:gd name="connsiteX6" fmla="*/ 112121 w 112121"/>
                  <a:gd name="connsiteY6" fmla="*/ 6019288 h 6019288"/>
                  <a:gd name="connsiteX7" fmla="*/ 0 w 112121"/>
                  <a:gd name="connsiteY7" fmla="*/ 6019288 h 60192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121" h="6019288">
                    <a:moveTo>
                      <a:pt x="18687" y="18694"/>
                    </a:moveTo>
                    <a:lnTo>
                      <a:pt x="18687" y="6000595"/>
                    </a:lnTo>
                    <a:lnTo>
                      <a:pt x="93435" y="6000595"/>
                    </a:lnTo>
                    <a:lnTo>
                      <a:pt x="93435" y="18694"/>
                    </a:lnTo>
                    <a:close/>
                    <a:moveTo>
                      <a:pt x="0" y="0"/>
                    </a:moveTo>
                    <a:lnTo>
                      <a:pt x="112121" y="0"/>
                    </a:lnTo>
                    <a:lnTo>
                      <a:pt x="112121" y="6019288"/>
                    </a:lnTo>
                    <a:lnTo>
                      <a:pt x="0" y="6019288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C9BFD7FC-5DBE-F548-B7A6-BD6E30543B15}"/>
                  </a:ext>
                </a:extLst>
              </p:cNvPr>
              <p:cNvSpPr/>
              <p:nvPr/>
            </p:nvSpPr>
            <p:spPr>
              <a:xfrm>
                <a:off x="7548256" y="8671264"/>
                <a:ext cx="3273941" cy="181451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29" h="1457">
                    <a:moveTo>
                      <a:pt x="2592" y="520"/>
                    </a:moveTo>
                    <a:lnTo>
                      <a:pt x="1997" y="269"/>
                    </a:lnTo>
                    <a:lnTo>
                      <a:pt x="1400" y="18"/>
                    </a:lnTo>
                    <a:cubicBezTo>
                      <a:pt x="1373" y="6"/>
                      <a:pt x="1343" y="0"/>
                      <a:pt x="1314" y="0"/>
                    </a:cubicBezTo>
                    <a:cubicBezTo>
                      <a:pt x="1285" y="0"/>
                      <a:pt x="1255" y="6"/>
                      <a:pt x="1228" y="18"/>
                    </a:cubicBezTo>
                    <a:lnTo>
                      <a:pt x="632" y="269"/>
                    </a:lnTo>
                    <a:lnTo>
                      <a:pt x="36" y="520"/>
                    </a:lnTo>
                    <a:cubicBezTo>
                      <a:pt x="11" y="530"/>
                      <a:pt x="0" y="553"/>
                      <a:pt x="0" y="575"/>
                    </a:cubicBezTo>
                    <a:cubicBezTo>
                      <a:pt x="0" y="598"/>
                      <a:pt x="11" y="620"/>
                      <a:pt x="36" y="630"/>
                    </a:cubicBezTo>
                    <a:lnTo>
                      <a:pt x="566" y="854"/>
                    </a:lnTo>
                    <a:lnTo>
                      <a:pt x="566" y="1354"/>
                    </a:lnTo>
                    <a:cubicBezTo>
                      <a:pt x="566" y="1383"/>
                      <a:pt x="578" y="1408"/>
                      <a:pt x="597" y="1427"/>
                    </a:cubicBezTo>
                    <a:cubicBezTo>
                      <a:pt x="615" y="1446"/>
                      <a:pt x="641" y="1457"/>
                      <a:pt x="670" y="1457"/>
                    </a:cubicBezTo>
                    <a:lnTo>
                      <a:pt x="1959" y="1457"/>
                    </a:lnTo>
                    <a:cubicBezTo>
                      <a:pt x="1988" y="1457"/>
                      <a:pt x="2014" y="1445"/>
                      <a:pt x="2033" y="1426"/>
                    </a:cubicBezTo>
                    <a:cubicBezTo>
                      <a:pt x="2051" y="1408"/>
                      <a:pt x="2062" y="1382"/>
                      <a:pt x="2062" y="1354"/>
                    </a:cubicBezTo>
                    <a:lnTo>
                      <a:pt x="2062" y="854"/>
                    </a:lnTo>
                    <a:lnTo>
                      <a:pt x="2592" y="630"/>
                    </a:lnTo>
                    <a:cubicBezTo>
                      <a:pt x="2617" y="620"/>
                      <a:pt x="2629" y="598"/>
                      <a:pt x="2629" y="575"/>
                    </a:cubicBezTo>
                    <a:cubicBezTo>
                      <a:pt x="2629" y="553"/>
                      <a:pt x="2617" y="530"/>
                      <a:pt x="2592" y="52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47C7BA07-AF6D-B740-81BE-9FAE4A695B4D}"/>
                  </a:ext>
                </a:extLst>
              </p:cNvPr>
              <p:cNvSpPr/>
              <p:nvPr/>
            </p:nvSpPr>
            <p:spPr>
              <a:xfrm>
                <a:off x="7547010" y="6342061"/>
                <a:ext cx="404882" cy="55544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6" h="4458">
                    <a:moveTo>
                      <a:pt x="0" y="0"/>
                    </a:moveTo>
                    <a:lnTo>
                      <a:pt x="0" y="2198"/>
                    </a:lnTo>
                    <a:lnTo>
                      <a:pt x="0" y="4396"/>
                    </a:lnTo>
                    <a:cubicBezTo>
                      <a:pt x="0" y="4420"/>
                      <a:pt x="14" y="4439"/>
                      <a:pt x="33" y="4448"/>
                    </a:cubicBezTo>
                    <a:cubicBezTo>
                      <a:pt x="52" y="4456"/>
                      <a:pt x="75" y="4455"/>
                      <a:pt x="94" y="4439"/>
                    </a:cubicBezTo>
                    <a:lnTo>
                      <a:pt x="126" y="4412"/>
                    </a:lnTo>
                    <a:lnTo>
                      <a:pt x="157" y="4385"/>
                    </a:lnTo>
                    <a:lnTo>
                      <a:pt x="196" y="4415"/>
                    </a:lnTo>
                    <a:lnTo>
                      <a:pt x="234" y="4446"/>
                    </a:lnTo>
                    <a:cubicBezTo>
                      <a:pt x="253" y="4461"/>
                      <a:pt x="276" y="4462"/>
                      <a:pt x="294" y="4453"/>
                    </a:cubicBezTo>
                    <a:cubicBezTo>
                      <a:pt x="313" y="4444"/>
                      <a:pt x="326" y="4426"/>
                      <a:pt x="326" y="4402"/>
                    </a:cubicBezTo>
                    <a:lnTo>
                      <a:pt x="326" y="2201"/>
                    </a:lnTo>
                    <a:lnTo>
                      <a:pt x="326" y="0"/>
                    </a:lnTo>
                    <a:lnTo>
                      <a:pt x="163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F04F2E02-1ECF-FF4C-8738-B88789583990}"/>
                  </a:ext>
                </a:extLst>
              </p:cNvPr>
              <p:cNvSpPr/>
              <p:nvPr/>
            </p:nvSpPr>
            <p:spPr>
              <a:xfrm>
                <a:off x="7538289" y="6333337"/>
                <a:ext cx="423569" cy="5573138"/>
              </a:xfrm>
              <a:custGeom>
                <a:avLst/>
                <a:gdLst>
                  <a:gd name="connsiteX0" fmla="*/ 18684 w 423569"/>
                  <a:gd name="connsiteY0" fmla="*/ 18694 h 5573138"/>
                  <a:gd name="connsiteX1" fmla="*/ 18684 w 423569"/>
                  <a:gd name="connsiteY1" fmla="*/ 5485917 h 5573138"/>
                  <a:gd name="connsiteX2" fmla="*/ 53454 w 423569"/>
                  <a:gd name="connsiteY2" fmla="*/ 5541985 h 5573138"/>
                  <a:gd name="connsiteX3" fmla="*/ 119269 w 423569"/>
                  <a:gd name="connsiteY3" fmla="*/ 5533263 h 5573138"/>
                  <a:gd name="connsiteX4" fmla="*/ 203710 w 423569"/>
                  <a:gd name="connsiteY4" fmla="*/ 5459752 h 5573138"/>
                  <a:gd name="connsiteX5" fmla="*/ 305536 w 423569"/>
                  <a:gd name="connsiteY5" fmla="*/ 5540739 h 5573138"/>
                  <a:gd name="connsiteX6" fmla="*/ 370109 w 423569"/>
                  <a:gd name="connsiteY6" fmla="*/ 5548214 h 5573138"/>
                  <a:gd name="connsiteX7" fmla="*/ 404879 w 423569"/>
                  <a:gd name="connsiteY7" fmla="*/ 5493393 h 5573138"/>
                  <a:gd name="connsiteX8" fmla="*/ 404879 w 423569"/>
                  <a:gd name="connsiteY8" fmla="*/ 18694 h 5573138"/>
                  <a:gd name="connsiteX9" fmla="*/ 0 w 423569"/>
                  <a:gd name="connsiteY9" fmla="*/ 0 h 5573138"/>
                  <a:gd name="connsiteX10" fmla="*/ 423569 w 423569"/>
                  <a:gd name="connsiteY10" fmla="*/ 0 h 5573138"/>
                  <a:gd name="connsiteX11" fmla="*/ 423569 w 423569"/>
                  <a:gd name="connsiteY11" fmla="*/ 5493397 h 5573138"/>
                  <a:gd name="connsiteX12" fmla="*/ 377610 w 423569"/>
                  <a:gd name="connsiteY12" fmla="*/ 5565663 h 5573138"/>
                  <a:gd name="connsiteX13" fmla="*/ 342830 w 423569"/>
                  <a:gd name="connsiteY13" fmla="*/ 5573138 h 5573138"/>
                  <a:gd name="connsiteX14" fmla="*/ 294387 w 423569"/>
                  <a:gd name="connsiteY14" fmla="*/ 5555695 h 5573138"/>
                  <a:gd name="connsiteX15" fmla="*/ 203711 w 423569"/>
                  <a:gd name="connsiteY15" fmla="*/ 5483429 h 5573138"/>
                  <a:gd name="connsiteX16" fmla="*/ 131667 w 423569"/>
                  <a:gd name="connsiteY16" fmla="*/ 5546973 h 5573138"/>
                  <a:gd name="connsiteX17" fmla="*/ 45959 w 423569"/>
                  <a:gd name="connsiteY17" fmla="*/ 5558187 h 5573138"/>
                  <a:gd name="connsiteX18" fmla="*/ 0 w 423569"/>
                  <a:gd name="connsiteY18" fmla="*/ 5485921 h 55731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3569" h="5573138">
                    <a:moveTo>
                      <a:pt x="18684" y="18694"/>
                    </a:moveTo>
                    <a:lnTo>
                      <a:pt x="18684" y="5485917"/>
                    </a:lnTo>
                    <a:cubicBezTo>
                      <a:pt x="18684" y="5510835"/>
                      <a:pt x="32344" y="5532017"/>
                      <a:pt x="53454" y="5541985"/>
                    </a:cubicBezTo>
                    <a:cubicBezTo>
                      <a:pt x="75806" y="5551952"/>
                      <a:pt x="100642" y="5548214"/>
                      <a:pt x="119269" y="5533263"/>
                    </a:cubicBezTo>
                    <a:lnTo>
                      <a:pt x="203710" y="5459752"/>
                    </a:lnTo>
                    <a:lnTo>
                      <a:pt x="305536" y="5540739"/>
                    </a:lnTo>
                    <a:cubicBezTo>
                      <a:pt x="324163" y="5555690"/>
                      <a:pt x="347757" y="5558182"/>
                      <a:pt x="370109" y="5548214"/>
                    </a:cubicBezTo>
                    <a:cubicBezTo>
                      <a:pt x="391220" y="5538247"/>
                      <a:pt x="404879" y="5518311"/>
                      <a:pt x="404879" y="5493393"/>
                    </a:cubicBezTo>
                    <a:lnTo>
                      <a:pt x="404879" y="18694"/>
                    </a:lnTo>
                    <a:close/>
                    <a:moveTo>
                      <a:pt x="0" y="0"/>
                    </a:moveTo>
                    <a:lnTo>
                      <a:pt x="423569" y="0"/>
                    </a:lnTo>
                    <a:lnTo>
                      <a:pt x="423569" y="5493397"/>
                    </a:lnTo>
                    <a:cubicBezTo>
                      <a:pt x="423569" y="5524546"/>
                      <a:pt x="406179" y="5551957"/>
                      <a:pt x="377610" y="5565663"/>
                    </a:cubicBezTo>
                    <a:cubicBezTo>
                      <a:pt x="366431" y="5570646"/>
                      <a:pt x="355252" y="5573138"/>
                      <a:pt x="342830" y="5573138"/>
                    </a:cubicBezTo>
                    <a:cubicBezTo>
                      <a:pt x="325440" y="5573138"/>
                      <a:pt x="308050" y="5566908"/>
                      <a:pt x="294387" y="5555695"/>
                    </a:cubicBezTo>
                    <a:lnTo>
                      <a:pt x="203711" y="5483429"/>
                    </a:lnTo>
                    <a:lnTo>
                      <a:pt x="131667" y="5546973"/>
                    </a:lnTo>
                    <a:cubicBezTo>
                      <a:pt x="106824" y="5566908"/>
                      <a:pt x="74529" y="5571892"/>
                      <a:pt x="45959" y="5558187"/>
                    </a:cubicBezTo>
                    <a:cubicBezTo>
                      <a:pt x="17390" y="5545727"/>
                      <a:pt x="0" y="5518316"/>
                      <a:pt x="0" y="54859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84D029A-EC6D-C64D-A196-57C8789B7D2F}"/>
                </a:ext>
              </a:extLst>
            </p:cNvPr>
            <p:cNvGrpSpPr/>
            <p:nvPr/>
          </p:nvGrpSpPr>
          <p:grpSpPr>
            <a:xfrm>
              <a:off x="4710342" y="7792672"/>
              <a:ext cx="1783974" cy="1230028"/>
              <a:chOff x="4710342" y="7792672"/>
              <a:chExt cx="1783974" cy="1230028"/>
            </a:xfrm>
          </p:grpSpPr>
          <p:sp>
            <p:nvSpPr>
              <p:cNvPr id="123" name="Freeform 122">
                <a:extLst>
                  <a:ext uri="{FF2B5EF4-FFF2-40B4-BE49-F238E27FC236}">
                    <a16:creationId xmlns:a16="http://schemas.microsoft.com/office/drawing/2014/main" id="{9EFF6D0B-AACC-9344-ACD2-3532566CEF5E}"/>
                  </a:ext>
                </a:extLst>
              </p:cNvPr>
              <p:cNvSpPr/>
              <p:nvPr/>
            </p:nvSpPr>
            <p:spPr>
              <a:xfrm>
                <a:off x="4719063" y="7801392"/>
                <a:ext cx="1765283" cy="12125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18" h="974">
                    <a:moveTo>
                      <a:pt x="1285" y="974"/>
                    </a:moveTo>
                    <a:lnTo>
                      <a:pt x="709" y="974"/>
                    </a:lnTo>
                    <a:lnTo>
                      <a:pt x="133" y="974"/>
                    </a:lnTo>
                    <a:cubicBezTo>
                      <a:pt x="96" y="974"/>
                      <a:pt x="63" y="959"/>
                      <a:pt x="39" y="935"/>
                    </a:cubicBezTo>
                    <a:cubicBezTo>
                      <a:pt x="15" y="911"/>
                      <a:pt x="0" y="878"/>
                      <a:pt x="0" y="842"/>
                    </a:cubicBezTo>
                    <a:lnTo>
                      <a:pt x="0" y="487"/>
                    </a:lnTo>
                    <a:lnTo>
                      <a:pt x="0" y="132"/>
                    </a:lnTo>
                    <a:cubicBezTo>
                      <a:pt x="0" y="96"/>
                      <a:pt x="15" y="63"/>
                      <a:pt x="39" y="39"/>
                    </a:cubicBezTo>
                    <a:cubicBezTo>
                      <a:pt x="63" y="15"/>
                      <a:pt x="96" y="0"/>
                      <a:pt x="133" y="0"/>
                    </a:cubicBezTo>
                    <a:lnTo>
                      <a:pt x="709" y="0"/>
                    </a:lnTo>
                    <a:lnTo>
                      <a:pt x="1285" y="0"/>
                    </a:lnTo>
                    <a:cubicBezTo>
                      <a:pt x="1322" y="0"/>
                      <a:pt x="1355" y="15"/>
                      <a:pt x="1379" y="39"/>
                    </a:cubicBezTo>
                    <a:cubicBezTo>
                      <a:pt x="1404" y="63"/>
                      <a:pt x="1418" y="96"/>
                      <a:pt x="1418" y="132"/>
                    </a:cubicBezTo>
                    <a:lnTo>
                      <a:pt x="1418" y="487"/>
                    </a:lnTo>
                    <a:lnTo>
                      <a:pt x="1418" y="842"/>
                    </a:lnTo>
                    <a:cubicBezTo>
                      <a:pt x="1418" y="878"/>
                      <a:pt x="1404" y="911"/>
                      <a:pt x="1379" y="935"/>
                    </a:cubicBezTo>
                    <a:cubicBezTo>
                      <a:pt x="1355" y="959"/>
                      <a:pt x="1322" y="974"/>
                      <a:pt x="1285" y="974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A046CFD2-BF71-0046-953A-8ACC2F58FB9E}"/>
                  </a:ext>
                </a:extLst>
              </p:cNvPr>
              <p:cNvSpPr/>
              <p:nvPr/>
            </p:nvSpPr>
            <p:spPr>
              <a:xfrm>
                <a:off x="4710342" y="7792672"/>
                <a:ext cx="1783974" cy="1230028"/>
              </a:xfrm>
              <a:custGeom>
                <a:avLst/>
                <a:gdLst>
                  <a:gd name="connsiteX0" fmla="*/ 174299 w 1783974"/>
                  <a:gd name="connsiteY0" fmla="*/ 17444 h 1230028"/>
                  <a:gd name="connsiteX1" fmla="*/ 63503 w 1783974"/>
                  <a:gd name="connsiteY1" fmla="*/ 63507 h 1230028"/>
                  <a:gd name="connsiteX2" fmla="*/ 17441 w 1783974"/>
                  <a:gd name="connsiteY2" fmla="*/ 173061 h 1230028"/>
                  <a:gd name="connsiteX3" fmla="*/ 17441 w 1783974"/>
                  <a:gd name="connsiteY3" fmla="*/ 1056961 h 1230028"/>
                  <a:gd name="connsiteX4" fmla="*/ 63503 w 1783974"/>
                  <a:gd name="connsiteY4" fmla="*/ 1166514 h 1230028"/>
                  <a:gd name="connsiteX5" fmla="*/ 174299 w 1783974"/>
                  <a:gd name="connsiteY5" fmla="*/ 1211332 h 1230028"/>
                  <a:gd name="connsiteX6" fmla="*/ 1608426 w 1783974"/>
                  <a:gd name="connsiteY6" fmla="*/ 1211332 h 1230028"/>
                  <a:gd name="connsiteX7" fmla="*/ 1719222 w 1783974"/>
                  <a:gd name="connsiteY7" fmla="*/ 1166514 h 1230028"/>
                  <a:gd name="connsiteX8" fmla="*/ 1765283 w 1783974"/>
                  <a:gd name="connsiteY8" fmla="*/ 1056961 h 1230028"/>
                  <a:gd name="connsiteX9" fmla="*/ 1765283 w 1783974"/>
                  <a:gd name="connsiteY9" fmla="*/ 173061 h 1230028"/>
                  <a:gd name="connsiteX10" fmla="*/ 1719222 w 1783974"/>
                  <a:gd name="connsiteY10" fmla="*/ 63507 h 1230028"/>
                  <a:gd name="connsiteX11" fmla="*/ 1608426 w 1783974"/>
                  <a:gd name="connsiteY11" fmla="*/ 17444 h 1230028"/>
                  <a:gd name="connsiteX12" fmla="*/ 174289 w 1783974"/>
                  <a:gd name="connsiteY12" fmla="*/ 0 h 1230028"/>
                  <a:gd name="connsiteX13" fmla="*/ 1608440 w 1783974"/>
                  <a:gd name="connsiteY13" fmla="*/ 0 h 1230028"/>
                  <a:gd name="connsiteX14" fmla="*/ 1732932 w 1783974"/>
                  <a:gd name="connsiteY14" fmla="*/ 51044 h 1230028"/>
                  <a:gd name="connsiteX15" fmla="*/ 1783974 w 1783974"/>
                  <a:gd name="connsiteY15" fmla="*/ 173051 h 1230028"/>
                  <a:gd name="connsiteX16" fmla="*/ 1783974 w 1783974"/>
                  <a:gd name="connsiteY16" fmla="*/ 1056978 h 1230028"/>
                  <a:gd name="connsiteX17" fmla="*/ 1732932 w 1783974"/>
                  <a:gd name="connsiteY17" fmla="*/ 1178984 h 1230028"/>
                  <a:gd name="connsiteX18" fmla="*/ 1608440 w 1783974"/>
                  <a:gd name="connsiteY18" fmla="*/ 1230028 h 1230028"/>
                  <a:gd name="connsiteX19" fmla="*/ 174289 w 1783974"/>
                  <a:gd name="connsiteY19" fmla="*/ 1230028 h 1230028"/>
                  <a:gd name="connsiteX20" fmla="*/ 51042 w 1783974"/>
                  <a:gd name="connsiteY20" fmla="*/ 1178984 h 1230028"/>
                  <a:gd name="connsiteX21" fmla="*/ 0 w 1783974"/>
                  <a:gd name="connsiteY21" fmla="*/ 1056978 h 1230028"/>
                  <a:gd name="connsiteX22" fmla="*/ 0 w 1783974"/>
                  <a:gd name="connsiteY22" fmla="*/ 173051 h 1230028"/>
                  <a:gd name="connsiteX23" fmla="*/ 51042 w 1783974"/>
                  <a:gd name="connsiteY23" fmla="*/ 51044 h 1230028"/>
                  <a:gd name="connsiteX24" fmla="*/ 174289 w 1783974"/>
                  <a:gd name="connsiteY24" fmla="*/ 0 h 1230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3974" h="1230028">
                    <a:moveTo>
                      <a:pt x="174299" y="17444"/>
                    </a:moveTo>
                    <a:cubicBezTo>
                      <a:pt x="131972" y="17444"/>
                      <a:pt x="93380" y="33628"/>
                      <a:pt x="63503" y="63507"/>
                    </a:cubicBezTo>
                    <a:cubicBezTo>
                      <a:pt x="33625" y="92140"/>
                      <a:pt x="17441" y="131978"/>
                      <a:pt x="17441" y="173061"/>
                    </a:cubicBezTo>
                    <a:lnTo>
                      <a:pt x="17441" y="1056961"/>
                    </a:lnTo>
                    <a:cubicBezTo>
                      <a:pt x="17441" y="1098043"/>
                      <a:pt x="33625" y="1137881"/>
                      <a:pt x="63503" y="1166514"/>
                    </a:cubicBezTo>
                    <a:cubicBezTo>
                      <a:pt x="93380" y="1196393"/>
                      <a:pt x="131972" y="1211332"/>
                      <a:pt x="174299" y="1211332"/>
                    </a:cubicBezTo>
                    <a:lnTo>
                      <a:pt x="1608426" y="1211332"/>
                    </a:lnTo>
                    <a:cubicBezTo>
                      <a:pt x="1650752" y="1211332"/>
                      <a:pt x="1689344" y="1196393"/>
                      <a:pt x="1719222" y="1166514"/>
                    </a:cubicBezTo>
                    <a:cubicBezTo>
                      <a:pt x="1749099" y="1137881"/>
                      <a:pt x="1765283" y="1098043"/>
                      <a:pt x="1765283" y="1056961"/>
                    </a:cubicBezTo>
                    <a:lnTo>
                      <a:pt x="1765283" y="173061"/>
                    </a:lnTo>
                    <a:cubicBezTo>
                      <a:pt x="1765283" y="131978"/>
                      <a:pt x="1749099" y="92140"/>
                      <a:pt x="1719222" y="63507"/>
                    </a:cubicBezTo>
                    <a:cubicBezTo>
                      <a:pt x="1689344" y="33628"/>
                      <a:pt x="1650752" y="17444"/>
                      <a:pt x="1608426" y="17444"/>
                    </a:cubicBezTo>
                    <a:close/>
                    <a:moveTo>
                      <a:pt x="174289" y="0"/>
                    </a:moveTo>
                    <a:lnTo>
                      <a:pt x="1608440" y="0"/>
                    </a:lnTo>
                    <a:cubicBezTo>
                      <a:pt x="1655747" y="0"/>
                      <a:pt x="1699319" y="17430"/>
                      <a:pt x="1732932" y="51044"/>
                    </a:cubicBezTo>
                    <a:cubicBezTo>
                      <a:pt x="1765300" y="83413"/>
                      <a:pt x="1783974" y="126987"/>
                      <a:pt x="1783974" y="173051"/>
                    </a:cubicBezTo>
                    <a:lnTo>
                      <a:pt x="1783974" y="1056978"/>
                    </a:lnTo>
                    <a:cubicBezTo>
                      <a:pt x="1783974" y="1103041"/>
                      <a:pt x="1765300" y="1146615"/>
                      <a:pt x="1732932" y="1178984"/>
                    </a:cubicBezTo>
                    <a:cubicBezTo>
                      <a:pt x="1699319" y="1212598"/>
                      <a:pt x="1655747" y="1230028"/>
                      <a:pt x="1608440" y="1230028"/>
                    </a:cubicBezTo>
                    <a:lnTo>
                      <a:pt x="174289" y="1230028"/>
                    </a:lnTo>
                    <a:cubicBezTo>
                      <a:pt x="126982" y="1230028"/>
                      <a:pt x="83410" y="1212598"/>
                      <a:pt x="51042" y="1178984"/>
                    </a:cubicBezTo>
                    <a:cubicBezTo>
                      <a:pt x="17429" y="1146615"/>
                      <a:pt x="0" y="1103041"/>
                      <a:pt x="0" y="1056978"/>
                    </a:cubicBezTo>
                    <a:lnTo>
                      <a:pt x="0" y="173051"/>
                    </a:lnTo>
                    <a:cubicBezTo>
                      <a:pt x="0" y="126987"/>
                      <a:pt x="17429" y="83413"/>
                      <a:pt x="51042" y="51044"/>
                    </a:cubicBezTo>
                    <a:cubicBezTo>
                      <a:pt x="83410" y="17430"/>
                      <a:pt x="126982" y="0"/>
                      <a:pt x="174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D1651D03-4246-D744-8E50-4AB7C038B701}"/>
                  </a:ext>
                </a:extLst>
              </p:cNvPr>
              <p:cNvSpPr/>
              <p:nvPr/>
            </p:nvSpPr>
            <p:spPr>
              <a:xfrm>
                <a:off x="4994382" y="8059365"/>
                <a:ext cx="1214647" cy="6966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76" h="560">
                    <a:moveTo>
                      <a:pt x="904" y="560"/>
                    </a:moveTo>
                    <a:lnTo>
                      <a:pt x="488" y="560"/>
                    </a:lnTo>
                    <a:lnTo>
                      <a:pt x="73" y="560"/>
                    </a:lnTo>
                    <a:cubicBezTo>
                      <a:pt x="52" y="560"/>
                      <a:pt x="35" y="552"/>
                      <a:pt x="21" y="539"/>
                    </a:cubicBezTo>
                    <a:cubicBezTo>
                      <a:pt x="8" y="526"/>
                      <a:pt x="0" y="508"/>
                      <a:pt x="0" y="488"/>
                    </a:cubicBezTo>
                    <a:lnTo>
                      <a:pt x="0" y="280"/>
                    </a:lnTo>
                    <a:lnTo>
                      <a:pt x="0" y="72"/>
                    </a:lnTo>
                    <a:cubicBezTo>
                      <a:pt x="0" y="52"/>
                      <a:pt x="8" y="34"/>
                      <a:pt x="21" y="21"/>
                    </a:cubicBezTo>
                    <a:cubicBezTo>
                      <a:pt x="35" y="8"/>
                      <a:pt x="52" y="0"/>
                      <a:pt x="73" y="0"/>
                    </a:cubicBezTo>
                    <a:lnTo>
                      <a:pt x="488" y="0"/>
                    </a:lnTo>
                    <a:lnTo>
                      <a:pt x="904" y="0"/>
                    </a:lnTo>
                    <a:cubicBezTo>
                      <a:pt x="924" y="0"/>
                      <a:pt x="942" y="8"/>
                      <a:pt x="955" y="21"/>
                    </a:cubicBezTo>
                    <a:cubicBezTo>
                      <a:pt x="968" y="34"/>
                      <a:pt x="976" y="52"/>
                      <a:pt x="976" y="72"/>
                    </a:cubicBezTo>
                    <a:lnTo>
                      <a:pt x="976" y="280"/>
                    </a:lnTo>
                    <a:lnTo>
                      <a:pt x="976" y="488"/>
                    </a:lnTo>
                    <a:cubicBezTo>
                      <a:pt x="976" y="508"/>
                      <a:pt x="968" y="526"/>
                      <a:pt x="955" y="539"/>
                    </a:cubicBezTo>
                    <a:cubicBezTo>
                      <a:pt x="942" y="552"/>
                      <a:pt x="924" y="560"/>
                      <a:pt x="904" y="56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B10D0826-8AA0-F240-A972-3C5924933E26}"/>
                  </a:ext>
                </a:extLst>
              </p:cNvPr>
              <p:cNvSpPr/>
              <p:nvPr/>
            </p:nvSpPr>
            <p:spPr>
              <a:xfrm>
                <a:off x="4985662" y="8050641"/>
                <a:ext cx="1232088" cy="714089"/>
              </a:xfrm>
              <a:custGeom>
                <a:avLst/>
                <a:gdLst>
                  <a:gd name="connsiteX0" fmla="*/ 99579 w 1232088"/>
                  <a:gd name="connsiteY0" fmla="*/ 17448 h 714089"/>
                  <a:gd name="connsiteX1" fmla="*/ 42333 w 1232088"/>
                  <a:gd name="connsiteY1" fmla="*/ 41083 h 714089"/>
                  <a:gd name="connsiteX2" fmla="*/ 18687 w 1232088"/>
                  <a:gd name="connsiteY2" fmla="*/ 98305 h 714089"/>
                  <a:gd name="connsiteX3" fmla="*/ 18687 w 1232088"/>
                  <a:gd name="connsiteY3" fmla="*/ 615786 h 714089"/>
                  <a:gd name="connsiteX4" fmla="*/ 42333 w 1232088"/>
                  <a:gd name="connsiteY4" fmla="*/ 673008 h 714089"/>
                  <a:gd name="connsiteX5" fmla="*/ 99579 w 1232088"/>
                  <a:gd name="connsiteY5" fmla="*/ 696643 h 714089"/>
                  <a:gd name="connsiteX6" fmla="*/ 1133755 w 1232088"/>
                  <a:gd name="connsiteY6" fmla="*/ 696643 h 714089"/>
                  <a:gd name="connsiteX7" fmla="*/ 1189757 w 1232088"/>
                  <a:gd name="connsiteY7" fmla="*/ 673008 h 714089"/>
                  <a:gd name="connsiteX8" fmla="*/ 1214647 w 1232088"/>
                  <a:gd name="connsiteY8" fmla="*/ 615786 h 714089"/>
                  <a:gd name="connsiteX9" fmla="*/ 1214647 w 1232088"/>
                  <a:gd name="connsiteY9" fmla="*/ 98305 h 714089"/>
                  <a:gd name="connsiteX10" fmla="*/ 1189757 w 1232088"/>
                  <a:gd name="connsiteY10" fmla="*/ 41083 h 714089"/>
                  <a:gd name="connsiteX11" fmla="*/ 1133755 w 1232088"/>
                  <a:gd name="connsiteY11" fmla="*/ 17448 h 714089"/>
                  <a:gd name="connsiteX12" fmla="*/ 99563 w 1232088"/>
                  <a:gd name="connsiteY12" fmla="*/ 0 h 714089"/>
                  <a:gd name="connsiteX13" fmla="*/ 1133770 w 1232088"/>
                  <a:gd name="connsiteY13" fmla="*/ 0 h 714089"/>
                  <a:gd name="connsiteX14" fmla="*/ 1203464 w 1232088"/>
                  <a:gd name="connsiteY14" fmla="*/ 28614 h 714089"/>
                  <a:gd name="connsiteX15" fmla="*/ 1232088 w 1232088"/>
                  <a:gd name="connsiteY15" fmla="*/ 98281 h 714089"/>
                  <a:gd name="connsiteX16" fmla="*/ 1232088 w 1232088"/>
                  <a:gd name="connsiteY16" fmla="*/ 615808 h 714089"/>
                  <a:gd name="connsiteX17" fmla="*/ 1203464 w 1232088"/>
                  <a:gd name="connsiteY17" fmla="*/ 685476 h 714089"/>
                  <a:gd name="connsiteX18" fmla="*/ 1133770 w 1232088"/>
                  <a:gd name="connsiteY18" fmla="*/ 714089 h 714089"/>
                  <a:gd name="connsiteX19" fmla="*/ 99563 w 1232088"/>
                  <a:gd name="connsiteY19" fmla="*/ 714089 h 714089"/>
                  <a:gd name="connsiteX20" fmla="*/ 28625 w 1232088"/>
                  <a:gd name="connsiteY20" fmla="*/ 685476 h 714089"/>
                  <a:gd name="connsiteX21" fmla="*/ 0 w 1232088"/>
                  <a:gd name="connsiteY21" fmla="*/ 615808 h 714089"/>
                  <a:gd name="connsiteX22" fmla="*/ 0 w 1232088"/>
                  <a:gd name="connsiteY22" fmla="*/ 98281 h 714089"/>
                  <a:gd name="connsiteX23" fmla="*/ 28625 w 1232088"/>
                  <a:gd name="connsiteY23" fmla="*/ 28614 h 714089"/>
                  <a:gd name="connsiteX24" fmla="*/ 99563 w 1232088"/>
                  <a:gd name="connsiteY24" fmla="*/ 0 h 714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232088" h="714089">
                    <a:moveTo>
                      <a:pt x="99579" y="17448"/>
                    </a:moveTo>
                    <a:cubicBezTo>
                      <a:pt x="77179" y="17448"/>
                      <a:pt x="57267" y="26156"/>
                      <a:pt x="42333" y="41083"/>
                    </a:cubicBezTo>
                    <a:cubicBezTo>
                      <a:pt x="26154" y="56011"/>
                      <a:pt x="18687" y="77158"/>
                      <a:pt x="18687" y="98305"/>
                    </a:cubicBezTo>
                    <a:lnTo>
                      <a:pt x="18687" y="615786"/>
                    </a:lnTo>
                    <a:cubicBezTo>
                      <a:pt x="18687" y="636934"/>
                      <a:pt x="26154" y="658081"/>
                      <a:pt x="42333" y="673008"/>
                    </a:cubicBezTo>
                    <a:cubicBezTo>
                      <a:pt x="57267" y="687935"/>
                      <a:pt x="77179" y="696643"/>
                      <a:pt x="99579" y="696643"/>
                    </a:cubicBezTo>
                    <a:lnTo>
                      <a:pt x="1133755" y="696643"/>
                    </a:lnTo>
                    <a:cubicBezTo>
                      <a:pt x="1154911" y="696643"/>
                      <a:pt x="1174823" y="687935"/>
                      <a:pt x="1189757" y="673008"/>
                    </a:cubicBezTo>
                    <a:cubicBezTo>
                      <a:pt x="1205936" y="658081"/>
                      <a:pt x="1214647" y="636934"/>
                      <a:pt x="1214647" y="615786"/>
                    </a:cubicBezTo>
                    <a:lnTo>
                      <a:pt x="1214647" y="98305"/>
                    </a:lnTo>
                    <a:cubicBezTo>
                      <a:pt x="1214647" y="77158"/>
                      <a:pt x="1205936" y="56011"/>
                      <a:pt x="1189757" y="41083"/>
                    </a:cubicBezTo>
                    <a:cubicBezTo>
                      <a:pt x="1174823" y="26156"/>
                      <a:pt x="1154911" y="17448"/>
                      <a:pt x="1133755" y="17448"/>
                    </a:cubicBezTo>
                    <a:close/>
                    <a:moveTo>
                      <a:pt x="99563" y="0"/>
                    </a:moveTo>
                    <a:lnTo>
                      <a:pt x="1133770" y="0"/>
                    </a:lnTo>
                    <a:cubicBezTo>
                      <a:pt x="1159905" y="0"/>
                      <a:pt x="1184796" y="8709"/>
                      <a:pt x="1203464" y="28614"/>
                    </a:cubicBezTo>
                    <a:cubicBezTo>
                      <a:pt x="1222132" y="47274"/>
                      <a:pt x="1232088" y="72156"/>
                      <a:pt x="1232088" y="98281"/>
                    </a:cubicBezTo>
                    <a:lnTo>
                      <a:pt x="1232088" y="615808"/>
                    </a:lnTo>
                    <a:cubicBezTo>
                      <a:pt x="1232088" y="641934"/>
                      <a:pt x="1222132" y="666815"/>
                      <a:pt x="1203464" y="685476"/>
                    </a:cubicBezTo>
                    <a:cubicBezTo>
                      <a:pt x="1184796" y="704137"/>
                      <a:pt x="1159905" y="714089"/>
                      <a:pt x="1133770" y="714089"/>
                    </a:cubicBezTo>
                    <a:lnTo>
                      <a:pt x="99563" y="714089"/>
                    </a:lnTo>
                    <a:cubicBezTo>
                      <a:pt x="72183" y="714089"/>
                      <a:pt x="47293" y="704137"/>
                      <a:pt x="28625" y="685476"/>
                    </a:cubicBezTo>
                    <a:cubicBezTo>
                      <a:pt x="9957" y="666815"/>
                      <a:pt x="0" y="641934"/>
                      <a:pt x="0" y="615808"/>
                    </a:cubicBezTo>
                    <a:lnTo>
                      <a:pt x="0" y="98281"/>
                    </a:lnTo>
                    <a:cubicBezTo>
                      <a:pt x="0" y="72156"/>
                      <a:pt x="9957" y="47274"/>
                      <a:pt x="28625" y="28614"/>
                    </a:cubicBezTo>
                    <a:cubicBezTo>
                      <a:pt x="47293" y="8709"/>
                      <a:pt x="72183" y="0"/>
                      <a:pt x="995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EE8C8A3D-CC81-C643-A548-33EAA1A1CB4B}"/>
                  </a:ext>
                </a:extLst>
              </p:cNvPr>
              <p:cNvSpPr/>
              <p:nvPr/>
            </p:nvSpPr>
            <p:spPr>
              <a:xfrm>
                <a:off x="5024281" y="8066842"/>
                <a:ext cx="1156095" cy="3726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29" h="300">
                    <a:moveTo>
                      <a:pt x="467" y="300"/>
                    </a:moveTo>
                    <a:cubicBezTo>
                      <a:pt x="152" y="300"/>
                      <a:pt x="1" y="10"/>
                      <a:pt x="0" y="7"/>
                    </a:cubicBezTo>
                    <a:lnTo>
                      <a:pt x="13" y="0"/>
                    </a:lnTo>
                    <a:cubicBezTo>
                      <a:pt x="14" y="3"/>
                      <a:pt x="161" y="285"/>
                      <a:pt x="467" y="285"/>
                    </a:cubicBezTo>
                    <a:lnTo>
                      <a:pt x="468" y="285"/>
                    </a:lnTo>
                    <a:cubicBezTo>
                      <a:pt x="771" y="284"/>
                      <a:pt x="914" y="3"/>
                      <a:pt x="915" y="0"/>
                    </a:cubicBezTo>
                    <a:lnTo>
                      <a:pt x="929" y="7"/>
                    </a:lnTo>
                    <a:cubicBezTo>
                      <a:pt x="927" y="10"/>
                      <a:pt x="780" y="299"/>
                      <a:pt x="468" y="3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51BAD8C3-5798-1E48-AE13-28664EE21FEC}"/>
                  </a:ext>
                </a:extLst>
              </p:cNvPr>
              <p:cNvSpPr/>
              <p:nvPr/>
            </p:nvSpPr>
            <p:spPr>
              <a:xfrm>
                <a:off x="5014315" y="8379646"/>
                <a:ext cx="355051" cy="3551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6" h="286">
                    <a:moveTo>
                      <a:pt x="11" y="286"/>
                    </a:moveTo>
                    <a:lnTo>
                      <a:pt x="0" y="276"/>
                    </a:lnTo>
                    <a:lnTo>
                      <a:pt x="275" y="0"/>
                    </a:lnTo>
                    <a:lnTo>
                      <a:pt x="286" y="1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F4322C34-D72F-7C4E-9C73-A23FB0A1A875}"/>
                  </a:ext>
                </a:extLst>
              </p:cNvPr>
              <p:cNvSpPr/>
              <p:nvPr/>
            </p:nvSpPr>
            <p:spPr>
              <a:xfrm>
                <a:off x="5832800" y="8379646"/>
                <a:ext cx="353805" cy="3551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5" h="286">
                    <a:moveTo>
                      <a:pt x="275" y="286"/>
                    </a:moveTo>
                    <a:lnTo>
                      <a:pt x="0" y="11"/>
                    </a:lnTo>
                    <a:lnTo>
                      <a:pt x="10" y="0"/>
                    </a:lnTo>
                    <a:lnTo>
                      <a:pt x="285" y="27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sp>
          <p:nvSpPr>
            <p:cNvPr id="132" name="Freeform 131">
              <a:extLst>
                <a:ext uri="{FF2B5EF4-FFF2-40B4-BE49-F238E27FC236}">
                  <a16:creationId xmlns:a16="http://schemas.microsoft.com/office/drawing/2014/main" id="{B839E6EE-C39D-D144-AAAD-B643CCB31B62}"/>
                </a:ext>
              </a:extLst>
            </p:cNvPr>
            <p:cNvSpPr/>
            <p:nvPr/>
          </p:nvSpPr>
          <p:spPr>
            <a:xfrm>
              <a:off x="5648423" y="7340291"/>
              <a:ext cx="17441" cy="35517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5" h="286">
                  <a:moveTo>
                    <a:pt x="8" y="286"/>
                  </a:moveTo>
                  <a:cubicBezTo>
                    <a:pt x="3" y="286"/>
                    <a:pt x="0" y="283"/>
                    <a:pt x="0" y="279"/>
                  </a:cubicBezTo>
                  <a:lnTo>
                    <a:pt x="0" y="7"/>
                  </a:lnTo>
                  <a:cubicBezTo>
                    <a:pt x="0" y="4"/>
                    <a:pt x="3" y="0"/>
                    <a:pt x="8" y="0"/>
                  </a:cubicBezTo>
                  <a:cubicBezTo>
                    <a:pt x="11" y="0"/>
                    <a:pt x="15" y="4"/>
                    <a:pt x="15" y="7"/>
                  </a:cubicBezTo>
                  <a:lnTo>
                    <a:pt x="15" y="279"/>
                  </a:lnTo>
                  <a:cubicBezTo>
                    <a:pt x="15" y="283"/>
                    <a:pt x="11" y="286"/>
                    <a:pt x="8" y="286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33" name="Freeform 132">
              <a:extLst>
                <a:ext uri="{FF2B5EF4-FFF2-40B4-BE49-F238E27FC236}">
                  <a16:creationId xmlns:a16="http://schemas.microsoft.com/office/drawing/2014/main" id="{336C3326-FC30-FA4E-AD36-B62D3806DFAA}"/>
                </a:ext>
              </a:extLst>
            </p:cNvPr>
            <p:cNvSpPr/>
            <p:nvPr/>
          </p:nvSpPr>
          <p:spPr>
            <a:xfrm>
              <a:off x="6270073" y="6725900"/>
              <a:ext cx="485859" cy="1620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1" h="14">
                  <a:moveTo>
                    <a:pt x="384" y="14"/>
                  </a:moveTo>
                  <a:lnTo>
                    <a:pt x="8" y="14"/>
                  </a:lnTo>
                  <a:cubicBezTo>
                    <a:pt x="4" y="14"/>
                    <a:pt x="0" y="11"/>
                    <a:pt x="0" y="7"/>
                  </a:cubicBezTo>
                  <a:cubicBezTo>
                    <a:pt x="0" y="2"/>
                    <a:pt x="4" y="0"/>
                    <a:pt x="8" y="0"/>
                  </a:cubicBezTo>
                  <a:lnTo>
                    <a:pt x="384" y="0"/>
                  </a:lnTo>
                  <a:cubicBezTo>
                    <a:pt x="388" y="0"/>
                    <a:pt x="391" y="2"/>
                    <a:pt x="391" y="7"/>
                  </a:cubicBezTo>
                  <a:cubicBezTo>
                    <a:pt x="391" y="11"/>
                    <a:pt x="388" y="14"/>
                    <a:pt x="384" y="14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34" name="Freeform 133">
              <a:extLst>
                <a:ext uri="{FF2B5EF4-FFF2-40B4-BE49-F238E27FC236}">
                  <a16:creationId xmlns:a16="http://schemas.microsoft.com/office/drawing/2014/main" id="{B2C18A0A-2E1D-2A42-A9E6-609EE015F86B}"/>
                </a:ext>
              </a:extLst>
            </p:cNvPr>
            <p:cNvSpPr/>
            <p:nvPr/>
          </p:nvSpPr>
          <p:spPr>
            <a:xfrm>
              <a:off x="12410581" y="6725900"/>
              <a:ext cx="485859" cy="1620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391" h="14">
                  <a:moveTo>
                    <a:pt x="384" y="14"/>
                  </a:moveTo>
                  <a:lnTo>
                    <a:pt x="7" y="14"/>
                  </a:lnTo>
                  <a:cubicBezTo>
                    <a:pt x="4" y="14"/>
                    <a:pt x="0" y="11"/>
                    <a:pt x="0" y="7"/>
                  </a:cubicBezTo>
                  <a:cubicBezTo>
                    <a:pt x="0" y="2"/>
                    <a:pt x="4" y="0"/>
                    <a:pt x="7" y="0"/>
                  </a:cubicBezTo>
                  <a:lnTo>
                    <a:pt x="384" y="0"/>
                  </a:lnTo>
                  <a:cubicBezTo>
                    <a:pt x="388" y="0"/>
                    <a:pt x="391" y="2"/>
                    <a:pt x="391" y="7"/>
                  </a:cubicBezTo>
                  <a:cubicBezTo>
                    <a:pt x="391" y="11"/>
                    <a:pt x="388" y="14"/>
                    <a:pt x="384" y="14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sp>
          <p:nvSpPr>
            <p:cNvPr id="135" name="Freeform 134">
              <a:extLst>
                <a:ext uri="{FF2B5EF4-FFF2-40B4-BE49-F238E27FC236}">
                  <a16:creationId xmlns:a16="http://schemas.microsoft.com/office/drawing/2014/main" id="{AA6916D9-A413-1741-A069-24DD51B2C48F}"/>
                </a:ext>
              </a:extLst>
            </p:cNvPr>
            <p:cNvSpPr/>
            <p:nvPr/>
          </p:nvSpPr>
          <p:spPr>
            <a:xfrm>
              <a:off x="14869773" y="6725900"/>
              <a:ext cx="1673098" cy="16201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344" h="14">
                  <a:moveTo>
                    <a:pt x="1337" y="14"/>
                  </a:moveTo>
                  <a:lnTo>
                    <a:pt x="8" y="14"/>
                  </a:lnTo>
                  <a:cubicBezTo>
                    <a:pt x="3" y="14"/>
                    <a:pt x="0" y="11"/>
                    <a:pt x="0" y="7"/>
                  </a:cubicBezTo>
                  <a:cubicBezTo>
                    <a:pt x="0" y="2"/>
                    <a:pt x="3" y="0"/>
                    <a:pt x="8" y="0"/>
                  </a:cubicBezTo>
                  <a:lnTo>
                    <a:pt x="1337" y="0"/>
                  </a:lnTo>
                  <a:cubicBezTo>
                    <a:pt x="1341" y="0"/>
                    <a:pt x="1344" y="2"/>
                    <a:pt x="1344" y="7"/>
                  </a:cubicBezTo>
                  <a:cubicBezTo>
                    <a:pt x="1344" y="11"/>
                    <a:pt x="1341" y="14"/>
                    <a:pt x="1337" y="14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0ECBEDE-0A15-434E-AF56-51E4CD041872}"/>
                </a:ext>
              </a:extLst>
            </p:cNvPr>
            <p:cNvGrpSpPr/>
            <p:nvPr/>
          </p:nvGrpSpPr>
          <p:grpSpPr>
            <a:xfrm>
              <a:off x="5142628" y="6218684"/>
              <a:ext cx="1027778" cy="1029385"/>
              <a:chOff x="5142628" y="6218684"/>
              <a:chExt cx="1027778" cy="1029385"/>
            </a:xfrm>
          </p:grpSpPr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C34A50A1-1093-A84B-8551-E226F1FB5D2B}"/>
                  </a:ext>
                </a:extLst>
              </p:cNvPr>
              <p:cNvSpPr/>
              <p:nvPr/>
            </p:nvSpPr>
            <p:spPr>
              <a:xfrm>
                <a:off x="5152595" y="6228654"/>
                <a:ext cx="1009091" cy="10106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1" h="812">
                    <a:moveTo>
                      <a:pt x="811" y="406"/>
                    </a:moveTo>
                    <a:cubicBezTo>
                      <a:pt x="811" y="630"/>
                      <a:pt x="629" y="812"/>
                      <a:pt x="406" y="812"/>
                    </a:cubicBezTo>
                    <a:cubicBezTo>
                      <a:pt x="181" y="812"/>
                      <a:pt x="0" y="630"/>
                      <a:pt x="0" y="406"/>
                    </a:cubicBezTo>
                    <a:cubicBezTo>
                      <a:pt x="0" y="182"/>
                      <a:pt x="181" y="0"/>
                      <a:pt x="406" y="0"/>
                    </a:cubicBezTo>
                    <a:cubicBezTo>
                      <a:pt x="629" y="0"/>
                      <a:pt x="811" y="182"/>
                      <a:pt x="811" y="40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4FC0D92E-F66C-5F4A-AF4C-B76D9C5D02F9}"/>
                  </a:ext>
                </a:extLst>
              </p:cNvPr>
              <p:cNvSpPr/>
              <p:nvPr/>
            </p:nvSpPr>
            <p:spPr>
              <a:xfrm>
                <a:off x="5142628" y="6218684"/>
                <a:ext cx="1027778" cy="1029385"/>
              </a:xfrm>
              <a:custGeom>
                <a:avLst/>
                <a:gdLst>
                  <a:gd name="connsiteX0" fmla="*/ 515134 w 1027778"/>
                  <a:gd name="connsiteY0" fmla="*/ 19940 h 1029385"/>
                  <a:gd name="connsiteX1" fmla="*/ 18687 w 1027778"/>
                  <a:gd name="connsiteY1" fmla="*/ 515316 h 1029385"/>
                  <a:gd name="connsiteX2" fmla="*/ 515134 w 1027778"/>
                  <a:gd name="connsiteY2" fmla="*/ 1010692 h 1029385"/>
                  <a:gd name="connsiteX3" fmla="*/ 1010337 w 1027778"/>
                  <a:gd name="connsiteY3" fmla="*/ 515316 h 1029385"/>
                  <a:gd name="connsiteX4" fmla="*/ 515134 w 1027778"/>
                  <a:gd name="connsiteY4" fmla="*/ 19940 h 1029385"/>
                  <a:gd name="connsiteX5" fmla="*/ 515134 w 1027778"/>
                  <a:gd name="connsiteY5" fmla="*/ 0 h 1029385"/>
                  <a:gd name="connsiteX6" fmla="*/ 1027778 w 1027778"/>
                  <a:gd name="connsiteY6" fmla="*/ 515315 h 1029385"/>
                  <a:gd name="connsiteX7" fmla="*/ 515134 w 1027778"/>
                  <a:gd name="connsiteY7" fmla="*/ 1029385 h 1029385"/>
                  <a:gd name="connsiteX8" fmla="*/ 0 w 1027778"/>
                  <a:gd name="connsiteY8" fmla="*/ 515315 h 1029385"/>
                  <a:gd name="connsiteX9" fmla="*/ 515134 w 1027778"/>
                  <a:gd name="connsiteY9" fmla="*/ 0 h 1029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27778" h="1029385">
                    <a:moveTo>
                      <a:pt x="515134" y="19940"/>
                    </a:moveTo>
                    <a:cubicBezTo>
                      <a:pt x="240160" y="19940"/>
                      <a:pt x="18687" y="241490"/>
                      <a:pt x="18687" y="515316"/>
                    </a:cubicBezTo>
                    <a:cubicBezTo>
                      <a:pt x="18687" y="787897"/>
                      <a:pt x="240160" y="1010692"/>
                      <a:pt x="515134" y="1010692"/>
                    </a:cubicBezTo>
                    <a:cubicBezTo>
                      <a:pt x="787620" y="1010692"/>
                      <a:pt x="1010337" y="787897"/>
                      <a:pt x="1010337" y="515316"/>
                    </a:cubicBezTo>
                    <a:cubicBezTo>
                      <a:pt x="1010337" y="241490"/>
                      <a:pt x="787620" y="19940"/>
                      <a:pt x="515134" y="19940"/>
                    </a:cubicBezTo>
                    <a:close/>
                    <a:moveTo>
                      <a:pt x="515134" y="0"/>
                    </a:moveTo>
                    <a:cubicBezTo>
                      <a:pt x="797586" y="0"/>
                      <a:pt x="1027778" y="230274"/>
                      <a:pt x="1027778" y="515315"/>
                    </a:cubicBezTo>
                    <a:cubicBezTo>
                      <a:pt x="1027778" y="799112"/>
                      <a:pt x="797586" y="1029385"/>
                      <a:pt x="515134" y="1029385"/>
                    </a:cubicBezTo>
                    <a:cubicBezTo>
                      <a:pt x="230193" y="1029385"/>
                      <a:pt x="0" y="799112"/>
                      <a:pt x="0" y="515315"/>
                    </a:cubicBezTo>
                    <a:cubicBezTo>
                      <a:pt x="0" y="230274"/>
                      <a:pt x="230193" y="0"/>
                      <a:pt x="5151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9B5123EA-1056-3248-BB51-843D8AEEE641}"/>
                  </a:ext>
                </a:extLst>
              </p:cNvPr>
              <p:cNvSpPr/>
              <p:nvPr/>
            </p:nvSpPr>
            <p:spPr>
              <a:xfrm>
                <a:off x="5152595" y="6228654"/>
                <a:ext cx="1009091" cy="10106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1" h="812">
                    <a:moveTo>
                      <a:pt x="811" y="406"/>
                    </a:moveTo>
                    <a:cubicBezTo>
                      <a:pt x="811" y="630"/>
                      <a:pt x="629" y="812"/>
                      <a:pt x="406" y="812"/>
                    </a:cubicBezTo>
                    <a:cubicBezTo>
                      <a:pt x="181" y="812"/>
                      <a:pt x="0" y="630"/>
                      <a:pt x="0" y="406"/>
                    </a:cubicBezTo>
                    <a:cubicBezTo>
                      <a:pt x="0" y="182"/>
                      <a:pt x="181" y="0"/>
                      <a:pt x="406" y="0"/>
                    </a:cubicBezTo>
                    <a:cubicBezTo>
                      <a:pt x="629" y="0"/>
                      <a:pt x="811" y="182"/>
                      <a:pt x="811" y="40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D2ACF373-97FA-FF4F-B68B-127CF0EE7A69}"/>
                  </a:ext>
                </a:extLst>
              </p:cNvPr>
              <p:cNvSpPr/>
              <p:nvPr/>
            </p:nvSpPr>
            <p:spPr>
              <a:xfrm>
                <a:off x="5446605" y="6516533"/>
                <a:ext cx="374983" cy="4249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2" h="342">
                    <a:moveTo>
                      <a:pt x="294" y="342"/>
                    </a:moveTo>
                    <a:cubicBezTo>
                      <a:pt x="293" y="342"/>
                      <a:pt x="292" y="342"/>
                      <a:pt x="291" y="342"/>
                    </a:cubicBezTo>
                    <a:lnTo>
                      <a:pt x="0" y="179"/>
                    </a:lnTo>
                    <a:lnTo>
                      <a:pt x="291" y="1"/>
                    </a:lnTo>
                    <a:cubicBezTo>
                      <a:pt x="294" y="-1"/>
                      <a:pt x="299" y="0"/>
                      <a:pt x="300" y="3"/>
                    </a:cubicBezTo>
                    <a:cubicBezTo>
                      <a:pt x="303" y="7"/>
                      <a:pt x="302" y="12"/>
                      <a:pt x="298" y="13"/>
                    </a:cubicBezTo>
                    <a:lnTo>
                      <a:pt x="29" y="178"/>
                    </a:lnTo>
                    <a:lnTo>
                      <a:pt x="298" y="329"/>
                    </a:lnTo>
                    <a:cubicBezTo>
                      <a:pt x="302" y="331"/>
                      <a:pt x="303" y="335"/>
                      <a:pt x="301" y="339"/>
                    </a:cubicBezTo>
                    <a:cubicBezTo>
                      <a:pt x="299" y="341"/>
                      <a:pt x="297" y="342"/>
                      <a:pt x="294" y="3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6BEA6D13-BFA1-3040-85C1-4624C22A1A5E}"/>
                  </a:ext>
                </a:extLst>
              </p:cNvPr>
              <p:cNvSpPr/>
              <p:nvPr/>
            </p:nvSpPr>
            <p:spPr>
              <a:xfrm>
                <a:off x="5363137" y="6634921"/>
                <a:ext cx="196835" cy="1969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9" h="159">
                    <a:moveTo>
                      <a:pt x="159" y="80"/>
                    </a:moveTo>
                    <a:cubicBezTo>
                      <a:pt x="159" y="124"/>
                      <a:pt x="123" y="159"/>
                      <a:pt x="79" y="159"/>
                    </a:cubicBezTo>
                    <a:cubicBezTo>
                      <a:pt x="35" y="159"/>
                      <a:pt x="0" y="124"/>
                      <a:pt x="0" y="80"/>
                    </a:cubicBezTo>
                    <a:cubicBezTo>
                      <a:pt x="0" y="36"/>
                      <a:pt x="35" y="0"/>
                      <a:pt x="79" y="0"/>
                    </a:cubicBezTo>
                    <a:cubicBezTo>
                      <a:pt x="123" y="0"/>
                      <a:pt x="159" y="36"/>
                      <a:pt x="159" y="8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165340BA-BF17-C84D-AEC5-758DA0C9E432}"/>
                  </a:ext>
                </a:extLst>
              </p:cNvPr>
              <p:cNvSpPr/>
              <p:nvPr/>
            </p:nvSpPr>
            <p:spPr>
              <a:xfrm>
                <a:off x="5353170" y="6626201"/>
                <a:ext cx="215522" cy="215598"/>
              </a:xfrm>
              <a:custGeom>
                <a:avLst/>
                <a:gdLst>
                  <a:gd name="connsiteX0" fmla="*/ 107761 w 215522"/>
                  <a:gd name="connsiteY0" fmla="*/ 18694 h 215598"/>
                  <a:gd name="connsiteX1" fmla="*/ 18687 w 215522"/>
                  <a:gd name="connsiteY1" fmla="*/ 107800 h 215598"/>
                  <a:gd name="connsiteX2" fmla="*/ 107761 w 215522"/>
                  <a:gd name="connsiteY2" fmla="*/ 196905 h 215598"/>
                  <a:gd name="connsiteX3" fmla="*/ 196835 w 215522"/>
                  <a:gd name="connsiteY3" fmla="*/ 107800 h 215598"/>
                  <a:gd name="connsiteX4" fmla="*/ 107761 w 215522"/>
                  <a:gd name="connsiteY4" fmla="*/ 18694 h 215598"/>
                  <a:gd name="connsiteX5" fmla="*/ 107761 w 215522"/>
                  <a:gd name="connsiteY5" fmla="*/ 0 h 215598"/>
                  <a:gd name="connsiteX6" fmla="*/ 215522 w 215522"/>
                  <a:gd name="connsiteY6" fmla="*/ 107799 h 215598"/>
                  <a:gd name="connsiteX7" fmla="*/ 107761 w 215522"/>
                  <a:gd name="connsiteY7" fmla="*/ 215598 h 215598"/>
                  <a:gd name="connsiteX8" fmla="*/ 0 w 215522"/>
                  <a:gd name="connsiteY8" fmla="*/ 107799 h 215598"/>
                  <a:gd name="connsiteX9" fmla="*/ 107761 w 215522"/>
                  <a:gd name="connsiteY9" fmla="*/ 0 h 215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522" h="215598">
                    <a:moveTo>
                      <a:pt x="107761" y="18694"/>
                    </a:moveTo>
                    <a:cubicBezTo>
                      <a:pt x="58276" y="18694"/>
                      <a:pt x="18687" y="58297"/>
                      <a:pt x="18687" y="107800"/>
                    </a:cubicBezTo>
                    <a:cubicBezTo>
                      <a:pt x="18687" y="157303"/>
                      <a:pt x="58276" y="196905"/>
                      <a:pt x="107761" y="196905"/>
                    </a:cubicBezTo>
                    <a:cubicBezTo>
                      <a:pt x="157247" y="196905"/>
                      <a:pt x="196835" y="157303"/>
                      <a:pt x="196835" y="107800"/>
                    </a:cubicBezTo>
                    <a:cubicBezTo>
                      <a:pt x="196835" y="58297"/>
                      <a:pt x="157247" y="18694"/>
                      <a:pt x="107761" y="18694"/>
                    </a:cubicBezTo>
                    <a:close/>
                    <a:moveTo>
                      <a:pt x="107761" y="0"/>
                    </a:moveTo>
                    <a:cubicBezTo>
                      <a:pt x="167216" y="0"/>
                      <a:pt x="215522" y="48324"/>
                      <a:pt x="215522" y="107799"/>
                    </a:cubicBezTo>
                    <a:cubicBezTo>
                      <a:pt x="215522" y="166035"/>
                      <a:pt x="167216" y="215598"/>
                      <a:pt x="107761" y="215598"/>
                    </a:cubicBezTo>
                    <a:cubicBezTo>
                      <a:pt x="49546" y="215598"/>
                      <a:pt x="0" y="166035"/>
                      <a:pt x="0" y="107799"/>
                    </a:cubicBezTo>
                    <a:cubicBezTo>
                      <a:pt x="0" y="48324"/>
                      <a:pt x="49546" y="0"/>
                      <a:pt x="1077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1CC79BAD-0F97-1941-8436-66236AFBF243}"/>
                  </a:ext>
                </a:extLst>
              </p:cNvPr>
              <p:cNvSpPr/>
              <p:nvPr/>
            </p:nvSpPr>
            <p:spPr>
              <a:xfrm>
                <a:off x="5724416" y="6428051"/>
                <a:ext cx="196835" cy="1969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9" h="159">
                    <a:moveTo>
                      <a:pt x="159" y="79"/>
                    </a:moveTo>
                    <a:cubicBezTo>
                      <a:pt x="159" y="123"/>
                      <a:pt x="123" y="159"/>
                      <a:pt x="79" y="159"/>
                    </a:cubicBezTo>
                    <a:cubicBezTo>
                      <a:pt x="35" y="159"/>
                      <a:pt x="0" y="123"/>
                      <a:pt x="0" y="79"/>
                    </a:cubicBezTo>
                    <a:cubicBezTo>
                      <a:pt x="0" y="35"/>
                      <a:pt x="35" y="0"/>
                      <a:pt x="79" y="0"/>
                    </a:cubicBezTo>
                    <a:cubicBezTo>
                      <a:pt x="123" y="0"/>
                      <a:pt x="159" y="35"/>
                      <a:pt x="159" y="7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233E87A1-8417-D041-BD59-469F8BEAB37F}"/>
                  </a:ext>
                </a:extLst>
              </p:cNvPr>
              <p:cNvSpPr/>
              <p:nvPr/>
            </p:nvSpPr>
            <p:spPr>
              <a:xfrm>
                <a:off x="5714450" y="6419324"/>
                <a:ext cx="215522" cy="214351"/>
              </a:xfrm>
              <a:custGeom>
                <a:avLst/>
                <a:gdLst>
                  <a:gd name="connsiteX0" fmla="*/ 107761 w 215522"/>
                  <a:gd name="connsiteY0" fmla="*/ 17450 h 214351"/>
                  <a:gd name="connsiteX1" fmla="*/ 18687 w 215522"/>
                  <a:gd name="connsiteY1" fmla="*/ 106556 h 214351"/>
                  <a:gd name="connsiteX2" fmla="*/ 107761 w 215522"/>
                  <a:gd name="connsiteY2" fmla="*/ 195661 h 214351"/>
                  <a:gd name="connsiteX3" fmla="*/ 196835 w 215522"/>
                  <a:gd name="connsiteY3" fmla="*/ 106556 h 214351"/>
                  <a:gd name="connsiteX4" fmla="*/ 107761 w 215522"/>
                  <a:gd name="connsiteY4" fmla="*/ 17450 h 214351"/>
                  <a:gd name="connsiteX5" fmla="*/ 107761 w 215522"/>
                  <a:gd name="connsiteY5" fmla="*/ 0 h 214351"/>
                  <a:gd name="connsiteX6" fmla="*/ 215522 w 215522"/>
                  <a:gd name="connsiteY6" fmla="*/ 106556 h 214351"/>
                  <a:gd name="connsiteX7" fmla="*/ 107761 w 215522"/>
                  <a:gd name="connsiteY7" fmla="*/ 214351 h 214351"/>
                  <a:gd name="connsiteX8" fmla="*/ 0 w 215522"/>
                  <a:gd name="connsiteY8" fmla="*/ 106556 h 214351"/>
                  <a:gd name="connsiteX9" fmla="*/ 107761 w 215522"/>
                  <a:gd name="connsiteY9" fmla="*/ 0 h 214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522" h="214351">
                    <a:moveTo>
                      <a:pt x="107761" y="17450"/>
                    </a:moveTo>
                    <a:cubicBezTo>
                      <a:pt x="59513" y="17450"/>
                      <a:pt x="18687" y="58290"/>
                      <a:pt x="18687" y="106556"/>
                    </a:cubicBezTo>
                    <a:cubicBezTo>
                      <a:pt x="18687" y="156059"/>
                      <a:pt x="59513" y="195661"/>
                      <a:pt x="107761" y="195661"/>
                    </a:cubicBezTo>
                    <a:cubicBezTo>
                      <a:pt x="157247" y="195661"/>
                      <a:pt x="196835" y="156059"/>
                      <a:pt x="196835" y="106556"/>
                    </a:cubicBezTo>
                    <a:cubicBezTo>
                      <a:pt x="196835" y="58290"/>
                      <a:pt x="157247" y="17450"/>
                      <a:pt x="107761" y="17450"/>
                    </a:cubicBezTo>
                    <a:close/>
                    <a:moveTo>
                      <a:pt x="107761" y="0"/>
                    </a:moveTo>
                    <a:cubicBezTo>
                      <a:pt x="167216" y="0"/>
                      <a:pt x="215522" y="48322"/>
                      <a:pt x="215522" y="106556"/>
                    </a:cubicBezTo>
                    <a:cubicBezTo>
                      <a:pt x="215522" y="166029"/>
                      <a:pt x="167216" y="214351"/>
                      <a:pt x="107761" y="214351"/>
                    </a:cubicBezTo>
                    <a:cubicBezTo>
                      <a:pt x="48307" y="214351"/>
                      <a:pt x="0" y="166029"/>
                      <a:pt x="0" y="106556"/>
                    </a:cubicBezTo>
                    <a:cubicBezTo>
                      <a:pt x="0" y="48322"/>
                      <a:pt x="48307" y="0"/>
                      <a:pt x="1077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548BF766-B6F3-9848-9317-08EFA03E43EA}"/>
                  </a:ext>
                </a:extLst>
              </p:cNvPr>
              <p:cNvSpPr/>
              <p:nvPr/>
            </p:nvSpPr>
            <p:spPr>
              <a:xfrm>
                <a:off x="5724416" y="6836814"/>
                <a:ext cx="196835" cy="1956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9" h="158">
                    <a:moveTo>
                      <a:pt x="159" y="79"/>
                    </a:moveTo>
                    <a:cubicBezTo>
                      <a:pt x="159" y="123"/>
                      <a:pt x="123" y="158"/>
                      <a:pt x="79" y="158"/>
                    </a:cubicBezTo>
                    <a:cubicBezTo>
                      <a:pt x="35" y="158"/>
                      <a:pt x="0" y="123"/>
                      <a:pt x="0" y="79"/>
                    </a:cubicBezTo>
                    <a:cubicBezTo>
                      <a:pt x="0" y="35"/>
                      <a:pt x="35" y="0"/>
                      <a:pt x="79" y="0"/>
                    </a:cubicBezTo>
                    <a:cubicBezTo>
                      <a:pt x="123" y="0"/>
                      <a:pt x="159" y="35"/>
                      <a:pt x="159" y="7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B20225EA-0EA7-4945-9F67-8A9E126E13A5}"/>
                  </a:ext>
                </a:extLst>
              </p:cNvPr>
              <p:cNvSpPr/>
              <p:nvPr/>
            </p:nvSpPr>
            <p:spPr>
              <a:xfrm>
                <a:off x="5714450" y="6826844"/>
                <a:ext cx="215522" cy="214351"/>
              </a:xfrm>
              <a:custGeom>
                <a:avLst/>
                <a:gdLst>
                  <a:gd name="connsiteX0" fmla="*/ 107761 w 215522"/>
                  <a:gd name="connsiteY0" fmla="*/ 18694 h 214351"/>
                  <a:gd name="connsiteX1" fmla="*/ 18687 w 215522"/>
                  <a:gd name="connsiteY1" fmla="*/ 107800 h 214351"/>
                  <a:gd name="connsiteX2" fmla="*/ 107761 w 215522"/>
                  <a:gd name="connsiteY2" fmla="*/ 196905 h 214351"/>
                  <a:gd name="connsiteX3" fmla="*/ 196835 w 215522"/>
                  <a:gd name="connsiteY3" fmla="*/ 107800 h 214351"/>
                  <a:gd name="connsiteX4" fmla="*/ 107761 w 215522"/>
                  <a:gd name="connsiteY4" fmla="*/ 18694 h 214351"/>
                  <a:gd name="connsiteX5" fmla="*/ 107761 w 215522"/>
                  <a:gd name="connsiteY5" fmla="*/ 0 h 214351"/>
                  <a:gd name="connsiteX6" fmla="*/ 215522 w 215522"/>
                  <a:gd name="connsiteY6" fmla="*/ 107795 h 214351"/>
                  <a:gd name="connsiteX7" fmla="*/ 107761 w 215522"/>
                  <a:gd name="connsiteY7" fmla="*/ 214351 h 214351"/>
                  <a:gd name="connsiteX8" fmla="*/ 0 w 215522"/>
                  <a:gd name="connsiteY8" fmla="*/ 107795 h 214351"/>
                  <a:gd name="connsiteX9" fmla="*/ 107761 w 215522"/>
                  <a:gd name="connsiteY9" fmla="*/ 0 h 214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522" h="214351">
                    <a:moveTo>
                      <a:pt x="107761" y="18694"/>
                    </a:moveTo>
                    <a:cubicBezTo>
                      <a:pt x="59513" y="18694"/>
                      <a:pt x="18687" y="58297"/>
                      <a:pt x="18687" y="107800"/>
                    </a:cubicBezTo>
                    <a:cubicBezTo>
                      <a:pt x="18687" y="156065"/>
                      <a:pt x="59513" y="196905"/>
                      <a:pt x="107761" y="196905"/>
                    </a:cubicBezTo>
                    <a:cubicBezTo>
                      <a:pt x="157247" y="196905"/>
                      <a:pt x="196835" y="156065"/>
                      <a:pt x="196835" y="107800"/>
                    </a:cubicBezTo>
                    <a:cubicBezTo>
                      <a:pt x="196835" y="58297"/>
                      <a:pt x="157247" y="18694"/>
                      <a:pt x="107761" y="18694"/>
                    </a:cubicBezTo>
                    <a:close/>
                    <a:moveTo>
                      <a:pt x="107761" y="0"/>
                    </a:moveTo>
                    <a:cubicBezTo>
                      <a:pt x="167216" y="0"/>
                      <a:pt x="215522" y="48322"/>
                      <a:pt x="215522" y="107795"/>
                    </a:cubicBezTo>
                    <a:cubicBezTo>
                      <a:pt x="215522" y="167268"/>
                      <a:pt x="167216" y="214351"/>
                      <a:pt x="107761" y="214351"/>
                    </a:cubicBezTo>
                    <a:cubicBezTo>
                      <a:pt x="48307" y="214351"/>
                      <a:pt x="0" y="167268"/>
                      <a:pt x="0" y="107795"/>
                    </a:cubicBezTo>
                    <a:cubicBezTo>
                      <a:pt x="0" y="48322"/>
                      <a:pt x="48307" y="0"/>
                      <a:pt x="1077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44DDB82-5A02-D74A-A632-0CB1F34D0EC9}"/>
                </a:ext>
              </a:extLst>
            </p:cNvPr>
            <p:cNvGrpSpPr/>
            <p:nvPr/>
          </p:nvGrpSpPr>
          <p:grpSpPr>
            <a:xfrm>
              <a:off x="13032231" y="5857278"/>
              <a:ext cx="1702997" cy="1738490"/>
              <a:chOff x="13032231" y="5857278"/>
              <a:chExt cx="1702997" cy="1738490"/>
            </a:xfrm>
          </p:grpSpPr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A96A4C98-FB15-6445-BE11-E3F04D0FF216}"/>
                  </a:ext>
                </a:extLst>
              </p:cNvPr>
              <p:cNvSpPr/>
              <p:nvPr/>
            </p:nvSpPr>
            <p:spPr>
              <a:xfrm>
                <a:off x="13040951" y="5866001"/>
                <a:ext cx="1685556" cy="17210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54" h="1382">
                    <a:moveTo>
                      <a:pt x="1354" y="1382"/>
                    </a:moveTo>
                    <a:lnTo>
                      <a:pt x="0" y="1382"/>
                    </a:lnTo>
                    <a:lnTo>
                      <a:pt x="0" y="0"/>
                    </a:lnTo>
                    <a:lnTo>
                      <a:pt x="1354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9463007A-4356-C54C-BE3C-A965EB6A5C0A}"/>
                  </a:ext>
                </a:extLst>
              </p:cNvPr>
              <p:cNvSpPr/>
              <p:nvPr/>
            </p:nvSpPr>
            <p:spPr>
              <a:xfrm>
                <a:off x="13032231" y="5857278"/>
                <a:ext cx="1702997" cy="1738490"/>
              </a:xfrm>
              <a:custGeom>
                <a:avLst/>
                <a:gdLst>
                  <a:gd name="connsiteX0" fmla="*/ 18687 w 1702997"/>
                  <a:gd name="connsiteY0" fmla="*/ 18693 h 1738490"/>
                  <a:gd name="connsiteX1" fmla="*/ 18687 w 1702997"/>
                  <a:gd name="connsiteY1" fmla="*/ 1719796 h 1738490"/>
                  <a:gd name="connsiteX2" fmla="*/ 1685556 w 1702997"/>
                  <a:gd name="connsiteY2" fmla="*/ 1719796 h 1738490"/>
                  <a:gd name="connsiteX3" fmla="*/ 1685556 w 1702997"/>
                  <a:gd name="connsiteY3" fmla="*/ 18693 h 1738490"/>
                  <a:gd name="connsiteX4" fmla="*/ 0 w 1702997"/>
                  <a:gd name="connsiteY4" fmla="*/ 0 h 1738490"/>
                  <a:gd name="connsiteX5" fmla="*/ 1702997 w 1702997"/>
                  <a:gd name="connsiteY5" fmla="*/ 0 h 1738490"/>
                  <a:gd name="connsiteX6" fmla="*/ 1702997 w 1702997"/>
                  <a:gd name="connsiteY6" fmla="*/ 1738490 h 1738490"/>
                  <a:gd name="connsiteX7" fmla="*/ 0 w 1702997"/>
                  <a:gd name="connsiteY7" fmla="*/ 1738490 h 17384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02997" h="1738490">
                    <a:moveTo>
                      <a:pt x="18687" y="18693"/>
                    </a:moveTo>
                    <a:lnTo>
                      <a:pt x="18687" y="1719796"/>
                    </a:lnTo>
                    <a:lnTo>
                      <a:pt x="1685556" y="1719796"/>
                    </a:lnTo>
                    <a:lnTo>
                      <a:pt x="1685556" y="18693"/>
                    </a:lnTo>
                    <a:close/>
                    <a:moveTo>
                      <a:pt x="0" y="0"/>
                    </a:moveTo>
                    <a:lnTo>
                      <a:pt x="1702997" y="0"/>
                    </a:lnTo>
                    <a:lnTo>
                      <a:pt x="1702997" y="1738490"/>
                    </a:lnTo>
                    <a:lnTo>
                      <a:pt x="0" y="173849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FA0D8736-8DE1-1644-A348-BF211C0B9B84}"/>
                  </a:ext>
                </a:extLst>
              </p:cNvPr>
              <p:cNvSpPr/>
              <p:nvPr/>
            </p:nvSpPr>
            <p:spPr>
              <a:xfrm>
                <a:off x="13609032" y="6342061"/>
                <a:ext cx="748721" cy="910994"/>
              </a:xfrm>
              <a:custGeom>
                <a:avLst/>
                <a:gdLst>
                  <a:gd name="connsiteX0" fmla="*/ 88329 w 748721"/>
                  <a:gd name="connsiteY0" fmla="*/ 18693 h 910994"/>
                  <a:gd name="connsiteX1" fmla="*/ 38585 w 748721"/>
                  <a:gd name="connsiteY1" fmla="*/ 38605 h 910994"/>
                  <a:gd name="connsiteX2" fmla="*/ 18687 w 748721"/>
                  <a:gd name="connsiteY2" fmla="*/ 87138 h 910994"/>
                  <a:gd name="connsiteX3" fmla="*/ 18687 w 748721"/>
                  <a:gd name="connsiteY3" fmla="*/ 822611 h 910994"/>
                  <a:gd name="connsiteX4" fmla="*/ 38585 w 748721"/>
                  <a:gd name="connsiteY4" fmla="*/ 872389 h 910994"/>
                  <a:gd name="connsiteX5" fmla="*/ 88329 w 748721"/>
                  <a:gd name="connsiteY5" fmla="*/ 892300 h 910994"/>
                  <a:gd name="connsiteX6" fmla="*/ 661635 w 748721"/>
                  <a:gd name="connsiteY6" fmla="*/ 892300 h 910994"/>
                  <a:gd name="connsiteX7" fmla="*/ 710136 w 748721"/>
                  <a:gd name="connsiteY7" fmla="*/ 872389 h 910994"/>
                  <a:gd name="connsiteX8" fmla="*/ 730034 w 748721"/>
                  <a:gd name="connsiteY8" fmla="*/ 822611 h 910994"/>
                  <a:gd name="connsiteX9" fmla="*/ 730034 w 748721"/>
                  <a:gd name="connsiteY9" fmla="*/ 87138 h 910994"/>
                  <a:gd name="connsiteX10" fmla="*/ 710136 w 748721"/>
                  <a:gd name="connsiteY10" fmla="*/ 38605 h 910994"/>
                  <a:gd name="connsiteX11" fmla="*/ 661635 w 748721"/>
                  <a:gd name="connsiteY11" fmla="*/ 18693 h 910994"/>
                  <a:gd name="connsiteX12" fmla="*/ 88304 w 748721"/>
                  <a:gd name="connsiteY12" fmla="*/ 0 h 910994"/>
                  <a:gd name="connsiteX13" fmla="*/ 661660 w 748721"/>
                  <a:gd name="connsiteY13" fmla="*/ 0 h 910994"/>
                  <a:gd name="connsiteX14" fmla="*/ 723847 w 748721"/>
                  <a:gd name="connsiteY14" fmla="*/ 24891 h 910994"/>
                  <a:gd name="connsiteX15" fmla="*/ 748721 w 748721"/>
                  <a:gd name="connsiteY15" fmla="*/ 87117 h 910994"/>
                  <a:gd name="connsiteX16" fmla="*/ 748721 w 748721"/>
                  <a:gd name="connsiteY16" fmla="*/ 822633 h 910994"/>
                  <a:gd name="connsiteX17" fmla="*/ 723847 w 748721"/>
                  <a:gd name="connsiteY17" fmla="*/ 884859 h 910994"/>
                  <a:gd name="connsiteX18" fmla="*/ 661660 w 748721"/>
                  <a:gd name="connsiteY18" fmla="*/ 910994 h 910994"/>
                  <a:gd name="connsiteX19" fmla="*/ 88304 w 748721"/>
                  <a:gd name="connsiteY19" fmla="*/ 910994 h 910994"/>
                  <a:gd name="connsiteX20" fmla="*/ 26118 w 748721"/>
                  <a:gd name="connsiteY20" fmla="*/ 884859 h 910994"/>
                  <a:gd name="connsiteX21" fmla="*/ 0 w 748721"/>
                  <a:gd name="connsiteY21" fmla="*/ 822633 h 910994"/>
                  <a:gd name="connsiteX22" fmla="*/ 0 w 748721"/>
                  <a:gd name="connsiteY22" fmla="*/ 87117 h 910994"/>
                  <a:gd name="connsiteX23" fmla="*/ 26118 w 748721"/>
                  <a:gd name="connsiteY23" fmla="*/ 24891 h 910994"/>
                  <a:gd name="connsiteX24" fmla="*/ 88304 w 748721"/>
                  <a:gd name="connsiteY24" fmla="*/ 0 h 910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48721" h="910994">
                    <a:moveTo>
                      <a:pt x="88329" y="18693"/>
                    </a:moveTo>
                    <a:cubicBezTo>
                      <a:pt x="69675" y="18693"/>
                      <a:pt x="52265" y="24916"/>
                      <a:pt x="38585" y="38605"/>
                    </a:cubicBezTo>
                    <a:cubicBezTo>
                      <a:pt x="26149" y="51049"/>
                      <a:pt x="18687" y="68471"/>
                      <a:pt x="18687" y="87138"/>
                    </a:cubicBezTo>
                    <a:lnTo>
                      <a:pt x="18687" y="822611"/>
                    </a:lnTo>
                    <a:cubicBezTo>
                      <a:pt x="18687" y="841278"/>
                      <a:pt x="26149" y="858700"/>
                      <a:pt x="38585" y="872389"/>
                    </a:cubicBezTo>
                    <a:cubicBezTo>
                      <a:pt x="52265" y="884833"/>
                      <a:pt x="69675" y="892300"/>
                      <a:pt x="88329" y="892300"/>
                    </a:cubicBezTo>
                    <a:lnTo>
                      <a:pt x="661635" y="892300"/>
                    </a:lnTo>
                    <a:cubicBezTo>
                      <a:pt x="680289" y="892300"/>
                      <a:pt x="697700" y="884833"/>
                      <a:pt x="710136" y="872389"/>
                    </a:cubicBezTo>
                    <a:cubicBezTo>
                      <a:pt x="723816" y="858700"/>
                      <a:pt x="730034" y="841278"/>
                      <a:pt x="730034" y="822611"/>
                    </a:cubicBezTo>
                    <a:lnTo>
                      <a:pt x="730034" y="87138"/>
                    </a:lnTo>
                    <a:cubicBezTo>
                      <a:pt x="730034" y="68471"/>
                      <a:pt x="723816" y="51049"/>
                      <a:pt x="710136" y="38605"/>
                    </a:cubicBezTo>
                    <a:cubicBezTo>
                      <a:pt x="697700" y="24916"/>
                      <a:pt x="680289" y="18693"/>
                      <a:pt x="661635" y="18693"/>
                    </a:cubicBezTo>
                    <a:close/>
                    <a:moveTo>
                      <a:pt x="88304" y="0"/>
                    </a:moveTo>
                    <a:lnTo>
                      <a:pt x="661660" y="0"/>
                    </a:lnTo>
                    <a:cubicBezTo>
                      <a:pt x="685291" y="0"/>
                      <a:pt x="706434" y="8712"/>
                      <a:pt x="723847" y="24891"/>
                    </a:cubicBezTo>
                    <a:cubicBezTo>
                      <a:pt x="740015" y="41070"/>
                      <a:pt x="748721" y="63471"/>
                      <a:pt x="748721" y="87117"/>
                    </a:cubicBezTo>
                    <a:lnTo>
                      <a:pt x="748721" y="822633"/>
                    </a:lnTo>
                    <a:cubicBezTo>
                      <a:pt x="748721" y="847523"/>
                      <a:pt x="740015" y="868680"/>
                      <a:pt x="723847" y="884859"/>
                    </a:cubicBezTo>
                    <a:cubicBezTo>
                      <a:pt x="706434" y="901038"/>
                      <a:pt x="685291" y="910994"/>
                      <a:pt x="661660" y="910994"/>
                    </a:cubicBezTo>
                    <a:lnTo>
                      <a:pt x="88304" y="910994"/>
                    </a:lnTo>
                    <a:cubicBezTo>
                      <a:pt x="63430" y="910994"/>
                      <a:pt x="42287" y="901038"/>
                      <a:pt x="26118" y="884859"/>
                    </a:cubicBezTo>
                    <a:cubicBezTo>
                      <a:pt x="9950" y="868680"/>
                      <a:pt x="0" y="847523"/>
                      <a:pt x="0" y="822633"/>
                    </a:cubicBezTo>
                    <a:lnTo>
                      <a:pt x="0" y="87117"/>
                    </a:lnTo>
                    <a:cubicBezTo>
                      <a:pt x="0" y="63471"/>
                      <a:pt x="9950" y="41070"/>
                      <a:pt x="26118" y="24891"/>
                    </a:cubicBezTo>
                    <a:cubicBezTo>
                      <a:pt x="42287" y="8712"/>
                      <a:pt x="63430" y="0"/>
                      <a:pt x="883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9C71A224-1A13-D843-A027-0BF066CF4CFA}"/>
                  </a:ext>
                </a:extLst>
              </p:cNvPr>
              <p:cNvSpPr/>
              <p:nvPr/>
            </p:nvSpPr>
            <p:spPr>
              <a:xfrm>
                <a:off x="13618999" y="6350785"/>
                <a:ext cx="728788" cy="8923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6" h="717">
                    <a:moveTo>
                      <a:pt x="524" y="717"/>
                    </a:moveTo>
                    <a:lnTo>
                      <a:pt x="293" y="717"/>
                    </a:lnTo>
                    <a:lnTo>
                      <a:pt x="63" y="717"/>
                    </a:lnTo>
                    <a:cubicBezTo>
                      <a:pt x="45" y="717"/>
                      <a:pt x="29" y="710"/>
                      <a:pt x="18" y="699"/>
                    </a:cubicBezTo>
                    <a:cubicBezTo>
                      <a:pt x="7" y="687"/>
                      <a:pt x="0" y="671"/>
                      <a:pt x="0" y="654"/>
                    </a:cubicBezTo>
                    <a:lnTo>
                      <a:pt x="0" y="359"/>
                    </a:lnTo>
                    <a:lnTo>
                      <a:pt x="0" y="63"/>
                    </a:lnTo>
                    <a:cubicBezTo>
                      <a:pt x="0" y="45"/>
                      <a:pt x="7" y="30"/>
                      <a:pt x="18" y="19"/>
                    </a:cubicBezTo>
                    <a:cubicBezTo>
                      <a:pt x="29" y="7"/>
                      <a:pt x="45" y="0"/>
                      <a:pt x="63" y="0"/>
                    </a:cubicBezTo>
                    <a:lnTo>
                      <a:pt x="293" y="0"/>
                    </a:lnTo>
                    <a:lnTo>
                      <a:pt x="524" y="0"/>
                    </a:lnTo>
                    <a:cubicBezTo>
                      <a:pt x="541" y="0"/>
                      <a:pt x="557" y="7"/>
                      <a:pt x="568" y="19"/>
                    </a:cubicBezTo>
                    <a:cubicBezTo>
                      <a:pt x="580" y="30"/>
                      <a:pt x="586" y="45"/>
                      <a:pt x="586" y="63"/>
                    </a:cubicBezTo>
                    <a:lnTo>
                      <a:pt x="586" y="359"/>
                    </a:lnTo>
                    <a:lnTo>
                      <a:pt x="586" y="654"/>
                    </a:lnTo>
                    <a:cubicBezTo>
                      <a:pt x="586" y="671"/>
                      <a:pt x="580" y="687"/>
                      <a:pt x="568" y="699"/>
                    </a:cubicBezTo>
                    <a:cubicBezTo>
                      <a:pt x="557" y="710"/>
                      <a:pt x="541" y="717"/>
                      <a:pt x="524" y="717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CE708A8C-7851-3648-9C87-6313A4046E08}"/>
                  </a:ext>
                </a:extLst>
              </p:cNvPr>
              <p:cNvSpPr/>
              <p:nvPr/>
            </p:nvSpPr>
            <p:spPr>
              <a:xfrm>
                <a:off x="13418426" y="6208715"/>
                <a:ext cx="730034" cy="8935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7" h="718">
                    <a:moveTo>
                      <a:pt x="525" y="718"/>
                    </a:moveTo>
                    <a:lnTo>
                      <a:pt x="294" y="718"/>
                    </a:lnTo>
                    <a:lnTo>
                      <a:pt x="63" y="718"/>
                    </a:lnTo>
                    <a:cubicBezTo>
                      <a:pt x="46" y="718"/>
                      <a:pt x="30" y="710"/>
                      <a:pt x="18" y="699"/>
                    </a:cubicBezTo>
                    <a:cubicBezTo>
                      <a:pt x="7" y="688"/>
                      <a:pt x="0" y="673"/>
                      <a:pt x="0" y="655"/>
                    </a:cubicBezTo>
                    <a:lnTo>
                      <a:pt x="0" y="359"/>
                    </a:lnTo>
                    <a:lnTo>
                      <a:pt x="0" y="63"/>
                    </a:lnTo>
                    <a:cubicBezTo>
                      <a:pt x="0" y="46"/>
                      <a:pt x="7" y="30"/>
                      <a:pt x="18" y="19"/>
                    </a:cubicBezTo>
                    <a:cubicBezTo>
                      <a:pt x="30" y="8"/>
                      <a:pt x="46" y="0"/>
                      <a:pt x="63" y="0"/>
                    </a:cubicBezTo>
                    <a:lnTo>
                      <a:pt x="294" y="0"/>
                    </a:lnTo>
                    <a:lnTo>
                      <a:pt x="525" y="0"/>
                    </a:lnTo>
                    <a:cubicBezTo>
                      <a:pt x="542" y="0"/>
                      <a:pt x="558" y="8"/>
                      <a:pt x="569" y="19"/>
                    </a:cubicBezTo>
                    <a:cubicBezTo>
                      <a:pt x="581" y="30"/>
                      <a:pt x="587" y="46"/>
                      <a:pt x="587" y="63"/>
                    </a:cubicBezTo>
                    <a:lnTo>
                      <a:pt x="587" y="359"/>
                    </a:lnTo>
                    <a:lnTo>
                      <a:pt x="587" y="655"/>
                    </a:lnTo>
                    <a:cubicBezTo>
                      <a:pt x="587" y="673"/>
                      <a:pt x="581" y="688"/>
                      <a:pt x="569" y="699"/>
                    </a:cubicBezTo>
                    <a:cubicBezTo>
                      <a:pt x="558" y="710"/>
                      <a:pt x="542" y="718"/>
                      <a:pt x="525" y="71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0800B70B-56E7-B746-B4CB-3EA5FD2CFFF2}"/>
                  </a:ext>
                </a:extLst>
              </p:cNvPr>
              <p:cNvSpPr/>
              <p:nvPr/>
            </p:nvSpPr>
            <p:spPr>
              <a:xfrm>
                <a:off x="13409706" y="6199991"/>
                <a:ext cx="748721" cy="910994"/>
              </a:xfrm>
              <a:custGeom>
                <a:avLst/>
                <a:gdLst>
                  <a:gd name="connsiteX0" fmla="*/ 87084 w 748721"/>
                  <a:gd name="connsiteY0" fmla="*/ 18693 h 910994"/>
                  <a:gd name="connsiteX1" fmla="*/ 38583 w 748721"/>
                  <a:gd name="connsiteY1" fmla="*/ 38605 h 910994"/>
                  <a:gd name="connsiteX2" fmla="*/ 17441 w 748721"/>
                  <a:gd name="connsiteY2" fmla="*/ 87138 h 910994"/>
                  <a:gd name="connsiteX3" fmla="*/ 17441 w 748721"/>
                  <a:gd name="connsiteY3" fmla="*/ 823855 h 910994"/>
                  <a:gd name="connsiteX4" fmla="*/ 38583 w 748721"/>
                  <a:gd name="connsiteY4" fmla="*/ 872389 h 910994"/>
                  <a:gd name="connsiteX5" fmla="*/ 87084 w 748721"/>
                  <a:gd name="connsiteY5" fmla="*/ 892300 h 910994"/>
                  <a:gd name="connsiteX6" fmla="*/ 661635 w 748721"/>
                  <a:gd name="connsiteY6" fmla="*/ 892300 h 910994"/>
                  <a:gd name="connsiteX7" fmla="*/ 710136 w 748721"/>
                  <a:gd name="connsiteY7" fmla="*/ 872389 h 910994"/>
                  <a:gd name="connsiteX8" fmla="*/ 730034 w 748721"/>
                  <a:gd name="connsiteY8" fmla="*/ 823855 h 910994"/>
                  <a:gd name="connsiteX9" fmla="*/ 730034 w 748721"/>
                  <a:gd name="connsiteY9" fmla="*/ 87138 h 910994"/>
                  <a:gd name="connsiteX10" fmla="*/ 710136 w 748721"/>
                  <a:gd name="connsiteY10" fmla="*/ 38605 h 910994"/>
                  <a:gd name="connsiteX11" fmla="*/ 661635 w 748721"/>
                  <a:gd name="connsiteY11" fmla="*/ 18693 h 910994"/>
                  <a:gd name="connsiteX12" fmla="*/ 87061 w 748721"/>
                  <a:gd name="connsiteY12" fmla="*/ 0 h 910994"/>
                  <a:gd name="connsiteX13" fmla="*/ 661660 w 748721"/>
                  <a:gd name="connsiteY13" fmla="*/ 0 h 910994"/>
                  <a:gd name="connsiteX14" fmla="*/ 722603 w 748721"/>
                  <a:gd name="connsiteY14" fmla="*/ 26135 h 910994"/>
                  <a:gd name="connsiteX15" fmla="*/ 748721 w 748721"/>
                  <a:gd name="connsiteY15" fmla="*/ 87117 h 910994"/>
                  <a:gd name="connsiteX16" fmla="*/ 748721 w 748721"/>
                  <a:gd name="connsiteY16" fmla="*/ 823877 h 910994"/>
                  <a:gd name="connsiteX17" fmla="*/ 722603 w 748721"/>
                  <a:gd name="connsiteY17" fmla="*/ 884859 h 910994"/>
                  <a:gd name="connsiteX18" fmla="*/ 661660 w 748721"/>
                  <a:gd name="connsiteY18" fmla="*/ 910994 h 910994"/>
                  <a:gd name="connsiteX19" fmla="*/ 87061 w 748721"/>
                  <a:gd name="connsiteY19" fmla="*/ 910994 h 910994"/>
                  <a:gd name="connsiteX20" fmla="*/ 26118 w 748721"/>
                  <a:gd name="connsiteY20" fmla="*/ 884859 h 910994"/>
                  <a:gd name="connsiteX21" fmla="*/ 0 w 748721"/>
                  <a:gd name="connsiteY21" fmla="*/ 823877 h 910994"/>
                  <a:gd name="connsiteX22" fmla="*/ 0 w 748721"/>
                  <a:gd name="connsiteY22" fmla="*/ 87117 h 910994"/>
                  <a:gd name="connsiteX23" fmla="*/ 26118 w 748721"/>
                  <a:gd name="connsiteY23" fmla="*/ 26135 h 910994"/>
                  <a:gd name="connsiteX24" fmla="*/ 87061 w 748721"/>
                  <a:gd name="connsiteY24" fmla="*/ 0 h 910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48721" h="910994">
                    <a:moveTo>
                      <a:pt x="87084" y="18693"/>
                    </a:moveTo>
                    <a:cubicBezTo>
                      <a:pt x="68429" y="18693"/>
                      <a:pt x="51019" y="26160"/>
                      <a:pt x="38583" y="38605"/>
                    </a:cubicBezTo>
                    <a:cubicBezTo>
                      <a:pt x="26146" y="52294"/>
                      <a:pt x="17441" y="69716"/>
                      <a:pt x="17441" y="87138"/>
                    </a:cubicBezTo>
                    <a:lnTo>
                      <a:pt x="17441" y="823855"/>
                    </a:lnTo>
                    <a:cubicBezTo>
                      <a:pt x="17441" y="842522"/>
                      <a:pt x="26146" y="859944"/>
                      <a:pt x="38583" y="872389"/>
                    </a:cubicBezTo>
                    <a:cubicBezTo>
                      <a:pt x="51019" y="884833"/>
                      <a:pt x="68429" y="892300"/>
                      <a:pt x="87084" y="892300"/>
                    </a:cubicBezTo>
                    <a:lnTo>
                      <a:pt x="661635" y="892300"/>
                    </a:lnTo>
                    <a:cubicBezTo>
                      <a:pt x="680289" y="892300"/>
                      <a:pt x="697700" y="884833"/>
                      <a:pt x="710136" y="872389"/>
                    </a:cubicBezTo>
                    <a:cubicBezTo>
                      <a:pt x="722572" y="859944"/>
                      <a:pt x="730034" y="842522"/>
                      <a:pt x="730034" y="823855"/>
                    </a:cubicBezTo>
                    <a:lnTo>
                      <a:pt x="730034" y="87138"/>
                    </a:lnTo>
                    <a:cubicBezTo>
                      <a:pt x="730034" y="69716"/>
                      <a:pt x="722572" y="52294"/>
                      <a:pt x="710136" y="38605"/>
                    </a:cubicBezTo>
                    <a:cubicBezTo>
                      <a:pt x="697700" y="26160"/>
                      <a:pt x="680289" y="18693"/>
                      <a:pt x="661635" y="18693"/>
                    </a:cubicBezTo>
                    <a:close/>
                    <a:moveTo>
                      <a:pt x="87061" y="0"/>
                    </a:moveTo>
                    <a:lnTo>
                      <a:pt x="661660" y="0"/>
                    </a:lnTo>
                    <a:cubicBezTo>
                      <a:pt x="684047" y="0"/>
                      <a:pt x="706434" y="8712"/>
                      <a:pt x="722603" y="26135"/>
                    </a:cubicBezTo>
                    <a:cubicBezTo>
                      <a:pt x="740015" y="42314"/>
                      <a:pt x="748721" y="63471"/>
                      <a:pt x="748721" y="87117"/>
                    </a:cubicBezTo>
                    <a:lnTo>
                      <a:pt x="748721" y="823877"/>
                    </a:lnTo>
                    <a:cubicBezTo>
                      <a:pt x="748721" y="847523"/>
                      <a:pt x="740015" y="868680"/>
                      <a:pt x="722603" y="884859"/>
                    </a:cubicBezTo>
                    <a:cubicBezTo>
                      <a:pt x="706434" y="902283"/>
                      <a:pt x="684047" y="910994"/>
                      <a:pt x="661660" y="910994"/>
                    </a:cubicBezTo>
                    <a:lnTo>
                      <a:pt x="87061" y="910994"/>
                    </a:lnTo>
                    <a:cubicBezTo>
                      <a:pt x="63430" y="910994"/>
                      <a:pt x="41043" y="902283"/>
                      <a:pt x="26118" y="884859"/>
                    </a:cubicBezTo>
                    <a:cubicBezTo>
                      <a:pt x="8706" y="868680"/>
                      <a:pt x="0" y="847523"/>
                      <a:pt x="0" y="823877"/>
                    </a:cubicBezTo>
                    <a:lnTo>
                      <a:pt x="0" y="87117"/>
                    </a:lnTo>
                    <a:cubicBezTo>
                      <a:pt x="0" y="63471"/>
                      <a:pt x="8706" y="42314"/>
                      <a:pt x="26118" y="26135"/>
                    </a:cubicBezTo>
                    <a:cubicBezTo>
                      <a:pt x="41043" y="8712"/>
                      <a:pt x="63430" y="0"/>
                      <a:pt x="870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7D23E55C-1AC6-AE44-84B4-932CE24C6095}"/>
                  </a:ext>
                </a:extLst>
              </p:cNvPr>
              <p:cNvSpPr/>
              <p:nvPr/>
            </p:nvSpPr>
            <p:spPr>
              <a:xfrm>
                <a:off x="13582871" y="6405619"/>
                <a:ext cx="40114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3" h="15">
                    <a:moveTo>
                      <a:pt x="316" y="15"/>
                    </a:moveTo>
                    <a:lnTo>
                      <a:pt x="8" y="15"/>
                    </a:lnTo>
                    <a:cubicBezTo>
                      <a:pt x="4" y="15"/>
                      <a:pt x="0" y="12"/>
                      <a:pt x="0" y="7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316" y="0"/>
                    </a:lnTo>
                    <a:cubicBezTo>
                      <a:pt x="320" y="0"/>
                      <a:pt x="323" y="3"/>
                      <a:pt x="323" y="7"/>
                    </a:cubicBezTo>
                    <a:cubicBezTo>
                      <a:pt x="323" y="12"/>
                      <a:pt x="320" y="15"/>
                      <a:pt x="316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30A036D7-D72D-2F44-BC9D-58F3D09763A7}"/>
                  </a:ext>
                </a:extLst>
              </p:cNvPr>
              <p:cNvSpPr/>
              <p:nvPr/>
            </p:nvSpPr>
            <p:spPr>
              <a:xfrm>
                <a:off x="13582871" y="6566382"/>
                <a:ext cx="40114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3" h="15">
                    <a:moveTo>
                      <a:pt x="316" y="15"/>
                    </a:moveTo>
                    <a:lnTo>
                      <a:pt x="8" y="15"/>
                    </a:lnTo>
                    <a:cubicBezTo>
                      <a:pt x="4" y="15"/>
                      <a:pt x="0" y="12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316" y="0"/>
                    </a:lnTo>
                    <a:cubicBezTo>
                      <a:pt x="320" y="0"/>
                      <a:pt x="323" y="3"/>
                      <a:pt x="323" y="8"/>
                    </a:cubicBezTo>
                    <a:cubicBezTo>
                      <a:pt x="323" y="12"/>
                      <a:pt x="320" y="15"/>
                      <a:pt x="316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9B97F7CE-CBE3-F74D-B142-5A6535DF1798}"/>
                  </a:ext>
                </a:extLst>
              </p:cNvPr>
              <p:cNvSpPr/>
              <p:nvPr/>
            </p:nvSpPr>
            <p:spPr>
              <a:xfrm>
                <a:off x="13582871" y="6727146"/>
                <a:ext cx="40114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3" h="15">
                    <a:moveTo>
                      <a:pt x="316" y="15"/>
                    </a:moveTo>
                    <a:lnTo>
                      <a:pt x="8" y="15"/>
                    </a:lnTo>
                    <a:cubicBezTo>
                      <a:pt x="4" y="15"/>
                      <a:pt x="0" y="12"/>
                      <a:pt x="0" y="7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316" y="0"/>
                    </a:lnTo>
                    <a:cubicBezTo>
                      <a:pt x="320" y="0"/>
                      <a:pt x="323" y="3"/>
                      <a:pt x="323" y="7"/>
                    </a:cubicBezTo>
                    <a:cubicBezTo>
                      <a:pt x="323" y="12"/>
                      <a:pt x="320" y="15"/>
                      <a:pt x="316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B3479EC-2466-334A-971E-7BB2C2BEB734}"/>
                  </a:ext>
                </a:extLst>
              </p:cNvPr>
              <p:cNvSpPr/>
              <p:nvPr/>
            </p:nvSpPr>
            <p:spPr>
              <a:xfrm>
                <a:off x="13582871" y="6886663"/>
                <a:ext cx="40114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3" h="15">
                    <a:moveTo>
                      <a:pt x="316" y="15"/>
                    </a:moveTo>
                    <a:lnTo>
                      <a:pt x="8" y="15"/>
                    </a:lnTo>
                    <a:cubicBezTo>
                      <a:pt x="4" y="15"/>
                      <a:pt x="0" y="12"/>
                      <a:pt x="0" y="8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316" y="0"/>
                    </a:lnTo>
                    <a:cubicBezTo>
                      <a:pt x="320" y="0"/>
                      <a:pt x="323" y="3"/>
                      <a:pt x="323" y="8"/>
                    </a:cubicBezTo>
                    <a:cubicBezTo>
                      <a:pt x="323" y="12"/>
                      <a:pt x="320" y="15"/>
                      <a:pt x="316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B1A0BA7-E746-B64D-9B16-7279BCD8021E}"/>
                </a:ext>
              </a:extLst>
            </p:cNvPr>
            <p:cNvGrpSpPr/>
            <p:nvPr/>
          </p:nvGrpSpPr>
          <p:grpSpPr>
            <a:xfrm>
              <a:off x="16709807" y="5989378"/>
              <a:ext cx="2588756" cy="3429620"/>
              <a:chOff x="16709807" y="5989378"/>
              <a:chExt cx="2588756" cy="3429620"/>
            </a:xfrm>
          </p:grpSpPr>
          <p:sp>
            <p:nvSpPr>
              <p:cNvPr id="163" name="Freeform 162" hidden="1">
                <a:extLst>
                  <a:ext uri="{FF2B5EF4-FFF2-40B4-BE49-F238E27FC236}">
                    <a16:creationId xmlns:a16="http://schemas.microsoft.com/office/drawing/2014/main" id="{CCB44B8C-F5B3-A841-94E3-F2A2C493F86E}"/>
                  </a:ext>
                </a:extLst>
              </p:cNvPr>
              <p:cNvSpPr/>
              <p:nvPr/>
            </p:nvSpPr>
            <p:spPr>
              <a:xfrm>
                <a:off x="16718528" y="5998102"/>
                <a:ext cx="2571314" cy="34121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65" h="2739">
                    <a:moveTo>
                      <a:pt x="1896" y="2739"/>
                    </a:moveTo>
                    <a:lnTo>
                      <a:pt x="1032" y="2739"/>
                    </a:lnTo>
                    <a:lnTo>
                      <a:pt x="169" y="2739"/>
                    </a:lnTo>
                    <a:cubicBezTo>
                      <a:pt x="122" y="2739"/>
                      <a:pt x="79" y="2720"/>
                      <a:pt x="49" y="2689"/>
                    </a:cubicBezTo>
                    <a:cubicBezTo>
                      <a:pt x="19" y="2659"/>
                      <a:pt x="0" y="2617"/>
                      <a:pt x="0" y="2570"/>
                    </a:cubicBezTo>
                    <a:lnTo>
                      <a:pt x="0" y="1370"/>
                    </a:lnTo>
                    <a:lnTo>
                      <a:pt x="0" y="169"/>
                    </a:lnTo>
                    <a:cubicBezTo>
                      <a:pt x="0" y="122"/>
                      <a:pt x="19" y="80"/>
                      <a:pt x="49" y="50"/>
                    </a:cubicBezTo>
                    <a:cubicBezTo>
                      <a:pt x="79" y="19"/>
                      <a:pt x="122" y="0"/>
                      <a:pt x="169" y="0"/>
                    </a:cubicBezTo>
                    <a:lnTo>
                      <a:pt x="1032" y="0"/>
                    </a:lnTo>
                    <a:lnTo>
                      <a:pt x="1896" y="0"/>
                    </a:lnTo>
                    <a:cubicBezTo>
                      <a:pt x="1943" y="0"/>
                      <a:pt x="1985" y="19"/>
                      <a:pt x="2016" y="50"/>
                    </a:cubicBezTo>
                    <a:cubicBezTo>
                      <a:pt x="2046" y="80"/>
                      <a:pt x="2065" y="122"/>
                      <a:pt x="2065" y="169"/>
                    </a:cubicBezTo>
                    <a:lnTo>
                      <a:pt x="2065" y="1370"/>
                    </a:lnTo>
                    <a:lnTo>
                      <a:pt x="2065" y="2570"/>
                    </a:lnTo>
                    <a:cubicBezTo>
                      <a:pt x="2065" y="2617"/>
                      <a:pt x="2046" y="2659"/>
                      <a:pt x="2016" y="2689"/>
                    </a:cubicBezTo>
                    <a:cubicBezTo>
                      <a:pt x="1985" y="2720"/>
                      <a:pt x="1943" y="2739"/>
                      <a:pt x="1896" y="273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8CDE1C0A-4209-8E41-A104-CE7DBE927AF6}"/>
                  </a:ext>
                </a:extLst>
              </p:cNvPr>
              <p:cNvSpPr/>
              <p:nvPr/>
            </p:nvSpPr>
            <p:spPr>
              <a:xfrm>
                <a:off x="16709807" y="5989378"/>
                <a:ext cx="2588756" cy="3429620"/>
              </a:xfrm>
              <a:custGeom>
                <a:avLst/>
                <a:gdLst>
                  <a:gd name="connsiteX0" fmla="*/ 219160 w 2588756"/>
                  <a:gd name="connsiteY0" fmla="*/ 17447 h 3429620"/>
                  <a:gd name="connsiteX1" fmla="*/ 75964 w 2588756"/>
                  <a:gd name="connsiteY1" fmla="*/ 77244 h 3429620"/>
                  <a:gd name="connsiteX2" fmla="*/ 17441 w 2588756"/>
                  <a:gd name="connsiteY2" fmla="*/ 219262 h 3429620"/>
                  <a:gd name="connsiteX3" fmla="*/ 17441 w 2588756"/>
                  <a:gd name="connsiteY3" fmla="*/ 3210361 h 3429620"/>
                  <a:gd name="connsiteX4" fmla="*/ 75964 w 2588756"/>
                  <a:gd name="connsiteY4" fmla="*/ 3353625 h 3429620"/>
                  <a:gd name="connsiteX5" fmla="*/ 219160 w 2588756"/>
                  <a:gd name="connsiteY5" fmla="*/ 3412176 h 3429620"/>
                  <a:gd name="connsiteX6" fmla="*/ 2369594 w 2588756"/>
                  <a:gd name="connsiteY6" fmla="*/ 3412176 h 3429620"/>
                  <a:gd name="connsiteX7" fmla="*/ 2511544 w 2588756"/>
                  <a:gd name="connsiteY7" fmla="*/ 3353625 h 3429620"/>
                  <a:gd name="connsiteX8" fmla="*/ 2570068 w 2588756"/>
                  <a:gd name="connsiteY8" fmla="*/ 3210361 h 3429620"/>
                  <a:gd name="connsiteX9" fmla="*/ 2570068 w 2588756"/>
                  <a:gd name="connsiteY9" fmla="*/ 219262 h 3429620"/>
                  <a:gd name="connsiteX10" fmla="*/ 2511544 w 2588756"/>
                  <a:gd name="connsiteY10" fmla="*/ 77244 h 3429620"/>
                  <a:gd name="connsiteX11" fmla="*/ 2369594 w 2588756"/>
                  <a:gd name="connsiteY11" fmla="*/ 17447 h 3429620"/>
                  <a:gd name="connsiteX12" fmla="*/ 219154 w 2588756"/>
                  <a:gd name="connsiteY12" fmla="*/ 0 h 3429620"/>
                  <a:gd name="connsiteX13" fmla="*/ 2369602 w 2588756"/>
                  <a:gd name="connsiteY13" fmla="*/ 0 h 3429620"/>
                  <a:gd name="connsiteX14" fmla="*/ 2524004 w 2588756"/>
                  <a:gd name="connsiteY14" fmla="*/ 64781 h 3429620"/>
                  <a:gd name="connsiteX15" fmla="*/ 2588756 w 2588756"/>
                  <a:gd name="connsiteY15" fmla="*/ 219257 h 3429620"/>
                  <a:gd name="connsiteX16" fmla="*/ 2588756 w 2588756"/>
                  <a:gd name="connsiteY16" fmla="*/ 3210364 h 3429620"/>
                  <a:gd name="connsiteX17" fmla="*/ 2524004 w 2588756"/>
                  <a:gd name="connsiteY17" fmla="*/ 3366086 h 3429620"/>
                  <a:gd name="connsiteX18" fmla="*/ 2369602 w 2588756"/>
                  <a:gd name="connsiteY18" fmla="*/ 3429620 h 3429620"/>
                  <a:gd name="connsiteX19" fmla="*/ 219154 w 2588756"/>
                  <a:gd name="connsiteY19" fmla="*/ 3429620 h 3429620"/>
                  <a:gd name="connsiteX20" fmla="*/ 63505 w 2588756"/>
                  <a:gd name="connsiteY20" fmla="*/ 3366086 h 3429620"/>
                  <a:gd name="connsiteX21" fmla="*/ 0 w 2588756"/>
                  <a:gd name="connsiteY21" fmla="*/ 3210364 h 3429620"/>
                  <a:gd name="connsiteX22" fmla="*/ 0 w 2588756"/>
                  <a:gd name="connsiteY22" fmla="*/ 219257 h 3429620"/>
                  <a:gd name="connsiteX23" fmla="*/ 63505 w 2588756"/>
                  <a:gd name="connsiteY23" fmla="*/ 64781 h 3429620"/>
                  <a:gd name="connsiteX24" fmla="*/ 219154 w 2588756"/>
                  <a:gd name="connsiteY24" fmla="*/ 0 h 34296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588756" h="3429620">
                    <a:moveTo>
                      <a:pt x="219160" y="17447"/>
                    </a:moveTo>
                    <a:cubicBezTo>
                      <a:pt x="164372" y="17447"/>
                      <a:pt x="114566" y="38625"/>
                      <a:pt x="75964" y="77244"/>
                    </a:cubicBezTo>
                    <a:cubicBezTo>
                      <a:pt x="38609" y="114617"/>
                      <a:pt x="17441" y="165694"/>
                      <a:pt x="17441" y="219262"/>
                    </a:cubicBezTo>
                    <a:lnTo>
                      <a:pt x="17441" y="3210361"/>
                    </a:lnTo>
                    <a:cubicBezTo>
                      <a:pt x="17441" y="3265175"/>
                      <a:pt x="38609" y="3315006"/>
                      <a:pt x="75964" y="3353625"/>
                    </a:cubicBezTo>
                    <a:cubicBezTo>
                      <a:pt x="114566" y="3390998"/>
                      <a:pt x="164372" y="3412176"/>
                      <a:pt x="219160" y="3412176"/>
                    </a:cubicBezTo>
                    <a:lnTo>
                      <a:pt x="2369594" y="3412176"/>
                    </a:lnTo>
                    <a:cubicBezTo>
                      <a:pt x="2423136" y="3412176"/>
                      <a:pt x="2472944" y="3390998"/>
                      <a:pt x="2511544" y="3353625"/>
                    </a:cubicBezTo>
                    <a:cubicBezTo>
                      <a:pt x="2550144" y="3315006"/>
                      <a:pt x="2570068" y="3265175"/>
                      <a:pt x="2570068" y="3210361"/>
                    </a:cubicBezTo>
                    <a:lnTo>
                      <a:pt x="2570068" y="219262"/>
                    </a:lnTo>
                    <a:cubicBezTo>
                      <a:pt x="2570068" y="165694"/>
                      <a:pt x="2550144" y="114617"/>
                      <a:pt x="2511544" y="77244"/>
                    </a:cubicBezTo>
                    <a:cubicBezTo>
                      <a:pt x="2472944" y="38625"/>
                      <a:pt x="2423136" y="17447"/>
                      <a:pt x="2369594" y="17447"/>
                    </a:cubicBezTo>
                    <a:close/>
                    <a:moveTo>
                      <a:pt x="219154" y="0"/>
                    </a:moveTo>
                    <a:lnTo>
                      <a:pt x="2369602" y="0"/>
                    </a:lnTo>
                    <a:cubicBezTo>
                      <a:pt x="2428126" y="0"/>
                      <a:pt x="2482914" y="22424"/>
                      <a:pt x="2524004" y="64781"/>
                    </a:cubicBezTo>
                    <a:cubicBezTo>
                      <a:pt x="2566342" y="105891"/>
                      <a:pt x="2588756" y="160705"/>
                      <a:pt x="2588756" y="219257"/>
                    </a:cubicBezTo>
                    <a:lnTo>
                      <a:pt x="2588756" y="3210364"/>
                    </a:lnTo>
                    <a:cubicBezTo>
                      <a:pt x="2588756" y="3270161"/>
                      <a:pt x="2566342" y="3323729"/>
                      <a:pt x="2524004" y="3366086"/>
                    </a:cubicBezTo>
                    <a:cubicBezTo>
                      <a:pt x="2482914" y="3407196"/>
                      <a:pt x="2428126" y="3429620"/>
                      <a:pt x="2369602" y="3429620"/>
                    </a:cubicBezTo>
                    <a:lnTo>
                      <a:pt x="219154" y="3429620"/>
                    </a:lnTo>
                    <a:cubicBezTo>
                      <a:pt x="160630" y="3429620"/>
                      <a:pt x="104596" y="3407196"/>
                      <a:pt x="63505" y="3366086"/>
                    </a:cubicBezTo>
                    <a:cubicBezTo>
                      <a:pt x="22413" y="3323729"/>
                      <a:pt x="0" y="3270161"/>
                      <a:pt x="0" y="3210364"/>
                    </a:cubicBezTo>
                    <a:lnTo>
                      <a:pt x="0" y="219257"/>
                    </a:lnTo>
                    <a:cubicBezTo>
                      <a:pt x="0" y="160705"/>
                      <a:pt x="22413" y="105891"/>
                      <a:pt x="63505" y="64781"/>
                    </a:cubicBezTo>
                    <a:cubicBezTo>
                      <a:pt x="104596" y="22424"/>
                      <a:pt x="160630" y="0"/>
                      <a:pt x="2191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0" name="Freeform 289">
                <a:extLst>
                  <a:ext uri="{FF2B5EF4-FFF2-40B4-BE49-F238E27FC236}">
                    <a16:creationId xmlns:a16="http://schemas.microsoft.com/office/drawing/2014/main" id="{89720576-C557-0241-96D6-2642BD8E632A}"/>
                  </a:ext>
                </a:extLst>
              </p:cNvPr>
              <p:cNvSpPr/>
              <p:nvPr/>
            </p:nvSpPr>
            <p:spPr>
              <a:xfrm>
                <a:off x="17022502" y="6254825"/>
                <a:ext cx="1612054" cy="276663"/>
              </a:xfrm>
              <a:custGeom>
                <a:avLst/>
                <a:gdLst>
                  <a:gd name="connsiteX0" fmla="*/ 139432 w 1612054"/>
                  <a:gd name="connsiteY0" fmla="*/ 17447 h 276663"/>
                  <a:gd name="connsiteX1" fmla="*/ 53540 w 1612054"/>
                  <a:gd name="connsiteY1" fmla="*/ 52162 h 276663"/>
                  <a:gd name="connsiteX2" fmla="*/ 17442 w 1612054"/>
                  <a:gd name="connsiteY2" fmla="*/ 137708 h 276663"/>
                  <a:gd name="connsiteX3" fmla="*/ 53540 w 1612054"/>
                  <a:gd name="connsiteY3" fmla="*/ 223255 h 276663"/>
                  <a:gd name="connsiteX4" fmla="*/ 139432 w 1612054"/>
                  <a:gd name="connsiteY4" fmla="*/ 257969 h 276663"/>
                  <a:gd name="connsiteX5" fmla="*/ 1472622 w 1612054"/>
                  <a:gd name="connsiteY5" fmla="*/ 257969 h 276663"/>
                  <a:gd name="connsiteX6" fmla="*/ 1558514 w 1612054"/>
                  <a:gd name="connsiteY6" fmla="*/ 223255 h 276663"/>
                  <a:gd name="connsiteX7" fmla="*/ 1594614 w 1612054"/>
                  <a:gd name="connsiteY7" fmla="*/ 137708 h 276663"/>
                  <a:gd name="connsiteX8" fmla="*/ 1558514 w 1612054"/>
                  <a:gd name="connsiteY8" fmla="*/ 52162 h 276663"/>
                  <a:gd name="connsiteX9" fmla="*/ 1472622 w 1612054"/>
                  <a:gd name="connsiteY9" fmla="*/ 17447 h 276663"/>
                  <a:gd name="connsiteX10" fmla="*/ 139420 w 1612054"/>
                  <a:gd name="connsiteY10" fmla="*/ 0 h 276663"/>
                  <a:gd name="connsiteX11" fmla="*/ 1472634 w 1612054"/>
                  <a:gd name="connsiteY11" fmla="*/ 0 h 276663"/>
                  <a:gd name="connsiteX12" fmla="*/ 1572220 w 1612054"/>
                  <a:gd name="connsiteY12" fmla="*/ 39701 h 276663"/>
                  <a:gd name="connsiteX13" fmla="*/ 1612054 w 1612054"/>
                  <a:gd name="connsiteY13" fmla="*/ 137711 h 276663"/>
                  <a:gd name="connsiteX14" fmla="*/ 1572220 w 1612054"/>
                  <a:gd name="connsiteY14" fmla="*/ 235722 h 276663"/>
                  <a:gd name="connsiteX15" fmla="*/ 1472634 w 1612054"/>
                  <a:gd name="connsiteY15" fmla="*/ 276663 h 276663"/>
                  <a:gd name="connsiteX16" fmla="*/ 139420 w 1612054"/>
                  <a:gd name="connsiteY16" fmla="*/ 276663 h 276663"/>
                  <a:gd name="connsiteX17" fmla="*/ 39834 w 1612054"/>
                  <a:gd name="connsiteY17" fmla="*/ 235722 h 276663"/>
                  <a:gd name="connsiteX18" fmla="*/ 0 w 1612054"/>
                  <a:gd name="connsiteY18" fmla="*/ 137711 h 276663"/>
                  <a:gd name="connsiteX19" fmla="*/ 39834 w 1612054"/>
                  <a:gd name="connsiteY19" fmla="*/ 39701 h 276663"/>
                  <a:gd name="connsiteX20" fmla="*/ 139420 w 1612054"/>
                  <a:gd name="connsiteY20" fmla="*/ 0 h 2766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612054" h="276663">
                    <a:moveTo>
                      <a:pt x="139432" y="17447"/>
                    </a:moveTo>
                    <a:cubicBezTo>
                      <a:pt x="107068" y="17447"/>
                      <a:pt x="77192" y="29845"/>
                      <a:pt x="53540" y="52162"/>
                    </a:cubicBezTo>
                    <a:cubicBezTo>
                      <a:pt x="31134" y="75718"/>
                      <a:pt x="17442" y="105473"/>
                      <a:pt x="17442" y="137708"/>
                    </a:cubicBezTo>
                    <a:cubicBezTo>
                      <a:pt x="17442" y="169943"/>
                      <a:pt x="31134" y="199698"/>
                      <a:pt x="53540" y="223255"/>
                    </a:cubicBezTo>
                    <a:cubicBezTo>
                      <a:pt x="77192" y="245571"/>
                      <a:pt x="107068" y="257969"/>
                      <a:pt x="139432" y="257969"/>
                    </a:cubicBezTo>
                    <a:lnTo>
                      <a:pt x="1472622" y="257969"/>
                    </a:lnTo>
                    <a:cubicBezTo>
                      <a:pt x="1506232" y="257969"/>
                      <a:pt x="1536106" y="245571"/>
                      <a:pt x="1558514" y="223255"/>
                    </a:cubicBezTo>
                    <a:cubicBezTo>
                      <a:pt x="1582164" y="199698"/>
                      <a:pt x="1594614" y="169943"/>
                      <a:pt x="1594614" y="137708"/>
                    </a:cubicBezTo>
                    <a:cubicBezTo>
                      <a:pt x="1594614" y="105473"/>
                      <a:pt x="1582164" y="75718"/>
                      <a:pt x="1558514" y="52162"/>
                    </a:cubicBezTo>
                    <a:cubicBezTo>
                      <a:pt x="1536106" y="29845"/>
                      <a:pt x="1506232" y="17447"/>
                      <a:pt x="1472622" y="17447"/>
                    </a:cubicBezTo>
                    <a:close/>
                    <a:moveTo>
                      <a:pt x="139420" y="0"/>
                    </a:moveTo>
                    <a:lnTo>
                      <a:pt x="1472634" y="0"/>
                    </a:lnTo>
                    <a:cubicBezTo>
                      <a:pt x="1509978" y="0"/>
                      <a:pt x="1544834" y="13647"/>
                      <a:pt x="1572220" y="39701"/>
                    </a:cubicBezTo>
                    <a:cubicBezTo>
                      <a:pt x="1597116" y="65754"/>
                      <a:pt x="1612054" y="100492"/>
                      <a:pt x="1612054" y="137711"/>
                    </a:cubicBezTo>
                    <a:cubicBezTo>
                      <a:pt x="1612054" y="174931"/>
                      <a:pt x="1597116" y="209669"/>
                      <a:pt x="1572220" y="235722"/>
                    </a:cubicBezTo>
                    <a:cubicBezTo>
                      <a:pt x="1544834" y="263016"/>
                      <a:pt x="1509978" y="276663"/>
                      <a:pt x="1472634" y="276663"/>
                    </a:cubicBezTo>
                    <a:lnTo>
                      <a:pt x="139420" y="276663"/>
                    </a:lnTo>
                    <a:cubicBezTo>
                      <a:pt x="102076" y="276663"/>
                      <a:pt x="67220" y="263016"/>
                      <a:pt x="39834" y="235722"/>
                    </a:cubicBezTo>
                    <a:cubicBezTo>
                      <a:pt x="14938" y="209669"/>
                      <a:pt x="0" y="174931"/>
                      <a:pt x="0" y="137711"/>
                    </a:cubicBezTo>
                    <a:cubicBezTo>
                      <a:pt x="0" y="100492"/>
                      <a:pt x="14938" y="65754"/>
                      <a:pt x="39834" y="39701"/>
                    </a:cubicBezTo>
                    <a:cubicBezTo>
                      <a:pt x="67220" y="13647"/>
                      <a:pt x="102076" y="0"/>
                      <a:pt x="1394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95FA2042-9503-224D-A8AF-2C41FA0501EA}"/>
                  </a:ext>
                </a:extLst>
              </p:cNvPr>
              <p:cNvSpPr/>
              <p:nvPr/>
            </p:nvSpPr>
            <p:spPr>
              <a:xfrm>
                <a:off x="17022502" y="6634921"/>
                <a:ext cx="1612054" cy="148301"/>
              </a:xfrm>
              <a:custGeom>
                <a:avLst/>
                <a:gdLst>
                  <a:gd name="connsiteX0" fmla="*/ 74702 w 1612054"/>
                  <a:gd name="connsiteY0" fmla="*/ 18697 h 148301"/>
                  <a:gd name="connsiteX1" fmla="*/ 34868 w 1612054"/>
                  <a:gd name="connsiteY1" fmla="*/ 34718 h 148301"/>
                  <a:gd name="connsiteX2" fmla="*/ 17442 w 1612054"/>
                  <a:gd name="connsiteY2" fmla="*/ 74154 h 148301"/>
                  <a:gd name="connsiteX3" fmla="*/ 34868 w 1612054"/>
                  <a:gd name="connsiteY3" fmla="*/ 113590 h 148301"/>
                  <a:gd name="connsiteX4" fmla="*/ 74702 w 1612054"/>
                  <a:gd name="connsiteY4" fmla="*/ 129611 h 148301"/>
                  <a:gd name="connsiteX5" fmla="*/ 1537352 w 1612054"/>
                  <a:gd name="connsiteY5" fmla="*/ 129611 h 148301"/>
                  <a:gd name="connsiteX6" fmla="*/ 1578430 w 1612054"/>
                  <a:gd name="connsiteY6" fmla="*/ 113590 h 148301"/>
                  <a:gd name="connsiteX7" fmla="*/ 1594614 w 1612054"/>
                  <a:gd name="connsiteY7" fmla="*/ 74154 h 148301"/>
                  <a:gd name="connsiteX8" fmla="*/ 1578430 w 1612054"/>
                  <a:gd name="connsiteY8" fmla="*/ 34718 h 148301"/>
                  <a:gd name="connsiteX9" fmla="*/ 1537352 w 1612054"/>
                  <a:gd name="connsiteY9" fmla="*/ 18697 h 148301"/>
                  <a:gd name="connsiteX10" fmla="*/ 74690 w 1612054"/>
                  <a:gd name="connsiteY10" fmla="*/ 0 h 148301"/>
                  <a:gd name="connsiteX11" fmla="*/ 1537364 w 1612054"/>
                  <a:gd name="connsiteY11" fmla="*/ 0 h 148301"/>
                  <a:gd name="connsiteX12" fmla="*/ 1590892 w 1612054"/>
                  <a:gd name="connsiteY12" fmla="*/ 22245 h 148301"/>
                  <a:gd name="connsiteX13" fmla="*/ 1612054 w 1612054"/>
                  <a:gd name="connsiteY13" fmla="*/ 74151 h 148301"/>
                  <a:gd name="connsiteX14" fmla="*/ 1590892 w 1612054"/>
                  <a:gd name="connsiteY14" fmla="*/ 127292 h 148301"/>
                  <a:gd name="connsiteX15" fmla="*/ 1537364 w 1612054"/>
                  <a:gd name="connsiteY15" fmla="*/ 148301 h 148301"/>
                  <a:gd name="connsiteX16" fmla="*/ 74690 w 1612054"/>
                  <a:gd name="connsiteY16" fmla="*/ 148301 h 148301"/>
                  <a:gd name="connsiteX17" fmla="*/ 22406 w 1612054"/>
                  <a:gd name="connsiteY17" fmla="*/ 127292 h 148301"/>
                  <a:gd name="connsiteX18" fmla="*/ 0 w 1612054"/>
                  <a:gd name="connsiteY18" fmla="*/ 74151 h 148301"/>
                  <a:gd name="connsiteX19" fmla="*/ 22406 w 1612054"/>
                  <a:gd name="connsiteY19" fmla="*/ 22245 h 148301"/>
                  <a:gd name="connsiteX20" fmla="*/ 74690 w 1612054"/>
                  <a:gd name="connsiteY20" fmla="*/ 0 h 148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612054" h="148301">
                    <a:moveTo>
                      <a:pt x="74702" y="18697"/>
                    </a:moveTo>
                    <a:cubicBezTo>
                      <a:pt x="59764" y="18697"/>
                      <a:pt x="46072" y="24859"/>
                      <a:pt x="34868" y="34718"/>
                    </a:cubicBezTo>
                    <a:cubicBezTo>
                      <a:pt x="23666" y="45810"/>
                      <a:pt x="17442" y="60598"/>
                      <a:pt x="17442" y="74154"/>
                    </a:cubicBezTo>
                    <a:cubicBezTo>
                      <a:pt x="17442" y="90175"/>
                      <a:pt x="23666" y="103731"/>
                      <a:pt x="34868" y="113590"/>
                    </a:cubicBezTo>
                    <a:cubicBezTo>
                      <a:pt x="46072" y="124682"/>
                      <a:pt x="59764" y="129611"/>
                      <a:pt x="74702" y="129611"/>
                    </a:cubicBezTo>
                    <a:lnTo>
                      <a:pt x="1537352" y="129611"/>
                    </a:lnTo>
                    <a:cubicBezTo>
                      <a:pt x="1552290" y="129611"/>
                      <a:pt x="1567228" y="124682"/>
                      <a:pt x="1578430" y="113590"/>
                    </a:cubicBezTo>
                    <a:cubicBezTo>
                      <a:pt x="1588390" y="103731"/>
                      <a:pt x="1594614" y="90175"/>
                      <a:pt x="1594614" y="74154"/>
                    </a:cubicBezTo>
                    <a:cubicBezTo>
                      <a:pt x="1594614" y="60598"/>
                      <a:pt x="1588390" y="45810"/>
                      <a:pt x="1578430" y="34718"/>
                    </a:cubicBezTo>
                    <a:cubicBezTo>
                      <a:pt x="1567228" y="24859"/>
                      <a:pt x="1552290" y="18697"/>
                      <a:pt x="1537352" y="18697"/>
                    </a:cubicBezTo>
                    <a:close/>
                    <a:moveTo>
                      <a:pt x="74690" y="0"/>
                    </a:moveTo>
                    <a:lnTo>
                      <a:pt x="1537364" y="0"/>
                    </a:lnTo>
                    <a:cubicBezTo>
                      <a:pt x="1557282" y="0"/>
                      <a:pt x="1575954" y="7415"/>
                      <a:pt x="1590892" y="22245"/>
                    </a:cubicBezTo>
                    <a:cubicBezTo>
                      <a:pt x="1604586" y="35840"/>
                      <a:pt x="1612054" y="54377"/>
                      <a:pt x="1612054" y="74151"/>
                    </a:cubicBezTo>
                    <a:cubicBezTo>
                      <a:pt x="1612054" y="95160"/>
                      <a:pt x="1604586" y="112462"/>
                      <a:pt x="1590892" y="127292"/>
                    </a:cubicBezTo>
                    <a:cubicBezTo>
                      <a:pt x="1575954" y="140886"/>
                      <a:pt x="1557282" y="148301"/>
                      <a:pt x="1537364" y="148301"/>
                    </a:cubicBezTo>
                    <a:lnTo>
                      <a:pt x="74690" y="148301"/>
                    </a:lnTo>
                    <a:cubicBezTo>
                      <a:pt x="54772" y="148301"/>
                      <a:pt x="36100" y="140886"/>
                      <a:pt x="22406" y="127292"/>
                    </a:cubicBezTo>
                    <a:cubicBezTo>
                      <a:pt x="7468" y="112462"/>
                      <a:pt x="0" y="95160"/>
                      <a:pt x="0" y="74151"/>
                    </a:cubicBezTo>
                    <a:cubicBezTo>
                      <a:pt x="0" y="54377"/>
                      <a:pt x="7468" y="35840"/>
                      <a:pt x="22406" y="22245"/>
                    </a:cubicBezTo>
                    <a:cubicBezTo>
                      <a:pt x="36100" y="7415"/>
                      <a:pt x="54772" y="0"/>
                      <a:pt x="746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78D92072-FC20-3F43-9A8A-62BB4C4531FE}"/>
                  </a:ext>
                </a:extLst>
              </p:cNvPr>
              <p:cNvSpPr/>
              <p:nvPr/>
            </p:nvSpPr>
            <p:spPr>
              <a:xfrm>
                <a:off x="17023747" y="7122201"/>
                <a:ext cx="818485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8" h="14">
                    <a:moveTo>
                      <a:pt x="650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650" y="0"/>
                    </a:lnTo>
                    <a:cubicBezTo>
                      <a:pt x="654" y="0"/>
                      <a:pt x="658" y="3"/>
                      <a:pt x="658" y="7"/>
                    </a:cubicBezTo>
                    <a:cubicBezTo>
                      <a:pt x="658" y="11"/>
                      <a:pt x="654" y="14"/>
                      <a:pt x="65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A47E0C4C-32E6-D34A-93FF-1D06E15E0CAD}"/>
                  </a:ext>
                </a:extLst>
              </p:cNvPr>
              <p:cNvSpPr/>
              <p:nvPr/>
            </p:nvSpPr>
            <p:spPr>
              <a:xfrm>
                <a:off x="17023747" y="7269256"/>
                <a:ext cx="118848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55" h="15">
                    <a:moveTo>
                      <a:pt x="947" y="15"/>
                    </a:moveTo>
                    <a:lnTo>
                      <a:pt x="7" y="15"/>
                    </a:lnTo>
                    <a:cubicBezTo>
                      <a:pt x="3" y="15"/>
                      <a:pt x="0" y="12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947" y="0"/>
                    </a:lnTo>
                    <a:cubicBezTo>
                      <a:pt x="952" y="0"/>
                      <a:pt x="955" y="3"/>
                      <a:pt x="955" y="8"/>
                    </a:cubicBezTo>
                    <a:cubicBezTo>
                      <a:pt x="955" y="12"/>
                      <a:pt x="952" y="15"/>
                      <a:pt x="947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BE219D5B-6E55-9F44-9068-1A48CAA63E7C}"/>
                  </a:ext>
                </a:extLst>
              </p:cNvPr>
              <p:cNvSpPr/>
              <p:nvPr/>
            </p:nvSpPr>
            <p:spPr>
              <a:xfrm>
                <a:off x="17023747" y="7415065"/>
                <a:ext cx="118848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55" h="15">
                    <a:moveTo>
                      <a:pt x="947" y="15"/>
                    </a:moveTo>
                    <a:lnTo>
                      <a:pt x="7" y="15"/>
                    </a:lnTo>
                    <a:cubicBezTo>
                      <a:pt x="3" y="15"/>
                      <a:pt x="0" y="12"/>
                      <a:pt x="0" y="7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947" y="0"/>
                    </a:lnTo>
                    <a:cubicBezTo>
                      <a:pt x="952" y="0"/>
                      <a:pt x="955" y="4"/>
                      <a:pt x="955" y="7"/>
                    </a:cubicBezTo>
                    <a:cubicBezTo>
                      <a:pt x="955" y="12"/>
                      <a:pt x="952" y="15"/>
                      <a:pt x="947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A5447392-A570-514D-A6E5-5DC08C4756C6}"/>
                  </a:ext>
                </a:extLst>
              </p:cNvPr>
              <p:cNvSpPr/>
              <p:nvPr/>
            </p:nvSpPr>
            <p:spPr>
              <a:xfrm>
                <a:off x="18518695" y="7069859"/>
                <a:ext cx="413604" cy="413748"/>
              </a:xfrm>
              <a:custGeom>
                <a:avLst/>
                <a:gdLst>
                  <a:gd name="connsiteX0" fmla="*/ 206182 w 413604"/>
                  <a:gd name="connsiteY0" fmla="*/ 18693 h 413748"/>
                  <a:gd name="connsiteX1" fmla="*/ 18688 w 413604"/>
                  <a:gd name="connsiteY1" fmla="*/ 207497 h 413748"/>
                  <a:gd name="connsiteX2" fmla="*/ 206182 w 413604"/>
                  <a:gd name="connsiteY2" fmla="*/ 396300 h 413748"/>
                  <a:gd name="connsiteX3" fmla="*/ 394916 w 413604"/>
                  <a:gd name="connsiteY3" fmla="*/ 207497 h 413748"/>
                  <a:gd name="connsiteX4" fmla="*/ 206182 w 413604"/>
                  <a:gd name="connsiteY4" fmla="*/ 18693 h 413748"/>
                  <a:gd name="connsiteX5" fmla="*/ 206182 w 413604"/>
                  <a:gd name="connsiteY5" fmla="*/ 0 h 413748"/>
                  <a:gd name="connsiteX6" fmla="*/ 413604 w 413604"/>
                  <a:gd name="connsiteY6" fmla="*/ 207495 h 413748"/>
                  <a:gd name="connsiteX7" fmla="*/ 206182 w 413604"/>
                  <a:gd name="connsiteY7" fmla="*/ 413748 h 413748"/>
                  <a:gd name="connsiteX8" fmla="*/ 0 w 413604"/>
                  <a:gd name="connsiteY8" fmla="*/ 207495 h 413748"/>
                  <a:gd name="connsiteX9" fmla="*/ 206182 w 413604"/>
                  <a:gd name="connsiteY9" fmla="*/ 0 h 41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3604" h="413748">
                    <a:moveTo>
                      <a:pt x="206182" y="18693"/>
                    </a:moveTo>
                    <a:cubicBezTo>
                      <a:pt x="103122" y="18693"/>
                      <a:pt x="18688" y="103158"/>
                      <a:pt x="18688" y="207497"/>
                    </a:cubicBezTo>
                    <a:cubicBezTo>
                      <a:pt x="18688" y="310593"/>
                      <a:pt x="103122" y="396300"/>
                      <a:pt x="206182" y="396300"/>
                    </a:cubicBezTo>
                    <a:cubicBezTo>
                      <a:pt x="310482" y="396300"/>
                      <a:pt x="394916" y="310593"/>
                      <a:pt x="394916" y="207497"/>
                    </a:cubicBezTo>
                    <a:cubicBezTo>
                      <a:pt x="394916" y="103158"/>
                      <a:pt x="310482" y="18693"/>
                      <a:pt x="206182" y="18693"/>
                    </a:cubicBezTo>
                    <a:close/>
                    <a:moveTo>
                      <a:pt x="206182" y="0"/>
                    </a:moveTo>
                    <a:cubicBezTo>
                      <a:pt x="320450" y="0"/>
                      <a:pt x="413604" y="93187"/>
                      <a:pt x="413604" y="207495"/>
                    </a:cubicBezTo>
                    <a:cubicBezTo>
                      <a:pt x="413604" y="321804"/>
                      <a:pt x="320450" y="413748"/>
                      <a:pt x="206182" y="413748"/>
                    </a:cubicBezTo>
                    <a:cubicBezTo>
                      <a:pt x="93154" y="413748"/>
                      <a:pt x="0" y="321804"/>
                      <a:pt x="0" y="207495"/>
                    </a:cubicBezTo>
                    <a:cubicBezTo>
                      <a:pt x="0" y="93187"/>
                      <a:pt x="93154" y="0"/>
                      <a:pt x="2061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A604B509-AE64-BC49-963B-1CE47B9D3664}"/>
                  </a:ext>
                </a:extLst>
              </p:cNvPr>
              <p:cNvSpPr/>
              <p:nvPr/>
            </p:nvSpPr>
            <p:spPr>
              <a:xfrm>
                <a:off x="17023747" y="7914802"/>
                <a:ext cx="81848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8" h="15">
                    <a:moveTo>
                      <a:pt x="650" y="15"/>
                    </a:moveTo>
                    <a:lnTo>
                      <a:pt x="7" y="15"/>
                    </a:lnTo>
                    <a:cubicBezTo>
                      <a:pt x="3" y="15"/>
                      <a:pt x="0" y="11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650" y="0"/>
                    </a:lnTo>
                    <a:cubicBezTo>
                      <a:pt x="654" y="0"/>
                      <a:pt x="658" y="3"/>
                      <a:pt x="658" y="8"/>
                    </a:cubicBezTo>
                    <a:cubicBezTo>
                      <a:pt x="658" y="11"/>
                      <a:pt x="654" y="15"/>
                      <a:pt x="650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B0FE1B4F-7043-3846-B063-E7B503882825}"/>
                  </a:ext>
                </a:extLst>
              </p:cNvPr>
              <p:cNvSpPr/>
              <p:nvPr/>
            </p:nvSpPr>
            <p:spPr>
              <a:xfrm>
                <a:off x="17023747" y="8063104"/>
                <a:ext cx="1188485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55" h="14">
                    <a:moveTo>
                      <a:pt x="947" y="14"/>
                    </a:moveTo>
                    <a:lnTo>
                      <a:pt x="7" y="14"/>
                    </a:lnTo>
                    <a:cubicBezTo>
                      <a:pt x="3" y="14"/>
                      <a:pt x="0" y="12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947" y="0"/>
                    </a:lnTo>
                    <a:cubicBezTo>
                      <a:pt x="952" y="0"/>
                      <a:pt x="955" y="3"/>
                      <a:pt x="955" y="7"/>
                    </a:cubicBezTo>
                    <a:cubicBezTo>
                      <a:pt x="955" y="12"/>
                      <a:pt x="952" y="14"/>
                      <a:pt x="94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029CC7E2-5F13-C443-89F4-ECC3DBB696F2}"/>
                  </a:ext>
                </a:extLst>
              </p:cNvPr>
              <p:cNvSpPr/>
              <p:nvPr/>
            </p:nvSpPr>
            <p:spPr>
              <a:xfrm>
                <a:off x="17023747" y="8208913"/>
                <a:ext cx="1188485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55" h="14">
                    <a:moveTo>
                      <a:pt x="947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947" y="0"/>
                    </a:lnTo>
                    <a:cubicBezTo>
                      <a:pt x="952" y="0"/>
                      <a:pt x="955" y="3"/>
                      <a:pt x="955" y="7"/>
                    </a:cubicBezTo>
                    <a:cubicBezTo>
                      <a:pt x="955" y="11"/>
                      <a:pt x="952" y="14"/>
                      <a:pt x="94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3" name="Freeform 292">
                <a:extLst>
                  <a:ext uri="{FF2B5EF4-FFF2-40B4-BE49-F238E27FC236}">
                    <a16:creationId xmlns:a16="http://schemas.microsoft.com/office/drawing/2014/main" id="{68574DCD-5ED5-E84A-B879-F3F191EB0A36}"/>
                  </a:ext>
                </a:extLst>
              </p:cNvPr>
              <p:cNvSpPr/>
              <p:nvPr/>
            </p:nvSpPr>
            <p:spPr>
              <a:xfrm>
                <a:off x="18518695" y="7863707"/>
                <a:ext cx="413604" cy="413748"/>
              </a:xfrm>
              <a:custGeom>
                <a:avLst/>
                <a:gdLst>
                  <a:gd name="connsiteX0" fmla="*/ 206182 w 413604"/>
                  <a:gd name="connsiteY0" fmla="*/ 17444 h 413748"/>
                  <a:gd name="connsiteX1" fmla="*/ 18688 w 413604"/>
                  <a:gd name="connsiteY1" fmla="*/ 206248 h 413748"/>
                  <a:gd name="connsiteX2" fmla="*/ 206182 w 413604"/>
                  <a:gd name="connsiteY2" fmla="*/ 395051 h 413748"/>
                  <a:gd name="connsiteX3" fmla="*/ 394916 w 413604"/>
                  <a:gd name="connsiteY3" fmla="*/ 206248 h 413748"/>
                  <a:gd name="connsiteX4" fmla="*/ 206182 w 413604"/>
                  <a:gd name="connsiteY4" fmla="*/ 17444 h 413748"/>
                  <a:gd name="connsiteX5" fmla="*/ 206182 w 413604"/>
                  <a:gd name="connsiteY5" fmla="*/ 0 h 413748"/>
                  <a:gd name="connsiteX6" fmla="*/ 413604 w 413604"/>
                  <a:gd name="connsiteY6" fmla="*/ 206253 h 413748"/>
                  <a:gd name="connsiteX7" fmla="*/ 206182 w 413604"/>
                  <a:gd name="connsiteY7" fmla="*/ 413748 h 413748"/>
                  <a:gd name="connsiteX8" fmla="*/ 0 w 413604"/>
                  <a:gd name="connsiteY8" fmla="*/ 206253 h 413748"/>
                  <a:gd name="connsiteX9" fmla="*/ 206182 w 413604"/>
                  <a:gd name="connsiteY9" fmla="*/ 0 h 41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3604" h="413748">
                    <a:moveTo>
                      <a:pt x="206182" y="17444"/>
                    </a:moveTo>
                    <a:cubicBezTo>
                      <a:pt x="103122" y="17444"/>
                      <a:pt x="18688" y="101909"/>
                      <a:pt x="18688" y="206248"/>
                    </a:cubicBezTo>
                    <a:cubicBezTo>
                      <a:pt x="18688" y="310587"/>
                      <a:pt x="103122" y="395051"/>
                      <a:pt x="206182" y="395051"/>
                    </a:cubicBezTo>
                    <a:cubicBezTo>
                      <a:pt x="310482" y="395051"/>
                      <a:pt x="394916" y="310587"/>
                      <a:pt x="394916" y="206248"/>
                    </a:cubicBezTo>
                    <a:cubicBezTo>
                      <a:pt x="394916" y="101909"/>
                      <a:pt x="310482" y="17444"/>
                      <a:pt x="206182" y="17444"/>
                    </a:cubicBezTo>
                    <a:close/>
                    <a:moveTo>
                      <a:pt x="206182" y="0"/>
                    </a:moveTo>
                    <a:cubicBezTo>
                      <a:pt x="320450" y="0"/>
                      <a:pt x="413604" y="91944"/>
                      <a:pt x="413604" y="206253"/>
                    </a:cubicBezTo>
                    <a:cubicBezTo>
                      <a:pt x="413604" y="320562"/>
                      <a:pt x="320450" y="413748"/>
                      <a:pt x="206182" y="413748"/>
                    </a:cubicBezTo>
                    <a:cubicBezTo>
                      <a:pt x="93154" y="413748"/>
                      <a:pt x="0" y="320562"/>
                      <a:pt x="0" y="206253"/>
                    </a:cubicBezTo>
                    <a:cubicBezTo>
                      <a:pt x="0" y="91944"/>
                      <a:pt x="93154" y="0"/>
                      <a:pt x="2061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C6A700F6-D04A-7D4A-B48A-A690680FB3C8}"/>
                  </a:ext>
                </a:extLst>
              </p:cNvPr>
              <p:cNvSpPr/>
              <p:nvPr/>
            </p:nvSpPr>
            <p:spPr>
              <a:xfrm>
                <a:off x="18527418" y="7872431"/>
                <a:ext cx="396162" cy="3950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9" h="318">
                    <a:moveTo>
                      <a:pt x="319" y="159"/>
                    </a:moveTo>
                    <a:cubicBezTo>
                      <a:pt x="319" y="247"/>
                      <a:pt x="247" y="318"/>
                      <a:pt x="159" y="318"/>
                    </a:cubicBezTo>
                    <a:cubicBezTo>
                      <a:pt x="72" y="318"/>
                      <a:pt x="0" y="247"/>
                      <a:pt x="0" y="159"/>
                    </a:cubicBezTo>
                    <a:cubicBezTo>
                      <a:pt x="0" y="72"/>
                      <a:pt x="72" y="0"/>
                      <a:pt x="159" y="0"/>
                    </a:cubicBezTo>
                    <a:cubicBezTo>
                      <a:pt x="247" y="0"/>
                      <a:pt x="319" y="72"/>
                      <a:pt x="319" y="15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DE5F869E-1D93-9241-8CC8-EDBE98B93726}"/>
                  </a:ext>
                </a:extLst>
              </p:cNvPr>
              <p:cNvSpPr/>
              <p:nvPr/>
            </p:nvSpPr>
            <p:spPr>
              <a:xfrm>
                <a:off x="17023747" y="8707404"/>
                <a:ext cx="81848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8" h="15">
                    <a:moveTo>
                      <a:pt x="650" y="15"/>
                    </a:moveTo>
                    <a:lnTo>
                      <a:pt x="7" y="15"/>
                    </a:lnTo>
                    <a:cubicBezTo>
                      <a:pt x="3" y="15"/>
                      <a:pt x="0" y="12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650" y="0"/>
                    </a:lnTo>
                    <a:cubicBezTo>
                      <a:pt x="654" y="0"/>
                      <a:pt x="658" y="4"/>
                      <a:pt x="658" y="8"/>
                    </a:cubicBezTo>
                    <a:cubicBezTo>
                      <a:pt x="658" y="12"/>
                      <a:pt x="654" y="15"/>
                      <a:pt x="650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3D1D011A-DBF4-FC47-8300-C47AE58D5B79}"/>
                  </a:ext>
                </a:extLst>
              </p:cNvPr>
              <p:cNvSpPr/>
              <p:nvPr/>
            </p:nvSpPr>
            <p:spPr>
              <a:xfrm>
                <a:off x="17023747" y="8855706"/>
                <a:ext cx="118848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55" h="15">
                    <a:moveTo>
                      <a:pt x="947" y="15"/>
                    </a:moveTo>
                    <a:lnTo>
                      <a:pt x="7" y="15"/>
                    </a:lnTo>
                    <a:cubicBezTo>
                      <a:pt x="3" y="15"/>
                      <a:pt x="0" y="12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947" y="0"/>
                    </a:lnTo>
                    <a:cubicBezTo>
                      <a:pt x="952" y="0"/>
                      <a:pt x="955" y="4"/>
                      <a:pt x="955" y="8"/>
                    </a:cubicBezTo>
                    <a:cubicBezTo>
                      <a:pt x="955" y="12"/>
                      <a:pt x="952" y="15"/>
                      <a:pt x="947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07FCCD72-7158-7F48-9D49-EC82168FFC03}"/>
                  </a:ext>
                </a:extLst>
              </p:cNvPr>
              <p:cNvSpPr/>
              <p:nvPr/>
            </p:nvSpPr>
            <p:spPr>
              <a:xfrm>
                <a:off x="17023747" y="9001514"/>
                <a:ext cx="1188485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55" h="15">
                    <a:moveTo>
                      <a:pt x="947" y="15"/>
                    </a:moveTo>
                    <a:lnTo>
                      <a:pt x="7" y="15"/>
                    </a:lnTo>
                    <a:cubicBezTo>
                      <a:pt x="3" y="15"/>
                      <a:pt x="0" y="11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947" y="0"/>
                    </a:lnTo>
                    <a:cubicBezTo>
                      <a:pt x="952" y="0"/>
                      <a:pt x="955" y="3"/>
                      <a:pt x="955" y="8"/>
                    </a:cubicBezTo>
                    <a:cubicBezTo>
                      <a:pt x="955" y="11"/>
                      <a:pt x="952" y="15"/>
                      <a:pt x="947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64222E69-36EF-0949-A4B5-81010715C893}"/>
                  </a:ext>
                </a:extLst>
              </p:cNvPr>
              <p:cNvSpPr/>
              <p:nvPr/>
            </p:nvSpPr>
            <p:spPr>
              <a:xfrm>
                <a:off x="18527418" y="8666279"/>
                <a:ext cx="396162" cy="3950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9" h="318">
                    <a:moveTo>
                      <a:pt x="319" y="159"/>
                    </a:moveTo>
                    <a:cubicBezTo>
                      <a:pt x="319" y="247"/>
                      <a:pt x="247" y="318"/>
                      <a:pt x="159" y="318"/>
                    </a:cubicBezTo>
                    <a:cubicBezTo>
                      <a:pt x="72" y="318"/>
                      <a:pt x="0" y="247"/>
                      <a:pt x="0" y="159"/>
                    </a:cubicBezTo>
                    <a:cubicBezTo>
                      <a:pt x="0" y="70"/>
                      <a:pt x="72" y="0"/>
                      <a:pt x="159" y="0"/>
                    </a:cubicBezTo>
                    <a:cubicBezTo>
                      <a:pt x="247" y="0"/>
                      <a:pt x="319" y="70"/>
                      <a:pt x="319" y="15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8BCD109C-1197-2448-B7CF-9706E04B666A}"/>
                  </a:ext>
                </a:extLst>
              </p:cNvPr>
              <p:cNvSpPr/>
              <p:nvPr/>
            </p:nvSpPr>
            <p:spPr>
              <a:xfrm>
                <a:off x="18518695" y="8656309"/>
                <a:ext cx="413604" cy="413748"/>
              </a:xfrm>
              <a:custGeom>
                <a:avLst/>
                <a:gdLst>
                  <a:gd name="connsiteX0" fmla="*/ 206182 w 413604"/>
                  <a:gd name="connsiteY0" fmla="*/ 18693 h 413748"/>
                  <a:gd name="connsiteX1" fmla="*/ 18688 w 413604"/>
                  <a:gd name="connsiteY1" fmla="*/ 207495 h 413748"/>
                  <a:gd name="connsiteX2" fmla="*/ 206182 w 413604"/>
                  <a:gd name="connsiteY2" fmla="*/ 395054 h 413748"/>
                  <a:gd name="connsiteX3" fmla="*/ 394916 w 413604"/>
                  <a:gd name="connsiteY3" fmla="*/ 207495 h 413748"/>
                  <a:gd name="connsiteX4" fmla="*/ 206182 w 413604"/>
                  <a:gd name="connsiteY4" fmla="*/ 18693 h 413748"/>
                  <a:gd name="connsiteX5" fmla="*/ 206182 w 413604"/>
                  <a:gd name="connsiteY5" fmla="*/ 0 h 413748"/>
                  <a:gd name="connsiteX6" fmla="*/ 413604 w 413604"/>
                  <a:gd name="connsiteY6" fmla="*/ 207495 h 413748"/>
                  <a:gd name="connsiteX7" fmla="*/ 206182 w 413604"/>
                  <a:gd name="connsiteY7" fmla="*/ 413748 h 413748"/>
                  <a:gd name="connsiteX8" fmla="*/ 0 w 413604"/>
                  <a:gd name="connsiteY8" fmla="*/ 207495 h 413748"/>
                  <a:gd name="connsiteX9" fmla="*/ 206182 w 413604"/>
                  <a:gd name="connsiteY9" fmla="*/ 0 h 4137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3604" h="413748">
                    <a:moveTo>
                      <a:pt x="206182" y="18693"/>
                    </a:moveTo>
                    <a:cubicBezTo>
                      <a:pt x="103122" y="18693"/>
                      <a:pt x="18688" y="103157"/>
                      <a:pt x="18688" y="207495"/>
                    </a:cubicBezTo>
                    <a:cubicBezTo>
                      <a:pt x="18688" y="310590"/>
                      <a:pt x="103122" y="395054"/>
                      <a:pt x="206182" y="395054"/>
                    </a:cubicBezTo>
                    <a:cubicBezTo>
                      <a:pt x="310482" y="395054"/>
                      <a:pt x="394916" y="310590"/>
                      <a:pt x="394916" y="207495"/>
                    </a:cubicBezTo>
                    <a:cubicBezTo>
                      <a:pt x="394916" y="103157"/>
                      <a:pt x="310482" y="18693"/>
                      <a:pt x="206182" y="18693"/>
                    </a:cubicBezTo>
                    <a:close/>
                    <a:moveTo>
                      <a:pt x="206182" y="0"/>
                    </a:moveTo>
                    <a:cubicBezTo>
                      <a:pt x="320450" y="0"/>
                      <a:pt x="413604" y="93186"/>
                      <a:pt x="413604" y="207495"/>
                    </a:cubicBezTo>
                    <a:cubicBezTo>
                      <a:pt x="413604" y="320561"/>
                      <a:pt x="320450" y="413748"/>
                      <a:pt x="206182" y="413748"/>
                    </a:cubicBezTo>
                    <a:cubicBezTo>
                      <a:pt x="93154" y="413748"/>
                      <a:pt x="0" y="320561"/>
                      <a:pt x="0" y="207495"/>
                    </a:cubicBezTo>
                    <a:cubicBezTo>
                      <a:pt x="0" y="93186"/>
                      <a:pt x="93154" y="0"/>
                      <a:pt x="2061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8E6B7F08-BB01-5E44-B93C-88669BB03AC5}"/>
                  </a:ext>
                </a:extLst>
              </p:cNvPr>
              <p:cNvSpPr/>
              <p:nvPr/>
            </p:nvSpPr>
            <p:spPr>
              <a:xfrm>
                <a:off x="18633310" y="8799622"/>
                <a:ext cx="206801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7" h="121">
                    <a:moveTo>
                      <a:pt x="53" y="121"/>
                    </a:moveTo>
                    <a:cubicBezTo>
                      <a:pt x="51" y="121"/>
                      <a:pt x="49" y="119"/>
                      <a:pt x="48" y="118"/>
                    </a:cubicBezTo>
                    <a:lnTo>
                      <a:pt x="1" y="71"/>
                    </a:lnTo>
                    <a:cubicBezTo>
                      <a:pt x="0" y="69"/>
                      <a:pt x="0" y="64"/>
                      <a:pt x="1" y="61"/>
                    </a:cubicBezTo>
                    <a:cubicBezTo>
                      <a:pt x="4" y="59"/>
                      <a:pt x="9" y="59"/>
                      <a:pt x="11" y="61"/>
                    </a:cubicBezTo>
                    <a:lnTo>
                      <a:pt x="53" y="102"/>
                    </a:lnTo>
                    <a:lnTo>
                      <a:pt x="154" y="2"/>
                    </a:lnTo>
                    <a:cubicBezTo>
                      <a:pt x="157" y="-1"/>
                      <a:pt x="162" y="-1"/>
                      <a:pt x="165" y="2"/>
                    </a:cubicBezTo>
                    <a:cubicBezTo>
                      <a:pt x="167" y="5"/>
                      <a:pt x="167" y="9"/>
                      <a:pt x="165" y="13"/>
                    </a:cubicBezTo>
                    <a:lnTo>
                      <a:pt x="58" y="118"/>
                    </a:lnTo>
                    <a:cubicBezTo>
                      <a:pt x="57" y="119"/>
                      <a:pt x="56" y="121"/>
                      <a:pt x="53" y="1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65110FE-0CEC-FC41-8519-6B592E4E32FE}"/>
                </a:ext>
              </a:extLst>
            </p:cNvPr>
            <p:cNvGrpSpPr/>
            <p:nvPr/>
          </p:nvGrpSpPr>
          <p:grpSpPr>
            <a:xfrm>
              <a:off x="12502343" y="7999546"/>
              <a:ext cx="4777218" cy="4355569"/>
              <a:chOff x="12502343" y="7999546"/>
              <a:chExt cx="4777218" cy="4355569"/>
            </a:xfrm>
          </p:grpSpPr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D51321D6-0320-6847-8B9F-C322A9B2E3CE}"/>
                  </a:ext>
                </a:extLst>
              </p:cNvPr>
              <p:cNvSpPr/>
              <p:nvPr/>
            </p:nvSpPr>
            <p:spPr>
              <a:xfrm>
                <a:off x="12925093" y="11116366"/>
                <a:ext cx="4345322" cy="12275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89" h="986">
                    <a:moveTo>
                      <a:pt x="174" y="986"/>
                    </a:moveTo>
                    <a:cubicBezTo>
                      <a:pt x="5" y="906"/>
                      <a:pt x="-116" y="492"/>
                      <a:pt x="177" y="272"/>
                    </a:cubicBezTo>
                    <a:cubicBezTo>
                      <a:pt x="507" y="23"/>
                      <a:pt x="1138" y="243"/>
                      <a:pt x="1138" y="243"/>
                    </a:cubicBezTo>
                    <a:lnTo>
                      <a:pt x="2312" y="87"/>
                    </a:lnTo>
                    <a:cubicBezTo>
                      <a:pt x="2312" y="87"/>
                      <a:pt x="3083" y="-148"/>
                      <a:pt x="3370" y="154"/>
                    </a:cubicBezTo>
                    <a:cubicBezTo>
                      <a:pt x="3692" y="494"/>
                      <a:pt x="3288" y="984"/>
                      <a:pt x="2995" y="98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711AB086-F793-554D-88C2-A1D603438B65}"/>
                  </a:ext>
                </a:extLst>
              </p:cNvPr>
              <p:cNvSpPr/>
              <p:nvPr/>
            </p:nvSpPr>
            <p:spPr>
              <a:xfrm>
                <a:off x="12914646" y="11108074"/>
                <a:ext cx="4364915" cy="1247041"/>
              </a:xfrm>
              <a:custGeom>
                <a:avLst/>
                <a:gdLst>
                  <a:gd name="connsiteX0" fmla="*/ 3635921 w 4364915"/>
                  <a:gd name="connsiteY0" fmla="*/ 18048 h 1247041"/>
                  <a:gd name="connsiteX1" fmla="*/ 2892383 w 4364915"/>
                  <a:gd name="connsiteY1" fmla="*/ 125327 h 1247041"/>
                  <a:gd name="connsiteX2" fmla="*/ 2891137 w 4364915"/>
                  <a:gd name="connsiteY2" fmla="*/ 125327 h 1247041"/>
                  <a:gd name="connsiteX3" fmla="*/ 1428998 w 4364915"/>
                  <a:gd name="connsiteY3" fmla="*/ 319539 h 1247041"/>
                  <a:gd name="connsiteX4" fmla="*/ 1425262 w 4364915"/>
                  <a:gd name="connsiteY4" fmla="*/ 318294 h 1247041"/>
                  <a:gd name="connsiteX5" fmla="*/ 981888 w 4364915"/>
                  <a:gd name="connsiteY5" fmla="*/ 221188 h 1247041"/>
                  <a:gd name="connsiteX6" fmla="*/ 771410 w 4364915"/>
                  <a:gd name="connsiteY6" fmla="*/ 208739 h 1247041"/>
                  <a:gd name="connsiteX7" fmla="*/ 235873 w 4364915"/>
                  <a:gd name="connsiteY7" fmla="*/ 354397 h 1247041"/>
                  <a:gd name="connsiteX8" fmla="*/ 21659 w 4364915"/>
                  <a:gd name="connsiteY8" fmla="*/ 853620 h 1247041"/>
                  <a:gd name="connsiteX9" fmla="*/ 228401 w 4364915"/>
                  <a:gd name="connsiteY9" fmla="*/ 1227104 h 1247041"/>
                  <a:gd name="connsiteX10" fmla="*/ 3740523 w 4364915"/>
                  <a:gd name="connsiteY10" fmla="*/ 1223369 h 1247041"/>
                  <a:gd name="connsiteX11" fmla="*/ 4294739 w 4364915"/>
                  <a:gd name="connsiteY11" fmla="*/ 787638 h 1247041"/>
                  <a:gd name="connsiteX12" fmla="*/ 4200087 w 4364915"/>
                  <a:gd name="connsiteY12" fmla="*/ 206249 h 1247041"/>
                  <a:gd name="connsiteX13" fmla="*/ 3635921 w 4364915"/>
                  <a:gd name="connsiteY13" fmla="*/ 18048 h 1247041"/>
                  <a:gd name="connsiteX14" fmla="*/ 3579792 w 4364915"/>
                  <a:gd name="connsiteY14" fmla="*/ 187 h 1247041"/>
                  <a:gd name="connsiteX15" fmla="*/ 4213791 w 4364915"/>
                  <a:gd name="connsiteY15" fmla="*/ 193786 h 1247041"/>
                  <a:gd name="connsiteX16" fmla="*/ 4312181 w 4364915"/>
                  <a:gd name="connsiteY16" fmla="*/ 796357 h 1247041"/>
                  <a:gd name="connsiteX17" fmla="*/ 3740526 w 4364915"/>
                  <a:gd name="connsiteY17" fmla="*/ 1243306 h 1247041"/>
                  <a:gd name="connsiteX18" fmla="*/ 227150 w 4364915"/>
                  <a:gd name="connsiteY18" fmla="*/ 1247041 h 1247041"/>
                  <a:gd name="connsiteX19" fmla="*/ 223414 w 4364915"/>
                  <a:gd name="connsiteY19" fmla="*/ 1245796 h 1247041"/>
                  <a:gd name="connsiteX20" fmla="*/ 2972 w 4364915"/>
                  <a:gd name="connsiteY20" fmla="*/ 856117 h 1247041"/>
                  <a:gd name="connsiteX21" fmla="*/ 224660 w 4364915"/>
                  <a:gd name="connsiteY21" fmla="*/ 340694 h 1247041"/>
                  <a:gd name="connsiteX22" fmla="*/ 984376 w 4364915"/>
                  <a:gd name="connsiteY22" fmla="*/ 203746 h 1247041"/>
                  <a:gd name="connsiteX23" fmla="*/ 1428996 w 4364915"/>
                  <a:gd name="connsiteY23" fmla="*/ 302100 h 1247041"/>
                  <a:gd name="connsiteX24" fmla="*/ 2887402 w 4364915"/>
                  <a:gd name="connsiteY24" fmla="*/ 107882 h 1247041"/>
                  <a:gd name="connsiteX25" fmla="*/ 3412976 w 4364915"/>
                  <a:gd name="connsiteY25" fmla="*/ 9529 h 1247041"/>
                  <a:gd name="connsiteX26" fmla="*/ 3579792 w 4364915"/>
                  <a:gd name="connsiteY26" fmla="*/ 187 h 12470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4364915" h="1247041">
                    <a:moveTo>
                      <a:pt x="3635921" y="18048"/>
                    </a:moveTo>
                    <a:cubicBezTo>
                      <a:pt x="3271559" y="11823"/>
                      <a:pt x="2897832" y="123771"/>
                      <a:pt x="2892383" y="125327"/>
                    </a:cubicBezTo>
                    <a:lnTo>
                      <a:pt x="2891137" y="125327"/>
                    </a:lnTo>
                    <a:lnTo>
                      <a:pt x="1428998" y="319539"/>
                    </a:lnTo>
                    <a:cubicBezTo>
                      <a:pt x="1427753" y="319539"/>
                      <a:pt x="1426507" y="319539"/>
                      <a:pt x="1425262" y="318294"/>
                    </a:cubicBezTo>
                    <a:cubicBezTo>
                      <a:pt x="1422771" y="318294"/>
                      <a:pt x="1225993" y="249822"/>
                      <a:pt x="981888" y="221188"/>
                    </a:cubicBezTo>
                    <a:cubicBezTo>
                      <a:pt x="904671" y="212473"/>
                      <a:pt x="834927" y="208739"/>
                      <a:pt x="771410" y="208739"/>
                    </a:cubicBezTo>
                    <a:cubicBezTo>
                      <a:pt x="496169" y="208739"/>
                      <a:pt x="330526" y="283435"/>
                      <a:pt x="235873" y="354397"/>
                    </a:cubicBezTo>
                    <a:cubicBezTo>
                      <a:pt x="22904" y="514995"/>
                      <a:pt x="10450" y="736595"/>
                      <a:pt x="21659" y="853620"/>
                    </a:cubicBezTo>
                    <a:cubicBezTo>
                      <a:pt x="39095" y="1021688"/>
                      <a:pt x="123784" y="1174816"/>
                      <a:pt x="228401" y="1227104"/>
                    </a:cubicBezTo>
                    <a:lnTo>
                      <a:pt x="3740523" y="1223369"/>
                    </a:lnTo>
                    <a:cubicBezTo>
                      <a:pt x="3942283" y="1223369"/>
                      <a:pt x="4192615" y="1027913"/>
                      <a:pt x="4294739" y="787638"/>
                    </a:cubicBezTo>
                    <a:cubicBezTo>
                      <a:pt x="4348295" y="664389"/>
                      <a:pt x="4406829" y="424114"/>
                      <a:pt x="4200087" y="206249"/>
                    </a:cubicBezTo>
                    <a:cubicBezTo>
                      <a:pt x="4069783" y="68060"/>
                      <a:pt x="3854538" y="21783"/>
                      <a:pt x="3635921" y="18048"/>
                    </a:cubicBezTo>
                    <a:close/>
                    <a:moveTo>
                      <a:pt x="3579792" y="187"/>
                    </a:moveTo>
                    <a:cubicBezTo>
                      <a:pt x="3942579" y="-5021"/>
                      <a:pt x="4124433" y="100102"/>
                      <a:pt x="4213791" y="193786"/>
                    </a:cubicBezTo>
                    <a:cubicBezTo>
                      <a:pt x="4371963" y="361859"/>
                      <a:pt x="4408079" y="575996"/>
                      <a:pt x="4312181" y="796357"/>
                    </a:cubicBezTo>
                    <a:cubicBezTo>
                      <a:pt x="4203829" y="1046599"/>
                      <a:pt x="3953495" y="1243306"/>
                      <a:pt x="3740526" y="1243306"/>
                    </a:cubicBezTo>
                    <a:lnTo>
                      <a:pt x="227150" y="1247041"/>
                    </a:lnTo>
                    <a:cubicBezTo>
                      <a:pt x="225905" y="1247041"/>
                      <a:pt x="224660" y="1247041"/>
                      <a:pt x="223414" y="1245796"/>
                    </a:cubicBezTo>
                    <a:cubicBezTo>
                      <a:pt x="111325" y="1192262"/>
                      <a:pt x="21653" y="1032904"/>
                      <a:pt x="2972" y="856117"/>
                    </a:cubicBezTo>
                    <a:cubicBezTo>
                      <a:pt x="-16955" y="650695"/>
                      <a:pt x="63998" y="462702"/>
                      <a:pt x="224660" y="340694"/>
                    </a:cubicBezTo>
                    <a:cubicBezTo>
                      <a:pt x="344221" y="251055"/>
                      <a:pt x="572136" y="155192"/>
                      <a:pt x="984376" y="203746"/>
                    </a:cubicBezTo>
                    <a:cubicBezTo>
                      <a:pt x="1217272" y="232381"/>
                      <a:pt x="1406579" y="294630"/>
                      <a:pt x="1428996" y="302100"/>
                    </a:cubicBezTo>
                    <a:lnTo>
                      <a:pt x="2887402" y="107882"/>
                    </a:lnTo>
                    <a:cubicBezTo>
                      <a:pt x="2902347" y="104147"/>
                      <a:pt x="3138980" y="34428"/>
                      <a:pt x="3412976" y="9529"/>
                    </a:cubicBezTo>
                    <a:cubicBezTo>
                      <a:pt x="3472446" y="3927"/>
                      <a:pt x="3527965" y="931"/>
                      <a:pt x="3579792" y="18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AFE5F9CB-C714-FA4E-8C3E-694C399E2B36}"/>
                  </a:ext>
                </a:extLst>
              </p:cNvPr>
              <p:cNvSpPr/>
              <p:nvPr/>
            </p:nvSpPr>
            <p:spPr>
              <a:xfrm>
                <a:off x="15040447" y="11556281"/>
                <a:ext cx="1298115" cy="41873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3" h="337">
                    <a:moveTo>
                      <a:pt x="8" y="337"/>
                    </a:moveTo>
                    <a:cubicBezTo>
                      <a:pt x="4" y="337"/>
                      <a:pt x="2" y="335"/>
                      <a:pt x="1" y="332"/>
                    </a:cubicBezTo>
                    <a:cubicBezTo>
                      <a:pt x="-1" y="328"/>
                      <a:pt x="2" y="324"/>
                      <a:pt x="5" y="323"/>
                    </a:cubicBezTo>
                    <a:lnTo>
                      <a:pt x="1034" y="0"/>
                    </a:lnTo>
                    <a:cubicBezTo>
                      <a:pt x="1038" y="-1"/>
                      <a:pt x="1042" y="2"/>
                      <a:pt x="1043" y="5"/>
                    </a:cubicBezTo>
                    <a:cubicBezTo>
                      <a:pt x="1044" y="9"/>
                      <a:pt x="1042" y="13"/>
                      <a:pt x="1038" y="14"/>
                    </a:cubicBezTo>
                    <a:lnTo>
                      <a:pt x="10" y="337"/>
                    </a:lnTo>
                    <a:cubicBezTo>
                      <a:pt x="9" y="337"/>
                      <a:pt x="9" y="337"/>
                      <a:pt x="8" y="3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B30DC211-1C9B-8940-930C-448E115F892E}"/>
                  </a:ext>
                </a:extLst>
              </p:cNvPr>
              <p:cNvSpPr/>
              <p:nvPr/>
            </p:nvSpPr>
            <p:spPr>
              <a:xfrm>
                <a:off x="14256844" y="8237576"/>
                <a:ext cx="1048957" cy="15004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3" h="1205">
                    <a:moveTo>
                      <a:pt x="792" y="583"/>
                    </a:moveTo>
                    <a:cubicBezTo>
                      <a:pt x="867" y="419"/>
                      <a:pt x="890" y="236"/>
                      <a:pt x="641" y="89"/>
                    </a:cubicBezTo>
                    <a:cubicBezTo>
                      <a:pt x="387" y="-61"/>
                      <a:pt x="260" y="13"/>
                      <a:pt x="229" y="59"/>
                    </a:cubicBezTo>
                    <a:cubicBezTo>
                      <a:pt x="128" y="204"/>
                      <a:pt x="-61" y="604"/>
                      <a:pt x="20" y="709"/>
                    </a:cubicBezTo>
                    <a:cubicBezTo>
                      <a:pt x="46" y="742"/>
                      <a:pt x="116" y="791"/>
                      <a:pt x="231" y="784"/>
                    </a:cubicBezTo>
                    <a:lnTo>
                      <a:pt x="336" y="1205"/>
                    </a:lnTo>
                    <a:lnTo>
                      <a:pt x="754" y="1107"/>
                    </a:lnTo>
                    <a:lnTo>
                      <a:pt x="657" y="728"/>
                    </a:lnTo>
                    <a:cubicBezTo>
                      <a:pt x="702" y="705"/>
                      <a:pt x="764" y="643"/>
                      <a:pt x="792" y="58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B8F2F771-B728-984D-8ABA-474B47180112}"/>
                  </a:ext>
                </a:extLst>
              </p:cNvPr>
              <p:cNvSpPr/>
              <p:nvPr/>
            </p:nvSpPr>
            <p:spPr>
              <a:xfrm>
                <a:off x="14248309" y="8227375"/>
                <a:ext cx="1067378" cy="1520631"/>
              </a:xfrm>
              <a:custGeom>
                <a:avLst/>
                <a:gdLst>
                  <a:gd name="connsiteX0" fmla="*/ 455555 w 1067378"/>
                  <a:gd name="connsiteY0" fmla="*/ 20794 h 1520631"/>
                  <a:gd name="connsiteX1" fmla="*/ 300953 w 1067378"/>
                  <a:gd name="connsiteY1" fmla="*/ 89901 h 1520631"/>
                  <a:gd name="connsiteX2" fmla="*/ 86935 w 1067378"/>
                  <a:gd name="connsiteY2" fmla="*/ 510773 h 1520631"/>
                  <a:gd name="connsiteX3" fmla="*/ 39652 w 1067378"/>
                  <a:gd name="connsiteY3" fmla="*/ 888063 h 1520631"/>
                  <a:gd name="connsiteX4" fmla="*/ 295975 w 1067378"/>
                  <a:gd name="connsiteY4" fmla="*/ 978961 h 1520631"/>
                  <a:gd name="connsiteX5" fmla="*/ 304685 w 1067378"/>
                  <a:gd name="connsiteY5" fmla="*/ 985187 h 1520631"/>
                  <a:gd name="connsiteX6" fmla="*/ 432847 w 1067378"/>
                  <a:gd name="connsiteY6" fmla="*/ 1501938 h 1520631"/>
                  <a:gd name="connsiteX7" fmla="*/ 935539 w 1067378"/>
                  <a:gd name="connsiteY7" fmla="*/ 1382401 h 1520631"/>
                  <a:gd name="connsiteX8" fmla="*/ 817332 w 1067378"/>
                  <a:gd name="connsiteY8" fmla="*/ 920438 h 1520631"/>
                  <a:gd name="connsiteX9" fmla="*/ 822309 w 1067378"/>
                  <a:gd name="connsiteY9" fmla="*/ 909231 h 1520631"/>
                  <a:gd name="connsiteX10" fmla="*/ 986555 w 1067378"/>
                  <a:gd name="connsiteY10" fmla="*/ 733661 h 1520631"/>
                  <a:gd name="connsiteX11" fmla="*/ 802400 w 1067378"/>
                  <a:gd name="connsiteY11" fmla="*/ 130992 h 1520631"/>
                  <a:gd name="connsiteX12" fmla="*/ 455555 w 1067378"/>
                  <a:gd name="connsiteY12" fmla="*/ 20794 h 1520631"/>
                  <a:gd name="connsiteX13" fmla="*/ 476771 w 1067378"/>
                  <a:gd name="connsiteY13" fmla="*/ 9 h 1520631"/>
                  <a:gd name="connsiteX14" fmla="*/ 811124 w 1067378"/>
                  <a:gd name="connsiteY14" fmla="*/ 113545 h 1520631"/>
                  <a:gd name="connsiteX15" fmla="*/ 1002752 w 1067378"/>
                  <a:gd name="connsiteY15" fmla="*/ 739885 h 1520631"/>
                  <a:gd name="connsiteX16" fmla="*/ 837255 w 1067378"/>
                  <a:gd name="connsiteY16" fmla="*/ 920440 h 1520631"/>
                  <a:gd name="connsiteX17" fmla="*/ 955467 w 1067378"/>
                  <a:gd name="connsiteY17" fmla="*/ 1386149 h 1520631"/>
                  <a:gd name="connsiteX18" fmla="*/ 954223 w 1067378"/>
                  <a:gd name="connsiteY18" fmla="*/ 1393620 h 1520631"/>
                  <a:gd name="connsiteX19" fmla="*/ 949246 w 1067378"/>
                  <a:gd name="connsiteY19" fmla="*/ 1397355 h 1520631"/>
                  <a:gd name="connsiteX20" fmla="*/ 429111 w 1067378"/>
                  <a:gd name="connsiteY20" fmla="*/ 1520631 h 1520631"/>
                  <a:gd name="connsiteX21" fmla="*/ 426623 w 1067378"/>
                  <a:gd name="connsiteY21" fmla="*/ 1520631 h 1520631"/>
                  <a:gd name="connsiteX22" fmla="*/ 417912 w 1067378"/>
                  <a:gd name="connsiteY22" fmla="*/ 1513160 h 1520631"/>
                  <a:gd name="connsiteX23" fmla="*/ 288501 w 1067378"/>
                  <a:gd name="connsiteY23" fmla="*/ 996398 h 1520631"/>
                  <a:gd name="connsiteX24" fmla="*/ 25945 w 1067378"/>
                  <a:gd name="connsiteY24" fmla="*/ 898027 h 1520631"/>
                  <a:gd name="connsiteX25" fmla="*/ 286012 w 1067378"/>
                  <a:gd name="connsiteY25" fmla="*/ 77434 h 1520631"/>
                  <a:gd name="connsiteX26" fmla="*/ 476771 w 1067378"/>
                  <a:gd name="connsiteY26" fmla="*/ 9 h 15206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7378" h="1520631">
                    <a:moveTo>
                      <a:pt x="455555" y="20794"/>
                    </a:moveTo>
                    <a:cubicBezTo>
                      <a:pt x="372810" y="24529"/>
                      <a:pt x="322106" y="58149"/>
                      <a:pt x="300953" y="89901"/>
                    </a:cubicBezTo>
                    <a:cubicBezTo>
                      <a:pt x="243715" y="172083"/>
                      <a:pt x="151638" y="338938"/>
                      <a:pt x="86935" y="510773"/>
                    </a:cubicBezTo>
                    <a:cubicBezTo>
                      <a:pt x="16011" y="700041"/>
                      <a:pt x="-1409" y="834520"/>
                      <a:pt x="39652" y="888063"/>
                    </a:cubicBezTo>
                    <a:cubicBezTo>
                      <a:pt x="75737" y="934135"/>
                      <a:pt x="164081" y="986433"/>
                      <a:pt x="295975" y="978961"/>
                    </a:cubicBezTo>
                    <a:cubicBezTo>
                      <a:pt x="300953" y="978961"/>
                      <a:pt x="303441" y="981452"/>
                      <a:pt x="304685" y="985187"/>
                    </a:cubicBezTo>
                    <a:lnTo>
                      <a:pt x="432847" y="1501938"/>
                    </a:lnTo>
                    <a:lnTo>
                      <a:pt x="935539" y="1382401"/>
                    </a:lnTo>
                    <a:lnTo>
                      <a:pt x="817332" y="920438"/>
                    </a:lnTo>
                    <a:cubicBezTo>
                      <a:pt x="816088" y="916702"/>
                      <a:pt x="818576" y="911722"/>
                      <a:pt x="822309" y="909231"/>
                    </a:cubicBezTo>
                    <a:cubicBezTo>
                      <a:pt x="874569" y="883082"/>
                      <a:pt x="950471" y="808371"/>
                      <a:pt x="986555" y="733661"/>
                    </a:cubicBezTo>
                    <a:cubicBezTo>
                      <a:pt x="1062456" y="566806"/>
                      <a:pt x="1127159" y="323995"/>
                      <a:pt x="802400" y="130992"/>
                    </a:cubicBezTo>
                    <a:cubicBezTo>
                      <a:pt x="653086" y="43207"/>
                      <a:pt x="538300" y="17058"/>
                      <a:pt x="455555" y="20794"/>
                    </a:cubicBezTo>
                    <a:close/>
                    <a:moveTo>
                      <a:pt x="476771" y="9"/>
                    </a:moveTo>
                    <a:cubicBezTo>
                      <a:pt x="557162" y="601"/>
                      <a:pt x="666469" y="28093"/>
                      <a:pt x="811124" y="113545"/>
                    </a:cubicBezTo>
                    <a:cubicBezTo>
                      <a:pt x="1149585" y="314024"/>
                      <a:pt x="1082390" y="566801"/>
                      <a:pt x="1002752" y="739885"/>
                    </a:cubicBezTo>
                    <a:cubicBezTo>
                      <a:pt x="966666" y="815843"/>
                      <a:pt x="892006" y="890555"/>
                      <a:pt x="837255" y="920440"/>
                    </a:cubicBezTo>
                    <a:lnTo>
                      <a:pt x="955467" y="1386149"/>
                    </a:lnTo>
                    <a:cubicBezTo>
                      <a:pt x="955467" y="1389884"/>
                      <a:pt x="955467" y="1391129"/>
                      <a:pt x="954223" y="1393620"/>
                    </a:cubicBezTo>
                    <a:cubicBezTo>
                      <a:pt x="952979" y="1396110"/>
                      <a:pt x="950490" y="1397355"/>
                      <a:pt x="949246" y="1397355"/>
                    </a:cubicBezTo>
                    <a:lnTo>
                      <a:pt x="429111" y="1520631"/>
                    </a:lnTo>
                    <a:cubicBezTo>
                      <a:pt x="427867" y="1520631"/>
                      <a:pt x="427867" y="1520631"/>
                      <a:pt x="426623" y="1520631"/>
                    </a:cubicBezTo>
                    <a:cubicBezTo>
                      <a:pt x="422890" y="1520631"/>
                      <a:pt x="419157" y="1518141"/>
                      <a:pt x="417912" y="1513160"/>
                    </a:cubicBezTo>
                    <a:lnTo>
                      <a:pt x="288501" y="996398"/>
                    </a:lnTo>
                    <a:cubicBezTo>
                      <a:pt x="155357" y="1001379"/>
                      <a:pt x="63275" y="947835"/>
                      <a:pt x="25945" y="898027"/>
                    </a:cubicBezTo>
                    <a:cubicBezTo>
                      <a:pt x="-79824" y="761054"/>
                      <a:pt x="164067" y="254254"/>
                      <a:pt x="286012" y="77434"/>
                    </a:cubicBezTo>
                    <a:cubicBezTo>
                      <a:pt x="289123" y="72765"/>
                      <a:pt x="342785" y="-976"/>
                      <a:pt x="476771" y="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44EFC254-4F1C-3548-9DFA-49ADBBA5193D}"/>
                  </a:ext>
                </a:extLst>
              </p:cNvPr>
              <p:cNvSpPr/>
              <p:nvPr/>
            </p:nvSpPr>
            <p:spPr>
              <a:xfrm>
                <a:off x="14478595" y="7999546"/>
                <a:ext cx="1035253" cy="12462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32" h="1001">
                    <a:moveTo>
                      <a:pt x="760" y="291"/>
                    </a:moveTo>
                    <a:cubicBezTo>
                      <a:pt x="734" y="233"/>
                      <a:pt x="701" y="201"/>
                      <a:pt x="665" y="193"/>
                    </a:cubicBezTo>
                    <a:cubicBezTo>
                      <a:pt x="632" y="187"/>
                      <a:pt x="605" y="203"/>
                      <a:pt x="593" y="212"/>
                    </a:cubicBezTo>
                    <a:cubicBezTo>
                      <a:pt x="575" y="182"/>
                      <a:pt x="509" y="76"/>
                      <a:pt x="427" y="48"/>
                    </a:cubicBezTo>
                    <a:cubicBezTo>
                      <a:pt x="391" y="35"/>
                      <a:pt x="362" y="35"/>
                      <a:pt x="340" y="46"/>
                    </a:cubicBezTo>
                    <a:cubicBezTo>
                      <a:pt x="327" y="53"/>
                      <a:pt x="320" y="63"/>
                      <a:pt x="315" y="70"/>
                    </a:cubicBezTo>
                    <a:cubicBezTo>
                      <a:pt x="291" y="55"/>
                      <a:pt x="207" y="9"/>
                      <a:pt x="115" y="0"/>
                    </a:cubicBezTo>
                    <a:cubicBezTo>
                      <a:pt x="79" y="-4"/>
                      <a:pt x="45" y="18"/>
                      <a:pt x="22" y="59"/>
                    </a:cubicBezTo>
                    <a:cubicBezTo>
                      <a:pt x="-7" y="112"/>
                      <a:pt x="-14" y="200"/>
                      <a:pt x="39" y="266"/>
                    </a:cubicBezTo>
                    <a:cubicBezTo>
                      <a:pt x="98" y="341"/>
                      <a:pt x="178" y="356"/>
                      <a:pt x="199" y="359"/>
                    </a:cubicBezTo>
                    <a:cubicBezTo>
                      <a:pt x="206" y="385"/>
                      <a:pt x="243" y="494"/>
                      <a:pt x="389" y="511"/>
                    </a:cubicBezTo>
                    <a:lnTo>
                      <a:pt x="335" y="609"/>
                    </a:lnTo>
                    <a:cubicBezTo>
                      <a:pt x="334" y="610"/>
                      <a:pt x="334" y="612"/>
                      <a:pt x="334" y="614"/>
                    </a:cubicBezTo>
                    <a:cubicBezTo>
                      <a:pt x="335" y="616"/>
                      <a:pt x="336" y="618"/>
                      <a:pt x="338" y="618"/>
                    </a:cubicBezTo>
                    <a:lnTo>
                      <a:pt x="414" y="660"/>
                    </a:lnTo>
                    <a:cubicBezTo>
                      <a:pt x="416" y="661"/>
                      <a:pt x="418" y="661"/>
                      <a:pt x="419" y="661"/>
                    </a:cubicBezTo>
                    <a:cubicBezTo>
                      <a:pt x="421" y="660"/>
                      <a:pt x="423" y="659"/>
                      <a:pt x="424" y="657"/>
                    </a:cubicBezTo>
                    <a:cubicBezTo>
                      <a:pt x="424" y="656"/>
                      <a:pt x="452" y="601"/>
                      <a:pt x="493" y="589"/>
                    </a:cubicBezTo>
                    <a:cubicBezTo>
                      <a:pt x="511" y="584"/>
                      <a:pt x="528" y="587"/>
                      <a:pt x="545" y="597"/>
                    </a:cubicBezTo>
                    <a:cubicBezTo>
                      <a:pt x="575" y="615"/>
                      <a:pt x="577" y="687"/>
                      <a:pt x="549" y="740"/>
                    </a:cubicBezTo>
                    <a:cubicBezTo>
                      <a:pt x="538" y="761"/>
                      <a:pt x="506" y="807"/>
                      <a:pt x="449" y="780"/>
                    </a:cubicBezTo>
                    <a:cubicBezTo>
                      <a:pt x="446" y="778"/>
                      <a:pt x="441" y="779"/>
                      <a:pt x="440" y="782"/>
                    </a:cubicBezTo>
                    <a:cubicBezTo>
                      <a:pt x="438" y="785"/>
                      <a:pt x="398" y="845"/>
                      <a:pt x="412" y="923"/>
                    </a:cubicBezTo>
                    <a:cubicBezTo>
                      <a:pt x="424" y="990"/>
                      <a:pt x="443" y="1001"/>
                      <a:pt x="471" y="1001"/>
                    </a:cubicBezTo>
                    <a:cubicBezTo>
                      <a:pt x="476" y="1001"/>
                      <a:pt x="482" y="1001"/>
                      <a:pt x="488" y="1001"/>
                    </a:cubicBezTo>
                    <a:cubicBezTo>
                      <a:pt x="508" y="999"/>
                      <a:pt x="549" y="993"/>
                      <a:pt x="575" y="985"/>
                    </a:cubicBezTo>
                    <a:cubicBezTo>
                      <a:pt x="589" y="981"/>
                      <a:pt x="601" y="972"/>
                      <a:pt x="608" y="960"/>
                    </a:cubicBezTo>
                    <a:cubicBezTo>
                      <a:pt x="614" y="949"/>
                      <a:pt x="618" y="935"/>
                      <a:pt x="615" y="921"/>
                    </a:cubicBezTo>
                    <a:lnTo>
                      <a:pt x="613" y="902"/>
                    </a:lnTo>
                    <a:cubicBezTo>
                      <a:pt x="629" y="887"/>
                      <a:pt x="705" y="813"/>
                      <a:pt x="724" y="790"/>
                    </a:cubicBezTo>
                    <a:cubicBezTo>
                      <a:pt x="831" y="666"/>
                      <a:pt x="885" y="570"/>
                      <a:pt x="760" y="29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932E4A8A-7AEF-0D47-AA71-9953D3BB05CC}"/>
                  </a:ext>
                </a:extLst>
              </p:cNvPr>
              <p:cNvSpPr/>
              <p:nvPr/>
            </p:nvSpPr>
            <p:spPr>
              <a:xfrm>
                <a:off x="14534656" y="9177233"/>
                <a:ext cx="117104" cy="1682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5" h="136">
                    <a:moveTo>
                      <a:pt x="92" y="3"/>
                    </a:moveTo>
                    <a:cubicBezTo>
                      <a:pt x="89" y="0"/>
                      <a:pt x="86" y="-1"/>
                      <a:pt x="82" y="1"/>
                    </a:cubicBezTo>
                    <a:cubicBezTo>
                      <a:pt x="31" y="22"/>
                      <a:pt x="7" y="23"/>
                      <a:pt x="7" y="23"/>
                    </a:cubicBezTo>
                    <a:cubicBezTo>
                      <a:pt x="5" y="23"/>
                      <a:pt x="2" y="24"/>
                      <a:pt x="1" y="26"/>
                    </a:cubicBezTo>
                    <a:cubicBezTo>
                      <a:pt x="0" y="27"/>
                      <a:pt x="0" y="30"/>
                      <a:pt x="0" y="32"/>
                    </a:cubicBezTo>
                    <a:lnTo>
                      <a:pt x="24" y="131"/>
                    </a:lnTo>
                    <a:cubicBezTo>
                      <a:pt x="25" y="133"/>
                      <a:pt x="27" y="136"/>
                      <a:pt x="30" y="136"/>
                    </a:cubicBezTo>
                    <a:cubicBezTo>
                      <a:pt x="31" y="136"/>
                      <a:pt x="31" y="136"/>
                      <a:pt x="32" y="136"/>
                    </a:cubicBezTo>
                    <a:cubicBezTo>
                      <a:pt x="34" y="136"/>
                      <a:pt x="36" y="136"/>
                      <a:pt x="37" y="134"/>
                    </a:cubicBezTo>
                    <a:cubicBezTo>
                      <a:pt x="38" y="133"/>
                      <a:pt x="63" y="107"/>
                      <a:pt x="77" y="77"/>
                    </a:cubicBezTo>
                    <a:cubicBezTo>
                      <a:pt x="87" y="56"/>
                      <a:pt x="102" y="12"/>
                      <a:pt x="92" y="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C1DBE9EC-6A1C-B048-84D0-19BB92BAA78F}"/>
                  </a:ext>
                </a:extLst>
              </p:cNvPr>
              <p:cNvSpPr/>
              <p:nvPr/>
            </p:nvSpPr>
            <p:spPr>
              <a:xfrm>
                <a:off x="15581121" y="11096426"/>
                <a:ext cx="692660" cy="8125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7" h="653">
                    <a:moveTo>
                      <a:pt x="303" y="0"/>
                    </a:moveTo>
                    <a:lnTo>
                      <a:pt x="243" y="174"/>
                    </a:lnTo>
                    <a:cubicBezTo>
                      <a:pt x="243" y="174"/>
                      <a:pt x="123" y="210"/>
                      <a:pt x="85" y="290"/>
                    </a:cubicBezTo>
                    <a:cubicBezTo>
                      <a:pt x="52" y="363"/>
                      <a:pt x="0" y="481"/>
                      <a:pt x="0" y="481"/>
                    </a:cubicBezTo>
                    <a:cubicBezTo>
                      <a:pt x="0" y="481"/>
                      <a:pt x="54" y="556"/>
                      <a:pt x="132" y="425"/>
                    </a:cubicBezTo>
                    <a:cubicBezTo>
                      <a:pt x="132" y="425"/>
                      <a:pt x="83" y="577"/>
                      <a:pt x="78" y="599"/>
                    </a:cubicBezTo>
                    <a:cubicBezTo>
                      <a:pt x="71" y="625"/>
                      <a:pt x="100" y="681"/>
                      <a:pt x="164" y="636"/>
                    </a:cubicBezTo>
                    <a:cubicBezTo>
                      <a:pt x="164" y="636"/>
                      <a:pt x="238" y="662"/>
                      <a:pt x="267" y="609"/>
                    </a:cubicBezTo>
                    <a:cubicBezTo>
                      <a:pt x="267" y="609"/>
                      <a:pt x="337" y="632"/>
                      <a:pt x="353" y="577"/>
                    </a:cubicBezTo>
                    <a:cubicBezTo>
                      <a:pt x="353" y="577"/>
                      <a:pt x="404" y="614"/>
                      <a:pt x="425" y="556"/>
                    </a:cubicBezTo>
                    <a:lnTo>
                      <a:pt x="473" y="363"/>
                    </a:lnTo>
                    <a:cubicBezTo>
                      <a:pt x="473" y="363"/>
                      <a:pt x="508" y="312"/>
                      <a:pt x="557" y="234"/>
                    </a:cubicBezTo>
                    <a:cubicBezTo>
                      <a:pt x="429" y="170"/>
                      <a:pt x="336" y="47"/>
                      <a:pt x="30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963A9118-18FD-5349-87D9-DF7D6E915939}"/>
                  </a:ext>
                </a:extLst>
              </p:cNvPr>
              <p:cNvSpPr/>
              <p:nvPr/>
            </p:nvSpPr>
            <p:spPr>
              <a:xfrm>
                <a:off x="15572825" y="11087236"/>
                <a:ext cx="711436" cy="830455"/>
              </a:xfrm>
              <a:custGeom>
                <a:avLst/>
                <a:gdLst>
                  <a:gd name="connsiteX0" fmla="*/ 387576 w 711436"/>
                  <a:gd name="connsiteY0" fmla="*/ 29130 h 830455"/>
                  <a:gd name="connsiteX1" fmla="*/ 319185 w 711436"/>
                  <a:gd name="connsiteY1" fmla="*/ 228210 h 830455"/>
                  <a:gd name="connsiteX2" fmla="*/ 312967 w 711436"/>
                  <a:gd name="connsiteY2" fmla="*/ 234431 h 830455"/>
                  <a:gd name="connsiteX3" fmla="*/ 122715 w 711436"/>
                  <a:gd name="connsiteY3" fmla="*/ 375032 h 830455"/>
                  <a:gd name="connsiteX4" fmla="*/ 19507 w 711436"/>
                  <a:gd name="connsiteY4" fmla="*/ 606462 h 830455"/>
                  <a:gd name="connsiteX5" fmla="*/ 61785 w 711436"/>
                  <a:gd name="connsiteY5" fmla="*/ 625126 h 830455"/>
                  <a:gd name="connsiteX6" fmla="*/ 164994 w 711436"/>
                  <a:gd name="connsiteY6" fmla="*/ 533052 h 830455"/>
                  <a:gd name="connsiteX7" fmla="*/ 172455 w 711436"/>
                  <a:gd name="connsiteY7" fmla="*/ 529319 h 830455"/>
                  <a:gd name="connsiteX8" fmla="*/ 176185 w 711436"/>
                  <a:gd name="connsiteY8" fmla="*/ 529319 h 830455"/>
                  <a:gd name="connsiteX9" fmla="*/ 181159 w 711436"/>
                  <a:gd name="connsiteY9" fmla="*/ 541761 h 830455"/>
                  <a:gd name="connsiteX10" fmla="*/ 114011 w 711436"/>
                  <a:gd name="connsiteY10" fmla="*/ 757017 h 830455"/>
                  <a:gd name="connsiteX11" fmla="*/ 133907 w 711436"/>
                  <a:gd name="connsiteY11" fmla="*/ 805542 h 830455"/>
                  <a:gd name="connsiteX12" fmla="*/ 207272 w 711436"/>
                  <a:gd name="connsiteY12" fmla="*/ 793100 h 830455"/>
                  <a:gd name="connsiteX13" fmla="*/ 215976 w 711436"/>
                  <a:gd name="connsiteY13" fmla="*/ 791856 h 830455"/>
                  <a:gd name="connsiteX14" fmla="*/ 331619 w 711436"/>
                  <a:gd name="connsiteY14" fmla="*/ 763238 h 830455"/>
                  <a:gd name="connsiteX15" fmla="*/ 341567 w 711436"/>
                  <a:gd name="connsiteY15" fmla="*/ 758261 h 830455"/>
                  <a:gd name="connsiteX16" fmla="*/ 413689 w 711436"/>
                  <a:gd name="connsiteY16" fmla="*/ 757017 h 830455"/>
                  <a:gd name="connsiteX17" fmla="*/ 438558 w 711436"/>
                  <a:gd name="connsiteY17" fmla="*/ 724666 h 830455"/>
                  <a:gd name="connsiteX18" fmla="*/ 443532 w 711436"/>
                  <a:gd name="connsiteY18" fmla="*/ 718445 h 830455"/>
                  <a:gd name="connsiteX19" fmla="*/ 452237 w 711436"/>
                  <a:gd name="connsiteY19" fmla="*/ 719689 h 830455"/>
                  <a:gd name="connsiteX20" fmla="*/ 499489 w 711436"/>
                  <a:gd name="connsiteY20" fmla="*/ 730887 h 830455"/>
                  <a:gd name="connsiteX21" fmla="*/ 528089 w 711436"/>
                  <a:gd name="connsiteY21" fmla="*/ 698537 h 830455"/>
                  <a:gd name="connsiteX22" fmla="*/ 586532 w 711436"/>
                  <a:gd name="connsiteY22" fmla="*/ 458397 h 830455"/>
                  <a:gd name="connsiteX23" fmla="*/ 587775 w 711436"/>
                  <a:gd name="connsiteY23" fmla="*/ 455908 h 830455"/>
                  <a:gd name="connsiteX24" fmla="*/ 688497 w 711436"/>
                  <a:gd name="connsiteY24" fmla="*/ 304109 h 830455"/>
                  <a:gd name="connsiteX25" fmla="*/ 387576 w 711436"/>
                  <a:gd name="connsiteY25" fmla="*/ 29130 h 830455"/>
                  <a:gd name="connsiteX26" fmla="*/ 385094 w 711436"/>
                  <a:gd name="connsiteY26" fmla="*/ 466 h 830455"/>
                  <a:gd name="connsiteX27" fmla="*/ 393800 w 711436"/>
                  <a:gd name="connsiteY27" fmla="*/ 4199 h 830455"/>
                  <a:gd name="connsiteX28" fmla="*/ 705947 w 711436"/>
                  <a:gd name="connsiteY28" fmla="*/ 291647 h 830455"/>
                  <a:gd name="connsiteX29" fmla="*/ 710921 w 711436"/>
                  <a:gd name="connsiteY29" fmla="*/ 297868 h 830455"/>
                  <a:gd name="connsiteX30" fmla="*/ 709677 w 711436"/>
                  <a:gd name="connsiteY30" fmla="*/ 305335 h 830455"/>
                  <a:gd name="connsiteX31" fmla="*/ 605214 w 711436"/>
                  <a:gd name="connsiteY31" fmla="*/ 464613 h 830455"/>
                  <a:gd name="connsiteX32" fmla="*/ 546764 w 711436"/>
                  <a:gd name="connsiteY32" fmla="*/ 703530 h 830455"/>
                  <a:gd name="connsiteX33" fmla="*/ 506968 w 711436"/>
                  <a:gd name="connsiteY33" fmla="*/ 748327 h 830455"/>
                  <a:gd name="connsiteX34" fmla="*/ 452249 w 711436"/>
                  <a:gd name="connsiteY34" fmla="*/ 740861 h 830455"/>
                  <a:gd name="connsiteX35" fmla="*/ 422403 w 711436"/>
                  <a:gd name="connsiteY35" fmla="*/ 771970 h 830455"/>
                  <a:gd name="connsiteX36" fmla="*/ 344055 w 711436"/>
                  <a:gd name="connsiteY36" fmla="*/ 778192 h 830455"/>
                  <a:gd name="connsiteX37" fmla="*/ 214719 w 711436"/>
                  <a:gd name="connsiteY37" fmla="*/ 811790 h 830455"/>
                  <a:gd name="connsiteX38" fmla="*/ 158757 w 711436"/>
                  <a:gd name="connsiteY38" fmla="*/ 830455 h 830455"/>
                  <a:gd name="connsiteX39" fmla="*/ 125179 w 711436"/>
                  <a:gd name="connsiteY39" fmla="*/ 820500 h 830455"/>
                  <a:gd name="connsiteX40" fmla="*/ 96576 w 711436"/>
                  <a:gd name="connsiteY40" fmla="*/ 753305 h 830455"/>
                  <a:gd name="connsiteX41" fmla="*/ 146320 w 711436"/>
                  <a:gd name="connsiteY41" fmla="*/ 592782 h 830455"/>
                  <a:gd name="connsiteX42" fmla="*/ 62998 w 711436"/>
                  <a:gd name="connsiteY42" fmla="*/ 642556 h 830455"/>
                  <a:gd name="connsiteX43" fmla="*/ 60511 w 711436"/>
                  <a:gd name="connsiteY43" fmla="*/ 642556 h 830455"/>
                  <a:gd name="connsiteX44" fmla="*/ 2061 w 711436"/>
                  <a:gd name="connsiteY44" fmla="*/ 612692 h 830455"/>
                  <a:gd name="connsiteX45" fmla="*/ 818 w 711436"/>
                  <a:gd name="connsiteY45" fmla="*/ 603981 h 830455"/>
                  <a:gd name="connsiteX46" fmla="*/ 107768 w 711436"/>
                  <a:gd name="connsiteY46" fmla="*/ 366308 h 830455"/>
                  <a:gd name="connsiteX47" fmla="*/ 304259 w 711436"/>
                  <a:gd name="connsiteY47" fmla="*/ 218229 h 830455"/>
                  <a:gd name="connsiteX48" fmla="*/ 377633 w 711436"/>
                  <a:gd name="connsiteY48" fmla="*/ 6688 h 830455"/>
                  <a:gd name="connsiteX49" fmla="*/ 385094 w 711436"/>
                  <a:gd name="connsiteY49" fmla="*/ 466 h 8304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711436" h="830455">
                    <a:moveTo>
                      <a:pt x="387576" y="29130"/>
                    </a:moveTo>
                    <a:lnTo>
                      <a:pt x="319185" y="228210"/>
                    </a:lnTo>
                    <a:cubicBezTo>
                      <a:pt x="317941" y="230699"/>
                      <a:pt x="315454" y="233187"/>
                      <a:pt x="312967" y="234431"/>
                    </a:cubicBezTo>
                    <a:cubicBezTo>
                      <a:pt x="311724" y="235676"/>
                      <a:pt x="167481" y="277980"/>
                      <a:pt x="122715" y="375032"/>
                    </a:cubicBezTo>
                    <a:cubicBezTo>
                      <a:pt x="86655" y="453420"/>
                      <a:pt x="30698" y="579089"/>
                      <a:pt x="19507" y="606462"/>
                    </a:cubicBezTo>
                    <a:cubicBezTo>
                      <a:pt x="24481" y="612684"/>
                      <a:pt x="40646" y="625126"/>
                      <a:pt x="61785" y="625126"/>
                    </a:cubicBezTo>
                    <a:cubicBezTo>
                      <a:pt x="94116" y="622638"/>
                      <a:pt x="128933" y="591531"/>
                      <a:pt x="164994" y="533052"/>
                    </a:cubicBezTo>
                    <a:cubicBezTo>
                      <a:pt x="166237" y="530563"/>
                      <a:pt x="169968" y="529319"/>
                      <a:pt x="172455" y="529319"/>
                    </a:cubicBezTo>
                    <a:cubicBezTo>
                      <a:pt x="173698" y="529319"/>
                      <a:pt x="174941" y="529319"/>
                      <a:pt x="176185" y="529319"/>
                    </a:cubicBezTo>
                    <a:cubicBezTo>
                      <a:pt x="181159" y="530563"/>
                      <a:pt x="182402" y="536784"/>
                      <a:pt x="181159" y="541761"/>
                    </a:cubicBezTo>
                    <a:cubicBezTo>
                      <a:pt x="181159" y="543006"/>
                      <a:pt x="120229" y="728399"/>
                      <a:pt x="114011" y="757017"/>
                    </a:cubicBezTo>
                    <a:cubicBezTo>
                      <a:pt x="110281" y="770704"/>
                      <a:pt x="118985" y="794344"/>
                      <a:pt x="133907" y="805542"/>
                    </a:cubicBezTo>
                    <a:cubicBezTo>
                      <a:pt x="152559" y="817985"/>
                      <a:pt x="177428" y="814252"/>
                      <a:pt x="207272" y="793100"/>
                    </a:cubicBezTo>
                    <a:cubicBezTo>
                      <a:pt x="209759" y="791856"/>
                      <a:pt x="212246" y="791856"/>
                      <a:pt x="215976" y="791856"/>
                    </a:cubicBezTo>
                    <a:cubicBezTo>
                      <a:pt x="218463" y="793100"/>
                      <a:pt x="300533" y="821718"/>
                      <a:pt x="331619" y="763238"/>
                    </a:cubicBezTo>
                    <a:cubicBezTo>
                      <a:pt x="334106" y="758261"/>
                      <a:pt x="337837" y="757017"/>
                      <a:pt x="341567" y="758261"/>
                    </a:cubicBezTo>
                    <a:cubicBezTo>
                      <a:pt x="342811" y="758261"/>
                      <a:pt x="385089" y="771948"/>
                      <a:pt x="413689" y="757017"/>
                    </a:cubicBezTo>
                    <a:cubicBezTo>
                      <a:pt x="426124" y="749551"/>
                      <a:pt x="433584" y="738353"/>
                      <a:pt x="438558" y="724666"/>
                    </a:cubicBezTo>
                    <a:cubicBezTo>
                      <a:pt x="439802" y="720933"/>
                      <a:pt x="441045" y="719689"/>
                      <a:pt x="443532" y="718445"/>
                    </a:cubicBezTo>
                    <a:cubicBezTo>
                      <a:pt x="447263" y="717201"/>
                      <a:pt x="449750" y="717201"/>
                      <a:pt x="452237" y="719689"/>
                    </a:cubicBezTo>
                    <a:cubicBezTo>
                      <a:pt x="453480" y="719689"/>
                      <a:pt x="478350" y="737109"/>
                      <a:pt x="499489" y="730887"/>
                    </a:cubicBezTo>
                    <a:cubicBezTo>
                      <a:pt x="511923" y="727155"/>
                      <a:pt x="521871" y="715956"/>
                      <a:pt x="528089" y="698537"/>
                    </a:cubicBezTo>
                    <a:lnTo>
                      <a:pt x="586532" y="458397"/>
                    </a:lnTo>
                    <a:cubicBezTo>
                      <a:pt x="586532" y="458397"/>
                      <a:pt x="587775" y="457152"/>
                      <a:pt x="587775" y="455908"/>
                    </a:cubicBezTo>
                    <a:cubicBezTo>
                      <a:pt x="587775" y="454664"/>
                      <a:pt x="631297" y="393695"/>
                      <a:pt x="688497" y="304109"/>
                    </a:cubicBezTo>
                    <a:cubicBezTo>
                      <a:pt x="543010" y="228210"/>
                      <a:pt x="436071" y="96320"/>
                      <a:pt x="387576" y="29130"/>
                    </a:cubicBezTo>
                    <a:close/>
                    <a:moveTo>
                      <a:pt x="385094" y="466"/>
                    </a:moveTo>
                    <a:cubicBezTo>
                      <a:pt x="388825" y="-778"/>
                      <a:pt x="392556" y="466"/>
                      <a:pt x="393800" y="4199"/>
                    </a:cubicBezTo>
                    <a:cubicBezTo>
                      <a:pt x="436082" y="65173"/>
                      <a:pt x="549251" y="213252"/>
                      <a:pt x="705947" y="291647"/>
                    </a:cubicBezTo>
                    <a:cubicBezTo>
                      <a:pt x="708434" y="292891"/>
                      <a:pt x="710921" y="295380"/>
                      <a:pt x="710921" y="297868"/>
                    </a:cubicBezTo>
                    <a:cubicBezTo>
                      <a:pt x="712165" y="300357"/>
                      <a:pt x="710921" y="302846"/>
                      <a:pt x="709677" y="305335"/>
                    </a:cubicBezTo>
                    <a:cubicBezTo>
                      <a:pt x="654958" y="393684"/>
                      <a:pt x="612676" y="454658"/>
                      <a:pt x="605214" y="464613"/>
                    </a:cubicBezTo>
                    <a:lnTo>
                      <a:pt x="546764" y="703530"/>
                    </a:lnTo>
                    <a:cubicBezTo>
                      <a:pt x="538059" y="727173"/>
                      <a:pt x="524379" y="743350"/>
                      <a:pt x="506968" y="748327"/>
                    </a:cubicBezTo>
                    <a:cubicBezTo>
                      <a:pt x="485827" y="754549"/>
                      <a:pt x="464686" y="747083"/>
                      <a:pt x="452249" y="740861"/>
                    </a:cubicBezTo>
                    <a:cubicBezTo>
                      <a:pt x="446031" y="754549"/>
                      <a:pt x="436082" y="765748"/>
                      <a:pt x="422403" y="771970"/>
                    </a:cubicBezTo>
                    <a:cubicBezTo>
                      <a:pt x="395043" y="786902"/>
                      <a:pt x="360222" y="781925"/>
                      <a:pt x="344055" y="778192"/>
                    </a:cubicBezTo>
                    <a:cubicBezTo>
                      <a:pt x="314208" y="826722"/>
                      <a:pt x="249540" y="821744"/>
                      <a:pt x="214719" y="811790"/>
                    </a:cubicBezTo>
                    <a:cubicBezTo>
                      <a:pt x="192334" y="825478"/>
                      <a:pt x="173680" y="830455"/>
                      <a:pt x="158757" y="830455"/>
                    </a:cubicBezTo>
                    <a:cubicBezTo>
                      <a:pt x="143833" y="830455"/>
                      <a:pt x="132641" y="825478"/>
                      <a:pt x="125179" y="820500"/>
                    </a:cubicBezTo>
                    <a:cubicBezTo>
                      <a:pt x="101550" y="804323"/>
                      <a:pt x="92845" y="773214"/>
                      <a:pt x="96576" y="753305"/>
                    </a:cubicBezTo>
                    <a:cubicBezTo>
                      <a:pt x="101550" y="734639"/>
                      <a:pt x="127666" y="650023"/>
                      <a:pt x="146320" y="592782"/>
                    </a:cubicBezTo>
                    <a:cubicBezTo>
                      <a:pt x="118961" y="625135"/>
                      <a:pt x="91601" y="642556"/>
                      <a:pt x="62998" y="642556"/>
                    </a:cubicBezTo>
                    <a:cubicBezTo>
                      <a:pt x="62998" y="642556"/>
                      <a:pt x="61755" y="642556"/>
                      <a:pt x="60511" y="642556"/>
                    </a:cubicBezTo>
                    <a:cubicBezTo>
                      <a:pt x="23203" y="642556"/>
                      <a:pt x="2061" y="613936"/>
                      <a:pt x="2061" y="612692"/>
                    </a:cubicBezTo>
                    <a:cubicBezTo>
                      <a:pt x="-426" y="610203"/>
                      <a:pt x="-426" y="606470"/>
                      <a:pt x="818" y="603981"/>
                    </a:cubicBezTo>
                    <a:cubicBezTo>
                      <a:pt x="2061" y="601492"/>
                      <a:pt x="66729" y="454658"/>
                      <a:pt x="107768" y="366308"/>
                    </a:cubicBezTo>
                    <a:cubicBezTo>
                      <a:pt x="151295" y="271737"/>
                      <a:pt x="278143" y="226940"/>
                      <a:pt x="304259" y="218229"/>
                    </a:cubicBezTo>
                    <a:lnTo>
                      <a:pt x="377633" y="6688"/>
                    </a:lnTo>
                    <a:cubicBezTo>
                      <a:pt x="378876" y="2955"/>
                      <a:pt x="381363" y="466"/>
                      <a:pt x="385094" y="4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21A453A8-9625-2440-AF79-67A74B54216F}"/>
                  </a:ext>
                </a:extLst>
              </p:cNvPr>
              <p:cNvSpPr/>
              <p:nvPr/>
            </p:nvSpPr>
            <p:spPr>
              <a:xfrm>
                <a:off x="12740712" y="9281916"/>
                <a:ext cx="3863200" cy="22918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02" h="1840">
                    <a:moveTo>
                      <a:pt x="3098" y="1050"/>
                    </a:moveTo>
                    <a:cubicBezTo>
                      <a:pt x="3052" y="852"/>
                      <a:pt x="2718" y="493"/>
                      <a:pt x="2521" y="296"/>
                    </a:cubicBezTo>
                    <a:cubicBezTo>
                      <a:pt x="2282" y="58"/>
                      <a:pt x="1941" y="171"/>
                      <a:pt x="1941" y="171"/>
                    </a:cubicBezTo>
                    <a:lnTo>
                      <a:pt x="1607" y="303"/>
                    </a:lnTo>
                    <a:lnTo>
                      <a:pt x="1505" y="171"/>
                    </a:lnTo>
                    <a:cubicBezTo>
                      <a:pt x="1505" y="171"/>
                      <a:pt x="1325" y="124"/>
                      <a:pt x="1095" y="242"/>
                    </a:cubicBezTo>
                    <a:cubicBezTo>
                      <a:pt x="864" y="361"/>
                      <a:pt x="567" y="556"/>
                      <a:pt x="567" y="556"/>
                    </a:cubicBezTo>
                    <a:lnTo>
                      <a:pt x="333" y="0"/>
                    </a:lnTo>
                    <a:lnTo>
                      <a:pt x="0" y="118"/>
                    </a:lnTo>
                    <a:cubicBezTo>
                      <a:pt x="0" y="118"/>
                      <a:pt x="142" y="1070"/>
                      <a:pt x="459" y="1114"/>
                    </a:cubicBezTo>
                    <a:cubicBezTo>
                      <a:pt x="692" y="1147"/>
                      <a:pt x="1060" y="909"/>
                      <a:pt x="1060" y="909"/>
                    </a:cubicBezTo>
                    <a:cubicBezTo>
                      <a:pt x="1060" y="909"/>
                      <a:pt x="1219" y="1645"/>
                      <a:pt x="1302" y="1749"/>
                    </a:cubicBezTo>
                    <a:cubicBezTo>
                      <a:pt x="1302" y="1749"/>
                      <a:pt x="1638" y="2050"/>
                      <a:pt x="2460" y="1559"/>
                    </a:cubicBezTo>
                    <a:lnTo>
                      <a:pt x="2363" y="1266"/>
                    </a:lnTo>
                    <a:lnTo>
                      <a:pt x="2325" y="860"/>
                    </a:lnTo>
                    <a:lnTo>
                      <a:pt x="2678" y="1183"/>
                    </a:lnTo>
                    <a:lnTo>
                      <a:pt x="2583" y="1456"/>
                    </a:lnTo>
                    <a:cubicBezTo>
                      <a:pt x="2616" y="1503"/>
                      <a:pt x="2709" y="1626"/>
                      <a:pt x="2837" y="1690"/>
                    </a:cubicBezTo>
                    <a:cubicBezTo>
                      <a:pt x="2950" y="1511"/>
                      <a:pt x="3130" y="1194"/>
                      <a:pt x="3098" y="105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21A518A9-2C6C-4B40-8228-E12C494DE3CA}"/>
                  </a:ext>
                </a:extLst>
              </p:cNvPr>
              <p:cNvSpPr/>
              <p:nvPr/>
            </p:nvSpPr>
            <p:spPr>
              <a:xfrm>
                <a:off x="12731991" y="9273460"/>
                <a:ext cx="3880157" cy="2311487"/>
              </a:xfrm>
              <a:custGeom>
                <a:avLst/>
                <a:gdLst>
                  <a:gd name="connsiteX0" fmla="*/ 417211 w 3880157"/>
                  <a:gd name="connsiteY0" fmla="*/ 19672 h 2311487"/>
                  <a:gd name="connsiteX1" fmla="*/ 18687 w 3880157"/>
                  <a:gd name="connsiteY1" fmla="*/ 161664 h 2311487"/>
                  <a:gd name="connsiteX2" fmla="*/ 580357 w 3880157"/>
                  <a:gd name="connsiteY2" fmla="*/ 1387282 h 2311487"/>
                  <a:gd name="connsiteX3" fmla="*/ 1059831 w 3880157"/>
                  <a:gd name="connsiteY3" fmla="*/ 1275182 h 2311487"/>
                  <a:gd name="connsiteX4" fmla="*/ 1325099 w 3880157"/>
                  <a:gd name="connsiteY4" fmla="*/ 1131945 h 2311487"/>
                  <a:gd name="connsiteX5" fmla="*/ 1332571 w 3880157"/>
                  <a:gd name="connsiteY5" fmla="*/ 1131945 h 2311487"/>
                  <a:gd name="connsiteX6" fmla="*/ 1338798 w 3880157"/>
                  <a:gd name="connsiteY6" fmla="*/ 1138172 h 2311487"/>
                  <a:gd name="connsiteX7" fmla="*/ 1636446 w 3880157"/>
                  <a:gd name="connsiteY7" fmla="*/ 2180694 h 2311487"/>
                  <a:gd name="connsiteX8" fmla="*/ 1970210 w 3880157"/>
                  <a:gd name="connsiteY8" fmla="*/ 2289057 h 2311487"/>
                  <a:gd name="connsiteX9" fmla="*/ 3059924 w 3880157"/>
                  <a:gd name="connsiteY9" fmla="*/ 1946532 h 2311487"/>
                  <a:gd name="connsiteX10" fmla="*/ 2942858 w 3880157"/>
                  <a:gd name="connsiteY10" fmla="*/ 1587814 h 2311487"/>
                  <a:gd name="connsiteX11" fmla="*/ 2942858 w 3880157"/>
                  <a:gd name="connsiteY11" fmla="*/ 1586569 h 2311487"/>
                  <a:gd name="connsiteX12" fmla="*/ 2895533 w 3880157"/>
                  <a:gd name="connsiteY12" fmla="*/ 1080877 h 2311487"/>
                  <a:gd name="connsiteX13" fmla="*/ 2900515 w 3880157"/>
                  <a:gd name="connsiteY13" fmla="*/ 1072158 h 2311487"/>
                  <a:gd name="connsiteX14" fmla="*/ 2911723 w 3880157"/>
                  <a:gd name="connsiteY14" fmla="*/ 1073404 h 2311487"/>
                  <a:gd name="connsiteX15" fmla="*/ 3350099 w 3880157"/>
                  <a:gd name="connsiteY15" fmla="*/ 1474470 h 2311487"/>
                  <a:gd name="connsiteX16" fmla="*/ 3352590 w 3880157"/>
                  <a:gd name="connsiteY16" fmla="*/ 1484434 h 2311487"/>
                  <a:gd name="connsiteX17" fmla="*/ 3235524 w 3880157"/>
                  <a:gd name="connsiteY17" fmla="*/ 1820732 h 2311487"/>
                  <a:gd name="connsiteX18" fmla="*/ 3539399 w 3880157"/>
                  <a:gd name="connsiteY18" fmla="*/ 2100980 h 2311487"/>
                  <a:gd name="connsiteX19" fmla="*/ 3856973 w 3880157"/>
                  <a:gd name="connsiteY19" fmla="*/ 1318776 h 2311487"/>
                  <a:gd name="connsiteX20" fmla="*/ 3140875 w 3880157"/>
                  <a:gd name="connsiteY20" fmla="*/ 384617 h 2311487"/>
                  <a:gd name="connsiteX21" fmla="*/ 2429758 w 3880157"/>
                  <a:gd name="connsiteY21" fmla="*/ 228924 h 2311487"/>
                  <a:gd name="connsiteX22" fmla="*/ 2013798 w 3880157"/>
                  <a:gd name="connsiteY22" fmla="*/ 394581 h 2311487"/>
                  <a:gd name="connsiteX23" fmla="*/ 2002590 w 3880157"/>
                  <a:gd name="connsiteY23" fmla="*/ 392090 h 2311487"/>
                  <a:gd name="connsiteX24" fmla="*/ 1878051 w 3880157"/>
                  <a:gd name="connsiteY24" fmla="*/ 228924 h 2311487"/>
                  <a:gd name="connsiteX25" fmla="*/ 1376160 w 3880157"/>
                  <a:gd name="connsiteY25" fmla="*/ 318603 h 2311487"/>
                  <a:gd name="connsiteX26" fmla="*/ 719840 w 3880157"/>
                  <a:gd name="connsiteY26" fmla="*/ 709704 h 2311487"/>
                  <a:gd name="connsiteX27" fmla="*/ 712368 w 3880157"/>
                  <a:gd name="connsiteY27" fmla="*/ 710950 h 2311487"/>
                  <a:gd name="connsiteX28" fmla="*/ 706141 w 3880157"/>
                  <a:gd name="connsiteY28" fmla="*/ 704722 h 2311487"/>
                  <a:gd name="connsiteX29" fmla="*/ 419697 w 3880157"/>
                  <a:gd name="connsiteY29" fmla="*/ 978 h 2311487"/>
                  <a:gd name="connsiteX30" fmla="*/ 430905 w 3880157"/>
                  <a:gd name="connsiteY30" fmla="*/ 5960 h 2311487"/>
                  <a:gd name="connsiteX31" fmla="*/ 718591 w 3880157"/>
                  <a:gd name="connsiteY31" fmla="*/ 688525 h 2311487"/>
                  <a:gd name="connsiteX32" fmla="*/ 1367440 w 3880157"/>
                  <a:gd name="connsiteY32" fmla="*/ 303648 h 2311487"/>
                  <a:gd name="connsiteX33" fmla="*/ 1734831 w 3880157"/>
                  <a:gd name="connsiteY33" fmla="*/ 202758 h 2311487"/>
                  <a:gd name="connsiteX34" fmla="*/ 1885523 w 3880157"/>
                  <a:gd name="connsiteY34" fmla="*/ 212722 h 2311487"/>
                  <a:gd name="connsiteX35" fmla="*/ 1890505 w 3880157"/>
                  <a:gd name="connsiteY35" fmla="*/ 216459 h 2311487"/>
                  <a:gd name="connsiteX36" fmla="*/ 2013798 w 3880157"/>
                  <a:gd name="connsiteY36" fmla="*/ 375890 h 2311487"/>
                  <a:gd name="connsiteX37" fmla="*/ 2423532 w 3880157"/>
                  <a:gd name="connsiteY37" fmla="*/ 213968 h 2311487"/>
                  <a:gd name="connsiteX38" fmla="*/ 3154577 w 3880157"/>
                  <a:gd name="connsiteY38" fmla="*/ 373399 h 2311487"/>
                  <a:gd name="connsiteX39" fmla="*/ 3585483 w 3880157"/>
                  <a:gd name="connsiteY39" fmla="*/ 841729 h 2311487"/>
                  <a:gd name="connsiteX40" fmla="*/ 3875659 w 3880157"/>
                  <a:gd name="connsiteY40" fmla="*/ 1315041 h 2311487"/>
                  <a:gd name="connsiteX41" fmla="*/ 3549366 w 3880157"/>
                  <a:gd name="connsiteY41" fmla="*/ 2119671 h 2311487"/>
                  <a:gd name="connsiteX42" fmla="*/ 3538158 w 3880157"/>
                  <a:gd name="connsiteY42" fmla="*/ 2122162 h 2311487"/>
                  <a:gd name="connsiteX43" fmla="*/ 3218092 w 3880157"/>
                  <a:gd name="connsiteY43" fmla="*/ 1828211 h 2311487"/>
                  <a:gd name="connsiteX44" fmla="*/ 3216847 w 3880157"/>
                  <a:gd name="connsiteY44" fmla="*/ 1820737 h 2311487"/>
                  <a:gd name="connsiteX45" fmla="*/ 3332668 w 3880157"/>
                  <a:gd name="connsiteY45" fmla="*/ 1485682 h 2311487"/>
                  <a:gd name="connsiteX46" fmla="*/ 2915462 w 3880157"/>
                  <a:gd name="connsiteY46" fmla="*/ 1104542 h 2311487"/>
                  <a:gd name="connsiteX47" fmla="*/ 2960296 w 3880157"/>
                  <a:gd name="connsiteY47" fmla="*/ 1585327 h 2311487"/>
                  <a:gd name="connsiteX48" fmla="*/ 3079853 w 3880157"/>
                  <a:gd name="connsiteY48" fmla="*/ 1947784 h 2311487"/>
                  <a:gd name="connsiteX49" fmla="*/ 3076117 w 3880157"/>
                  <a:gd name="connsiteY49" fmla="*/ 1958994 h 2311487"/>
                  <a:gd name="connsiteX50" fmla="*/ 2041197 w 3880157"/>
                  <a:gd name="connsiteY50" fmla="*/ 2311487 h 2311487"/>
                  <a:gd name="connsiteX51" fmla="*/ 1966473 w 3880157"/>
                  <a:gd name="connsiteY51" fmla="*/ 2307750 h 2311487"/>
                  <a:gd name="connsiteX52" fmla="*/ 1623991 w 3880157"/>
                  <a:gd name="connsiteY52" fmla="*/ 2195650 h 2311487"/>
                  <a:gd name="connsiteX53" fmla="*/ 1622745 w 3880157"/>
                  <a:gd name="connsiteY53" fmla="*/ 2194404 h 2311487"/>
                  <a:gd name="connsiteX54" fmla="*/ 1322606 w 3880157"/>
                  <a:gd name="connsiteY54" fmla="*/ 1156855 h 2311487"/>
                  <a:gd name="connsiteX55" fmla="*/ 577862 w 3880157"/>
                  <a:gd name="connsiteY55" fmla="*/ 1405967 h 2311487"/>
                  <a:gd name="connsiteX56" fmla="*/ 136993 w 3880157"/>
                  <a:gd name="connsiteY56" fmla="*/ 759522 h 2311487"/>
                  <a:gd name="connsiteX57" fmla="*/ 0 w 3880157"/>
                  <a:gd name="connsiteY57" fmla="*/ 159163 h 2311487"/>
                  <a:gd name="connsiteX58" fmla="*/ 6227 w 3880157"/>
                  <a:gd name="connsiteY58" fmla="*/ 147953 h 23114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3880157" h="2311487">
                    <a:moveTo>
                      <a:pt x="417211" y="19672"/>
                    </a:moveTo>
                    <a:lnTo>
                      <a:pt x="18687" y="161664"/>
                    </a:lnTo>
                    <a:cubicBezTo>
                      <a:pt x="34877" y="262553"/>
                      <a:pt x="214213" y="1336214"/>
                      <a:pt x="580357" y="1387282"/>
                    </a:cubicBezTo>
                    <a:cubicBezTo>
                      <a:pt x="697423" y="1403474"/>
                      <a:pt x="863060" y="1364862"/>
                      <a:pt x="1059831" y="1275182"/>
                    </a:cubicBezTo>
                    <a:cubicBezTo>
                      <a:pt x="1208032" y="1206677"/>
                      <a:pt x="1322608" y="1133190"/>
                      <a:pt x="1325099" y="1131945"/>
                    </a:cubicBezTo>
                    <a:cubicBezTo>
                      <a:pt x="1326344" y="1130699"/>
                      <a:pt x="1330081" y="1130699"/>
                      <a:pt x="1332571" y="1131945"/>
                    </a:cubicBezTo>
                    <a:cubicBezTo>
                      <a:pt x="1336307" y="1133190"/>
                      <a:pt x="1337553" y="1135681"/>
                      <a:pt x="1338798" y="1138172"/>
                    </a:cubicBezTo>
                    <a:cubicBezTo>
                      <a:pt x="1340043" y="1148137"/>
                      <a:pt x="1536815" y="2052403"/>
                      <a:pt x="1636446" y="2180694"/>
                    </a:cubicBezTo>
                    <a:cubicBezTo>
                      <a:pt x="1645164" y="2188168"/>
                      <a:pt x="1751021" y="2274110"/>
                      <a:pt x="1970210" y="2289057"/>
                    </a:cubicBezTo>
                    <a:cubicBezTo>
                      <a:pt x="2348808" y="2316459"/>
                      <a:pt x="2770994" y="2118417"/>
                      <a:pt x="3059924" y="1946532"/>
                    </a:cubicBezTo>
                    <a:lnTo>
                      <a:pt x="2942858" y="1587814"/>
                    </a:lnTo>
                    <a:lnTo>
                      <a:pt x="2942858" y="1586569"/>
                    </a:lnTo>
                    <a:lnTo>
                      <a:pt x="2895533" y="1080877"/>
                    </a:lnTo>
                    <a:cubicBezTo>
                      <a:pt x="2895533" y="1077141"/>
                      <a:pt x="2896779" y="1073404"/>
                      <a:pt x="2900515" y="1072158"/>
                    </a:cubicBezTo>
                    <a:cubicBezTo>
                      <a:pt x="2903005" y="1069667"/>
                      <a:pt x="2907987" y="1070913"/>
                      <a:pt x="2911723" y="1073404"/>
                    </a:cubicBezTo>
                    <a:lnTo>
                      <a:pt x="3350099" y="1474470"/>
                    </a:lnTo>
                    <a:cubicBezTo>
                      <a:pt x="3352590" y="1476961"/>
                      <a:pt x="3353836" y="1481943"/>
                      <a:pt x="3352590" y="1484434"/>
                    </a:cubicBezTo>
                    <a:lnTo>
                      <a:pt x="3235524" y="1820732"/>
                    </a:lnTo>
                    <a:cubicBezTo>
                      <a:pt x="3279113" y="1881763"/>
                      <a:pt x="3388707" y="2023756"/>
                      <a:pt x="3539399" y="2100980"/>
                    </a:cubicBezTo>
                    <a:cubicBezTo>
                      <a:pt x="3676391" y="1880518"/>
                      <a:pt x="3896825" y="1491907"/>
                      <a:pt x="3856973" y="1318776"/>
                    </a:cubicBezTo>
                    <a:cubicBezTo>
                      <a:pt x="3798439" y="1060948"/>
                      <a:pt x="3337646" y="580168"/>
                      <a:pt x="3140875" y="384617"/>
                    </a:cubicBezTo>
                    <a:cubicBezTo>
                      <a:pt x="2850699" y="95650"/>
                      <a:pt x="2433494" y="228924"/>
                      <a:pt x="2429758" y="228924"/>
                    </a:cubicBezTo>
                    <a:lnTo>
                      <a:pt x="2013798" y="394581"/>
                    </a:lnTo>
                    <a:cubicBezTo>
                      <a:pt x="2010062" y="395827"/>
                      <a:pt x="2005081" y="394581"/>
                      <a:pt x="2002590" y="392090"/>
                    </a:cubicBezTo>
                    <a:lnTo>
                      <a:pt x="1878051" y="228924"/>
                    </a:lnTo>
                    <a:cubicBezTo>
                      <a:pt x="1850653" y="222696"/>
                      <a:pt x="1638937" y="182839"/>
                      <a:pt x="1376160" y="318603"/>
                    </a:cubicBezTo>
                    <a:cubicBezTo>
                      <a:pt x="1093457" y="464332"/>
                      <a:pt x="723577" y="707213"/>
                      <a:pt x="719840" y="709704"/>
                    </a:cubicBezTo>
                    <a:cubicBezTo>
                      <a:pt x="717350" y="710950"/>
                      <a:pt x="714859" y="710950"/>
                      <a:pt x="712368" y="710950"/>
                    </a:cubicBezTo>
                    <a:cubicBezTo>
                      <a:pt x="708632" y="709704"/>
                      <a:pt x="707387" y="707213"/>
                      <a:pt x="706141" y="704722"/>
                    </a:cubicBezTo>
                    <a:close/>
                    <a:moveTo>
                      <a:pt x="419697" y="978"/>
                    </a:moveTo>
                    <a:cubicBezTo>
                      <a:pt x="424679" y="-1514"/>
                      <a:pt x="429660" y="978"/>
                      <a:pt x="430905" y="5960"/>
                    </a:cubicBezTo>
                    <a:lnTo>
                      <a:pt x="718591" y="688525"/>
                    </a:lnTo>
                    <a:cubicBezTo>
                      <a:pt x="778370" y="649913"/>
                      <a:pt x="1109644" y="435677"/>
                      <a:pt x="1367440" y="303648"/>
                    </a:cubicBezTo>
                    <a:cubicBezTo>
                      <a:pt x="1516887" y="226424"/>
                      <a:pt x="1650144" y="205249"/>
                      <a:pt x="1734831" y="202758"/>
                    </a:cubicBezTo>
                    <a:cubicBezTo>
                      <a:pt x="1826989" y="197776"/>
                      <a:pt x="1883032" y="211477"/>
                      <a:pt x="1885523" y="212722"/>
                    </a:cubicBezTo>
                    <a:cubicBezTo>
                      <a:pt x="1888014" y="213968"/>
                      <a:pt x="1889259" y="213968"/>
                      <a:pt x="1890505" y="216459"/>
                    </a:cubicBezTo>
                    <a:lnTo>
                      <a:pt x="2013798" y="375890"/>
                    </a:lnTo>
                    <a:lnTo>
                      <a:pt x="2423532" y="213968"/>
                    </a:lnTo>
                    <a:cubicBezTo>
                      <a:pt x="2427268" y="211477"/>
                      <a:pt x="2855683" y="74465"/>
                      <a:pt x="3154577" y="373399"/>
                    </a:cubicBezTo>
                    <a:cubicBezTo>
                      <a:pt x="3269153" y="487991"/>
                      <a:pt x="3438526" y="662369"/>
                      <a:pt x="3585483" y="841729"/>
                    </a:cubicBezTo>
                    <a:cubicBezTo>
                      <a:pt x="3752365" y="1046000"/>
                      <a:pt x="3850751" y="1205432"/>
                      <a:pt x="3875659" y="1315041"/>
                    </a:cubicBezTo>
                    <a:cubicBezTo>
                      <a:pt x="3893094" y="1393511"/>
                      <a:pt x="3874413" y="1602765"/>
                      <a:pt x="3549366" y="2119671"/>
                    </a:cubicBezTo>
                    <a:cubicBezTo>
                      <a:pt x="3546875" y="2123408"/>
                      <a:pt x="3541894" y="2124653"/>
                      <a:pt x="3538158" y="2122162"/>
                    </a:cubicBezTo>
                    <a:cubicBezTo>
                      <a:pt x="3377502" y="2042446"/>
                      <a:pt x="3260435" y="1890488"/>
                      <a:pt x="3218092" y="1828211"/>
                    </a:cubicBezTo>
                    <a:cubicBezTo>
                      <a:pt x="3216847" y="1825720"/>
                      <a:pt x="3215601" y="1823228"/>
                      <a:pt x="3216847" y="1820737"/>
                    </a:cubicBezTo>
                    <a:lnTo>
                      <a:pt x="3332668" y="1485682"/>
                    </a:lnTo>
                    <a:lnTo>
                      <a:pt x="2915462" y="1104542"/>
                    </a:lnTo>
                    <a:lnTo>
                      <a:pt x="2960296" y="1585327"/>
                    </a:lnTo>
                    <a:lnTo>
                      <a:pt x="3079853" y="1947784"/>
                    </a:lnTo>
                    <a:cubicBezTo>
                      <a:pt x="3082344" y="1952766"/>
                      <a:pt x="3079853" y="1956503"/>
                      <a:pt x="3076117" y="1958994"/>
                    </a:cubicBezTo>
                    <a:cubicBezTo>
                      <a:pt x="2802131" y="2123408"/>
                      <a:pt x="2407342" y="2311487"/>
                      <a:pt x="2041197" y="2311487"/>
                    </a:cubicBezTo>
                    <a:cubicBezTo>
                      <a:pt x="2016289" y="2311487"/>
                      <a:pt x="1991381" y="2310242"/>
                      <a:pt x="1966473" y="2307750"/>
                    </a:cubicBezTo>
                    <a:cubicBezTo>
                      <a:pt x="1733585" y="2291558"/>
                      <a:pt x="1628972" y="2199387"/>
                      <a:pt x="1623991" y="2195650"/>
                    </a:cubicBezTo>
                    <a:cubicBezTo>
                      <a:pt x="1623991" y="2194404"/>
                      <a:pt x="1622745" y="2194404"/>
                      <a:pt x="1622745" y="2194404"/>
                    </a:cubicBezTo>
                    <a:cubicBezTo>
                      <a:pt x="1524359" y="2071094"/>
                      <a:pt x="1348759" y="1272692"/>
                      <a:pt x="1322606" y="1156855"/>
                    </a:cubicBezTo>
                    <a:cubicBezTo>
                      <a:pt x="1249128" y="1202941"/>
                      <a:pt x="846866" y="1444579"/>
                      <a:pt x="577862" y="1405967"/>
                    </a:cubicBezTo>
                    <a:cubicBezTo>
                      <a:pt x="410979" y="1383546"/>
                      <a:pt x="262778" y="1165574"/>
                      <a:pt x="136993" y="759522"/>
                    </a:cubicBezTo>
                    <a:cubicBezTo>
                      <a:pt x="44834" y="459343"/>
                      <a:pt x="0" y="160409"/>
                      <a:pt x="0" y="159163"/>
                    </a:cubicBezTo>
                    <a:cubicBezTo>
                      <a:pt x="0" y="154181"/>
                      <a:pt x="1245" y="149199"/>
                      <a:pt x="6227" y="14795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E3657D17-BF28-7647-B471-36D9A5DD2006}"/>
                  </a:ext>
                </a:extLst>
              </p:cNvPr>
              <p:cNvSpPr/>
              <p:nvPr/>
            </p:nvSpPr>
            <p:spPr>
              <a:xfrm>
                <a:off x="12511486" y="8348490"/>
                <a:ext cx="680202" cy="10792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7" h="867">
                    <a:moveTo>
                      <a:pt x="517" y="749"/>
                    </a:moveTo>
                    <a:lnTo>
                      <a:pt x="485" y="663"/>
                    </a:lnTo>
                    <a:cubicBezTo>
                      <a:pt x="485" y="663"/>
                      <a:pt x="557" y="519"/>
                      <a:pt x="546" y="460"/>
                    </a:cubicBezTo>
                    <a:cubicBezTo>
                      <a:pt x="535" y="402"/>
                      <a:pt x="409" y="351"/>
                      <a:pt x="409" y="351"/>
                    </a:cubicBezTo>
                    <a:cubicBezTo>
                      <a:pt x="409" y="351"/>
                      <a:pt x="286" y="-8"/>
                      <a:pt x="224" y="0"/>
                    </a:cubicBezTo>
                    <a:cubicBezTo>
                      <a:pt x="162" y="8"/>
                      <a:pt x="203" y="151"/>
                      <a:pt x="252" y="279"/>
                    </a:cubicBezTo>
                    <a:cubicBezTo>
                      <a:pt x="252" y="279"/>
                      <a:pt x="151" y="268"/>
                      <a:pt x="158" y="356"/>
                    </a:cubicBezTo>
                    <a:cubicBezTo>
                      <a:pt x="158" y="356"/>
                      <a:pt x="69" y="330"/>
                      <a:pt x="71" y="419"/>
                    </a:cubicBezTo>
                    <a:cubicBezTo>
                      <a:pt x="71" y="419"/>
                      <a:pt x="-18" y="413"/>
                      <a:pt x="3" y="510"/>
                    </a:cubicBezTo>
                    <a:cubicBezTo>
                      <a:pt x="24" y="606"/>
                      <a:pt x="69" y="689"/>
                      <a:pt x="164" y="758"/>
                    </a:cubicBezTo>
                    <a:lnTo>
                      <a:pt x="184" y="867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DE185240-A491-C746-A0EF-5CA3E72F2B91}"/>
                  </a:ext>
                </a:extLst>
              </p:cNvPr>
              <p:cNvSpPr/>
              <p:nvPr/>
            </p:nvSpPr>
            <p:spPr>
              <a:xfrm>
                <a:off x="12502343" y="8338520"/>
                <a:ext cx="698491" cy="1099174"/>
              </a:xfrm>
              <a:custGeom>
                <a:avLst/>
                <a:gdLst>
                  <a:gd name="connsiteX0" fmla="*/ 288943 w 698491"/>
                  <a:gd name="connsiteY0" fmla="*/ 18694 h 1099174"/>
                  <a:gd name="connsiteX1" fmla="*/ 266560 w 698491"/>
                  <a:gd name="connsiteY1" fmla="*/ 33631 h 1099174"/>
                  <a:gd name="connsiteX2" fmla="*/ 331220 w 698491"/>
                  <a:gd name="connsiteY2" fmla="*/ 353536 h 1099174"/>
                  <a:gd name="connsiteX3" fmla="*/ 329977 w 698491"/>
                  <a:gd name="connsiteY3" fmla="*/ 362249 h 1099174"/>
                  <a:gd name="connsiteX4" fmla="*/ 322516 w 698491"/>
                  <a:gd name="connsiteY4" fmla="*/ 365983 h 1099174"/>
                  <a:gd name="connsiteX5" fmla="*/ 235474 w 698491"/>
                  <a:gd name="connsiteY5" fmla="*/ 390879 h 1099174"/>
                  <a:gd name="connsiteX6" fmla="*/ 216822 w 698491"/>
                  <a:gd name="connsiteY6" fmla="*/ 453117 h 1099174"/>
                  <a:gd name="connsiteX7" fmla="*/ 213092 w 698491"/>
                  <a:gd name="connsiteY7" fmla="*/ 460586 h 1099174"/>
                  <a:gd name="connsiteX8" fmla="*/ 204388 w 698491"/>
                  <a:gd name="connsiteY8" fmla="*/ 461830 h 1099174"/>
                  <a:gd name="connsiteX9" fmla="*/ 129780 w 698491"/>
                  <a:gd name="connsiteY9" fmla="*/ 470544 h 1099174"/>
                  <a:gd name="connsiteX10" fmla="*/ 107398 w 698491"/>
                  <a:gd name="connsiteY10" fmla="*/ 531537 h 1099174"/>
                  <a:gd name="connsiteX11" fmla="*/ 104911 w 698491"/>
                  <a:gd name="connsiteY11" fmla="*/ 539006 h 1099174"/>
                  <a:gd name="connsiteX12" fmla="*/ 98694 w 698491"/>
                  <a:gd name="connsiteY12" fmla="*/ 541495 h 1099174"/>
                  <a:gd name="connsiteX13" fmla="*/ 94964 w 698491"/>
                  <a:gd name="connsiteY13" fmla="*/ 541495 h 1099174"/>
                  <a:gd name="connsiteX14" fmla="*/ 34034 w 698491"/>
                  <a:gd name="connsiteY14" fmla="*/ 563901 h 1099174"/>
                  <a:gd name="connsiteX15" fmla="*/ 22843 w 698491"/>
                  <a:gd name="connsiteY15" fmla="*/ 642321 h 1099174"/>
                  <a:gd name="connsiteX16" fmla="*/ 219309 w 698491"/>
                  <a:gd name="connsiteY16" fmla="*/ 947289 h 1099174"/>
                  <a:gd name="connsiteX17" fmla="*/ 223039 w 698491"/>
                  <a:gd name="connsiteY17" fmla="*/ 952268 h 1099174"/>
                  <a:gd name="connsiteX18" fmla="*/ 246665 w 698491"/>
                  <a:gd name="connsiteY18" fmla="*/ 1077989 h 1099174"/>
                  <a:gd name="connsiteX19" fmla="*/ 640840 w 698491"/>
                  <a:gd name="connsiteY19" fmla="*/ 936086 h 1099174"/>
                  <a:gd name="connsiteX20" fmla="*/ 604780 w 698491"/>
                  <a:gd name="connsiteY20" fmla="*/ 838994 h 1099174"/>
                  <a:gd name="connsiteX21" fmla="*/ 606023 w 698491"/>
                  <a:gd name="connsiteY21" fmla="*/ 830281 h 1099174"/>
                  <a:gd name="connsiteX22" fmla="*/ 680631 w 698491"/>
                  <a:gd name="connsiteY22" fmla="*/ 583817 h 1099174"/>
                  <a:gd name="connsiteX23" fmla="*/ 516495 w 698491"/>
                  <a:gd name="connsiteY23" fmla="*/ 455606 h 1099174"/>
                  <a:gd name="connsiteX24" fmla="*/ 510277 w 698491"/>
                  <a:gd name="connsiteY24" fmla="*/ 450627 h 1099174"/>
                  <a:gd name="connsiteX25" fmla="*/ 290186 w 698491"/>
                  <a:gd name="connsiteY25" fmla="*/ 18694 h 1099174"/>
                  <a:gd name="connsiteX26" fmla="*/ 286445 w 698491"/>
                  <a:gd name="connsiteY26" fmla="*/ 0 h 1099174"/>
                  <a:gd name="connsiteX27" fmla="*/ 288932 w 698491"/>
                  <a:gd name="connsiteY27" fmla="*/ 0 h 1099174"/>
                  <a:gd name="connsiteX28" fmla="*/ 525212 w 698491"/>
                  <a:gd name="connsiteY28" fmla="*/ 440665 h 1099174"/>
                  <a:gd name="connsiteX29" fmla="*/ 696825 w 698491"/>
                  <a:gd name="connsiteY29" fmla="*/ 581330 h 1099174"/>
                  <a:gd name="connsiteX30" fmla="*/ 622210 w 698491"/>
                  <a:gd name="connsiteY30" fmla="*/ 835273 h 1099174"/>
                  <a:gd name="connsiteX31" fmla="*/ 659518 w 698491"/>
                  <a:gd name="connsiteY31" fmla="*/ 938592 h 1099174"/>
                  <a:gd name="connsiteX32" fmla="*/ 659518 w 698491"/>
                  <a:gd name="connsiteY32" fmla="*/ 946061 h 1099174"/>
                  <a:gd name="connsiteX33" fmla="*/ 654543 w 698491"/>
                  <a:gd name="connsiteY33" fmla="*/ 949796 h 1099174"/>
                  <a:gd name="connsiteX34" fmla="*/ 240433 w 698491"/>
                  <a:gd name="connsiteY34" fmla="*/ 1097929 h 1099174"/>
                  <a:gd name="connsiteX35" fmla="*/ 237946 w 698491"/>
                  <a:gd name="connsiteY35" fmla="*/ 1099174 h 1099174"/>
                  <a:gd name="connsiteX36" fmla="*/ 232971 w 698491"/>
                  <a:gd name="connsiteY36" fmla="*/ 1097929 h 1099174"/>
                  <a:gd name="connsiteX37" fmla="*/ 229241 w 698491"/>
                  <a:gd name="connsiteY37" fmla="*/ 1091705 h 1099174"/>
                  <a:gd name="connsiteX38" fmla="*/ 204369 w 698491"/>
                  <a:gd name="connsiteY38" fmla="*/ 958510 h 1099174"/>
                  <a:gd name="connsiteX39" fmla="*/ 4154 w 698491"/>
                  <a:gd name="connsiteY39" fmla="*/ 647305 h 1099174"/>
                  <a:gd name="connsiteX40" fmla="*/ 19077 w 698491"/>
                  <a:gd name="connsiteY40" fmla="*/ 552699 h 1099174"/>
                  <a:gd name="connsiteX41" fmla="*/ 87473 w 698491"/>
                  <a:gd name="connsiteY41" fmla="*/ 522823 h 1099174"/>
                  <a:gd name="connsiteX42" fmla="*/ 117319 w 698491"/>
                  <a:gd name="connsiteY42" fmla="*/ 455603 h 1099174"/>
                  <a:gd name="connsiteX43" fmla="*/ 195664 w 698491"/>
                  <a:gd name="connsiteY43" fmla="*/ 441910 h 1099174"/>
                  <a:gd name="connsiteX44" fmla="*/ 221779 w 698491"/>
                  <a:gd name="connsiteY44" fmla="*/ 377180 h 1099174"/>
                  <a:gd name="connsiteX45" fmla="*/ 308830 w 698491"/>
                  <a:gd name="connsiteY45" fmla="*/ 347304 h 1099174"/>
                  <a:gd name="connsiteX46" fmla="*/ 250382 w 698491"/>
                  <a:gd name="connsiteY46" fmla="*/ 23652 h 1099174"/>
                  <a:gd name="connsiteX47" fmla="*/ 286445 w 698491"/>
                  <a:gd name="connsiteY47" fmla="*/ 0 h 10991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698491" h="1099174">
                    <a:moveTo>
                      <a:pt x="288943" y="18694"/>
                    </a:moveTo>
                    <a:cubicBezTo>
                      <a:pt x="278995" y="19939"/>
                      <a:pt x="272778" y="24918"/>
                      <a:pt x="266560" y="33631"/>
                    </a:cubicBezTo>
                    <a:cubicBezTo>
                      <a:pt x="244178" y="70974"/>
                      <a:pt x="266560" y="179269"/>
                      <a:pt x="331220" y="353536"/>
                    </a:cubicBezTo>
                    <a:cubicBezTo>
                      <a:pt x="332463" y="356025"/>
                      <a:pt x="332463" y="361004"/>
                      <a:pt x="329977" y="362249"/>
                    </a:cubicBezTo>
                    <a:cubicBezTo>
                      <a:pt x="328733" y="364739"/>
                      <a:pt x="325003" y="365983"/>
                      <a:pt x="322516" y="365983"/>
                    </a:cubicBezTo>
                    <a:cubicBezTo>
                      <a:pt x="322516" y="365983"/>
                      <a:pt x="265317" y="361004"/>
                      <a:pt x="235474" y="390879"/>
                    </a:cubicBezTo>
                    <a:cubicBezTo>
                      <a:pt x="220553" y="404571"/>
                      <a:pt x="214335" y="425732"/>
                      <a:pt x="216822" y="453117"/>
                    </a:cubicBezTo>
                    <a:cubicBezTo>
                      <a:pt x="216822" y="455606"/>
                      <a:pt x="215579" y="458096"/>
                      <a:pt x="213092" y="460586"/>
                    </a:cubicBezTo>
                    <a:cubicBezTo>
                      <a:pt x="210605" y="463075"/>
                      <a:pt x="206875" y="463075"/>
                      <a:pt x="204388" y="461830"/>
                    </a:cubicBezTo>
                    <a:cubicBezTo>
                      <a:pt x="204388" y="461830"/>
                      <a:pt x="158380" y="449383"/>
                      <a:pt x="129780" y="470544"/>
                    </a:cubicBezTo>
                    <a:cubicBezTo>
                      <a:pt x="114859" y="482991"/>
                      <a:pt x="107398" y="502908"/>
                      <a:pt x="107398" y="531537"/>
                    </a:cubicBezTo>
                    <a:cubicBezTo>
                      <a:pt x="108642" y="534027"/>
                      <a:pt x="107398" y="536516"/>
                      <a:pt x="104911" y="539006"/>
                    </a:cubicBezTo>
                    <a:cubicBezTo>
                      <a:pt x="102424" y="540251"/>
                      <a:pt x="101181" y="541495"/>
                      <a:pt x="98694" y="541495"/>
                    </a:cubicBezTo>
                    <a:cubicBezTo>
                      <a:pt x="97451" y="541495"/>
                      <a:pt x="96207" y="541495"/>
                      <a:pt x="94964" y="541495"/>
                    </a:cubicBezTo>
                    <a:cubicBezTo>
                      <a:pt x="85016" y="541495"/>
                      <a:pt x="53930" y="542740"/>
                      <a:pt x="34034" y="563901"/>
                    </a:cubicBezTo>
                    <a:cubicBezTo>
                      <a:pt x="19113" y="582573"/>
                      <a:pt x="16626" y="607468"/>
                      <a:pt x="22843" y="642321"/>
                    </a:cubicBezTo>
                    <a:cubicBezTo>
                      <a:pt x="51443" y="771777"/>
                      <a:pt x="113616" y="868868"/>
                      <a:pt x="219309" y="947289"/>
                    </a:cubicBezTo>
                    <a:cubicBezTo>
                      <a:pt x="220553" y="947289"/>
                      <a:pt x="223039" y="949778"/>
                      <a:pt x="223039" y="952268"/>
                    </a:cubicBezTo>
                    <a:lnTo>
                      <a:pt x="246665" y="1077989"/>
                    </a:lnTo>
                    <a:lnTo>
                      <a:pt x="640840" y="936086"/>
                    </a:lnTo>
                    <a:lnTo>
                      <a:pt x="604780" y="838994"/>
                    </a:lnTo>
                    <a:cubicBezTo>
                      <a:pt x="603536" y="836505"/>
                      <a:pt x="603536" y="832770"/>
                      <a:pt x="606023" y="830281"/>
                    </a:cubicBezTo>
                    <a:cubicBezTo>
                      <a:pt x="606023" y="829036"/>
                      <a:pt x="694309" y="653524"/>
                      <a:pt x="680631" y="583817"/>
                    </a:cubicBezTo>
                    <a:cubicBezTo>
                      <a:pt x="669439" y="529048"/>
                      <a:pt x="558772" y="473033"/>
                      <a:pt x="516495" y="455606"/>
                    </a:cubicBezTo>
                    <a:cubicBezTo>
                      <a:pt x="514008" y="455606"/>
                      <a:pt x="511521" y="453117"/>
                      <a:pt x="510277" y="450627"/>
                    </a:cubicBezTo>
                    <a:cubicBezTo>
                      <a:pt x="402097" y="134457"/>
                      <a:pt x="318785" y="18694"/>
                      <a:pt x="290186" y="18694"/>
                    </a:cubicBezTo>
                    <a:close/>
                    <a:moveTo>
                      <a:pt x="286445" y="0"/>
                    </a:moveTo>
                    <a:cubicBezTo>
                      <a:pt x="286445" y="0"/>
                      <a:pt x="287689" y="0"/>
                      <a:pt x="288932" y="0"/>
                    </a:cubicBezTo>
                    <a:cubicBezTo>
                      <a:pt x="367278" y="0"/>
                      <a:pt x="496609" y="357263"/>
                      <a:pt x="525212" y="440665"/>
                    </a:cubicBezTo>
                    <a:cubicBezTo>
                      <a:pt x="550083" y="450624"/>
                      <a:pt x="683145" y="510375"/>
                      <a:pt x="696825" y="581330"/>
                    </a:cubicBezTo>
                    <a:cubicBezTo>
                      <a:pt x="710504" y="651040"/>
                      <a:pt x="635890" y="809132"/>
                      <a:pt x="622210" y="835273"/>
                    </a:cubicBezTo>
                    <a:lnTo>
                      <a:pt x="659518" y="938592"/>
                    </a:lnTo>
                    <a:cubicBezTo>
                      <a:pt x="660761" y="941082"/>
                      <a:pt x="660761" y="943572"/>
                      <a:pt x="659518" y="946061"/>
                    </a:cubicBezTo>
                    <a:cubicBezTo>
                      <a:pt x="658274" y="948551"/>
                      <a:pt x="657030" y="949796"/>
                      <a:pt x="654543" y="949796"/>
                    </a:cubicBezTo>
                    <a:lnTo>
                      <a:pt x="240433" y="1097929"/>
                    </a:lnTo>
                    <a:cubicBezTo>
                      <a:pt x="240433" y="1099174"/>
                      <a:pt x="239189" y="1099174"/>
                      <a:pt x="237946" y="1099174"/>
                    </a:cubicBezTo>
                    <a:cubicBezTo>
                      <a:pt x="236702" y="1099174"/>
                      <a:pt x="235459" y="1097929"/>
                      <a:pt x="232971" y="1097929"/>
                    </a:cubicBezTo>
                    <a:cubicBezTo>
                      <a:pt x="230484" y="1096684"/>
                      <a:pt x="229241" y="1094195"/>
                      <a:pt x="229241" y="1091705"/>
                    </a:cubicBezTo>
                    <a:lnTo>
                      <a:pt x="204369" y="958510"/>
                    </a:lnTo>
                    <a:cubicBezTo>
                      <a:pt x="96178" y="880086"/>
                      <a:pt x="32756" y="779256"/>
                      <a:pt x="4154" y="647305"/>
                    </a:cubicBezTo>
                    <a:cubicBezTo>
                      <a:pt x="-4551" y="606226"/>
                      <a:pt x="423" y="573861"/>
                      <a:pt x="19077" y="552699"/>
                    </a:cubicBezTo>
                    <a:cubicBezTo>
                      <a:pt x="40217" y="527803"/>
                      <a:pt x="72550" y="522823"/>
                      <a:pt x="87473" y="522823"/>
                    </a:cubicBezTo>
                    <a:cubicBezTo>
                      <a:pt x="88717" y="491703"/>
                      <a:pt x="99909" y="470541"/>
                      <a:pt x="117319" y="455603"/>
                    </a:cubicBezTo>
                    <a:cubicBezTo>
                      <a:pt x="143434" y="435686"/>
                      <a:pt x="178254" y="439421"/>
                      <a:pt x="195664" y="441910"/>
                    </a:cubicBezTo>
                    <a:cubicBezTo>
                      <a:pt x="196908" y="414524"/>
                      <a:pt x="205613" y="393362"/>
                      <a:pt x="221779" y="377180"/>
                    </a:cubicBezTo>
                    <a:cubicBezTo>
                      <a:pt x="247894" y="351039"/>
                      <a:pt x="287689" y="347304"/>
                      <a:pt x="308830" y="347304"/>
                    </a:cubicBezTo>
                    <a:cubicBezTo>
                      <a:pt x="242920" y="170540"/>
                      <a:pt x="224266" y="67220"/>
                      <a:pt x="250382" y="23652"/>
                    </a:cubicBezTo>
                    <a:cubicBezTo>
                      <a:pt x="257843" y="9959"/>
                      <a:pt x="270279" y="2490"/>
                      <a:pt x="2864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83ADBCA8-EFDE-B048-AE57-0539B6391063}"/>
                  </a:ext>
                </a:extLst>
              </p:cNvPr>
              <p:cNvSpPr/>
              <p:nvPr/>
            </p:nvSpPr>
            <p:spPr>
              <a:xfrm>
                <a:off x="12903914" y="8767223"/>
                <a:ext cx="125825" cy="3514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2" h="283">
                    <a:moveTo>
                      <a:pt x="16" y="283"/>
                    </a:moveTo>
                    <a:cubicBezTo>
                      <a:pt x="12" y="283"/>
                      <a:pt x="9" y="279"/>
                      <a:pt x="9" y="276"/>
                    </a:cubicBezTo>
                    <a:cubicBezTo>
                      <a:pt x="11" y="208"/>
                      <a:pt x="60" y="153"/>
                      <a:pt x="79" y="134"/>
                    </a:cubicBezTo>
                    <a:cubicBezTo>
                      <a:pt x="59" y="123"/>
                      <a:pt x="16" y="94"/>
                      <a:pt x="3" y="51"/>
                    </a:cubicBezTo>
                    <a:cubicBezTo>
                      <a:pt x="-3" y="34"/>
                      <a:pt x="-1" y="21"/>
                      <a:pt x="8" y="12"/>
                    </a:cubicBezTo>
                    <a:cubicBezTo>
                      <a:pt x="27" y="-8"/>
                      <a:pt x="71" y="2"/>
                      <a:pt x="97" y="10"/>
                    </a:cubicBezTo>
                    <a:cubicBezTo>
                      <a:pt x="100" y="10"/>
                      <a:pt x="103" y="14"/>
                      <a:pt x="101" y="19"/>
                    </a:cubicBezTo>
                    <a:cubicBezTo>
                      <a:pt x="100" y="23"/>
                      <a:pt x="97" y="25"/>
                      <a:pt x="92" y="24"/>
                    </a:cubicBezTo>
                    <a:cubicBezTo>
                      <a:pt x="56" y="13"/>
                      <a:pt x="28" y="13"/>
                      <a:pt x="18" y="22"/>
                    </a:cubicBezTo>
                    <a:cubicBezTo>
                      <a:pt x="14" y="27"/>
                      <a:pt x="13" y="35"/>
                      <a:pt x="17" y="46"/>
                    </a:cubicBezTo>
                    <a:cubicBezTo>
                      <a:pt x="32" y="96"/>
                      <a:pt x="93" y="126"/>
                      <a:pt x="94" y="126"/>
                    </a:cubicBezTo>
                    <a:cubicBezTo>
                      <a:pt x="97" y="127"/>
                      <a:pt x="98" y="129"/>
                      <a:pt x="98" y="131"/>
                    </a:cubicBezTo>
                    <a:cubicBezTo>
                      <a:pt x="99" y="134"/>
                      <a:pt x="98" y="136"/>
                      <a:pt x="96" y="138"/>
                    </a:cubicBezTo>
                    <a:cubicBezTo>
                      <a:pt x="95" y="139"/>
                      <a:pt x="27" y="200"/>
                      <a:pt x="24" y="276"/>
                    </a:cubicBezTo>
                    <a:cubicBezTo>
                      <a:pt x="24" y="280"/>
                      <a:pt x="21" y="283"/>
                      <a:pt x="16" y="2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220B6F62-3A3A-144F-9A22-8D83CF1BC85F}"/>
                  </a:ext>
                </a:extLst>
              </p:cNvPr>
              <p:cNvSpPr/>
              <p:nvPr/>
            </p:nvSpPr>
            <p:spPr>
              <a:xfrm>
                <a:off x="12622362" y="8845736"/>
                <a:ext cx="320168" cy="2716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8" h="219">
                    <a:moveTo>
                      <a:pt x="59" y="219"/>
                    </a:moveTo>
                    <a:cubicBezTo>
                      <a:pt x="41" y="219"/>
                      <a:pt x="22" y="209"/>
                      <a:pt x="3" y="189"/>
                    </a:cubicBezTo>
                    <a:cubicBezTo>
                      <a:pt x="-1" y="187"/>
                      <a:pt x="-1" y="182"/>
                      <a:pt x="2" y="179"/>
                    </a:cubicBezTo>
                    <a:cubicBezTo>
                      <a:pt x="5" y="177"/>
                      <a:pt x="10" y="176"/>
                      <a:pt x="13" y="179"/>
                    </a:cubicBezTo>
                    <a:cubicBezTo>
                      <a:pt x="33" y="199"/>
                      <a:pt x="51" y="207"/>
                      <a:pt x="67" y="203"/>
                    </a:cubicBezTo>
                    <a:cubicBezTo>
                      <a:pt x="94" y="196"/>
                      <a:pt x="106" y="154"/>
                      <a:pt x="106" y="154"/>
                    </a:cubicBezTo>
                    <a:cubicBezTo>
                      <a:pt x="108" y="150"/>
                      <a:pt x="110" y="148"/>
                      <a:pt x="114" y="148"/>
                    </a:cubicBezTo>
                    <a:lnTo>
                      <a:pt x="115" y="148"/>
                    </a:lnTo>
                    <a:cubicBezTo>
                      <a:pt x="138" y="148"/>
                      <a:pt x="154" y="142"/>
                      <a:pt x="166" y="130"/>
                    </a:cubicBezTo>
                    <a:cubicBezTo>
                      <a:pt x="184" y="110"/>
                      <a:pt x="181" y="81"/>
                      <a:pt x="181" y="81"/>
                    </a:cubicBezTo>
                    <a:cubicBezTo>
                      <a:pt x="181" y="79"/>
                      <a:pt x="182" y="76"/>
                      <a:pt x="184" y="75"/>
                    </a:cubicBezTo>
                    <a:cubicBezTo>
                      <a:pt x="185" y="73"/>
                      <a:pt x="188" y="73"/>
                      <a:pt x="190" y="73"/>
                    </a:cubicBezTo>
                    <a:cubicBezTo>
                      <a:pt x="213" y="76"/>
                      <a:pt x="229" y="73"/>
                      <a:pt x="237" y="63"/>
                    </a:cubicBezTo>
                    <a:cubicBezTo>
                      <a:pt x="251" y="45"/>
                      <a:pt x="238" y="11"/>
                      <a:pt x="237" y="11"/>
                    </a:cubicBezTo>
                    <a:cubicBezTo>
                      <a:pt x="236" y="7"/>
                      <a:pt x="238" y="2"/>
                      <a:pt x="242" y="1"/>
                    </a:cubicBezTo>
                    <a:cubicBezTo>
                      <a:pt x="245" y="-1"/>
                      <a:pt x="250" y="1"/>
                      <a:pt x="251" y="5"/>
                    </a:cubicBezTo>
                    <a:cubicBezTo>
                      <a:pt x="252" y="7"/>
                      <a:pt x="268" y="47"/>
                      <a:pt x="248" y="72"/>
                    </a:cubicBezTo>
                    <a:cubicBezTo>
                      <a:pt x="238" y="85"/>
                      <a:pt x="221" y="90"/>
                      <a:pt x="197" y="88"/>
                    </a:cubicBezTo>
                    <a:cubicBezTo>
                      <a:pt x="196" y="101"/>
                      <a:pt x="192" y="123"/>
                      <a:pt x="177" y="140"/>
                    </a:cubicBezTo>
                    <a:cubicBezTo>
                      <a:pt x="163" y="155"/>
                      <a:pt x="144" y="162"/>
                      <a:pt x="119" y="163"/>
                    </a:cubicBezTo>
                    <a:cubicBezTo>
                      <a:pt x="114" y="177"/>
                      <a:pt x="100" y="210"/>
                      <a:pt x="71" y="218"/>
                    </a:cubicBezTo>
                    <a:cubicBezTo>
                      <a:pt x="67" y="219"/>
                      <a:pt x="63" y="219"/>
                      <a:pt x="59" y="2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7268D6DD-F790-BD40-85C8-1918639640C7}"/>
                  </a:ext>
                </a:extLst>
              </p:cNvPr>
              <p:cNvSpPr/>
              <p:nvPr/>
            </p:nvSpPr>
            <p:spPr>
              <a:xfrm>
                <a:off x="14979403" y="10201393"/>
                <a:ext cx="422561" cy="432682"/>
              </a:xfrm>
              <a:custGeom>
                <a:avLst/>
                <a:gdLst>
                  <a:gd name="connsiteX0" fmla="*/ 363900 w 422561"/>
                  <a:gd name="connsiteY0" fmla="*/ 18934 h 432682"/>
                  <a:gd name="connsiteX1" fmla="*/ 19929 w 422561"/>
                  <a:gd name="connsiteY1" fmla="*/ 73596 h 432682"/>
                  <a:gd name="connsiteX2" fmla="*/ 58424 w 422561"/>
                  <a:gd name="connsiteY2" fmla="*/ 319573 h 432682"/>
                  <a:gd name="connsiteX3" fmla="*/ 104370 w 422561"/>
                  <a:gd name="connsiteY3" fmla="*/ 392870 h 432682"/>
                  <a:gd name="connsiteX4" fmla="*/ 186327 w 422561"/>
                  <a:gd name="connsiteY4" fmla="*/ 412747 h 432682"/>
                  <a:gd name="connsiteX5" fmla="*/ 310504 w 422561"/>
                  <a:gd name="connsiteY5" fmla="*/ 394112 h 432682"/>
                  <a:gd name="connsiteX6" fmla="*/ 383769 w 422561"/>
                  <a:gd name="connsiteY6" fmla="*/ 349389 h 432682"/>
                  <a:gd name="connsiteX7" fmla="*/ 403637 w 422561"/>
                  <a:gd name="connsiteY7" fmla="*/ 266154 h 432682"/>
                  <a:gd name="connsiteX8" fmla="*/ 370154 w 422561"/>
                  <a:gd name="connsiteY8" fmla="*/ 240 h 432682"/>
                  <a:gd name="connsiteX9" fmla="*/ 381333 w 422561"/>
                  <a:gd name="connsiteY9" fmla="*/ 7696 h 432682"/>
                  <a:gd name="connsiteX10" fmla="*/ 421081 w 422561"/>
                  <a:gd name="connsiteY10" fmla="*/ 262439 h 432682"/>
                  <a:gd name="connsiteX11" fmla="*/ 397480 w 422561"/>
                  <a:gd name="connsiteY11" fmla="*/ 359366 h 432682"/>
                  <a:gd name="connsiteX12" fmla="*/ 313016 w 422561"/>
                  <a:gd name="connsiteY12" fmla="*/ 411557 h 432682"/>
                  <a:gd name="connsiteX13" fmla="*/ 190045 w 422561"/>
                  <a:gd name="connsiteY13" fmla="*/ 431439 h 432682"/>
                  <a:gd name="connsiteX14" fmla="*/ 168929 w 422561"/>
                  <a:gd name="connsiteY14" fmla="*/ 432682 h 432682"/>
                  <a:gd name="connsiteX15" fmla="*/ 93159 w 422561"/>
                  <a:gd name="connsiteY15" fmla="*/ 407829 h 432682"/>
                  <a:gd name="connsiteX16" fmla="*/ 40990 w 422561"/>
                  <a:gd name="connsiteY16" fmla="*/ 323329 h 432682"/>
                  <a:gd name="connsiteX17" fmla="*/ 0 w 422561"/>
                  <a:gd name="connsiteY17" fmla="*/ 67343 h 432682"/>
                  <a:gd name="connsiteX18" fmla="*/ 7453 w 422561"/>
                  <a:gd name="connsiteY18" fmla="*/ 57402 h 432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22561" h="432682">
                    <a:moveTo>
                      <a:pt x="363900" y="18934"/>
                    </a:moveTo>
                    <a:lnTo>
                      <a:pt x="19929" y="73596"/>
                    </a:lnTo>
                    <a:lnTo>
                      <a:pt x="58424" y="319573"/>
                    </a:lnTo>
                    <a:cubicBezTo>
                      <a:pt x="63391" y="349389"/>
                      <a:pt x="79534" y="375477"/>
                      <a:pt x="104370" y="392870"/>
                    </a:cubicBezTo>
                    <a:cubicBezTo>
                      <a:pt x="127963" y="410262"/>
                      <a:pt x="156524" y="417716"/>
                      <a:pt x="186327" y="412747"/>
                    </a:cubicBezTo>
                    <a:lnTo>
                      <a:pt x="310504" y="394112"/>
                    </a:lnTo>
                    <a:cubicBezTo>
                      <a:pt x="340307" y="389143"/>
                      <a:pt x="365142" y="372993"/>
                      <a:pt x="383769" y="349389"/>
                    </a:cubicBezTo>
                    <a:cubicBezTo>
                      <a:pt x="399912" y="324543"/>
                      <a:pt x="407363" y="295969"/>
                      <a:pt x="403637" y="266154"/>
                    </a:cubicBezTo>
                    <a:close/>
                    <a:moveTo>
                      <a:pt x="370154" y="240"/>
                    </a:moveTo>
                    <a:cubicBezTo>
                      <a:pt x="375122" y="-1003"/>
                      <a:pt x="380091" y="2725"/>
                      <a:pt x="381333" y="7696"/>
                    </a:cubicBezTo>
                    <a:lnTo>
                      <a:pt x="421081" y="262439"/>
                    </a:lnTo>
                    <a:cubicBezTo>
                      <a:pt x="426049" y="297233"/>
                      <a:pt x="418597" y="332027"/>
                      <a:pt x="397480" y="359366"/>
                    </a:cubicBezTo>
                    <a:cubicBezTo>
                      <a:pt x="377606" y="387947"/>
                      <a:pt x="347795" y="405344"/>
                      <a:pt x="313016" y="411557"/>
                    </a:cubicBezTo>
                    <a:lnTo>
                      <a:pt x="190045" y="431439"/>
                    </a:lnTo>
                    <a:cubicBezTo>
                      <a:pt x="182593" y="432682"/>
                      <a:pt x="176382" y="432682"/>
                      <a:pt x="168929" y="432682"/>
                    </a:cubicBezTo>
                    <a:cubicBezTo>
                      <a:pt x="141602" y="432682"/>
                      <a:pt x="115518" y="423983"/>
                      <a:pt x="93159" y="407829"/>
                    </a:cubicBezTo>
                    <a:cubicBezTo>
                      <a:pt x="64591" y="387947"/>
                      <a:pt x="47201" y="356880"/>
                      <a:pt x="40990" y="323329"/>
                    </a:cubicBezTo>
                    <a:lnTo>
                      <a:pt x="0" y="67343"/>
                    </a:lnTo>
                    <a:cubicBezTo>
                      <a:pt x="0" y="62372"/>
                      <a:pt x="3726" y="57402"/>
                      <a:pt x="7453" y="574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1E9A767E-7BDD-A446-B266-3B0925E23A39}"/>
                  </a:ext>
                </a:extLst>
              </p:cNvPr>
              <p:cNvSpPr/>
              <p:nvPr/>
            </p:nvSpPr>
            <p:spPr>
              <a:xfrm>
                <a:off x="14993107" y="10266434"/>
                <a:ext cx="372492" cy="722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0" h="59">
                    <a:moveTo>
                      <a:pt x="8" y="59"/>
                    </a:moveTo>
                    <a:cubicBezTo>
                      <a:pt x="4" y="59"/>
                      <a:pt x="1" y="57"/>
                      <a:pt x="0" y="53"/>
                    </a:cubicBezTo>
                    <a:cubicBezTo>
                      <a:pt x="0" y="49"/>
                      <a:pt x="3" y="45"/>
                      <a:pt x="6" y="44"/>
                    </a:cubicBezTo>
                    <a:lnTo>
                      <a:pt x="291" y="0"/>
                    </a:lnTo>
                    <a:cubicBezTo>
                      <a:pt x="296" y="-1"/>
                      <a:pt x="299" y="2"/>
                      <a:pt x="300" y="6"/>
                    </a:cubicBezTo>
                    <a:cubicBezTo>
                      <a:pt x="300" y="10"/>
                      <a:pt x="298" y="14"/>
                      <a:pt x="294" y="15"/>
                    </a:cubicBezTo>
                    <a:lnTo>
                      <a:pt x="9" y="59"/>
                    </a:lnTo>
                    <a:cubicBezTo>
                      <a:pt x="8" y="59"/>
                      <a:pt x="8" y="59"/>
                      <a:pt x="8" y="5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535E0D14-3525-EF44-AE9E-692CD489EB36}"/>
                  </a:ext>
                </a:extLst>
              </p:cNvPr>
              <p:cNvSpPr/>
              <p:nvPr/>
            </p:nvSpPr>
            <p:spPr>
              <a:xfrm>
                <a:off x="15173747" y="11913952"/>
                <a:ext cx="914411" cy="4374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35" h="352">
                    <a:moveTo>
                      <a:pt x="507" y="103"/>
                    </a:moveTo>
                    <a:cubicBezTo>
                      <a:pt x="495" y="97"/>
                      <a:pt x="485" y="92"/>
                      <a:pt x="475" y="86"/>
                    </a:cubicBezTo>
                    <a:cubicBezTo>
                      <a:pt x="425" y="60"/>
                      <a:pt x="333" y="14"/>
                      <a:pt x="283" y="3"/>
                    </a:cubicBezTo>
                    <a:cubicBezTo>
                      <a:pt x="210" y="-14"/>
                      <a:pt x="14" y="54"/>
                      <a:pt x="5" y="56"/>
                    </a:cubicBezTo>
                    <a:cubicBezTo>
                      <a:pt x="3" y="58"/>
                      <a:pt x="1" y="60"/>
                      <a:pt x="0" y="62"/>
                    </a:cubicBezTo>
                    <a:cubicBezTo>
                      <a:pt x="0" y="65"/>
                      <a:pt x="1" y="67"/>
                      <a:pt x="3" y="69"/>
                    </a:cubicBezTo>
                    <a:cubicBezTo>
                      <a:pt x="4" y="70"/>
                      <a:pt x="81" y="140"/>
                      <a:pt x="66" y="344"/>
                    </a:cubicBezTo>
                    <a:cubicBezTo>
                      <a:pt x="66" y="346"/>
                      <a:pt x="67" y="348"/>
                      <a:pt x="68" y="349"/>
                    </a:cubicBezTo>
                    <a:cubicBezTo>
                      <a:pt x="69" y="351"/>
                      <a:pt x="72" y="352"/>
                      <a:pt x="74" y="352"/>
                    </a:cubicBezTo>
                    <a:lnTo>
                      <a:pt x="728" y="352"/>
                    </a:lnTo>
                    <a:cubicBezTo>
                      <a:pt x="732" y="352"/>
                      <a:pt x="735" y="349"/>
                      <a:pt x="735" y="344"/>
                    </a:cubicBezTo>
                    <a:cubicBezTo>
                      <a:pt x="737" y="217"/>
                      <a:pt x="593" y="146"/>
                      <a:pt x="507" y="10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5B76F70B-1D49-7E40-8710-5E3CABCD61FE}"/>
                  </a:ext>
                </a:extLst>
              </p:cNvPr>
              <p:cNvSpPr/>
              <p:nvPr/>
            </p:nvSpPr>
            <p:spPr>
              <a:xfrm>
                <a:off x="13992736" y="11760666"/>
                <a:ext cx="1283165" cy="5894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31" h="474">
                    <a:moveTo>
                      <a:pt x="1022" y="474"/>
                    </a:moveTo>
                    <a:lnTo>
                      <a:pt x="1021" y="474"/>
                    </a:lnTo>
                    <a:cubicBezTo>
                      <a:pt x="1017" y="474"/>
                      <a:pt x="1014" y="470"/>
                      <a:pt x="1014" y="466"/>
                    </a:cubicBezTo>
                    <a:cubicBezTo>
                      <a:pt x="1022" y="360"/>
                      <a:pt x="1004" y="291"/>
                      <a:pt x="988" y="252"/>
                    </a:cubicBezTo>
                    <a:cubicBezTo>
                      <a:pt x="973" y="216"/>
                      <a:pt x="957" y="198"/>
                      <a:pt x="952" y="194"/>
                    </a:cubicBezTo>
                    <a:lnTo>
                      <a:pt x="6" y="15"/>
                    </a:lnTo>
                    <a:cubicBezTo>
                      <a:pt x="1" y="14"/>
                      <a:pt x="-1" y="10"/>
                      <a:pt x="0" y="6"/>
                    </a:cubicBezTo>
                    <a:cubicBezTo>
                      <a:pt x="1" y="2"/>
                      <a:pt x="5" y="0"/>
                      <a:pt x="8" y="0"/>
                    </a:cubicBezTo>
                    <a:lnTo>
                      <a:pt x="957" y="179"/>
                    </a:lnTo>
                    <a:cubicBezTo>
                      <a:pt x="959" y="179"/>
                      <a:pt x="960" y="180"/>
                      <a:pt x="960" y="181"/>
                    </a:cubicBezTo>
                    <a:cubicBezTo>
                      <a:pt x="964" y="184"/>
                      <a:pt x="1044" y="255"/>
                      <a:pt x="1029" y="467"/>
                    </a:cubicBezTo>
                    <a:cubicBezTo>
                      <a:pt x="1029" y="471"/>
                      <a:pt x="1025" y="474"/>
                      <a:pt x="1022" y="47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320E9F8-0E59-4840-A4EA-5A2C312D7417}"/>
                </a:ext>
              </a:extLst>
            </p:cNvPr>
            <p:cNvGrpSpPr/>
            <p:nvPr/>
          </p:nvGrpSpPr>
          <p:grpSpPr>
            <a:xfrm>
              <a:off x="16961458" y="10386075"/>
              <a:ext cx="3114478" cy="1964054"/>
              <a:chOff x="16961458" y="10386075"/>
              <a:chExt cx="3114478" cy="1964054"/>
            </a:xfrm>
          </p:grpSpPr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6B023DAA-33F4-5049-A352-A1039199B93B}"/>
                  </a:ext>
                </a:extLst>
              </p:cNvPr>
              <p:cNvSpPr/>
              <p:nvPr/>
            </p:nvSpPr>
            <p:spPr>
              <a:xfrm>
                <a:off x="17096000" y="11583698"/>
                <a:ext cx="16195" cy="7664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" h="616">
                    <a:moveTo>
                      <a:pt x="7" y="616"/>
                    </a:moveTo>
                    <a:cubicBezTo>
                      <a:pt x="3" y="616"/>
                      <a:pt x="0" y="612"/>
                      <a:pt x="0" y="609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lnTo>
                      <a:pt x="14" y="609"/>
                    </a:lnTo>
                    <a:cubicBezTo>
                      <a:pt x="14" y="612"/>
                      <a:pt x="11" y="616"/>
                      <a:pt x="7" y="6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7CC2ED4C-0FBA-8943-A275-3559C4CE642C}"/>
                  </a:ext>
                </a:extLst>
              </p:cNvPr>
              <p:cNvSpPr/>
              <p:nvPr/>
            </p:nvSpPr>
            <p:spPr>
              <a:xfrm>
                <a:off x="19926439" y="11583698"/>
                <a:ext cx="16195" cy="7664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" h="616">
                    <a:moveTo>
                      <a:pt x="7" y="616"/>
                    </a:moveTo>
                    <a:cubicBezTo>
                      <a:pt x="3" y="616"/>
                      <a:pt x="0" y="612"/>
                      <a:pt x="0" y="609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lnTo>
                      <a:pt x="14" y="609"/>
                    </a:lnTo>
                    <a:cubicBezTo>
                      <a:pt x="14" y="612"/>
                      <a:pt x="11" y="616"/>
                      <a:pt x="7" y="6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2D75307C-E3A6-4840-B979-9C6E59E78A10}"/>
                  </a:ext>
                </a:extLst>
              </p:cNvPr>
              <p:cNvSpPr/>
              <p:nvPr/>
            </p:nvSpPr>
            <p:spPr>
              <a:xfrm>
                <a:off x="17908259" y="11583698"/>
                <a:ext cx="17441" cy="7664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616">
                    <a:moveTo>
                      <a:pt x="8" y="616"/>
                    </a:moveTo>
                    <a:cubicBezTo>
                      <a:pt x="4" y="616"/>
                      <a:pt x="0" y="612"/>
                      <a:pt x="0" y="609"/>
                    </a:cubicBezTo>
                    <a:lnTo>
                      <a:pt x="0" y="7"/>
                    </a:lnTo>
                    <a:cubicBezTo>
                      <a:pt x="0" y="3"/>
                      <a:pt x="4" y="0"/>
                      <a:pt x="8" y="0"/>
                    </a:cubicBezTo>
                    <a:cubicBezTo>
                      <a:pt x="12" y="0"/>
                      <a:pt x="15" y="3"/>
                      <a:pt x="15" y="7"/>
                    </a:cubicBezTo>
                    <a:lnTo>
                      <a:pt x="15" y="609"/>
                    </a:lnTo>
                    <a:cubicBezTo>
                      <a:pt x="15" y="612"/>
                      <a:pt x="12" y="616"/>
                      <a:pt x="8" y="6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9764E135-D98F-3442-A4A3-5846BC87AD00}"/>
                  </a:ext>
                </a:extLst>
              </p:cNvPr>
              <p:cNvSpPr/>
              <p:nvPr/>
            </p:nvSpPr>
            <p:spPr>
              <a:xfrm>
                <a:off x="19111694" y="11583698"/>
                <a:ext cx="17441" cy="7664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616">
                    <a:moveTo>
                      <a:pt x="8" y="616"/>
                    </a:moveTo>
                    <a:cubicBezTo>
                      <a:pt x="4" y="616"/>
                      <a:pt x="0" y="612"/>
                      <a:pt x="0" y="609"/>
                    </a:cubicBezTo>
                    <a:lnTo>
                      <a:pt x="0" y="7"/>
                    </a:lnTo>
                    <a:cubicBezTo>
                      <a:pt x="0" y="3"/>
                      <a:pt x="4" y="0"/>
                      <a:pt x="8" y="0"/>
                    </a:cubicBezTo>
                    <a:cubicBezTo>
                      <a:pt x="12" y="0"/>
                      <a:pt x="15" y="3"/>
                      <a:pt x="15" y="7"/>
                    </a:cubicBezTo>
                    <a:lnTo>
                      <a:pt x="15" y="609"/>
                    </a:lnTo>
                    <a:cubicBezTo>
                      <a:pt x="15" y="612"/>
                      <a:pt x="12" y="616"/>
                      <a:pt x="8" y="6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1FC1011C-3E24-594B-B002-89D3382AA6AA}"/>
                  </a:ext>
                </a:extLst>
              </p:cNvPr>
              <p:cNvSpPr/>
              <p:nvPr/>
            </p:nvSpPr>
            <p:spPr>
              <a:xfrm>
                <a:off x="17629202" y="10769914"/>
                <a:ext cx="1780233" cy="1694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0" h="137">
                    <a:moveTo>
                      <a:pt x="1430" y="137"/>
                    </a:moveTo>
                    <a:lnTo>
                      <a:pt x="0" y="137"/>
                    </a:lnTo>
                    <a:lnTo>
                      <a:pt x="0" y="0"/>
                    </a:lnTo>
                    <a:lnTo>
                      <a:pt x="143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95BE5CFE-A5BE-DB4E-9A7B-0F56A6A3792A}"/>
                  </a:ext>
                </a:extLst>
              </p:cNvPr>
              <p:cNvSpPr/>
              <p:nvPr/>
            </p:nvSpPr>
            <p:spPr>
              <a:xfrm>
                <a:off x="17619231" y="10759944"/>
                <a:ext cx="1798924" cy="188181"/>
              </a:xfrm>
              <a:custGeom>
                <a:avLst/>
                <a:gdLst>
                  <a:gd name="connsiteX0" fmla="*/ 18692 w 1798924"/>
                  <a:gd name="connsiteY0" fmla="*/ 18693 h 188181"/>
                  <a:gd name="connsiteX1" fmla="*/ 18692 w 1798924"/>
                  <a:gd name="connsiteY1" fmla="*/ 169487 h 188181"/>
                  <a:gd name="connsiteX2" fmla="*/ 1781484 w 1798924"/>
                  <a:gd name="connsiteY2" fmla="*/ 169487 h 188181"/>
                  <a:gd name="connsiteX3" fmla="*/ 1781484 w 1798924"/>
                  <a:gd name="connsiteY3" fmla="*/ 18693 h 188181"/>
                  <a:gd name="connsiteX4" fmla="*/ 9960 w 1798924"/>
                  <a:gd name="connsiteY4" fmla="*/ 0 h 188181"/>
                  <a:gd name="connsiteX5" fmla="*/ 1790208 w 1798924"/>
                  <a:gd name="connsiteY5" fmla="*/ 0 h 188181"/>
                  <a:gd name="connsiteX6" fmla="*/ 1798924 w 1798924"/>
                  <a:gd name="connsiteY6" fmla="*/ 9904 h 188181"/>
                  <a:gd name="connsiteX7" fmla="*/ 1798924 w 1798924"/>
                  <a:gd name="connsiteY7" fmla="*/ 179515 h 188181"/>
                  <a:gd name="connsiteX8" fmla="*/ 1790208 w 1798924"/>
                  <a:gd name="connsiteY8" fmla="*/ 188181 h 188181"/>
                  <a:gd name="connsiteX9" fmla="*/ 9960 w 1798924"/>
                  <a:gd name="connsiteY9" fmla="*/ 188181 h 188181"/>
                  <a:gd name="connsiteX10" fmla="*/ 0 w 1798924"/>
                  <a:gd name="connsiteY10" fmla="*/ 179515 h 188181"/>
                  <a:gd name="connsiteX11" fmla="*/ 0 w 1798924"/>
                  <a:gd name="connsiteY11" fmla="*/ 9904 h 188181"/>
                  <a:gd name="connsiteX12" fmla="*/ 9960 w 1798924"/>
                  <a:gd name="connsiteY12" fmla="*/ 0 h 188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98924" h="188181">
                    <a:moveTo>
                      <a:pt x="18692" y="18693"/>
                    </a:moveTo>
                    <a:lnTo>
                      <a:pt x="18692" y="169487"/>
                    </a:lnTo>
                    <a:lnTo>
                      <a:pt x="1781484" y="169487"/>
                    </a:lnTo>
                    <a:lnTo>
                      <a:pt x="1781484" y="18693"/>
                    </a:lnTo>
                    <a:close/>
                    <a:moveTo>
                      <a:pt x="9960" y="0"/>
                    </a:moveTo>
                    <a:lnTo>
                      <a:pt x="1790208" y="0"/>
                    </a:lnTo>
                    <a:cubicBezTo>
                      <a:pt x="1795188" y="0"/>
                      <a:pt x="1798924" y="3714"/>
                      <a:pt x="1798924" y="9904"/>
                    </a:cubicBezTo>
                    <a:lnTo>
                      <a:pt x="1798924" y="179515"/>
                    </a:lnTo>
                    <a:cubicBezTo>
                      <a:pt x="1798924" y="183229"/>
                      <a:pt x="1795188" y="188181"/>
                      <a:pt x="1790208" y="188181"/>
                    </a:cubicBezTo>
                    <a:lnTo>
                      <a:pt x="9960" y="188181"/>
                    </a:lnTo>
                    <a:cubicBezTo>
                      <a:pt x="4980" y="188181"/>
                      <a:pt x="0" y="183229"/>
                      <a:pt x="0" y="179515"/>
                    </a:cubicBezTo>
                    <a:lnTo>
                      <a:pt x="0" y="9904"/>
                    </a:lnTo>
                    <a:cubicBezTo>
                      <a:pt x="0" y="3714"/>
                      <a:pt x="4980" y="0"/>
                      <a:pt x="99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37429D3F-649C-634A-933D-36FE840FB9CE}"/>
                  </a:ext>
                </a:extLst>
              </p:cNvPr>
              <p:cNvSpPr/>
              <p:nvPr/>
            </p:nvSpPr>
            <p:spPr>
              <a:xfrm>
                <a:off x="18031593" y="10769914"/>
                <a:ext cx="142020" cy="1694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5" h="137">
                    <a:moveTo>
                      <a:pt x="115" y="137"/>
                    </a:moveTo>
                    <a:lnTo>
                      <a:pt x="0" y="137"/>
                    </a:lnTo>
                    <a:lnTo>
                      <a:pt x="0" y="0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B729E0B0-43D0-704E-8E62-664FDB94FCA1}"/>
                  </a:ext>
                </a:extLst>
              </p:cNvPr>
              <p:cNvSpPr/>
              <p:nvPr/>
            </p:nvSpPr>
            <p:spPr>
              <a:xfrm>
                <a:off x="18022872" y="10759944"/>
                <a:ext cx="159460" cy="188181"/>
              </a:xfrm>
              <a:custGeom>
                <a:avLst/>
                <a:gdLst>
                  <a:gd name="connsiteX0" fmla="*/ 17440 w 159460"/>
                  <a:gd name="connsiteY0" fmla="*/ 18693 h 188181"/>
                  <a:gd name="connsiteX1" fmla="*/ 17440 w 159460"/>
                  <a:gd name="connsiteY1" fmla="*/ 169487 h 188181"/>
                  <a:gd name="connsiteX2" fmla="*/ 140774 w 159460"/>
                  <a:gd name="connsiteY2" fmla="*/ 169487 h 188181"/>
                  <a:gd name="connsiteX3" fmla="*/ 140774 w 159460"/>
                  <a:gd name="connsiteY3" fmla="*/ 18693 h 188181"/>
                  <a:gd name="connsiteX4" fmla="*/ 8652 w 159460"/>
                  <a:gd name="connsiteY4" fmla="*/ 0 h 188181"/>
                  <a:gd name="connsiteX5" fmla="*/ 150808 w 159460"/>
                  <a:gd name="connsiteY5" fmla="*/ 0 h 188181"/>
                  <a:gd name="connsiteX6" fmla="*/ 159460 w 159460"/>
                  <a:gd name="connsiteY6" fmla="*/ 9904 h 188181"/>
                  <a:gd name="connsiteX7" fmla="*/ 159460 w 159460"/>
                  <a:gd name="connsiteY7" fmla="*/ 179515 h 188181"/>
                  <a:gd name="connsiteX8" fmla="*/ 150808 w 159460"/>
                  <a:gd name="connsiteY8" fmla="*/ 188181 h 188181"/>
                  <a:gd name="connsiteX9" fmla="*/ 8652 w 159460"/>
                  <a:gd name="connsiteY9" fmla="*/ 188181 h 188181"/>
                  <a:gd name="connsiteX10" fmla="*/ 0 w 159460"/>
                  <a:gd name="connsiteY10" fmla="*/ 179515 h 188181"/>
                  <a:gd name="connsiteX11" fmla="*/ 0 w 159460"/>
                  <a:gd name="connsiteY11" fmla="*/ 9904 h 188181"/>
                  <a:gd name="connsiteX12" fmla="*/ 8652 w 159460"/>
                  <a:gd name="connsiteY12" fmla="*/ 0 h 188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460" h="188181">
                    <a:moveTo>
                      <a:pt x="17440" y="18693"/>
                    </a:moveTo>
                    <a:lnTo>
                      <a:pt x="17440" y="169487"/>
                    </a:lnTo>
                    <a:lnTo>
                      <a:pt x="140774" y="169487"/>
                    </a:lnTo>
                    <a:lnTo>
                      <a:pt x="140774" y="18693"/>
                    </a:lnTo>
                    <a:close/>
                    <a:moveTo>
                      <a:pt x="8652" y="0"/>
                    </a:moveTo>
                    <a:lnTo>
                      <a:pt x="150808" y="0"/>
                    </a:lnTo>
                    <a:cubicBezTo>
                      <a:pt x="155752" y="0"/>
                      <a:pt x="159460" y="3714"/>
                      <a:pt x="159460" y="9904"/>
                    </a:cubicBezTo>
                    <a:lnTo>
                      <a:pt x="159460" y="179515"/>
                    </a:lnTo>
                    <a:cubicBezTo>
                      <a:pt x="159460" y="183229"/>
                      <a:pt x="155752" y="188181"/>
                      <a:pt x="150808" y="188181"/>
                    </a:cubicBezTo>
                    <a:lnTo>
                      <a:pt x="8652" y="188181"/>
                    </a:lnTo>
                    <a:cubicBezTo>
                      <a:pt x="3708" y="188181"/>
                      <a:pt x="0" y="183229"/>
                      <a:pt x="0" y="179515"/>
                    </a:cubicBezTo>
                    <a:lnTo>
                      <a:pt x="0" y="9904"/>
                    </a:lnTo>
                    <a:cubicBezTo>
                      <a:pt x="0" y="3714"/>
                      <a:pt x="3708" y="0"/>
                      <a:pt x="86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47E0242C-B7D4-C44D-B248-48F35444B2A0}"/>
                  </a:ext>
                </a:extLst>
              </p:cNvPr>
              <p:cNvSpPr/>
              <p:nvPr/>
            </p:nvSpPr>
            <p:spPr>
              <a:xfrm>
                <a:off x="17858428" y="10396045"/>
                <a:ext cx="1321785" cy="3726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62" h="300">
                    <a:moveTo>
                      <a:pt x="1062" y="0"/>
                    </a:moveTo>
                    <a:lnTo>
                      <a:pt x="0" y="0"/>
                    </a:lnTo>
                    <a:lnTo>
                      <a:pt x="0" y="300"/>
                    </a:lnTo>
                    <a:lnTo>
                      <a:pt x="1062" y="30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12A12A59-044F-624D-95A0-9B6836C6D7DF}"/>
                  </a:ext>
                </a:extLst>
              </p:cNvPr>
              <p:cNvSpPr/>
              <p:nvPr/>
            </p:nvSpPr>
            <p:spPr>
              <a:xfrm>
                <a:off x="17848460" y="10386075"/>
                <a:ext cx="1340472" cy="391316"/>
              </a:xfrm>
              <a:custGeom>
                <a:avLst/>
                <a:gdLst>
                  <a:gd name="connsiteX0" fmla="*/ 18688 w 1340472"/>
                  <a:gd name="connsiteY0" fmla="*/ 19940 h 391316"/>
                  <a:gd name="connsiteX1" fmla="*/ 18688 w 1340472"/>
                  <a:gd name="connsiteY1" fmla="*/ 372623 h 391316"/>
                  <a:gd name="connsiteX2" fmla="*/ 1321786 w 1340472"/>
                  <a:gd name="connsiteY2" fmla="*/ 372623 h 391316"/>
                  <a:gd name="connsiteX3" fmla="*/ 1321786 w 1340472"/>
                  <a:gd name="connsiteY3" fmla="*/ 19940 h 391316"/>
                  <a:gd name="connsiteX4" fmla="*/ 9958 w 1340472"/>
                  <a:gd name="connsiteY4" fmla="*/ 0 h 391316"/>
                  <a:gd name="connsiteX5" fmla="*/ 1331760 w 1340472"/>
                  <a:gd name="connsiteY5" fmla="*/ 0 h 391316"/>
                  <a:gd name="connsiteX6" fmla="*/ 1340472 w 1340472"/>
                  <a:gd name="connsiteY6" fmla="*/ 9938 h 391316"/>
                  <a:gd name="connsiteX7" fmla="*/ 1340472 w 1340472"/>
                  <a:gd name="connsiteY7" fmla="*/ 382620 h 391316"/>
                  <a:gd name="connsiteX8" fmla="*/ 1331760 w 1340472"/>
                  <a:gd name="connsiteY8" fmla="*/ 391316 h 391316"/>
                  <a:gd name="connsiteX9" fmla="*/ 9958 w 1340472"/>
                  <a:gd name="connsiteY9" fmla="*/ 391316 h 391316"/>
                  <a:gd name="connsiteX10" fmla="*/ 0 w 1340472"/>
                  <a:gd name="connsiteY10" fmla="*/ 382620 h 391316"/>
                  <a:gd name="connsiteX11" fmla="*/ 0 w 1340472"/>
                  <a:gd name="connsiteY11" fmla="*/ 9938 h 391316"/>
                  <a:gd name="connsiteX12" fmla="*/ 9958 w 1340472"/>
                  <a:gd name="connsiteY12" fmla="*/ 0 h 391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40472" h="391316">
                    <a:moveTo>
                      <a:pt x="18688" y="19940"/>
                    </a:moveTo>
                    <a:lnTo>
                      <a:pt x="18688" y="372623"/>
                    </a:lnTo>
                    <a:lnTo>
                      <a:pt x="1321786" y="372623"/>
                    </a:lnTo>
                    <a:lnTo>
                      <a:pt x="1321786" y="19940"/>
                    </a:lnTo>
                    <a:close/>
                    <a:moveTo>
                      <a:pt x="9958" y="0"/>
                    </a:moveTo>
                    <a:lnTo>
                      <a:pt x="1331760" y="0"/>
                    </a:lnTo>
                    <a:cubicBezTo>
                      <a:pt x="1336740" y="0"/>
                      <a:pt x="1340472" y="4969"/>
                      <a:pt x="1340472" y="9938"/>
                    </a:cubicBezTo>
                    <a:lnTo>
                      <a:pt x="1340472" y="382620"/>
                    </a:lnTo>
                    <a:cubicBezTo>
                      <a:pt x="1340472" y="386347"/>
                      <a:pt x="1336740" y="391316"/>
                      <a:pt x="1331760" y="391316"/>
                    </a:cubicBezTo>
                    <a:lnTo>
                      <a:pt x="9958" y="391316"/>
                    </a:lnTo>
                    <a:cubicBezTo>
                      <a:pt x="4980" y="391316"/>
                      <a:pt x="0" y="386347"/>
                      <a:pt x="0" y="382620"/>
                    </a:cubicBezTo>
                    <a:lnTo>
                      <a:pt x="0" y="9938"/>
                    </a:lnTo>
                    <a:cubicBezTo>
                      <a:pt x="0" y="4969"/>
                      <a:pt x="4980" y="0"/>
                      <a:pt x="99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602E70F9-951F-4A41-98C4-CA339EC84E95}"/>
                  </a:ext>
                </a:extLst>
              </p:cNvPr>
              <p:cNvSpPr/>
              <p:nvPr/>
            </p:nvSpPr>
            <p:spPr>
              <a:xfrm>
                <a:off x="17858428" y="10396045"/>
                <a:ext cx="1321785" cy="3726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62" h="300">
                    <a:moveTo>
                      <a:pt x="1062" y="0"/>
                    </a:moveTo>
                    <a:lnTo>
                      <a:pt x="0" y="0"/>
                    </a:lnTo>
                    <a:lnTo>
                      <a:pt x="0" y="300"/>
                    </a:lnTo>
                    <a:lnTo>
                      <a:pt x="1062" y="30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7291C4C5-1577-314E-BDF7-58D319547C51}"/>
                  </a:ext>
                </a:extLst>
              </p:cNvPr>
              <p:cNvSpPr/>
              <p:nvPr/>
            </p:nvSpPr>
            <p:spPr>
              <a:xfrm>
                <a:off x="18159909" y="10518176"/>
                <a:ext cx="129562" cy="1283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5" h="104">
                    <a:moveTo>
                      <a:pt x="105" y="52"/>
                    </a:moveTo>
                    <a:cubicBezTo>
                      <a:pt x="105" y="81"/>
                      <a:pt x="81" y="104"/>
                      <a:pt x="52" y="104"/>
                    </a:cubicBezTo>
                    <a:cubicBezTo>
                      <a:pt x="23" y="104"/>
                      <a:pt x="0" y="81"/>
                      <a:pt x="0" y="52"/>
                    </a:cubicBezTo>
                    <a:cubicBezTo>
                      <a:pt x="0" y="23"/>
                      <a:pt x="23" y="0"/>
                      <a:pt x="52" y="0"/>
                    </a:cubicBezTo>
                    <a:cubicBezTo>
                      <a:pt x="81" y="0"/>
                      <a:pt x="105" y="23"/>
                      <a:pt x="105" y="5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6DEC258F-471E-CA4F-B6BF-983038441837}"/>
                  </a:ext>
                </a:extLst>
              </p:cNvPr>
              <p:cNvSpPr/>
              <p:nvPr/>
            </p:nvSpPr>
            <p:spPr>
              <a:xfrm>
                <a:off x="18149944" y="10508206"/>
                <a:ext cx="148248" cy="148301"/>
              </a:xfrm>
              <a:custGeom>
                <a:avLst/>
                <a:gdLst>
                  <a:gd name="connsiteX0" fmla="*/ 74124 w 148248"/>
                  <a:gd name="connsiteY0" fmla="*/ 18693 h 148301"/>
                  <a:gd name="connsiteX1" fmla="*/ 18686 w 148248"/>
                  <a:gd name="connsiteY1" fmla="*/ 74150 h 148301"/>
                  <a:gd name="connsiteX2" fmla="*/ 74124 w 148248"/>
                  <a:gd name="connsiteY2" fmla="*/ 129607 h 148301"/>
                  <a:gd name="connsiteX3" fmla="*/ 129560 w 148248"/>
                  <a:gd name="connsiteY3" fmla="*/ 74150 h 148301"/>
                  <a:gd name="connsiteX4" fmla="*/ 74124 w 148248"/>
                  <a:gd name="connsiteY4" fmla="*/ 18693 h 148301"/>
                  <a:gd name="connsiteX5" fmla="*/ 74124 w 148248"/>
                  <a:gd name="connsiteY5" fmla="*/ 0 h 148301"/>
                  <a:gd name="connsiteX6" fmla="*/ 148248 w 148248"/>
                  <a:gd name="connsiteY6" fmla="*/ 74150 h 148301"/>
                  <a:gd name="connsiteX7" fmla="*/ 74124 w 148248"/>
                  <a:gd name="connsiteY7" fmla="*/ 148301 h 148301"/>
                  <a:gd name="connsiteX8" fmla="*/ 0 w 148248"/>
                  <a:gd name="connsiteY8" fmla="*/ 74150 h 148301"/>
                  <a:gd name="connsiteX9" fmla="*/ 74124 w 148248"/>
                  <a:gd name="connsiteY9" fmla="*/ 0 h 148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248" h="148301">
                    <a:moveTo>
                      <a:pt x="74124" y="18693"/>
                    </a:moveTo>
                    <a:cubicBezTo>
                      <a:pt x="43324" y="18693"/>
                      <a:pt x="18686" y="43341"/>
                      <a:pt x="18686" y="74150"/>
                    </a:cubicBezTo>
                    <a:cubicBezTo>
                      <a:pt x="18686" y="104959"/>
                      <a:pt x="43324" y="129607"/>
                      <a:pt x="74124" y="129607"/>
                    </a:cubicBezTo>
                    <a:cubicBezTo>
                      <a:pt x="104922" y="129607"/>
                      <a:pt x="129560" y="104959"/>
                      <a:pt x="129560" y="74150"/>
                    </a:cubicBezTo>
                    <a:cubicBezTo>
                      <a:pt x="129560" y="43341"/>
                      <a:pt x="104922" y="18693"/>
                      <a:pt x="74124" y="18693"/>
                    </a:cubicBezTo>
                    <a:close/>
                    <a:moveTo>
                      <a:pt x="74124" y="0"/>
                    </a:moveTo>
                    <a:cubicBezTo>
                      <a:pt x="114892" y="0"/>
                      <a:pt x="148248" y="33368"/>
                      <a:pt x="148248" y="74150"/>
                    </a:cubicBezTo>
                    <a:cubicBezTo>
                      <a:pt x="148248" y="114933"/>
                      <a:pt x="114892" y="148301"/>
                      <a:pt x="74124" y="148301"/>
                    </a:cubicBezTo>
                    <a:cubicBezTo>
                      <a:pt x="33356" y="148301"/>
                      <a:pt x="0" y="114933"/>
                      <a:pt x="0" y="74150"/>
                    </a:cubicBezTo>
                    <a:cubicBezTo>
                      <a:pt x="0" y="33368"/>
                      <a:pt x="33356" y="0"/>
                      <a:pt x="741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83F8D11B-3BBA-C541-A0D4-37D3B532FD84}"/>
                  </a:ext>
                </a:extLst>
              </p:cNvPr>
              <p:cNvSpPr/>
              <p:nvPr/>
            </p:nvSpPr>
            <p:spPr>
              <a:xfrm>
                <a:off x="17964320" y="10518176"/>
                <a:ext cx="130808" cy="1283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6" h="104">
                    <a:moveTo>
                      <a:pt x="106" y="52"/>
                    </a:moveTo>
                    <a:cubicBezTo>
                      <a:pt x="106" y="81"/>
                      <a:pt x="82" y="104"/>
                      <a:pt x="53" y="104"/>
                    </a:cubicBezTo>
                    <a:cubicBezTo>
                      <a:pt x="24" y="104"/>
                      <a:pt x="0" y="81"/>
                      <a:pt x="0" y="52"/>
                    </a:cubicBezTo>
                    <a:cubicBezTo>
                      <a:pt x="0" y="23"/>
                      <a:pt x="24" y="0"/>
                      <a:pt x="53" y="0"/>
                    </a:cubicBezTo>
                    <a:cubicBezTo>
                      <a:pt x="82" y="0"/>
                      <a:pt x="106" y="23"/>
                      <a:pt x="106" y="5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683369BD-9947-BE44-8EF8-FD90AA6866BC}"/>
                  </a:ext>
                </a:extLst>
              </p:cNvPr>
              <p:cNvSpPr/>
              <p:nvPr/>
            </p:nvSpPr>
            <p:spPr>
              <a:xfrm>
                <a:off x="17955600" y="10508206"/>
                <a:ext cx="148248" cy="148301"/>
              </a:xfrm>
              <a:custGeom>
                <a:avLst/>
                <a:gdLst>
                  <a:gd name="connsiteX0" fmla="*/ 74124 w 148248"/>
                  <a:gd name="connsiteY0" fmla="*/ 18693 h 148301"/>
                  <a:gd name="connsiteX1" fmla="*/ 18686 w 148248"/>
                  <a:gd name="connsiteY1" fmla="*/ 74150 h 148301"/>
                  <a:gd name="connsiteX2" fmla="*/ 74124 w 148248"/>
                  <a:gd name="connsiteY2" fmla="*/ 129607 h 148301"/>
                  <a:gd name="connsiteX3" fmla="*/ 129560 w 148248"/>
                  <a:gd name="connsiteY3" fmla="*/ 74150 h 148301"/>
                  <a:gd name="connsiteX4" fmla="*/ 74124 w 148248"/>
                  <a:gd name="connsiteY4" fmla="*/ 18693 h 148301"/>
                  <a:gd name="connsiteX5" fmla="*/ 74124 w 148248"/>
                  <a:gd name="connsiteY5" fmla="*/ 0 h 148301"/>
                  <a:gd name="connsiteX6" fmla="*/ 148248 w 148248"/>
                  <a:gd name="connsiteY6" fmla="*/ 74150 h 148301"/>
                  <a:gd name="connsiteX7" fmla="*/ 74124 w 148248"/>
                  <a:gd name="connsiteY7" fmla="*/ 148301 h 148301"/>
                  <a:gd name="connsiteX8" fmla="*/ 0 w 148248"/>
                  <a:gd name="connsiteY8" fmla="*/ 74150 h 148301"/>
                  <a:gd name="connsiteX9" fmla="*/ 74124 w 148248"/>
                  <a:gd name="connsiteY9" fmla="*/ 0 h 148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8248" h="148301">
                    <a:moveTo>
                      <a:pt x="74124" y="18693"/>
                    </a:moveTo>
                    <a:cubicBezTo>
                      <a:pt x="43324" y="18693"/>
                      <a:pt x="18686" y="43341"/>
                      <a:pt x="18686" y="74150"/>
                    </a:cubicBezTo>
                    <a:cubicBezTo>
                      <a:pt x="18686" y="104959"/>
                      <a:pt x="43324" y="129607"/>
                      <a:pt x="74124" y="129607"/>
                    </a:cubicBezTo>
                    <a:cubicBezTo>
                      <a:pt x="104922" y="129607"/>
                      <a:pt x="129560" y="104959"/>
                      <a:pt x="129560" y="74150"/>
                    </a:cubicBezTo>
                    <a:cubicBezTo>
                      <a:pt x="129560" y="43341"/>
                      <a:pt x="104922" y="18693"/>
                      <a:pt x="74124" y="18693"/>
                    </a:cubicBezTo>
                    <a:close/>
                    <a:moveTo>
                      <a:pt x="74124" y="0"/>
                    </a:moveTo>
                    <a:cubicBezTo>
                      <a:pt x="114892" y="0"/>
                      <a:pt x="148248" y="33368"/>
                      <a:pt x="148248" y="74150"/>
                    </a:cubicBezTo>
                    <a:cubicBezTo>
                      <a:pt x="148248" y="114933"/>
                      <a:pt x="114892" y="148301"/>
                      <a:pt x="74124" y="148301"/>
                    </a:cubicBezTo>
                    <a:cubicBezTo>
                      <a:pt x="33356" y="148301"/>
                      <a:pt x="0" y="114933"/>
                      <a:pt x="0" y="74150"/>
                    </a:cubicBezTo>
                    <a:cubicBezTo>
                      <a:pt x="0" y="33368"/>
                      <a:pt x="33356" y="0"/>
                      <a:pt x="741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CF9EA8B3-60F1-8741-A994-CD7CCF7F705D}"/>
                  </a:ext>
                </a:extLst>
              </p:cNvPr>
              <p:cNvSpPr/>
              <p:nvPr/>
            </p:nvSpPr>
            <p:spPr>
              <a:xfrm>
                <a:off x="18390381" y="10391060"/>
                <a:ext cx="17441" cy="3825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" h="308">
                    <a:moveTo>
                      <a:pt x="8" y="308"/>
                    </a:moveTo>
                    <a:cubicBezTo>
                      <a:pt x="4" y="308"/>
                      <a:pt x="0" y="305"/>
                      <a:pt x="0" y="300"/>
                    </a:cubicBezTo>
                    <a:lnTo>
                      <a:pt x="0" y="7"/>
                    </a:lnTo>
                    <a:cubicBezTo>
                      <a:pt x="0" y="3"/>
                      <a:pt x="4" y="0"/>
                      <a:pt x="8" y="0"/>
                    </a:cubicBezTo>
                    <a:cubicBezTo>
                      <a:pt x="12" y="0"/>
                      <a:pt x="15" y="3"/>
                      <a:pt x="15" y="7"/>
                    </a:cubicBezTo>
                    <a:lnTo>
                      <a:pt x="15" y="300"/>
                    </a:lnTo>
                    <a:cubicBezTo>
                      <a:pt x="15" y="305"/>
                      <a:pt x="12" y="308"/>
                      <a:pt x="8" y="30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5FEDC06F-B0A4-8F4D-9C46-CE184527B55B}"/>
                  </a:ext>
                </a:extLst>
              </p:cNvPr>
              <p:cNvSpPr/>
              <p:nvPr/>
            </p:nvSpPr>
            <p:spPr>
              <a:xfrm>
                <a:off x="18517452" y="10516929"/>
                <a:ext cx="554377" cy="13085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6" h="106">
                    <a:moveTo>
                      <a:pt x="394" y="0"/>
                    </a:moveTo>
                    <a:lnTo>
                      <a:pt x="223" y="0"/>
                    </a:lnTo>
                    <a:lnTo>
                      <a:pt x="53" y="0"/>
                    </a:lnTo>
                    <a:cubicBezTo>
                      <a:pt x="38" y="0"/>
                      <a:pt x="25" y="6"/>
                      <a:pt x="15" y="15"/>
                    </a:cubicBezTo>
                    <a:cubicBezTo>
                      <a:pt x="6" y="25"/>
                      <a:pt x="0" y="38"/>
                      <a:pt x="0" y="53"/>
                    </a:cubicBezTo>
                    <a:cubicBezTo>
                      <a:pt x="0" y="67"/>
                      <a:pt x="6" y="81"/>
                      <a:pt x="15" y="91"/>
                    </a:cubicBezTo>
                    <a:cubicBezTo>
                      <a:pt x="25" y="100"/>
                      <a:pt x="38" y="106"/>
                      <a:pt x="53" y="106"/>
                    </a:cubicBezTo>
                    <a:lnTo>
                      <a:pt x="223" y="106"/>
                    </a:lnTo>
                    <a:lnTo>
                      <a:pt x="394" y="106"/>
                    </a:lnTo>
                    <a:cubicBezTo>
                      <a:pt x="408" y="106"/>
                      <a:pt x="421" y="100"/>
                      <a:pt x="431" y="91"/>
                    </a:cubicBezTo>
                    <a:cubicBezTo>
                      <a:pt x="441" y="81"/>
                      <a:pt x="446" y="67"/>
                      <a:pt x="446" y="53"/>
                    </a:cubicBezTo>
                    <a:cubicBezTo>
                      <a:pt x="446" y="38"/>
                      <a:pt x="441" y="25"/>
                      <a:pt x="431" y="15"/>
                    </a:cubicBezTo>
                    <a:cubicBezTo>
                      <a:pt x="421" y="6"/>
                      <a:pt x="408" y="0"/>
                      <a:pt x="39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A800F011-AD12-454B-A081-626B19ED77F1}"/>
                  </a:ext>
                </a:extLst>
              </p:cNvPr>
              <p:cNvSpPr/>
              <p:nvPr/>
            </p:nvSpPr>
            <p:spPr>
              <a:xfrm>
                <a:off x="18507484" y="10508206"/>
                <a:ext cx="574312" cy="148301"/>
              </a:xfrm>
              <a:custGeom>
                <a:avLst/>
                <a:gdLst>
                  <a:gd name="connsiteX0" fmla="*/ 75862 w 574312"/>
                  <a:gd name="connsiteY0" fmla="*/ 18693 h 148301"/>
                  <a:gd name="connsiteX1" fmla="*/ 36088 w 574312"/>
                  <a:gd name="connsiteY1" fmla="*/ 34716 h 148301"/>
                  <a:gd name="connsiteX2" fmla="*/ 18688 w 574312"/>
                  <a:gd name="connsiteY2" fmla="*/ 74157 h 148301"/>
                  <a:gd name="connsiteX3" fmla="*/ 36088 w 574312"/>
                  <a:gd name="connsiteY3" fmla="*/ 113598 h 148301"/>
                  <a:gd name="connsiteX4" fmla="*/ 75862 w 574312"/>
                  <a:gd name="connsiteY4" fmla="*/ 130854 h 148301"/>
                  <a:gd name="connsiteX5" fmla="*/ 499694 w 574312"/>
                  <a:gd name="connsiteY5" fmla="*/ 130854 h 148301"/>
                  <a:gd name="connsiteX6" fmla="*/ 538224 w 574312"/>
                  <a:gd name="connsiteY6" fmla="*/ 113598 h 148301"/>
                  <a:gd name="connsiteX7" fmla="*/ 555624 w 574312"/>
                  <a:gd name="connsiteY7" fmla="*/ 74157 h 148301"/>
                  <a:gd name="connsiteX8" fmla="*/ 538224 w 574312"/>
                  <a:gd name="connsiteY8" fmla="*/ 34716 h 148301"/>
                  <a:gd name="connsiteX9" fmla="*/ 499694 w 574312"/>
                  <a:gd name="connsiteY9" fmla="*/ 18693 h 148301"/>
                  <a:gd name="connsiteX10" fmla="*/ 75830 w 574312"/>
                  <a:gd name="connsiteY10" fmla="*/ 0 h 148301"/>
                  <a:gd name="connsiteX11" fmla="*/ 499726 w 574312"/>
                  <a:gd name="connsiteY11" fmla="*/ 0 h 148301"/>
                  <a:gd name="connsiteX12" fmla="*/ 553178 w 574312"/>
                  <a:gd name="connsiteY12" fmla="*/ 21009 h 148301"/>
                  <a:gd name="connsiteX13" fmla="*/ 574312 w 574312"/>
                  <a:gd name="connsiteY13" fmla="*/ 74150 h 148301"/>
                  <a:gd name="connsiteX14" fmla="*/ 553178 w 574312"/>
                  <a:gd name="connsiteY14" fmla="*/ 127292 h 148301"/>
                  <a:gd name="connsiteX15" fmla="*/ 499726 w 574312"/>
                  <a:gd name="connsiteY15" fmla="*/ 148301 h 148301"/>
                  <a:gd name="connsiteX16" fmla="*/ 75830 w 574312"/>
                  <a:gd name="connsiteY16" fmla="*/ 148301 h 148301"/>
                  <a:gd name="connsiteX17" fmla="*/ 22376 w 574312"/>
                  <a:gd name="connsiteY17" fmla="*/ 127292 h 148301"/>
                  <a:gd name="connsiteX18" fmla="*/ 0 w 574312"/>
                  <a:gd name="connsiteY18" fmla="*/ 74150 h 148301"/>
                  <a:gd name="connsiteX19" fmla="*/ 22376 w 574312"/>
                  <a:gd name="connsiteY19" fmla="*/ 21009 h 148301"/>
                  <a:gd name="connsiteX20" fmla="*/ 75830 w 574312"/>
                  <a:gd name="connsiteY20" fmla="*/ 0 h 148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4312" h="148301">
                    <a:moveTo>
                      <a:pt x="75862" y="18693"/>
                    </a:moveTo>
                    <a:cubicBezTo>
                      <a:pt x="60946" y="18693"/>
                      <a:pt x="46032" y="23623"/>
                      <a:pt x="36088" y="34716"/>
                    </a:cubicBezTo>
                    <a:cubicBezTo>
                      <a:pt x="24902" y="45809"/>
                      <a:pt x="18688" y="59367"/>
                      <a:pt x="18688" y="74157"/>
                    </a:cubicBezTo>
                    <a:cubicBezTo>
                      <a:pt x="18688" y="88948"/>
                      <a:pt x="24902" y="103738"/>
                      <a:pt x="36088" y="113598"/>
                    </a:cubicBezTo>
                    <a:cubicBezTo>
                      <a:pt x="46032" y="124691"/>
                      <a:pt x="60946" y="130854"/>
                      <a:pt x="75862" y="130854"/>
                    </a:cubicBezTo>
                    <a:lnTo>
                      <a:pt x="499694" y="130854"/>
                    </a:lnTo>
                    <a:cubicBezTo>
                      <a:pt x="514608" y="130854"/>
                      <a:pt x="528280" y="124691"/>
                      <a:pt x="538224" y="113598"/>
                    </a:cubicBezTo>
                    <a:cubicBezTo>
                      <a:pt x="550652" y="103738"/>
                      <a:pt x="555624" y="88948"/>
                      <a:pt x="555624" y="74157"/>
                    </a:cubicBezTo>
                    <a:cubicBezTo>
                      <a:pt x="555624" y="59367"/>
                      <a:pt x="550652" y="45809"/>
                      <a:pt x="538224" y="34716"/>
                    </a:cubicBezTo>
                    <a:cubicBezTo>
                      <a:pt x="528280" y="23623"/>
                      <a:pt x="514608" y="18693"/>
                      <a:pt x="499694" y="18693"/>
                    </a:cubicBezTo>
                    <a:close/>
                    <a:moveTo>
                      <a:pt x="75830" y="0"/>
                    </a:moveTo>
                    <a:lnTo>
                      <a:pt x="499726" y="0"/>
                    </a:lnTo>
                    <a:cubicBezTo>
                      <a:pt x="518372" y="0"/>
                      <a:pt x="538262" y="7415"/>
                      <a:pt x="553178" y="21009"/>
                    </a:cubicBezTo>
                    <a:cubicBezTo>
                      <a:pt x="566852" y="34604"/>
                      <a:pt x="574312" y="54377"/>
                      <a:pt x="574312" y="74150"/>
                    </a:cubicBezTo>
                    <a:cubicBezTo>
                      <a:pt x="574312" y="93924"/>
                      <a:pt x="566852" y="112462"/>
                      <a:pt x="553178" y="127292"/>
                    </a:cubicBezTo>
                    <a:cubicBezTo>
                      <a:pt x="538262" y="140886"/>
                      <a:pt x="518372" y="148301"/>
                      <a:pt x="499726" y="148301"/>
                    </a:cubicBezTo>
                    <a:lnTo>
                      <a:pt x="75830" y="148301"/>
                    </a:lnTo>
                    <a:cubicBezTo>
                      <a:pt x="54698" y="148301"/>
                      <a:pt x="37294" y="140886"/>
                      <a:pt x="22376" y="127292"/>
                    </a:cubicBezTo>
                    <a:cubicBezTo>
                      <a:pt x="8702" y="112462"/>
                      <a:pt x="0" y="93924"/>
                      <a:pt x="0" y="74150"/>
                    </a:cubicBezTo>
                    <a:cubicBezTo>
                      <a:pt x="0" y="54377"/>
                      <a:pt x="8702" y="34604"/>
                      <a:pt x="22376" y="21009"/>
                    </a:cubicBezTo>
                    <a:cubicBezTo>
                      <a:pt x="37294" y="7415"/>
                      <a:pt x="54698" y="0"/>
                      <a:pt x="758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5629CC01-04B7-5E45-B7A4-7CE31A0A39F4}"/>
                  </a:ext>
                </a:extLst>
              </p:cNvPr>
              <p:cNvSpPr/>
              <p:nvPr/>
            </p:nvSpPr>
            <p:spPr>
              <a:xfrm>
                <a:off x="17348899" y="10940644"/>
                <a:ext cx="2340843" cy="4959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80" h="399">
                    <a:moveTo>
                      <a:pt x="1814" y="0"/>
                    </a:moveTo>
                    <a:lnTo>
                      <a:pt x="959" y="0"/>
                    </a:lnTo>
                    <a:lnTo>
                      <a:pt x="104" y="0"/>
                    </a:lnTo>
                    <a:cubicBezTo>
                      <a:pt x="76" y="0"/>
                      <a:pt x="49" y="11"/>
                      <a:pt x="30" y="30"/>
                    </a:cubicBezTo>
                    <a:cubicBezTo>
                      <a:pt x="12" y="49"/>
                      <a:pt x="0" y="75"/>
                      <a:pt x="0" y="104"/>
                    </a:cubicBezTo>
                    <a:lnTo>
                      <a:pt x="0" y="199"/>
                    </a:lnTo>
                    <a:lnTo>
                      <a:pt x="0" y="295"/>
                    </a:lnTo>
                    <a:cubicBezTo>
                      <a:pt x="0" y="324"/>
                      <a:pt x="12" y="350"/>
                      <a:pt x="30" y="369"/>
                    </a:cubicBezTo>
                    <a:cubicBezTo>
                      <a:pt x="49" y="388"/>
                      <a:pt x="76" y="399"/>
                      <a:pt x="104" y="399"/>
                    </a:cubicBezTo>
                    <a:lnTo>
                      <a:pt x="959" y="399"/>
                    </a:lnTo>
                    <a:lnTo>
                      <a:pt x="1814" y="399"/>
                    </a:lnTo>
                    <a:cubicBezTo>
                      <a:pt x="1832" y="399"/>
                      <a:pt x="1848" y="392"/>
                      <a:pt x="1861" y="381"/>
                    </a:cubicBezTo>
                    <a:cubicBezTo>
                      <a:pt x="1872" y="368"/>
                      <a:pt x="1880" y="352"/>
                      <a:pt x="1880" y="334"/>
                    </a:cubicBezTo>
                    <a:lnTo>
                      <a:pt x="1880" y="199"/>
                    </a:lnTo>
                    <a:lnTo>
                      <a:pt x="1880" y="65"/>
                    </a:lnTo>
                    <a:cubicBezTo>
                      <a:pt x="1880" y="47"/>
                      <a:pt x="1872" y="30"/>
                      <a:pt x="1861" y="19"/>
                    </a:cubicBezTo>
                    <a:cubicBezTo>
                      <a:pt x="1848" y="7"/>
                      <a:pt x="1832" y="0"/>
                      <a:pt x="181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400FDCB2-421B-2E43-802C-20C94F6325CB}"/>
                  </a:ext>
                </a:extLst>
              </p:cNvPr>
              <p:cNvSpPr/>
              <p:nvPr/>
            </p:nvSpPr>
            <p:spPr>
              <a:xfrm>
                <a:off x="17338932" y="10930677"/>
                <a:ext cx="2359532" cy="515939"/>
              </a:xfrm>
              <a:custGeom>
                <a:avLst/>
                <a:gdLst>
                  <a:gd name="connsiteX0" fmla="*/ 139466 w 2359532"/>
                  <a:gd name="connsiteY0" fmla="*/ 18694 h 515939"/>
                  <a:gd name="connsiteX1" fmla="*/ 54796 w 2359532"/>
                  <a:gd name="connsiteY1" fmla="*/ 53498 h 515939"/>
                  <a:gd name="connsiteX2" fmla="*/ 18688 w 2359532"/>
                  <a:gd name="connsiteY2" fmla="*/ 139264 h 515939"/>
                  <a:gd name="connsiteX3" fmla="*/ 18688 w 2359532"/>
                  <a:gd name="connsiteY3" fmla="*/ 376676 h 515939"/>
                  <a:gd name="connsiteX4" fmla="*/ 54796 w 2359532"/>
                  <a:gd name="connsiteY4" fmla="*/ 462442 h 515939"/>
                  <a:gd name="connsiteX5" fmla="*/ 139466 w 2359532"/>
                  <a:gd name="connsiteY5" fmla="*/ 497246 h 515939"/>
                  <a:gd name="connsiteX6" fmla="*/ 2268626 w 2359532"/>
                  <a:gd name="connsiteY6" fmla="*/ 497246 h 515939"/>
                  <a:gd name="connsiteX7" fmla="*/ 2319676 w 2359532"/>
                  <a:gd name="connsiteY7" fmla="*/ 476115 h 515939"/>
                  <a:gd name="connsiteX8" fmla="*/ 2340844 w 2359532"/>
                  <a:gd name="connsiteY8" fmla="*/ 425152 h 515939"/>
                  <a:gd name="connsiteX9" fmla="*/ 2340844 w 2359532"/>
                  <a:gd name="connsiteY9" fmla="*/ 90788 h 515939"/>
                  <a:gd name="connsiteX10" fmla="*/ 2319676 w 2359532"/>
                  <a:gd name="connsiteY10" fmla="*/ 39825 h 515939"/>
                  <a:gd name="connsiteX11" fmla="*/ 2268626 w 2359532"/>
                  <a:gd name="connsiteY11" fmla="*/ 18694 h 515939"/>
                  <a:gd name="connsiteX12" fmla="*/ 139456 w 2359532"/>
                  <a:gd name="connsiteY12" fmla="*/ 0 h 515939"/>
                  <a:gd name="connsiteX13" fmla="*/ 2268636 w 2359532"/>
                  <a:gd name="connsiteY13" fmla="*/ 0 h 515939"/>
                  <a:gd name="connsiteX14" fmla="*/ 2332138 w 2359532"/>
                  <a:gd name="connsiteY14" fmla="*/ 26108 h 515939"/>
                  <a:gd name="connsiteX15" fmla="*/ 2359532 w 2359532"/>
                  <a:gd name="connsiteY15" fmla="*/ 90756 h 515939"/>
                  <a:gd name="connsiteX16" fmla="*/ 2359532 w 2359532"/>
                  <a:gd name="connsiteY16" fmla="*/ 425183 h 515939"/>
                  <a:gd name="connsiteX17" fmla="*/ 2332138 w 2359532"/>
                  <a:gd name="connsiteY17" fmla="*/ 489831 h 515939"/>
                  <a:gd name="connsiteX18" fmla="*/ 2268636 w 2359532"/>
                  <a:gd name="connsiteY18" fmla="*/ 515939 h 515939"/>
                  <a:gd name="connsiteX19" fmla="*/ 139456 w 2359532"/>
                  <a:gd name="connsiteY19" fmla="*/ 515939 h 515939"/>
                  <a:gd name="connsiteX20" fmla="*/ 41090 w 2359532"/>
                  <a:gd name="connsiteY20" fmla="*/ 474913 h 515939"/>
                  <a:gd name="connsiteX21" fmla="*/ 0 w 2359532"/>
                  <a:gd name="connsiteY21" fmla="*/ 376698 h 515939"/>
                  <a:gd name="connsiteX22" fmla="*/ 0 w 2359532"/>
                  <a:gd name="connsiteY22" fmla="*/ 139241 h 515939"/>
                  <a:gd name="connsiteX23" fmla="*/ 41090 w 2359532"/>
                  <a:gd name="connsiteY23" fmla="*/ 41026 h 515939"/>
                  <a:gd name="connsiteX24" fmla="*/ 139456 w 2359532"/>
                  <a:gd name="connsiteY24" fmla="*/ 0 h 515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359532" h="515939">
                    <a:moveTo>
                      <a:pt x="139466" y="18694"/>
                    </a:moveTo>
                    <a:cubicBezTo>
                      <a:pt x="107092" y="18694"/>
                      <a:pt x="77208" y="31124"/>
                      <a:pt x="54796" y="53498"/>
                    </a:cubicBezTo>
                    <a:cubicBezTo>
                      <a:pt x="31140" y="75872"/>
                      <a:pt x="18688" y="106946"/>
                      <a:pt x="18688" y="139264"/>
                    </a:cubicBezTo>
                    <a:lnTo>
                      <a:pt x="18688" y="376676"/>
                    </a:lnTo>
                    <a:cubicBezTo>
                      <a:pt x="18688" y="408994"/>
                      <a:pt x="31140" y="438825"/>
                      <a:pt x="54796" y="462442"/>
                    </a:cubicBezTo>
                    <a:cubicBezTo>
                      <a:pt x="77208" y="484816"/>
                      <a:pt x="107092" y="497246"/>
                      <a:pt x="139466" y="497246"/>
                    </a:cubicBezTo>
                    <a:lnTo>
                      <a:pt x="2268626" y="497246"/>
                    </a:lnTo>
                    <a:cubicBezTo>
                      <a:pt x="2287304" y="497246"/>
                      <a:pt x="2305980" y="489788"/>
                      <a:pt x="2319676" y="476115"/>
                    </a:cubicBezTo>
                    <a:cubicBezTo>
                      <a:pt x="2333374" y="462442"/>
                      <a:pt x="2340844" y="443797"/>
                      <a:pt x="2340844" y="425152"/>
                    </a:cubicBezTo>
                    <a:lnTo>
                      <a:pt x="2340844" y="90788"/>
                    </a:lnTo>
                    <a:cubicBezTo>
                      <a:pt x="2340844" y="70900"/>
                      <a:pt x="2333374" y="53498"/>
                      <a:pt x="2319676" y="39825"/>
                    </a:cubicBezTo>
                    <a:cubicBezTo>
                      <a:pt x="2305980" y="26152"/>
                      <a:pt x="2287304" y="18694"/>
                      <a:pt x="2268626" y="18694"/>
                    </a:cubicBezTo>
                    <a:close/>
                    <a:moveTo>
                      <a:pt x="139456" y="0"/>
                    </a:moveTo>
                    <a:lnTo>
                      <a:pt x="2268636" y="0"/>
                    </a:lnTo>
                    <a:cubicBezTo>
                      <a:pt x="2293538" y="0"/>
                      <a:pt x="2315952" y="9946"/>
                      <a:pt x="2332138" y="26108"/>
                    </a:cubicBezTo>
                    <a:cubicBezTo>
                      <a:pt x="2350816" y="43513"/>
                      <a:pt x="2359532" y="65891"/>
                      <a:pt x="2359532" y="90756"/>
                    </a:cubicBezTo>
                    <a:lnTo>
                      <a:pt x="2359532" y="425183"/>
                    </a:lnTo>
                    <a:cubicBezTo>
                      <a:pt x="2359532" y="450048"/>
                      <a:pt x="2350816" y="472426"/>
                      <a:pt x="2332138" y="489831"/>
                    </a:cubicBezTo>
                    <a:cubicBezTo>
                      <a:pt x="2315952" y="505993"/>
                      <a:pt x="2293538" y="515939"/>
                      <a:pt x="2268636" y="515939"/>
                    </a:cubicBezTo>
                    <a:lnTo>
                      <a:pt x="139456" y="515939"/>
                    </a:lnTo>
                    <a:cubicBezTo>
                      <a:pt x="103348" y="515939"/>
                      <a:pt x="68484" y="501020"/>
                      <a:pt x="41090" y="474913"/>
                    </a:cubicBezTo>
                    <a:cubicBezTo>
                      <a:pt x="14942" y="448805"/>
                      <a:pt x="0" y="413994"/>
                      <a:pt x="0" y="376698"/>
                    </a:cubicBezTo>
                    <a:lnTo>
                      <a:pt x="0" y="139241"/>
                    </a:lnTo>
                    <a:cubicBezTo>
                      <a:pt x="0" y="101945"/>
                      <a:pt x="14942" y="67134"/>
                      <a:pt x="41090" y="41026"/>
                    </a:cubicBezTo>
                    <a:cubicBezTo>
                      <a:pt x="68484" y="14919"/>
                      <a:pt x="103348" y="0"/>
                      <a:pt x="1394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E7F5BCFA-59FA-3E42-9864-AFBCCFF2818C}"/>
                  </a:ext>
                </a:extLst>
              </p:cNvPr>
              <p:cNvSpPr/>
              <p:nvPr/>
            </p:nvSpPr>
            <p:spPr>
              <a:xfrm>
                <a:off x="18432738" y="11025391"/>
                <a:ext cx="1257000" cy="3290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10" h="265">
                    <a:moveTo>
                      <a:pt x="1010" y="0"/>
                    </a:moveTo>
                    <a:lnTo>
                      <a:pt x="0" y="0"/>
                    </a:lnTo>
                    <a:lnTo>
                      <a:pt x="0" y="265"/>
                    </a:lnTo>
                    <a:lnTo>
                      <a:pt x="1010" y="265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D4FA9334-2666-044D-B640-CAFD1DB09C52}"/>
                  </a:ext>
                </a:extLst>
              </p:cNvPr>
              <p:cNvSpPr/>
              <p:nvPr/>
            </p:nvSpPr>
            <p:spPr>
              <a:xfrm>
                <a:off x="18424015" y="11015421"/>
                <a:ext cx="1274442" cy="348944"/>
              </a:xfrm>
              <a:custGeom>
                <a:avLst/>
                <a:gdLst>
                  <a:gd name="connsiteX0" fmla="*/ 17442 w 1274442"/>
                  <a:gd name="connsiteY0" fmla="*/ 19940 h 348944"/>
                  <a:gd name="connsiteX1" fmla="*/ 17442 w 1274442"/>
                  <a:gd name="connsiteY1" fmla="*/ 329005 h 348944"/>
                  <a:gd name="connsiteX2" fmla="*/ 1255760 w 1274442"/>
                  <a:gd name="connsiteY2" fmla="*/ 329005 h 348944"/>
                  <a:gd name="connsiteX3" fmla="*/ 1255760 w 1274442"/>
                  <a:gd name="connsiteY3" fmla="*/ 19940 h 348944"/>
                  <a:gd name="connsiteX4" fmla="*/ 8712 w 1274442"/>
                  <a:gd name="connsiteY4" fmla="*/ 0 h 348944"/>
                  <a:gd name="connsiteX5" fmla="*/ 1265730 w 1274442"/>
                  <a:gd name="connsiteY5" fmla="*/ 0 h 348944"/>
                  <a:gd name="connsiteX6" fmla="*/ 1274442 w 1274442"/>
                  <a:gd name="connsiteY6" fmla="*/ 9934 h 348944"/>
                  <a:gd name="connsiteX7" fmla="*/ 1274442 w 1274442"/>
                  <a:gd name="connsiteY7" fmla="*/ 339010 h 348944"/>
                  <a:gd name="connsiteX8" fmla="*/ 1265730 w 1274442"/>
                  <a:gd name="connsiteY8" fmla="*/ 348944 h 348944"/>
                  <a:gd name="connsiteX9" fmla="*/ 8712 w 1274442"/>
                  <a:gd name="connsiteY9" fmla="*/ 348944 h 348944"/>
                  <a:gd name="connsiteX10" fmla="*/ 0 w 1274442"/>
                  <a:gd name="connsiteY10" fmla="*/ 339010 h 348944"/>
                  <a:gd name="connsiteX11" fmla="*/ 0 w 1274442"/>
                  <a:gd name="connsiteY11" fmla="*/ 9934 h 348944"/>
                  <a:gd name="connsiteX12" fmla="*/ 8712 w 1274442"/>
                  <a:gd name="connsiteY12" fmla="*/ 0 h 3489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74442" h="348944">
                    <a:moveTo>
                      <a:pt x="17442" y="19940"/>
                    </a:moveTo>
                    <a:lnTo>
                      <a:pt x="17442" y="329005"/>
                    </a:lnTo>
                    <a:lnTo>
                      <a:pt x="1255760" y="329005"/>
                    </a:lnTo>
                    <a:lnTo>
                      <a:pt x="1255760" y="19940"/>
                    </a:lnTo>
                    <a:close/>
                    <a:moveTo>
                      <a:pt x="8712" y="0"/>
                    </a:moveTo>
                    <a:lnTo>
                      <a:pt x="1265730" y="0"/>
                    </a:lnTo>
                    <a:cubicBezTo>
                      <a:pt x="1270708" y="0"/>
                      <a:pt x="1274442" y="4967"/>
                      <a:pt x="1274442" y="9934"/>
                    </a:cubicBezTo>
                    <a:lnTo>
                      <a:pt x="1274442" y="339010"/>
                    </a:lnTo>
                    <a:cubicBezTo>
                      <a:pt x="1274442" y="343977"/>
                      <a:pt x="1270708" y="348944"/>
                      <a:pt x="1265730" y="348944"/>
                    </a:cubicBezTo>
                    <a:lnTo>
                      <a:pt x="8712" y="348944"/>
                    </a:lnTo>
                    <a:cubicBezTo>
                      <a:pt x="3734" y="348944"/>
                      <a:pt x="0" y="343977"/>
                      <a:pt x="0" y="339010"/>
                    </a:cubicBezTo>
                    <a:lnTo>
                      <a:pt x="0" y="9934"/>
                    </a:lnTo>
                    <a:cubicBezTo>
                      <a:pt x="0" y="4967"/>
                      <a:pt x="3734" y="0"/>
                      <a:pt x="87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D6E885CC-083C-1943-939C-5D43AA78DCB6}"/>
                  </a:ext>
                </a:extLst>
              </p:cNvPr>
              <p:cNvSpPr/>
              <p:nvPr/>
            </p:nvSpPr>
            <p:spPr>
              <a:xfrm>
                <a:off x="18250852" y="10931924"/>
                <a:ext cx="16195" cy="5122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" h="412">
                    <a:moveTo>
                      <a:pt x="7" y="412"/>
                    </a:moveTo>
                    <a:cubicBezTo>
                      <a:pt x="3" y="412"/>
                      <a:pt x="0" y="408"/>
                      <a:pt x="0" y="405"/>
                    </a:cubicBezTo>
                    <a:lnTo>
                      <a:pt x="0" y="8"/>
                    </a:lnTo>
                    <a:cubicBezTo>
                      <a:pt x="0" y="4"/>
                      <a:pt x="3" y="0"/>
                      <a:pt x="7" y="0"/>
                    </a:cubicBezTo>
                    <a:cubicBezTo>
                      <a:pt x="11" y="0"/>
                      <a:pt x="14" y="4"/>
                      <a:pt x="14" y="8"/>
                    </a:cubicBezTo>
                    <a:lnTo>
                      <a:pt x="14" y="405"/>
                    </a:lnTo>
                    <a:cubicBezTo>
                      <a:pt x="14" y="408"/>
                      <a:pt x="11" y="412"/>
                      <a:pt x="7" y="4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319A7F02-EE21-2F4F-8BD9-96801880F9B8}"/>
                  </a:ext>
                </a:extLst>
              </p:cNvPr>
              <p:cNvSpPr/>
              <p:nvPr/>
            </p:nvSpPr>
            <p:spPr>
              <a:xfrm>
                <a:off x="17499636" y="11148768"/>
                <a:ext cx="609192" cy="822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0" h="67">
                    <a:moveTo>
                      <a:pt x="457" y="67"/>
                    </a:moveTo>
                    <a:lnTo>
                      <a:pt x="245" y="67"/>
                    </a:lnTo>
                    <a:lnTo>
                      <a:pt x="34" y="67"/>
                    </a:lnTo>
                    <a:cubicBezTo>
                      <a:pt x="25" y="67"/>
                      <a:pt x="16" y="63"/>
                      <a:pt x="10" y="57"/>
                    </a:cubicBezTo>
                    <a:cubicBezTo>
                      <a:pt x="4" y="51"/>
                      <a:pt x="0" y="43"/>
                      <a:pt x="0" y="34"/>
                    </a:cubicBezTo>
                    <a:cubicBezTo>
                      <a:pt x="0" y="24"/>
                      <a:pt x="4" y="16"/>
                      <a:pt x="10" y="10"/>
                    </a:cubicBezTo>
                    <a:cubicBezTo>
                      <a:pt x="16" y="4"/>
                      <a:pt x="25" y="0"/>
                      <a:pt x="34" y="0"/>
                    </a:cubicBezTo>
                    <a:lnTo>
                      <a:pt x="245" y="0"/>
                    </a:lnTo>
                    <a:lnTo>
                      <a:pt x="457" y="0"/>
                    </a:lnTo>
                    <a:cubicBezTo>
                      <a:pt x="466" y="0"/>
                      <a:pt x="474" y="4"/>
                      <a:pt x="480" y="10"/>
                    </a:cubicBezTo>
                    <a:cubicBezTo>
                      <a:pt x="486" y="16"/>
                      <a:pt x="490" y="24"/>
                      <a:pt x="490" y="34"/>
                    </a:cubicBezTo>
                    <a:cubicBezTo>
                      <a:pt x="490" y="43"/>
                      <a:pt x="486" y="51"/>
                      <a:pt x="480" y="57"/>
                    </a:cubicBezTo>
                    <a:cubicBezTo>
                      <a:pt x="474" y="63"/>
                      <a:pt x="466" y="67"/>
                      <a:pt x="457" y="6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920AD389-ECEC-9649-AA5E-E69329D95387}"/>
                  </a:ext>
                </a:extLst>
              </p:cNvPr>
              <p:cNvSpPr/>
              <p:nvPr/>
            </p:nvSpPr>
            <p:spPr>
              <a:xfrm>
                <a:off x="17490915" y="11140044"/>
                <a:ext cx="627880" cy="99698"/>
              </a:xfrm>
              <a:custGeom>
                <a:avLst/>
                <a:gdLst>
                  <a:gd name="connsiteX0" fmla="*/ 51012 w 627880"/>
                  <a:gd name="connsiteY0" fmla="*/ 17444 h 99698"/>
                  <a:gd name="connsiteX1" fmla="*/ 28636 w 627880"/>
                  <a:gd name="connsiteY1" fmla="*/ 27222 h 99698"/>
                  <a:gd name="connsiteX2" fmla="*/ 18690 w 627880"/>
                  <a:gd name="connsiteY2" fmla="*/ 50445 h 99698"/>
                  <a:gd name="connsiteX3" fmla="*/ 28636 w 627880"/>
                  <a:gd name="connsiteY3" fmla="*/ 72446 h 99698"/>
                  <a:gd name="connsiteX4" fmla="*/ 51012 w 627880"/>
                  <a:gd name="connsiteY4" fmla="*/ 81002 h 99698"/>
                  <a:gd name="connsiteX5" fmla="*/ 576872 w 627880"/>
                  <a:gd name="connsiteY5" fmla="*/ 81002 h 99698"/>
                  <a:gd name="connsiteX6" fmla="*/ 599250 w 627880"/>
                  <a:gd name="connsiteY6" fmla="*/ 72446 h 99698"/>
                  <a:gd name="connsiteX7" fmla="*/ 609196 w 627880"/>
                  <a:gd name="connsiteY7" fmla="*/ 50445 h 99698"/>
                  <a:gd name="connsiteX8" fmla="*/ 599250 w 627880"/>
                  <a:gd name="connsiteY8" fmla="*/ 27222 h 99698"/>
                  <a:gd name="connsiteX9" fmla="*/ 576872 w 627880"/>
                  <a:gd name="connsiteY9" fmla="*/ 17444 h 99698"/>
                  <a:gd name="connsiteX10" fmla="*/ 50976 w 627880"/>
                  <a:gd name="connsiteY10" fmla="*/ 0 h 99698"/>
                  <a:gd name="connsiteX11" fmla="*/ 576902 w 627880"/>
                  <a:gd name="connsiteY11" fmla="*/ 0 h 99698"/>
                  <a:gd name="connsiteX12" fmla="*/ 612960 w 627880"/>
                  <a:gd name="connsiteY12" fmla="*/ 13539 h 99698"/>
                  <a:gd name="connsiteX13" fmla="*/ 627880 w 627880"/>
                  <a:gd name="connsiteY13" fmla="*/ 50464 h 99698"/>
                  <a:gd name="connsiteX14" fmla="*/ 612960 w 627880"/>
                  <a:gd name="connsiteY14" fmla="*/ 86159 h 99698"/>
                  <a:gd name="connsiteX15" fmla="*/ 576902 w 627880"/>
                  <a:gd name="connsiteY15" fmla="*/ 99698 h 99698"/>
                  <a:gd name="connsiteX16" fmla="*/ 50976 w 627880"/>
                  <a:gd name="connsiteY16" fmla="*/ 99698 h 99698"/>
                  <a:gd name="connsiteX17" fmla="*/ 14920 w 627880"/>
                  <a:gd name="connsiteY17" fmla="*/ 86159 h 99698"/>
                  <a:gd name="connsiteX18" fmla="*/ 0 w 627880"/>
                  <a:gd name="connsiteY18" fmla="*/ 50464 h 99698"/>
                  <a:gd name="connsiteX19" fmla="*/ 14920 w 627880"/>
                  <a:gd name="connsiteY19" fmla="*/ 13539 h 99698"/>
                  <a:gd name="connsiteX20" fmla="*/ 50976 w 627880"/>
                  <a:gd name="connsiteY20" fmla="*/ 0 h 99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27880" h="99698">
                    <a:moveTo>
                      <a:pt x="51012" y="17444"/>
                    </a:moveTo>
                    <a:cubicBezTo>
                      <a:pt x="42310" y="17444"/>
                      <a:pt x="33608" y="21111"/>
                      <a:pt x="28636" y="27222"/>
                    </a:cubicBezTo>
                    <a:cubicBezTo>
                      <a:pt x="22420" y="33334"/>
                      <a:pt x="18690" y="40667"/>
                      <a:pt x="18690" y="50445"/>
                    </a:cubicBezTo>
                    <a:cubicBezTo>
                      <a:pt x="18690" y="59001"/>
                      <a:pt x="22420" y="66335"/>
                      <a:pt x="28636" y="72446"/>
                    </a:cubicBezTo>
                    <a:cubicBezTo>
                      <a:pt x="33608" y="78557"/>
                      <a:pt x="42310" y="81002"/>
                      <a:pt x="51012" y="81002"/>
                    </a:cubicBezTo>
                    <a:lnTo>
                      <a:pt x="576872" y="81002"/>
                    </a:lnTo>
                    <a:cubicBezTo>
                      <a:pt x="585574" y="81002"/>
                      <a:pt x="594276" y="78557"/>
                      <a:pt x="599250" y="72446"/>
                    </a:cubicBezTo>
                    <a:cubicBezTo>
                      <a:pt x="605466" y="66335"/>
                      <a:pt x="609196" y="59001"/>
                      <a:pt x="609196" y="50445"/>
                    </a:cubicBezTo>
                    <a:cubicBezTo>
                      <a:pt x="609196" y="40667"/>
                      <a:pt x="605466" y="33334"/>
                      <a:pt x="599250" y="27222"/>
                    </a:cubicBezTo>
                    <a:cubicBezTo>
                      <a:pt x="594276" y="21111"/>
                      <a:pt x="585574" y="17444"/>
                      <a:pt x="576872" y="17444"/>
                    </a:cubicBezTo>
                    <a:close/>
                    <a:moveTo>
                      <a:pt x="50976" y="0"/>
                    </a:moveTo>
                    <a:lnTo>
                      <a:pt x="576902" y="0"/>
                    </a:lnTo>
                    <a:cubicBezTo>
                      <a:pt x="590580" y="0"/>
                      <a:pt x="603012" y="3693"/>
                      <a:pt x="612960" y="13539"/>
                    </a:cubicBezTo>
                    <a:cubicBezTo>
                      <a:pt x="622906" y="23386"/>
                      <a:pt x="627880" y="36925"/>
                      <a:pt x="627880" y="50464"/>
                    </a:cubicBezTo>
                    <a:cubicBezTo>
                      <a:pt x="627880" y="62773"/>
                      <a:pt x="622906" y="75081"/>
                      <a:pt x="612960" y="86159"/>
                    </a:cubicBezTo>
                    <a:cubicBezTo>
                      <a:pt x="603012" y="94775"/>
                      <a:pt x="590580" y="99698"/>
                      <a:pt x="576902" y="99698"/>
                    </a:cubicBezTo>
                    <a:lnTo>
                      <a:pt x="50976" y="99698"/>
                    </a:lnTo>
                    <a:cubicBezTo>
                      <a:pt x="37300" y="99698"/>
                      <a:pt x="24866" y="94775"/>
                      <a:pt x="14920" y="86159"/>
                    </a:cubicBezTo>
                    <a:cubicBezTo>
                      <a:pt x="4974" y="75081"/>
                      <a:pt x="0" y="62773"/>
                      <a:pt x="0" y="50464"/>
                    </a:cubicBezTo>
                    <a:cubicBezTo>
                      <a:pt x="0" y="36925"/>
                      <a:pt x="4974" y="23386"/>
                      <a:pt x="14920" y="13539"/>
                    </a:cubicBezTo>
                    <a:cubicBezTo>
                      <a:pt x="24866" y="3693"/>
                      <a:pt x="37300" y="0"/>
                      <a:pt x="509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17AA36C7-2AB3-6B42-9AEF-A643AC60B215}"/>
                  </a:ext>
                </a:extLst>
              </p:cNvPr>
              <p:cNvSpPr/>
              <p:nvPr/>
            </p:nvSpPr>
            <p:spPr>
              <a:xfrm>
                <a:off x="18732974" y="11150014"/>
                <a:ext cx="135791" cy="138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0" h="112">
                    <a:moveTo>
                      <a:pt x="110" y="112"/>
                    </a:moveTo>
                    <a:lnTo>
                      <a:pt x="54" y="79"/>
                    </a:lnTo>
                    <a:lnTo>
                      <a:pt x="0" y="112"/>
                    </a:lnTo>
                    <a:lnTo>
                      <a:pt x="0" y="0"/>
                    </a:lnTo>
                    <a:lnTo>
                      <a:pt x="11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1909129A-2641-EC4C-8593-8001CB9CEDE4}"/>
                  </a:ext>
                </a:extLst>
              </p:cNvPr>
              <p:cNvSpPr/>
              <p:nvPr/>
            </p:nvSpPr>
            <p:spPr>
              <a:xfrm>
                <a:off x="18724252" y="11141290"/>
                <a:ext cx="154480" cy="157025"/>
              </a:xfrm>
              <a:custGeom>
                <a:avLst/>
                <a:gdLst>
                  <a:gd name="connsiteX0" fmla="*/ 18688 w 154480"/>
                  <a:gd name="connsiteY0" fmla="*/ 18690 h 157025"/>
                  <a:gd name="connsiteX1" fmla="*/ 18688 w 154480"/>
                  <a:gd name="connsiteY1" fmla="*/ 130851 h 157025"/>
                  <a:gd name="connsiteX2" fmla="*/ 71692 w 154480"/>
                  <a:gd name="connsiteY2" fmla="*/ 98805 h 157025"/>
                  <a:gd name="connsiteX3" fmla="*/ 75390 w 154480"/>
                  <a:gd name="connsiteY3" fmla="*/ 97572 h 157025"/>
                  <a:gd name="connsiteX4" fmla="*/ 80322 w 154480"/>
                  <a:gd name="connsiteY4" fmla="*/ 97572 h 157025"/>
                  <a:gd name="connsiteX5" fmla="*/ 135792 w 154480"/>
                  <a:gd name="connsiteY5" fmla="*/ 130851 h 157025"/>
                  <a:gd name="connsiteX6" fmla="*/ 135792 w 154480"/>
                  <a:gd name="connsiteY6" fmla="*/ 18690 h 157025"/>
                  <a:gd name="connsiteX7" fmla="*/ 8652 w 154480"/>
                  <a:gd name="connsiteY7" fmla="*/ 0 h 157025"/>
                  <a:gd name="connsiteX8" fmla="*/ 144592 w 154480"/>
                  <a:gd name="connsiteY8" fmla="*/ 0 h 157025"/>
                  <a:gd name="connsiteX9" fmla="*/ 154480 w 154480"/>
                  <a:gd name="connsiteY9" fmla="*/ 8655 h 157025"/>
                  <a:gd name="connsiteX10" fmla="*/ 154480 w 154480"/>
                  <a:gd name="connsiteY10" fmla="*/ 147134 h 157025"/>
                  <a:gd name="connsiteX11" fmla="*/ 149536 w 154480"/>
                  <a:gd name="connsiteY11" fmla="*/ 154552 h 157025"/>
                  <a:gd name="connsiteX12" fmla="*/ 144592 w 154480"/>
                  <a:gd name="connsiteY12" fmla="*/ 157025 h 157025"/>
                  <a:gd name="connsiteX13" fmla="*/ 140884 w 154480"/>
                  <a:gd name="connsiteY13" fmla="*/ 154552 h 157025"/>
                  <a:gd name="connsiteX14" fmla="*/ 75386 w 154480"/>
                  <a:gd name="connsiteY14" fmla="*/ 117460 h 157025"/>
                  <a:gd name="connsiteX15" fmla="*/ 14830 w 154480"/>
                  <a:gd name="connsiteY15" fmla="*/ 154552 h 157025"/>
                  <a:gd name="connsiteX16" fmla="*/ 4944 w 154480"/>
                  <a:gd name="connsiteY16" fmla="*/ 154552 h 157025"/>
                  <a:gd name="connsiteX17" fmla="*/ 0 w 154480"/>
                  <a:gd name="connsiteY17" fmla="*/ 147134 h 157025"/>
                  <a:gd name="connsiteX18" fmla="*/ 0 w 154480"/>
                  <a:gd name="connsiteY18" fmla="*/ 8655 h 157025"/>
                  <a:gd name="connsiteX19" fmla="*/ 8652 w 154480"/>
                  <a:gd name="connsiteY19" fmla="*/ 0 h 157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54480" h="157025">
                    <a:moveTo>
                      <a:pt x="18688" y="18690"/>
                    </a:moveTo>
                    <a:lnTo>
                      <a:pt x="18688" y="130851"/>
                    </a:lnTo>
                    <a:lnTo>
                      <a:pt x="71692" y="98805"/>
                    </a:lnTo>
                    <a:cubicBezTo>
                      <a:pt x="72926" y="97572"/>
                      <a:pt x="74158" y="97572"/>
                      <a:pt x="75390" y="97572"/>
                    </a:cubicBezTo>
                    <a:cubicBezTo>
                      <a:pt x="77856" y="97572"/>
                      <a:pt x="79090" y="97572"/>
                      <a:pt x="80322" y="97572"/>
                    </a:cubicBezTo>
                    <a:lnTo>
                      <a:pt x="135792" y="130851"/>
                    </a:lnTo>
                    <a:lnTo>
                      <a:pt x="135792" y="18690"/>
                    </a:lnTo>
                    <a:close/>
                    <a:moveTo>
                      <a:pt x="8652" y="0"/>
                    </a:moveTo>
                    <a:lnTo>
                      <a:pt x="144592" y="0"/>
                    </a:lnTo>
                    <a:cubicBezTo>
                      <a:pt x="150772" y="0"/>
                      <a:pt x="154480" y="4946"/>
                      <a:pt x="154480" y="8655"/>
                    </a:cubicBezTo>
                    <a:lnTo>
                      <a:pt x="154480" y="147134"/>
                    </a:lnTo>
                    <a:cubicBezTo>
                      <a:pt x="154480" y="150843"/>
                      <a:pt x="153244" y="153316"/>
                      <a:pt x="149536" y="154552"/>
                    </a:cubicBezTo>
                    <a:cubicBezTo>
                      <a:pt x="148300" y="155789"/>
                      <a:pt x="147064" y="157025"/>
                      <a:pt x="144592" y="157025"/>
                    </a:cubicBezTo>
                    <a:cubicBezTo>
                      <a:pt x="143356" y="157025"/>
                      <a:pt x="142120" y="155789"/>
                      <a:pt x="140884" y="154552"/>
                    </a:cubicBezTo>
                    <a:lnTo>
                      <a:pt x="75386" y="117460"/>
                    </a:lnTo>
                    <a:lnTo>
                      <a:pt x="14830" y="154552"/>
                    </a:lnTo>
                    <a:cubicBezTo>
                      <a:pt x="11124" y="157025"/>
                      <a:pt x="7416" y="157025"/>
                      <a:pt x="4944" y="154552"/>
                    </a:cubicBezTo>
                    <a:cubicBezTo>
                      <a:pt x="1236" y="153316"/>
                      <a:pt x="0" y="150843"/>
                      <a:pt x="0" y="147134"/>
                    </a:cubicBezTo>
                    <a:lnTo>
                      <a:pt x="0" y="8655"/>
                    </a:lnTo>
                    <a:cubicBezTo>
                      <a:pt x="0" y="4946"/>
                      <a:pt x="4944" y="0"/>
                      <a:pt x="86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6F5C6A7A-836C-E34F-9FA9-B741D3B36AD2}"/>
                  </a:ext>
                </a:extLst>
              </p:cNvPr>
              <p:cNvSpPr/>
              <p:nvPr/>
            </p:nvSpPr>
            <p:spPr>
              <a:xfrm>
                <a:off x="18424017" y="11140044"/>
                <a:ext cx="683940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0" h="15">
                    <a:moveTo>
                      <a:pt x="543" y="15"/>
                    </a:moveTo>
                    <a:lnTo>
                      <a:pt x="7" y="15"/>
                    </a:lnTo>
                    <a:cubicBezTo>
                      <a:pt x="3" y="15"/>
                      <a:pt x="0" y="12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543" y="0"/>
                    </a:lnTo>
                    <a:cubicBezTo>
                      <a:pt x="547" y="0"/>
                      <a:pt x="550" y="4"/>
                      <a:pt x="550" y="8"/>
                    </a:cubicBezTo>
                    <a:cubicBezTo>
                      <a:pt x="550" y="12"/>
                      <a:pt x="547" y="15"/>
                      <a:pt x="543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0FE33CCC-F5F7-7B44-9E22-19BDA50DEB63}"/>
                  </a:ext>
                </a:extLst>
              </p:cNvPr>
              <p:cNvSpPr/>
              <p:nvPr/>
            </p:nvSpPr>
            <p:spPr>
              <a:xfrm>
                <a:off x="19373311" y="11240985"/>
                <a:ext cx="311448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1" h="15">
                    <a:moveTo>
                      <a:pt x="244" y="15"/>
                    </a:moveTo>
                    <a:lnTo>
                      <a:pt x="7" y="15"/>
                    </a:lnTo>
                    <a:cubicBezTo>
                      <a:pt x="3" y="15"/>
                      <a:pt x="0" y="12"/>
                      <a:pt x="0" y="8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44" y="0"/>
                    </a:lnTo>
                    <a:cubicBezTo>
                      <a:pt x="248" y="0"/>
                      <a:pt x="251" y="3"/>
                      <a:pt x="251" y="8"/>
                    </a:cubicBezTo>
                    <a:cubicBezTo>
                      <a:pt x="251" y="12"/>
                      <a:pt x="248" y="15"/>
                      <a:pt x="244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76F62261-68DD-BC41-BC01-92F8E3DA24D1}"/>
                  </a:ext>
                </a:extLst>
              </p:cNvPr>
              <p:cNvSpPr/>
              <p:nvPr/>
            </p:nvSpPr>
            <p:spPr>
              <a:xfrm>
                <a:off x="16971424" y="11437893"/>
                <a:ext cx="3095792" cy="1507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86" h="122">
                    <a:moveTo>
                      <a:pt x="2425" y="122"/>
                    </a:moveTo>
                    <a:lnTo>
                      <a:pt x="1243" y="122"/>
                    </a:lnTo>
                    <a:lnTo>
                      <a:pt x="60" y="122"/>
                    </a:lnTo>
                    <a:cubicBezTo>
                      <a:pt x="43" y="122"/>
                      <a:pt x="29" y="115"/>
                      <a:pt x="18" y="104"/>
                    </a:cubicBezTo>
                    <a:cubicBezTo>
                      <a:pt x="7" y="93"/>
                      <a:pt x="0" y="78"/>
                      <a:pt x="0" y="61"/>
                    </a:cubicBezTo>
                    <a:cubicBezTo>
                      <a:pt x="0" y="45"/>
                      <a:pt x="7" y="29"/>
                      <a:pt x="18" y="18"/>
                    </a:cubicBezTo>
                    <a:cubicBezTo>
                      <a:pt x="29" y="7"/>
                      <a:pt x="43" y="0"/>
                      <a:pt x="60" y="0"/>
                    </a:cubicBezTo>
                    <a:lnTo>
                      <a:pt x="1243" y="0"/>
                    </a:lnTo>
                    <a:lnTo>
                      <a:pt x="2425" y="0"/>
                    </a:lnTo>
                    <a:cubicBezTo>
                      <a:pt x="2442" y="0"/>
                      <a:pt x="2457" y="7"/>
                      <a:pt x="2468" y="18"/>
                    </a:cubicBezTo>
                    <a:cubicBezTo>
                      <a:pt x="2479" y="29"/>
                      <a:pt x="2486" y="45"/>
                      <a:pt x="2486" y="61"/>
                    </a:cubicBezTo>
                    <a:cubicBezTo>
                      <a:pt x="2486" y="78"/>
                      <a:pt x="2479" y="93"/>
                      <a:pt x="2468" y="104"/>
                    </a:cubicBezTo>
                    <a:cubicBezTo>
                      <a:pt x="2457" y="115"/>
                      <a:pt x="2442" y="122"/>
                      <a:pt x="2425" y="12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F44A1A15-1A17-144D-8AFB-B7E286FA2219}"/>
                  </a:ext>
                </a:extLst>
              </p:cNvPr>
              <p:cNvSpPr/>
              <p:nvPr/>
            </p:nvSpPr>
            <p:spPr>
              <a:xfrm>
                <a:off x="16961458" y="11429169"/>
                <a:ext cx="3114478" cy="168241"/>
              </a:xfrm>
              <a:custGeom>
                <a:avLst/>
                <a:gdLst>
                  <a:gd name="connsiteX0" fmla="*/ 84684 w 3114478"/>
                  <a:gd name="connsiteY0" fmla="*/ 18694 h 168241"/>
                  <a:gd name="connsiteX1" fmla="*/ 38608 w 3114478"/>
                  <a:gd name="connsiteY1" fmla="*/ 38446 h 168241"/>
                  <a:gd name="connsiteX2" fmla="*/ 18682 w 3114478"/>
                  <a:gd name="connsiteY2" fmla="*/ 84121 h 168241"/>
                  <a:gd name="connsiteX3" fmla="*/ 38608 w 3114478"/>
                  <a:gd name="connsiteY3" fmla="*/ 129796 h 168241"/>
                  <a:gd name="connsiteX4" fmla="*/ 84684 w 3114478"/>
                  <a:gd name="connsiteY4" fmla="*/ 149548 h 168241"/>
                  <a:gd name="connsiteX5" fmla="*/ 3029786 w 3114478"/>
                  <a:gd name="connsiteY5" fmla="*/ 149548 h 168241"/>
                  <a:gd name="connsiteX6" fmla="*/ 3077106 w 3114478"/>
                  <a:gd name="connsiteY6" fmla="*/ 129796 h 168241"/>
                  <a:gd name="connsiteX7" fmla="*/ 3097030 w 3114478"/>
                  <a:gd name="connsiteY7" fmla="*/ 84121 h 168241"/>
                  <a:gd name="connsiteX8" fmla="*/ 3077106 w 3114478"/>
                  <a:gd name="connsiteY8" fmla="*/ 38446 h 168241"/>
                  <a:gd name="connsiteX9" fmla="*/ 3029786 w 3114478"/>
                  <a:gd name="connsiteY9" fmla="*/ 18694 h 168241"/>
                  <a:gd name="connsiteX10" fmla="*/ 84680 w 3114478"/>
                  <a:gd name="connsiteY10" fmla="*/ 0 h 168241"/>
                  <a:gd name="connsiteX11" fmla="*/ 3029798 w 3114478"/>
                  <a:gd name="connsiteY11" fmla="*/ 0 h 168241"/>
                  <a:gd name="connsiteX12" fmla="*/ 3089574 w 3114478"/>
                  <a:gd name="connsiteY12" fmla="*/ 24741 h 168241"/>
                  <a:gd name="connsiteX13" fmla="*/ 3114478 w 3114478"/>
                  <a:gd name="connsiteY13" fmla="*/ 84121 h 168241"/>
                  <a:gd name="connsiteX14" fmla="*/ 3089574 w 3114478"/>
                  <a:gd name="connsiteY14" fmla="*/ 143500 h 168241"/>
                  <a:gd name="connsiteX15" fmla="*/ 3029798 w 3114478"/>
                  <a:gd name="connsiteY15" fmla="*/ 168241 h 168241"/>
                  <a:gd name="connsiteX16" fmla="*/ 84680 w 3114478"/>
                  <a:gd name="connsiteY16" fmla="*/ 168241 h 168241"/>
                  <a:gd name="connsiteX17" fmla="*/ 24906 w 3114478"/>
                  <a:gd name="connsiteY17" fmla="*/ 143500 h 168241"/>
                  <a:gd name="connsiteX18" fmla="*/ 0 w 3114478"/>
                  <a:gd name="connsiteY18" fmla="*/ 84121 h 168241"/>
                  <a:gd name="connsiteX19" fmla="*/ 24906 w 3114478"/>
                  <a:gd name="connsiteY19" fmla="*/ 24741 h 168241"/>
                  <a:gd name="connsiteX20" fmla="*/ 84680 w 3114478"/>
                  <a:gd name="connsiteY20" fmla="*/ 0 h 168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114478" h="168241">
                    <a:moveTo>
                      <a:pt x="84684" y="18694"/>
                    </a:moveTo>
                    <a:cubicBezTo>
                      <a:pt x="67250" y="18694"/>
                      <a:pt x="51060" y="24866"/>
                      <a:pt x="38608" y="38446"/>
                    </a:cubicBezTo>
                    <a:cubicBezTo>
                      <a:pt x="26154" y="50790"/>
                      <a:pt x="18682" y="66838"/>
                      <a:pt x="18682" y="84121"/>
                    </a:cubicBezTo>
                    <a:cubicBezTo>
                      <a:pt x="18682" y="101404"/>
                      <a:pt x="26154" y="118686"/>
                      <a:pt x="38608" y="129796"/>
                    </a:cubicBezTo>
                    <a:cubicBezTo>
                      <a:pt x="51060" y="143376"/>
                      <a:pt x="67250" y="149548"/>
                      <a:pt x="84684" y="149548"/>
                    </a:cubicBezTo>
                    <a:lnTo>
                      <a:pt x="3029786" y="149548"/>
                    </a:lnTo>
                    <a:cubicBezTo>
                      <a:pt x="3048464" y="149548"/>
                      <a:pt x="3064654" y="143376"/>
                      <a:pt x="3077106" y="129796"/>
                    </a:cubicBezTo>
                    <a:cubicBezTo>
                      <a:pt x="3089560" y="118686"/>
                      <a:pt x="3097030" y="101404"/>
                      <a:pt x="3097030" y="84121"/>
                    </a:cubicBezTo>
                    <a:cubicBezTo>
                      <a:pt x="3097030" y="66838"/>
                      <a:pt x="3089560" y="50790"/>
                      <a:pt x="3077106" y="38446"/>
                    </a:cubicBezTo>
                    <a:cubicBezTo>
                      <a:pt x="3064654" y="24866"/>
                      <a:pt x="3048464" y="18694"/>
                      <a:pt x="3029786" y="18694"/>
                    </a:cubicBezTo>
                    <a:close/>
                    <a:moveTo>
                      <a:pt x="84680" y="0"/>
                    </a:moveTo>
                    <a:lnTo>
                      <a:pt x="3029798" y="0"/>
                    </a:lnTo>
                    <a:cubicBezTo>
                      <a:pt x="3053460" y="0"/>
                      <a:pt x="3073384" y="8659"/>
                      <a:pt x="3089574" y="24741"/>
                    </a:cubicBezTo>
                    <a:cubicBezTo>
                      <a:pt x="3105762" y="40823"/>
                      <a:pt x="3114478" y="61853"/>
                      <a:pt x="3114478" y="84121"/>
                    </a:cubicBezTo>
                    <a:cubicBezTo>
                      <a:pt x="3114478" y="106388"/>
                      <a:pt x="3105762" y="127418"/>
                      <a:pt x="3089574" y="143500"/>
                    </a:cubicBezTo>
                    <a:cubicBezTo>
                      <a:pt x="3073384" y="159582"/>
                      <a:pt x="3053460" y="168241"/>
                      <a:pt x="3029798" y="168241"/>
                    </a:cubicBezTo>
                    <a:lnTo>
                      <a:pt x="84680" y="168241"/>
                    </a:lnTo>
                    <a:cubicBezTo>
                      <a:pt x="62264" y="168241"/>
                      <a:pt x="41094" y="159582"/>
                      <a:pt x="24906" y="143500"/>
                    </a:cubicBezTo>
                    <a:cubicBezTo>
                      <a:pt x="8718" y="127418"/>
                      <a:pt x="0" y="106388"/>
                      <a:pt x="0" y="84121"/>
                    </a:cubicBezTo>
                    <a:cubicBezTo>
                      <a:pt x="0" y="61853"/>
                      <a:pt x="8718" y="40823"/>
                      <a:pt x="24906" y="24741"/>
                    </a:cubicBezTo>
                    <a:cubicBezTo>
                      <a:pt x="41094" y="8659"/>
                      <a:pt x="62264" y="0"/>
                      <a:pt x="846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257" name="Freeform 256">
            <a:extLst>
              <a:ext uri="{FF2B5EF4-FFF2-40B4-BE49-F238E27FC236}">
                <a16:creationId xmlns:a16="http://schemas.microsoft.com/office/drawing/2014/main" id="{96F1AE86-67A2-E843-A0B8-502E5F1076D3}"/>
              </a:ext>
            </a:extLst>
          </p:cNvPr>
          <p:cNvSpPr/>
          <p:nvPr/>
        </p:nvSpPr>
        <p:spPr>
          <a:xfrm>
            <a:off x="3409735" y="3293784"/>
            <a:ext cx="7544515" cy="18643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57" h="1497">
                <a:moveTo>
                  <a:pt x="0" y="1497"/>
                </a:moveTo>
                <a:lnTo>
                  <a:pt x="5308" y="1497"/>
                </a:lnTo>
                <a:cubicBezTo>
                  <a:pt x="5722" y="1497"/>
                  <a:pt x="6057" y="1162"/>
                  <a:pt x="6057" y="749"/>
                </a:cubicBezTo>
                <a:cubicBezTo>
                  <a:pt x="6057" y="335"/>
                  <a:pt x="5722" y="0"/>
                  <a:pt x="5308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30" name="Freeform 329">
            <a:extLst>
              <a:ext uri="{FF2B5EF4-FFF2-40B4-BE49-F238E27FC236}">
                <a16:creationId xmlns:a16="http://schemas.microsoft.com/office/drawing/2014/main" id="{9074DEB3-3B8A-9C48-892B-6B20AE82C503}"/>
              </a:ext>
            </a:extLst>
          </p:cNvPr>
          <p:cNvSpPr/>
          <p:nvPr/>
        </p:nvSpPr>
        <p:spPr>
          <a:xfrm>
            <a:off x="2385691" y="3293784"/>
            <a:ext cx="1864950" cy="18643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98" h="1497">
                <a:moveTo>
                  <a:pt x="1498" y="749"/>
                </a:moveTo>
                <a:cubicBezTo>
                  <a:pt x="1498" y="1162"/>
                  <a:pt x="1163" y="1497"/>
                  <a:pt x="750" y="1497"/>
                </a:cubicBezTo>
                <a:cubicBezTo>
                  <a:pt x="336" y="1497"/>
                  <a:pt x="0" y="1162"/>
                  <a:pt x="0" y="749"/>
                </a:cubicBezTo>
                <a:cubicBezTo>
                  <a:pt x="0" y="335"/>
                  <a:pt x="336" y="0"/>
                  <a:pt x="750" y="0"/>
                </a:cubicBezTo>
                <a:cubicBezTo>
                  <a:pt x="1163" y="0"/>
                  <a:pt x="1498" y="335"/>
                  <a:pt x="1498" y="749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rgbClr val="262626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32" name="Freeform 331">
            <a:extLst>
              <a:ext uri="{FF2B5EF4-FFF2-40B4-BE49-F238E27FC236}">
                <a16:creationId xmlns:a16="http://schemas.microsoft.com/office/drawing/2014/main" id="{D47E005E-B017-F94F-ACEF-BA580105A9E7}"/>
              </a:ext>
            </a:extLst>
          </p:cNvPr>
          <p:cNvSpPr/>
          <p:nvPr/>
        </p:nvSpPr>
        <p:spPr>
          <a:xfrm>
            <a:off x="2499062" y="3407188"/>
            <a:ext cx="1639462" cy="163879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17" h="1316">
                <a:moveTo>
                  <a:pt x="1317" y="658"/>
                </a:moveTo>
                <a:cubicBezTo>
                  <a:pt x="1317" y="1022"/>
                  <a:pt x="1022" y="1316"/>
                  <a:pt x="659" y="1316"/>
                </a:cubicBezTo>
                <a:cubicBezTo>
                  <a:pt x="295" y="1316"/>
                  <a:pt x="0" y="1022"/>
                  <a:pt x="0" y="658"/>
                </a:cubicBezTo>
                <a:cubicBezTo>
                  <a:pt x="0" y="295"/>
                  <a:pt x="295" y="0"/>
                  <a:pt x="659" y="0"/>
                </a:cubicBezTo>
                <a:cubicBezTo>
                  <a:pt x="1022" y="0"/>
                  <a:pt x="1317" y="295"/>
                  <a:pt x="1317" y="658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17" name="Freeform 316">
            <a:extLst>
              <a:ext uri="{FF2B5EF4-FFF2-40B4-BE49-F238E27FC236}">
                <a16:creationId xmlns:a16="http://schemas.microsoft.com/office/drawing/2014/main" id="{DAB0C541-2B52-CC40-94B7-82303657DECF}"/>
              </a:ext>
            </a:extLst>
          </p:cNvPr>
          <p:cNvSpPr/>
          <p:nvPr/>
        </p:nvSpPr>
        <p:spPr>
          <a:xfrm>
            <a:off x="2948791" y="3911913"/>
            <a:ext cx="740000" cy="628100"/>
          </a:xfrm>
          <a:custGeom>
            <a:avLst/>
            <a:gdLst>
              <a:gd name="connsiteX0" fmla="*/ 240038 w 740000"/>
              <a:gd name="connsiteY0" fmla="*/ 348900 h 628100"/>
              <a:gd name="connsiteX1" fmla="*/ 218014 w 740000"/>
              <a:gd name="connsiteY1" fmla="*/ 357523 h 628100"/>
              <a:gd name="connsiteX2" fmla="*/ 218014 w 740000"/>
              <a:gd name="connsiteY2" fmla="*/ 358754 h 628100"/>
              <a:gd name="connsiteX3" fmla="*/ 218014 w 740000"/>
              <a:gd name="connsiteY3" fmla="*/ 451134 h 628100"/>
              <a:gd name="connsiteX4" fmla="*/ 247379 w 740000"/>
              <a:gd name="connsiteY4" fmla="*/ 424036 h 628100"/>
              <a:gd name="connsiteX5" fmla="*/ 260839 w 740000"/>
              <a:gd name="connsiteY5" fmla="*/ 424036 h 628100"/>
              <a:gd name="connsiteX6" fmla="*/ 286533 w 740000"/>
              <a:gd name="connsiteY6" fmla="*/ 451134 h 628100"/>
              <a:gd name="connsiteX7" fmla="*/ 286533 w 740000"/>
              <a:gd name="connsiteY7" fmla="*/ 359986 h 628100"/>
              <a:gd name="connsiteX8" fmla="*/ 286533 w 740000"/>
              <a:gd name="connsiteY8" fmla="*/ 357523 h 628100"/>
              <a:gd name="connsiteX9" fmla="*/ 265733 w 740000"/>
              <a:gd name="connsiteY9" fmla="*/ 348900 h 628100"/>
              <a:gd name="connsiteX10" fmla="*/ 240038 w 740000"/>
              <a:gd name="connsiteY10" fmla="*/ 348900 h 628100"/>
              <a:gd name="connsiteX11" fmla="*/ 507038 w 740000"/>
              <a:gd name="connsiteY11" fmla="*/ 210613 h 628100"/>
              <a:gd name="connsiteX12" fmla="*/ 507038 w 740000"/>
              <a:gd name="connsiteY12" fmla="*/ 372623 h 628100"/>
              <a:gd name="connsiteX13" fmla="*/ 559783 w 740000"/>
              <a:gd name="connsiteY13" fmla="*/ 351599 h 628100"/>
              <a:gd name="connsiteX14" fmla="*/ 586769 w 740000"/>
              <a:gd name="connsiteY14" fmla="*/ 292237 h 628100"/>
              <a:gd name="connsiteX15" fmla="*/ 557330 w 740000"/>
              <a:gd name="connsiteY15" fmla="*/ 229164 h 628100"/>
              <a:gd name="connsiteX16" fmla="*/ 507038 w 740000"/>
              <a:gd name="connsiteY16" fmla="*/ 210613 h 628100"/>
              <a:gd name="connsiteX17" fmla="*/ 205243 w 740000"/>
              <a:gd name="connsiteY17" fmla="*/ 168211 h 628100"/>
              <a:gd name="connsiteX18" fmla="*/ 194103 w 740000"/>
              <a:gd name="connsiteY18" fmla="*/ 189244 h 628100"/>
              <a:gd name="connsiteX19" fmla="*/ 169348 w 740000"/>
              <a:gd name="connsiteY19" fmla="*/ 230074 h 628100"/>
              <a:gd name="connsiteX20" fmla="*/ 156970 w 740000"/>
              <a:gd name="connsiteY20" fmla="*/ 251108 h 628100"/>
              <a:gd name="connsiteX21" fmla="*/ 169348 w 740000"/>
              <a:gd name="connsiteY21" fmla="*/ 270904 h 628100"/>
              <a:gd name="connsiteX22" fmla="*/ 194103 w 740000"/>
              <a:gd name="connsiteY22" fmla="*/ 312971 h 628100"/>
              <a:gd name="connsiteX23" fmla="*/ 205243 w 740000"/>
              <a:gd name="connsiteY23" fmla="*/ 334005 h 628100"/>
              <a:gd name="connsiteX24" fmla="*/ 228760 w 740000"/>
              <a:gd name="connsiteY24" fmla="*/ 332767 h 628100"/>
              <a:gd name="connsiteX25" fmla="*/ 252277 w 740000"/>
              <a:gd name="connsiteY25" fmla="*/ 324107 h 628100"/>
              <a:gd name="connsiteX26" fmla="*/ 277032 w 740000"/>
              <a:gd name="connsiteY26" fmla="*/ 332767 h 628100"/>
              <a:gd name="connsiteX27" fmla="*/ 300550 w 740000"/>
              <a:gd name="connsiteY27" fmla="*/ 334005 h 628100"/>
              <a:gd name="connsiteX28" fmla="*/ 311689 w 740000"/>
              <a:gd name="connsiteY28" fmla="*/ 312971 h 628100"/>
              <a:gd name="connsiteX29" fmla="*/ 336445 w 740000"/>
              <a:gd name="connsiteY29" fmla="*/ 270904 h 628100"/>
              <a:gd name="connsiteX30" fmla="*/ 348822 w 740000"/>
              <a:gd name="connsiteY30" fmla="*/ 251108 h 628100"/>
              <a:gd name="connsiteX31" fmla="*/ 336445 w 740000"/>
              <a:gd name="connsiteY31" fmla="*/ 230074 h 628100"/>
              <a:gd name="connsiteX32" fmla="*/ 311689 w 740000"/>
              <a:gd name="connsiteY32" fmla="*/ 189244 h 628100"/>
              <a:gd name="connsiteX33" fmla="*/ 300550 w 740000"/>
              <a:gd name="connsiteY33" fmla="*/ 168211 h 628100"/>
              <a:gd name="connsiteX34" fmla="*/ 277032 w 740000"/>
              <a:gd name="connsiteY34" fmla="*/ 168211 h 628100"/>
              <a:gd name="connsiteX35" fmla="*/ 228760 w 740000"/>
              <a:gd name="connsiteY35" fmla="*/ 168211 h 628100"/>
              <a:gd name="connsiteX36" fmla="*/ 205243 w 740000"/>
              <a:gd name="connsiteY36" fmla="*/ 168211 h 628100"/>
              <a:gd name="connsiteX37" fmla="*/ 217579 w 740000"/>
              <a:gd name="connsiteY37" fmla="*/ 144252 h 628100"/>
              <a:gd name="connsiteX38" fmla="*/ 239883 w 740000"/>
              <a:gd name="connsiteY38" fmla="*/ 152012 h 628100"/>
              <a:gd name="connsiteX39" fmla="*/ 265904 w 740000"/>
              <a:gd name="connsiteY39" fmla="*/ 152012 h 628100"/>
              <a:gd name="connsiteX40" fmla="*/ 287743 w 740000"/>
              <a:gd name="connsiteY40" fmla="*/ 144252 h 628100"/>
              <a:gd name="connsiteX41" fmla="*/ 310511 w 740000"/>
              <a:gd name="connsiteY41" fmla="*/ 149529 h 628100"/>
              <a:gd name="connsiteX42" fmla="*/ 330336 w 740000"/>
              <a:gd name="connsiteY42" fmla="*/ 190503 h 628100"/>
              <a:gd name="connsiteX43" fmla="*/ 343966 w 740000"/>
              <a:gd name="connsiteY43" fmla="*/ 211611 h 628100"/>
              <a:gd name="connsiteX44" fmla="*/ 367509 w 740000"/>
              <a:gd name="connsiteY44" fmla="*/ 250102 h 628100"/>
              <a:gd name="connsiteX45" fmla="*/ 343966 w 740000"/>
              <a:gd name="connsiteY45" fmla="*/ 287352 h 628100"/>
              <a:gd name="connsiteX46" fmla="*/ 330336 w 740000"/>
              <a:gd name="connsiteY46" fmla="*/ 309701 h 628100"/>
              <a:gd name="connsiteX47" fmla="*/ 310511 w 740000"/>
              <a:gd name="connsiteY47" fmla="*/ 349434 h 628100"/>
              <a:gd name="connsiteX48" fmla="*/ 305555 w 740000"/>
              <a:gd name="connsiteY48" fmla="*/ 351917 h 628100"/>
              <a:gd name="connsiteX49" fmla="*/ 306794 w 740000"/>
              <a:gd name="connsiteY49" fmla="*/ 358126 h 628100"/>
              <a:gd name="connsiteX50" fmla="*/ 306794 w 740000"/>
              <a:gd name="connsiteY50" fmla="*/ 472357 h 628100"/>
              <a:gd name="connsiteX51" fmla="*/ 300598 w 740000"/>
              <a:gd name="connsiteY51" fmla="*/ 481049 h 628100"/>
              <a:gd name="connsiteX52" fmla="*/ 296881 w 740000"/>
              <a:gd name="connsiteY52" fmla="*/ 482290 h 628100"/>
              <a:gd name="connsiteX53" fmla="*/ 289446 w 740000"/>
              <a:gd name="connsiteY53" fmla="*/ 479807 h 628100"/>
              <a:gd name="connsiteX54" fmla="*/ 254752 w 740000"/>
              <a:gd name="connsiteY54" fmla="*/ 443799 h 628100"/>
              <a:gd name="connsiteX55" fmla="*/ 215101 w 740000"/>
              <a:gd name="connsiteY55" fmla="*/ 479807 h 628100"/>
              <a:gd name="connsiteX56" fmla="*/ 203949 w 740000"/>
              <a:gd name="connsiteY56" fmla="*/ 481049 h 628100"/>
              <a:gd name="connsiteX57" fmla="*/ 198993 w 740000"/>
              <a:gd name="connsiteY57" fmla="*/ 472357 h 628100"/>
              <a:gd name="connsiteX58" fmla="*/ 198993 w 740000"/>
              <a:gd name="connsiteY58" fmla="*/ 356884 h 628100"/>
              <a:gd name="connsiteX59" fmla="*/ 200232 w 740000"/>
              <a:gd name="connsiteY59" fmla="*/ 351917 h 628100"/>
              <a:gd name="connsiteX60" fmla="*/ 195275 w 740000"/>
              <a:gd name="connsiteY60" fmla="*/ 349434 h 628100"/>
              <a:gd name="connsiteX61" fmla="*/ 174211 w 740000"/>
              <a:gd name="connsiteY61" fmla="*/ 309701 h 628100"/>
              <a:gd name="connsiteX62" fmla="*/ 161820 w 740000"/>
              <a:gd name="connsiteY62" fmla="*/ 287352 h 628100"/>
              <a:gd name="connsiteX63" fmla="*/ 137038 w 740000"/>
              <a:gd name="connsiteY63" fmla="*/ 250102 h 628100"/>
              <a:gd name="connsiteX64" fmla="*/ 161820 w 740000"/>
              <a:gd name="connsiteY64" fmla="*/ 211611 h 628100"/>
              <a:gd name="connsiteX65" fmla="*/ 174211 w 740000"/>
              <a:gd name="connsiteY65" fmla="*/ 190503 h 628100"/>
              <a:gd name="connsiteX66" fmla="*/ 195275 w 740000"/>
              <a:gd name="connsiteY66" fmla="*/ 149529 h 628100"/>
              <a:gd name="connsiteX67" fmla="*/ 217579 w 740000"/>
              <a:gd name="connsiteY67" fmla="*/ 144252 h 628100"/>
              <a:gd name="connsiteX68" fmla="*/ 498226 w 740000"/>
              <a:gd name="connsiteY68" fmla="*/ 71035 h 628100"/>
              <a:gd name="connsiteX69" fmla="*/ 488312 w 740000"/>
              <a:gd name="connsiteY69" fmla="*/ 105831 h 628100"/>
              <a:gd name="connsiteX70" fmla="*/ 482115 w 740000"/>
              <a:gd name="connsiteY70" fmla="*/ 110802 h 628100"/>
              <a:gd name="connsiteX71" fmla="*/ 480876 w 740000"/>
              <a:gd name="connsiteY71" fmla="*/ 110802 h 628100"/>
              <a:gd name="connsiteX72" fmla="*/ 490791 w 740000"/>
              <a:gd name="connsiteY72" fmla="*/ 119501 h 628100"/>
              <a:gd name="connsiteX73" fmla="*/ 505662 w 740000"/>
              <a:gd name="connsiteY73" fmla="*/ 143113 h 628100"/>
              <a:gd name="connsiteX74" fmla="*/ 506901 w 740000"/>
              <a:gd name="connsiteY74" fmla="*/ 154297 h 628100"/>
              <a:gd name="connsiteX75" fmla="*/ 506901 w 740000"/>
              <a:gd name="connsiteY75" fmla="*/ 191579 h 628100"/>
              <a:gd name="connsiteX76" fmla="*/ 570106 w 740000"/>
              <a:gd name="connsiteY76" fmla="*/ 215190 h 628100"/>
              <a:gd name="connsiteX77" fmla="*/ 607285 w 740000"/>
              <a:gd name="connsiteY77" fmla="*/ 292239 h 628100"/>
              <a:gd name="connsiteX78" fmla="*/ 573824 w 740000"/>
              <a:gd name="connsiteY78" fmla="*/ 365559 h 628100"/>
              <a:gd name="connsiteX79" fmla="*/ 506901 w 740000"/>
              <a:gd name="connsiteY79" fmla="*/ 392899 h 628100"/>
              <a:gd name="connsiteX80" fmla="*/ 506901 w 740000"/>
              <a:gd name="connsiteY80" fmla="*/ 512200 h 628100"/>
              <a:gd name="connsiteX81" fmla="*/ 515577 w 740000"/>
              <a:gd name="connsiteY81" fmla="*/ 512200 h 628100"/>
              <a:gd name="connsiteX82" fmla="*/ 525491 w 740000"/>
              <a:gd name="connsiteY82" fmla="*/ 478647 h 628100"/>
              <a:gd name="connsiteX83" fmla="*/ 526730 w 740000"/>
              <a:gd name="connsiteY83" fmla="*/ 476161 h 628100"/>
              <a:gd name="connsiteX84" fmla="*/ 532927 w 740000"/>
              <a:gd name="connsiteY84" fmla="*/ 471191 h 628100"/>
              <a:gd name="connsiteX85" fmla="*/ 589935 w 740000"/>
              <a:gd name="connsiteY85" fmla="*/ 452550 h 628100"/>
              <a:gd name="connsiteX86" fmla="*/ 599849 w 740000"/>
              <a:gd name="connsiteY86" fmla="*/ 452550 h 628100"/>
              <a:gd name="connsiteX87" fmla="*/ 601088 w 740000"/>
              <a:gd name="connsiteY87" fmla="*/ 453792 h 628100"/>
              <a:gd name="connsiteX88" fmla="*/ 629592 w 740000"/>
              <a:gd name="connsiteY88" fmla="*/ 474919 h 628100"/>
              <a:gd name="connsiteX89" fmla="*/ 643225 w 740000"/>
              <a:gd name="connsiteY89" fmla="*/ 464977 h 628100"/>
              <a:gd name="connsiteX90" fmla="*/ 630832 w 740000"/>
              <a:gd name="connsiteY90" fmla="*/ 431424 h 628100"/>
              <a:gd name="connsiteX91" fmla="*/ 630832 w 740000"/>
              <a:gd name="connsiteY91" fmla="*/ 428938 h 628100"/>
              <a:gd name="connsiteX92" fmla="*/ 634550 w 740000"/>
              <a:gd name="connsiteY92" fmla="*/ 422725 h 628100"/>
              <a:gd name="connsiteX93" fmla="*/ 669250 w 740000"/>
              <a:gd name="connsiteY93" fmla="*/ 373016 h 628100"/>
              <a:gd name="connsiteX94" fmla="*/ 677925 w 740000"/>
              <a:gd name="connsiteY94" fmla="*/ 366802 h 628100"/>
              <a:gd name="connsiteX95" fmla="*/ 713865 w 740000"/>
              <a:gd name="connsiteY95" fmla="*/ 369288 h 628100"/>
              <a:gd name="connsiteX96" fmla="*/ 718822 w 740000"/>
              <a:gd name="connsiteY96" fmla="*/ 351890 h 628100"/>
              <a:gd name="connsiteX97" fmla="*/ 689079 w 740000"/>
              <a:gd name="connsiteY97" fmla="*/ 332006 h 628100"/>
              <a:gd name="connsiteX98" fmla="*/ 685361 w 740000"/>
              <a:gd name="connsiteY98" fmla="*/ 322064 h 628100"/>
              <a:gd name="connsiteX99" fmla="*/ 687840 w 740000"/>
              <a:gd name="connsiteY99" fmla="*/ 292239 h 628100"/>
              <a:gd name="connsiteX100" fmla="*/ 685361 w 740000"/>
              <a:gd name="connsiteY100" fmla="*/ 261171 h 628100"/>
              <a:gd name="connsiteX101" fmla="*/ 689079 w 740000"/>
              <a:gd name="connsiteY101" fmla="*/ 252472 h 628100"/>
              <a:gd name="connsiteX102" fmla="*/ 718822 w 740000"/>
              <a:gd name="connsiteY102" fmla="*/ 232589 h 628100"/>
              <a:gd name="connsiteX103" fmla="*/ 713865 w 740000"/>
              <a:gd name="connsiteY103" fmla="*/ 215190 h 628100"/>
              <a:gd name="connsiteX104" fmla="*/ 677925 w 740000"/>
              <a:gd name="connsiteY104" fmla="*/ 216433 h 628100"/>
              <a:gd name="connsiteX105" fmla="*/ 671729 w 740000"/>
              <a:gd name="connsiteY105" fmla="*/ 212705 h 628100"/>
              <a:gd name="connsiteX106" fmla="*/ 669250 w 740000"/>
              <a:gd name="connsiteY106" fmla="*/ 210220 h 628100"/>
              <a:gd name="connsiteX107" fmla="*/ 634550 w 740000"/>
              <a:gd name="connsiteY107" fmla="*/ 161754 h 628100"/>
              <a:gd name="connsiteX108" fmla="*/ 630832 w 740000"/>
              <a:gd name="connsiteY108" fmla="*/ 155540 h 628100"/>
              <a:gd name="connsiteX109" fmla="*/ 630832 w 740000"/>
              <a:gd name="connsiteY109" fmla="*/ 151812 h 628100"/>
              <a:gd name="connsiteX110" fmla="*/ 643225 w 740000"/>
              <a:gd name="connsiteY110" fmla="*/ 119501 h 628100"/>
              <a:gd name="connsiteX111" fmla="*/ 629592 w 740000"/>
              <a:gd name="connsiteY111" fmla="*/ 108317 h 628100"/>
              <a:gd name="connsiteX112" fmla="*/ 601088 w 740000"/>
              <a:gd name="connsiteY112" fmla="*/ 129443 h 628100"/>
              <a:gd name="connsiteX113" fmla="*/ 591174 w 740000"/>
              <a:gd name="connsiteY113" fmla="*/ 130686 h 628100"/>
              <a:gd name="connsiteX114" fmla="*/ 532927 w 740000"/>
              <a:gd name="connsiteY114" fmla="*/ 112045 h 628100"/>
              <a:gd name="connsiteX115" fmla="*/ 530448 w 740000"/>
              <a:gd name="connsiteY115" fmla="*/ 110802 h 628100"/>
              <a:gd name="connsiteX116" fmla="*/ 526730 w 740000"/>
              <a:gd name="connsiteY116" fmla="*/ 107074 h 628100"/>
              <a:gd name="connsiteX117" fmla="*/ 525491 w 740000"/>
              <a:gd name="connsiteY117" fmla="*/ 105831 h 628100"/>
              <a:gd name="connsiteX118" fmla="*/ 515577 w 740000"/>
              <a:gd name="connsiteY118" fmla="*/ 71035 h 628100"/>
              <a:gd name="connsiteX119" fmla="*/ 506901 w 740000"/>
              <a:gd name="connsiteY119" fmla="*/ 71035 h 628100"/>
              <a:gd name="connsiteX120" fmla="*/ 366263 w 740000"/>
              <a:gd name="connsiteY120" fmla="*/ 39876 h 628100"/>
              <a:gd name="connsiteX121" fmla="*/ 366263 w 740000"/>
              <a:gd name="connsiteY121" fmla="*/ 122289 h 628100"/>
              <a:gd name="connsiteX122" fmla="*/ 377352 w 740000"/>
              <a:gd name="connsiteY122" fmla="*/ 134589 h 628100"/>
              <a:gd name="connsiteX123" fmla="*/ 477152 w 740000"/>
              <a:gd name="connsiteY123" fmla="*/ 134589 h 628100"/>
              <a:gd name="connsiteX124" fmla="*/ 50992 w 740000"/>
              <a:gd name="connsiteY124" fmla="*/ 18690 h 628100"/>
              <a:gd name="connsiteX125" fmla="*/ 18687 w 740000"/>
              <a:gd name="connsiteY125" fmla="*/ 57242 h 628100"/>
              <a:gd name="connsiteX126" fmla="*/ 18687 w 740000"/>
              <a:gd name="connsiteY126" fmla="*/ 572095 h 628100"/>
              <a:gd name="connsiteX127" fmla="*/ 50992 w 740000"/>
              <a:gd name="connsiteY127" fmla="*/ 609403 h 628100"/>
              <a:gd name="connsiteX128" fmla="*/ 453558 w 740000"/>
              <a:gd name="connsiteY128" fmla="*/ 609403 h 628100"/>
              <a:gd name="connsiteX129" fmla="*/ 487105 w 740000"/>
              <a:gd name="connsiteY129" fmla="*/ 572095 h 628100"/>
              <a:gd name="connsiteX130" fmla="*/ 487105 w 740000"/>
              <a:gd name="connsiteY130" fmla="*/ 154243 h 628100"/>
              <a:gd name="connsiteX131" fmla="*/ 376524 w 740000"/>
              <a:gd name="connsiteY131" fmla="*/ 154243 h 628100"/>
              <a:gd name="connsiteX132" fmla="*/ 345462 w 740000"/>
              <a:gd name="connsiteY132" fmla="*/ 123153 h 628100"/>
              <a:gd name="connsiteX133" fmla="*/ 345462 w 740000"/>
              <a:gd name="connsiteY133" fmla="*/ 24908 h 628100"/>
              <a:gd name="connsiteX134" fmla="*/ 330552 w 740000"/>
              <a:gd name="connsiteY134" fmla="*/ 18690 h 628100"/>
              <a:gd name="connsiteX135" fmla="*/ 50992 w 740000"/>
              <a:gd name="connsiteY135" fmla="*/ 0 h 628100"/>
              <a:gd name="connsiteX136" fmla="*/ 330824 w 740000"/>
              <a:gd name="connsiteY136" fmla="*/ 0 h 628100"/>
              <a:gd name="connsiteX137" fmla="*/ 360672 w 740000"/>
              <a:gd name="connsiteY137" fmla="*/ 11194 h 628100"/>
              <a:gd name="connsiteX138" fmla="*/ 461412 w 740000"/>
              <a:gd name="connsiteY138" fmla="*/ 95770 h 628100"/>
              <a:gd name="connsiteX139" fmla="*/ 470118 w 740000"/>
              <a:gd name="connsiteY139" fmla="*/ 93282 h 628100"/>
              <a:gd name="connsiteX140" fmla="*/ 480067 w 740000"/>
              <a:gd name="connsiteY140" fmla="*/ 58457 h 628100"/>
              <a:gd name="connsiteX141" fmla="*/ 490017 w 740000"/>
              <a:gd name="connsiteY141" fmla="*/ 52238 h 628100"/>
              <a:gd name="connsiteX142" fmla="*/ 506185 w 740000"/>
              <a:gd name="connsiteY142" fmla="*/ 52238 h 628100"/>
              <a:gd name="connsiteX143" fmla="*/ 522353 w 740000"/>
              <a:gd name="connsiteY143" fmla="*/ 52238 h 628100"/>
              <a:gd name="connsiteX144" fmla="*/ 531059 w 740000"/>
              <a:gd name="connsiteY144" fmla="*/ 58457 h 628100"/>
              <a:gd name="connsiteX145" fmla="*/ 542252 w 740000"/>
              <a:gd name="connsiteY145" fmla="*/ 93282 h 628100"/>
              <a:gd name="connsiteX146" fmla="*/ 593244 w 740000"/>
              <a:gd name="connsiteY146" fmla="*/ 110695 h 628100"/>
              <a:gd name="connsiteX147" fmla="*/ 623093 w 740000"/>
              <a:gd name="connsiteY147" fmla="*/ 88307 h 628100"/>
              <a:gd name="connsiteX148" fmla="*/ 634286 w 740000"/>
              <a:gd name="connsiteY148" fmla="*/ 88307 h 628100"/>
              <a:gd name="connsiteX149" fmla="*/ 660404 w 740000"/>
              <a:gd name="connsiteY149" fmla="*/ 106964 h 628100"/>
              <a:gd name="connsiteX150" fmla="*/ 664135 w 740000"/>
              <a:gd name="connsiteY150" fmla="*/ 118158 h 628100"/>
              <a:gd name="connsiteX151" fmla="*/ 651698 w 740000"/>
              <a:gd name="connsiteY151" fmla="*/ 151739 h 628100"/>
              <a:gd name="connsiteX152" fmla="*/ 684034 w 740000"/>
              <a:gd name="connsiteY152" fmla="*/ 196515 h 628100"/>
              <a:gd name="connsiteX153" fmla="*/ 720101 w 740000"/>
              <a:gd name="connsiteY153" fmla="*/ 195271 h 628100"/>
              <a:gd name="connsiteX154" fmla="*/ 728807 w 740000"/>
              <a:gd name="connsiteY154" fmla="*/ 202733 h 628100"/>
              <a:gd name="connsiteX155" fmla="*/ 740000 w 740000"/>
              <a:gd name="connsiteY155" fmla="*/ 232584 h 628100"/>
              <a:gd name="connsiteX156" fmla="*/ 736269 w 740000"/>
              <a:gd name="connsiteY156" fmla="*/ 243778 h 628100"/>
              <a:gd name="connsiteX157" fmla="*/ 705177 w 740000"/>
              <a:gd name="connsiteY157" fmla="*/ 264922 h 628100"/>
              <a:gd name="connsiteX158" fmla="*/ 707664 w 740000"/>
              <a:gd name="connsiteY158" fmla="*/ 292284 h 628100"/>
              <a:gd name="connsiteX159" fmla="*/ 705177 w 740000"/>
              <a:gd name="connsiteY159" fmla="*/ 318403 h 628100"/>
              <a:gd name="connsiteX160" fmla="*/ 736269 w 740000"/>
              <a:gd name="connsiteY160" fmla="*/ 339547 h 628100"/>
              <a:gd name="connsiteX161" fmla="*/ 740000 w 740000"/>
              <a:gd name="connsiteY161" fmla="*/ 350741 h 628100"/>
              <a:gd name="connsiteX162" fmla="*/ 728807 w 740000"/>
              <a:gd name="connsiteY162" fmla="*/ 381835 h 628100"/>
              <a:gd name="connsiteX163" fmla="*/ 720101 w 740000"/>
              <a:gd name="connsiteY163" fmla="*/ 388054 h 628100"/>
              <a:gd name="connsiteX164" fmla="*/ 684034 w 740000"/>
              <a:gd name="connsiteY164" fmla="*/ 386810 h 628100"/>
              <a:gd name="connsiteX165" fmla="*/ 651698 w 740000"/>
              <a:gd name="connsiteY165" fmla="*/ 431586 h 628100"/>
              <a:gd name="connsiteX166" fmla="*/ 664135 w 740000"/>
              <a:gd name="connsiteY166" fmla="*/ 465167 h 628100"/>
              <a:gd name="connsiteX167" fmla="*/ 660404 w 740000"/>
              <a:gd name="connsiteY167" fmla="*/ 476361 h 628100"/>
              <a:gd name="connsiteX168" fmla="*/ 634286 w 740000"/>
              <a:gd name="connsiteY168" fmla="*/ 496261 h 628100"/>
              <a:gd name="connsiteX169" fmla="*/ 623093 w 740000"/>
              <a:gd name="connsiteY169" fmla="*/ 495018 h 628100"/>
              <a:gd name="connsiteX170" fmla="*/ 593244 w 740000"/>
              <a:gd name="connsiteY170" fmla="*/ 473874 h 628100"/>
              <a:gd name="connsiteX171" fmla="*/ 542252 w 740000"/>
              <a:gd name="connsiteY171" fmla="*/ 490043 h 628100"/>
              <a:gd name="connsiteX172" fmla="*/ 531059 w 740000"/>
              <a:gd name="connsiteY172" fmla="*/ 524868 h 628100"/>
              <a:gd name="connsiteX173" fmla="*/ 522353 w 740000"/>
              <a:gd name="connsiteY173" fmla="*/ 531087 h 628100"/>
              <a:gd name="connsiteX174" fmla="*/ 506185 w 740000"/>
              <a:gd name="connsiteY174" fmla="*/ 531087 h 628100"/>
              <a:gd name="connsiteX175" fmla="*/ 506185 w 740000"/>
              <a:gd name="connsiteY175" fmla="*/ 572131 h 628100"/>
              <a:gd name="connsiteX176" fmla="*/ 453950 w 740000"/>
              <a:gd name="connsiteY176" fmla="*/ 628100 h 628100"/>
              <a:gd name="connsiteX177" fmla="*/ 50992 w 740000"/>
              <a:gd name="connsiteY177" fmla="*/ 628100 h 628100"/>
              <a:gd name="connsiteX178" fmla="*/ 0 w 740000"/>
              <a:gd name="connsiteY178" fmla="*/ 572131 h 628100"/>
              <a:gd name="connsiteX179" fmla="*/ 0 w 740000"/>
              <a:gd name="connsiteY179" fmla="*/ 57213 h 628100"/>
              <a:gd name="connsiteX180" fmla="*/ 50992 w 740000"/>
              <a:gd name="connsiteY180" fmla="*/ 0 h 62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</a:cxnLst>
            <a:rect l="l" t="t" r="r" b="b"/>
            <a:pathLst>
              <a:path w="740000" h="628100">
                <a:moveTo>
                  <a:pt x="240038" y="348900"/>
                </a:moveTo>
                <a:cubicBezTo>
                  <a:pt x="233920" y="353827"/>
                  <a:pt x="225355" y="356291"/>
                  <a:pt x="218014" y="357523"/>
                </a:cubicBezTo>
                <a:lnTo>
                  <a:pt x="218014" y="358754"/>
                </a:lnTo>
                <a:lnTo>
                  <a:pt x="218014" y="451134"/>
                </a:lnTo>
                <a:lnTo>
                  <a:pt x="247379" y="424036"/>
                </a:lnTo>
                <a:cubicBezTo>
                  <a:pt x="251050" y="420341"/>
                  <a:pt x="257168" y="420341"/>
                  <a:pt x="260839" y="424036"/>
                </a:cubicBezTo>
                <a:lnTo>
                  <a:pt x="286533" y="451134"/>
                </a:lnTo>
                <a:lnTo>
                  <a:pt x="286533" y="359986"/>
                </a:lnTo>
                <a:cubicBezTo>
                  <a:pt x="286533" y="358754"/>
                  <a:pt x="286533" y="358754"/>
                  <a:pt x="286533" y="357523"/>
                </a:cubicBezTo>
                <a:cubicBezTo>
                  <a:pt x="279192" y="356291"/>
                  <a:pt x="271850" y="353827"/>
                  <a:pt x="265733" y="348900"/>
                </a:cubicBezTo>
                <a:cubicBezTo>
                  <a:pt x="258391" y="343974"/>
                  <a:pt x="247379" y="343974"/>
                  <a:pt x="240038" y="348900"/>
                </a:cubicBezTo>
                <a:close/>
                <a:moveTo>
                  <a:pt x="507038" y="210613"/>
                </a:moveTo>
                <a:lnTo>
                  <a:pt x="507038" y="372623"/>
                </a:lnTo>
                <a:cubicBezTo>
                  <a:pt x="526664" y="372623"/>
                  <a:pt x="545064" y="365203"/>
                  <a:pt x="559783" y="351599"/>
                </a:cubicBezTo>
                <a:cubicBezTo>
                  <a:pt x="576956" y="336758"/>
                  <a:pt x="586769" y="314498"/>
                  <a:pt x="586769" y="292237"/>
                </a:cubicBezTo>
                <a:cubicBezTo>
                  <a:pt x="586769" y="267502"/>
                  <a:pt x="575729" y="245241"/>
                  <a:pt x="557330" y="229164"/>
                </a:cubicBezTo>
                <a:cubicBezTo>
                  <a:pt x="543837" y="218033"/>
                  <a:pt x="525438" y="210613"/>
                  <a:pt x="507038" y="210613"/>
                </a:cubicBezTo>
                <a:close/>
                <a:moveTo>
                  <a:pt x="205243" y="168211"/>
                </a:moveTo>
                <a:cubicBezTo>
                  <a:pt x="196578" y="171923"/>
                  <a:pt x="192865" y="179346"/>
                  <a:pt x="194103" y="189244"/>
                </a:cubicBezTo>
                <a:cubicBezTo>
                  <a:pt x="195341" y="206566"/>
                  <a:pt x="186676" y="223888"/>
                  <a:pt x="169348" y="230074"/>
                </a:cubicBezTo>
                <a:cubicBezTo>
                  <a:pt x="161921" y="235023"/>
                  <a:pt x="156970" y="242447"/>
                  <a:pt x="156970" y="251108"/>
                </a:cubicBezTo>
                <a:cubicBezTo>
                  <a:pt x="156970" y="259769"/>
                  <a:pt x="161921" y="267192"/>
                  <a:pt x="169348" y="270904"/>
                </a:cubicBezTo>
                <a:cubicBezTo>
                  <a:pt x="186676" y="278328"/>
                  <a:pt x="195341" y="294412"/>
                  <a:pt x="194103" y="312971"/>
                </a:cubicBezTo>
                <a:cubicBezTo>
                  <a:pt x="192865" y="321632"/>
                  <a:pt x="196578" y="330293"/>
                  <a:pt x="205243" y="334005"/>
                </a:cubicBezTo>
                <a:cubicBezTo>
                  <a:pt x="212669" y="337717"/>
                  <a:pt x="221333" y="337717"/>
                  <a:pt x="228760" y="332767"/>
                </a:cubicBezTo>
                <a:cubicBezTo>
                  <a:pt x="236186" y="327818"/>
                  <a:pt x="244851" y="324107"/>
                  <a:pt x="252277" y="324107"/>
                </a:cubicBezTo>
                <a:cubicBezTo>
                  <a:pt x="260942" y="324107"/>
                  <a:pt x="269606" y="327818"/>
                  <a:pt x="277032" y="332767"/>
                </a:cubicBezTo>
                <a:cubicBezTo>
                  <a:pt x="284459" y="337717"/>
                  <a:pt x="293123" y="337717"/>
                  <a:pt x="300550" y="334005"/>
                </a:cubicBezTo>
                <a:cubicBezTo>
                  <a:pt x="309214" y="330293"/>
                  <a:pt x="312927" y="321632"/>
                  <a:pt x="311689" y="312971"/>
                </a:cubicBezTo>
                <a:cubicBezTo>
                  <a:pt x="309214" y="294412"/>
                  <a:pt x="319116" y="278328"/>
                  <a:pt x="336445" y="270904"/>
                </a:cubicBezTo>
                <a:cubicBezTo>
                  <a:pt x="343871" y="267192"/>
                  <a:pt x="348822" y="259769"/>
                  <a:pt x="348822" y="251108"/>
                </a:cubicBezTo>
                <a:cubicBezTo>
                  <a:pt x="348822" y="242447"/>
                  <a:pt x="343871" y="235023"/>
                  <a:pt x="336445" y="230074"/>
                </a:cubicBezTo>
                <a:cubicBezTo>
                  <a:pt x="319116" y="223888"/>
                  <a:pt x="309214" y="206566"/>
                  <a:pt x="311689" y="189244"/>
                </a:cubicBezTo>
                <a:cubicBezTo>
                  <a:pt x="312927" y="179346"/>
                  <a:pt x="309214" y="171923"/>
                  <a:pt x="300550" y="168211"/>
                </a:cubicBezTo>
                <a:cubicBezTo>
                  <a:pt x="293123" y="163262"/>
                  <a:pt x="284459" y="163262"/>
                  <a:pt x="277032" y="168211"/>
                </a:cubicBezTo>
                <a:cubicBezTo>
                  <a:pt x="262179" y="179346"/>
                  <a:pt x="243613" y="179346"/>
                  <a:pt x="228760" y="168211"/>
                </a:cubicBezTo>
                <a:cubicBezTo>
                  <a:pt x="221333" y="163262"/>
                  <a:pt x="212669" y="163262"/>
                  <a:pt x="205243" y="168211"/>
                </a:cubicBezTo>
                <a:close/>
                <a:moveTo>
                  <a:pt x="217579" y="144252"/>
                </a:moveTo>
                <a:cubicBezTo>
                  <a:pt x="225323" y="144562"/>
                  <a:pt x="233068" y="147046"/>
                  <a:pt x="239883" y="152012"/>
                </a:cubicBezTo>
                <a:cubicBezTo>
                  <a:pt x="247317" y="156979"/>
                  <a:pt x="258469" y="156979"/>
                  <a:pt x="265904" y="152012"/>
                </a:cubicBezTo>
                <a:cubicBezTo>
                  <a:pt x="272719" y="147046"/>
                  <a:pt x="280154" y="144562"/>
                  <a:pt x="287743" y="144252"/>
                </a:cubicBezTo>
                <a:cubicBezTo>
                  <a:pt x="295332" y="143941"/>
                  <a:pt x="303077" y="145804"/>
                  <a:pt x="310511" y="149529"/>
                </a:cubicBezTo>
                <a:cubicBezTo>
                  <a:pt x="324141" y="158220"/>
                  <a:pt x="332815" y="173120"/>
                  <a:pt x="330336" y="190503"/>
                </a:cubicBezTo>
                <a:cubicBezTo>
                  <a:pt x="330336" y="199195"/>
                  <a:pt x="335293" y="207886"/>
                  <a:pt x="343966" y="211611"/>
                </a:cubicBezTo>
                <a:cubicBezTo>
                  <a:pt x="358835" y="219061"/>
                  <a:pt x="367509" y="233961"/>
                  <a:pt x="367509" y="250102"/>
                </a:cubicBezTo>
                <a:cubicBezTo>
                  <a:pt x="367509" y="266244"/>
                  <a:pt x="358835" y="279902"/>
                  <a:pt x="343966" y="287352"/>
                </a:cubicBezTo>
                <a:cubicBezTo>
                  <a:pt x="335293" y="291077"/>
                  <a:pt x="330336" y="299768"/>
                  <a:pt x="330336" y="309701"/>
                </a:cubicBezTo>
                <a:cubicBezTo>
                  <a:pt x="332815" y="325843"/>
                  <a:pt x="324141" y="341984"/>
                  <a:pt x="310511" y="349434"/>
                </a:cubicBezTo>
                <a:cubicBezTo>
                  <a:pt x="309272" y="350676"/>
                  <a:pt x="308033" y="351917"/>
                  <a:pt x="305555" y="351917"/>
                </a:cubicBezTo>
                <a:cubicBezTo>
                  <a:pt x="305555" y="354401"/>
                  <a:pt x="306794" y="355642"/>
                  <a:pt x="306794" y="358126"/>
                </a:cubicBezTo>
                <a:lnTo>
                  <a:pt x="306794" y="472357"/>
                </a:lnTo>
                <a:cubicBezTo>
                  <a:pt x="306794" y="476082"/>
                  <a:pt x="304315" y="479807"/>
                  <a:pt x="300598" y="481049"/>
                </a:cubicBezTo>
                <a:cubicBezTo>
                  <a:pt x="299359" y="482290"/>
                  <a:pt x="298120" y="482290"/>
                  <a:pt x="296881" y="482290"/>
                </a:cubicBezTo>
                <a:cubicBezTo>
                  <a:pt x="294403" y="482290"/>
                  <a:pt x="291925" y="481049"/>
                  <a:pt x="289446" y="479807"/>
                </a:cubicBezTo>
                <a:lnTo>
                  <a:pt x="254752" y="443799"/>
                </a:lnTo>
                <a:lnTo>
                  <a:pt x="215101" y="479807"/>
                </a:lnTo>
                <a:cubicBezTo>
                  <a:pt x="211384" y="482290"/>
                  <a:pt x="207666" y="483532"/>
                  <a:pt x="203949" y="481049"/>
                </a:cubicBezTo>
                <a:cubicBezTo>
                  <a:pt x="201471" y="479807"/>
                  <a:pt x="198993" y="476082"/>
                  <a:pt x="198993" y="472357"/>
                </a:cubicBezTo>
                <a:lnTo>
                  <a:pt x="198993" y="356884"/>
                </a:lnTo>
                <a:cubicBezTo>
                  <a:pt x="198993" y="355642"/>
                  <a:pt x="200232" y="354401"/>
                  <a:pt x="200232" y="351917"/>
                </a:cubicBezTo>
                <a:cubicBezTo>
                  <a:pt x="197754" y="351917"/>
                  <a:pt x="196515" y="350676"/>
                  <a:pt x="195275" y="349434"/>
                </a:cubicBezTo>
                <a:cubicBezTo>
                  <a:pt x="180406" y="341984"/>
                  <a:pt x="172972" y="325843"/>
                  <a:pt x="174211" y="309701"/>
                </a:cubicBezTo>
                <a:cubicBezTo>
                  <a:pt x="175450" y="299768"/>
                  <a:pt x="171733" y="291077"/>
                  <a:pt x="161820" y="287352"/>
                </a:cubicBezTo>
                <a:cubicBezTo>
                  <a:pt x="146951" y="279902"/>
                  <a:pt x="137038" y="266244"/>
                  <a:pt x="137038" y="250102"/>
                </a:cubicBezTo>
                <a:cubicBezTo>
                  <a:pt x="137038" y="233961"/>
                  <a:pt x="146951" y="219061"/>
                  <a:pt x="161820" y="211611"/>
                </a:cubicBezTo>
                <a:cubicBezTo>
                  <a:pt x="171733" y="207886"/>
                  <a:pt x="175450" y="199195"/>
                  <a:pt x="174211" y="190503"/>
                </a:cubicBezTo>
                <a:cubicBezTo>
                  <a:pt x="172972" y="173120"/>
                  <a:pt x="180406" y="158220"/>
                  <a:pt x="195275" y="149529"/>
                </a:cubicBezTo>
                <a:cubicBezTo>
                  <a:pt x="202090" y="145804"/>
                  <a:pt x="209835" y="143941"/>
                  <a:pt x="217579" y="144252"/>
                </a:cubicBezTo>
                <a:close/>
                <a:moveTo>
                  <a:pt x="498226" y="71035"/>
                </a:moveTo>
                <a:lnTo>
                  <a:pt x="488312" y="105831"/>
                </a:lnTo>
                <a:cubicBezTo>
                  <a:pt x="487073" y="107074"/>
                  <a:pt x="484594" y="109559"/>
                  <a:pt x="482115" y="110802"/>
                </a:cubicBezTo>
                <a:cubicBezTo>
                  <a:pt x="482115" y="110802"/>
                  <a:pt x="482115" y="110802"/>
                  <a:pt x="480876" y="110802"/>
                </a:cubicBezTo>
                <a:lnTo>
                  <a:pt x="490791" y="119501"/>
                </a:lnTo>
                <a:cubicBezTo>
                  <a:pt x="498226" y="125715"/>
                  <a:pt x="501944" y="133171"/>
                  <a:pt x="505662" y="143113"/>
                </a:cubicBezTo>
                <a:cubicBezTo>
                  <a:pt x="506901" y="145598"/>
                  <a:pt x="506901" y="150569"/>
                  <a:pt x="506901" y="154297"/>
                </a:cubicBezTo>
                <a:lnTo>
                  <a:pt x="506901" y="191579"/>
                </a:lnTo>
                <a:cubicBezTo>
                  <a:pt x="529209" y="191579"/>
                  <a:pt x="552756" y="200278"/>
                  <a:pt x="570106" y="215190"/>
                </a:cubicBezTo>
                <a:cubicBezTo>
                  <a:pt x="593653" y="233831"/>
                  <a:pt x="607285" y="261171"/>
                  <a:pt x="607285" y="292239"/>
                </a:cubicBezTo>
                <a:cubicBezTo>
                  <a:pt x="607285" y="320822"/>
                  <a:pt x="594892" y="346919"/>
                  <a:pt x="573824" y="365559"/>
                </a:cubicBezTo>
                <a:cubicBezTo>
                  <a:pt x="555234" y="382958"/>
                  <a:pt x="531688" y="391657"/>
                  <a:pt x="506901" y="392899"/>
                </a:cubicBezTo>
                <a:lnTo>
                  <a:pt x="506901" y="512200"/>
                </a:lnTo>
                <a:lnTo>
                  <a:pt x="515577" y="512200"/>
                </a:lnTo>
                <a:lnTo>
                  <a:pt x="525491" y="478647"/>
                </a:lnTo>
                <a:cubicBezTo>
                  <a:pt x="525491" y="477404"/>
                  <a:pt x="526730" y="477404"/>
                  <a:pt x="526730" y="476161"/>
                </a:cubicBezTo>
                <a:cubicBezTo>
                  <a:pt x="527970" y="473676"/>
                  <a:pt x="530448" y="472433"/>
                  <a:pt x="532927" y="471191"/>
                </a:cubicBezTo>
                <a:cubicBezTo>
                  <a:pt x="553995" y="468705"/>
                  <a:pt x="572584" y="462492"/>
                  <a:pt x="589935" y="452550"/>
                </a:cubicBezTo>
                <a:cubicBezTo>
                  <a:pt x="593653" y="451307"/>
                  <a:pt x="596131" y="451307"/>
                  <a:pt x="599849" y="452550"/>
                </a:cubicBezTo>
                <a:cubicBezTo>
                  <a:pt x="599849" y="452550"/>
                  <a:pt x="599849" y="453792"/>
                  <a:pt x="601088" y="453792"/>
                </a:cubicBezTo>
                <a:lnTo>
                  <a:pt x="629592" y="474919"/>
                </a:lnTo>
                <a:lnTo>
                  <a:pt x="643225" y="464977"/>
                </a:lnTo>
                <a:lnTo>
                  <a:pt x="630832" y="431424"/>
                </a:lnTo>
                <a:cubicBezTo>
                  <a:pt x="630832" y="431424"/>
                  <a:pt x="630832" y="430181"/>
                  <a:pt x="630832" y="428938"/>
                </a:cubicBezTo>
                <a:cubicBezTo>
                  <a:pt x="630832" y="426453"/>
                  <a:pt x="632071" y="423967"/>
                  <a:pt x="634550" y="422725"/>
                </a:cubicBezTo>
                <a:cubicBezTo>
                  <a:pt x="648182" y="407812"/>
                  <a:pt x="659336" y="391657"/>
                  <a:pt x="669250" y="373016"/>
                </a:cubicBezTo>
                <a:cubicBezTo>
                  <a:pt x="670489" y="369288"/>
                  <a:pt x="674207" y="366802"/>
                  <a:pt x="677925" y="366802"/>
                </a:cubicBezTo>
                <a:lnTo>
                  <a:pt x="713865" y="369288"/>
                </a:lnTo>
                <a:lnTo>
                  <a:pt x="718822" y="351890"/>
                </a:lnTo>
                <a:lnTo>
                  <a:pt x="689079" y="332006"/>
                </a:lnTo>
                <a:cubicBezTo>
                  <a:pt x="686600" y="329521"/>
                  <a:pt x="685361" y="325792"/>
                  <a:pt x="685361" y="322064"/>
                </a:cubicBezTo>
                <a:cubicBezTo>
                  <a:pt x="687840" y="310880"/>
                  <a:pt x="687840" y="300938"/>
                  <a:pt x="687840" y="292239"/>
                </a:cubicBezTo>
                <a:cubicBezTo>
                  <a:pt x="687840" y="282297"/>
                  <a:pt x="687840" y="272355"/>
                  <a:pt x="685361" y="261171"/>
                </a:cubicBezTo>
                <a:cubicBezTo>
                  <a:pt x="685361" y="257443"/>
                  <a:pt x="686600" y="253715"/>
                  <a:pt x="689079" y="252472"/>
                </a:cubicBezTo>
                <a:lnTo>
                  <a:pt x="718822" y="232589"/>
                </a:lnTo>
                <a:lnTo>
                  <a:pt x="713865" y="215190"/>
                </a:lnTo>
                <a:lnTo>
                  <a:pt x="677925" y="216433"/>
                </a:lnTo>
                <a:cubicBezTo>
                  <a:pt x="675447" y="216433"/>
                  <a:pt x="672968" y="215190"/>
                  <a:pt x="671729" y="212705"/>
                </a:cubicBezTo>
                <a:cubicBezTo>
                  <a:pt x="670489" y="212705"/>
                  <a:pt x="670489" y="211462"/>
                  <a:pt x="669250" y="210220"/>
                </a:cubicBezTo>
                <a:cubicBezTo>
                  <a:pt x="659336" y="192822"/>
                  <a:pt x="648182" y="175423"/>
                  <a:pt x="634550" y="161754"/>
                </a:cubicBezTo>
                <a:cubicBezTo>
                  <a:pt x="632071" y="159268"/>
                  <a:pt x="630832" y="158025"/>
                  <a:pt x="630832" y="155540"/>
                </a:cubicBezTo>
                <a:cubicBezTo>
                  <a:pt x="630832" y="154297"/>
                  <a:pt x="630832" y="153055"/>
                  <a:pt x="630832" y="151812"/>
                </a:cubicBezTo>
                <a:lnTo>
                  <a:pt x="643225" y="119501"/>
                </a:lnTo>
                <a:lnTo>
                  <a:pt x="629592" y="108317"/>
                </a:lnTo>
                <a:lnTo>
                  <a:pt x="601088" y="129443"/>
                </a:lnTo>
                <a:cubicBezTo>
                  <a:pt x="597371" y="131928"/>
                  <a:pt x="593653" y="131928"/>
                  <a:pt x="591174" y="130686"/>
                </a:cubicBezTo>
                <a:cubicBezTo>
                  <a:pt x="572584" y="120744"/>
                  <a:pt x="553995" y="115773"/>
                  <a:pt x="532927" y="112045"/>
                </a:cubicBezTo>
                <a:cubicBezTo>
                  <a:pt x="532927" y="112045"/>
                  <a:pt x="531688" y="110802"/>
                  <a:pt x="530448" y="110802"/>
                </a:cubicBezTo>
                <a:cubicBezTo>
                  <a:pt x="529209" y="110802"/>
                  <a:pt x="527970" y="109559"/>
                  <a:pt x="526730" y="107074"/>
                </a:cubicBezTo>
                <a:lnTo>
                  <a:pt x="525491" y="105831"/>
                </a:lnTo>
                <a:lnTo>
                  <a:pt x="515577" y="71035"/>
                </a:lnTo>
                <a:lnTo>
                  <a:pt x="506901" y="71035"/>
                </a:lnTo>
                <a:close/>
                <a:moveTo>
                  <a:pt x="366263" y="39876"/>
                </a:moveTo>
                <a:lnTo>
                  <a:pt x="366263" y="122289"/>
                </a:lnTo>
                <a:cubicBezTo>
                  <a:pt x="366263" y="128439"/>
                  <a:pt x="371192" y="134589"/>
                  <a:pt x="377352" y="134589"/>
                </a:cubicBezTo>
                <a:lnTo>
                  <a:pt x="477152" y="134589"/>
                </a:lnTo>
                <a:close/>
                <a:moveTo>
                  <a:pt x="50992" y="18690"/>
                </a:moveTo>
                <a:cubicBezTo>
                  <a:pt x="33597" y="18690"/>
                  <a:pt x="18687" y="36101"/>
                  <a:pt x="18687" y="57242"/>
                </a:cubicBezTo>
                <a:lnTo>
                  <a:pt x="18687" y="572095"/>
                </a:lnTo>
                <a:cubicBezTo>
                  <a:pt x="18687" y="593236"/>
                  <a:pt x="33597" y="609403"/>
                  <a:pt x="50992" y="609403"/>
                </a:cubicBezTo>
                <a:lnTo>
                  <a:pt x="453558" y="609403"/>
                </a:lnTo>
                <a:cubicBezTo>
                  <a:pt x="472195" y="609403"/>
                  <a:pt x="487105" y="593236"/>
                  <a:pt x="487105" y="572095"/>
                </a:cubicBezTo>
                <a:lnTo>
                  <a:pt x="487105" y="154243"/>
                </a:lnTo>
                <a:lnTo>
                  <a:pt x="376524" y="154243"/>
                </a:lnTo>
                <a:cubicBezTo>
                  <a:pt x="359129" y="154243"/>
                  <a:pt x="345462" y="140564"/>
                  <a:pt x="345462" y="123153"/>
                </a:cubicBezTo>
                <a:lnTo>
                  <a:pt x="345462" y="24908"/>
                </a:lnTo>
                <a:cubicBezTo>
                  <a:pt x="341734" y="21177"/>
                  <a:pt x="336764" y="18690"/>
                  <a:pt x="330552" y="18690"/>
                </a:cubicBezTo>
                <a:close/>
                <a:moveTo>
                  <a:pt x="50992" y="0"/>
                </a:moveTo>
                <a:lnTo>
                  <a:pt x="330824" y="0"/>
                </a:lnTo>
                <a:cubicBezTo>
                  <a:pt x="342017" y="0"/>
                  <a:pt x="351967" y="3731"/>
                  <a:pt x="360672" y="11194"/>
                </a:cubicBezTo>
                <a:lnTo>
                  <a:pt x="461412" y="95770"/>
                </a:lnTo>
                <a:cubicBezTo>
                  <a:pt x="465143" y="95770"/>
                  <a:pt x="467630" y="94526"/>
                  <a:pt x="470118" y="93282"/>
                </a:cubicBezTo>
                <a:lnTo>
                  <a:pt x="480067" y="58457"/>
                </a:lnTo>
                <a:cubicBezTo>
                  <a:pt x="481311" y="54726"/>
                  <a:pt x="486286" y="52238"/>
                  <a:pt x="490017" y="52238"/>
                </a:cubicBezTo>
                <a:lnTo>
                  <a:pt x="506185" y="52238"/>
                </a:lnTo>
                <a:lnTo>
                  <a:pt x="522353" y="52238"/>
                </a:lnTo>
                <a:cubicBezTo>
                  <a:pt x="527328" y="52238"/>
                  <a:pt x="531059" y="54726"/>
                  <a:pt x="531059" y="58457"/>
                </a:cubicBezTo>
                <a:lnTo>
                  <a:pt x="542252" y="93282"/>
                </a:lnTo>
                <a:cubicBezTo>
                  <a:pt x="559664" y="97014"/>
                  <a:pt x="577076" y="103232"/>
                  <a:pt x="593244" y="110695"/>
                </a:cubicBezTo>
                <a:lnTo>
                  <a:pt x="623093" y="88307"/>
                </a:lnTo>
                <a:cubicBezTo>
                  <a:pt x="625580" y="85820"/>
                  <a:pt x="630555" y="85820"/>
                  <a:pt x="634286" y="88307"/>
                </a:cubicBezTo>
                <a:lnTo>
                  <a:pt x="660404" y="106964"/>
                </a:lnTo>
                <a:cubicBezTo>
                  <a:pt x="664135" y="109451"/>
                  <a:pt x="665378" y="114426"/>
                  <a:pt x="664135" y="118158"/>
                </a:cubicBezTo>
                <a:lnTo>
                  <a:pt x="651698" y="151739"/>
                </a:lnTo>
                <a:cubicBezTo>
                  <a:pt x="664135" y="165421"/>
                  <a:pt x="675328" y="180346"/>
                  <a:pt x="684034" y="196515"/>
                </a:cubicBezTo>
                <a:lnTo>
                  <a:pt x="720101" y="195271"/>
                </a:lnTo>
                <a:cubicBezTo>
                  <a:pt x="723832" y="195271"/>
                  <a:pt x="728807" y="197758"/>
                  <a:pt x="728807" y="202733"/>
                </a:cubicBezTo>
                <a:lnTo>
                  <a:pt x="740000" y="232584"/>
                </a:lnTo>
                <a:cubicBezTo>
                  <a:pt x="740000" y="237559"/>
                  <a:pt x="738756" y="242534"/>
                  <a:pt x="736269" y="243778"/>
                </a:cubicBezTo>
                <a:lnTo>
                  <a:pt x="705177" y="264922"/>
                </a:lnTo>
                <a:cubicBezTo>
                  <a:pt x="707664" y="273628"/>
                  <a:pt x="707664" y="283578"/>
                  <a:pt x="707664" y="292284"/>
                </a:cubicBezTo>
                <a:cubicBezTo>
                  <a:pt x="707664" y="300991"/>
                  <a:pt x="707664" y="309697"/>
                  <a:pt x="705177" y="318403"/>
                </a:cubicBezTo>
                <a:lnTo>
                  <a:pt x="736269" y="339547"/>
                </a:lnTo>
                <a:cubicBezTo>
                  <a:pt x="738756" y="342035"/>
                  <a:pt x="740000" y="347010"/>
                  <a:pt x="740000" y="350741"/>
                </a:cubicBezTo>
                <a:lnTo>
                  <a:pt x="728807" y="381835"/>
                </a:lnTo>
                <a:cubicBezTo>
                  <a:pt x="728807" y="385567"/>
                  <a:pt x="723832" y="388054"/>
                  <a:pt x="720101" y="388054"/>
                </a:cubicBezTo>
                <a:lnTo>
                  <a:pt x="684034" y="386810"/>
                </a:lnTo>
                <a:cubicBezTo>
                  <a:pt x="675328" y="402979"/>
                  <a:pt x="664135" y="417904"/>
                  <a:pt x="651698" y="431586"/>
                </a:cubicBezTo>
                <a:lnTo>
                  <a:pt x="664135" y="465167"/>
                </a:lnTo>
                <a:cubicBezTo>
                  <a:pt x="665378" y="468899"/>
                  <a:pt x="664135" y="473874"/>
                  <a:pt x="660404" y="476361"/>
                </a:cubicBezTo>
                <a:lnTo>
                  <a:pt x="634286" y="496261"/>
                </a:lnTo>
                <a:cubicBezTo>
                  <a:pt x="630555" y="498749"/>
                  <a:pt x="625580" y="498749"/>
                  <a:pt x="623093" y="495018"/>
                </a:cubicBezTo>
                <a:lnTo>
                  <a:pt x="593244" y="473874"/>
                </a:lnTo>
                <a:cubicBezTo>
                  <a:pt x="578319" y="481336"/>
                  <a:pt x="559664" y="487555"/>
                  <a:pt x="542252" y="490043"/>
                </a:cubicBezTo>
                <a:lnTo>
                  <a:pt x="531059" y="524868"/>
                </a:lnTo>
                <a:cubicBezTo>
                  <a:pt x="531059" y="529843"/>
                  <a:pt x="527328" y="531087"/>
                  <a:pt x="522353" y="531087"/>
                </a:cubicBezTo>
                <a:lnTo>
                  <a:pt x="506185" y="531087"/>
                </a:lnTo>
                <a:lnTo>
                  <a:pt x="506185" y="572131"/>
                </a:lnTo>
                <a:cubicBezTo>
                  <a:pt x="506185" y="603225"/>
                  <a:pt x="483798" y="628100"/>
                  <a:pt x="453950" y="628100"/>
                </a:cubicBezTo>
                <a:lnTo>
                  <a:pt x="50992" y="628100"/>
                </a:lnTo>
                <a:cubicBezTo>
                  <a:pt x="22387" y="628100"/>
                  <a:pt x="0" y="603225"/>
                  <a:pt x="0" y="572131"/>
                </a:cubicBezTo>
                <a:lnTo>
                  <a:pt x="0" y="57213"/>
                </a:lnTo>
                <a:cubicBezTo>
                  <a:pt x="0" y="24875"/>
                  <a:pt x="22387" y="0"/>
                  <a:pt x="50992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42" name="Freeform 341">
            <a:extLst>
              <a:ext uri="{FF2B5EF4-FFF2-40B4-BE49-F238E27FC236}">
                <a16:creationId xmlns:a16="http://schemas.microsoft.com/office/drawing/2014/main" id="{75A97544-4904-CB40-BF8E-F18960400D97}"/>
              </a:ext>
            </a:extLst>
          </p:cNvPr>
          <p:cNvSpPr/>
          <p:nvPr/>
        </p:nvSpPr>
        <p:spPr>
          <a:xfrm>
            <a:off x="14447450" y="3293784"/>
            <a:ext cx="7544515" cy="18643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057" h="1497">
                <a:moveTo>
                  <a:pt x="0" y="1497"/>
                </a:moveTo>
                <a:lnTo>
                  <a:pt x="5307" y="1497"/>
                </a:lnTo>
                <a:cubicBezTo>
                  <a:pt x="5722" y="1497"/>
                  <a:pt x="6057" y="1162"/>
                  <a:pt x="6057" y="749"/>
                </a:cubicBezTo>
                <a:cubicBezTo>
                  <a:pt x="6057" y="335"/>
                  <a:pt x="5722" y="0"/>
                  <a:pt x="530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15" name="Freeform 414">
            <a:extLst>
              <a:ext uri="{FF2B5EF4-FFF2-40B4-BE49-F238E27FC236}">
                <a16:creationId xmlns:a16="http://schemas.microsoft.com/office/drawing/2014/main" id="{DA74B415-FE37-0444-A3FB-52840C956B27}"/>
              </a:ext>
            </a:extLst>
          </p:cNvPr>
          <p:cNvSpPr/>
          <p:nvPr/>
        </p:nvSpPr>
        <p:spPr>
          <a:xfrm>
            <a:off x="13423409" y="3293784"/>
            <a:ext cx="1864950" cy="186435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498" h="1497">
                <a:moveTo>
                  <a:pt x="1498" y="749"/>
                </a:moveTo>
                <a:cubicBezTo>
                  <a:pt x="1498" y="1162"/>
                  <a:pt x="1162" y="1497"/>
                  <a:pt x="749" y="1497"/>
                </a:cubicBezTo>
                <a:cubicBezTo>
                  <a:pt x="335" y="1497"/>
                  <a:pt x="0" y="1162"/>
                  <a:pt x="0" y="749"/>
                </a:cubicBezTo>
                <a:cubicBezTo>
                  <a:pt x="0" y="335"/>
                  <a:pt x="335" y="0"/>
                  <a:pt x="749" y="0"/>
                </a:cubicBezTo>
                <a:cubicBezTo>
                  <a:pt x="1162" y="0"/>
                  <a:pt x="1498" y="335"/>
                  <a:pt x="1498" y="749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17" name="Freeform 416">
            <a:extLst>
              <a:ext uri="{FF2B5EF4-FFF2-40B4-BE49-F238E27FC236}">
                <a16:creationId xmlns:a16="http://schemas.microsoft.com/office/drawing/2014/main" id="{F1BA3D66-90FE-E94B-A270-036AA8B30F38}"/>
              </a:ext>
            </a:extLst>
          </p:cNvPr>
          <p:cNvSpPr/>
          <p:nvPr/>
        </p:nvSpPr>
        <p:spPr>
          <a:xfrm>
            <a:off x="13535531" y="3407188"/>
            <a:ext cx="1639462" cy="163879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17" h="1316">
                <a:moveTo>
                  <a:pt x="1317" y="658"/>
                </a:moveTo>
                <a:cubicBezTo>
                  <a:pt x="1317" y="1022"/>
                  <a:pt x="1022" y="1316"/>
                  <a:pt x="659" y="1316"/>
                </a:cubicBezTo>
                <a:cubicBezTo>
                  <a:pt x="295" y="1316"/>
                  <a:pt x="0" y="1022"/>
                  <a:pt x="0" y="658"/>
                </a:cubicBezTo>
                <a:cubicBezTo>
                  <a:pt x="0" y="295"/>
                  <a:pt x="295" y="0"/>
                  <a:pt x="659" y="0"/>
                </a:cubicBezTo>
                <a:cubicBezTo>
                  <a:pt x="1022" y="0"/>
                  <a:pt x="1317" y="295"/>
                  <a:pt x="1317" y="658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21" name="Freeform 320">
            <a:extLst>
              <a:ext uri="{FF2B5EF4-FFF2-40B4-BE49-F238E27FC236}">
                <a16:creationId xmlns:a16="http://schemas.microsoft.com/office/drawing/2014/main" id="{004F0BFF-6B1E-E640-AA8F-68C30AE5EF98}"/>
              </a:ext>
            </a:extLst>
          </p:cNvPr>
          <p:cNvSpPr/>
          <p:nvPr/>
        </p:nvSpPr>
        <p:spPr>
          <a:xfrm>
            <a:off x="14088661" y="3894609"/>
            <a:ext cx="533820" cy="662852"/>
          </a:xfrm>
          <a:custGeom>
            <a:avLst/>
            <a:gdLst>
              <a:gd name="connsiteX0" fmla="*/ 360904 w 533820"/>
              <a:gd name="connsiteY0" fmla="*/ 463455 h 662852"/>
              <a:gd name="connsiteX1" fmla="*/ 306465 w 533820"/>
              <a:gd name="connsiteY1" fmla="*/ 639173 h 662852"/>
              <a:gd name="connsiteX2" fmla="*/ 487105 w 533820"/>
              <a:gd name="connsiteY2" fmla="*/ 463455 h 662852"/>
              <a:gd name="connsiteX3" fmla="*/ 185623 w 533820"/>
              <a:gd name="connsiteY3" fmla="*/ 463455 h 662852"/>
              <a:gd name="connsiteX4" fmla="*/ 263480 w 533820"/>
              <a:gd name="connsiteY4" fmla="*/ 644158 h 662852"/>
              <a:gd name="connsiteX5" fmla="*/ 340101 w 533820"/>
              <a:gd name="connsiteY5" fmla="*/ 463455 h 662852"/>
              <a:gd name="connsiteX6" fmla="*/ 39865 w 533820"/>
              <a:gd name="connsiteY6" fmla="*/ 463455 h 662852"/>
              <a:gd name="connsiteX7" fmla="*/ 219259 w 533820"/>
              <a:gd name="connsiteY7" fmla="*/ 639173 h 662852"/>
              <a:gd name="connsiteX8" fmla="*/ 166059 w 533820"/>
              <a:gd name="connsiteY8" fmla="*/ 463455 h 662852"/>
              <a:gd name="connsiteX9" fmla="*/ 328996 w 533820"/>
              <a:gd name="connsiteY9" fmla="*/ 291475 h 662852"/>
              <a:gd name="connsiteX10" fmla="*/ 309219 w 533820"/>
              <a:gd name="connsiteY10" fmla="*/ 298892 h 662852"/>
              <a:gd name="connsiteX11" fmla="*/ 258541 w 533820"/>
              <a:gd name="connsiteY11" fmla="*/ 310017 h 662852"/>
              <a:gd name="connsiteX12" fmla="*/ 254833 w 533820"/>
              <a:gd name="connsiteY12" fmla="*/ 310017 h 662852"/>
              <a:gd name="connsiteX13" fmla="*/ 207862 w 533820"/>
              <a:gd name="connsiteY13" fmla="*/ 298892 h 662852"/>
              <a:gd name="connsiteX14" fmla="*/ 197974 w 533820"/>
              <a:gd name="connsiteY14" fmla="*/ 295183 h 662852"/>
              <a:gd name="connsiteX15" fmla="*/ 184377 w 533820"/>
              <a:gd name="connsiteY15" fmla="*/ 417557 h 662852"/>
              <a:gd name="connsiteX16" fmla="*/ 184377 w 533820"/>
              <a:gd name="connsiteY16" fmla="*/ 443515 h 662852"/>
              <a:gd name="connsiteX17" fmla="*/ 342593 w 533820"/>
              <a:gd name="connsiteY17" fmla="*/ 443515 h 662852"/>
              <a:gd name="connsiteX18" fmla="*/ 342593 w 533820"/>
              <a:gd name="connsiteY18" fmla="*/ 417557 h 662852"/>
              <a:gd name="connsiteX19" fmla="*/ 328996 w 533820"/>
              <a:gd name="connsiteY19" fmla="*/ 291475 h 662852"/>
              <a:gd name="connsiteX20" fmla="*/ 101575 w 533820"/>
              <a:gd name="connsiteY20" fmla="*/ 257827 h 662852"/>
              <a:gd name="connsiteX21" fmla="*/ 34882 w 533820"/>
              <a:gd name="connsiteY21" fmla="*/ 417519 h 662852"/>
              <a:gd name="connsiteX22" fmla="*/ 36117 w 533820"/>
              <a:gd name="connsiteY22" fmla="*/ 443515 h 662852"/>
              <a:gd name="connsiteX23" fmla="*/ 164562 w 533820"/>
              <a:gd name="connsiteY23" fmla="*/ 443515 h 662852"/>
              <a:gd name="connsiteX24" fmla="*/ 164562 w 533820"/>
              <a:gd name="connsiteY24" fmla="*/ 417519 h 662852"/>
              <a:gd name="connsiteX25" fmla="*/ 178148 w 533820"/>
              <a:gd name="connsiteY25" fmla="*/ 287537 h 662852"/>
              <a:gd name="connsiteX26" fmla="*/ 421685 w 533820"/>
              <a:gd name="connsiteY26" fmla="*/ 255335 h 662852"/>
              <a:gd name="connsiteX27" fmla="*/ 347576 w 533820"/>
              <a:gd name="connsiteY27" fmla="*/ 285048 h 662852"/>
              <a:gd name="connsiteX28" fmla="*/ 362398 w 533820"/>
              <a:gd name="connsiteY28" fmla="*/ 417518 h 662852"/>
              <a:gd name="connsiteX29" fmla="*/ 362398 w 533820"/>
              <a:gd name="connsiteY29" fmla="*/ 443516 h 662852"/>
              <a:gd name="connsiteX30" fmla="*/ 490853 w 533820"/>
              <a:gd name="connsiteY30" fmla="*/ 443516 h 662852"/>
              <a:gd name="connsiteX31" fmla="*/ 492088 w 533820"/>
              <a:gd name="connsiteY31" fmla="*/ 417518 h 662852"/>
              <a:gd name="connsiteX32" fmla="*/ 421685 w 533820"/>
              <a:gd name="connsiteY32" fmla="*/ 255335 h 662852"/>
              <a:gd name="connsiteX33" fmla="*/ 503981 w 533820"/>
              <a:gd name="connsiteY33" fmla="*/ 239134 h 662852"/>
              <a:gd name="connsiteX34" fmla="*/ 498318 w 533820"/>
              <a:gd name="connsiteY34" fmla="*/ 249104 h 662852"/>
              <a:gd name="connsiteX35" fmla="*/ 510776 w 533820"/>
              <a:gd name="connsiteY35" fmla="*/ 249104 h 662852"/>
              <a:gd name="connsiteX36" fmla="*/ 413604 w 533820"/>
              <a:gd name="connsiteY36" fmla="*/ 153144 h 662852"/>
              <a:gd name="connsiteX37" fmla="*/ 278367 w 533820"/>
              <a:gd name="connsiteY37" fmla="*/ 202540 h 662852"/>
              <a:gd name="connsiteX38" fmla="*/ 258516 w 533820"/>
              <a:gd name="connsiteY38" fmla="*/ 206245 h 662852"/>
              <a:gd name="connsiteX39" fmla="*/ 238664 w 533820"/>
              <a:gd name="connsiteY39" fmla="*/ 202540 h 662852"/>
              <a:gd name="connsiteX40" fmla="*/ 109631 w 533820"/>
              <a:gd name="connsiteY40" fmla="*/ 154379 h 662852"/>
              <a:gd name="connsiteX41" fmla="*/ 109631 w 533820"/>
              <a:gd name="connsiteY41" fmla="*/ 238352 h 662852"/>
              <a:gd name="connsiteX42" fmla="*/ 215091 w 533820"/>
              <a:gd name="connsiteY42" fmla="*/ 280339 h 662852"/>
              <a:gd name="connsiteX43" fmla="*/ 254794 w 533820"/>
              <a:gd name="connsiteY43" fmla="*/ 288983 h 662852"/>
              <a:gd name="connsiteX44" fmla="*/ 303181 w 533820"/>
              <a:gd name="connsiteY44" fmla="*/ 280339 h 662852"/>
              <a:gd name="connsiteX45" fmla="*/ 413604 w 533820"/>
              <a:gd name="connsiteY45" fmla="*/ 235882 h 662852"/>
              <a:gd name="connsiteX46" fmla="*/ 258503 w 533820"/>
              <a:gd name="connsiteY46" fmla="*/ 68397 h 662852"/>
              <a:gd name="connsiteX47" fmla="*/ 268361 w 533820"/>
              <a:gd name="connsiteY47" fmla="*/ 76968 h 662852"/>
              <a:gd name="connsiteX48" fmla="*/ 258503 w 533820"/>
              <a:gd name="connsiteY48" fmla="*/ 86763 h 662852"/>
              <a:gd name="connsiteX49" fmla="*/ 221535 w 533820"/>
              <a:gd name="connsiteY49" fmla="*/ 102679 h 662852"/>
              <a:gd name="connsiteX50" fmla="*/ 258503 w 533820"/>
              <a:gd name="connsiteY50" fmla="*/ 118596 h 662852"/>
              <a:gd name="connsiteX51" fmla="*/ 295470 w 533820"/>
              <a:gd name="connsiteY51" fmla="*/ 102679 h 662852"/>
              <a:gd name="connsiteX52" fmla="*/ 304096 w 533820"/>
              <a:gd name="connsiteY52" fmla="*/ 92884 h 662852"/>
              <a:gd name="connsiteX53" fmla="*/ 315186 w 533820"/>
              <a:gd name="connsiteY53" fmla="*/ 102679 h 662852"/>
              <a:gd name="connsiteX54" fmla="*/ 258503 w 533820"/>
              <a:gd name="connsiteY54" fmla="*/ 138186 h 662852"/>
              <a:gd name="connsiteX55" fmla="*/ 201819 w 533820"/>
              <a:gd name="connsiteY55" fmla="*/ 102679 h 662852"/>
              <a:gd name="connsiteX56" fmla="*/ 258503 w 533820"/>
              <a:gd name="connsiteY56" fmla="*/ 68397 h 662852"/>
              <a:gd name="connsiteX57" fmla="*/ 244832 w 533820"/>
              <a:gd name="connsiteY57" fmla="*/ 21022 h 662852"/>
              <a:gd name="connsiteX58" fmla="*/ 22425 w 533820"/>
              <a:gd name="connsiteY58" fmla="*/ 98953 h 662852"/>
              <a:gd name="connsiteX59" fmla="*/ 103187 w 533820"/>
              <a:gd name="connsiteY59" fmla="*/ 129878 h 662852"/>
              <a:gd name="connsiteX60" fmla="*/ 246074 w 533820"/>
              <a:gd name="connsiteY60" fmla="*/ 183069 h 662852"/>
              <a:gd name="connsiteX61" fmla="*/ 270924 w 533820"/>
              <a:gd name="connsiteY61" fmla="*/ 183069 h 662852"/>
              <a:gd name="connsiteX62" fmla="*/ 492088 w 533820"/>
              <a:gd name="connsiteY62" fmla="*/ 100190 h 662852"/>
              <a:gd name="connsiteX63" fmla="*/ 272166 w 533820"/>
              <a:gd name="connsiteY63" fmla="*/ 21022 h 662852"/>
              <a:gd name="connsiteX64" fmla="*/ 244832 w 533820"/>
              <a:gd name="connsiteY64" fmla="*/ 21022 h 662852"/>
              <a:gd name="connsiteX65" fmla="*/ 258521 w 533820"/>
              <a:gd name="connsiteY65" fmla="*/ 14 h 662852"/>
              <a:gd name="connsiteX66" fmla="*/ 279650 w 533820"/>
              <a:gd name="connsiteY66" fmla="*/ 4834 h 662852"/>
              <a:gd name="connsiteX67" fmla="*/ 502127 w 533820"/>
              <a:gd name="connsiteY67" fmla="*/ 84443 h 662852"/>
              <a:gd name="connsiteX68" fmla="*/ 513313 w 533820"/>
              <a:gd name="connsiteY68" fmla="*/ 101857 h 662852"/>
              <a:gd name="connsiteX69" fmla="*/ 513313 w 533820"/>
              <a:gd name="connsiteY69" fmla="*/ 103101 h 662852"/>
              <a:gd name="connsiteX70" fmla="*/ 513313 w 533820"/>
              <a:gd name="connsiteY70" fmla="*/ 216295 h 662852"/>
              <a:gd name="connsiteX71" fmla="*/ 531956 w 533820"/>
              <a:gd name="connsiteY71" fmla="*/ 247392 h 662852"/>
              <a:gd name="connsiteX72" fmla="*/ 531956 w 533820"/>
              <a:gd name="connsiteY72" fmla="*/ 262319 h 662852"/>
              <a:gd name="connsiteX73" fmla="*/ 519527 w 533820"/>
              <a:gd name="connsiteY73" fmla="*/ 269783 h 662852"/>
              <a:gd name="connsiteX74" fmla="*/ 487212 w 533820"/>
              <a:gd name="connsiteY74" fmla="*/ 269783 h 662852"/>
              <a:gd name="connsiteX75" fmla="*/ 474783 w 533820"/>
              <a:gd name="connsiteY75" fmla="*/ 262319 h 662852"/>
              <a:gd name="connsiteX76" fmla="*/ 474783 w 533820"/>
              <a:gd name="connsiteY76" fmla="*/ 247392 h 662852"/>
              <a:gd name="connsiteX77" fmla="*/ 493427 w 533820"/>
              <a:gd name="connsiteY77" fmla="*/ 216295 h 662852"/>
              <a:gd name="connsiteX78" fmla="*/ 493427 w 533820"/>
              <a:gd name="connsiteY78" fmla="*/ 123003 h 662852"/>
              <a:gd name="connsiteX79" fmla="*/ 433768 w 533820"/>
              <a:gd name="connsiteY79" fmla="*/ 144150 h 662852"/>
              <a:gd name="connsiteX80" fmla="*/ 433768 w 533820"/>
              <a:gd name="connsiteY80" fmla="*/ 238685 h 662852"/>
              <a:gd name="connsiteX81" fmla="*/ 510827 w 533820"/>
              <a:gd name="connsiteY81" fmla="*/ 417806 h 662852"/>
              <a:gd name="connsiteX82" fmla="*/ 509584 w 533820"/>
              <a:gd name="connsiteY82" fmla="*/ 455122 h 662852"/>
              <a:gd name="connsiteX83" fmla="*/ 263492 w 533820"/>
              <a:gd name="connsiteY83" fmla="*/ 662852 h 662852"/>
              <a:gd name="connsiteX84" fmla="*/ 17400 w 533820"/>
              <a:gd name="connsiteY84" fmla="*/ 455122 h 662852"/>
              <a:gd name="connsiteX85" fmla="*/ 14915 w 533820"/>
              <a:gd name="connsiteY85" fmla="*/ 417806 h 662852"/>
              <a:gd name="connsiteX86" fmla="*/ 89488 w 533820"/>
              <a:gd name="connsiteY86" fmla="*/ 241173 h 662852"/>
              <a:gd name="connsiteX87" fmla="*/ 89488 w 533820"/>
              <a:gd name="connsiteY87" fmla="*/ 146637 h 662852"/>
              <a:gd name="connsiteX88" fmla="*/ 11186 w 533820"/>
              <a:gd name="connsiteY88" fmla="*/ 116784 h 662852"/>
              <a:gd name="connsiteX89" fmla="*/ 0 w 533820"/>
              <a:gd name="connsiteY89" fmla="*/ 100613 h 662852"/>
              <a:gd name="connsiteX90" fmla="*/ 11186 w 533820"/>
              <a:gd name="connsiteY90" fmla="*/ 83199 h 662852"/>
              <a:gd name="connsiteX91" fmla="*/ 237392 w 533820"/>
              <a:gd name="connsiteY91" fmla="*/ 3590 h 662852"/>
              <a:gd name="connsiteX92" fmla="*/ 258521 w 533820"/>
              <a:gd name="connsiteY92" fmla="*/ 14 h 662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33820" h="662852">
                <a:moveTo>
                  <a:pt x="360904" y="463455"/>
                </a:moveTo>
                <a:cubicBezTo>
                  <a:pt x="355955" y="541415"/>
                  <a:pt x="334922" y="607000"/>
                  <a:pt x="306465" y="639173"/>
                </a:cubicBezTo>
                <a:cubicBezTo>
                  <a:pt x="396785" y="623086"/>
                  <a:pt x="469783" y="552552"/>
                  <a:pt x="487105" y="463455"/>
                </a:cubicBezTo>
                <a:close/>
                <a:moveTo>
                  <a:pt x="185623" y="463455"/>
                </a:moveTo>
                <a:cubicBezTo>
                  <a:pt x="193038" y="555044"/>
                  <a:pt x="223934" y="644158"/>
                  <a:pt x="263480" y="644158"/>
                </a:cubicBezTo>
                <a:cubicBezTo>
                  <a:pt x="303026" y="644158"/>
                  <a:pt x="332686" y="555044"/>
                  <a:pt x="340101" y="463455"/>
                </a:cubicBezTo>
                <a:close/>
                <a:moveTo>
                  <a:pt x="39865" y="463455"/>
                </a:moveTo>
                <a:cubicBezTo>
                  <a:pt x="57186" y="552552"/>
                  <a:pt x="128943" y="623086"/>
                  <a:pt x="219259" y="639173"/>
                </a:cubicBezTo>
                <a:cubicBezTo>
                  <a:pt x="190803" y="607000"/>
                  <a:pt x="171008" y="541415"/>
                  <a:pt x="166059" y="463455"/>
                </a:cubicBezTo>
                <a:close/>
                <a:moveTo>
                  <a:pt x="328996" y="291475"/>
                </a:moveTo>
                <a:lnTo>
                  <a:pt x="309219" y="298892"/>
                </a:lnTo>
                <a:cubicBezTo>
                  <a:pt x="291914" y="306308"/>
                  <a:pt x="274610" y="310017"/>
                  <a:pt x="258541" y="310017"/>
                </a:cubicBezTo>
                <a:cubicBezTo>
                  <a:pt x="256069" y="310017"/>
                  <a:pt x="256069" y="310017"/>
                  <a:pt x="254833" y="310017"/>
                </a:cubicBezTo>
                <a:cubicBezTo>
                  <a:pt x="240000" y="308781"/>
                  <a:pt x="223931" y="306308"/>
                  <a:pt x="207862" y="298892"/>
                </a:cubicBezTo>
                <a:lnTo>
                  <a:pt x="197974" y="295183"/>
                </a:lnTo>
                <a:cubicBezTo>
                  <a:pt x="188085" y="332266"/>
                  <a:pt x="184377" y="373058"/>
                  <a:pt x="184377" y="417557"/>
                </a:cubicBezTo>
                <a:cubicBezTo>
                  <a:pt x="184377" y="426210"/>
                  <a:pt x="184377" y="433626"/>
                  <a:pt x="184377" y="443515"/>
                </a:cubicBezTo>
                <a:lnTo>
                  <a:pt x="342593" y="443515"/>
                </a:lnTo>
                <a:cubicBezTo>
                  <a:pt x="342593" y="433626"/>
                  <a:pt x="342593" y="426210"/>
                  <a:pt x="342593" y="417557"/>
                </a:cubicBezTo>
                <a:cubicBezTo>
                  <a:pt x="342593" y="371822"/>
                  <a:pt x="337649" y="328558"/>
                  <a:pt x="328996" y="291475"/>
                </a:cubicBezTo>
                <a:close/>
                <a:moveTo>
                  <a:pt x="101575" y="257827"/>
                </a:moveTo>
                <a:cubicBezTo>
                  <a:pt x="58348" y="299917"/>
                  <a:pt x="34882" y="356861"/>
                  <a:pt x="34882" y="417519"/>
                </a:cubicBezTo>
                <a:cubicBezTo>
                  <a:pt x="34882" y="426184"/>
                  <a:pt x="36117" y="434850"/>
                  <a:pt x="36117" y="443515"/>
                </a:cubicBezTo>
                <a:lnTo>
                  <a:pt x="164562" y="443515"/>
                </a:lnTo>
                <a:cubicBezTo>
                  <a:pt x="164562" y="434850"/>
                  <a:pt x="164562" y="426184"/>
                  <a:pt x="164562" y="417519"/>
                </a:cubicBezTo>
                <a:cubicBezTo>
                  <a:pt x="164562" y="370478"/>
                  <a:pt x="168268" y="325913"/>
                  <a:pt x="178148" y="287537"/>
                </a:cubicBezTo>
                <a:close/>
                <a:moveTo>
                  <a:pt x="421685" y="255335"/>
                </a:moveTo>
                <a:lnTo>
                  <a:pt x="347576" y="285048"/>
                </a:lnTo>
                <a:cubicBezTo>
                  <a:pt x="357457" y="324665"/>
                  <a:pt x="362398" y="369234"/>
                  <a:pt x="362398" y="417518"/>
                </a:cubicBezTo>
                <a:cubicBezTo>
                  <a:pt x="362398" y="426184"/>
                  <a:pt x="362398" y="434850"/>
                  <a:pt x="362398" y="443516"/>
                </a:cubicBezTo>
                <a:lnTo>
                  <a:pt x="490853" y="443516"/>
                </a:lnTo>
                <a:cubicBezTo>
                  <a:pt x="490853" y="434850"/>
                  <a:pt x="492088" y="426184"/>
                  <a:pt x="492088" y="417518"/>
                </a:cubicBezTo>
                <a:cubicBezTo>
                  <a:pt x="492088" y="355616"/>
                  <a:pt x="466150" y="297428"/>
                  <a:pt x="421685" y="255335"/>
                </a:cubicBezTo>
                <a:close/>
                <a:moveTo>
                  <a:pt x="503981" y="239134"/>
                </a:moveTo>
                <a:lnTo>
                  <a:pt x="498318" y="249104"/>
                </a:lnTo>
                <a:lnTo>
                  <a:pt x="510776" y="249104"/>
                </a:lnTo>
                <a:close/>
                <a:moveTo>
                  <a:pt x="413604" y="153144"/>
                </a:moveTo>
                <a:lnTo>
                  <a:pt x="278367" y="202540"/>
                </a:lnTo>
                <a:cubicBezTo>
                  <a:pt x="272163" y="205010"/>
                  <a:pt x="264719" y="206245"/>
                  <a:pt x="258516" y="206245"/>
                </a:cubicBezTo>
                <a:cubicBezTo>
                  <a:pt x="252312" y="206245"/>
                  <a:pt x="244868" y="205010"/>
                  <a:pt x="238664" y="202540"/>
                </a:cubicBezTo>
                <a:lnTo>
                  <a:pt x="109631" y="154379"/>
                </a:lnTo>
                <a:lnTo>
                  <a:pt x="109631" y="238352"/>
                </a:lnTo>
                <a:lnTo>
                  <a:pt x="215091" y="280339"/>
                </a:lnTo>
                <a:cubicBezTo>
                  <a:pt x="228739" y="286513"/>
                  <a:pt x="242387" y="288983"/>
                  <a:pt x="254794" y="288983"/>
                </a:cubicBezTo>
                <a:cubicBezTo>
                  <a:pt x="269682" y="290218"/>
                  <a:pt x="285811" y="286513"/>
                  <a:pt x="303181" y="280339"/>
                </a:cubicBezTo>
                <a:lnTo>
                  <a:pt x="413604" y="235882"/>
                </a:lnTo>
                <a:close/>
                <a:moveTo>
                  <a:pt x="258503" y="68397"/>
                </a:moveTo>
                <a:cubicBezTo>
                  <a:pt x="263431" y="68397"/>
                  <a:pt x="268361" y="72070"/>
                  <a:pt x="268361" y="76968"/>
                </a:cubicBezTo>
                <a:cubicBezTo>
                  <a:pt x="268361" y="83090"/>
                  <a:pt x="263431" y="86763"/>
                  <a:pt x="258503" y="86763"/>
                </a:cubicBezTo>
                <a:cubicBezTo>
                  <a:pt x="236322" y="86763"/>
                  <a:pt x="221535" y="96558"/>
                  <a:pt x="221535" y="102679"/>
                </a:cubicBezTo>
                <a:cubicBezTo>
                  <a:pt x="221535" y="110026"/>
                  <a:pt x="236322" y="118596"/>
                  <a:pt x="258503" y="118596"/>
                </a:cubicBezTo>
                <a:cubicBezTo>
                  <a:pt x="280683" y="118596"/>
                  <a:pt x="295470" y="110026"/>
                  <a:pt x="295470" y="102679"/>
                </a:cubicBezTo>
                <a:cubicBezTo>
                  <a:pt x="295470" y="97782"/>
                  <a:pt x="299167" y="92884"/>
                  <a:pt x="304096" y="92884"/>
                </a:cubicBezTo>
                <a:cubicBezTo>
                  <a:pt x="310257" y="92884"/>
                  <a:pt x="315186" y="97782"/>
                  <a:pt x="315186" y="102679"/>
                </a:cubicBezTo>
                <a:cubicBezTo>
                  <a:pt x="315186" y="123494"/>
                  <a:pt x="290541" y="138186"/>
                  <a:pt x="258503" y="138186"/>
                </a:cubicBezTo>
                <a:cubicBezTo>
                  <a:pt x="226464" y="138186"/>
                  <a:pt x="201819" y="123494"/>
                  <a:pt x="201819" y="102679"/>
                </a:cubicBezTo>
                <a:cubicBezTo>
                  <a:pt x="201819" y="83090"/>
                  <a:pt x="226464" y="68397"/>
                  <a:pt x="258503" y="68397"/>
                </a:cubicBezTo>
                <a:close/>
                <a:moveTo>
                  <a:pt x="244832" y="21022"/>
                </a:moveTo>
                <a:lnTo>
                  <a:pt x="22425" y="98953"/>
                </a:lnTo>
                <a:lnTo>
                  <a:pt x="103187" y="129878"/>
                </a:lnTo>
                <a:lnTo>
                  <a:pt x="246074" y="183069"/>
                </a:lnTo>
                <a:cubicBezTo>
                  <a:pt x="254772" y="185543"/>
                  <a:pt x="262226" y="185543"/>
                  <a:pt x="270924" y="183069"/>
                </a:cubicBezTo>
                <a:lnTo>
                  <a:pt x="492088" y="100190"/>
                </a:lnTo>
                <a:lnTo>
                  <a:pt x="272166" y="21022"/>
                </a:lnTo>
                <a:cubicBezTo>
                  <a:pt x="263469" y="17311"/>
                  <a:pt x="253529" y="17311"/>
                  <a:pt x="244832" y="21022"/>
                </a:cubicBezTo>
                <a:close/>
                <a:moveTo>
                  <a:pt x="258521" y="14"/>
                </a:moveTo>
                <a:cubicBezTo>
                  <a:pt x="265667" y="169"/>
                  <a:pt x="272814" y="1724"/>
                  <a:pt x="279650" y="4834"/>
                </a:cubicBezTo>
                <a:lnTo>
                  <a:pt x="502127" y="84443"/>
                </a:lnTo>
                <a:cubicBezTo>
                  <a:pt x="509584" y="88174"/>
                  <a:pt x="513313" y="95638"/>
                  <a:pt x="513313" y="101857"/>
                </a:cubicBezTo>
                <a:lnTo>
                  <a:pt x="513313" y="103101"/>
                </a:lnTo>
                <a:lnTo>
                  <a:pt x="513313" y="216295"/>
                </a:lnTo>
                <a:lnTo>
                  <a:pt x="531956" y="247392"/>
                </a:lnTo>
                <a:cubicBezTo>
                  <a:pt x="534442" y="252368"/>
                  <a:pt x="534442" y="257344"/>
                  <a:pt x="531956" y="262319"/>
                </a:cubicBezTo>
                <a:cubicBezTo>
                  <a:pt x="529470" y="267295"/>
                  <a:pt x="524499" y="269783"/>
                  <a:pt x="519527" y="269783"/>
                </a:cubicBezTo>
                <a:lnTo>
                  <a:pt x="487212" y="269783"/>
                </a:lnTo>
                <a:cubicBezTo>
                  <a:pt x="482241" y="269783"/>
                  <a:pt x="477269" y="267295"/>
                  <a:pt x="474783" y="262319"/>
                </a:cubicBezTo>
                <a:cubicBezTo>
                  <a:pt x="472297" y="257344"/>
                  <a:pt x="472297" y="252368"/>
                  <a:pt x="474783" y="247392"/>
                </a:cubicBezTo>
                <a:lnTo>
                  <a:pt x="493427" y="216295"/>
                </a:lnTo>
                <a:lnTo>
                  <a:pt x="493427" y="123003"/>
                </a:lnTo>
                <a:lnTo>
                  <a:pt x="433768" y="144150"/>
                </a:lnTo>
                <a:lnTo>
                  <a:pt x="433768" y="238685"/>
                </a:lnTo>
                <a:cubicBezTo>
                  <a:pt x="483483" y="284709"/>
                  <a:pt x="510827" y="349392"/>
                  <a:pt x="510827" y="417806"/>
                </a:cubicBezTo>
                <a:cubicBezTo>
                  <a:pt x="510827" y="430245"/>
                  <a:pt x="510827" y="442683"/>
                  <a:pt x="509584" y="455122"/>
                </a:cubicBezTo>
                <a:cubicBezTo>
                  <a:pt x="490941" y="573292"/>
                  <a:pt x="387781" y="662852"/>
                  <a:pt x="263492" y="662852"/>
                </a:cubicBezTo>
                <a:cubicBezTo>
                  <a:pt x="139203" y="662852"/>
                  <a:pt x="36044" y="573292"/>
                  <a:pt x="17400" y="455122"/>
                </a:cubicBezTo>
                <a:cubicBezTo>
                  <a:pt x="16158" y="442683"/>
                  <a:pt x="14915" y="430245"/>
                  <a:pt x="14915" y="417806"/>
                </a:cubicBezTo>
                <a:cubicBezTo>
                  <a:pt x="14915" y="350636"/>
                  <a:pt x="41015" y="289685"/>
                  <a:pt x="89488" y="241173"/>
                </a:cubicBezTo>
                <a:lnTo>
                  <a:pt x="89488" y="146637"/>
                </a:lnTo>
                <a:lnTo>
                  <a:pt x="11186" y="116784"/>
                </a:lnTo>
                <a:cubicBezTo>
                  <a:pt x="3729" y="114296"/>
                  <a:pt x="0" y="108077"/>
                  <a:pt x="0" y="100613"/>
                </a:cubicBezTo>
                <a:cubicBezTo>
                  <a:pt x="0" y="93150"/>
                  <a:pt x="3729" y="86931"/>
                  <a:pt x="11186" y="83199"/>
                </a:cubicBezTo>
                <a:lnTo>
                  <a:pt x="237392" y="3590"/>
                </a:lnTo>
                <a:cubicBezTo>
                  <a:pt x="244228" y="1102"/>
                  <a:pt x="251374" y="-142"/>
                  <a:pt x="258521" y="14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E07FE7D4-0ED6-AE4D-A9F5-AF2E85E5CDDD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0CEEF2A8-9C09-7B43-88B4-D096E19C0259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00FEA5C9-52AA-C447-A493-F8917C74220E}"/>
              </a:ext>
            </a:extLst>
          </p:cNvPr>
          <p:cNvSpPr txBox="1"/>
          <p:nvPr/>
        </p:nvSpPr>
        <p:spPr>
          <a:xfrm>
            <a:off x="4558096" y="3404501"/>
            <a:ext cx="5829912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325" name="TextBox 324">
            <a:extLst>
              <a:ext uri="{FF2B5EF4-FFF2-40B4-BE49-F238E27FC236}">
                <a16:creationId xmlns:a16="http://schemas.microsoft.com/office/drawing/2014/main" id="{EC2A13B7-B610-714D-80A9-578005584208}"/>
              </a:ext>
            </a:extLst>
          </p:cNvPr>
          <p:cNvSpPr txBox="1"/>
          <p:nvPr/>
        </p:nvSpPr>
        <p:spPr>
          <a:xfrm>
            <a:off x="4558096" y="4053944"/>
            <a:ext cx="5829913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26" name="TextBox 325">
            <a:extLst>
              <a:ext uri="{FF2B5EF4-FFF2-40B4-BE49-F238E27FC236}">
                <a16:creationId xmlns:a16="http://schemas.microsoft.com/office/drawing/2014/main" id="{AFFA0EAF-DFF0-D64B-A802-DAE759BEA9C6}"/>
              </a:ext>
            </a:extLst>
          </p:cNvPr>
          <p:cNvSpPr txBox="1"/>
          <p:nvPr/>
        </p:nvSpPr>
        <p:spPr>
          <a:xfrm>
            <a:off x="15603392" y="3403472"/>
            <a:ext cx="5829912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AA54F509-F0C4-DD48-A72E-508E3D147627}"/>
              </a:ext>
            </a:extLst>
          </p:cNvPr>
          <p:cNvSpPr txBox="1"/>
          <p:nvPr/>
        </p:nvSpPr>
        <p:spPr>
          <a:xfrm>
            <a:off x="15592758" y="4053944"/>
            <a:ext cx="5829913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1498992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9" name="Group 528">
            <a:extLst>
              <a:ext uri="{FF2B5EF4-FFF2-40B4-BE49-F238E27FC236}">
                <a16:creationId xmlns:a16="http://schemas.microsoft.com/office/drawing/2014/main" id="{8D6565E8-3019-D34F-A30E-5D71A90D650B}"/>
              </a:ext>
            </a:extLst>
          </p:cNvPr>
          <p:cNvGrpSpPr/>
          <p:nvPr/>
        </p:nvGrpSpPr>
        <p:grpSpPr>
          <a:xfrm>
            <a:off x="11139873" y="4907651"/>
            <a:ext cx="11730375" cy="6450483"/>
            <a:chOff x="11139873" y="4907651"/>
            <a:chExt cx="11730375" cy="645048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37EC85E-5E04-D94C-87D9-F4E976C9EA6F}"/>
                </a:ext>
              </a:extLst>
            </p:cNvPr>
            <p:cNvGrpSpPr/>
            <p:nvPr/>
          </p:nvGrpSpPr>
          <p:grpSpPr>
            <a:xfrm>
              <a:off x="11139873" y="4907651"/>
              <a:ext cx="11730375" cy="6450483"/>
              <a:chOff x="11139873" y="4907651"/>
              <a:chExt cx="11730375" cy="6450483"/>
            </a:xfrm>
          </p:grpSpPr>
          <p:sp>
            <p:nvSpPr>
              <p:cNvPr id="4" name="Freeform 3">
                <a:extLst>
                  <a:ext uri="{FF2B5EF4-FFF2-40B4-BE49-F238E27FC236}">
                    <a16:creationId xmlns:a16="http://schemas.microsoft.com/office/drawing/2014/main" id="{62A29B2F-BE4E-1342-91B5-241C7ED784F9}"/>
                  </a:ext>
                </a:extLst>
              </p:cNvPr>
              <p:cNvSpPr/>
              <p:nvPr/>
            </p:nvSpPr>
            <p:spPr>
              <a:xfrm>
                <a:off x="11146099" y="4915128"/>
                <a:ext cx="11717917" cy="64367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407" h="5166">
                    <a:moveTo>
                      <a:pt x="9407" y="5166"/>
                    </a:moveTo>
                    <a:lnTo>
                      <a:pt x="0" y="5166"/>
                    </a:lnTo>
                    <a:lnTo>
                      <a:pt x="0" y="0"/>
                    </a:lnTo>
                    <a:lnTo>
                      <a:pt x="9407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4C579FCD-FEEF-E944-9AFC-322EDE64CE85}"/>
                  </a:ext>
                </a:extLst>
              </p:cNvPr>
              <p:cNvSpPr/>
              <p:nvPr/>
            </p:nvSpPr>
            <p:spPr>
              <a:xfrm>
                <a:off x="11139873" y="4907651"/>
                <a:ext cx="11730375" cy="6450483"/>
              </a:xfrm>
              <a:custGeom>
                <a:avLst/>
                <a:gdLst>
                  <a:gd name="connsiteX0" fmla="*/ 13704 w 11730375"/>
                  <a:gd name="connsiteY0" fmla="*/ 14955 h 6450483"/>
                  <a:gd name="connsiteX1" fmla="*/ 13704 w 11730375"/>
                  <a:gd name="connsiteY1" fmla="*/ 6436771 h 6450483"/>
                  <a:gd name="connsiteX2" fmla="*/ 11716671 w 11730375"/>
                  <a:gd name="connsiteY2" fmla="*/ 6436771 h 6450483"/>
                  <a:gd name="connsiteX3" fmla="*/ 11716671 w 11730375"/>
                  <a:gd name="connsiteY3" fmla="*/ 14955 h 6450483"/>
                  <a:gd name="connsiteX4" fmla="*/ 6228 w 11730375"/>
                  <a:gd name="connsiteY4" fmla="*/ 0 h 6450483"/>
                  <a:gd name="connsiteX5" fmla="*/ 11724147 w 11730375"/>
                  <a:gd name="connsiteY5" fmla="*/ 0 h 6450483"/>
                  <a:gd name="connsiteX6" fmla="*/ 11730375 w 11730375"/>
                  <a:gd name="connsiteY6" fmla="*/ 7476 h 6450483"/>
                  <a:gd name="connsiteX7" fmla="*/ 11730375 w 11730375"/>
                  <a:gd name="connsiteY7" fmla="*/ 6444253 h 6450483"/>
                  <a:gd name="connsiteX8" fmla="*/ 11724147 w 11730375"/>
                  <a:gd name="connsiteY8" fmla="*/ 6450483 h 6450483"/>
                  <a:gd name="connsiteX9" fmla="*/ 6228 w 11730375"/>
                  <a:gd name="connsiteY9" fmla="*/ 6450483 h 6450483"/>
                  <a:gd name="connsiteX10" fmla="*/ 0 w 11730375"/>
                  <a:gd name="connsiteY10" fmla="*/ 6444253 h 6450483"/>
                  <a:gd name="connsiteX11" fmla="*/ 0 w 11730375"/>
                  <a:gd name="connsiteY11" fmla="*/ 7476 h 6450483"/>
                  <a:gd name="connsiteX12" fmla="*/ 6228 w 11730375"/>
                  <a:gd name="connsiteY12" fmla="*/ 0 h 6450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730375" h="6450483">
                    <a:moveTo>
                      <a:pt x="13704" y="14955"/>
                    </a:moveTo>
                    <a:lnTo>
                      <a:pt x="13704" y="6436771"/>
                    </a:lnTo>
                    <a:lnTo>
                      <a:pt x="11716671" y="6436771"/>
                    </a:lnTo>
                    <a:lnTo>
                      <a:pt x="11716671" y="14955"/>
                    </a:lnTo>
                    <a:close/>
                    <a:moveTo>
                      <a:pt x="6228" y="0"/>
                    </a:moveTo>
                    <a:lnTo>
                      <a:pt x="11724147" y="0"/>
                    </a:lnTo>
                    <a:cubicBezTo>
                      <a:pt x="11727883" y="0"/>
                      <a:pt x="11730375" y="3738"/>
                      <a:pt x="11730375" y="7476"/>
                    </a:cubicBezTo>
                    <a:lnTo>
                      <a:pt x="11730375" y="6444253"/>
                    </a:lnTo>
                    <a:cubicBezTo>
                      <a:pt x="11730375" y="6447991"/>
                      <a:pt x="11727883" y="6450483"/>
                      <a:pt x="11724147" y="6450483"/>
                    </a:cubicBezTo>
                    <a:lnTo>
                      <a:pt x="6228" y="6450483"/>
                    </a:lnTo>
                    <a:cubicBezTo>
                      <a:pt x="2491" y="6450483"/>
                      <a:pt x="0" y="6447991"/>
                      <a:pt x="0" y="6444253"/>
                    </a:cubicBezTo>
                    <a:lnTo>
                      <a:pt x="0" y="7476"/>
                    </a:lnTo>
                    <a:cubicBezTo>
                      <a:pt x="0" y="3738"/>
                      <a:pt x="2491" y="0"/>
                      <a:pt x="62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429977A-76AE-1848-BDB6-CB60C85F6C8A}"/>
                </a:ext>
              </a:extLst>
            </p:cNvPr>
            <p:cNvGrpSpPr/>
            <p:nvPr/>
          </p:nvGrpSpPr>
          <p:grpSpPr>
            <a:xfrm>
              <a:off x="11401489" y="5230424"/>
              <a:ext cx="11240778" cy="5902142"/>
              <a:chOff x="11401489" y="5230424"/>
              <a:chExt cx="11240778" cy="5902142"/>
            </a:xfrm>
          </p:grpSpPr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5B205BF0-1914-4145-A17E-4ECD5CCF4D8A}"/>
                  </a:ext>
                </a:extLst>
              </p:cNvPr>
              <p:cNvSpPr/>
              <p:nvPr/>
            </p:nvSpPr>
            <p:spPr>
              <a:xfrm>
                <a:off x="11401489" y="5737284"/>
                <a:ext cx="221751" cy="235893"/>
              </a:xfrm>
              <a:custGeom>
                <a:avLst/>
                <a:gdLst>
                  <a:gd name="connsiteX0" fmla="*/ 178332 w 221751"/>
                  <a:gd name="connsiteY0" fmla="*/ 15311 h 235893"/>
                  <a:gd name="connsiteX1" fmla="*/ 165954 w 221751"/>
                  <a:gd name="connsiteY1" fmla="*/ 19028 h 235893"/>
                  <a:gd name="connsiteX2" fmla="*/ 23606 w 221751"/>
                  <a:gd name="connsiteY2" fmla="*/ 110700 h 235893"/>
                  <a:gd name="connsiteX3" fmla="*/ 13704 w 221751"/>
                  <a:gd name="connsiteY3" fmla="*/ 131759 h 235893"/>
                  <a:gd name="connsiteX4" fmla="*/ 24844 w 221751"/>
                  <a:gd name="connsiteY4" fmla="*/ 149103 h 235893"/>
                  <a:gd name="connsiteX5" fmla="*/ 174619 w 221751"/>
                  <a:gd name="connsiteY5" fmla="*/ 220954 h 235893"/>
                  <a:gd name="connsiteX6" fmla="*/ 196900 w 221751"/>
                  <a:gd name="connsiteY6" fmla="*/ 219715 h 235893"/>
                  <a:gd name="connsiteX7" fmla="*/ 206802 w 221751"/>
                  <a:gd name="connsiteY7" fmla="*/ 199894 h 235893"/>
                  <a:gd name="connsiteX8" fmla="*/ 199375 w 221751"/>
                  <a:gd name="connsiteY8" fmla="*/ 36371 h 235893"/>
                  <a:gd name="connsiteX9" fmla="*/ 186997 w 221751"/>
                  <a:gd name="connsiteY9" fmla="*/ 17789 h 235893"/>
                  <a:gd name="connsiteX10" fmla="*/ 178332 w 221751"/>
                  <a:gd name="connsiteY10" fmla="*/ 15311 h 235893"/>
                  <a:gd name="connsiteX11" fmla="*/ 176843 w 221751"/>
                  <a:gd name="connsiteY11" fmla="*/ 46 h 235893"/>
                  <a:gd name="connsiteX12" fmla="*/ 195736 w 221751"/>
                  <a:gd name="connsiteY12" fmla="*/ 4075 h 235893"/>
                  <a:gd name="connsiteX13" fmla="*/ 215557 w 221751"/>
                  <a:gd name="connsiteY13" fmla="*/ 35067 h 235893"/>
                  <a:gd name="connsiteX14" fmla="*/ 221751 w 221751"/>
                  <a:gd name="connsiteY14" fmla="*/ 198703 h 235893"/>
                  <a:gd name="connsiteX15" fmla="*/ 205646 w 221751"/>
                  <a:gd name="connsiteY15" fmla="*/ 229695 h 235893"/>
                  <a:gd name="connsiteX16" fmla="*/ 185825 w 221751"/>
                  <a:gd name="connsiteY16" fmla="*/ 235893 h 235893"/>
                  <a:gd name="connsiteX17" fmla="*/ 169720 w 221751"/>
                  <a:gd name="connsiteY17" fmla="*/ 233414 h 235893"/>
                  <a:gd name="connsiteX18" fmla="*/ 21060 w 221751"/>
                  <a:gd name="connsiteY18" fmla="*/ 161513 h 235893"/>
                  <a:gd name="connsiteX19" fmla="*/ 0 w 221751"/>
                  <a:gd name="connsiteY19" fmla="*/ 130521 h 235893"/>
                  <a:gd name="connsiteX20" fmla="*/ 17344 w 221751"/>
                  <a:gd name="connsiteY20" fmla="*/ 97050 h 235893"/>
                  <a:gd name="connsiteX21" fmla="*/ 159809 w 221751"/>
                  <a:gd name="connsiteY21" fmla="*/ 5315 h 235893"/>
                  <a:gd name="connsiteX22" fmla="*/ 176843 w 221751"/>
                  <a:gd name="connsiteY22" fmla="*/ 46 h 2358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21751" h="235893">
                    <a:moveTo>
                      <a:pt x="178332" y="15311"/>
                    </a:moveTo>
                    <a:cubicBezTo>
                      <a:pt x="173381" y="15311"/>
                      <a:pt x="169668" y="16550"/>
                      <a:pt x="165954" y="19028"/>
                    </a:cubicBezTo>
                    <a:lnTo>
                      <a:pt x="23606" y="110700"/>
                    </a:lnTo>
                    <a:cubicBezTo>
                      <a:pt x="16180" y="115655"/>
                      <a:pt x="12466" y="123088"/>
                      <a:pt x="13704" y="131759"/>
                    </a:cubicBezTo>
                    <a:cubicBezTo>
                      <a:pt x="13704" y="139192"/>
                      <a:pt x="18655" y="145386"/>
                      <a:pt x="24844" y="149103"/>
                    </a:cubicBezTo>
                    <a:lnTo>
                      <a:pt x="174619" y="220954"/>
                    </a:lnTo>
                    <a:cubicBezTo>
                      <a:pt x="180808" y="224670"/>
                      <a:pt x="189473" y="223431"/>
                      <a:pt x="196900" y="219715"/>
                    </a:cubicBezTo>
                    <a:cubicBezTo>
                      <a:pt x="203089" y="215998"/>
                      <a:pt x="206802" y="207327"/>
                      <a:pt x="206802" y="199894"/>
                    </a:cubicBezTo>
                    <a:lnTo>
                      <a:pt x="199375" y="36371"/>
                    </a:lnTo>
                    <a:cubicBezTo>
                      <a:pt x="199375" y="28938"/>
                      <a:pt x="194424" y="22744"/>
                      <a:pt x="186997" y="17789"/>
                    </a:cubicBezTo>
                    <a:cubicBezTo>
                      <a:pt x="184521" y="16550"/>
                      <a:pt x="180808" y="15311"/>
                      <a:pt x="178332" y="15311"/>
                    </a:cubicBezTo>
                    <a:close/>
                    <a:moveTo>
                      <a:pt x="176843" y="46"/>
                    </a:moveTo>
                    <a:cubicBezTo>
                      <a:pt x="183038" y="-264"/>
                      <a:pt x="189541" y="976"/>
                      <a:pt x="195736" y="4075"/>
                    </a:cubicBezTo>
                    <a:cubicBezTo>
                      <a:pt x="206885" y="10274"/>
                      <a:pt x="214318" y="21431"/>
                      <a:pt x="215557" y="35067"/>
                    </a:cubicBezTo>
                    <a:lnTo>
                      <a:pt x="221751" y="198703"/>
                    </a:lnTo>
                    <a:cubicBezTo>
                      <a:pt x="221751" y="211100"/>
                      <a:pt x="215557" y="223497"/>
                      <a:pt x="205646" y="229695"/>
                    </a:cubicBezTo>
                    <a:cubicBezTo>
                      <a:pt x="199452" y="234654"/>
                      <a:pt x="193258" y="235893"/>
                      <a:pt x="185825" y="235893"/>
                    </a:cubicBezTo>
                    <a:cubicBezTo>
                      <a:pt x="180870" y="235893"/>
                      <a:pt x="174675" y="235893"/>
                      <a:pt x="169720" y="233414"/>
                    </a:cubicBezTo>
                    <a:lnTo>
                      <a:pt x="21060" y="161513"/>
                    </a:lnTo>
                    <a:cubicBezTo>
                      <a:pt x="8672" y="155315"/>
                      <a:pt x="1239" y="144158"/>
                      <a:pt x="0" y="130521"/>
                    </a:cubicBezTo>
                    <a:cubicBezTo>
                      <a:pt x="0" y="116885"/>
                      <a:pt x="4955" y="105728"/>
                      <a:pt x="17344" y="97050"/>
                    </a:cubicBezTo>
                    <a:lnTo>
                      <a:pt x="159809" y="5315"/>
                    </a:lnTo>
                    <a:cubicBezTo>
                      <a:pt x="164765" y="2216"/>
                      <a:pt x="170649" y="356"/>
                      <a:pt x="176843" y="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9EFBB741-8FB7-FE40-B4B0-024C7961FE31}"/>
                  </a:ext>
                </a:extLst>
              </p:cNvPr>
              <p:cNvSpPr/>
              <p:nvPr/>
            </p:nvSpPr>
            <p:spPr>
              <a:xfrm>
                <a:off x="13145943" y="10372193"/>
                <a:ext cx="232125" cy="233219"/>
              </a:xfrm>
              <a:custGeom>
                <a:avLst/>
                <a:gdLst>
                  <a:gd name="connsiteX0" fmla="*/ 195380 w 232125"/>
                  <a:gd name="connsiteY0" fmla="*/ 13882 h 233219"/>
                  <a:gd name="connsiteX1" fmla="*/ 189190 w 232125"/>
                  <a:gd name="connsiteY1" fmla="*/ 15121 h 233219"/>
                  <a:gd name="connsiteX2" fmla="*/ 31939 w 232125"/>
                  <a:gd name="connsiteY2" fmla="*/ 55999 h 233219"/>
                  <a:gd name="connsiteX3" fmla="*/ 15842 w 232125"/>
                  <a:gd name="connsiteY3" fmla="*/ 70863 h 233219"/>
                  <a:gd name="connsiteX4" fmla="*/ 20795 w 232125"/>
                  <a:gd name="connsiteY4" fmla="*/ 91922 h 233219"/>
                  <a:gd name="connsiteX5" fmla="*/ 139662 w 232125"/>
                  <a:gd name="connsiteY5" fmla="*/ 213316 h 233219"/>
                  <a:gd name="connsiteX6" fmla="*/ 160711 w 232125"/>
                  <a:gd name="connsiteY6" fmla="*/ 218271 h 233219"/>
                  <a:gd name="connsiteX7" fmla="*/ 176808 w 232125"/>
                  <a:gd name="connsiteY7" fmla="*/ 202168 h 233219"/>
                  <a:gd name="connsiteX8" fmla="*/ 216430 w 232125"/>
                  <a:gd name="connsiteY8" fmla="*/ 42373 h 233219"/>
                  <a:gd name="connsiteX9" fmla="*/ 211477 w 232125"/>
                  <a:gd name="connsiteY9" fmla="*/ 21314 h 233219"/>
                  <a:gd name="connsiteX10" fmla="*/ 195380 w 232125"/>
                  <a:gd name="connsiteY10" fmla="*/ 13882 h 233219"/>
                  <a:gd name="connsiteX11" fmla="*/ 205041 w 232125"/>
                  <a:gd name="connsiteY11" fmla="*/ 1259 h 233219"/>
                  <a:gd name="connsiteX12" fmla="*/ 221459 w 232125"/>
                  <a:gd name="connsiteY12" fmla="*/ 11330 h 233219"/>
                  <a:gd name="connsiteX13" fmla="*/ 231372 w 232125"/>
                  <a:gd name="connsiteY13" fmla="*/ 46039 h 233219"/>
                  <a:gd name="connsiteX14" fmla="*/ 190481 w 232125"/>
                  <a:gd name="connsiteY14" fmla="*/ 205948 h 233219"/>
                  <a:gd name="connsiteX15" fmla="*/ 164459 w 232125"/>
                  <a:gd name="connsiteY15" fmla="*/ 233219 h 233219"/>
                  <a:gd name="connsiteX16" fmla="*/ 154546 w 232125"/>
                  <a:gd name="connsiteY16" fmla="*/ 233219 h 233219"/>
                  <a:gd name="connsiteX17" fmla="*/ 129763 w 232125"/>
                  <a:gd name="connsiteY17" fmla="*/ 223302 h 233219"/>
                  <a:gd name="connsiteX18" fmla="*/ 10807 w 232125"/>
                  <a:gd name="connsiteY18" fmla="*/ 103061 h 233219"/>
                  <a:gd name="connsiteX19" fmla="*/ 894 w 232125"/>
                  <a:gd name="connsiteY19" fmla="*/ 67112 h 233219"/>
                  <a:gd name="connsiteX20" fmla="*/ 28155 w 232125"/>
                  <a:gd name="connsiteY20" fmla="*/ 41081 h 233219"/>
                  <a:gd name="connsiteX21" fmla="*/ 186763 w 232125"/>
                  <a:gd name="connsiteY21" fmla="*/ 1414 h 233219"/>
                  <a:gd name="connsiteX22" fmla="*/ 205041 w 232125"/>
                  <a:gd name="connsiteY22" fmla="*/ 1259 h 2332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32125" h="233219">
                    <a:moveTo>
                      <a:pt x="195380" y="13882"/>
                    </a:moveTo>
                    <a:cubicBezTo>
                      <a:pt x="194142" y="13882"/>
                      <a:pt x="191666" y="13882"/>
                      <a:pt x="189190" y="15121"/>
                    </a:cubicBezTo>
                    <a:lnTo>
                      <a:pt x="31939" y="55999"/>
                    </a:lnTo>
                    <a:cubicBezTo>
                      <a:pt x="23271" y="57237"/>
                      <a:pt x="18319" y="63431"/>
                      <a:pt x="15842" y="70863"/>
                    </a:cubicBezTo>
                    <a:cubicBezTo>
                      <a:pt x="13366" y="78296"/>
                      <a:pt x="15842" y="86967"/>
                      <a:pt x="20795" y="91922"/>
                    </a:cubicBezTo>
                    <a:lnTo>
                      <a:pt x="139662" y="213316"/>
                    </a:lnTo>
                    <a:cubicBezTo>
                      <a:pt x="144614" y="218271"/>
                      <a:pt x="153282" y="220749"/>
                      <a:pt x="160711" y="218271"/>
                    </a:cubicBezTo>
                    <a:cubicBezTo>
                      <a:pt x="169378" y="215794"/>
                      <a:pt x="174331" y="210839"/>
                      <a:pt x="176808" y="202168"/>
                    </a:cubicBezTo>
                    <a:lnTo>
                      <a:pt x="216430" y="42373"/>
                    </a:lnTo>
                    <a:cubicBezTo>
                      <a:pt x="218906" y="33702"/>
                      <a:pt x="216430" y="26269"/>
                      <a:pt x="211477" y="21314"/>
                    </a:cubicBezTo>
                    <a:cubicBezTo>
                      <a:pt x="206524" y="16359"/>
                      <a:pt x="201571" y="13882"/>
                      <a:pt x="195380" y="13882"/>
                    </a:cubicBezTo>
                    <a:close/>
                    <a:moveTo>
                      <a:pt x="205041" y="1259"/>
                    </a:moveTo>
                    <a:cubicBezTo>
                      <a:pt x="210927" y="2963"/>
                      <a:pt x="216503" y="6372"/>
                      <a:pt x="221459" y="11330"/>
                    </a:cubicBezTo>
                    <a:cubicBezTo>
                      <a:pt x="230133" y="20008"/>
                      <a:pt x="233850" y="32404"/>
                      <a:pt x="231372" y="46039"/>
                    </a:cubicBezTo>
                    <a:lnTo>
                      <a:pt x="190481" y="205948"/>
                    </a:lnTo>
                    <a:cubicBezTo>
                      <a:pt x="188003" y="219583"/>
                      <a:pt x="178089" y="229500"/>
                      <a:pt x="164459" y="233219"/>
                    </a:cubicBezTo>
                    <a:cubicBezTo>
                      <a:pt x="161981" y="233219"/>
                      <a:pt x="158263" y="233219"/>
                      <a:pt x="154546" y="233219"/>
                    </a:cubicBezTo>
                    <a:cubicBezTo>
                      <a:pt x="145872" y="233219"/>
                      <a:pt x="137198" y="229500"/>
                      <a:pt x="129763" y="223302"/>
                    </a:cubicBezTo>
                    <a:lnTo>
                      <a:pt x="10807" y="103061"/>
                    </a:lnTo>
                    <a:cubicBezTo>
                      <a:pt x="894" y="91904"/>
                      <a:pt x="-1584" y="79508"/>
                      <a:pt x="894" y="67112"/>
                    </a:cubicBezTo>
                    <a:cubicBezTo>
                      <a:pt x="4612" y="53477"/>
                      <a:pt x="14525" y="44800"/>
                      <a:pt x="28155" y="41081"/>
                    </a:cubicBezTo>
                    <a:lnTo>
                      <a:pt x="186763" y="1414"/>
                    </a:lnTo>
                    <a:cubicBezTo>
                      <a:pt x="192959" y="-445"/>
                      <a:pt x="199155" y="-445"/>
                      <a:pt x="205041" y="125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4" name="Freeform 363">
                <a:extLst>
                  <a:ext uri="{FF2B5EF4-FFF2-40B4-BE49-F238E27FC236}">
                    <a16:creationId xmlns:a16="http://schemas.microsoft.com/office/drawing/2014/main" id="{B31FD90D-FEC1-D743-AC98-8BCE3CD0DDD1}"/>
                  </a:ext>
                </a:extLst>
              </p:cNvPr>
              <p:cNvSpPr/>
              <p:nvPr/>
            </p:nvSpPr>
            <p:spPr>
              <a:xfrm>
                <a:off x="16911471" y="6322575"/>
                <a:ext cx="218169" cy="242561"/>
              </a:xfrm>
              <a:custGeom>
                <a:avLst/>
                <a:gdLst>
                  <a:gd name="connsiteX0" fmla="*/ 37381 w 218169"/>
                  <a:gd name="connsiteY0" fmla="*/ 14501 h 242561"/>
                  <a:gd name="connsiteX1" fmla="*/ 25005 w 218169"/>
                  <a:gd name="connsiteY1" fmla="*/ 18218 h 242561"/>
                  <a:gd name="connsiteX2" fmla="*/ 15105 w 218169"/>
                  <a:gd name="connsiteY2" fmla="*/ 38042 h 242561"/>
                  <a:gd name="connsiteX3" fmla="*/ 22531 w 218169"/>
                  <a:gd name="connsiteY3" fmla="*/ 206544 h 242561"/>
                  <a:gd name="connsiteX4" fmla="*/ 34907 w 218169"/>
                  <a:gd name="connsiteY4" fmla="*/ 225128 h 242561"/>
                  <a:gd name="connsiteX5" fmla="*/ 55945 w 218169"/>
                  <a:gd name="connsiteY5" fmla="*/ 223889 h 242561"/>
                  <a:gd name="connsiteX6" fmla="*/ 193319 w 218169"/>
                  <a:gd name="connsiteY6" fmla="*/ 130966 h 242561"/>
                  <a:gd name="connsiteX7" fmla="*/ 203221 w 218169"/>
                  <a:gd name="connsiteY7" fmla="*/ 111142 h 242561"/>
                  <a:gd name="connsiteX8" fmla="*/ 190845 w 218169"/>
                  <a:gd name="connsiteY8" fmla="*/ 93796 h 242561"/>
                  <a:gd name="connsiteX9" fmla="*/ 47283 w 218169"/>
                  <a:gd name="connsiteY9" fmla="*/ 16979 h 242561"/>
                  <a:gd name="connsiteX10" fmla="*/ 37381 w 218169"/>
                  <a:gd name="connsiteY10" fmla="*/ 14501 h 242561"/>
                  <a:gd name="connsiteX11" fmla="*/ 35459 w 218169"/>
                  <a:gd name="connsiteY11" fmla="*/ 11 h 242561"/>
                  <a:gd name="connsiteX12" fmla="*/ 53419 w 218169"/>
                  <a:gd name="connsiteY12" fmla="*/ 4506 h 242561"/>
                  <a:gd name="connsiteX13" fmla="*/ 198349 w 218169"/>
                  <a:gd name="connsiteY13" fmla="*/ 80138 h 242561"/>
                  <a:gd name="connsiteX14" fmla="*/ 218169 w 218169"/>
                  <a:gd name="connsiteY14" fmla="*/ 111135 h 242561"/>
                  <a:gd name="connsiteX15" fmla="*/ 202065 w 218169"/>
                  <a:gd name="connsiteY15" fmla="*/ 142132 h 242561"/>
                  <a:gd name="connsiteX16" fmla="*/ 64569 w 218169"/>
                  <a:gd name="connsiteY16" fmla="*/ 236362 h 242561"/>
                  <a:gd name="connsiteX17" fmla="*/ 44749 w 218169"/>
                  <a:gd name="connsiteY17" fmla="*/ 242561 h 242561"/>
                  <a:gd name="connsiteX18" fmla="*/ 27407 w 218169"/>
                  <a:gd name="connsiteY18" fmla="*/ 238842 h 242561"/>
                  <a:gd name="connsiteX19" fmla="*/ 7587 w 218169"/>
                  <a:gd name="connsiteY19" fmla="*/ 207845 h 242561"/>
                  <a:gd name="connsiteX20" fmla="*/ 155 w 218169"/>
                  <a:gd name="connsiteY20" fmla="*/ 37982 h 242561"/>
                  <a:gd name="connsiteX21" fmla="*/ 17497 w 218169"/>
                  <a:gd name="connsiteY21" fmla="*/ 5746 h 242561"/>
                  <a:gd name="connsiteX22" fmla="*/ 35459 w 218169"/>
                  <a:gd name="connsiteY22" fmla="*/ 11 h 2425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18169" h="242561">
                    <a:moveTo>
                      <a:pt x="37381" y="14501"/>
                    </a:moveTo>
                    <a:cubicBezTo>
                      <a:pt x="32431" y="14501"/>
                      <a:pt x="28719" y="15740"/>
                      <a:pt x="25005" y="18218"/>
                    </a:cubicBezTo>
                    <a:cubicBezTo>
                      <a:pt x="17581" y="21935"/>
                      <a:pt x="13867" y="29369"/>
                      <a:pt x="15105" y="38042"/>
                    </a:cubicBezTo>
                    <a:lnTo>
                      <a:pt x="22531" y="206544"/>
                    </a:lnTo>
                    <a:cubicBezTo>
                      <a:pt x="22531" y="215216"/>
                      <a:pt x="27481" y="221411"/>
                      <a:pt x="34907" y="225128"/>
                    </a:cubicBezTo>
                    <a:cubicBezTo>
                      <a:pt x="41095" y="228845"/>
                      <a:pt x="49757" y="228845"/>
                      <a:pt x="55945" y="223889"/>
                    </a:cubicBezTo>
                    <a:lnTo>
                      <a:pt x="193319" y="130966"/>
                    </a:lnTo>
                    <a:cubicBezTo>
                      <a:pt x="200745" y="126010"/>
                      <a:pt x="203221" y="118576"/>
                      <a:pt x="203221" y="111142"/>
                    </a:cubicBezTo>
                    <a:cubicBezTo>
                      <a:pt x="203221" y="103708"/>
                      <a:pt x="198269" y="97513"/>
                      <a:pt x="190845" y="93796"/>
                    </a:cubicBezTo>
                    <a:lnTo>
                      <a:pt x="47283" y="16979"/>
                    </a:lnTo>
                    <a:cubicBezTo>
                      <a:pt x="43569" y="15740"/>
                      <a:pt x="39857" y="14501"/>
                      <a:pt x="37381" y="14501"/>
                    </a:cubicBezTo>
                    <a:close/>
                    <a:moveTo>
                      <a:pt x="35459" y="11"/>
                    </a:moveTo>
                    <a:cubicBezTo>
                      <a:pt x="41651" y="-144"/>
                      <a:pt x="47845" y="1406"/>
                      <a:pt x="53419" y="4506"/>
                    </a:cubicBezTo>
                    <a:lnTo>
                      <a:pt x="198349" y="80138"/>
                    </a:lnTo>
                    <a:cubicBezTo>
                      <a:pt x="209497" y="86337"/>
                      <a:pt x="216931" y="97496"/>
                      <a:pt x="218169" y="111135"/>
                    </a:cubicBezTo>
                    <a:cubicBezTo>
                      <a:pt x="218169" y="123533"/>
                      <a:pt x="211975" y="135932"/>
                      <a:pt x="202065" y="142132"/>
                    </a:cubicBezTo>
                    <a:lnTo>
                      <a:pt x="64569" y="236362"/>
                    </a:lnTo>
                    <a:cubicBezTo>
                      <a:pt x="58375" y="240081"/>
                      <a:pt x="50943" y="242561"/>
                      <a:pt x="44749" y="242561"/>
                    </a:cubicBezTo>
                    <a:cubicBezTo>
                      <a:pt x="39793" y="242561"/>
                      <a:pt x="33601" y="240081"/>
                      <a:pt x="27407" y="238842"/>
                    </a:cubicBezTo>
                    <a:cubicBezTo>
                      <a:pt x="16259" y="232642"/>
                      <a:pt x="8827" y="220244"/>
                      <a:pt x="7587" y="207845"/>
                    </a:cubicBezTo>
                    <a:lnTo>
                      <a:pt x="155" y="37982"/>
                    </a:lnTo>
                    <a:cubicBezTo>
                      <a:pt x="-1083" y="24344"/>
                      <a:pt x="5109" y="11945"/>
                      <a:pt x="17497" y="5746"/>
                    </a:cubicBezTo>
                    <a:cubicBezTo>
                      <a:pt x="23071" y="2026"/>
                      <a:pt x="29265" y="166"/>
                      <a:pt x="35459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5" name="Freeform 364">
                <a:extLst>
                  <a:ext uri="{FF2B5EF4-FFF2-40B4-BE49-F238E27FC236}">
                    <a16:creationId xmlns:a16="http://schemas.microsoft.com/office/drawing/2014/main" id="{23DDEF92-E6DD-7644-94B3-8AC4F3CFD557}"/>
                  </a:ext>
                </a:extLst>
              </p:cNvPr>
              <p:cNvSpPr/>
              <p:nvPr/>
            </p:nvSpPr>
            <p:spPr>
              <a:xfrm>
                <a:off x="19468598" y="10825798"/>
                <a:ext cx="233834" cy="231994"/>
              </a:xfrm>
              <a:custGeom>
                <a:avLst/>
                <a:gdLst>
                  <a:gd name="connsiteX0" fmla="*/ 196362 w 233834"/>
                  <a:gd name="connsiteY0" fmla="*/ 13904 h 231994"/>
                  <a:gd name="connsiteX1" fmla="*/ 190172 w 233834"/>
                  <a:gd name="connsiteY1" fmla="*/ 15143 h 231994"/>
                  <a:gd name="connsiteX2" fmla="*/ 27956 w 233834"/>
                  <a:gd name="connsiteY2" fmla="*/ 67167 h 231994"/>
                  <a:gd name="connsiteX3" fmla="*/ 14334 w 233834"/>
                  <a:gd name="connsiteY3" fmla="*/ 84509 h 231994"/>
                  <a:gd name="connsiteX4" fmla="*/ 20526 w 233834"/>
                  <a:gd name="connsiteY4" fmla="*/ 105566 h 231994"/>
                  <a:gd name="connsiteX5" fmla="*/ 146832 w 233834"/>
                  <a:gd name="connsiteY5" fmla="*/ 213331 h 231994"/>
                  <a:gd name="connsiteX6" fmla="*/ 167882 w 233834"/>
                  <a:gd name="connsiteY6" fmla="*/ 217047 h 231994"/>
                  <a:gd name="connsiteX7" fmla="*/ 181504 w 233834"/>
                  <a:gd name="connsiteY7" fmla="*/ 200945 h 231994"/>
                  <a:gd name="connsiteX8" fmla="*/ 218652 w 233834"/>
                  <a:gd name="connsiteY8" fmla="*/ 41155 h 231994"/>
                  <a:gd name="connsiteX9" fmla="*/ 211222 w 233834"/>
                  <a:gd name="connsiteY9" fmla="*/ 20097 h 231994"/>
                  <a:gd name="connsiteX10" fmla="*/ 196362 w 233834"/>
                  <a:gd name="connsiteY10" fmla="*/ 13904 h 231994"/>
                  <a:gd name="connsiteX11" fmla="*/ 205410 w 233834"/>
                  <a:gd name="connsiteY11" fmla="*/ 1125 h 231994"/>
                  <a:gd name="connsiteX12" fmla="*/ 222450 w 233834"/>
                  <a:gd name="connsiteY12" fmla="*/ 10112 h 231994"/>
                  <a:gd name="connsiteX13" fmla="*/ 233602 w 233834"/>
                  <a:gd name="connsiteY13" fmla="*/ 44819 h 231994"/>
                  <a:gd name="connsiteX14" fmla="*/ 197666 w 233834"/>
                  <a:gd name="connsiteY14" fmla="*/ 203484 h 231994"/>
                  <a:gd name="connsiteX15" fmla="*/ 172882 w 233834"/>
                  <a:gd name="connsiteY15" fmla="*/ 230754 h 231994"/>
                  <a:gd name="connsiteX16" fmla="*/ 161728 w 233834"/>
                  <a:gd name="connsiteY16" fmla="*/ 231994 h 231994"/>
                  <a:gd name="connsiteX17" fmla="*/ 138184 w 233834"/>
                  <a:gd name="connsiteY17" fmla="*/ 223317 h 231994"/>
                  <a:gd name="connsiteX18" fmla="*/ 13024 w 233834"/>
                  <a:gd name="connsiteY18" fmla="*/ 115475 h 231994"/>
                  <a:gd name="connsiteX19" fmla="*/ 632 w 233834"/>
                  <a:gd name="connsiteY19" fmla="*/ 80767 h 231994"/>
                  <a:gd name="connsiteX20" fmla="*/ 25416 w 233834"/>
                  <a:gd name="connsiteY20" fmla="*/ 53496 h 231994"/>
                  <a:gd name="connsiteX21" fmla="*/ 186512 w 233834"/>
                  <a:gd name="connsiteY21" fmla="*/ 1435 h 231994"/>
                  <a:gd name="connsiteX22" fmla="*/ 205410 w 233834"/>
                  <a:gd name="connsiteY22" fmla="*/ 1125 h 231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33834" h="231994">
                    <a:moveTo>
                      <a:pt x="196362" y="13904"/>
                    </a:moveTo>
                    <a:cubicBezTo>
                      <a:pt x="193886" y="13904"/>
                      <a:pt x="191410" y="13904"/>
                      <a:pt x="190172" y="15143"/>
                    </a:cubicBezTo>
                    <a:lnTo>
                      <a:pt x="27956" y="67167"/>
                    </a:lnTo>
                    <a:cubicBezTo>
                      <a:pt x="20526" y="69645"/>
                      <a:pt x="15572" y="75838"/>
                      <a:pt x="14334" y="84509"/>
                    </a:cubicBezTo>
                    <a:cubicBezTo>
                      <a:pt x="11858" y="91941"/>
                      <a:pt x="14334" y="100612"/>
                      <a:pt x="20526" y="105566"/>
                    </a:cubicBezTo>
                    <a:lnTo>
                      <a:pt x="146832" y="213331"/>
                    </a:lnTo>
                    <a:cubicBezTo>
                      <a:pt x="151784" y="218286"/>
                      <a:pt x="160452" y="219525"/>
                      <a:pt x="167882" y="217047"/>
                    </a:cubicBezTo>
                    <a:cubicBezTo>
                      <a:pt x="175312" y="214570"/>
                      <a:pt x="180266" y="208377"/>
                      <a:pt x="181504" y="200945"/>
                    </a:cubicBezTo>
                    <a:lnTo>
                      <a:pt x="218652" y="41155"/>
                    </a:lnTo>
                    <a:cubicBezTo>
                      <a:pt x="219890" y="33723"/>
                      <a:pt x="217414" y="26291"/>
                      <a:pt x="211222" y="20097"/>
                    </a:cubicBezTo>
                    <a:cubicBezTo>
                      <a:pt x="207508" y="16381"/>
                      <a:pt x="201316" y="13904"/>
                      <a:pt x="196362" y="13904"/>
                    </a:cubicBezTo>
                    <a:close/>
                    <a:moveTo>
                      <a:pt x="205410" y="1125"/>
                    </a:moveTo>
                    <a:cubicBezTo>
                      <a:pt x="211606" y="2675"/>
                      <a:pt x="217492" y="5774"/>
                      <a:pt x="222450" y="10112"/>
                    </a:cubicBezTo>
                    <a:cubicBezTo>
                      <a:pt x="231124" y="17549"/>
                      <a:pt x="234842" y="31184"/>
                      <a:pt x="233602" y="44819"/>
                    </a:cubicBezTo>
                    <a:lnTo>
                      <a:pt x="197666" y="203484"/>
                    </a:lnTo>
                    <a:cubicBezTo>
                      <a:pt x="195186" y="217119"/>
                      <a:pt x="185274" y="227036"/>
                      <a:pt x="172882" y="230754"/>
                    </a:cubicBezTo>
                    <a:cubicBezTo>
                      <a:pt x="169164" y="231994"/>
                      <a:pt x="165446" y="231994"/>
                      <a:pt x="161728" y="231994"/>
                    </a:cubicBezTo>
                    <a:cubicBezTo>
                      <a:pt x="153054" y="231994"/>
                      <a:pt x="145618" y="229515"/>
                      <a:pt x="138184" y="223317"/>
                    </a:cubicBezTo>
                    <a:lnTo>
                      <a:pt x="13024" y="115475"/>
                    </a:lnTo>
                    <a:cubicBezTo>
                      <a:pt x="3110" y="108037"/>
                      <a:pt x="-1846" y="94402"/>
                      <a:pt x="632" y="80767"/>
                    </a:cubicBezTo>
                    <a:cubicBezTo>
                      <a:pt x="3110" y="68371"/>
                      <a:pt x="13024" y="57215"/>
                      <a:pt x="25416" y="53496"/>
                    </a:cubicBezTo>
                    <a:lnTo>
                      <a:pt x="186512" y="1435"/>
                    </a:lnTo>
                    <a:cubicBezTo>
                      <a:pt x="192708" y="-424"/>
                      <a:pt x="199214" y="-424"/>
                      <a:pt x="205410" y="11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6" name="Freeform 365">
                <a:extLst>
                  <a:ext uri="{FF2B5EF4-FFF2-40B4-BE49-F238E27FC236}">
                    <a16:creationId xmlns:a16="http://schemas.microsoft.com/office/drawing/2014/main" id="{074EB44F-1D69-EF4D-AC46-F28177FFD090}"/>
                  </a:ext>
                </a:extLst>
              </p:cNvPr>
              <p:cNvSpPr/>
              <p:nvPr/>
            </p:nvSpPr>
            <p:spPr>
              <a:xfrm>
                <a:off x="21734091" y="6553486"/>
                <a:ext cx="233133" cy="232232"/>
              </a:xfrm>
              <a:custGeom>
                <a:avLst/>
                <a:gdLst>
                  <a:gd name="connsiteX0" fmla="*/ 196955 w 233133"/>
                  <a:gd name="connsiteY0" fmla="*/ 15384 h 232232"/>
                  <a:gd name="connsiteX1" fmla="*/ 190763 w 233133"/>
                  <a:gd name="connsiteY1" fmla="*/ 16623 h 232232"/>
                  <a:gd name="connsiteX2" fmla="*/ 29793 w 233133"/>
                  <a:gd name="connsiteY2" fmla="*/ 68647 h 232232"/>
                  <a:gd name="connsiteX3" fmla="*/ 14933 w 233133"/>
                  <a:gd name="connsiteY3" fmla="*/ 84750 h 232232"/>
                  <a:gd name="connsiteX4" fmla="*/ 22363 w 233133"/>
                  <a:gd name="connsiteY4" fmla="*/ 107046 h 232232"/>
                  <a:gd name="connsiteX5" fmla="*/ 147425 w 233133"/>
                  <a:gd name="connsiteY5" fmla="*/ 213573 h 232232"/>
                  <a:gd name="connsiteX6" fmla="*/ 168475 w 233133"/>
                  <a:gd name="connsiteY6" fmla="*/ 218528 h 232232"/>
                  <a:gd name="connsiteX7" fmla="*/ 183335 w 233133"/>
                  <a:gd name="connsiteY7" fmla="*/ 201186 h 232232"/>
                  <a:gd name="connsiteX8" fmla="*/ 218005 w 233133"/>
                  <a:gd name="connsiteY8" fmla="*/ 42635 h 232232"/>
                  <a:gd name="connsiteX9" fmla="*/ 211813 w 233133"/>
                  <a:gd name="connsiteY9" fmla="*/ 21578 h 232232"/>
                  <a:gd name="connsiteX10" fmla="*/ 196955 w 233133"/>
                  <a:gd name="connsiteY10" fmla="*/ 15384 h 232232"/>
                  <a:gd name="connsiteX11" fmla="*/ 204767 w 233133"/>
                  <a:gd name="connsiteY11" fmla="*/ 743 h 232232"/>
                  <a:gd name="connsiteX12" fmla="*/ 221805 w 233133"/>
                  <a:gd name="connsiteY12" fmla="*/ 9110 h 232232"/>
                  <a:gd name="connsiteX13" fmla="*/ 231719 w 233133"/>
                  <a:gd name="connsiteY13" fmla="*/ 43818 h 232232"/>
                  <a:gd name="connsiteX14" fmla="*/ 197023 w 233133"/>
                  <a:gd name="connsiteY14" fmla="*/ 203722 h 232232"/>
                  <a:gd name="connsiteX15" fmla="*/ 173479 w 233133"/>
                  <a:gd name="connsiteY15" fmla="*/ 230993 h 232232"/>
                  <a:gd name="connsiteX16" fmla="*/ 161087 w 233133"/>
                  <a:gd name="connsiteY16" fmla="*/ 232232 h 232232"/>
                  <a:gd name="connsiteX17" fmla="*/ 137543 w 233133"/>
                  <a:gd name="connsiteY17" fmla="*/ 223555 h 232232"/>
                  <a:gd name="connsiteX18" fmla="*/ 12387 w 233133"/>
                  <a:gd name="connsiteY18" fmla="*/ 115713 h 232232"/>
                  <a:gd name="connsiteX19" fmla="*/ 1235 w 233133"/>
                  <a:gd name="connsiteY19" fmla="*/ 81005 h 232232"/>
                  <a:gd name="connsiteX20" fmla="*/ 24779 w 233133"/>
                  <a:gd name="connsiteY20" fmla="*/ 53735 h 232232"/>
                  <a:gd name="connsiteX21" fmla="*/ 185869 w 233133"/>
                  <a:gd name="connsiteY21" fmla="*/ 1673 h 232232"/>
                  <a:gd name="connsiteX22" fmla="*/ 204767 w 233133"/>
                  <a:gd name="connsiteY22" fmla="*/ 743 h 232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233133" h="232232">
                    <a:moveTo>
                      <a:pt x="196955" y="15384"/>
                    </a:moveTo>
                    <a:cubicBezTo>
                      <a:pt x="195717" y="15384"/>
                      <a:pt x="193241" y="16623"/>
                      <a:pt x="190763" y="16623"/>
                    </a:cubicBezTo>
                    <a:lnTo>
                      <a:pt x="29793" y="68647"/>
                    </a:lnTo>
                    <a:cubicBezTo>
                      <a:pt x="22363" y="71125"/>
                      <a:pt x="16171" y="77318"/>
                      <a:pt x="14933" y="84750"/>
                    </a:cubicBezTo>
                    <a:cubicBezTo>
                      <a:pt x="12457" y="93421"/>
                      <a:pt x="16171" y="100853"/>
                      <a:pt x="22363" y="107046"/>
                    </a:cubicBezTo>
                    <a:lnTo>
                      <a:pt x="147425" y="213573"/>
                    </a:lnTo>
                    <a:cubicBezTo>
                      <a:pt x="152379" y="219766"/>
                      <a:pt x="161045" y="221005"/>
                      <a:pt x="168475" y="218528"/>
                    </a:cubicBezTo>
                    <a:cubicBezTo>
                      <a:pt x="175905" y="214812"/>
                      <a:pt x="182095" y="209857"/>
                      <a:pt x="183335" y="201186"/>
                    </a:cubicBezTo>
                    <a:lnTo>
                      <a:pt x="218005" y="42635"/>
                    </a:lnTo>
                    <a:cubicBezTo>
                      <a:pt x="220481" y="33964"/>
                      <a:pt x="218005" y="26532"/>
                      <a:pt x="211813" y="21578"/>
                    </a:cubicBezTo>
                    <a:cubicBezTo>
                      <a:pt x="208099" y="17862"/>
                      <a:pt x="203147" y="15384"/>
                      <a:pt x="196955" y="15384"/>
                    </a:cubicBezTo>
                    <a:close/>
                    <a:moveTo>
                      <a:pt x="204767" y="743"/>
                    </a:moveTo>
                    <a:cubicBezTo>
                      <a:pt x="210963" y="1983"/>
                      <a:pt x="216849" y="4772"/>
                      <a:pt x="221805" y="9110"/>
                    </a:cubicBezTo>
                    <a:cubicBezTo>
                      <a:pt x="231719" y="17787"/>
                      <a:pt x="235437" y="31422"/>
                      <a:pt x="231719" y="43818"/>
                    </a:cubicBezTo>
                    <a:lnTo>
                      <a:pt x="197023" y="203722"/>
                    </a:lnTo>
                    <a:cubicBezTo>
                      <a:pt x="194543" y="216118"/>
                      <a:pt x="185869" y="226034"/>
                      <a:pt x="173479" y="230993"/>
                    </a:cubicBezTo>
                    <a:cubicBezTo>
                      <a:pt x="169761" y="232232"/>
                      <a:pt x="164803" y="232232"/>
                      <a:pt x="161087" y="232232"/>
                    </a:cubicBezTo>
                    <a:cubicBezTo>
                      <a:pt x="152413" y="232232"/>
                      <a:pt x="144977" y="229753"/>
                      <a:pt x="137543" y="223555"/>
                    </a:cubicBezTo>
                    <a:lnTo>
                      <a:pt x="12387" y="115713"/>
                    </a:lnTo>
                    <a:cubicBezTo>
                      <a:pt x="2473" y="107036"/>
                      <a:pt x="-2483" y="94640"/>
                      <a:pt x="1235" y="81005"/>
                    </a:cubicBezTo>
                    <a:cubicBezTo>
                      <a:pt x="2473" y="67370"/>
                      <a:pt x="12387" y="57453"/>
                      <a:pt x="24779" y="53735"/>
                    </a:cubicBezTo>
                    <a:lnTo>
                      <a:pt x="185869" y="1673"/>
                    </a:lnTo>
                    <a:cubicBezTo>
                      <a:pt x="192065" y="-187"/>
                      <a:pt x="198571" y="-497"/>
                      <a:pt x="204767" y="7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CB9EC8E0-B442-364E-B5B2-E835F2E122DC}"/>
                  </a:ext>
                </a:extLst>
              </p:cNvPr>
              <p:cNvSpPr/>
              <p:nvPr/>
            </p:nvSpPr>
            <p:spPr>
              <a:xfrm>
                <a:off x="12288987" y="5291800"/>
                <a:ext cx="257236" cy="258906"/>
              </a:xfrm>
              <a:custGeom>
                <a:avLst/>
                <a:gdLst>
                  <a:gd name="connsiteX0" fmla="*/ 87553 w 257236"/>
                  <a:gd name="connsiteY0" fmla="*/ 14644 h 258906"/>
                  <a:gd name="connsiteX1" fmla="*/ 77640 w 257236"/>
                  <a:gd name="connsiteY1" fmla="*/ 17123 h 258906"/>
                  <a:gd name="connsiteX2" fmla="*/ 65249 w 257236"/>
                  <a:gd name="connsiteY2" fmla="*/ 34476 h 258906"/>
                  <a:gd name="connsiteX3" fmla="*/ 61532 w 257236"/>
                  <a:gd name="connsiteY3" fmla="*/ 72900 h 258906"/>
                  <a:gd name="connsiteX4" fmla="*/ 57815 w 257236"/>
                  <a:gd name="connsiteY4" fmla="*/ 86535 h 258906"/>
                  <a:gd name="connsiteX5" fmla="*/ 50381 w 257236"/>
                  <a:gd name="connsiteY5" fmla="*/ 96451 h 258906"/>
                  <a:gd name="connsiteX6" fmla="*/ 20643 w 257236"/>
                  <a:gd name="connsiteY6" fmla="*/ 123720 h 258906"/>
                  <a:gd name="connsiteX7" fmla="*/ 13209 w 257236"/>
                  <a:gd name="connsiteY7" fmla="*/ 143551 h 258906"/>
                  <a:gd name="connsiteX8" fmla="*/ 26839 w 257236"/>
                  <a:gd name="connsiteY8" fmla="*/ 159665 h 258906"/>
                  <a:gd name="connsiteX9" fmla="*/ 61532 w 257236"/>
                  <a:gd name="connsiteY9" fmla="*/ 174539 h 258906"/>
                  <a:gd name="connsiteX10" fmla="*/ 72684 w 257236"/>
                  <a:gd name="connsiteY10" fmla="*/ 181976 h 258906"/>
                  <a:gd name="connsiteX11" fmla="*/ 80118 w 257236"/>
                  <a:gd name="connsiteY11" fmla="*/ 194371 h 258906"/>
                  <a:gd name="connsiteX12" fmla="*/ 96226 w 257236"/>
                  <a:gd name="connsiteY12" fmla="*/ 230316 h 258906"/>
                  <a:gd name="connsiteX13" fmla="*/ 112334 w 257236"/>
                  <a:gd name="connsiteY13" fmla="*/ 243950 h 258906"/>
                  <a:gd name="connsiteX14" fmla="*/ 133398 w 257236"/>
                  <a:gd name="connsiteY14" fmla="*/ 236513 h 258906"/>
                  <a:gd name="connsiteX15" fmla="*/ 158179 w 257236"/>
                  <a:gd name="connsiteY15" fmla="*/ 208005 h 258906"/>
                  <a:gd name="connsiteX16" fmla="*/ 169330 w 257236"/>
                  <a:gd name="connsiteY16" fmla="*/ 198089 h 258906"/>
                  <a:gd name="connsiteX17" fmla="*/ 182960 w 257236"/>
                  <a:gd name="connsiteY17" fmla="*/ 194371 h 258906"/>
                  <a:gd name="connsiteX18" fmla="*/ 221371 w 257236"/>
                  <a:gd name="connsiteY18" fmla="*/ 191892 h 258906"/>
                  <a:gd name="connsiteX19" fmla="*/ 239957 w 257236"/>
                  <a:gd name="connsiteY19" fmla="*/ 179497 h 258906"/>
                  <a:gd name="connsiteX20" fmla="*/ 238718 w 257236"/>
                  <a:gd name="connsiteY20" fmla="*/ 158425 h 258906"/>
                  <a:gd name="connsiteX21" fmla="*/ 218893 w 257236"/>
                  <a:gd name="connsiteY21" fmla="*/ 123720 h 258906"/>
                  <a:gd name="connsiteX22" fmla="*/ 213937 w 257236"/>
                  <a:gd name="connsiteY22" fmla="*/ 111325 h 258906"/>
                  <a:gd name="connsiteX23" fmla="*/ 213937 w 257236"/>
                  <a:gd name="connsiteY23" fmla="*/ 97690 h 258906"/>
                  <a:gd name="connsiteX24" fmla="*/ 223849 w 257236"/>
                  <a:gd name="connsiteY24" fmla="*/ 60505 h 258906"/>
                  <a:gd name="connsiteX25" fmla="*/ 217654 w 257236"/>
                  <a:gd name="connsiteY25" fmla="*/ 39434 h 258906"/>
                  <a:gd name="connsiteX26" fmla="*/ 197829 w 257236"/>
                  <a:gd name="connsiteY26" fmla="*/ 33237 h 258906"/>
                  <a:gd name="connsiteX27" fmla="*/ 158179 w 257236"/>
                  <a:gd name="connsiteY27" fmla="*/ 41913 h 258906"/>
                  <a:gd name="connsiteX28" fmla="*/ 144549 w 257236"/>
                  <a:gd name="connsiteY28" fmla="*/ 41913 h 258906"/>
                  <a:gd name="connsiteX29" fmla="*/ 132159 w 257236"/>
                  <a:gd name="connsiteY29" fmla="*/ 38195 h 258906"/>
                  <a:gd name="connsiteX30" fmla="*/ 98704 w 257236"/>
                  <a:gd name="connsiteY30" fmla="*/ 18363 h 258906"/>
                  <a:gd name="connsiteX31" fmla="*/ 87553 w 257236"/>
                  <a:gd name="connsiteY31" fmla="*/ 14644 h 258906"/>
                  <a:gd name="connsiteX32" fmla="*/ 90009 w 257236"/>
                  <a:gd name="connsiteY32" fmla="*/ 0 h 258906"/>
                  <a:gd name="connsiteX33" fmla="*/ 107365 w 257236"/>
                  <a:gd name="connsiteY33" fmla="*/ 4651 h 258906"/>
                  <a:gd name="connsiteX34" fmla="*/ 140839 w 257236"/>
                  <a:gd name="connsiteY34" fmla="*/ 24496 h 258906"/>
                  <a:gd name="connsiteX35" fmla="*/ 149518 w 257236"/>
                  <a:gd name="connsiteY35" fmla="*/ 28216 h 258906"/>
                  <a:gd name="connsiteX36" fmla="*/ 156956 w 257236"/>
                  <a:gd name="connsiteY36" fmla="*/ 28216 h 258906"/>
                  <a:gd name="connsiteX37" fmla="*/ 195389 w 257236"/>
                  <a:gd name="connsiteY37" fmla="*/ 19535 h 258906"/>
                  <a:gd name="connsiteX38" fmla="*/ 228863 w 257236"/>
                  <a:gd name="connsiteY38" fmla="*/ 30697 h 258906"/>
                  <a:gd name="connsiteX39" fmla="*/ 238781 w 257236"/>
                  <a:gd name="connsiteY39" fmla="*/ 62944 h 258906"/>
                  <a:gd name="connsiteX40" fmla="*/ 230103 w 257236"/>
                  <a:gd name="connsiteY40" fmla="*/ 101392 h 258906"/>
                  <a:gd name="connsiteX41" fmla="*/ 228863 w 257236"/>
                  <a:gd name="connsiteY41" fmla="*/ 108834 h 258906"/>
                  <a:gd name="connsiteX42" fmla="*/ 232582 w 257236"/>
                  <a:gd name="connsiteY42" fmla="*/ 117516 h 258906"/>
                  <a:gd name="connsiteX43" fmla="*/ 252419 w 257236"/>
                  <a:gd name="connsiteY43" fmla="*/ 151003 h 258906"/>
                  <a:gd name="connsiteX44" fmla="*/ 253658 w 257236"/>
                  <a:gd name="connsiteY44" fmla="*/ 186971 h 258906"/>
                  <a:gd name="connsiteX45" fmla="*/ 223904 w 257236"/>
                  <a:gd name="connsiteY45" fmla="*/ 205575 h 258906"/>
                  <a:gd name="connsiteX46" fmla="*/ 185471 w 257236"/>
                  <a:gd name="connsiteY46" fmla="*/ 209296 h 258906"/>
                  <a:gd name="connsiteX47" fmla="*/ 176793 w 257236"/>
                  <a:gd name="connsiteY47" fmla="*/ 211776 h 258906"/>
                  <a:gd name="connsiteX48" fmla="*/ 170594 w 257236"/>
                  <a:gd name="connsiteY48" fmla="*/ 216737 h 258906"/>
                  <a:gd name="connsiteX49" fmla="*/ 144558 w 257236"/>
                  <a:gd name="connsiteY49" fmla="*/ 245263 h 258906"/>
                  <a:gd name="connsiteX50" fmla="*/ 117283 w 257236"/>
                  <a:gd name="connsiteY50" fmla="*/ 258906 h 258906"/>
                  <a:gd name="connsiteX51" fmla="*/ 111085 w 257236"/>
                  <a:gd name="connsiteY51" fmla="*/ 257666 h 258906"/>
                  <a:gd name="connsiteX52" fmla="*/ 85049 w 257236"/>
                  <a:gd name="connsiteY52" fmla="*/ 236581 h 258906"/>
                  <a:gd name="connsiteX53" fmla="*/ 68932 w 257236"/>
                  <a:gd name="connsiteY53" fmla="*/ 200614 h 258906"/>
                  <a:gd name="connsiteX54" fmla="*/ 63973 w 257236"/>
                  <a:gd name="connsiteY54" fmla="*/ 193172 h 258906"/>
                  <a:gd name="connsiteX55" fmla="*/ 57774 w 257236"/>
                  <a:gd name="connsiteY55" fmla="*/ 188211 h 258906"/>
                  <a:gd name="connsiteX56" fmla="*/ 21821 w 257236"/>
                  <a:gd name="connsiteY56" fmla="*/ 173328 h 258906"/>
                  <a:gd name="connsiteX57" fmla="*/ 745 w 257236"/>
                  <a:gd name="connsiteY57" fmla="*/ 146042 h 258906"/>
                  <a:gd name="connsiteX58" fmla="*/ 11903 w 257236"/>
                  <a:gd name="connsiteY58" fmla="*/ 112555 h 258906"/>
                  <a:gd name="connsiteX59" fmla="*/ 41657 w 257236"/>
                  <a:gd name="connsiteY59" fmla="*/ 86509 h 258906"/>
                  <a:gd name="connsiteX60" fmla="*/ 46616 w 257236"/>
                  <a:gd name="connsiteY60" fmla="*/ 79067 h 258906"/>
                  <a:gd name="connsiteX61" fmla="*/ 49096 w 257236"/>
                  <a:gd name="connsiteY61" fmla="*/ 71626 h 258906"/>
                  <a:gd name="connsiteX62" fmla="*/ 52815 w 257236"/>
                  <a:gd name="connsiteY62" fmla="*/ 33177 h 258906"/>
                  <a:gd name="connsiteX63" fmla="*/ 72652 w 257236"/>
                  <a:gd name="connsiteY63" fmla="*/ 4651 h 258906"/>
                  <a:gd name="connsiteX64" fmla="*/ 90009 w 257236"/>
                  <a:gd name="connsiteY64" fmla="*/ 0 h 258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257236" h="258906">
                    <a:moveTo>
                      <a:pt x="87553" y="14644"/>
                    </a:moveTo>
                    <a:cubicBezTo>
                      <a:pt x="83835" y="14644"/>
                      <a:pt x="81357" y="15884"/>
                      <a:pt x="77640" y="17123"/>
                    </a:cubicBezTo>
                    <a:cubicBezTo>
                      <a:pt x="71445" y="19602"/>
                      <a:pt x="66489" y="27039"/>
                      <a:pt x="65249" y="34476"/>
                    </a:cubicBezTo>
                    <a:lnTo>
                      <a:pt x="61532" y="72900"/>
                    </a:lnTo>
                    <a:cubicBezTo>
                      <a:pt x="61532" y="77858"/>
                      <a:pt x="59054" y="82816"/>
                      <a:pt x="57815" y="86535"/>
                    </a:cubicBezTo>
                    <a:cubicBezTo>
                      <a:pt x="56576" y="90253"/>
                      <a:pt x="52859" y="93972"/>
                      <a:pt x="50381" y="96451"/>
                    </a:cubicBezTo>
                    <a:lnTo>
                      <a:pt x="20643" y="123720"/>
                    </a:lnTo>
                    <a:cubicBezTo>
                      <a:pt x="14448" y="128678"/>
                      <a:pt x="11970" y="136114"/>
                      <a:pt x="13209" y="143551"/>
                    </a:cubicBezTo>
                    <a:cubicBezTo>
                      <a:pt x="14448" y="150988"/>
                      <a:pt x="19404" y="157186"/>
                      <a:pt x="26839" y="159665"/>
                    </a:cubicBezTo>
                    <a:lnTo>
                      <a:pt x="61532" y="174539"/>
                    </a:lnTo>
                    <a:cubicBezTo>
                      <a:pt x="65249" y="177018"/>
                      <a:pt x="70206" y="179497"/>
                      <a:pt x="72684" y="181976"/>
                    </a:cubicBezTo>
                    <a:cubicBezTo>
                      <a:pt x="76401" y="186934"/>
                      <a:pt x="78879" y="189413"/>
                      <a:pt x="80118" y="194371"/>
                    </a:cubicBezTo>
                    <a:lnTo>
                      <a:pt x="96226" y="230316"/>
                    </a:lnTo>
                    <a:cubicBezTo>
                      <a:pt x="98704" y="237753"/>
                      <a:pt x="104899" y="242711"/>
                      <a:pt x="112334" y="243950"/>
                    </a:cubicBezTo>
                    <a:cubicBezTo>
                      <a:pt x="121007" y="245190"/>
                      <a:pt x="128442" y="242711"/>
                      <a:pt x="133398" y="236513"/>
                    </a:cubicBezTo>
                    <a:lnTo>
                      <a:pt x="158179" y="208005"/>
                    </a:lnTo>
                    <a:cubicBezTo>
                      <a:pt x="161896" y="204287"/>
                      <a:pt x="164374" y="200568"/>
                      <a:pt x="169330" y="198089"/>
                    </a:cubicBezTo>
                    <a:cubicBezTo>
                      <a:pt x="173048" y="195610"/>
                      <a:pt x="178004" y="195610"/>
                      <a:pt x="182960" y="194371"/>
                    </a:cubicBezTo>
                    <a:lnTo>
                      <a:pt x="221371" y="191892"/>
                    </a:lnTo>
                    <a:cubicBezTo>
                      <a:pt x="228805" y="190652"/>
                      <a:pt x="235001" y="186934"/>
                      <a:pt x="239957" y="179497"/>
                    </a:cubicBezTo>
                    <a:cubicBezTo>
                      <a:pt x="242435" y="173299"/>
                      <a:pt x="242435" y="165862"/>
                      <a:pt x="238718" y="158425"/>
                    </a:cubicBezTo>
                    <a:lnTo>
                      <a:pt x="218893" y="123720"/>
                    </a:lnTo>
                    <a:cubicBezTo>
                      <a:pt x="216415" y="120001"/>
                      <a:pt x="215176" y="116283"/>
                      <a:pt x="213937" y="111325"/>
                    </a:cubicBezTo>
                    <a:cubicBezTo>
                      <a:pt x="213937" y="106367"/>
                      <a:pt x="213937" y="102648"/>
                      <a:pt x="213937" y="97690"/>
                    </a:cubicBezTo>
                    <a:lnTo>
                      <a:pt x="223849" y="60505"/>
                    </a:lnTo>
                    <a:cubicBezTo>
                      <a:pt x="225088" y="53068"/>
                      <a:pt x="222610" y="45632"/>
                      <a:pt x="217654" y="39434"/>
                    </a:cubicBezTo>
                    <a:cubicBezTo>
                      <a:pt x="212698" y="34476"/>
                      <a:pt x="204024" y="31997"/>
                      <a:pt x="197829" y="33237"/>
                    </a:cubicBezTo>
                    <a:lnTo>
                      <a:pt x="158179" y="41913"/>
                    </a:lnTo>
                    <a:cubicBezTo>
                      <a:pt x="153223" y="43153"/>
                      <a:pt x="149506" y="43153"/>
                      <a:pt x="144549" y="41913"/>
                    </a:cubicBezTo>
                    <a:cubicBezTo>
                      <a:pt x="140832" y="41913"/>
                      <a:pt x="135876" y="39434"/>
                      <a:pt x="132159" y="38195"/>
                    </a:cubicBezTo>
                    <a:lnTo>
                      <a:pt x="98704" y="18363"/>
                    </a:lnTo>
                    <a:cubicBezTo>
                      <a:pt x="94987" y="15884"/>
                      <a:pt x="91270" y="14644"/>
                      <a:pt x="87553" y="14644"/>
                    </a:cubicBezTo>
                    <a:close/>
                    <a:moveTo>
                      <a:pt x="90009" y="0"/>
                    </a:moveTo>
                    <a:cubicBezTo>
                      <a:pt x="95897" y="0"/>
                      <a:pt x="101786" y="1551"/>
                      <a:pt x="107365" y="4651"/>
                    </a:cubicBezTo>
                    <a:lnTo>
                      <a:pt x="140839" y="24496"/>
                    </a:lnTo>
                    <a:cubicBezTo>
                      <a:pt x="143319" y="25736"/>
                      <a:pt x="145798" y="26976"/>
                      <a:pt x="149518" y="28216"/>
                    </a:cubicBezTo>
                    <a:cubicBezTo>
                      <a:pt x="150757" y="28216"/>
                      <a:pt x="154477" y="28216"/>
                      <a:pt x="156956" y="28216"/>
                    </a:cubicBezTo>
                    <a:lnTo>
                      <a:pt x="195389" y="19535"/>
                    </a:lnTo>
                    <a:cubicBezTo>
                      <a:pt x="207787" y="17054"/>
                      <a:pt x="220185" y="20775"/>
                      <a:pt x="228863" y="30697"/>
                    </a:cubicBezTo>
                    <a:cubicBezTo>
                      <a:pt x="237541" y="38139"/>
                      <a:pt x="241261" y="51782"/>
                      <a:pt x="238781" y="62944"/>
                    </a:cubicBezTo>
                    <a:lnTo>
                      <a:pt x="230103" y="101392"/>
                    </a:lnTo>
                    <a:cubicBezTo>
                      <a:pt x="228863" y="103873"/>
                      <a:pt x="228863" y="106353"/>
                      <a:pt x="228863" y="108834"/>
                    </a:cubicBezTo>
                    <a:cubicBezTo>
                      <a:pt x="230103" y="111314"/>
                      <a:pt x="230103" y="113795"/>
                      <a:pt x="232582" y="117516"/>
                    </a:cubicBezTo>
                    <a:lnTo>
                      <a:pt x="252419" y="151003"/>
                    </a:lnTo>
                    <a:cubicBezTo>
                      <a:pt x="258618" y="162165"/>
                      <a:pt x="258618" y="174568"/>
                      <a:pt x="253658" y="186971"/>
                    </a:cubicBezTo>
                    <a:cubicBezTo>
                      <a:pt x="247460" y="198133"/>
                      <a:pt x="236302" y="205575"/>
                      <a:pt x="223904" y="205575"/>
                    </a:cubicBezTo>
                    <a:lnTo>
                      <a:pt x="185471" y="209296"/>
                    </a:lnTo>
                    <a:cubicBezTo>
                      <a:pt x="181752" y="209296"/>
                      <a:pt x="180512" y="209296"/>
                      <a:pt x="176793" y="211776"/>
                    </a:cubicBezTo>
                    <a:cubicBezTo>
                      <a:pt x="174313" y="213016"/>
                      <a:pt x="171833" y="214257"/>
                      <a:pt x="170594" y="216737"/>
                    </a:cubicBezTo>
                    <a:lnTo>
                      <a:pt x="144558" y="245263"/>
                    </a:lnTo>
                    <a:cubicBezTo>
                      <a:pt x="138360" y="253945"/>
                      <a:pt x="128441" y="258906"/>
                      <a:pt x="117283" y="258906"/>
                    </a:cubicBezTo>
                    <a:cubicBezTo>
                      <a:pt x="116044" y="258906"/>
                      <a:pt x="113564" y="258906"/>
                      <a:pt x="111085" y="257666"/>
                    </a:cubicBezTo>
                    <a:cubicBezTo>
                      <a:pt x="99927" y="256426"/>
                      <a:pt x="88769" y="247744"/>
                      <a:pt x="85049" y="236581"/>
                    </a:cubicBezTo>
                    <a:lnTo>
                      <a:pt x="68932" y="200614"/>
                    </a:lnTo>
                    <a:cubicBezTo>
                      <a:pt x="66453" y="198133"/>
                      <a:pt x="65213" y="195653"/>
                      <a:pt x="63973" y="193172"/>
                    </a:cubicBezTo>
                    <a:cubicBezTo>
                      <a:pt x="61494" y="190692"/>
                      <a:pt x="59014" y="189451"/>
                      <a:pt x="57774" y="188211"/>
                    </a:cubicBezTo>
                    <a:lnTo>
                      <a:pt x="21821" y="173328"/>
                    </a:lnTo>
                    <a:cubicBezTo>
                      <a:pt x="9423" y="168367"/>
                      <a:pt x="1985" y="158445"/>
                      <a:pt x="745" y="146042"/>
                    </a:cubicBezTo>
                    <a:cubicBezTo>
                      <a:pt x="-1735" y="133639"/>
                      <a:pt x="1985" y="121237"/>
                      <a:pt x="11903" y="112555"/>
                    </a:cubicBezTo>
                    <a:lnTo>
                      <a:pt x="41657" y="86509"/>
                    </a:lnTo>
                    <a:cubicBezTo>
                      <a:pt x="44137" y="84028"/>
                      <a:pt x="45377" y="82788"/>
                      <a:pt x="46616" y="79067"/>
                    </a:cubicBezTo>
                    <a:cubicBezTo>
                      <a:pt x="46616" y="76587"/>
                      <a:pt x="47856" y="75347"/>
                      <a:pt x="49096" y="71626"/>
                    </a:cubicBezTo>
                    <a:lnTo>
                      <a:pt x="52815" y="33177"/>
                    </a:lnTo>
                    <a:cubicBezTo>
                      <a:pt x="54055" y="20775"/>
                      <a:pt x="60254" y="9612"/>
                      <a:pt x="72652" y="4651"/>
                    </a:cubicBezTo>
                    <a:cubicBezTo>
                      <a:pt x="78231" y="1551"/>
                      <a:pt x="84120" y="0"/>
                      <a:pt x="9000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F8197DAE-4F08-674B-AC22-DB2C6EA43ECB}"/>
                  </a:ext>
                </a:extLst>
              </p:cNvPr>
              <p:cNvSpPr/>
              <p:nvPr/>
            </p:nvSpPr>
            <p:spPr>
              <a:xfrm>
                <a:off x="17739323" y="7256935"/>
                <a:ext cx="257235" cy="257827"/>
              </a:xfrm>
              <a:custGeom>
                <a:avLst/>
                <a:gdLst>
                  <a:gd name="connsiteX0" fmla="*/ 87557 w 257235"/>
                  <a:gd name="connsiteY0" fmla="*/ 13567 h 257827"/>
                  <a:gd name="connsiteX1" fmla="*/ 77645 w 257235"/>
                  <a:gd name="connsiteY1" fmla="*/ 16046 h 257827"/>
                  <a:gd name="connsiteX2" fmla="*/ 65253 w 257235"/>
                  <a:gd name="connsiteY2" fmla="*/ 33399 h 257827"/>
                  <a:gd name="connsiteX3" fmla="*/ 62775 w 257235"/>
                  <a:gd name="connsiteY3" fmla="*/ 71823 h 257827"/>
                  <a:gd name="connsiteX4" fmla="*/ 57819 w 257235"/>
                  <a:gd name="connsiteY4" fmla="*/ 84218 h 257827"/>
                  <a:gd name="connsiteX5" fmla="*/ 50385 w 257235"/>
                  <a:gd name="connsiteY5" fmla="*/ 95374 h 257827"/>
                  <a:gd name="connsiteX6" fmla="*/ 20647 w 257235"/>
                  <a:gd name="connsiteY6" fmla="*/ 121403 h 257827"/>
                  <a:gd name="connsiteX7" fmla="*/ 13213 w 257235"/>
                  <a:gd name="connsiteY7" fmla="*/ 141235 h 257827"/>
                  <a:gd name="connsiteX8" fmla="*/ 26843 w 257235"/>
                  <a:gd name="connsiteY8" fmla="*/ 158588 h 257827"/>
                  <a:gd name="connsiteX9" fmla="*/ 61537 w 257235"/>
                  <a:gd name="connsiteY9" fmla="*/ 173462 h 257827"/>
                  <a:gd name="connsiteX10" fmla="*/ 72687 w 257235"/>
                  <a:gd name="connsiteY10" fmla="*/ 180899 h 257827"/>
                  <a:gd name="connsiteX11" fmla="*/ 80123 w 257235"/>
                  <a:gd name="connsiteY11" fmla="*/ 192054 h 257827"/>
                  <a:gd name="connsiteX12" fmla="*/ 96229 w 257235"/>
                  <a:gd name="connsiteY12" fmla="*/ 227999 h 257827"/>
                  <a:gd name="connsiteX13" fmla="*/ 113577 w 257235"/>
                  <a:gd name="connsiteY13" fmla="*/ 242873 h 257827"/>
                  <a:gd name="connsiteX14" fmla="*/ 133401 w 257235"/>
                  <a:gd name="connsiteY14" fmla="*/ 234197 h 257827"/>
                  <a:gd name="connsiteX15" fmla="*/ 158183 w 257235"/>
                  <a:gd name="connsiteY15" fmla="*/ 205688 h 257827"/>
                  <a:gd name="connsiteX16" fmla="*/ 169335 w 257235"/>
                  <a:gd name="connsiteY16" fmla="*/ 197012 h 257827"/>
                  <a:gd name="connsiteX17" fmla="*/ 182965 w 257235"/>
                  <a:gd name="connsiteY17" fmla="*/ 193294 h 257827"/>
                  <a:gd name="connsiteX18" fmla="*/ 221375 w 257235"/>
                  <a:gd name="connsiteY18" fmla="*/ 189575 h 257827"/>
                  <a:gd name="connsiteX19" fmla="*/ 239961 w 257235"/>
                  <a:gd name="connsiteY19" fmla="*/ 178420 h 257827"/>
                  <a:gd name="connsiteX20" fmla="*/ 238721 w 257235"/>
                  <a:gd name="connsiteY20" fmla="*/ 156109 h 257827"/>
                  <a:gd name="connsiteX21" fmla="*/ 218897 w 257235"/>
                  <a:gd name="connsiteY21" fmla="*/ 122643 h 257827"/>
                  <a:gd name="connsiteX22" fmla="*/ 213941 w 257235"/>
                  <a:gd name="connsiteY22" fmla="*/ 110248 h 257827"/>
                  <a:gd name="connsiteX23" fmla="*/ 213941 w 257235"/>
                  <a:gd name="connsiteY23" fmla="*/ 96613 h 257827"/>
                  <a:gd name="connsiteX24" fmla="*/ 223853 w 257235"/>
                  <a:gd name="connsiteY24" fmla="*/ 59428 h 257827"/>
                  <a:gd name="connsiteX25" fmla="*/ 217657 w 257235"/>
                  <a:gd name="connsiteY25" fmla="*/ 38357 h 257827"/>
                  <a:gd name="connsiteX26" fmla="*/ 197833 w 257235"/>
                  <a:gd name="connsiteY26" fmla="*/ 32160 h 257827"/>
                  <a:gd name="connsiteX27" fmla="*/ 158183 w 257235"/>
                  <a:gd name="connsiteY27" fmla="*/ 39597 h 257827"/>
                  <a:gd name="connsiteX28" fmla="*/ 145793 w 257235"/>
                  <a:gd name="connsiteY28" fmla="*/ 40836 h 257827"/>
                  <a:gd name="connsiteX29" fmla="*/ 133401 w 257235"/>
                  <a:gd name="connsiteY29" fmla="*/ 35878 h 257827"/>
                  <a:gd name="connsiteX30" fmla="*/ 99947 w 257235"/>
                  <a:gd name="connsiteY30" fmla="*/ 16046 h 257827"/>
                  <a:gd name="connsiteX31" fmla="*/ 87557 w 257235"/>
                  <a:gd name="connsiteY31" fmla="*/ 13567 h 257827"/>
                  <a:gd name="connsiteX32" fmla="*/ 90009 w 257235"/>
                  <a:gd name="connsiteY32" fmla="*/ 13 h 257827"/>
                  <a:gd name="connsiteX33" fmla="*/ 107365 w 257235"/>
                  <a:gd name="connsiteY33" fmla="*/ 4819 h 257827"/>
                  <a:gd name="connsiteX34" fmla="*/ 142079 w 257235"/>
                  <a:gd name="connsiteY34" fmla="*/ 24663 h 257827"/>
                  <a:gd name="connsiteX35" fmla="*/ 149517 w 257235"/>
                  <a:gd name="connsiteY35" fmla="*/ 27143 h 257827"/>
                  <a:gd name="connsiteX36" fmla="*/ 156957 w 257235"/>
                  <a:gd name="connsiteY36" fmla="*/ 27143 h 257827"/>
                  <a:gd name="connsiteX37" fmla="*/ 195389 w 257235"/>
                  <a:gd name="connsiteY37" fmla="*/ 19702 h 257827"/>
                  <a:gd name="connsiteX38" fmla="*/ 228863 w 257235"/>
                  <a:gd name="connsiteY38" fmla="*/ 29624 h 257827"/>
                  <a:gd name="connsiteX39" fmla="*/ 238781 w 257235"/>
                  <a:gd name="connsiteY39" fmla="*/ 63110 h 257827"/>
                  <a:gd name="connsiteX40" fmla="*/ 230103 w 257235"/>
                  <a:gd name="connsiteY40" fmla="*/ 100317 h 257827"/>
                  <a:gd name="connsiteX41" fmla="*/ 228863 w 257235"/>
                  <a:gd name="connsiteY41" fmla="*/ 108999 h 257827"/>
                  <a:gd name="connsiteX42" fmla="*/ 232583 w 257235"/>
                  <a:gd name="connsiteY42" fmla="*/ 116440 h 257827"/>
                  <a:gd name="connsiteX43" fmla="*/ 252419 w 257235"/>
                  <a:gd name="connsiteY43" fmla="*/ 151167 h 257827"/>
                  <a:gd name="connsiteX44" fmla="*/ 253659 w 257235"/>
                  <a:gd name="connsiteY44" fmla="*/ 185894 h 257827"/>
                  <a:gd name="connsiteX45" fmla="*/ 223903 w 257235"/>
                  <a:gd name="connsiteY45" fmla="*/ 205737 h 257827"/>
                  <a:gd name="connsiteX46" fmla="*/ 185471 w 257235"/>
                  <a:gd name="connsiteY46" fmla="*/ 208218 h 257827"/>
                  <a:gd name="connsiteX47" fmla="*/ 176793 w 257235"/>
                  <a:gd name="connsiteY47" fmla="*/ 210698 h 257827"/>
                  <a:gd name="connsiteX48" fmla="*/ 170593 w 257235"/>
                  <a:gd name="connsiteY48" fmla="*/ 215659 h 257827"/>
                  <a:gd name="connsiteX49" fmla="*/ 144559 w 257235"/>
                  <a:gd name="connsiteY49" fmla="*/ 245425 h 257827"/>
                  <a:gd name="connsiteX50" fmla="*/ 118523 w 257235"/>
                  <a:gd name="connsiteY50" fmla="*/ 257827 h 257827"/>
                  <a:gd name="connsiteX51" fmla="*/ 112325 w 257235"/>
                  <a:gd name="connsiteY51" fmla="*/ 257827 h 257827"/>
                  <a:gd name="connsiteX52" fmla="*/ 85049 w 257235"/>
                  <a:gd name="connsiteY52" fmla="*/ 235503 h 257827"/>
                  <a:gd name="connsiteX53" fmla="*/ 68933 w 257235"/>
                  <a:gd name="connsiteY53" fmla="*/ 199536 h 257827"/>
                  <a:gd name="connsiteX54" fmla="*/ 63973 w 257235"/>
                  <a:gd name="connsiteY54" fmla="*/ 193335 h 257827"/>
                  <a:gd name="connsiteX55" fmla="*/ 57775 w 257235"/>
                  <a:gd name="connsiteY55" fmla="*/ 188374 h 257827"/>
                  <a:gd name="connsiteX56" fmla="*/ 21821 w 257235"/>
                  <a:gd name="connsiteY56" fmla="*/ 173491 h 257827"/>
                  <a:gd name="connsiteX57" fmla="*/ 745 w 257235"/>
                  <a:gd name="connsiteY57" fmla="*/ 146206 h 257827"/>
                  <a:gd name="connsiteX58" fmla="*/ 11903 w 257235"/>
                  <a:gd name="connsiteY58" fmla="*/ 112720 h 257827"/>
                  <a:gd name="connsiteX59" fmla="*/ 41657 w 257235"/>
                  <a:gd name="connsiteY59" fmla="*/ 85435 h 257827"/>
                  <a:gd name="connsiteX60" fmla="*/ 46617 w 257235"/>
                  <a:gd name="connsiteY60" fmla="*/ 79233 h 257827"/>
                  <a:gd name="connsiteX61" fmla="*/ 49095 w 257235"/>
                  <a:gd name="connsiteY61" fmla="*/ 71792 h 257827"/>
                  <a:gd name="connsiteX62" fmla="*/ 52815 w 257235"/>
                  <a:gd name="connsiteY62" fmla="*/ 33345 h 257827"/>
                  <a:gd name="connsiteX63" fmla="*/ 72651 w 257235"/>
                  <a:gd name="connsiteY63" fmla="*/ 3579 h 257827"/>
                  <a:gd name="connsiteX64" fmla="*/ 90009 w 257235"/>
                  <a:gd name="connsiteY64" fmla="*/ 13 h 2578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257235" h="257827">
                    <a:moveTo>
                      <a:pt x="87557" y="13567"/>
                    </a:moveTo>
                    <a:cubicBezTo>
                      <a:pt x="83839" y="13567"/>
                      <a:pt x="81361" y="13567"/>
                      <a:pt x="77645" y="16046"/>
                    </a:cubicBezTo>
                    <a:cubicBezTo>
                      <a:pt x="71449" y="18525"/>
                      <a:pt x="66493" y="25962"/>
                      <a:pt x="65253" y="33399"/>
                    </a:cubicBezTo>
                    <a:lnTo>
                      <a:pt x="62775" y="71823"/>
                    </a:lnTo>
                    <a:cubicBezTo>
                      <a:pt x="61537" y="76781"/>
                      <a:pt x="60297" y="80500"/>
                      <a:pt x="57819" y="84218"/>
                    </a:cubicBezTo>
                    <a:cubicBezTo>
                      <a:pt x="56581" y="87937"/>
                      <a:pt x="52863" y="91655"/>
                      <a:pt x="50385" y="95374"/>
                    </a:cubicBezTo>
                    <a:lnTo>
                      <a:pt x="20647" y="121403"/>
                    </a:lnTo>
                    <a:cubicBezTo>
                      <a:pt x="14453" y="127601"/>
                      <a:pt x="11973" y="135037"/>
                      <a:pt x="13213" y="141235"/>
                    </a:cubicBezTo>
                    <a:cubicBezTo>
                      <a:pt x="14453" y="148672"/>
                      <a:pt x="19409" y="154869"/>
                      <a:pt x="26843" y="158588"/>
                    </a:cubicBezTo>
                    <a:lnTo>
                      <a:pt x="61537" y="173462"/>
                    </a:lnTo>
                    <a:cubicBezTo>
                      <a:pt x="65253" y="175941"/>
                      <a:pt x="70209" y="178420"/>
                      <a:pt x="72687" y="180899"/>
                    </a:cubicBezTo>
                    <a:cubicBezTo>
                      <a:pt x="76405" y="184617"/>
                      <a:pt x="78883" y="188336"/>
                      <a:pt x="80123" y="192054"/>
                    </a:cubicBezTo>
                    <a:lnTo>
                      <a:pt x="96229" y="227999"/>
                    </a:lnTo>
                    <a:cubicBezTo>
                      <a:pt x="99947" y="236676"/>
                      <a:pt x="104903" y="240394"/>
                      <a:pt x="113577" y="242873"/>
                    </a:cubicBezTo>
                    <a:cubicBezTo>
                      <a:pt x="121011" y="242873"/>
                      <a:pt x="128445" y="240394"/>
                      <a:pt x="133401" y="234197"/>
                    </a:cubicBezTo>
                    <a:lnTo>
                      <a:pt x="158183" y="205688"/>
                    </a:lnTo>
                    <a:cubicBezTo>
                      <a:pt x="161901" y="201970"/>
                      <a:pt x="165617" y="199491"/>
                      <a:pt x="169335" y="197012"/>
                    </a:cubicBezTo>
                    <a:cubicBezTo>
                      <a:pt x="173051" y="194533"/>
                      <a:pt x="178007" y="193294"/>
                      <a:pt x="182965" y="193294"/>
                    </a:cubicBezTo>
                    <a:lnTo>
                      <a:pt x="221375" y="189575"/>
                    </a:lnTo>
                    <a:cubicBezTo>
                      <a:pt x="228809" y="189575"/>
                      <a:pt x="236243" y="184617"/>
                      <a:pt x="239961" y="178420"/>
                    </a:cubicBezTo>
                    <a:cubicBezTo>
                      <a:pt x="242439" y="170983"/>
                      <a:pt x="242439" y="163546"/>
                      <a:pt x="238721" y="156109"/>
                    </a:cubicBezTo>
                    <a:lnTo>
                      <a:pt x="218897" y="122643"/>
                    </a:lnTo>
                    <a:cubicBezTo>
                      <a:pt x="216419" y="118924"/>
                      <a:pt x="215179" y="113966"/>
                      <a:pt x="213941" y="110248"/>
                    </a:cubicBezTo>
                    <a:cubicBezTo>
                      <a:pt x="213941" y="105290"/>
                      <a:pt x="213941" y="100332"/>
                      <a:pt x="213941" y="96613"/>
                    </a:cubicBezTo>
                    <a:lnTo>
                      <a:pt x="223853" y="59428"/>
                    </a:lnTo>
                    <a:cubicBezTo>
                      <a:pt x="225093" y="50752"/>
                      <a:pt x="222615" y="43315"/>
                      <a:pt x="217657" y="38357"/>
                    </a:cubicBezTo>
                    <a:cubicBezTo>
                      <a:pt x="212701" y="33399"/>
                      <a:pt x="205267" y="30920"/>
                      <a:pt x="197833" y="32160"/>
                    </a:cubicBezTo>
                    <a:lnTo>
                      <a:pt x="158183" y="39597"/>
                    </a:lnTo>
                    <a:cubicBezTo>
                      <a:pt x="154465" y="42076"/>
                      <a:pt x="149509" y="42076"/>
                      <a:pt x="145793" y="40836"/>
                    </a:cubicBezTo>
                    <a:cubicBezTo>
                      <a:pt x="140837" y="39597"/>
                      <a:pt x="135879" y="38357"/>
                      <a:pt x="133401" y="35878"/>
                    </a:cubicBezTo>
                    <a:lnTo>
                      <a:pt x="99947" y="16046"/>
                    </a:lnTo>
                    <a:cubicBezTo>
                      <a:pt x="94991" y="13567"/>
                      <a:pt x="91273" y="13567"/>
                      <a:pt x="87557" y="13567"/>
                    </a:cubicBezTo>
                    <a:close/>
                    <a:moveTo>
                      <a:pt x="90009" y="13"/>
                    </a:moveTo>
                    <a:cubicBezTo>
                      <a:pt x="95897" y="169"/>
                      <a:pt x="101787" y="1719"/>
                      <a:pt x="107365" y="4819"/>
                    </a:cubicBezTo>
                    <a:lnTo>
                      <a:pt x="142079" y="24663"/>
                    </a:lnTo>
                    <a:cubicBezTo>
                      <a:pt x="143319" y="25903"/>
                      <a:pt x="145799" y="27143"/>
                      <a:pt x="149517" y="27143"/>
                    </a:cubicBezTo>
                    <a:cubicBezTo>
                      <a:pt x="150757" y="28384"/>
                      <a:pt x="154477" y="28384"/>
                      <a:pt x="156957" y="27143"/>
                    </a:cubicBezTo>
                    <a:lnTo>
                      <a:pt x="195389" y="19702"/>
                    </a:lnTo>
                    <a:cubicBezTo>
                      <a:pt x="207787" y="17222"/>
                      <a:pt x="220185" y="20942"/>
                      <a:pt x="228863" y="29624"/>
                    </a:cubicBezTo>
                    <a:cubicBezTo>
                      <a:pt x="237541" y="38306"/>
                      <a:pt x="241261" y="50708"/>
                      <a:pt x="238781" y="63110"/>
                    </a:cubicBezTo>
                    <a:lnTo>
                      <a:pt x="230103" y="100317"/>
                    </a:lnTo>
                    <a:cubicBezTo>
                      <a:pt x="228863" y="102798"/>
                      <a:pt x="228863" y="106519"/>
                      <a:pt x="228863" y="108999"/>
                    </a:cubicBezTo>
                    <a:cubicBezTo>
                      <a:pt x="230103" y="111479"/>
                      <a:pt x="231343" y="113960"/>
                      <a:pt x="232583" y="116440"/>
                    </a:cubicBezTo>
                    <a:lnTo>
                      <a:pt x="252419" y="151167"/>
                    </a:lnTo>
                    <a:cubicBezTo>
                      <a:pt x="258617" y="162329"/>
                      <a:pt x="258617" y="174731"/>
                      <a:pt x="253659" y="185894"/>
                    </a:cubicBezTo>
                    <a:cubicBezTo>
                      <a:pt x="247459" y="197056"/>
                      <a:pt x="236301" y="205737"/>
                      <a:pt x="223903" y="205737"/>
                    </a:cubicBezTo>
                    <a:lnTo>
                      <a:pt x="185471" y="208218"/>
                    </a:lnTo>
                    <a:cubicBezTo>
                      <a:pt x="182991" y="208218"/>
                      <a:pt x="180511" y="209458"/>
                      <a:pt x="176793" y="210698"/>
                    </a:cubicBezTo>
                    <a:cubicBezTo>
                      <a:pt x="174313" y="213179"/>
                      <a:pt x="173073" y="214419"/>
                      <a:pt x="170593" y="215659"/>
                    </a:cubicBezTo>
                    <a:lnTo>
                      <a:pt x="144559" y="245425"/>
                    </a:lnTo>
                    <a:cubicBezTo>
                      <a:pt x="138359" y="254107"/>
                      <a:pt x="128441" y="257827"/>
                      <a:pt x="118523" y="257827"/>
                    </a:cubicBezTo>
                    <a:cubicBezTo>
                      <a:pt x="116043" y="257827"/>
                      <a:pt x="114803" y="257827"/>
                      <a:pt x="112325" y="257827"/>
                    </a:cubicBezTo>
                    <a:cubicBezTo>
                      <a:pt x="99927" y="255347"/>
                      <a:pt x="88769" y="247905"/>
                      <a:pt x="85049" y="235503"/>
                    </a:cubicBezTo>
                    <a:lnTo>
                      <a:pt x="68933" y="199536"/>
                    </a:lnTo>
                    <a:cubicBezTo>
                      <a:pt x="67693" y="197056"/>
                      <a:pt x="65213" y="194575"/>
                      <a:pt x="63973" y="193335"/>
                    </a:cubicBezTo>
                    <a:cubicBezTo>
                      <a:pt x="61493" y="190855"/>
                      <a:pt x="59015" y="189614"/>
                      <a:pt x="57775" y="188374"/>
                    </a:cubicBezTo>
                    <a:lnTo>
                      <a:pt x="21821" y="173491"/>
                    </a:lnTo>
                    <a:cubicBezTo>
                      <a:pt x="10663" y="167290"/>
                      <a:pt x="1985" y="157368"/>
                      <a:pt x="745" y="146206"/>
                    </a:cubicBezTo>
                    <a:cubicBezTo>
                      <a:pt x="-1735" y="132563"/>
                      <a:pt x="1985" y="121401"/>
                      <a:pt x="11903" y="112720"/>
                    </a:cubicBezTo>
                    <a:lnTo>
                      <a:pt x="41657" y="85435"/>
                    </a:lnTo>
                    <a:cubicBezTo>
                      <a:pt x="44137" y="84194"/>
                      <a:pt x="45377" y="81714"/>
                      <a:pt x="46617" y="79233"/>
                    </a:cubicBezTo>
                    <a:cubicBezTo>
                      <a:pt x="47857" y="76753"/>
                      <a:pt x="47857" y="74272"/>
                      <a:pt x="49095" y="71792"/>
                    </a:cubicBezTo>
                    <a:lnTo>
                      <a:pt x="52815" y="33345"/>
                    </a:lnTo>
                    <a:cubicBezTo>
                      <a:pt x="54055" y="20942"/>
                      <a:pt x="61493" y="8540"/>
                      <a:pt x="72651" y="3579"/>
                    </a:cubicBezTo>
                    <a:cubicBezTo>
                      <a:pt x="78231" y="1099"/>
                      <a:pt x="84119" y="-142"/>
                      <a:pt x="90009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5D5C4418-41EA-4A48-84C5-05BA4E54C670}"/>
                  </a:ext>
                </a:extLst>
              </p:cNvPr>
              <p:cNvSpPr/>
              <p:nvPr/>
            </p:nvSpPr>
            <p:spPr>
              <a:xfrm>
                <a:off x="21084794" y="10552714"/>
                <a:ext cx="257966" cy="258325"/>
              </a:xfrm>
              <a:custGeom>
                <a:avLst/>
                <a:gdLst>
                  <a:gd name="connsiteX0" fmla="*/ 89525 w 257966"/>
                  <a:gd name="connsiteY0" fmla="*/ 14061 h 258325"/>
                  <a:gd name="connsiteX1" fmla="*/ 79613 w 257966"/>
                  <a:gd name="connsiteY1" fmla="*/ 16540 h 258325"/>
                  <a:gd name="connsiteX2" fmla="*/ 67221 w 257966"/>
                  <a:gd name="connsiteY2" fmla="*/ 33893 h 258325"/>
                  <a:gd name="connsiteX3" fmla="*/ 63505 w 257966"/>
                  <a:gd name="connsiteY3" fmla="*/ 73557 h 258325"/>
                  <a:gd name="connsiteX4" fmla="*/ 59787 w 257966"/>
                  <a:gd name="connsiteY4" fmla="*/ 85952 h 258325"/>
                  <a:gd name="connsiteX5" fmla="*/ 51115 w 257966"/>
                  <a:gd name="connsiteY5" fmla="*/ 95867 h 258325"/>
                  <a:gd name="connsiteX6" fmla="*/ 22617 w 257966"/>
                  <a:gd name="connsiteY6" fmla="*/ 123136 h 258325"/>
                  <a:gd name="connsiteX7" fmla="*/ 15183 w 257966"/>
                  <a:gd name="connsiteY7" fmla="*/ 142968 h 258325"/>
                  <a:gd name="connsiteX8" fmla="*/ 28813 w 257966"/>
                  <a:gd name="connsiteY8" fmla="*/ 159082 h 258325"/>
                  <a:gd name="connsiteX9" fmla="*/ 63505 w 257966"/>
                  <a:gd name="connsiteY9" fmla="*/ 175195 h 258325"/>
                  <a:gd name="connsiteX10" fmla="*/ 74657 w 257966"/>
                  <a:gd name="connsiteY10" fmla="*/ 182632 h 258325"/>
                  <a:gd name="connsiteX11" fmla="*/ 82091 w 257966"/>
                  <a:gd name="connsiteY11" fmla="*/ 193787 h 258325"/>
                  <a:gd name="connsiteX12" fmla="*/ 98197 w 257966"/>
                  <a:gd name="connsiteY12" fmla="*/ 229733 h 258325"/>
                  <a:gd name="connsiteX13" fmla="*/ 114305 w 257966"/>
                  <a:gd name="connsiteY13" fmla="*/ 243367 h 258325"/>
                  <a:gd name="connsiteX14" fmla="*/ 135369 w 257966"/>
                  <a:gd name="connsiteY14" fmla="*/ 235930 h 258325"/>
                  <a:gd name="connsiteX15" fmla="*/ 160149 w 257966"/>
                  <a:gd name="connsiteY15" fmla="*/ 206182 h 258325"/>
                  <a:gd name="connsiteX16" fmla="*/ 171299 w 257966"/>
                  <a:gd name="connsiteY16" fmla="*/ 197506 h 258325"/>
                  <a:gd name="connsiteX17" fmla="*/ 184929 w 257966"/>
                  <a:gd name="connsiteY17" fmla="*/ 195027 h 258325"/>
                  <a:gd name="connsiteX18" fmla="*/ 223339 w 257966"/>
                  <a:gd name="connsiteY18" fmla="*/ 190069 h 258325"/>
                  <a:gd name="connsiteX19" fmla="*/ 240685 w 257966"/>
                  <a:gd name="connsiteY19" fmla="*/ 178913 h 258325"/>
                  <a:gd name="connsiteX20" fmla="*/ 240685 w 257966"/>
                  <a:gd name="connsiteY20" fmla="*/ 157842 h 258325"/>
                  <a:gd name="connsiteX21" fmla="*/ 220861 w 257966"/>
                  <a:gd name="connsiteY21" fmla="*/ 124376 h 258325"/>
                  <a:gd name="connsiteX22" fmla="*/ 215905 w 257966"/>
                  <a:gd name="connsiteY22" fmla="*/ 110741 h 258325"/>
                  <a:gd name="connsiteX23" fmla="*/ 215905 w 257966"/>
                  <a:gd name="connsiteY23" fmla="*/ 97107 h 258325"/>
                  <a:gd name="connsiteX24" fmla="*/ 224577 w 257966"/>
                  <a:gd name="connsiteY24" fmla="*/ 59922 h 258325"/>
                  <a:gd name="connsiteX25" fmla="*/ 219621 w 257966"/>
                  <a:gd name="connsiteY25" fmla="*/ 38851 h 258325"/>
                  <a:gd name="connsiteX26" fmla="*/ 199797 w 257966"/>
                  <a:gd name="connsiteY26" fmla="*/ 32653 h 258325"/>
                  <a:gd name="connsiteX27" fmla="*/ 160149 w 257966"/>
                  <a:gd name="connsiteY27" fmla="*/ 41330 h 258325"/>
                  <a:gd name="connsiteX28" fmla="*/ 146519 w 257966"/>
                  <a:gd name="connsiteY28" fmla="*/ 41330 h 258325"/>
                  <a:gd name="connsiteX29" fmla="*/ 134129 w 257966"/>
                  <a:gd name="connsiteY29" fmla="*/ 36372 h 258325"/>
                  <a:gd name="connsiteX30" fmla="*/ 100675 w 257966"/>
                  <a:gd name="connsiteY30" fmla="*/ 16540 h 258325"/>
                  <a:gd name="connsiteX31" fmla="*/ 89525 w 257966"/>
                  <a:gd name="connsiteY31" fmla="*/ 14061 h 258325"/>
                  <a:gd name="connsiteX32" fmla="*/ 90581 w 257966"/>
                  <a:gd name="connsiteY32" fmla="*/ 46 h 258325"/>
                  <a:gd name="connsiteX33" fmla="*/ 108093 w 257966"/>
                  <a:gd name="connsiteY33" fmla="*/ 5317 h 258325"/>
                  <a:gd name="connsiteX34" fmla="*/ 141567 w 257966"/>
                  <a:gd name="connsiteY34" fmla="*/ 25161 h 258325"/>
                  <a:gd name="connsiteX35" fmla="*/ 149007 w 257966"/>
                  <a:gd name="connsiteY35" fmla="*/ 27641 h 258325"/>
                  <a:gd name="connsiteX36" fmla="*/ 156445 w 257966"/>
                  <a:gd name="connsiteY36" fmla="*/ 26401 h 258325"/>
                  <a:gd name="connsiteX37" fmla="*/ 196119 w 257966"/>
                  <a:gd name="connsiteY37" fmla="*/ 18960 h 258325"/>
                  <a:gd name="connsiteX38" fmla="*/ 229593 w 257966"/>
                  <a:gd name="connsiteY38" fmla="*/ 28881 h 258325"/>
                  <a:gd name="connsiteX39" fmla="*/ 238273 w 257966"/>
                  <a:gd name="connsiteY39" fmla="*/ 63608 h 258325"/>
                  <a:gd name="connsiteX40" fmla="*/ 230833 w 257966"/>
                  <a:gd name="connsiteY40" fmla="*/ 100815 h 258325"/>
                  <a:gd name="connsiteX41" fmla="*/ 230833 w 257966"/>
                  <a:gd name="connsiteY41" fmla="*/ 108256 h 258325"/>
                  <a:gd name="connsiteX42" fmla="*/ 233313 w 257966"/>
                  <a:gd name="connsiteY42" fmla="*/ 116938 h 258325"/>
                  <a:gd name="connsiteX43" fmla="*/ 253149 w 257966"/>
                  <a:gd name="connsiteY43" fmla="*/ 150424 h 258325"/>
                  <a:gd name="connsiteX44" fmla="*/ 254389 w 257966"/>
                  <a:gd name="connsiteY44" fmla="*/ 186391 h 258325"/>
                  <a:gd name="connsiteX45" fmla="*/ 224635 w 257966"/>
                  <a:gd name="connsiteY45" fmla="*/ 204995 h 258325"/>
                  <a:gd name="connsiteX46" fmla="*/ 186201 w 257966"/>
                  <a:gd name="connsiteY46" fmla="*/ 208716 h 258325"/>
                  <a:gd name="connsiteX47" fmla="*/ 177521 w 257966"/>
                  <a:gd name="connsiteY47" fmla="*/ 211196 h 258325"/>
                  <a:gd name="connsiteX48" fmla="*/ 171323 w 257966"/>
                  <a:gd name="connsiteY48" fmla="*/ 216157 h 258325"/>
                  <a:gd name="connsiteX49" fmla="*/ 145287 w 257966"/>
                  <a:gd name="connsiteY49" fmla="*/ 245923 h 258325"/>
                  <a:gd name="connsiteX50" fmla="*/ 118011 w 257966"/>
                  <a:gd name="connsiteY50" fmla="*/ 258325 h 258325"/>
                  <a:gd name="connsiteX51" fmla="*/ 113053 w 257966"/>
                  <a:gd name="connsiteY51" fmla="*/ 257085 h 258325"/>
                  <a:gd name="connsiteX52" fmla="*/ 84537 w 257966"/>
                  <a:gd name="connsiteY52" fmla="*/ 236001 h 258325"/>
                  <a:gd name="connsiteX53" fmla="*/ 68419 w 257966"/>
                  <a:gd name="connsiteY53" fmla="*/ 200034 h 258325"/>
                  <a:gd name="connsiteX54" fmla="*/ 64699 w 257966"/>
                  <a:gd name="connsiteY54" fmla="*/ 192593 h 258325"/>
                  <a:gd name="connsiteX55" fmla="*/ 57261 w 257966"/>
                  <a:gd name="connsiteY55" fmla="*/ 187632 h 258325"/>
                  <a:gd name="connsiteX56" fmla="*/ 22547 w 257966"/>
                  <a:gd name="connsiteY56" fmla="*/ 172749 h 258325"/>
                  <a:gd name="connsiteX57" fmla="*/ 229 w 257966"/>
                  <a:gd name="connsiteY57" fmla="*/ 145464 h 258325"/>
                  <a:gd name="connsiteX58" fmla="*/ 12629 w 257966"/>
                  <a:gd name="connsiteY58" fmla="*/ 111977 h 258325"/>
                  <a:gd name="connsiteX59" fmla="*/ 42383 w 257966"/>
                  <a:gd name="connsiteY59" fmla="*/ 84692 h 258325"/>
                  <a:gd name="connsiteX60" fmla="*/ 47343 w 257966"/>
                  <a:gd name="connsiteY60" fmla="*/ 79731 h 258325"/>
                  <a:gd name="connsiteX61" fmla="*/ 49823 w 257966"/>
                  <a:gd name="connsiteY61" fmla="*/ 71049 h 258325"/>
                  <a:gd name="connsiteX62" fmla="*/ 52301 w 257966"/>
                  <a:gd name="connsiteY62" fmla="*/ 32602 h 258325"/>
                  <a:gd name="connsiteX63" fmla="*/ 72139 w 257966"/>
                  <a:gd name="connsiteY63" fmla="*/ 4077 h 258325"/>
                  <a:gd name="connsiteX64" fmla="*/ 90581 w 257966"/>
                  <a:gd name="connsiteY64" fmla="*/ 46 h 258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257966" h="258325">
                    <a:moveTo>
                      <a:pt x="89525" y="14061"/>
                    </a:moveTo>
                    <a:cubicBezTo>
                      <a:pt x="85807" y="14061"/>
                      <a:pt x="82091" y="14061"/>
                      <a:pt x="79613" y="16540"/>
                    </a:cubicBezTo>
                    <a:cubicBezTo>
                      <a:pt x="72177" y="20258"/>
                      <a:pt x="68461" y="26456"/>
                      <a:pt x="67221" y="33893"/>
                    </a:cubicBezTo>
                    <a:lnTo>
                      <a:pt x="63505" y="73557"/>
                    </a:lnTo>
                    <a:cubicBezTo>
                      <a:pt x="63505" y="77275"/>
                      <a:pt x="61027" y="80994"/>
                      <a:pt x="59787" y="85952"/>
                    </a:cubicBezTo>
                    <a:cubicBezTo>
                      <a:pt x="57309" y="89670"/>
                      <a:pt x="54831" y="92149"/>
                      <a:pt x="51115" y="95867"/>
                    </a:cubicBezTo>
                    <a:lnTo>
                      <a:pt x="22617" y="123136"/>
                    </a:lnTo>
                    <a:cubicBezTo>
                      <a:pt x="16423" y="128094"/>
                      <a:pt x="13943" y="135531"/>
                      <a:pt x="15183" y="142968"/>
                    </a:cubicBezTo>
                    <a:cubicBezTo>
                      <a:pt x="16423" y="150405"/>
                      <a:pt x="21379" y="156603"/>
                      <a:pt x="28813" y="159082"/>
                    </a:cubicBezTo>
                    <a:lnTo>
                      <a:pt x="63505" y="175195"/>
                    </a:lnTo>
                    <a:cubicBezTo>
                      <a:pt x="67221" y="176434"/>
                      <a:pt x="70939" y="178913"/>
                      <a:pt x="74657" y="182632"/>
                    </a:cubicBezTo>
                    <a:cubicBezTo>
                      <a:pt x="78373" y="185111"/>
                      <a:pt x="80851" y="188829"/>
                      <a:pt x="82091" y="193787"/>
                    </a:cubicBezTo>
                    <a:lnTo>
                      <a:pt x="98197" y="229733"/>
                    </a:lnTo>
                    <a:cubicBezTo>
                      <a:pt x="100675" y="237170"/>
                      <a:pt x="106871" y="242128"/>
                      <a:pt x="114305" y="243367"/>
                    </a:cubicBezTo>
                    <a:cubicBezTo>
                      <a:pt x="121739" y="244606"/>
                      <a:pt x="129173" y="240888"/>
                      <a:pt x="135369" y="235930"/>
                    </a:cubicBezTo>
                    <a:lnTo>
                      <a:pt x="160149" y="206182"/>
                    </a:lnTo>
                    <a:cubicBezTo>
                      <a:pt x="162627" y="202464"/>
                      <a:pt x="166343" y="199985"/>
                      <a:pt x="171299" y="197506"/>
                    </a:cubicBezTo>
                    <a:cubicBezTo>
                      <a:pt x="175017" y="196266"/>
                      <a:pt x="179973" y="195027"/>
                      <a:pt x="184929" y="195027"/>
                    </a:cubicBezTo>
                    <a:lnTo>
                      <a:pt x="223339" y="190069"/>
                    </a:lnTo>
                    <a:cubicBezTo>
                      <a:pt x="230773" y="190069"/>
                      <a:pt x="236967" y="186350"/>
                      <a:pt x="240685" y="178913"/>
                    </a:cubicBezTo>
                    <a:cubicBezTo>
                      <a:pt x="244403" y="172716"/>
                      <a:pt x="244403" y="165279"/>
                      <a:pt x="240685" y="157842"/>
                    </a:cubicBezTo>
                    <a:lnTo>
                      <a:pt x="220861" y="124376"/>
                    </a:lnTo>
                    <a:cubicBezTo>
                      <a:pt x="218383" y="119418"/>
                      <a:pt x="217143" y="115699"/>
                      <a:pt x="215905" y="110741"/>
                    </a:cubicBezTo>
                    <a:cubicBezTo>
                      <a:pt x="214665" y="105783"/>
                      <a:pt x="214665" y="102065"/>
                      <a:pt x="215905" y="97107"/>
                    </a:cubicBezTo>
                    <a:lnTo>
                      <a:pt x="224577" y="59922"/>
                    </a:lnTo>
                    <a:cubicBezTo>
                      <a:pt x="227055" y="52485"/>
                      <a:pt x="224577" y="45048"/>
                      <a:pt x="219621" y="38851"/>
                    </a:cubicBezTo>
                    <a:cubicBezTo>
                      <a:pt x="213427" y="33893"/>
                      <a:pt x="205993" y="31414"/>
                      <a:pt x="199797" y="32653"/>
                    </a:cubicBezTo>
                    <a:lnTo>
                      <a:pt x="160149" y="41330"/>
                    </a:lnTo>
                    <a:cubicBezTo>
                      <a:pt x="155193" y="41330"/>
                      <a:pt x="150237" y="41330"/>
                      <a:pt x="146519" y="41330"/>
                    </a:cubicBezTo>
                    <a:cubicBezTo>
                      <a:pt x="142803" y="40090"/>
                      <a:pt x="137847" y="38851"/>
                      <a:pt x="134129" y="36372"/>
                    </a:cubicBezTo>
                    <a:lnTo>
                      <a:pt x="100675" y="16540"/>
                    </a:lnTo>
                    <a:cubicBezTo>
                      <a:pt x="96959" y="15300"/>
                      <a:pt x="93241" y="14061"/>
                      <a:pt x="89525" y="14061"/>
                    </a:cubicBezTo>
                    <a:close/>
                    <a:moveTo>
                      <a:pt x="90581" y="46"/>
                    </a:moveTo>
                    <a:cubicBezTo>
                      <a:pt x="96625" y="356"/>
                      <a:pt x="102515" y="2217"/>
                      <a:pt x="108093" y="5317"/>
                    </a:cubicBezTo>
                    <a:lnTo>
                      <a:pt x="141567" y="25161"/>
                    </a:lnTo>
                    <a:cubicBezTo>
                      <a:pt x="144047" y="26401"/>
                      <a:pt x="146527" y="26401"/>
                      <a:pt x="149007" y="27641"/>
                    </a:cubicBezTo>
                    <a:cubicBezTo>
                      <a:pt x="151485" y="27641"/>
                      <a:pt x="155205" y="27641"/>
                      <a:pt x="156445" y="26401"/>
                    </a:cubicBezTo>
                    <a:lnTo>
                      <a:pt x="196119" y="18960"/>
                    </a:lnTo>
                    <a:cubicBezTo>
                      <a:pt x="208517" y="16479"/>
                      <a:pt x="220915" y="20200"/>
                      <a:pt x="229593" y="28881"/>
                    </a:cubicBezTo>
                    <a:cubicBezTo>
                      <a:pt x="238273" y="38803"/>
                      <a:pt x="241991" y="51206"/>
                      <a:pt x="238273" y="63608"/>
                    </a:cubicBezTo>
                    <a:lnTo>
                      <a:pt x="230833" y="100815"/>
                    </a:lnTo>
                    <a:cubicBezTo>
                      <a:pt x="229593" y="103296"/>
                      <a:pt x="229593" y="105776"/>
                      <a:pt x="230833" y="108256"/>
                    </a:cubicBezTo>
                    <a:cubicBezTo>
                      <a:pt x="230833" y="110737"/>
                      <a:pt x="230833" y="114458"/>
                      <a:pt x="233313" y="116938"/>
                    </a:cubicBezTo>
                    <a:lnTo>
                      <a:pt x="253149" y="150424"/>
                    </a:lnTo>
                    <a:cubicBezTo>
                      <a:pt x="259349" y="161587"/>
                      <a:pt x="259349" y="175229"/>
                      <a:pt x="254389" y="186391"/>
                    </a:cubicBezTo>
                    <a:cubicBezTo>
                      <a:pt x="248191" y="196313"/>
                      <a:pt x="237033" y="203755"/>
                      <a:pt x="224635" y="204995"/>
                    </a:cubicBezTo>
                    <a:lnTo>
                      <a:pt x="186201" y="208716"/>
                    </a:lnTo>
                    <a:cubicBezTo>
                      <a:pt x="182481" y="208716"/>
                      <a:pt x="180001" y="209956"/>
                      <a:pt x="177521" y="211196"/>
                    </a:cubicBezTo>
                    <a:cubicBezTo>
                      <a:pt x="175043" y="211196"/>
                      <a:pt x="172563" y="213677"/>
                      <a:pt x="171323" y="216157"/>
                    </a:cubicBezTo>
                    <a:lnTo>
                      <a:pt x="145287" y="245923"/>
                    </a:lnTo>
                    <a:cubicBezTo>
                      <a:pt x="139087" y="253364"/>
                      <a:pt x="129169" y="258325"/>
                      <a:pt x="118011" y="258325"/>
                    </a:cubicBezTo>
                    <a:cubicBezTo>
                      <a:pt x="116771" y="258325"/>
                      <a:pt x="114291" y="257085"/>
                      <a:pt x="113053" y="257085"/>
                    </a:cubicBezTo>
                    <a:cubicBezTo>
                      <a:pt x="100655" y="254604"/>
                      <a:pt x="89495" y="247163"/>
                      <a:pt x="84537" y="236001"/>
                    </a:cubicBezTo>
                    <a:lnTo>
                      <a:pt x="68419" y="200034"/>
                    </a:lnTo>
                    <a:cubicBezTo>
                      <a:pt x="68419" y="196313"/>
                      <a:pt x="67179" y="195073"/>
                      <a:pt x="64699" y="192593"/>
                    </a:cubicBezTo>
                    <a:cubicBezTo>
                      <a:pt x="62221" y="190112"/>
                      <a:pt x="59741" y="188872"/>
                      <a:pt x="57261" y="187632"/>
                    </a:cubicBezTo>
                    <a:lnTo>
                      <a:pt x="22547" y="172749"/>
                    </a:lnTo>
                    <a:cubicBezTo>
                      <a:pt x="10149" y="167788"/>
                      <a:pt x="2709" y="156626"/>
                      <a:pt x="229" y="145464"/>
                    </a:cubicBezTo>
                    <a:cubicBezTo>
                      <a:pt x="-1009" y="133061"/>
                      <a:pt x="2709" y="120659"/>
                      <a:pt x="12629" y="111977"/>
                    </a:cubicBezTo>
                    <a:lnTo>
                      <a:pt x="42383" y="84692"/>
                    </a:lnTo>
                    <a:cubicBezTo>
                      <a:pt x="43623" y="83452"/>
                      <a:pt x="44863" y="80971"/>
                      <a:pt x="47343" y="79731"/>
                    </a:cubicBezTo>
                    <a:cubicBezTo>
                      <a:pt x="47343" y="77251"/>
                      <a:pt x="48583" y="73530"/>
                      <a:pt x="49823" y="71049"/>
                    </a:cubicBezTo>
                    <a:lnTo>
                      <a:pt x="52301" y="32602"/>
                    </a:lnTo>
                    <a:cubicBezTo>
                      <a:pt x="54781" y="20200"/>
                      <a:pt x="62221" y="9038"/>
                      <a:pt x="72139" y="4077"/>
                    </a:cubicBezTo>
                    <a:cubicBezTo>
                      <a:pt x="78339" y="977"/>
                      <a:pt x="84537" y="-264"/>
                      <a:pt x="90581" y="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8D21F48C-0CD8-2E40-9487-D22949EFC48C}"/>
                  </a:ext>
                </a:extLst>
              </p:cNvPr>
              <p:cNvSpPr/>
              <p:nvPr/>
            </p:nvSpPr>
            <p:spPr>
              <a:xfrm>
                <a:off x="21976786" y="5526092"/>
                <a:ext cx="257798" cy="257658"/>
              </a:xfrm>
              <a:custGeom>
                <a:avLst/>
                <a:gdLst>
                  <a:gd name="connsiteX0" fmla="*/ 88276 w 257798"/>
                  <a:gd name="connsiteY0" fmla="*/ 13397 h 257658"/>
                  <a:gd name="connsiteX1" fmla="*/ 79604 w 257798"/>
                  <a:gd name="connsiteY1" fmla="*/ 17116 h 257658"/>
                  <a:gd name="connsiteX2" fmla="*/ 67212 w 257798"/>
                  <a:gd name="connsiteY2" fmla="*/ 34469 h 257658"/>
                  <a:gd name="connsiteX3" fmla="*/ 63496 w 257798"/>
                  <a:gd name="connsiteY3" fmla="*/ 72893 h 257658"/>
                  <a:gd name="connsiteX4" fmla="*/ 59778 w 257798"/>
                  <a:gd name="connsiteY4" fmla="*/ 85288 h 257658"/>
                  <a:gd name="connsiteX5" fmla="*/ 51104 w 257798"/>
                  <a:gd name="connsiteY5" fmla="*/ 96443 h 257658"/>
                  <a:gd name="connsiteX6" fmla="*/ 21368 w 257798"/>
                  <a:gd name="connsiteY6" fmla="*/ 123712 h 257658"/>
                  <a:gd name="connsiteX7" fmla="*/ 15172 w 257798"/>
                  <a:gd name="connsiteY7" fmla="*/ 142304 h 257658"/>
                  <a:gd name="connsiteX8" fmla="*/ 27562 w 257798"/>
                  <a:gd name="connsiteY8" fmla="*/ 159657 h 257658"/>
                  <a:gd name="connsiteX9" fmla="*/ 63496 w 257798"/>
                  <a:gd name="connsiteY9" fmla="*/ 174531 h 257658"/>
                  <a:gd name="connsiteX10" fmla="*/ 74646 w 257798"/>
                  <a:gd name="connsiteY10" fmla="*/ 181968 h 257658"/>
                  <a:gd name="connsiteX11" fmla="*/ 82082 w 257798"/>
                  <a:gd name="connsiteY11" fmla="*/ 193124 h 257658"/>
                  <a:gd name="connsiteX12" fmla="*/ 98190 w 257798"/>
                  <a:gd name="connsiteY12" fmla="*/ 230308 h 257658"/>
                  <a:gd name="connsiteX13" fmla="*/ 114296 w 257798"/>
                  <a:gd name="connsiteY13" fmla="*/ 242703 h 257658"/>
                  <a:gd name="connsiteX14" fmla="*/ 134122 w 257798"/>
                  <a:gd name="connsiteY14" fmla="*/ 236506 h 257658"/>
                  <a:gd name="connsiteX15" fmla="*/ 160142 w 257798"/>
                  <a:gd name="connsiteY15" fmla="*/ 206758 h 257658"/>
                  <a:gd name="connsiteX16" fmla="*/ 171294 w 257798"/>
                  <a:gd name="connsiteY16" fmla="*/ 198082 h 257658"/>
                  <a:gd name="connsiteX17" fmla="*/ 183684 w 257798"/>
                  <a:gd name="connsiteY17" fmla="*/ 194363 h 257658"/>
                  <a:gd name="connsiteX18" fmla="*/ 223334 w 257798"/>
                  <a:gd name="connsiteY18" fmla="*/ 190645 h 257658"/>
                  <a:gd name="connsiteX19" fmla="*/ 240680 w 257798"/>
                  <a:gd name="connsiteY19" fmla="*/ 179489 h 257658"/>
                  <a:gd name="connsiteX20" fmla="*/ 240680 w 257798"/>
                  <a:gd name="connsiteY20" fmla="*/ 158418 h 257658"/>
                  <a:gd name="connsiteX21" fmla="*/ 219616 w 257798"/>
                  <a:gd name="connsiteY21" fmla="*/ 123712 h 257658"/>
                  <a:gd name="connsiteX22" fmla="*/ 215900 w 257798"/>
                  <a:gd name="connsiteY22" fmla="*/ 111317 h 257658"/>
                  <a:gd name="connsiteX23" fmla="*/ 215900 w 257798"/>
                  <a:gd name="connsiteY23" fmla="*/ 97683 h 257658"/>
                  <a:gd name="connsiteX24" fmla="*/ 224574 w 257798"/>
                  <a:gd name="connsiteY24" fmla="*/ 59258 h 257658"/>
                  <a:gd name="connsiteX25" fmla="*/ 219616 w 257798"/>
                  <a:gd name="connsiteY25" fmla="*/ 39427 h 257658"/>
                  <a:gd name="connsiteX26" fmla="*/ 198552 w 257798"/>
                  <a:gd name="connsiteY26" fmla="*/ 33229 h 257658"/>
                  <a:gd name="connsiteX27" fmla="*/ 160142 w 257798"/>
                  <a:gd name="connsiteY27" fmla="*/ 40666 h 257658"/>
                  <a:gd name="connsiteX28" fmla="*/ 146512 w 257798"/>
                  <a:gd name="connsiteY28" fmla="*/ 40666 h 257658"/>
                  <a:gd name="connsiteX29" fmla="*/ 134122 w 257798"/>
                  <a:gd name="connsiteY29" fmla="*/ 36948 h 257658"/>
                  <a:gd name="connsiteX30" fmla="*/ 100668 w 257798"/>
                  <a:gd name="connsiteY30" fmla="*/ 17116 h 257658"/>
                  <a:gd name="connsiteX31" fmla="*/ 88276 w 257798"/>
                  <a:gd name="connsiteY31" fmla="*/ 13397 h 257658"/>
                  <a:gd name="connsiteX32" fmla="*/ 90270 w 257798"/>
                  <a:gd name="connsiteY32" fmla="*/ 0 h 257658"/>
                  <a:gd name="connsiteX33" fmla="*/ 108092 w 257798"/>
                  <a:gd name="connsiteY33" fmla="*/ 4650 h 257658"/>
                  <a:gd name="connsiteX34" fmla="*/ 141566 w 257798"/>
                  <a:gd name="connsiteY34" fmla="*/ 24494 h 257658"/>
                  <a:gd name="connsiteX35" fmla="*/ 149006 w 257798"/>
                  <a:gd name="connsiteY35" fmla="*/ 26974 h 257658"/>
                  <a:gd name="connsiteX36" fmla="*/ 157684 w 257798"/>
                  <a:gd name="connsiteY36" fmla="*/ 26974 h 257658"/>
                  <a:gd name="connsiteX37" fmla="*/ 196118 w 257798"/>
                  <a:gd name="connsiteY37" fmla="*/ 19533 h 257658"/>
                  <a:gd name="connsiteX38" fmla="*/ 229592 w 257798"/>
                  <a:gd name="connsiteY38" fmla="*/ 29455 h 257658"/>
                  <a:gd name="connsiteX39" fmla="*/ 239510 w 257798"/>
                  <a:gd name="connsiteY39" fmla="*/ 62941 h 257658"/>
                  <a:gd name="connsiteX40" fmla="*/ 229592 w 257798"/>
                  <a:gd name="connsiteY40" fmla="*/ 100148 h 257658"/>
                  <a:gd name="connsiteX41" fmla="*/ 229592 w 257798"/>
                  <a:gd name="connsiteY41" fmla="*/ 108830 h 257658"/>
                  <a:gd name="connsiteX42" fmla="*/ 233312 w 257798"/>
                  <a:gd name="connsiteY42" fmla="*/ 116271 h 257658"/>
                  <a:gd name="connsiteX43" fmla="*/ 253148 w 257798"/>
                  <a:gd name="connsiteY43" fmla="*/ 149758 h 257658"/>
                  <a:gd name="connsiteX44" fmla="*/ 253148 w 257798"/>
                  <a:gd name="connsiteY44" fmla="*/ 185725 h 257658"/>
                  <a:gd name="connsiteX45" fmla="*/ 223394 w 257798"/>
                  <a:gd name="connsiteY45" fmla="*/ 205568 h 257658"/>
                  <a:gd name="connsiteX46" fmla="*/ 186200 w 257798"/>
                  <a:gd name="connsiteY46" fmla="*/ 209289 h 257658"/>
                  <a:gd name="connsiteX47" fmla="*/ 177520 w 257798"/>
                  <a:gd name="connsiteY47" fmla="*/ 211770 h 257658"/>
                  <a:gd name="connsiteX48" fmla="*/ 171322 w 257798"/>
                  <a:gd name="connsiteY48" fmla="*/ 216730 h 257658"/>
                  <a:gd name="connsiteX49" fmla="*/ 145286 w 257798"/>
                  <a:gd name="connsiteY49" fmla="*/ 245256 h 257658"/>
                  <a:gd name="connsiteX50" fmla="*/ 118010 w 257798"/>
                  <a:gd name="connsiteY50" fmla="*/ 257658 h 257658"/>
                  <a:gd name="connsiteX51" fmla="*/ 111812 w 257798"/>
                  <a:gd name="connsiteY51" fmla="*/ 257658 h 257658"/>
                  <a:gd name="connsiteX52" fmla="*/ 84536 w 257798"/>
                  <a:gd name="connsiteY52" fmla="*/ 236574 h 257658"/>
                  <a:gd name="connsiteX53" fmla="*/ 68418 w 257798"/>
                  <a:gd name="connsiteY53" fmla="*/ 199367 h 257658"/>
                  <a:gd name="connsiteX54" fmla="*/ 63458 w 257798"/>
                  <a:gd name="connsiteY54" fmla="*/ 193166 h 257658"/>
                  <a:gd name="connsiteX55" fmla="*/ 57260 w 257798"/>
                  <a:gd name="connsiteY55" fmla="*/ 188205 h 257658"/>
                  <a:gd name="connsiteX56" fmla="*/ 22546 w 257798"/>
                  <a:gd name="connsiteY56" fmla="*/ 173322 h 257658"/>
                  <a:gd name="connsiteX57" fmla="*/ 230 w 257798"/>
                  <a:gd name="connsiteY57" fmla="*/ 144797 h 257658"/>
                  <a:gd name="connsiteX58" fmla="*/ 12628 w 257798"/>
                  <a:gd name="connsiteY58" fmla="*/ 112551 h 257658"/>
                  <a:gd name="connsiteX59" fmla="*/ 41142 w 257798"/>
                  <a:gd name="connsiteY59" fmla="*/ 85266 h 257658"/>
                  <a:gd name="connsiteX60" fmla="*/ 46102 w 257798"/>
                  <a:gd name="connsiteY60" fmla="*/ 79064 h 257658"/>
                  <a:gd name="connsiteX61" fmla="*/ 48582 w 257798"/>
                  <a:gd name="connsiteY61" fmla="*/ 71623 h 257658"/>
                  <a:gd name="connsiteX62" fmla="*/ 53540 w 257798"/>
                  <a:gd name="connsiteY62" fmla="*/ 33176 h 257658"/>
                  <a:gd name="connsiteX63" fmla="*/ 73378 w 257798"/>
                  <a:gd name="connsiteY63" fmla="*/ 4650 h 257658"/>
                  <a:gd name="connsiteX64" fmla="*/ 90270 w 257798"/>
                  <a:gd name="connsiteY64" fmla="*/ 0 h 257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257798" h="257658">
                    <a:moveTo>
                      <a:pt x="88276" y="13397"/>
                    </a:moveTo>
                    <a:cubicBezTo>
                      <a:pt x="85798" y="13397"/>
                      <a:pt x="82082" y="14637"/>
                      <a:pt x="79604" y="17116"/>
                    </a:cubicBezTo>
                    <a:cubicBezTo>
                      <a:pt x="72168" y="19595"/>
                      <a:pt x="68452" y="25792"/>
                      <a:pt x="67212" y="34469"/>
                    </a:cubicBezTo>
                    <a:lnTo>
                      <a:pt x="63496" y="72893"/>
                    </a:lnTo>
                    <a:cubicBezTo>
                      <a:pt x="62256" y="77851"/>
                      <a:pt x="61018" y="81569"/>
                      <a:pt x="59778" y="85288"/>
                    </a:cubicBezTo>
                    <a:cubicBezTo>
                      <a:pt x="57300" y="90246"/>
                      <a:pt x="54822" y="93964"/>
                      <a:pt x="51104" y="96443"/>
                    </a:cubicBezTo>
                    <a:lnTo>
                      <a:pt x="21368" y="123712"/>
                    </a:lnTo>
                    <a:cubicBezTo>
                      <a:pt x="16412" y="127431"/>
                      <a:pt x="12694" y="134867"/>
                      <a:pt x="15172" y="142304"/>
                    </a:cubicBezTo>
                    <a:cubicBezTo>
                      <a:pt x="16412" y="149741"/>
                      <a:pt x="20128" y="155939"/>
                      <a:pt x="27562" y="159657"/>
                    </a:cubicBezTo>
                    <a:lnTo>
                      <a:pt x="63496" y="174531"/>
                    </a:lnTo>
                    <a:cubicBezTo>
                      <a:pt x="67212" y="175771"/>
                      <a:pt x="70930" y="179489"/>
                      <a:pt x="74646" y="181968"/>
                    </a:cubicBezTo>
                    <a:cubicBezTo>
                      <a:pt x="77126" y="185687"/>
                      <a:pt x="80842" y="189405"/>
                      <a:pt x="82082" y="193124"/>
                    </a:cubicBezTo>
                    <a:lnTo>
                      <a:pt x="98190" y="230308"/>
                    </a:lnTo>
                    <a:cubicBezTo>
                      <a:pt x="100668" y="236506"/>
                      <a:pt x="106862" y="241464"/>
                      <a:pt x="114296" y="242703"/>
                    </a:cubicBezTo>
                    <a:cubicBezTo>
                      <a:pt x="122970" y="243943"/>
                      <a:pt x="130404" y="241464"/>
                      <a:pt x="134122" y="236506"/>
                    </a:cubicBezTo>
                    <a:lnTo>
                      <a:pt x="160142" y="206758"/>
                    </a:lnTo>
                    <a:cubicBezTo>
                      <a:pt x="162620" y="203040"/>
                      <a:pt x="166338" y="200561"/>
                      <a:pt x="171294" y="198082"/>
                    </a:cubicBezTo>
                    <a:cubicBezTo>
                      <a:pt x="175010" y="195603"/>
                      <a:pt x="179966" y="194363"/>
                      <a:pt x="183684" y="194363"/>
                    </a:cubicBezTo>
                    <a:lnTo>
                      <a:pt x="223334" y="190645"/>
                    </a:lnTo>
                    <a:cubicBezTo>
                      <a:pt x="230768" y="190645"/>
                      <a:pt x="236964" y="185687"/>
                      <a:pt x="240680" y="179489"/>
                    </a:cubicBezTo>
                    <a:cubicBezTo>
                      <a:pt x="244398" y="172052"/>
                      <a:pt x="244398" y="164615"/>
                      <a:pt x="240680" y="158418"/>
                    </a:cubicBezTo>
                    <a:lnTo>
                      <a:pt x="219616" y="123712"/>
                    </a:lnTo>
                    <a:cubicBezTo>
                      <a:pt x="217138" y="119994"/>
                      <a:pt x="215900" y="115036"/>
                      <a:pt x="215900" y="111317"/>
                    </a:cubicBezTo>
                    <a:cubicBezTo>
                      <a:pt x="214660" y="106359"/>
                      <a:pt x="215900" y="101401"/>
                      <a:pt x="215900" y="97683"/>
                    </a:cubicBezTo>
                    <a:lnTo>
                      <a:pt x="224574" y="59258"/>
                    </a:lnTo>
                    <a:cubicBezTo>
                      <a:pt x="227052" y="53061"/>
                      <a:pt x="224574" y="45624"/>
                      <a:pt x="219616" y="39427"/>
                    </a:cubicBezTo>
                    <a:cubicBezTo>
                      <a:pt x="213422" y="33229"/>
                      <a:pt x="205988" y="31990"/>
                      <a:pt x="198552" y="33229"/>
                    </a:cubicBezTo>
                    <a:lnTo>
                      <a:pt x="160142" y="40666"/>
                    </a:lnTo>
                    <a:cubicBezTo>
                      <a:pt x="155186" y="41906"/>
                      <a:pt x="151468" y="41906"/>
                      <a:pt x="146512" y="40666"/>
                    </a:cubicBezTo>
                    <a:cubicBezTo>
                      <a:pt x="141556" y="40666"/>
                      <a:pt x="137838" y="39427"/>
                      <a:pt x="134122" y="36948"/>
                    </a:cubicBezTo>
                    <a:lnTo>
                      <a:pt x="100668" y="17116"/>
                    </a:lnTo>
                    <a:cubicBezTo>
                      <a:pt x="96950" y="15876"/>
                      <a:pt x="93232" y="13397"/>
                      <a:pt x="88276" y="13397"/>
                    </a:cubicBezTo>
                    <a:close/>
                    <a:moveTo>
                      <a:pt x="90270" y="0"/>
                    </a:moveTo>
                    <a:cubicBezTo>
                      <a:pt x="96314" y="0"/>
                      <a:pt x="102514" y="1550"/>
                      <a:pt x="108092" y="4650"/>
                    </a:cubicBezTo>
                    <a:lnTo>
                      <a:pt x="141566" y="24494"/>
                    </a:lnTo>
                    <a:cubicBezTo>
                      <a:pt x="144046" y="25734"/>
                      <a:pt x="146526" y="26974"/>
                      <a:pt x="149006" y="26974"/>
                    </a:cubicBezTo>
                    <a:cubicBezTo>
                      <a:pt x="151484" y="26974"/>
                      <a:pt x="153964" y="26974"/>
                      <a:pt x="157684" y="26974"/>
                    </a:cubicBezTo>
                    <a:lnTo>
                      <a:pt x="196118" y="19533"/>
                    </a:lnTo>
                    <a:cubicBezTo>
                      <a:pt x="208516" y="15812"/>
                      <a:pt x="220914" y="19533"/>
                      <a:pt x="229592" y="29455"/>
                    </a:cubicBezTo>
                    <a:cubicBezTo>
                      <a:pt x="238272" y="38137"/>
                      <a:pt x="241990" y="50539"/>
                      <a:pt x="239510" y="62941"/>
                    </a:cubicBezTo>
                    <a:lnTo>
                      <a:pt x="229592" y="100148"/>
                    </a:lnTo>
                    <a:cubicBezTo>
                      <a:pt x="229592" y="103869"/>
                      <a:pt x="229592" y="105109"/>
                      <a:pt x="229592" y="108830"/>
                    </a:cubicBezTo>
                    <a:cubicBezTo>
                      <a:pt x="230832" y="111310"/>
                      <a:pt x="230832" y="113791"/>
                      <a:pt x="233312" y="116271"/>
                    </a:cubicBezTo>
                    <a:lnTo>
                      <a:pt x="253148" y="149758"/>
                    </a:lnTo>
                    <a:cubicBezTo>
                      <a:pt x="259348" y="162160"/>
                      <a:pt x="259348" y="174562"/>
                      <a:pt x="253148" y="185725"/>
                    </a:cubicBezTo>
                    <a:cubicBezTo>
                      <a:pt x="248190" y="196887"/>
                      <a:pt x="237032" y="204328"/>
                      <a:pt x="223394" y="205568"/>
                    </a:cubicBezTo>
                    <a:lnTo>
                      <a:pt x="186200" y="209289"/>
                    </a:lnTo>
                    <a:cubicBezTo>
                      <a:pt x="182480" y="209289"/>
                      <a:pt x="180000" y="209289"/>
                      <a:pt x="177520" y="211770"/>
                    </a:cubicBezTo>
                    <a:cubicBezTo>
                      <a:pt x="175042" y="211770"/>
                      <a:pt x="172562" y="214250"/>
                      <a:pt x="171322" y="216730"/>
                    </a:cubicBezTo>
                    <a:lnTo>
                      <a:pt x="145286" y="245256"/>
                    </a:lnTo>
                    <a:cubicBezTo>
                      <a:pt x="137848" y="253938"/>
                      <a:pt x="127928" y="257658"/>
                      <a:pt x="118010" y="257658"/>
                    </a:cubicBezTo>
                    <a:cubicBezTo>
                      <a:pt x="116770" y="257658"/>
                      <a:pt x="114290" y="257658"/>
                      <a:pt x="111812" y="257658"/>
                    </a:cubicBezTo>
                    <a:cubicBezTo>
                      <a:pt x="100654" y="255178"/>
                      <a:pt x="89494" y="247736"/>
                      <a:pt x="84536" y="236574"/>
                    </a:cubicBezTo>
                    <a:lnTo>
                      <a:pt x="68418" y="199367"/>
                    </a:lnTo>
                    <a:cubicBezTo>
                      <a:pt x="67178" y="196887"/>
                      <a:pt x="65938" y="194406"/>
                      <a:pt x="63458" y="193166"/>
                    </a:cubicBezTo>
                    <a:cubicBezTo>
                      <a:pt x="62220" y="190686"/>
                      <a:pt x="59740" y="189445"/>
                      <a:pt x="57260" y="188205"/>
                    </a:cubicBezTo>
                    <a:lnTo>
                      <a:pt x="22546" y="173322"/>
                    </a:lnTo>
                    <a:cubicBezTo>
                      <a:pt x="10148" y="168361"/>
                      <a:pt x="2708" y="157199"/>
                      <a:pt x="230" y="144797"/>
                    </a:cubicBezTo>
                    <a:cubicBezTo>
                      <a:pt x="-1010" y="132394"/>
                      <a:pt x="2708" y="121232"/>
                      <a:pt x="12628" y="112551"/>
                    </a:cubicBezTo>
                    <a:lnTo>
                      <a:pt x="41142" y="85266"/>
                    </a:lnTo>
                    <a:cubicBezTo>
                      <a:pt x="43622" y="84025"/>
                      <a:pt x="46102" y="81545"/>
                      <a:pt x="46102" y="79064"/>
                    </a:cubicBezTo>
                    <a:cubicBezTo>
                      <a:pt x="47342" y="76584"/>
                      <a:pt x="48582" y="74103"/>
                      <a:pt x="48582" y="71623"/>
                    </a:cubicBezTo>
                    <a:lnTo>
                      <a:pt x="53540" y="33176"/>
                    </a:lnTo>
                    <a:cubicBezTo>
                      <a:pt x="53540" y="19533"/>
                      <a:pt x="60980" y="9611"/>
                      <a:pt x="73378" y="4650"/>
                    </a:cubicBezTo>
                    <a:cubicBezTo>
                      <a:pt x="78338" y="1550"/>
                      <a:pt x="84226" y="0"/>
                      <a:pt x="902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AB8C0068-9316-4D4B-BDB7-145645429F72}"/>
                  </a:ext>
                </a:extLst>
              </p:cNvPr>
              <p:cNvSpPr/>
              <p:nvPr/>
            </p:nvSpPr>
            <p:spPr>
              <a:xfrm>
                <a:off x="12083711" y="10719569"/>
                <a:ext cx="260068" cy="250988"/>
              </a:xfrm>
              <a:custGeom>
                <a:avLst/>
                <a:gdLst>
                  <a:gd name="connsiteX0" fmla="*/ 73657 w 260068"/>
                  <a:gd name="connsiteY0" fmla="*/ 15440 h 250988"/>
                  <a:gd name="connsiteX1" fmla="*/ 60027 w 260068"/>
                  <a:gd name="connsiteY1" fmla="*/ 17919 h 250988"/>
                  <a:gd name="connsiteX2" fmla="*/ 51353 w 260068"/>
                  <a:gd name="connsiteY2" fmla="*/ 37748 h 250988"/>
                  <a:gd name="connsiteX3" fmla="*/ 53831 w 260068"/>
                  <a:gd name="connsiteY3" fmla="*/ 77406 h 250988"/>
                  <a:gd name="connsiteX4" fmla="*/ 52592 w 260068"/>
                  <a:gd name="connsiteY4" fmla="*/ 89799 h 250988"/>
                  <a:gd name="connsiteX5" fmla="*/ 45157 w 260068"/>
                  <a:gd name="connsiteY5" fmla="*/ 102192 h 250988"/>
                  <a:gd name="connsiteX6" fmla="*/ 20375 w 260068"/>
                  <a:gd name="connsiteY6" fmla="*/ 133174 h 250988"/>
                  <a:gd name="connsiteX7" fmla="*/ 16657 w 260068"/>
                  <a:gd name="connsiteY7" fmla="*/ 153003 h 250988"/>
                  <a:gd name="connsiteX8" fmla="*/ 32766 w 260068"/>
                  <a:gd name="connsiteY8" fmla="*/ 167875 h 250988"/>
                  <a:gd name="connsiteX9" fmla="*/ 69940 w 260068"/>
                  <a:gd name="connsiteY9" fmla="*/ 176550 h 250988"/>
                  <a:gd name="connsiteX10" fmla="*/ 82331 w 260068"/>
                  <a:gd name="connsiteY10" fmla="*/ 182747 h 250988"/>
                  <a:gd name="connsiteX11" fmla="*/ 92244 w 260068"/>
                  <a:gd name="connsiteY11" fmla="*/ 192661 h 250988"/>
                  <a:gd name="connsiteX12" fmla="*/ 113309 w 260068"/>
                  <a:gd name="connsiteY12" fmla="*/ 226122 h 250988"/>
                  <a:gd name="connsiteX13" fmla="*/ 130657 w 260068"/>
                  <a:gd name="connsiteY13" fmla="*/ 237276 h 250988"/>
                  <a:gd name="connsiteX14" fmla="*/ 150483 w 260068"/>
                  <a:gd name="connsiteY14" fmla="*/ 226122 h 250988"/>
                  <a:gd name="connsiteX15" fmla="*/ 170309 w 260068"/>
                  <a:gd name="connsiteY15" fmla="*/ 193900 h 250988"/>
                  <a:gd name="connsiteX16" fmla="*/ 178983 w 260068"/>
                  <a:gd name="connsiteY16" fmla="*/ 182747 h 250988"/>
                  <a:gd name="connsiteX17" fmla="*/ 192613 w 260068"/>
                  <a:gd name="connsiteY17" fmla="*/ 176550 h 250988"/>
                  <a:gd name="connsiteX18" fmla="*/ 229787 w 260068"/>
                  <a:gd name="connsiteY18" fmla="*/ 167875 h 250988"/>
                  <a:gd name="connsiteX19" fmla="*/ 245896 w 260068"/>
                  <a:gd name="connsiteY19" fmla="*/ 153003 h 250988"/>
                  <a:gd name="connsiteX20" fmla="*/ 242178 w 260068"/>
                  <a:gd name="connsiteY20" fmla="*/ 131935 h 250988"/>
                  <a:gd name="connsiteX21" fmla="*/ 216157 w 260068"/>
                  <a:gd name="connsiteY21" fmla="*/ 102192 h 250988"/>
                  <a:gd name="connsiteX22" fmla="*/ 209961 w 260068"/>
                  <a:gd name="connsiteY22" fmla="*/ 89799 h 250988"/>
                  <a:gd name="connsiteX23" fmla="*/ 208722 w 260068"/>
                  <a:gd name="connsiteY23" fmla="*/ 76166 h 250988"/>
                  <a:gd name="connsiteX24" fmla="*/ 211200 w 260068"/>
                  <a:gd name="connsiteY24" fmla="*/ 37748 h 250988"/>
                  <a:gd name="connsiteX25" fmla="*/ 202526 w 260068"/>
                  <a:gd name="connsiteY25" fmla="*/ 17919 h 250988"/>
                  <a:gd name="connsiteX26" fmla="*/ 181461 w 260068"/>
                  <a:gd name="connsiteY26" fmla="*/ 16680 h 250988"/>
                  <a:gd name="connsiteX27" fmla="*/ 144287 w 260068"/>
                  <a:gd name="connsiteY27" fmla="*/ 30312 h 250988"/>
                  <a:gd name="connsiteX28" fmla="*/ 130657 w 260068"/>
                  <a:gd name="connsiteY28" fmla="*/ 31551 h 250988"/>
                  <a:gd name="connsiteX29" fmla="*/ 118266 w 260068"/>
                  <a:gd name="connsiteY29" fmla="*/ 30312 h 250988"/>
                  <a:gd name="connsiteX30" fmla="*/ 82331 w 260068"/>
                  <a:gd name="connsiteY30" fmla="*/ 16680 h 250988"/>
                  <a:gd name="connsiteX31" fmla="*/ 73657 w 260068"/>
                  <a:gd name="connsiteY31" fmla="*/ 15440 h 250988"/>
                  <a:gd name="connsiteX32" fmla="*/ 67576 w 260068"/>
                  <a:gd name="connsiteY32" fmla="*/ 186 h 250988"/>
                  <a:gd name="connsiteX33" fmla="*/ 84779 w 260068"/>
                  <a:gd name="connsiteY33" fmla="*/ 2976 h 250988"/>
                  <a:gd name="connsiteX34" fmla="*/ 121975 w 260068"/>
                  <a:gd name="connsiteY34" fmla="*/ 16617 h 250988"/>
                  <a:gd name="connsiteX35" fmla="*/ 129414 w 260068"/>
                  <a:gd name="connsiteY35" fmla="*/ 17857 h 250988"/>
                  <a:gd name="connsiteX36" fmla="*/ 136853 w 260068"/>
                  <a:gd name="connsiteY36" fmla="*/ 16617 h 250988"/>
                  <a:gd name="connsiteX37" fmla="*/ 175289 w 260068"/>
                  <a:gd name="connsiteY37" fmla="*/ 2976 h 250988"/>
                  <a:gd name="connsiteX38" fmla="*/ 210005 w 260068"/>
                  <a:gd name="connsiteY38" fmla="*/ 6696 h 250988"/>
                  <a:gd name="connsiteX39" fmla="*/ 224883 w 260068"/>
                  <a:gd name="connsiteY39" fmla="*/ 38938 h 250988"/>
                  <a:gd name="connsiteX40" fmla="*/ 221164 w 260068"/>
                  <a:gd name="connsiteY40" fmla="*/ 77380 h 250988"/>
                  <a:gd name="connsiteX41" fmla="*/ 222403 w 260068"/>
                  <a:gd name="connsiteY41" fmla="*/ 84820 h 250988"/>
                  <a:gd name="connsiteX42" fmla="*/ 227363 w 260068"/>
                  <a:gd name="connsiteY42" fmla="*/ 93500 h 250988"/>
                  <a:gd name="connsiteX43" fmla="*/ 252160 w 260068"/>
                  <a:gd name="connsiteY43" fmla="*/ 123262 h 250988"/>
                  <a:gd name="connsiteX44" fmla="*/ 258359 w 260068"/>
                  <a:gd name="connsiteY44" fmla="*/ 157984 h 250988"/>
                  <a:gd name="connsiteX45" fmla="*/ 232322 w 260068"/>
                  <a:gd name="connsiteY45" fmla="*/ 181545 h 250988"/>
                  <a:gd name="connsiteX46" fmla="*/ 195127 w 260068"/>
                  <a:gd name="connsiteY46" fmla="*/ 191465 h 250988"/>
                  <a:gd name="connsiteX47" fmla="*/ 187687 w 260068"/>
                  <a:gd name="connsiteY47" fmla="*/ 195185 h 250988"/>
                  <a:gd name="connsiteX48" fmla="*/ 181488 w 260068"/>
                  <a:gd name="connsiteY48" fmla="*/ 201386 h 250988"/>
                  <a:gd name="connsiteX49" fmla="*/ 160411 w 260068"/>
                  <a:gd name="connsiteY49" fmla="*/ 233627 h 250988"/>
                  <a:gd name="connsiteX50" fmla="*/ 129414 w 260068"/>
                  <a:gd name="connsiteY50" fmla="*/ 250988 h 250988"/>
                  <a:gd name="connsiteX51" fmla="*/ 99658 w 260068"/>
                  <a:gd name="connsiteY51" fmla="*/ 233627 h 250988"/>
                  <a:gd name="connsiteX52" fmla="*/ 78580 w 260068"/>
                  <a:gd name="connsiteY52" fmla="*/ 200146 h 250988"/>
                  <a:gd name="connsiteX53" fmla="*/ 72381 w 260068"/>
                  <a:gd name="connsiteY53" fmla="*/ 193945 h 250988"/>
                  <a:gd name="connsiteX54" fmla="*/ 64942 w 260068"/>
                  <a:gd name="connsiteY54" fmla="*/ 191465 h 250988"/>
                  <a:gd name="connsiteX55" fmla="*/ 27746 w 260068"/>
                  <a:gd name="connsiteY55" fmla="*/ 181545 h 250988"/>
                  <a:gd name="connsiteX56" fmla="*/ 1709 w 260068"/>
                  <a:gd name="connsiteY56" fmla="*/ 157984 h 250988"/>
                  <a:gd name="connsiteX57" fmla="*/ 7908 w 260068"/>
                  <a:gd name="connsiteY57" fmla="*/ 123262 h 250988"/>
                  <a:gd name="connsiteX58" fmla="*/ 32705 w 260068"/>
                  <a:gd name="connsiteY58" fmla="*/ 93500 h 250988"/>
                  <a:gd name="connsiteX59" fmla="*/ 37665 w 260068"/>
                  <a:gd name="connsiteY59" fmla="*/ 84820 h 250988"/>
                  <a:gd name="connsiteX60" fmla="*/ 37665 w 260068"/>
                  <a:gd name="connsiteY60" fmla="*/ 77380 h 250988"/>
                  <a:gd name="connsiteX61" fmla="*/ 35185 w 260068"/>
                  <a:gd name="connsiteY61" fmla="*/ 37698 h 250988"/>
                  <a:gd name="connsiteX62" fmla="*/ 51303 w 260068"/>
                  <a:gd name="connsiteY62" fmla="*/ 6696 h 250988"/>
                  <a:gd name="connsiteX63" fmla="*/ 67576 w 260068"/>
                  <a:gd name="connsiteY63" fmla="*/ 186 h 2509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260068" h="250988">
                    <a:moveTo>
                      <a:pt x="73657" y="15440"/>
                    </a:moveTo>
                    <a:cubicBezTo>
                      <a:pt x="68701" y="15440"/>
                      <a:pt x="63744" y="15440"/>
                      <a:pt x="60027" y="17919"/>
                    </a:cubicBezTo>
                    <a:cubicBezTo>
                      <a:pt x="55070" y="22876"/>
                      <a:pt x="50114" y="30312"/>
                      <a:pt x="51353" y="37748"/>
                    </a:cubicBezTo>
                    <a:lnTo>
                      <a:pt x="53831" y="77406"/>
                    </a:lnTo>
                    <a:cubicBezTo>
                      <a:pt x="53831" y="81123"/>
                      <a:pt x="52592" y="86081"/>
                      <a:pt x="52592" y="89799"/>
                    </a:cubicBezTo>
                    <a:cubicBezTo>
                      <a:pt x="50114" y="94756"/>
                      <a:pt x="48874" y="98474"/>
                      <a:pt x="45157" y="102192"/>
                    </a:cubicBezTo>
                    <a:lnTo>
                      <a:pt x="20375" y="133174"/>
                    </a:lnTo>
                    <a:cubicBezTo>
                      <a:pt x="15418" y="138132"/>
                      <a:pt x="14179" y="146807"/>
                      <a:pt x="16657" y="153003"/>
                    </a:cubicBezTo>
                    <a:cubicBezTo>
                      <a:pt x="19135" y="160439"/>
                      <a:pt x="25331" y="166636"/>
                      <a:pt x="32766" y="167875"/>
                    </a:cubicBezTo>
                    <a:lnTo>
                      <a:pt x="69940" y="176550"/>
                    </a:lnTo>
                    <a:cubicBezTo>
                      <a:pt x="73657" y="179029"/>
                      <a:pt x="77374" y="180268"/>
                      <a:pt x="82331" y="182747"/>
                    </a:cubicBezTo>
                    <a:cubicBezTo>
                      <a:pt x="86048" y="186464"/>
                      <a:pt x="88527" y="188943"/>
                      <a:pt x="92244" y="192661"/>
                    </a:cubicBezTo>
                    <a:lnTo>
                      <a:pt x="113309" y="226122"/>
                    </a:lnTo>
                    <a:cubicBezTo>
                      <a:pt x="117027" y="233558"/>
                      <a:pt x="123222" y="237276"/>
                      <a:pt x="130657" y="237276"/>
                    </a:cubicBezTo>
                    <a:cubicBezTo>
                      <a:pt x="138092" y="237276"/>
                      <a:pt x="146766" y="232319"/>
                      <a:pt x="150483" y="226122"/>
                    </a:cubicBezTo>
                    <a:lnTo>
                      <a:pt x="170309" y="193900"/>
                    </a:lnTo>
                    <a:cubicBezTo>
                      <a:pt x="172787" y="188943"/>
                      <a:pt x="175266" y="186464"/>
                      <a:pt x="178983" y="182747"/>
                    </a:cubicBezTo>
                    <a:cubicBezTo>
                      <a:pt x="183939" y="180268"/>
                      <a:pt x="187657" y="179029"/>
                      <a:pt x="192613" y="176550"/>
                    </a:cubicBezTo>
                    <a:lnTo>
                      <a:pt x="229787" y="167875"/>
                    </a:lnTo>
                    <a:cubicBezTo>
                      <a:pt x="237222" y="166636"/>
                      <a:pt x="243418" y="160439"/>
                      <a:pt x="245896" y="153003"/>
                    </a:cubicBezTo>
                    <a:cubicBezTo>
                      <a:pt x="248374" y="146807"/>
                      <a:pt x="247135" y="138132"/>
                      <a:pt x="242178" y="131935"/>
                    </a:cubicBezTo>
                    <a:lnTo>
                      <a:pt x="216157" y="102192"/>
                    </a:lnTo>
                    <a:cubicBezTo>
                      <a:pt x="213679" y="98474"/>
                      <a:pt x="211200" y="94756"/>
                      <a:pt x="209961" y="89799"/>
                    </a:cubicBezTo>
                    <a:cubicBezTo>
                      <a:pt x="208722" y="84841"/>
                      <a:pt x="208722" y="81123"/>
                      <a:pt x="208722" y="76166"/>
                    </a:cubicBezTo>
                    <a:lnTo>
                      <a:pt x="211200" y="37748"/>
                    </a:lnTo>
                    <a:cubicBezTo>
                      <a:pt x="211200" y="30312"/>
                      <a:pt x="208722" y="22876"/>
                      <a:pt x="202526" y="17919"/>
                    </a:cubicBezTo>
                    <a:cubicBezTo>
                      <a:pt x="196331" y="14201"/>
                      <a:pt x="188896" y="12962"/>
                      <a:pt x="181461" y="16680"/>
                    </a:cubicBezTo>
                    <a:lnTo>
                      <a:pt x="144287" y="30312"/>
                    </a:lnTo>
                    <a:cubicBezTo>
                      <a:pt x="140570" y="31551"/>
                      <a:pt x="135613" y="32791"/>
                      <a:pt x="130657" y="31551"/>
                    </a:cubicBezTo>
                    <a:cubicBezTo>
                      <a:pt x="126940" y="31551"/>
                      <a:pt x="121983" y="31551"/>
                      <a:pt x="118266" y="30312"/>
                    </a:cubicBezTo>
                    <a:lnTo>
                      <a:pt x="82331" y="16680"/>
                    </a:lnTo>
                    <a:cubicBezTo>
                      <a:pt x="78614" y="15440"/>
                      <a:pt x="76135" y="15440"/>
                      <a:pt x="73657" y="15440"/>
                    </a:cubicBezTo>
                    <a:close/>
                    <a:moveTo>
                      <a:pt x="67576" y="186"/>
                    </a:moveTo>
                    <a:cubicBezTo>
                      <a:pt x="73311" y="-434"/>
                      <a:pt x="79200" y="496"/>
                      <a:pt x="84779" y="2976"/>
                    </a:cubicBezTo>
                    <a:lnTo>
                      <a:pt x="121975" y="16617"/>
                    </a:lnTo>
                    <a:cubicBezTo>
                      <a:pt x="124455" y="17857"/>
                      <a:pt x="126934" y="17857"/>
                      <a:pt x="129414" y="17857"/>
                    </a:cubicBezTo>
                    <a:cubicBezTo>
                      <a:pt x="133134" y="17857"/>
                      <a:pt x="134374" y="17857"/>
                      <a:pt x="136853" y="16617"/>
                    </a:cubicBezTo>
                    <a:lnTo>
                      <a:pt x="175289" y="2976"/>
                    </a:lnTo>
                    <a:cubicBezTo>
                      <a:pt x="186448" y="-1984"/>
                      <a:pt x="198846" y="-744"/>
                      <a:pt x="210005" y="6696"/>
                    </a:cubicBezTo>
                    <a:cubicBezTo>
                      <a:pt x="219924" y="15377"/>
                      <a:pt x="224883" y="26537"/>
                      <a:pt x="224883" y="38938"/>
                    </a:cubicBezTo>
                    <a:lnTo>
                      <a:pt x="221164" y="77380"/>
                    </a:lnTo>
                    <a:cubicBezTo>
                      <a:pt x="221164" y="79860"/>
                      <a:pt x="221164" y="82340"/>
                      <a:pt x="222403" y="84820"/>
                    </a:cubicBezTo>
                    <a:cubicBezTo>
                      <a:pt x="223643" y="88540"/>
                      <a:pt x="224883" y="91020"/>
                      <a:pt x="227363" y="93500"/>
                    </a:cubicBezTo>
                    <a:lnTo>
                      <a:pt x="252160" y="123262"/>
                    </a:lnTo>
                    <a:cubicBezTo>
                      <a:pt x="259599" y="133182"/>
                      <a:pt x="262079" y="145583"/>
                      <a:pt x="258359" y="157984"/>
                    </a:cubicBezTo>
                    <a:cubicBezTo>
                      <a:pt x="254640" y="170384"/>
                      <a:pt x="244721" y="179065"/>
                      <a:pt x="232322" y="181545"/>
                    </a:cubicBezTo>
                    <a:lnTo>
                      <a:pt x="195127" y="191465"/>
                    </a:lnTo>
                    <a:cubicBezTo>
                      <a:pt x="191407" y="192705"/>
                      <a:pt x="190167" y="192705"/>
                      <a:pt x="187687" y="195185"/>
                    </a:cubicBezTo>
                    <a:cubicBezTo>
                      <a:pt x="185208" y="196425"/>
                      <a:pt x="182728" y="197665"/>
                      <a:pt x="181488" y="201386"/>
                    </a:cubicBezTo>
                    <a:lnTo>
                      <a:pt x="160411" y="233627"/>
                    </a:lnTo>
                    <a:cubicBezTo>
                      <a:pt x="154211" y="244788"/>
                      <a:pt x="143053" y="250988"/>
                      <a:pt x="129414" y="250988"/>
                    </a:cubicBezTo>
                    <a:cubicBezTo>
                      <a:pt x="118255" y="250988"/>
                      <a:pt x="105857" y="244788"/>
                      <a:pt x="99658" y="233627"/>
                    </a:cubicBezTo>
                    <a:lnTo>
                      <a:pt x="78580" y="200146"/>
                    </a:lnTo>
                    <a:cubicBezTo>
                      <a:pt x="76100" y="197665"/>
                      <a:pt x="74860" y="196425"/>
                      <a:pt x="72381" y="193945"/>
                    </a:cubicBezTo>
                    <a:cubicBezTo>
                      <a:pt x="69901" y="192705"/>
                      <a:pt x="67421" y="192705"/>
                      <a:pt x="64942" y="191465"/>
                    </a:cubicBezTo>
                    <a:lnTo>
                      <a:pt x="27746" y="181545"/>
                    </a:lnTo>
                    <a:cubicBezTo>
                      <a:pt x="15347" y="179065"/>
                      <a:pt x="5428" y="170384"/>
                      <a:pt x="1709" y="157984"/>
                    </a:cubicBezTo>
                    <a:cubicBezTo>
                      <a:pt x="-2011" y="145583"/>
                      <a:pt x="469" y="133182"/>
                      <a:pt x="7908" y="123262"/>
                    </a:cubicBezTo>
                    <a:lnTo>
                      <a:pt x="32705" y="93500"/>
                    </a:lnTo>
                    <a:cubicBezTo>
                      <a:pt x="35185" y="91020"/>
                      <a:pt x="35185" y="88540"/>
                      <a:pt x="37665" y="84820"/>
                    </a:cubicBezTo>
                    <a:cubicBezTo>
                      <a:pt x="37665" y="82340"/>
                      <a:pt x="37665" y="79860"/>
                      <a:pt x="37665" y="77380"/>
                    </a:cubicBezTo>
                    <a:lnTo>
                      <a:pt x="35185" y="37698"/>
                    </a:lnTo>
                    <a:cubicBezTo>
                      <a:pt x="35185" y="26537"/>
                      <a:pt x="41384" y="14137"/>
                      <a:pt x="51303" y="6696"/>
                    </a:cubicBezTo>
                    <a:cubicBezTo>
                      <a:pt x="56263" y="2976"/>
                      <a:pt x="61842" y="806"/>
                      <a:pt x="67576" y="18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7B88890A-DC69-984F-97F9-FCCACEDEC40B}"/>
                  </a:ext>
                </a:extLst>
              </p:cNvPr>
              <p:cNvSpPr/>
              <p:nvPr/>
            </p:nvSpPr>
            <p:spPr>
              <a:xfrm>
                <a:off x="14214487" y="5230424"/>
                <a:ext cx="269091" cy="180703"/>
              </a:xfrm>
              <a:custGeom>
                <a:avLst/>
                <a:gdLst>
                  <a:gd name="connsiteX0" fmla="*/ 37258 w 269091"/>
                  <a:gd name="connsiteY0" fmla="*/ 13709 h 180703"/>
                  <a:gd name="connsiteX1" fmla="*/ 21147 w 269091"/>
                  <a:gd name="connsiteY1" fmla="*/ 21126 h 180703"/>
                  <a:gd name="connsiteX2" fmla="*/ 14950 w 269091"/>
                  <a:gd name="connsiteY2" fmla="*/ 35959 h 180703"/>
                  <a:gd name="connsiteX3" fmla="*/ 14950 w 269091"/>
                  <a:gd name="connsiteY3" fmla="*/ 143499 h 180703"/>
                  <a:gd name="connsiteX4" fmla="*/ 21147 w 269091"/>
                  <a:gd name="connsiteY4" fmla="*/ 159569 h 180703"/>
                  <a:gd name="connsiteX5" fmla="*/ 37258 w 269091"/>
                  <a:gd name="connsiteY5" fmla="*/ 165749 h 180703"/>
                  <a:gd name="connsiteX6" fmla="*/ 231834 w 269091"/>
                  <a:gd name="connsiteY6" fmla="*/ 165749 h 180703"/>
                  <a:gd name="connsiteX7" fmla="*/ 247945 w 269091"/>
                  <a:gd name="connsiteY7" fmla="*/ 159569 h 180703"/>
                  <a:gd name="connsiteX8" fmla="*/ 254142 w 269091"/>
                  <a:gd name="connsiteY8" fmla="*/ 143499 h 180703"/>
                  <a:gd name="connsiteX9" fmla="*/ 254142 w 269091"/>
                  <a:gd name="connsiteY9" fmla="*/ 35959 h 180703"/>
                  <a:gd name="connsiteX10" fmla="*/ 247945 w 269091"/>
                  <a:gd name="connsiteY10" fmla="*/ 21126 h 180703"/>
                  <a:gd name="connsiteX11" fmla="*/ 231834 w 269091"/>
                  <a:gd name="connsiteY11" fmla="*/ 13709 h 180703"/>
                  <a:gd name="connsiteX12" fmla="*/ 37202 w 269091"/>
                  <a:gd name="connsiteY12" fmla="*/ 0 h 180703"/>
                  <a:gd name="connsiteX13" fmla="*/ 231889 w 269091"/>
                  <a:gd name="connsiteY13" fmla="*/ 0 h 180703"/>
                  <a:gd name="connsiteX14" fmla="*/ 257931 w 269091"/>
                  <a:gd name="connsiteY14" fmla="*/ 9902 h 180703"/>
                  <a:gd name="connsiteX15" fmla="*/ 269091 w 269091"/>
                  <a:gd name="connsiteY15" fmla="*/ 35893 h 180703"/>
                  <a:gd name="connsiteX16" fmla="*/ 269091 w 269091"/>
                  <a:gd name="connsiteY16" fmla="*/ 143572 h 180703"/>
                  <a:gd name="connsiteX17" fmla="*/ 257931 w 269091"/>
                  <a:gd name="connsiteY17" fmla="*/ 169564 h 180703"/>
                  <a:gd name="connsiteX18" fmla="*/ 231889 w 269091"/>
                  <a:gd name="connsiteY18" fmla="*/ 180703 h 180703"/>
                  <a:gd name="connsiteX19" fmla="*/ 37202 w 269091"/>
                  <a:gd name="connsiteY19" fmla="*/ 180703 h 180703"/>
                  <a:gd name="connsiteX20" fmla="*/ 11160 w 269091"/>
                  <a:gd name="connsiteY20" fmla="*/ 169564 h 180703"/>
                  <a:gd name="connsiteX21" fmla="*/ 0 w 269091"/>
                  <a:gd name="connsiteY21" fmla="*/ 143572 h 180703"/>
                  <a:gd name="connsiteX22" fmla="*/ 0 w 269091"/>
                  <a:gd name="connsiteY22" fmla="*/ 35893 h 180703"/>
                  <a:gd name="connsiteX23" fmla="*/ 11160 w 269091"/>
                  <a:gd name="connsiteY23" fmla="*/ 9902 h 180703"/>
                  <a:gd name="connsiteX24" fmla="*/ 37202 w 269091"/>
                  <a:gd name="connsiteY24" fmla="*/ 0 h 180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69091" h="180703">
                    <a:moveTo>
                      <a:pt x="37258" y="13709"/>
                    </a:moveTo>
                    <a:cubicBezTo>
                      <a:pt x="31061" y="13709"/>
                      <a:pt x="26104" y="16181"/>
                      <a:pt x="21147" y="21126"/>
                    </a:cubicBezTo>
                    <a:cubicBezTo>
                      <a:pt x="17429" y="24834"/>
                      <a:pt x="14950" y="29779"/>
                      <a:pt x="14950" y="35959"/>
                    </a:cubicBezTo>
                    <a:lnTo>
                      <a:pt x="14950" y="143499"/>
                    </a:lnTo>
                    <a:cubicBezTo>
                      <a:pt x="14950" y="149680"/>
                      <a:pt x="17429" y="155860"/>
                      <a:pt x="21147" y="159569"/>
                    </a:cubicBezTo>
                    <a:cubicBezTo>
                      <a:pt x="26104" y="163277"/>
                      <a:pt x="31061" y="165749"/>
                      <a:pt x="37258" y="165749"/>
                    </a:cubicBezTo>
                    <a:lnTo>
                      <a:pt x="231834" y="165749"/>
                    </a:lnTo>
                    <a:cubicBezTo>
                      <a:pt x="238031" y="165749"/>
                      <a:pt x="244227" y="163277"/>
                      <a:pt x="247945" y="159569"/>
                    </a:cubicBezTo>
                    <a:cubicBezTo>
                      <a:pt x="251663" y="155860"/>
                      <a:pt x="254142" y="149680"/>
                      <a:pt x="254142" y="143499"/>
                    </a:cubicBezTo>
                    <a:lnTo>
                      <a:pt x="254142" y="35959"/>
                    </a:lnTo>
                    <a:cubicBezTo>
                      <a:pt x="254142" y="29779"/>
                      <a:pt x="251663" y="24834"/>
                      <a:pt x="247945" y="21126"/>
                    </a:cubicBezTo>
                    <a:cubicBezTo>
                      <a:pt x="244227" y="16181"/>
                      <a:pt x="238031" y="13709"/>
                      <a:pt x="231834" y="13709"/>
                    </a:cubicBezTo>
                    <a:close/>
                    <a:moveTo>
                      <a:pt x="37202" y="0"/>
                    </a:moveTo>
                    <a:lnTo>
                      <a:pt x="231889" y="0"/>
                    </a:lnTo>
                    <a:cubicBezTo>
                      <a:pt x="241810" y="0"/>
                      <a:pt x="251730" y="3713"/>
                      <a:pt x="257931" y="9902"/>
                    </a:cubicBezTo>
                    <a:cubicBezTo>
                      <a:pt x="265371" y="16090"/>
                      <a:pt x="269091" y="25992"/>
                      <a:pt x="269091" y="35893"/>
                    </a:cubicBezTo>
                    <a:lnTo>
                      <a:pt x="269091" y="143572"/>
                    </a:lnTo>
                    <a:cubicBezTo>
                      <a:pt x="269091" y="153474"/>
                      <a:pt x="265371" y="163376"/>
                      <a:pt x="257931" y="169564"/>
                    </a:cubicBezTo>
                    <a:cubicBezTo>
                      <a:pt x="251730" y="176990"/>
                      <a:pt x="241810" y="180703"/>
                      <a:pt x="231889" y="180703"/>
                    </a:cubicBezTo>
                    <a:lnTo>
                      <a:pt x="37202" y="180703"/>
                    </a:lnTo>
                    <a:cubicBezTo>
                      <a:pt x="27281" y="180703"/>
                      <a:pt x="18601" y="176990"/>
                      <a:pt x="11160" y="169564"/>
                    </a:cubicBezTo>
                    <a:cubicBezTo>
                      <a:pt x="3720" y="163376"/>
                      <a:pt x="0" y="153474"/>
                      <a:pt x="0" y="143572"/>
                    </a:cubicBezTo>
                    <a:lnTo>
                      <a:pt x="0" y="35893"/>
                    </a:lnTo>
                    <a:cubicBezTo>
                      <a:pt x="0" y="25992"/>
                      <a:pt x="3720" y="16090"/>
                      <a:pt x="11160" y="9902"/>
                    </a:cubicBezTo>
                    <a:cubicBezTo>
                      <a:pt x="18601" y="3713"/>
                      <a:pt x="27281" y="0"/>
                      <a:pt x="372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3" name="Freeform 372">
                <a:extLst>
                  <a:ext uri="{FF2B5EF4-FFF2-40B4-BE49-F238E27FC236}">
                    <a16:creationId xmlns:a16="http://schemas.microsoft.com/office/drawing/2014/main" id="{4626E3E3-6E3F-F24A-B364-FBC46474BD37}"/>
                  </a:ext>
                </a:extLst>
              </p:cNvPr>
              <p:cNvSpPr/>
              <p:nvPr/>
            </p:nvSpPr>
            <p:spPr>
              <a:xfrm>
                <a:off x="18174860" y="8252531"/>
                <a:ext cx="269090" cy="180703"/>
              </a:xfrm>
              <a:custGeom>
                <a:avLst/>
                <a:gdLst>
                  <a:gd name="connsiteX0" fmla="*/ 37256 w 269090"/>
                  <a:gd name="connsiteY0" fmla="*/ 14954 h 180703"/>
                  <a:gd name="connsiteX1" fmla="*/ 21144 w 269090"/>
                  <a:gd name="connsiteY1" fmla="*/ 21135 h 180703"/>
                  <a:gd name="connsiteX2" fmla="*/ 14948 w 269090"/>
                  <a:gd name="connsiteY2" fmla="*/ 35968 h 180703"/>
                  <a:gd name="connsiteX3" fmla="*/ 14948 w 269090"/>
                  <a:gd name="connsiteY3" fmla="*/ 144744 h 180703"/>
                  <a:gd name="connsiteX4" fmla="*/ 21144 w 269090"/>
                  <a:gd name="connsiteY4" fmla="*/ 159577 h 180703"/>
                  <a:gd name="connsiteX5" fmla="*/ 37256 w 269090"/>
                  <a:gd name="connsiteY5" fmla="*/ 166994 h 180703"/>
                  <a:gd name="connsiteX6" fmla="*/ 231832 w 269090"/>
                  <a:gd name="connsiteY6" fmla="*/ 166994 h 180703"/>
                  <a:gd name="connsiteX7" fmla="*/ 247944 w 269090"/>
                  <a:gd name="connsiteY7" fmla="*/ 159577 h 180703"/>
                  <a:gd name="connsiteX8" fmla="*/ 254140 w 269090"/>
                  <a:gd name="connsiteY8" fmla="*/ 144744 h 180703"/>
                  <a:gd name="connsiteX9" fmla="*/ 254140 w 269090"/>
                  <a:gd name="connsiteY9" fmla="*/ 35968 h 180703"/>
                  <a:gd name="connsiteX10" fmla="*/ 247944 w 269090"/>
                  <a:gd name="connsiteY10" fmla="*/ 21135 h 180703"/>
                  <a:gd name="connsiteX11" fmla="*/ 231832 w 269090"/>
                  <a:gd name="connsiteY11" fmla="*/ 14954 h 180703"/>
                  <a:gd name="connsiteX12" fmla="*/ 37200 w 269090"/>
                  <a:gd name="connsiteY12" fmla="*/ 0 h 180703"/>
                  <a:gd name="connsiteX13" fmla="*/ 231888 w 269090"/>
                  <a:gd name="connsiteY13" fmla="*/ 0 h 180703"/>
                  <a:gd name="connsiteX14" fmla="*/ 257930 w 269090"/>
                  <a:gd name="connsiteY14" fmla="*/ 11139 h 180703"/>
                  <a:gd name="connsiteX15" fmla="*/ 269090 w 269090"/>
                  <a:gd name="connsiteY15" fmla="*/ 35893 h 180703"/>
                  <a:gd name="connsiteX16" fmla="*/ 269090 w 269090"/>
                  <a:gd name="connsiteY16" fmla="*/ 144810 h 180703"/>
                  <a:gd name="connsiteX17" fmla="*/ 257930 w 269090"/>
                  <a:gd name="connsiteY17" fmla="*/ 170801 h 180703"/>
                  <a:gd name="connsiteX18" fmla="*/ 231888 w 269090"/>
                  <a:gd name="connsiteY18" fmla="*/ 180703 h 180703"/>
                  <a:gd name="connsiteX19" fmla="*/ 37200 w 269090"/>
                  <a:gd name="connsiteY19" fmla="*/ 180703 h 180703"/>
                  <a:gd name="connsiteX20" fmla="*/ 11160 w 269090"/>
                  <a:gd name="connsiteY20" fmla="*/ 170801 h 180703"/>
                  <a:gd name="connsiteX21" fmla="*/ 0 w 269090"/>
                  <a:gd name="connsiteY21" fmla="*/ 144810 h 180703"/>
                  <a:gd name="connsiteX22" fmla="*/ 0 w 269090"/>
                  <a:gd name="connsiteY22" fmla="*/ 35893 h 180703"/>
                  <a:gd name="connsiteX23" fmla="*/ 11160 w 269090"/>
                  <a:gd name="connsiteY23" fmla="*/ 11139 h 180703"/>
                  <a:gd name="connsiteX24" fmla="*/ 37200 w 269090"/>
                  <a:gd name="connsiteY24" fmla="*/ 0 h 180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69090" h="180703">
                    <a:moveTo>
                      <a:pt x="37256" y="14954"/>
                    </a:moveTo>
                    <a:cubicBezTo>
                      <a:pt x="31060" y="14954"/>
                      <a:pt x="24862" y="17426"/>
                      <a:pt x="21144" y="21135"/>
                    </a:cubicBezTo>
                    <a:cubicBezTo>
                      <a:pt x="17426" y="26079"/>
                      <a:pt x="14948" y="31024"/>
                      <a:pt x="14948" y="35968"/>
                    </a:cubicBezTo>
                    <a:lnTo>
                      <a:pt x="14948" y="144744"/>
                    </a:lnTo>
                    <a:cubicBezTo>
                      <a:pt x="14948" y="150925"/>
                      <a:pt x="17426" y="155869"/>
                      <a:pt x="21144" y="159577"/>
                    </a:cubicBezTo>
                    <a:cubicBezTo>
                      <a:pt x="24862" y="164522"/>
                      <a:pt x="31060" y="166994"/>
                      <a:pt x="37256" y="166994"/>
                    </a:cubicBezTo>
                    <a:lnTo>
                      <a:pt x="231832" y="166994"/>
                    </a:lnTo>
                    <a:cubicBezTo>
                      <a:pt x="236790" y="166994"/>
                      <a:pt x="242986" y="164522"/>
                      <a:pt x="247944" y="159577"/>
                    </a:cubicBezTo>
                    <a:cubicBezTo>
                      <a:pt x="251662" y="155869"/>
                      <a:pt x="254140" y="150925"/>
                      <a:pt x="254140" y="144744"/>
                    </a:cubicBezTo>
                    <a:lnTo>
                      <a:pt x="254140" y="35968"/>
                    </a:lnTo>
                    <a:cubicBezTo>
                      <a:pt x="254140" y="31024"/>
                      <a:pt x="251662" y="26079"/>
                      <a:pt x="247944" y="21135"/>
                    </a:cubicBezTo>
                    <a:cubicBezTo>
                      <a:pt x="242986" y="17426"/>
                      <a:pt x="236790" y="14954"/>
                      <a:pt x="231832" y="14954"/>
                    </a:cubicBezTo>
                    <a:close/>
                    <a:moveTo>
                      <a:pt x="37200" y="0"/>
                    </a:moveTo>
                    <a:lnTo>
                      <a:pt x="231888" y="0"/>
                    </a:lnTo>
                    <a:cubicBezTo>
                      <a:pt x="241808" y="0"/>
                      <a:pt x="251730" y="3713"/>
                      <a:pt x="257930" y="11139"/>
                    </a:cubicBezTo>
                    <a:cubicBezTo>
                      <a:pt x="265370" y="17328"/>
                      <a:pt x="269090" y="27229"/>
                      <a:pt x="269090" y="35893"/>
                    </a:cubicBezTo>
                    <a:lnTo>
                      <a:pt x="269090" y="144810"/>
                    </a:lnTo>
                    <a:cubicBezTo>
                      <a:pt x="269090" y="154711"/>
                      <a:pt x="265370" y="163375"/>
                      <a:pt x="257930" y="170801"/>
                    </a:cubicBezTo>
                    <a:cubicBezTo>
                      <a:pt x="251730" y="176990"/>
                      <a:pt x="241808" y="180703"/>
                      <a:pt x="231888" y="180703"/>
                    </a:cubicBezTo>
                    <a:lnTo>
                      <a:pt x="37200" y="180703"/>
                    </a:lnTo>
                    <a:cubicBezTo>
                      <a:pt x="27280" y="180703"/>
                      <a:pt x="17360" y="176990"/>
                      <a:pt x="11160" y="170801"/>
                    </a:cubicBezTo>
                    <a:cubicBezTo>
                      <a:pt x="3720" y="163375"/>
                      <a:pt x="0" y="154711"/>
                      <a:pt x="0" y="144810"/>
                    </a:cubicBezTo>
                    <a:lnTo>
                      <a:pt x="0" y="35893"/>
                    </a:lnTo>
                    <a:cubicBezTo>
                      <a:pt x="0" y="27229"/>
                      <a:pt x="3720" y="17328"/>
                      <a:pt x="11160" y="11139"/>
                    </a:cubicBezTo>
                    <a:cubicBezTo>
                      <a:pt x="17360" y="3713"/>
                      <a:pt x="27280" y="0"/>
                      <a:pt x="372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4" name="Freeform 373">
                <a:extLst>
                  <a:ext uri="{FF2B5EF4-FFF2-40B4-BE49-F238E27FC236}">
                    <a16:creationId xmlns:a16="http://schemas.microsoft.com/office/drawing/2014/main" id="{4B201771-BDF1-1E49-9F52-4BA41BF231BB}"/>
                  </a:ext>
                </a:extLst>
              </p:cNvPr>
              <p:cNvSpPr/>
              <p:nvPr/>
            </p:nvSpPr>
            <p:spPr>
              <a:xfrm>
                <a:off x="21977016" y="10951863"/>
                <a:ext cx="267844" cy="180703"/>
              </a:xfrm>
              <a:custGeom>
                <a:avLst/>
                <a:gdLst>
                  <a:gd name="connsiteX0" fmla="*/ 36018 w 267844"/>
                  <a:gd name="connsiteY0" fmla="*/ 13705 h 180703"/>
                  <a:gd name="connsiteX1" fmla="*/ 21146 w 267844"/>
                  <a:gd name="connsiteY1" fmla="*/ 19885 h 180703"/>
                  <a:gd name="connsiteX2" fmla="*/ 14948 w 267844"/>
                  <a:gd name="connsiteY2" fmla="*/ 35955 h 180703"/>
                  <a:gd name="connsiteX3" fmla="*/ 14948 w 267844"/>
                  <a:gd name="connsiteY3" fmla="*/ 143495 h 180703"/>
                  <a:gd name="connsiteX4" fmla="*/ 21146 w 267844"/>
                  <a:gd name="connsiteY4" fmla="*/ 159565 h 180703"/>
                  <a:gd name="connsiteX5" fmla="*/ 36018 w 267844"/>
                  <a:gd name="connsiteY5" fmla="*/ 165745 h 180703"/>
                  <a:gd name="connsiteX6" fmla="*/ 231832 w 267844"/>
                  <a:gd name="connsiteY6" fmla="*/ 165745 h 180703"/>
                  <a:gd name="connsiteX7" fmla="*/ 247944 w 267844"/>
                  <a:gd name="connsiteY7" fmla="*/ 159565 h 180703"/>
                  <a:gd name="connsiteX8" fmla="*/ 254140 w 267844"/>
                  <a:gd name="connsiteY8" fmla="*/ 143495 h 180703"/>
                  <a:gd name="connsiteX9" fmla="*/ 254140 w 267844"/>
                  <a:gd name="connsiteY9" fmla="*/ 35955 h 180703"/>
                  <a:gd name="connsiteX10" fmla="*/ 247944 w 267844"/>
                  <a:gd name="connsiteY10" fmla="*/ 19885 h 180703"/>
                  <a:gd name="connsiteX11" fmla="*/ 231832 w 267844"/>
                  <a:gd name="connsiteY11" fmla="*/ 13705 h 180703"/>
                  <a:gd name="connsiteX12" fmla="*/ 35960 w 267844"/>
                  <a:gd name="connsiteY12" fmla="*/ 0 h 180703"/>
                  <a:gd name="connsiteX13" fmla="*/ 231884 w 267844"/>
                  <a:gd name="connsiteY13" fmla="*/ 0 h 180703"/>
                  <a:gd name="connsiteX14" fmla="*/ 257924 w 267844"/>
                  <a:gd name="connsiteY14" fmla="*/ 9902 h 180703"/>
                  <a:gd name="connsiteX15" fmla="*/ 267844 w 267844"/>
                  <a:gd name="connsiteY15" fmla="*/ 35893 h 180703"/>
                  <a:gd name="connsiteX16" fmla="*/ 267844 w 267844"/>
                  <a:gd name="connsiteY16" fmla="*/ 143572 h 180703"/>
                  <a:gd name="connsiteX17" fmla="*/ 257924 w 267844"/>
                  <a:gd name="connsiteY17" fmla="*/ 169564 h 180703"/>
                  <a:gd name="connsiteX18" fmla="*/ 231884 w 267844"/>
                  <a:gd name="connsiteY18" fmla="*/ 180703 h 180703"/>
                  <a:gd name="connsiteX19" fmla="*/ 35960 w 267844"/>
                  <a:gd name="connsiteY19" fmla="*/ 180703 h 180703"/>
                  <a:gd name="connsiteX20" fmla="*/ 9920 w 267844"/>
                  <a:gd name="connsiteY20" fmla="*/ 169564 h 180703"/>
                  <a:gd name="connsiteX21" fmla="*/ 0 w 267844"/>
                  <a:gd name="connsiteY21" fmla="*/ 143572 h 180703"/>
                  <a:gd name="connsiteX22" fmla="*/ 0 w 267844"/>
                  <a:gd name="connsiteY22" fmla="*/ 35893 h 180703"/>
                  <a:gd name="connsiteX23" fmla="*/ 9920 w 267844"/>
                  <a:gd name="connsiteY23" fmla="*/ 9902 h 180703"/>
                  <a:gd name="connsiteX24" fmla="*/ 35960 w 267844"/>
                  <a:gd name="connsiteY24" fmla="*/ 0 h 180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67844" h="180703">
                    <a:moveTo>
                      <a:pt x="36018" y="13705"/>
                    </a:moveTo>
                    <a:cubicBezTo>
                      <a:pt x="31060" y="13705"/>
                      <a:pt x="24864" y="16177"/>
                      <a:pt x="21146" y="19885"/>
                    </a:cubicBezTo>
                    <a:cubicBezTo>
                      <a:pt x="16188" y="24830"/>
                      <a:pt x="14948" y="29774"/>
                      <a:pt x="14948" y="35955"/>
                    </a:cubicBezTo>
                    <a:lnTo>
                      <a:pt x="14948" y="143495"/>
                    </a:lnTo>
                    <a:cubicBezTo>
                      <a:pt x="14948" y="149676"/>
                      <a:pt x="16188" y="155856"/>
                      <a:pt x="21146" y="159565"/>
                    </a:cubicBezTo>
                    <a:cubicBezTo>
                      <a:pt x="24864" y="163273"/>
                      <a:pt x="31060" y="165745"/>
                      <a:pt x="36018" y="165745"/>
                    </a:cubicBezTo>
                    <a:lnTo>
                      <a:pt x="231832" y="165745"/>
                    </a:lnTo>
                    <a:cubicBezTo>
                      <a:pt x="238030" y="165745"/>
                      <a:pt x="242986" y="163273"/>
                      <a:pt x="247944" y="159565"/>
                    </a:cubicBezTo>
                    <a:cubicBezTo>
                      <a:pt x="251662" y="155856"/>
                      <a:pt x="254140" y="149676"/>
                      <a:pt x="254140" y="143495"/>
                    </a:cubicBezTo>
                    <a:lnTo>
                      <a:pt x="254140" y="35955"/>
                    </a:lnTo>
                    <a:cubicBezTo>
                      <a:pt x="254140" y="29774"/>
                      <a:pt x="251662" y="24830"/>
                      <a:pt x="247944" y="19885"/>
                    </a:cubicBezTo>
                    <a:cubicBezTo>
                      <a:pt x="242986" y="16177"/>
                      <a:pt x="238030" y="13705"/>
                      <a:pt x="231832" y="13705"/>
                    </a:cubicBezTo>
                    <a:close/>
                    <a:moveTo>
                      <a:pt x="35960" y="0"/>
                    </a:moveTo>
                    <a:lnTo>
                      <a:pt x="231884" y="0"/>
                    </a:lnTo>
                    <a:cubicBezTo>
                      <a:pt x="241804" y="0"/>
                      <a:pt x="250484" y="3713"/>
                      <a:pt x="257924" y="9902"/>
                    </a:cubicBezTo>
                    <a:cubicBezTo>
                      <a:pt x="265364" y="17328"/>
                      <a:pt x="267844" y="25992"/>
                      <a:pt x="267844" y="35893"/>
                    </a:cubicBezTo>
                    <a:lnTo>
                      <a:pt x="267844" y="143572"/>
                    </a:lnTo>
                    <a:cubicBezTo>
                      <a:pt x="267844" y="153474"/>
                      <a:pt x="265364" y="162138"/>
                      <a:pt x="257924" y="169564"/>
                    </a:cubicBezTo>
                    <a:cubicBezTo>
                      <a:pt x="250484" y="176990"/>
                      <a:pt x="241804" y="180703"/>
                      <a:pt x="231884" y="180703"/>
                    </a:cubicBezTo>
                    <a:lnTo>
                      <a:pt x="35960" y="180703"/>
                    </a:lnTo>
                    <a:cubicBezTo>
                      <a:pt x="27280" y="180703"/>
                      <a:pt x="18600" y="176990"/>
                      <a:pt x="9920" y="169564"/>
                    </a:cubicBezTo>
                    <a:cubicBezTo>
                      <a:pt x="3720" y="162138"/>
                      <a:pt x="0" y="153474"/>
                      <a:pt x="0" y="143572"/>
                    </a:cubicBezTo>
                    <a:lnTo>
                      <a:pt x="0" y="35893"/>
                    </a:lnTo>
                    <a:cubicBezTo>
                      <a:pt x="0" y="25992"/>
                      <a:pt x="3720" y="17328"/>
                      <a:pt x="9920" y="9902"/>
                    </a:cubicBezTo>
                    <a:cubicBezTo>
                      <a:pt x="18600" y="3713"/>
                      <a:pt x="27280" y="0"/>
                      <a:pt x="359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5" name="Freeform 374">
                <a:extLst>
                  <a:ext uri="{FF2B5EF4-FFF2-40B4-BE49-F238E27FC236}">
                    <a16:creationId xmlns:a16="http://schemas.microsoft.com/office/drawing/2014/main" id="{6A216C71-FDE2-444D-85D2-CF5AB50E2EB4}"/>
                  </a:ext>
                </a:extLst>
              </p:cNvPr>
              <p:cNvSpPr/>
              <p:nvPr/>
            </p:nvSpPr>
            <p:spPr>
              <a:xfrm>
                <a:off x="13272668" y="5817399"/>
                <a:ext cx="184377" cy="184442"/>
              </a:xfrm>
              <a:custGeom>
                <a:avLst/>
                <a:gdLst>
                  <a:gd name="connsiteX0" fmla="*/ 91571 w 184377"/>
                  <a:gd name="connsiteY0" fmla="*/ 14951 h 184442"/>
                  <a:gd name="connsiteX1" fmla="*/ 14950 w 184377"/>
                  <a:gd name="connsiteY1" fmla="*/ 91599 h 184442"/>
                  <a:gd name="connsiteX2" fmla="*/ 91571 w 184377"/>
                  <a:gd name="connsiteY2" fmla="*/ 169483 h 184442"/>
                  <a:gd name="connsiteX3" fmla="*/ 169428 w 184377"/>
                  <a:gd name="connsiteY3" fmla="*/ 91599 h 184442"/>
                  <a:gd name="connsiteX4" fmla="*/ 91571 w 184377"/>
                  <a:gd name="connsiteY4" fmla="*/ 14951 h 184442"/>
                  <a:gd name="connsiteX5" fmla="*/ 91570 w 184377"/>
                  <a:gd name="connsiteY5" fmla="*/ 0 h 184442"/>
                  <a:gd name="connsiteX6" fmla="*/ 184377 w 184377"/>
                  <a:gd name="connsiteY6" fmla="*/ 91602 h 184442"/>
                  <a:gd name="connsiteX7" fmla="*/ 91570 w 184377"/>
                  <a:gd name="connsiteY7" fmla="*/ 184442 h 184442"/>
                  <a:gd name="connsiteX8" fmla="*/ 0 w 184377"/>
                  <a:gd name="connsiteY8" fmla="*/ 91602 h 184442"/>
                  <a:gd name="connsiteX9" fmla="*/ 91570 w 184377"/>
                  <a:gd name="connsiteY9" fmla="*/ 0 h 184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4377" h="184442">
                    <a:moveTo>
                      <a:pt x="91571" y="14951"/>
                    </a:moveTo>
                    <a:cubicBezTo>
                      <a:pt x="49553" y="14951"/>
                      <a:pt x="14950" y="49566"/>
                      <a:pt x="14950" y="91599"/>
                    </a:cubicBezTo>
                    <a:cubicBezTo>
                      <a:pt x="14950" y="134868"/>
                      <a:pt x="49553" y="169483"/>
                      <a:pt x="91571" y="169483"/>
                    </a:cubicBezTo>
                    <a:cubicBezTo>
                      <a:pt x="134825" y="169483"/>
                      <a:pt x="169428" y="134868"/>
                      <a:pt x="169428" y="91599"/>
                    </a:cubicBezTo>
                    <a:cubicBezTo>
                      <a:pt x="169428" y="49566"/>
                      <a:pt x="134825" y="14951"/>
                      <a:pt x="91571" y="14951"/>
                    </a:cubicBezTo>
                    <a:close/>
                    <a:moveTo>
                      <a:pt x="91570" y="0"/>
                    </a:moveTo>
                    <a:cubicBezTo>
                      <a:pt x="142304" y="0"/>
                      <a:pt x="184377" y="40850"/>
                      <a:pt x="184377" y="91602"/>
                    </a:cubicBezTo>
                    <a:cubicBezTo>
                      <a:pt x="184377" y="142355"/>
                      <a:pt x="142304" y="184442"/>
                      <a:pt x="91570" y="184442"/>
                    </a:cubicBezTo>
                    <a:cubicBezTo>
                      <a:pt x="40835" y="184442"/>
                      <a:pt x="0" y="142355"/>
                      <a:pt x="0" y="91602"/>
                    </a:cubicBezTo>
                    <a:cubicBezTo>
                      <a:pt x="0" y="40850"/>
                      <a:pt x="40835" y="0"/>
                      <a:pt x="915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80E13BBB-3A8C-CD48-A371-446E7E60AB34}"/>
                  </a:ext>
                </a:extLst>
              </p:cNvPr>
              <p:cNvSpPr/>
              <p:nvPr/>
            </p:nvSpPr>
            <p:spPr>
              <a:xfrm>
                <a:off x="17026240" y="9106198"/>
                <a:ext cx="183130" cy="184442"/>
              </a:xfrm>
              <a:custGeom>
                <a:avLst/>
                <a:gdLst>
                  <a:gd name="connsiteX0" fmla="*/ 91564 w 183130"/>
                  <a:gd name="connsiteY0" fmla="*/ 14954 h 184442"/>
                  <a:gd name="connsiteX1" fmla="*/ 13704 w 183130"/>
                  <a:gd name="connsiteY1" fmla="*/ 91602 h 184442"/>
                  <a:gd name="connsiteX2" fmla="*/ 91564 w 183130"/>
                  <a:gd name="connsiteY2" fmla="*/ 169486 h 184442"/>
                  <a:gd name="connsiteX3" fmla="*/ 169428 w 183130"/>
                  <a:gd name="connsiteY3" fmla="*/ 91602 h 184442"/>
                  <a:gd name="connsiteX4" fmla="*/ 91564 w 183130"/>
                  <a:gd name="connsiteY4" fmla="*/ 14954 h 184442"/>
                  <a:gd name="connsiteX5" fmla="*/ 91564 w 183130"/>
                  <a:gd name="connsiteY5" fmla="*/ 0 h 184442"/>
                  <a:gd name="connsiteX6" fmla="*/ 183130 w 183130"/>
                  <a:gd name="connsiteY6" fmla="*/ 91602 h 184442"/>
                  <a:gd name="connsiteX7" fmla="*/ 91564 w 183130"/>
                  <a:gd name="connsiteY7" fmla="*/ 184442 h 184442"/>
                  <a:gd name="connsiteX8" fmla="*/ 0 w 183130"/>
                  <a:gd name="connsiteY8" fmla="*/ 91602 h 184442"/>
                  <a:gd name="connsiteX9" fmla="*/ 91564 w 183130"/>
                  <a:gd name="connsiteY9" fmla="*/ 0 h 184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3130" h="184442">
                    <a:moveTo>
                      <a:pt x="91564" y="14954"/>
                    </a:moveTo>
                    <a:cubicBezTo>
                      <a:pt x="49544" y="14954"/>
                      <a:pt x="13704" y="49569"/>
                      <a:pt x="13704" y="91602"/>
                    </a:cubicBezTo>
                    <a:cubicBezTo>
                      <a:pt x="13704" y="134871"/>
                      <a:pt x="49544" y="169486"/>
                      <a:pt x="91564" y="169486"/>
                    </a:cubicBezTo>
                    <a:cubicBezTo>
                      <a:pt x="134822" y="169486"/>
                      <a:pt x="169428" y="134871"/>
                      <a:pt x="169428" y="91602"/>
                    </a:cubicBezTo>
                    <a:cubicBezTo>
                      <a:pt x="169428" y="49569"/>
                      <a:pt x="134822" y="14954"/>
                      <a:pt x="91564" y="14954"/>
                    </a:cubicBezTo>
                    <a:close/>
                    <a:moveTo>
                      <a:pt x="91564" y="0"/>
                    </a:moveTo>
                    <a:cubicBezTo>
                      <a:pt x="142296" y="0"/>
                      <a:pt x="183130" y="40850"/>
                      <a:pt x="183130" y="91602"/>
                    </a:cubicBezTo>
                    <a:cubicBezTo>
                      <a:pt x="183130" y="142355"/>
                      <a:pt x="142296" y="184442"/>
                      <a:pt x="91564" y="184442"/>
                    </a:cubicBezTo>
                    <a:cubicBezTo>
                      <a:pt x="40832" y="184442"/>
                      <a:pt x="0" y="142355"/>
                      <a:pt x="0" y="91602"/>
                    </a:cubicBezTo>
                    <a:cubicBezTo>
                      <a:pt x="0" y="40850"/>
                      <a:pt x="40832" y="0"/>
                      <a:pt x="915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7" name="Freeform 376">
                <a:extLst>
                  <a:ext uri="{FF2B5EF4-FFF2-40B4-BE49-F238E27FC236}">
                    <a16:creationId xmlns:a16="http://schemas.microsoft.com/office/drawing/2014/main" id="{985668A8-F08D-844B-8844-223A808FC183}"/>
                  </a:ext>
                </a:extLst>
              </p:cNvPr>
              <p:cNvSpPr/>
              <p:nvPr/>
            </p:nvSpPr>
            <p:spPr>
              <a:xfrm>
                <a:off x="22459135" y="9400308"/>
                <a:ext cx="183132" cy="183196"/>
              </a:xfrm>
              <a:custGeom>
                <a:avLst/>
                <a:gdLst>
                  <a:gd name="connsiteX0" fmla="*/ 91566 w 183132"/>
                  <a:gd name="connsiteY0" fmla="*/ 13708 h 183196"/>
                  <a:gd name="connsiteX1" fmla="*/ 13704 w 183132"/>
                  <a:gd name="connsiteY1" fmla="*/ 90356 h 183196"/>
                  <a:gd name="connsiteX2" fmla="*/ 91566 w 183132"/>
                  <a:gd name="connsiteY2" fmla="*/ 168240 h 183196"/>
                  <a:gd name="connsiteX3" fmla="*/ 169428 w 183132"/>
                  <a:gd name="connsiteY3" fmla="*/ 90356 h 183196"/>
                  <a:gd name="connsiteX4" fmla="*/ 91566 w 183132"/>
                  <a:gd name="connsiteY4" fmla="*/ 13708 h 183196"/>
                  <a:gd name="connsiteX5" fmla="*/ 91566 w 183132"/>
                  <a:gd name="connsiteY5" fmla="*/ 0 h 183196"/>
                  <a:gd name="connsiteX6" fmla="*/ 183132 w 183132"/>
                  <a:gd name="connsiteY6" fmla="*/ 90360 h 183196"/>
                  <a:gd name="connsiteX7" fmla="*/ 91566 w 183132"/>
                  <a:gd name="connsiteY7" fmla="*/ 183196 h 183196"/>
                  <a:gd name="connsiteX8" fmla="*/ 0 w 183132"/>
                  <a:gd name="connsiteY8" fmla="*/ 90360 h 183196"/>
                  <a:gd name="connsiteX9" fmla="*/ 91566 w 183132"/>
                  <a:gd name="connsiteY9" fmla="*/ 0 h 183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3132" h="183196">
                    <a:moveTo>
                      <a:pt x="91566" y="13708"/>
                    </a:moveTo>
                    <a:cubicBezTo>
                      <a:pt x="48310" y="13708"/>
                      <a:pt x="13704" y="48323"/>
                      <a:pt x="13704" y="90356"/>
                    </a:cubicBezTo>
                    <a:cubicBezTo>
                      <a:pt x="13704" y="133625"/>
                      <a:pt x="48310" y="168240"/>
                      <a:pt x="91566" y="168240"/>
                    </a:cubicBezTo>
                    <a:cubicBezTo>
                      <a:pt x="133586" y="168240"/>
                      <a:pt x="169428" y="133625"/>
                      <a:pt x="169428" y="90356"/>
                    </a:cubicBezTo>
                    <a:cubicBezTo>
                      <a:pt x="169428" y="48323"/>
                      <a:pt x="133586" y="13708"/>
                      <a:pt x="91566" y="13708"/>
                    </a:cubicBezTo>
                    <a:close/>
                    <a:moveTo>
                      <a:pt x="91566" y="0"/>
                    </a:moveTo>
                    <a:cubicBezTo>
                      <a:pt x="142298" y="0"/>
                      <a:pt x="183132" y="40848"/>
                      <a:pt x="183132" y="90360"/>
                    </a:cubicBezTo>
                    <a:cubicBezTo>
                      <a:pt x="183132" y="142348"/>
                      <a:pt x="142298" y="183196"/>
                      <a:pt x="91566" y="183196"/>
                    </a:cubicBezTo>
                    <a:cubicBezTo>
                      <a:pt x="40834" y="183196"/>
                      <a:pt x="0" y="142348"/>
                      <a:pt x="0" y="90360"/>
                    </a:cubicBezTo>
                    <a:cubicBezTo>
                      <a:pt x="0" y="40848"/>
                      <a:pt x="40834" y="0"/>
                      <a:pt x="915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8" name="Freeform 377">
                <a:extLst>
                  <a:ext uri="{FF2B5EF4-FFF2-40B4-BE49-F238E27FC236}">
                    <a16:creationId xmlns:a16="http://schemas.microsoft.com/office/drawing/2014/main" id="{5674B048-CB63-E349-B217-42DBC72572E1}"/>
                  </a:ext>
                </a:extLst>
              </p:cNvPr>
              <p:cNvSpPr/>
              <p:nvPr/>
            </p:nvSpPr>
            <p:spPr>
              <a:xfrm>
                <a:off x="14811221" y="10740001"/>
                <a:ext cx="184377" cy="183196"/>
              </a:xfrm>
              <a:custGeom>
                <a:avLst/>
                <a:gdLst>
                  <a:gd name="connsiteX0" fmla="*/ 91566 w 184377"/>
                  <a:gd name="connsiteY0" fmla="*/ 13712 h 183196"/>
                  <a:gd name="connsiteX1" fmla="*/ 13704 w 184377"/>
                  <a:gd name="connsiteY1" fmla="*/ 91601 h 183196"/>
                  <a:gd name="connsiteX2" fmla="*/ 91566 w 184377"/>
                  <a:gd name="connsiteY2" fmla="*/ 169491 h 183196"/>
                  <a:gd name="connsiteX3" fmla="*/ 169428 w 184377"/>
                  <a:gd name="connsiteY3" fmla="*/ 91601 h 183196"/>
                  <a:gd name="connsiteX4" fmla="*/ 91566 w 184377"/>
                  <a:gd name="connsiteY4" fmla="*/ 13712 h 183196"/>
                  <a:gd name="connsiteX5" fmla="*/ 91570 w 184377"/>
                  <a:gd name="connsiteY5" fmla="*/ 0 h 183196"/>
                  <a:gd name="connsiteX6" fmla="*/ 184377 w 184377"/>
                  <a:gd name="connsiteY6" fmla="*/ 91598 h 183196"/>
                  <a:gd name="connsiteX7" fmla="*/ 91570 w 184377"/>
                  <a:gd name="connsiteY7" fmla="*/ 183196 h 183196"/>
                  <a:gd name="connsiteX8" fmla="*/ 0 w 184377"/>
                  <a:gd name="connsiteY8" fmla="*/ 91598 h 183196"/>
                  <a:gd name="connsiteX9" fmla="*/ 91570 w 184377"/>
                  <a:gd name="connsiteY9" fmla="*/ 0 h 183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4377" h="183196">
                    <a:moveTo>
                      <a:pt x="91566" y="13712"/>
                    </a:moveTo>
                    <a:cubicBezTo>
                      <a:pt x="48309" y="13712"/>
                      <a:pt x="13704" y="48330"/>
                      <a:pt x="13704" y="91601"/>
                    </a:cubicBezTo>
                    <a:cubicBezTo>
                      <a:pt x="13704" y="134873"/>
                      <a:pt x="48309" y="169491"/>
                      <a:pt x="91566" y="169491"/>
                    </a:cubicBezTo>
                    <a:cubicBezTo>
                      <a:pt x="134823" y="169491"/>
                      <a:pt x="169428" y="134873"/>
                      <a:pt x="169428" y="91601"/>
                    </a:cubicBezTo>
                    <a:cubicBezTo>
                      <a:pt x="169428" y="48330"/>
                      <a:pt x="134823" y="13712"/>
                      <a:pt x="91566" y="13712"/>
                    </a:cubicBezTo>
                    <a:close/>
                    <a:moveTo>
                      <a:pt x="91570" y="0"/>
                    </a:moveTo>
                    <a:cubicBezTo>
                      <a:pt x="142304" y="0"/>
                      <a:pt x="184377" y="40848"/>
                      <a:pt x="184377" y="91598"/>
                    </a:cubicBezTo>
                    <a:cubicBezTo>
                      <a:pt x="184377" y="142348"/>
                      <a:pt x="142304" y="183196"/>
                      <a:pt x="91570" y="183196"/>
                    </a:cubicBezTo>
                    <a:cubicBezTo>
                      <a:pt x="40835" y="183196"/>
                      <a:pt x="0" y="142348"/>
                      <a:pt x="0" y="91598"/>
                    </a:cubicBezTo>
                    <a:cubicBezTo>
                      <a:pt x="0" y="40848"/>
                      <a:pt x="40835" y="0"/>
                      <a:pt x="915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07" name="Group 506">
              <a:extLst>
                <a:ext uri="{FF2B5EF4-FFF2-40B4-BE49-F238E27FC236}">
                  <a16:creationId xmlns:a16="http://schemas.microsoft.com/office/drawing/2014/main" id="{504830E7-84BF-6044-88AB-4C5DA3C4122B}"/>
                </a:ext>
              </a:extLst>
            </p:cNvPr>
            <p:cNvGrpSpPr/>
            <p:nvPr/>
          </p:nvGrpSpPr>
          <p:grpSpPr>
            <a:xfrm>
              <a:off x="16679909" y="7755285"/>
              <a:ext cx="1899833" cy="104683"/>
              <a:chOff x="16679909" y="7755285"/>
              <a:chExt cx="1899833" cy="104683"/>
            </a:xfrm>
          </p:grpSpPr>
          <p:sp>
            <p:nvSpPr>
              <p:cNvPr id="42" name="Freeform 41">
                <a:extLst>
                  <a:ext uri="{FF2B5EF4-FFF2-40B4-BE49-F238E27FC236}">
                    <a16:creationId xmlns:a16="http://schemas.microsoft.com/office/drawing/2014/main" id="{190A8916-72EB-3348-B092-71122923C15D}"/>
                  </a:ext>
                </a:extLst>
              </p:cNvPr>
              <p:cNvSpPr/>
              <p:nvPr/>
            </p:nvSpPr>
            <p:spPr>
              <a:xfrm>
                <a:off x="16730986" y="7802638"/>
                <a:ext cx="1783974" cy="99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3" h="9">
                    <a:moveTo>
                      <a:pt x="1428" y="9"/>
                    </a:moveTo>
                    <a:lnTo>
                      <a:pt x="5" y="9"/>
                    </a:lnTo>
                    <a:cubicBezTo>
                      <a:pt x="2" y="9"/>
                      <a:pt x="0" y="7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1428" y="0"/>
                    </a:lnTo>
                    <a:cubicBezTo>
                      <a:pt x="1430" y="0"/>
                      <a:pt x="1433" y="2"/>
                      <a:pt x="1433" y="5"/>
                    </a:cubicBezTo>
                    <a:cubicBezTo>
                      <a:pt x="1433" y="7"/>
                      <a:pt x="1430" y="9"/>
                      <a:pt x="1428" y="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" name="Freeform 42">
                <a:extLst>
                  <a:ext uri="{FF2B5EF4-FFF2-40B4-BE49-F238E27FC236}">
                    <a16:creationId xmlns:a16="http://schemas.microsoft.com/office/drawing/2014/main" id="{E9CB0062-A876-1144-82A4-48D35F75CAD5}"/>
                  </a:ext>
                </a:extLst>
              </p:cNvPr>
              <p:cNvSpPr/>
              <p:nvPr/>
            </p:nvSpPr>
            <p:spPr>
              <a:xfrm>
                <a:off x="16686138" y="7761516"/>
                <a:ext cx="92189" cy="922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" h="75">
                    <a:moveTo>
                      <a:pt x="75" y="38"/>
                    </a:moveTo>
                    <a:cubicBezTo>
                      <a:pt x="75" y="59"/>
                      <a:pt x="58" y="75"/>
                      <a:pt x="37" y="75"/>
                    </a:cubicBezTo>
                    <a:cubicBezTo>
                      <a:pt x="16" y="75"/>
                      <a:pt x="0" y="59"/>
                      <a:pt x="0" y="38"/>
                    </a:cubicBezTo>
                    <a:cubicBezTo>
                      <a:pt x="0" y="17"/>
                      <a:pt x="16" y="0"/>
                      <a:pt x="37" y="0"/>
                    </a:cubicBezTo>
                    <a:cubicBezTo>
                      <a:pt x="58" y="0"/>
                      <a:pt x="75" y="17"/>
                      <a:pt x="75" y="3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9" name="Freeform 378">
                <a:extLst>
                  <a:ext uri="{FF2B5EF4-FFF2-40B4-BE49-F238E27FC236}">
                    <a16:creationId xmlns:a16="http://schemas.microsoft.com/office/drawing/2014/main" id="{4E8194BD-CFC2-7349-B17D-16286D79667E}"/>
                  </a:ext>
                </a:extLst>
              </p:cNvPr>
              <p:cNvSpPr/>
              <p:nvPr/>
            </p:nvSpPr>
            <p:spPr>
              <a:xfrm>
                <a:off x="16679909" y="7755285"/>
                <a:ext cx="104647" cy="104683"/>
              </a:xfrm>
              <a:custGeom>
                <a:avLst/>
                <a:gdLst>
                  <a:gd name="connsiteX0" fmla="*/ 51710 w 104647"/>
                  <a:gd name="connsiteY0" fmla="*/ 12462 h 104683"/>
                  <a:gd name="connsiteX1" fmla="*/ 12458 w 104647"/>
                  <a:gd name="connsiteY1" fmla="*/ 52955 h 104683"/>
                  <a:gd name="connsiteX2" fmla="*/ 51710 w 104647"/>
                  <a:gd name="connsiteY2" fmla="*/ 92221 h 104683"/>
                  <a:gd name="connsiteX3" fmla="*/ 92189 w 104647"/>
                  <a:gd name="connsiteY3" fmla="*/ 52955 h 104683"/>
                  <a:gd name="connsiteX4" fmla="*/ 51710 w 104647"/>
                  <a:gd name="connsiteY4" fmla="*/ 12462 h 104683"/>
                  <a:gd name="connsiteX5" fmla="*/ 51708 w 104647"/>
                  <a:gd name="connsiteY5" fmla="*/ 0 h 104683"/>
                  <a:gd name="connsiteX6" fmla="*/ 104647 w 104647"/>
                  <a:gd name="connsiteY6" fmla="*/ 52958 h 104683"/>
                  <a:gd name="connsiteX7" fmla="*/ 51708 w 104647"/>
                  <a:gd name="connsiteY7" fmla="*/ 104683 h 104683"/>
                  <a:gd name="connsiteX8" fmla="*/ 0 w 104647"/>
                  <a:gd name="connsiteY8" fmla="*/ 52958 h 104683"/>
                  <a:gd name="connsiteX9" fmla="*/ 51708 w 104647"/>
                  <a:gd name="connsiteY9" fmla="*/ 0 h 104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4647" h="104683">
                    <a:moveTo>
                      <a:pt x="51710" y="12462"/>
                    </a:moveTo>
                    <a:cubicBezTo>
                      <a:pt x="29631" y="12462"/>
                      <a:pt x="12458" y="29641"/>
                      <a:pt x="12458" y="52955"/>
                    </a:cubicBezTo>
                    <a:cubicBezTo>
                      <a:pt x="12458" y="73815"/>
                      <a:pt x="29631" y="92221"/>
                      <a:pt x="51710" y="92221"/>
                    </a:cubicBezTo>
                    <a:cubicBezTo>
                      <a:pt x="73790" y="92221"/>
                      <a:pt x="92189" y="73815"/>
                      <a:pt x="92189" y="52955"/>
                    </a:cubicBezTo>
                    <a:cubicBezTo>
                      <a:pt x="92189" y="29641"/>
                      <a:pt x="73790" y="12462"/>
                      <a:pt x="51710" y="12462"/>
                    </a:cubicBezTo>
                    <a:close/>
                    <a:moveTo>
                      <a:pt x="51708" y="0"/>
                    </a:moveTo>
                    <a:cubicBezTo>
                      <a:pt x="81255" y="0"/>
                      <a:pt x="104647" y="23400"/>
                      <a:pt x="104647" y="52958"/>
                    </a:cubicBezTo>
                    <a:cubicBezTo>
                      <a:pt x="104647" y="81284"/>
                      <a:pt x="81255" y="104683"/>
                      <a:pt x="51708" y="104683"/>
                    </a:cubicBezTo>
                    <a:cubicBezTo>
                      <a:pt x="23392" y="104683"/>
                      <a:pt x="0" y="81284"/>
                      <a:pt x="0" y="52958"/>
                    </a:cubicBezTo>
                    <a:cubicBezTo>
                      <a:pt x="0" y="23400"/>
                      <a:pt x="23392" y="0"/>
                      <a:pt x="517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" name="Freeform 45">
                <a:extLst>
                  <a:ext uri="{FF2B5EF4-FFF2-40B4-BE49-F238E27FC236}">
                    <a16:creationId xmlns:a16="http://schemas.microsoft.com/office/drawing/2014/main" id="{9250932F-E370-5140-BF46-EF167FA6AB90}"/>
                  </a:ext>
                </a:extLst>
              </p:cNvPr>
              <p:cNvSpPr/>
              <p:nvPr/>
            </p:nvSpPr>
            <p:spPr>
              <a:xfrm>
                <a:off x="18481324" y="7761516"/>
                <a:ext cx="92189" cy="922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" h="75">
                    <a:moveTo>
                      <a:pt x="75" y="38"/>
                    </a:moveTo>
                    <a:cubicBezTo>
                      <a:pt x="75" y="59"/>
                      <a:pt x="58" y="75"/>
                      <a:pt x="37" y="75"/>
                    </a:cubicBezTo>
                    <a:cubicBezTo>
                      <a:pt x="17" y="75"/>
                      <a:pt x="0" y="59"/>
                      <a:pt x="0" y="38"/>
                    </a:cubicBezTo>
                    <a:cubicBezTo>
                      <a:pt x="0" y="17"/>
                      <a:pt x="17" y="0"/>
                      <a:pt x="37" y="0"/>
                    </a:cubicBezTo>
                    <a:cubicBezTo>
                      <a:pt x="58" y="0"/>
                      <a:pt x="75" y="17"/>
                      <a:pt x="75" y="3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0" name="Freeform 379">
                <a:extLst>
                  <a:ext uri="{FF2B5EF4-FFF2-40B4-BE49-F238E27FC236}">
                    <a16:creationId xmlns:a16="http://schemas.microsoft.com/office/drawing/2014/main" id="{F64F9FF7-6EC8-2B40-8FB3-70BBE4852E72}"/>
                  </a:ext>
                </a:extLst>
              </p:cNvPr>
              <p:cNvSpPr/>
              <p:nvPr/>
            </p:nvSpPr>
            <p:spPr>
              <a:xfrm>
                <a:off x="18475096" y="7755285"/>
                <a:ext cx="104646" cy="104683"/>
              </a:xfrm>
              <a:custGeom>
                <a:avLst/>
                <a:gdLst>
                  <a:gd name="connsiteX0" fmla="*/ 51700 w 104646"/>
                  <a:gd name="connsiteY0" fmla="*/ 12462 h 104683"/>
                  <a:gd name="connsiteX1" fmla="*/ 11212 w 104646"/>
                  <a:gd name="connsiteY1" fmla="*/ 52955 h 104683"/>
                  <a:gd name="connsiteX2" fmla="*/ 51700 w 104646"/>
                  <a:gd name="connsiteY2" fmla="*/ 92221 h 104683"/>
                  <a:gd name="connsiteX3" fmla="*/ 92188 w 104646"/>
                  <a:gd name="connsiteY3" fmla="*/ 52955 h 104683"/>
                  <a:gd name="connsiteX4" fmla="*/ 51700 w 104646"/>
                  <a:gd name="connsiteY4" fmla="*/ 12462 h 104683"/>
                  <a:gd name="connsiteX5" fmla="*/ 51706 w 104646"/>
                  <a:gd name="connsiteY5" fmla="*/ 0 h 104683"/>
                  <a:gd name="connsiteX6" fmla="*/ 104646 w 104646"/>
                  <a:gd name="connsiteY6" fmla="*/ 52958 h 104683"/>
                  <a:gd name="connsiteX7" fmla="*/ 51706 w 104646"/>
                  <a:gd name="connsiteY7" fmla="*/ 104683 h 104683"/>
                  <a:gd name="connsiteX8" fmla="*/ 0 w 104646"/>
                  <a:gd name="connsiteY8" fmla="*/ 52958 h 104683"/>
                  <a:gd name="connsiteX9" fmla="*/ 51706 w 104646"/>
                  <a:gd name="connsiteY9" fmla="*/ 0 h 104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04646" h="104683">
                    <a:moveTo>
                      <a:pt x="51700" y="12462"/>
                    </a:moveTo>
                    <a:cubicBezTo>
                      <a:pt x="29614" y="12462"/>
                      <a:pt x="11212" y="29641"/>
                      <a:pt x="11212" y="52955"/>
                    </a:cubicBezTo>
                    <a:cubicBezTo>
                      <a:pt x="11212" y="73815"/>
                      <a:pt x="29614" y="92221"/>
                      <a:pt x="51700" y="92221"/>
                    </a:cubicBezTo>
                    <a:cubicBezTo>
                      <a:pt x="73784" y="92221"/>
                      <a:pt x="92188" y="73815"/>
                      <a:pt x="92188" y="52955"/>
                    </a:cubicBezTo>
                    <a:cubicBezTo>
                      <a:pt x="92188" y="29641"/>
                      <a:pt x="73784" y="12462"/>
                      <a:pt x="51700" y="12462"/>
                    </a:cubicBezTo>
                    <a:close/>
                    <a:moveTo>
                      <a:pt x="51706" y="0"/>
                    </a:moveTo>
                    <a:cubicBezTo>
                      <a:pt x="80024" y="0"/>
                      <a:pt x="104646" y="23400"/>
                      <a:pt x="104646" y="52958"/>
                    </a:cubicBezTo>
                    <a:cubicBezTo>
                      <a:pt x="104646" y="81284"/>
                      <a:pt x="80024" y="104683"/>
                      <a:pt x="51706" y="104683"/>
                    </a:cubicBezTo>
                    <a:cubicBezTo>
                      <a:pt x="22160" y="104683"/>
                      <a:pt x="0" y="81284"/>
                      <a:pt x="0" y="52958"/>
                    </a:cubicBezTo>
                    <a:cubicBezTo>
                      <a:pt x="0" y="23400"/>
                      <a:pt x="22160" y="0"/>
                      <a:pt x="517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08" name="Group 507">
              <a:extLst>
                <a:ext uri="{FF2B5EF4-FFF2-40B4-BE49-F238E27FC236}">
                  <a16:creationId xmlns:a16="http://schemas.microsoft.com/office/drawing/2014/main" id="{4627AE4E-AF1C-5C4E-9621-94410B3D6401}"/>
                </a:ext>
              </a:extLst>
            </p:cNvPr>
            <p:cNvGrpSpPr/>
            <p:nvPr/>
          </p:nvGrpSpPr>
          <p:grpSpPr>
            <a:xfrm>
              <a:off x="16679722" y="6639123"/>
              <a:ext cx="1102405" cy="783418"/>
              <a:chOff x="16679722" y="6639123"/>
              <a:chExt cx="1102405" cy="783418"/>
            </a:xfrm>
          </p:grpSpPr>
          <p:sp>
            <p:nvSpPr>
              <p:cNvPr id="49" name="Freeform 48">
                <a:extLst>
                  <a:ext uri="{FF2B5EF4-FFF2-40B4-BE49-F238E27FC236}">
                    <a16:creationId xmlns:a16="http://schemas.microsoft.com/office/drawing/2014/main" id="{339BC915-2345-4D41-AD08-91A6BFE8F21A}"/>
                  </a:ext>
                </a:extLst>
              </p:cNvPr>
              <p:cNvSpPr/>
              <p:nvPr/>
            </p:nvSpPr>
            <p:spPr>
              <a:xfrm>
                <a:off x="16724757" y="6689759"/>
                <a:ext cx="1002862" cy="6891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6" h="554">
                    <a:moveTo>
                      <a:pt x="4" y="554"/>
                    </a:moveTo>
                    <a:cubicBezTo>
                      <a:pt x="3" y="554"/>
                      <a:pt x="2" y="553"/>
                      <a:pt x="0" y="552"/>
                    </a:cubicBezTo>
                    <a:cubicBezTo>
                      <a:pt x="-1" y="549"/>
                      <a:pt x="0" y="547"/>
                      <a:pt x="2" y="545"/>
                    </a:cubicBezTo>
                    <a:lnTo>
                      <a:pt x="798" y="1"/>
                    </a:lnTo>
                    <a:cubicBezTo>
                      <a:pt x="800" y="0"/>
                      <a:pt x="803" y="0"/>
                      <a:pt x="804" y="2"/>
                    </a:cubicBezTo>
                    <a:cubicBezTo>
                      <a:pt x="807" y="5"/>
                      <a:pt x="806" y="8"/>
                      <a:pt x="803" y="9"/>
                    </a:cubicBezTo>
                    <a:lnTo>
                      <a:pt x="7" y="553"/>
                    </a:lnTo>
                    <a:cubicBezTo>
                      <a:pt x="6" y="554"/>
                      <a:pt x="5" y="554"/>
                      <a:pt x="4" y="5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" name="Freeform 49">
                <a:extLst>
                  <a:ext uri="{FF2B5EF4-FFF2-40B4-BE49-F238E27FC236}">
                    <a16:creationId xmlns:a16="http://schemas.microsoft.com/office/drawing/2014/main" id="{A1CC36A2-EDA8-D84B-973F-B6C1702D6339}"/>
                  </a:ext>
                </a:extLst>
              </p:cNvPr>
              <p:cNvSpPr/>
              <p:nvPr/>
            </p:nvSpPr>
            <p:spPr>
              <a:xfrm>
                <a:off x="16686138" y="7334060"/>
                <a:ext cx="82222" cy="810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" h="66">
                    <a:moveTo>
                      <a:pt x="61" y="15"/>
                    </a:moveTo>
                    <a:cubicBezTo>
                      <a:pt x="71" y="29"/>
                      <a:pt x="67" y="50"/>
                      <a:pt x="52" y="60"/>
                    </a:cubicBezTo>
                    <a:cubicBezTo>
                      <a:pt x="37" y="70"/>
                      <a:pt x="16" y="67"/>
                      <a:pt x="6" y="52"/>
                    </a:cubicBezTo>
                    <a:cubicBezTo>
                      <a:pt x="-4" y="36"/>
                      <a:pt x="0" y="17"/>
                      <a:pt x="15" y="6"/>
                    </a:cubicBezTo>
                    <a:cubicBezTo>
                      <a:pt x="31" y="-4"/>
                      <a:pt x="50" y="0"/>
                      <a:pt x="61" y="1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1" name="Freeform 380">
                <a:extLst>
                  <a:ext uri="{FF2B5EF4-FFF2-40B4-BE49-F238E27FC236}">
                    <a16:creationId xmlns:a16="http://schemas.microsoft.com/office/drawing/2014/main" id="{A9F746AA-1A90-E143-B10B-88754A8F7A40}"/>
                  </a:ext>
                </a:extLst>
              </p:cNvPr>
              <p:cNvSpPr/>
              <p:nvPr/>
            </p:nvSpPr>
            <p:spPr>
              <a:xfrm>
                <a:off x="16679722" y="7328330"/>
                <a:ext cx="93922" cy="94211"/>
              </a:xfrm>
              <a:custGeom>
                <a:avLst/>
                <a:gdLst>
                  <a:gd name="connsiteX0" fmla="*/ 46904 w 93922"/>
                  <a:gd name="connsiteY0" fmla="*/ 10715 h 94211"/>
                  <a:gd name="connsiteX1" fmla="*/ 27315 w 93922"/>
                  <a:gd name="connsiteY1" fmla="*/ 16839 h 94211"/>
                  <a:gd name="connsiteX2" fmla="*/ 17521 w 93922"/>
                  <a:gd name="connsiteY2" fmla="*/ 65829 h 94211"/>
                  <a:gd name="connsiteX3" fmla="*/ 40782 w 93922"/>
                  <a:gd name="connsiteY3" fmla="*/ 80526 h 94211"/>
                  <a:gd name="connsiteX4" fmla="*/ 66493 w 93922"/>
                  <a:gd name="connsiteY4" fmla="*/ 75627 h 94211"/>
                  <a:gd name="connsiteX5" fmla="*/ 81185 w 93922"/>
                  <a:gd name="connsiteY5" fmla="*/ 52356 h 94211"/>
                  <a:gd name="connsiteX6" fmla="*/ 76287 w 93922"/>
                  <a:gd name="connsiteY6" fmla="*/ 26637 h 94211"/>
                  <a:gd name="connsiteX7" fmla="*/ 46904 w 93922"/>
                  <a:gd name="connsiteY7" fmla="*/ 10715 h 94211"/>
                  <a:gd name="connsiteX8" fmla="*/ 37472 w 93922"/>
                  <a:gd name="connsiteY8" fmla="*/ 863 h 94211"/>
                  <a:gd name="connsiteX9" fmla="*/ 85015 w 93922"/>
                  <a:gd name="connsiteY9" fmla="*/ 20409 h 94211"/>
                  <a:gd name="connsiteX10" fmla="*/ 93621 w 93922"/>
                  <a:gd name="connsiteY10" fmla="*/ 56080 h 94211"/>
                  <a:gd name="connsiteX11" fmla="*/ 72721 w 93922"/>
                  <a:gd name="connsiteY11" fmla="*/ 85601 h 94211"/>
                  <a:gd name="connsiteX12" fmla="*/ 46904 w 93922"/>
                  <a:gd name="connsiteY12" fmla="*/ 94211 h 94211"/>
                  <a:gd name="connsiteX13" fmla="*/ 38298 w 93922"/>
                  <a:gd name="connsiteY13" fmla="*/ 92981 h 94211"/>
                  <a:gd name="connsiteX14" fmla="*/ 7563 w 93922"/>
                  <a:gd name="connsiteY14" fmla="*/ 73301 h 94211"/>
                  <a:gd name="connsiteX15" fmla="*/ 19857 w 93922"/>
                  <a:gd name="connsiteY15" fmla="*/ 8109 h 94211"/>
                  <a:gd name="connsiteX16" fmla="*/ 37472 w 93922"/>
                  <a:gd name="connsiteY16" fmla="*/ 863 h 9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93922" h="94211">
                    <a:moveTo>
                      <a:pt x="46904" y="10715"/>
                    </a:moveTo>
                    <a:cubicBezTo>
                      <a:pt x="39558" y="10715"/>
                      <a:pt x="33437" y="13165"/>
                      <a:pt x="27315" y="16839"/>
                    </a:cubicBezTo>
                    <a:cubicBezTo>
                      <a:pt x="11399" y="27862"/>
                      <a:pt x="6502" y="49907"/>
                      <a:pt x="17521" y="65829"/>
                    </a:cubicBezTo>
                    <a:cubicBezTo>
                      <a:pt x="23642" y="73177"/>
                      <a:pt x="30988" y="78076"/>
                      <a:pt x="40782" y="80526"/>
                    </a:cubicBezTo>
                    <a:cubicBezTo>
                      <a:pt x="49353" y="82975"/>
                      <a:pt x="59147" y="80526"/>
                      <a:pt x="66493" y="75627"/>
                    </a:cubicBezTo>
                    <a:cubicBezTo>
                      <a:pt x="73839" y="69503"/>
                      <a:pt x="78736" y="62154"/>
                      <a:pt x="81185" y="52356"/>
                    </a:cubicBezTo>
                    <a:cubicBezTo>
                      <a:pt x="83633" y="43783"/>
                      <a:pt x="81185" y="33985"/>
                      <a:pt x="76287" y="26637"/>
                    </a:cubicBezTo>
                    <a:cubicBezTo>
                      <a:pt x="68942" y="16839"/>
                      <a:pt x="57923" y="10715"/>
                      <a:pt x="46904" y="10715"/>
                    </a:cubicBezTo>
                    <a:close/>
                    <a:moveTo>
                      <a:pt x="37472" y="863"/>
                    </a:moveTo>
                    <a:cubicBezTo>
                      <a:pt x="55740" y="-2655"/>
                      <a:pt x="74873" y="4726"/>
                      <a:pt x="85015" y="20409"/>
                    </a:cubicBezTo>
                    <a:cubicBezTo>
                      <a:pt x="92392" y="31479"/>
                      <a:pt x="94850" y="43780"/>
                      <a:pt x="93621" y="56080"/>
                    </a:cubicBezTo>
                    <a:cubicBezTo>
                      <a:pt x="91162" y="68380"/>
                      <a:pt x="83786" y="78221"/>
                      <a:pt x="72721" y="85601"/>
                    </a:cubicBezTo>
                    <a:cubicBezTo>
                      <a:pt x="65345" y="91751"/>
                      <a:pt x="56739" y="94211"/>
                      <a:pt x="46904" y="94211"/>
                    </a:cubicBezTo>
                    <a:cubicBezTo>
                      <a:pt x="44445" y="94211"/>
                      <a:pt x="40757" y="92981"/>
                      <a:pt x="38298" y="92981"/>
                    </a:cubicBezTo>
                    <a:cubicBezTo>
                      <a:pt x="26004" y="90521"/>
                      <a:pt x="14940" y="84371"/>
                      <a:pt x="7563" y="73301"/>
                    </a:cubicBezTo>
                    <a:cubicBezTo>
                      <a:pt x="-5960" y="52390"/>
                      <a:pt x="-1042" y="22869"/>
                      <a:pt x="19857" y="8109"/>
                    </a:cubicBezTo>
                    <a:cubicBezTo>
                      <a:pt x="25389" y="4419"/>
                      <a:pt x="31383" y="2035"/>
                      <a:pt x="37472" y="8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3" name="Freeform 52">
                <a:extLst>
                  <a:ext uri="{FF2B5EF4-FFF2-40B4-BE49-F238E27FC236}">
                    <a16:creationId xmlns:a16="http://schemas.microsoft.com/office/drawing/2014/main" id="{8A9A9F28-BC43-3941-8B32-B9BA1516D9AC}"/>
                  </a:ext>
                </a:extLst>
              </p:cNvPr>
              <p:cNvSpPr/>
              <p:nvPr/>
            </p:nvSpPr>
            <p:spPr>
              <a:xfrm>
                <a:off x="17693983" y="6644895"/>
                <a:ext cx="82222" cy="810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" h="66">
                    <a:moveTo>
                      <a:pt x="61" y="15"/>
                    </a:moveTo>
                    <a:cubicBezTo>
                      <a:pt x="72" y="29"/>
                      <a:pt x="68" y="50"/>
                      <a:pt x="52" y="60"/>
                    </a:cubicBezTo>
                    <a:cubicBezTo>
                      <a:pt x="37" y="71"/>
                      <a:pt x="16" y="66"/>
                      <a:pt x="6" y="51"/>
                    </a:cubicBezTo>
                    <a:cubicBezTo>
                      <a:pt x="-5" y="36"/>
                      <a:pt x="0" y="17"/>
                      <a:pt x="15" y="6"/>
                    </a:cubicBezTo>
                    <a:cubicBezTo>
                      <a:pt x="30" y="-4"/>
                      <a:pt x="50" y="0"/>
                      <a:pt x="61" y="1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108E9E9A-9AF8-6047-B69C-720E5E3167B8}"/>
                  </a:ext>
                </a:extLst>
              </p:cNvPr>
              <p:cNvSpPr/>
              <p:nvPr/>
            </p:nvSpPr>
            <p:spPr>
              <a:xfrm>
                <a:off x="17688814" y="6639123"/>
                <a:ext cx="93313" cy="94254"/>
              </a:xfrm>
              <a:custGeom>
                <a:avLst/>
                <a:gdLst>
                  <a:gd name="connsiteX0" fmla="*/ 45669 w 93313"/>
                  <a:gd name="connsiteY0" fmla="*/ 12003 h 94254"/>
                  <a:gd name="connsiteX1" fmla="*/ 27311 w 93313"/>
                  <a:gd name="connsiteY1" fmla="*/ 18125 h 94254"/>
                  <a:gd name="connsiteX2" fmla="*/ 17519 w 93313"/>
                  <a:gd name="connsiteY2" fmla="*/ 67100 h 94254"/>
                  <a:gd name="connsiteX3" fmla="*/ 66475 w 93313"/>
                  <a:gd name="connsiteY3" fmla="*/ 75670 h 94254"/>
                  <a:gd name="connsiteX4" fmla="*/ 81163 w 93313"/>
                  <a:gd name="connsiteY4" fmla="*/ 53632 h 94254"/>
                  <a:gd name="connsiteX5" fmla="*/ 75043 w 93313"/>
                  <a:gd name="connsiteY5" fmla="*/ 26696 h 94254"/>
                  <a:gd name="connsiteX6" fmla="*/ 53013 w 93313"/>
                  <a:gd name="connsiteY6" fmla="*/ 13228 h 94254"/>
                  <a:gd name="connsiteX7" fmla="*/ 45669 w 93313"/>
                  <a:gd name="connsiteY7" fmla="*/ 12003 h 94254"/>
                  <a:gd name="connsiteX8" fmla="*/ 55509 w 93313"/>
                  <a:gd name="connsiteY8" fmla="*/ 771 h 94254"/>
                  <a:gd name="connsiteX9" fmla="*/ 85015 w 93313"/>
                  <a:gd name="connsiteY9" fmla="*/ 21682 h 94254"/>
                  <a:gd name="connsiteX10" fmla="*/ 92391 w 93313"/>
                  <a:gd name="connsiteY10" fmla="*/ 56123 h 94254"/>
                  <a:gd name="connsiteX11" fmla="*/ 72721 w 93313"/>
                  <a:gd name="connsiteY11" fmla="*/ 85644 h 94254"/>
                  <a:gd name="connsiteX12" fmla="*/ 46903 w 93313"/>
                  <a:gd name="connsiteY12" fmla="*/ 94254 h 94254"/>
                  <a:gd name="connsiteX13" fmla="*/ 7563 w 93313"/>
                  <a:gd name="connsiteY13" fmla="*/ 73344 h 94254"/>
                  <a:gd name="connsiteX14" fmla="*/ 19857 w 93313"/>
                  <a:gd name="connsiteY14" fmla="*/ 8152 h 94254"/>
                  <a:gd name="connsiteX15" fmla="*/ 55509 w 93313"/>
                  <a:gd name="connsiteY15" fmla="*/ 771 h 94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3313" h="94254">
                    <a:moveTo>
                      <a:pt x="45669" y="12003"/>
                    </a:moveTo>
                    <a:cubicBezTo>
                      <a:pt x="39549" y="12003"/>
                      <a:pt x="32205" y="14452"/>
                      <a:pt x="27311" y="18125"/>
                    </a:cubicBezTo>
                    <a:cubicBezTo>
                      <a:pt x="11399" y="29144"/>
                      <a:pt x="6503" y="51183"/>
                      <a:pt x="17519" y="67100"/>
                    </a:cubicBezTo>
                    <a:cubicBezTo>
                      <a:pt x="28535" y="81792"/>
                      <a:pt x="50565" y="86690"/>
                      <a:pt x="66475" y="75670"/>
                    </a:cubicBezTo>
                    <a:cubicBezTo>
                      <a:pt x="73819" y="70773"/>
                      <a:pt x="78715" y="63427"/>
                      <a:pt x="81163" y="53632"/>
                    </a:cubicBezTo>
                    <a:cubicBezTo>
                      <a:pt x="82387" y="43837"/>
                      <a:pt x="79939" y="35266"/>
                      <a:pt x="75043" y="26696"/>
                    </a:cubicBezTo>
                    <a:cubicBezTo>
                      <a:pt x="70147" y="19349"/>
                      <a:pt x="61581" y="14452"/>
                      <a:pt x="53013" y="13228"/>
                    </a:cubicBezTo>
                    <a:cubicBezTo>
                      <a:pt x="50565" y="12003"/>
                      <a:pt x="48117" y="12003"/>
                      <a:pt x="45669" y="12003"/>
                    </a:cubicBezTo>
                    <a:close/>
                    <a:moveTo>
                      <a:pt x="55509" y="771"/>
                    </a:moveTo>
                    <a:cubicBezTo>
                      <a:pt x="66575" y="3231"/>
                      <a:pt x="77639" y="10612"/>
                      <a:pt x="85015" y="21682"/>
                    </a:cubicBezTo>
                    <a:cubicBezTo>
                      <a:pt x="92391" y="30292"/>
                      <a:pt x="94851" y="43823"/>
                      <a:pt x="92391" y="56123"/>
                    </a:cubicBezTo>
                    <a:cubicBezTo>
                      <a:pt x="91163" y="68423"/>
                      <a:pt x="82557" y="79494"/>
                      <a:pt x="72721" y="85644"/>
                    </a:cubicBezTo>
                    <a:cubicBezTo>
                      <a:pt x="65345" y="90564"/>
                      <a:pt x="55509" y="94254"/>
                      <a:pt x="46903" y="94254"/>
                    </a:cubicBezTo>
                    <a:cubicBezTo>
                      <a:pt x="32151" y="94254"/>
                      <a:pt x="16169" y="86874"/>
                      <a:pt x="7563" y="73344"/>
                    </a:cubicBezTo>
                    <a:cubicBezTo>
                      <a:pt x="-5959" y="51203"/>
                      <a:pt x="-1043" y="22912"/>
                      <a:pt x="19857" y="8152"/>
                    </a:cubicBezTo>
                    <a:cubicBezTo>
                      <a:pt x="29693" y="2001"/>
                      <a:pt x="43215" y="-1689"/>
                      <a:pt x="55509" y="77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09" name="Group 508">
              <a:extLst>
                <a:ext uri="{FF2B5EF4-FFF2-40B4-BE49-F238E27FC236}">
                  <a16:creationId xmlns:a16="http://schemas.microsoft.com/office/drawing/2014/main" id="{CB9765F3-B779-FA4C-9CF6-10FCD76412A4}"/>
                </a:ext>
              </a:extLst>
            </p:cNvPr>
            <p:cNvGrpSpPr/>
            <p:nvPr/>
          </p:nvGrpSpPr>
          <p:grpSpPr>
            <a:xfrm>
              <a:off x="16679602" y="8200496"/>
              <a:ext cx="1103753" cy="781078"/>
              <a:chOff x="16679602" y="8200496"/>
              <a:chExt cx="1103753" cy="781078"/>
            </a:xfrm>
          </p:grpSpPr>
          <p:sp>
            <p:nvSpPr>
              <p:cNvPr id="56" name="Freeform 55">
                <a:extLst>
                  <a:ext uri="{FF2B5EF4-FFF2-40B4-BE49-F238E27FC236}">
                    <a16:creationId xmlns:a16="http://schemas.microsoft.com/office/drawing/2014/main" id="{34C804BE-40D5-5449-9AC7-605FC22FA3AB}"/>
                  </a:ext>
                </a:extLst>
              </p:cNvPr>
              <p:cNvSpPr/>
              <p:nvPr/>
            </p:nvSpPr>
            <p:spPr>
              <a:xfrm>
                <a:off x="16734724" y="8250038"/>
                <a:ext cx="1002862" cy="6891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6" h="554">
                    <a:moveTo>
                      <a:pt x="801" y="554"/>
                    </a:moveTo>
                    <a:cubicBezTo>
                      <a:pt x="800" y="554"/>
                      <a:pt x="799" y="554"/>
                      <a:pt x="799" y="553"/>
                    </a:cubicBezTo>
                    <a:lnTo>
                      <a:pt x="2" y="9"/>
                    </a:lnTo>
                    <a:cubicBezTo>
                      <a:pt x="0" y="7"/>
                      <a:pt x="-1" y="4"/>
                      <a:pt x="0" y="3"/>
                    </a:cubicBezTo>
                    <a:cubicBezTo>
                      <a:pt x="2" y="0"/>
                      <a:pt x="5" y="0"/>
                      <a:pt x="7" y="1"/>
                    </a:cubicBezTo>
                    <a:lnTo>
                      <a:pt x="804" y="546"/>
                    </a:lnTo>
                    <a:cubicBezTo>
                      <a:pt x="806" y="547"/>
                      <a:pt x="806" y="550"/>
                      <a:pt x="805" y="552"/>
                    </a:cubicBezTo>
                    <a:cubicBezTo>
                      <a:pt x="804" y="554"/>
                      <a:pt x="803" y="554"/>
                      <a:pt x="801" y="5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7" name="Freeform 56">
                <a:extLst>
                  <a:ext uri="{FF2B5EF4-FFF2-40B4-BE49-F238E27FC236}">
                    <a16:creationId xmlns:a16="http://schemas.microsoft.com/office/drawing/2014/main" id="{CF378097-10F2-C54B-8480-4FF67F0FDBF7}"/>
                  </a:ext>
                </a:extLst>
              </p:cNvPr>
              <p:cNvSpPr/>
              <p:nvPr/>
            </p:nvSpPr>
            <p:spPr>
              <a:xfrm>
                <a:off x="17693983" y="8894339"/>
                <a:ext cx="82222" cy="822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" h="67">
                    <a:moveTo>
                      <a:pt x="6" y="14"/>
                    </a:moveTo>
                    <a:cubicBezTo>
                      <a:pt x="-5" y="30"/>
                      <a:pt x="0" y="50"/>
                      <a:pt x="15" y="61"/>
                    </a:cubicBezTo>
                    <a:cubicBezTo>
                      <a:pt x="30" y="71"/>
                      <a:pt x="50" y="67"/>
                      <a:pt x="61" y="52"/>
                    </a:cubicBezTo>
                    <a:cubicBezTo>
                      <a:pt x="72" y="37"/>
                      <a:pt x="68" y="16"/>
                      <a:pt x="52" y="6"/>
                    </a:cubicBezTo>
                    <a:cubicBezTo>
                      <a:pt x="37" y="-5"/>
                      <a:pt x="16" y="-1"/>
                      <a:pt x="6" y="1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B1F60739-4A17-014E-A918-9A726E2CD60A}"/>
                  </a:ext>
                </a:extLst>
              </p:cNvPr>
              <p:cNvSpPr/>
              <p:nvPr/>
            </p:nvSpPr>
            <p:spPr>
              <a:xfrm>
                <a:off x="17689459" y="8887800"/>
                <a:ext cx="93896" cy="93774"/>
              </a:xfrm>
              <a:custGeom>
                <a:avLst/>
                <a:gdLst>
                  <a:gd name="connsiteX0" fmla="*/ 40127 w 93896"/>
                  <a:gd name="connsiteY0" fmla="*/ 13994 h 93774"/>
                  <a:gd name="connsiteX1" fmla="*/ 16873 w 93896"/>
                  <a:gd name="connsiteY1" fmla="*/ 28691 h 93774"/>
                  <a:gd name="connsiteX2" fmla="*/ 26665 w 93896"/>
                  <a:gd name="connsiteY2" fmla="*/ 76456 h 93774"/>
                  <a:gd name="connsiteX3" fmla="*/ 52367 w 93896"/>
                  <a:gd name="connsiteY3" fmla="*/ 82579 h 93774"/>
                  <a:gd name="connsiteX4" fmla="*/ 74397 w 93896"/>
                  <a:gd name="connsiteY4" fmla="*/ 67882 h 93774"/>
                  <a:gd name="connsiteX5" fmla="*/ 80517 w 93896"/>
                  <a:gd name="connsiteY5" fmla="*/ 42163 h 93774"/>
                  <a:gd name="connsiteX6" fmla="*/ 65829 w 93896"/>
                  <a:gd name="connsiteY6" fmla="*/ 18893 h 93774"/>
                  <a:gd name="connsiteX7" fmla="*/ 40127 w 93896"/>
                  <a:gd name="connsiteY7" fmla="*/ 13994 h 93774"/>
                  <a:gd name="connsiteX8" fmla="*/ 37653 w 93896"/>
                  <a:gd name="connsiteY8" fmla="*/ 307 h 93774"/>
                  <a:gd name="connsiteX9" fmla="*/ 73305 w 93896"/>
                  <a:gd name="connsiteY9" fmla="*/ 7686 h 93774"/>
                  <a:gd name="connsiteX10" fmla="*/ 92975 w 93896"/>
                  <a:gd name="connsiteY10" fmla="*/ 38432 h 93774"/>
                  <a:gd name="connsiteX11" fmla="*/ 85599 w 93896"/>
                  <a:gd name="connsiteY11" fmla="*/ 72867 h 93774"/>
                  <a:gd name="connsiteX12" fmla="*/ 56093 w 93896"/>
                  <a:gd name="connsiteY12" fmla="*/ 92544 h 93774"/>
                  <a:gd name="connsiteX13" fmla="*/ 46257 w 93896"/>
                  <a:gd name="connsiteY13" fmla="*/ 93774 h 93774"/>
                  <a:gd name="connsiteX14" fmla="*/ 20441 w 93896"/>
                  <a:gd name="connsiteY14" fmla="*/ 85165 h 93774"/>
                  <a:gd name="connsiteX15" fmla="*/ 771 w 93896"/>
                  <a:gd name="connsiteY15" fmla="*/ 55649 h 93774"/>
                  <a:gd name="connsiteX16" fmla="*/ 8147 w 93896"/>
                  <a:gd name="connsiteY16" fmla="*/ 21214 h 93774"/>
                  <a:gd name="connsiteX17" fmla="*/ 37653 w 93896"/>
                  <a:gd name="connsiteY17" fmla="*/ 307 h 93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93896" h="93774">
                    <a:moveTo>
                      <a:pt x="40127" y="13994"/>
                    </a:moveTo>
                    <a:cubicBezTo>
                      <a:pt x="29111" y="15218"/>
                      <a:pt x="21769" y="21342"/>
                      <a:pt x="16873" y="28691"/>
                    </a:cubicBezTo>
                    <a:cubicBezTo>
                      <a:pt x="5857" y="44612"/>
                      <a:pt x="10753" y="66658"/>
                      <a:pt x="26665" y="76456"/>
                    </a:cubicBezTo>
                    <a:cubicBezTo>
                      <a:pt x="34007" y="82579"/>
                      <a:pt x="42575" y="85029"/>
                      <a:pt x="52367" y="82579"/>
                    </a:cubicBezTo>
                    <a:cubicBezTo>
                      <a:pt x="60935" y="80130"/>
                      <a:pt x="69501" y="75231"/>
                      <a:pt x="74397" y="67882"/>
                    </a:cubicBezTo>
                    <a:cubicBezTo>
                      <a:pt x="79293" y="60534"/>
                      <a:pt x="81741" y="50736"/>
                      <a:pt x="80517" y="42163"/>
                    </a:cubicBezTo>
                    <a:cubicBezTo>
                      <a:pt x="78069" y="32365"/>
                      <a:pt x="73173" y="23792"/>
                      <a:pt x="65829" y="18893"/>
                    </a:cubicBezTo>
                    <a:cubicBezTo>
                      <a:pt x="58487" y="13994"/>
                      <a:pt x="48695" y="11544"/>
                      <a:pt x="40127" y="13994"/>
                    </a:cubicBezTo>
                    <a:close/>
                    <a:moveTo>
                      <a:pt x="37653" y="307"/>
                    </a:moveTo>
                    <a:cubicBezTo>
                      <a:pt x="49947" y="-923"/>
                      <a:pt x="63469" y="1537"/>
                      <a:pt x="73305" y="7686"/>
                    </a:cubicBezTo>
                    <a:cubicBezTo>
                      <a:pt x="83139" y="15065"/>
                      <a:pt x="91745" y="26133"/>
                      <a:pt x="92975" y="38432"/>
                    </a:cubicBezTo>
                    <a:cubicBezTo>
                      <a:pt x="95433" y="50730"/>
                      <a:pt x="92975" y="63028"/>
                      <a:pt x="85599" y="72867"/>
                    </a:cubicBezTo>
                    <a:cubicBezTo>
                      <a:pt x="78223" y="83935"/>
                      <a:pt x="67157" y="91314"/>
                      <a:pt x="56093" y="92544"/>
                    </a:cubicBezTo>
                    <a:cubicBezTo>
                      <a:pt x="52405" y="93774"/>
                      <a:pt x="49947" y="93774"/>
                      <a:pt x="46257" y="93774"/>
                    </a:cubicBezTo>
                    <a:cubicBezTo>
                      <a:pt x="37653" y="93774"/>
                      <a:pt x="29047" y="91314"/>
                      <a:pt x="20441" y="85165"/>
                    </a:cubicBezTo>
                    <a:cubicBezTo>
                      <a:pt x="10605" y="79016"/>
                      <a:pt x="3229" y="67948"/>
                      <a:pt x="771" y="55649"/>
                    </a:cubicBezTo>
                    <a:cubicBezTo>
                      <a:pt x="-1689" y="43351"/>
                      <a:pt x="1999" y="31053"/>
                      <a:pt x="8147" y="21214"/>
                    </a:cubicBezTo>
                    <a:cubicBezTo>
                      <a:pt x="15523" y="10146"/>
                      <a:pt x="26587" y="3996"/>
                      <a:pt x="37653" y="30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0" name="Freeform 59">
                <a:extLst>
                  <a:ext uri="{FF2B5EF4-FFF2-40B4-BE49-F238E27FC236}">
                    <a16:creationId xmlns:a16="http://schemas.microsoft.com/office/drawing/2014/main" id="{B79AA12A-2DFF-8E48-ACFC-18CCD7F87E6A}"/>
                  </a:ext>
                </a:extLst>
              </p:cNvPr>
              <p:cNvSpPr/>
              <p:nvPr/>
            </p:nvSpPr>
            <p:spPr>
              <a:xfrm>
                <a:off x="16686138" y="8205174"/>
                <a:ext cx="82222" cy="822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" h="67">
                    <a:moveTo>
                      <a:pt x="6" y="15"/>
                    </a:moveTo>
                    <a:cubicBezTo>
                      <a:pt x="-4" y="30"/>
                      <a:pt x="0" y="51"/>
                      <a:pt x="15" y="61"/>
                    </a:cubicBezTo>
                    <a:cubicBezTo>
                      <a:pt x="31" y="72"/>
                      <a:pt x="50" y="68"/>
                      <a:pt x="61" y="53"/>
                    </a:cubicBezTo>
                    <a:cubicBezTo>
                      <a:pt x="71" y="37"/>
                      <a:pt x="67" y="16"/>
                      <a:pt x="52" y="6"/>
                    </a:cubicBezTo>
                    <a:cubicBezTo>
                      <a:pt x="37" y="-4"/>
                      <a:pt x="16" y="-1"/>
                      <a:pt x="6" y="1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6" name="Freeform 405">
                <a:extLst>
                  <a:ext uri="{FF2B5EF4-FFF2-40B4-BE49-F238E27FC236}">
                    <a16:creationId xmlns:a16="http://schemas.microsoft.com/office/drawing/2014/main" id="{8E48505A-E7B2-3340-9C0E-1FDE110C8A91}"/>
                  </a:ext>
                </a:extLst>
              </p:cNvPr>
              <p:cNvSpPr/>
              <p:nvPr/>
            </p:nvSpPr>
            <p:spPr>
              <a:xfrm>
                <a:off x="16679602" y="8200496"/>
                <a:ext cx="94042" cy="93160"/>
              </a:xfrm>
              <a:custGeom>
                <a:avLst/>
                <a:gdLst>
                  <a:gd name="connsiteX0" fmla="*/ 42148 w 94042"/>
                  <a:gd name="connsiteY0" fmla="*/ 9663 h 93160"/>
                  <a:gd name="connsiteX1" fmla="*/ 18887 w 94042"/>
                  <a:gd name="connsiteY1" fmla="*/ 25580 h 93160"/>
                  <a:gd name="connsiteX2" fmla="*/ 13989 w 94042"/>
                  <a:gd name="connsiteY2" fmla="*/ 51292 h 93160"/>
                  <a:gd name="connsiteX3" fmla="*/ 28681 w 94042"/>
                  <a:gd name="connsiteY3" fmla="*/ 73330 h 93160"/>
                  <a:gd name="connsiteX4" fmla="*/ 54392 w 94042"/>
                  <a:gd name="connsiteY4" fmla="*/ 79452 h 93160"/>
                  <a:gd name="connsiteX5" fmla="*/ 77653 w 94042"/>
                  <a:gd name="connsiteY5" fmla="*/ 64760 h 93160"/>
                  <a:gd name="connsiteX6" fmla="*/ 82551 w 94042"/>
                  <a:gd name="connsiteY6" fmla="*/ 37824 h 93160"/>
                  <a:gd name="connsiteX7" fmla="*/ 67859 w 94042"/>
                  <a:gd name="connsiteY7" fmla="*/ 15785 h 93160"/>
                  <a:gd name="connsiteX8" fmla="*/ 48270 w 94042"/>
                  <a:gd name="connsiteY8" fmla="*/ 9663 h 93160"/>
                  <a:gd name="connsiteX9" fmla="*/ 42148 w 94042"/>
                  <a:gd name="connsiteY9" fmla="*/ 9663 h 93160"/>
                  <a:gd name="connsiteX10" fmla="*/ 38418 w 94042"/>
                  <a:gd name="connsiteY10" fmla="*/ 923 h 93160"/>
                  <a:gd name="connsiteX11" fmla="*/ 72841 w 94042"/>
                  <a:gd name="connsiteY11" fmla="*/ 8302 h 93160"/>
                  <a:gd name="connsiteX12" fmla="*/ 93741 w 94042"/>
                  <a:gd name="connsiteY12" fmla="*/ 37818 h 93160"/>
                  <a:gd name="connsiteX13" fmla="*/ 85135 w 94042"/>
                  <a:gd name="connsiteY13" fmla="*/ 72253 h 93160"/>
                  <a:gd name="connsiteX14" fmla="*/ 55630 w 94042"/>
                  <a:gd name="connsiteY14" fmla="*/ 91930 h 93160"/>
                  <a:gd name="connsiteX15" fmla="*/ 47024 w 94042"/>
                  <a:gd name="connsiteY15" fmla="*/ 93160 h 93160"/>
                  <a:gd name="connsiteX16" fmla="*/ 19977 w 94042"/>
                  <a:gd name="connsiteY16" fmla="*/ 85781 h 93160"/>
                  <a:gd name="connsiteX17" fmla="*/ 307 w 94042"/>
                  <a:gd name="connsiteY17" fmla="*/ 55036 h 93160"/>
                  <a:gd name="connsiteX18" fmla="*/ 7683 w 94042"/>
                  <a:gd name="connsiteY18" fmla="*/ 19371 h 93160"/>
                  <a:gd name="connsiteX19" fmla="*/ 38418 w 94042"/>
                  <a:gd name="connsiteY19" fmla="*/ 923 h 93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4042" h="93160">
                    <a:moveTo>
                      <a:pt x="42148" y="9663"/>
                    </a:moveTo>
                    <a:cubicBezTo>
                      <a:pt x="32354" y="12112"/>
                      <a:pt x="25008" y="17009"/>
                      <a:pt x="18887" y="25580"/>
                    </a:cubicBezTo>
                    <a:cubicBezTo>
                      <a:pt x="13989" y="32926"/>
                      <a:pt x="11541" y="41497"/>
                      <a:pt x="13989" y="51292"/>
                    </a:cubicBezTo>
                    <a:cubicBezTo>
                      <a:pt x="15214" y="61087"/>
                      <a:pt x="21335" y="68433"/>
                      <a:pt x="28681" y="73330"/>
                    </a:cubicBezTo>
                    <a:cubicBezTo>
                      <a:pt x="36027" y="79452"/>
                      <a:pt x="45821" y="80677"/>
                      <a:pt x="54392" y="79452"/>
                    </a:cubicBezTo>
                    <a:cubicBezTo>
                      <a:pt x="64186" y="78228"/>
                      <a:pt x="71532" y="72106"/>
                      <a:pt x="77653" y="64760"/>
                    </a:cubicBezTo>
                    <a:cubicBezTo>
                      <a:pt x="82551" y="56189"/>
                      <a:pt x="84999" y="47619"/>
                      <a:pt x="82551" y="37824"/>
                    </a:cubicBezTo>
                    <a:cubicBezTo>
                      <a:pt x="80102" y="29253"/>
                      <a:pt x="75205" y="20683"/>
                      <a:pt x="67859" y="15785"/>
                    </a:cubicBezTo>
                    <a:cubicBezTo>
                      <a:pt x="61737" y="12112"/>
                      <a:pt x="55616" y="9663"/>
                      <a:pt x="48270" y="9663"/>
                    </a:cubicBezTo>
                    <a:cubicBezTo>
                      <a:pt x="45821" y="9663"/>
                      <a:pt x="44597" y="9663"/>
                      <a:pt x="42148" y="9663"/>
                    </a:cubicBezTo>
                    <a:close/>
                    <a:moveTo>
                      <a:pt x="38418" y="923"/>
                    </a:moveTo>
                    <a:cubicBezTo>
                      <a:pt x="50712" y="-1537"/>
                      <a:pt x="63006" y="923"/>
                      <a:pt x="72841" y="8302"/>
                    </a:cubicBezTo>
                    <a:cubicBezTo>
                      <a:pt x="83906" y="14451"/>
                      <a:pt x="91282" y="24290"/>
                      <a:pt x="93741" y="37818"/>
                    </a:cubicBezTo>
                    <a:cubicBezTo>
                      <a:pt x="94970" y="50116"/>
                      <a:pt x="92512" y="62415"/>
                      <a:pt x="85135" y="72253"/>
                    </a:cubicBezTo>
                    <a:cubicBezTo>
                      <a:pt x="78988" y="83322"/>
                      <a:pt x="67924" y="89471"/>
                      <a:pt x="55630" y="91930"/>
                    </a:cubicBezTo>
                    <a:cubicBezTo>
                      <a:pt x="51942" y="93160"/>
                      <a:pt x="49483" y="93160"/>
                      <a:pt x="47024" y="93160"/>
                    </a:cubicBezTo>
                    <a:cubicBezTo>
                      <a:pt x="37189" y="93160"/>
                      <a:pt x="28583" y="90701"/>
                      <a:pt x="19977" y="85781"/>
                    </a:cubicBezTo>
                    <a:cubicBezTo>
                      <a:pt x="10142" y="78402"/>
                      <a:pt x="2766" y="67334"/>
                      <a:pt x="307" y="55036"/>
                    </a:cubicBezTo>
                    <a:cubicBezTo>
                      <a:pt x="-922" y="42737"/>
                      <a:pt x="1536" y="30439"/>
                      <a:pt x="7683" y="19371"/>
                    </a:cubicBezTo>
                    <a:cubicBezTo>
                      <a:pt x="15060" y="9532"/>
                      <a:pt x="26124" y="2153"/>
                      <a:pt x="38418" y="92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10" name="Group 509">
              <a:extLst>
                <a:ext uri="{FF2B5EF4-FFF2-40B4-BE49-F238E27FC236}">
                  <a16:creationId xmlns:a16="http://schemas.microsoft.com/office/drawing/2014/main" id="{5F30D190-DA30-2D4F-AAA3-3429A94C1385}"/>
                </a:ext>
              </a:extLst>
            </p:cNvPr>
            <p:cNvGrpSpPr/>
            <p:nvPr/>
          </p:nvGrpSpPr>
          <p:grpSpPr>
            <a:xfrm>
              <a:off x="15679538" y="5272793"/>
              <a:ext cx="1497442" cy="695399"/>
              <a:chOff x="15679538" y="5272793"/>
              <a:chExt cx="1497442" cy="695399"/>
            </a:xfrm>
          </p:grpSpPr>
          <p:sp>
            <p:nvSpPr>
              <p:cNvPr id="407" name="Freeform 406">
                <a:extLst>
                  <a:ext uri="{FF2B5EF4-FFF2-40B4-BE49-F238E27FC236}">
                    <a16:creationId xmlns:a16="http://schemas.microsoft.com/office/drawing/2014/main" id="{5341067B-C17B-E849-8DC1-2390A02ABBBD}"/>
                  </a:ext>
                </a:extLst>
              </p:cNvPr>
              <p:cNvSpPr/>
              <p:nvPr/>
            </p:nvSpPr>
            <p:spPr>
              <a:xfrm>
                <a:off x="15796643" y="5392434"/>
                <a:ext cx="1380337" cy="575758"/>
              </a:xfrm>
              <a:custGeom>
                <a:avLst/>
                <a:gdLst>
                  <a:gd name="connsiteX0" fmla="*/ 78426 w 1380337"/>
                  <a:gd name="connsiteY0" fmla="*/ 13709 h 575758"/>
                  <a:gd name="connsiteX1" fmla="*/ 33619 w 1380337"/>
                  <a:gd name="connsiteY1" fmla="*/ 32360 h 575758"/>
                  <a:gd name="connsiteX2" fmla="*/ 14949 w 1380337"/>
                  <a:gd name="connsiteY2" fmla="*/ 77123 h 575758"/>
                  <a:gd name="connsiteX3" fmla="*/ 14949 w 1380337"/>
                  <a:gd name="connsiteY3" fmla="*/ 498637 h 575758"/>
                  <a:gd name="connsiteX4" fmla="*/ 33619 w 1380337"/>
                  <a:gd name="connsiteY4" fmla="*/ 542156 h 575758"/>
                  <a:gd name="connsiteX5" fmla="*/ 78426 w 1380337"/>
                  <a:gd name="connsiteY5" fmla="*/ 562050 h 575758"/>
                  <a:gd name="connsiteX6" fmla="*/ 1303157 w 1380337"/>
                  <a:gd name="connsiteY6" fmla="*/ 562050 h 575758"/>
                  <a:gd name="connsiteX7" fmla="*/ 1346719 w 1380337"/>
                  <a:gd name="connsiteY7" fmla="*/ 542156 h 575758"/>
                  <a:gd name="connsiteX8" fmla="*/ 1366633 w 1380337"/>
                  <a:gd name="connsiteY8" fmla="*/ 498637 h 575758"/>
                  <a:gd name="connsiteX9" fmla="*/ 1366633 w 1380337"/>
                  <a:gd name="connsiteY9" fmla="*/ 77123 h 575758"/>
                  <a:gd name="connsiteX10" fmla="*/ 1346719 w 1380337"/>
                  <a:gd name="connsiteY10" fmla="*/ 32360 h 575758"/>
                  <a:gd name="connsiteX11" fmla="*/ 1303157 w 1380337"/>
                  <a:gd name="connsiteY11" fmla="*/ 13709 h 575758"/>
                  <a:gd name="connsiteX12" fmla="*/ 78414 w 1380337"/>
                  <a:gd name="connsiteY12" fmla="*/ 0 h 575758"/>
                  <a:gd name="connsiteX13" fmla="*/ 1303167 w 1380337"/>
                  <a:gd name="connsiteY13" fmla="*/ 0 h 575758"/>
                  <a:gd name="connsiteX14" fmla="*/ 1357933 w 1380337"/>
                  <a:gd name="connsiteY14" fmla="*/ 22384 h 575758"/>
                  <a:gd name="connsiteX15" fmla="*/ 1380337 w 1380337"/>
                  <a:gd name="connsiteY15" fmla="*/ 77100 h 575758"/>
                  <a:gd name="connsiteX16" fmla="*/ 1380337 w 1380337"/>
                  <a:gd name="connsiteY16" fmla="*/ 498659 h 575758"/>
                  <a:gd name="connsiteX17" fmla="*/ 1357933 w 1380337"/>
                  <a:gd name="connsiteY17" fmla="*/ 553375 h 575758"/>
                  <a:gd name="connsiteX18" fmla="*/ 1303167 w 1380337"/>
                  <a:gd name="connsiteY18" fmla="*/ 575758 h 575758"/>
                  <a:gd name="connsiteX19" fmla="*/ 78414 w 1380337"/>
                  <a:gd name="connsiteY19" fmla="*/ 575758 h 575758"/>
                  <a:gd name="connsiteX20" fmla="*/ 23649 w 1380337"/>
                  <a:gd name="connsiteY20" fmla="*/ 553375 h 575758"/>
                  <a:gd name="connsiteX21" fmla="*/ 0 w 1380337"/>
                  <a:gd name="connsiteY21" fmla="*/ 498659 h 575758"/>
                  <a:gd name="connsiteX22" fmla="*/ 0 w 1380337"/>
                  <a:gd name="connsiteY22" fmla="*/ 77100 h 575758"/>
                  <a:gd name="connsiteX23" fmla="*/ 23649 w 1380337"/>
                  <a:gd name="connsiteY23" fmla="*/ 22384 h 575758"/>
                  <a:gd name="connsiteX24" fmla="*/ 78414 w 1380337"/>
                  <a:gd name="connsiteY24" fmla="*/ 0 h 575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80337" h="575758">
                    <a:moveTo>
                      <a:pt x="78426" y="13709"/>
                    </a:moveTo>
                    <a:cubicBezTo>
                      <a:pt x="61001" y="13709"/>
                      <a:pt x="46065" y="19926"/>
                      <a:pt x="33619" y="32360"/>
                    </a:cubicBezTo>
                    <a:cubicBezTo>
                      <a:pt x="22417" y="44794"/>
                      <a:pt x="14949" y="60959"/>
                      <a:pt x="14949" y="77123"/>
                    </a:cubicBezTo>
                    <a:lnTo>
                      <a:pt x="14949" y="498637"/>
                    </a:lnTo>
                    <a:cubicBezTo>
                      <a:pt x="14949" y="516044"/>
                      <a:pt x="22417" y="530965"/>
                      <a:pt x="33619" y="542156"/>
                    </a:cubicBezTo>
                    <a:cubicBezTo>
                      <a:pt x="46065" y="554590"/>
                      <a:pt x="61001" y="562050"/>
                      <a:pt x="78426" y="562050"/>
                    </a:cubicBezTo>
                    <a:lnTo>
                      <a:pt x="1303157" y="562050"/>
                    </a:lnTo>
                    <a:cubicBezTo>
                      <a:pt x="1319337" y="562050"/>
                      <a:pt x="1335517" y="554590"/>
                      <a:pt x="1346719" y="542156"/>
                    </a:cubicBezTo>
                    <a:cubicBezTo>
                      <a:pt x="1359165" y="530965"/>
                      <a:pt x="1366633" y="516044"/>
                      <a:pt x="1366633" y="498637"/>
                    </a:cubicBezTo>
                    <a:lnTo>
                      <a:pt x="1366633" y="77123"/>
                    </a:lnTo>
                    <a:cubicBezTo>
                      <a:pt x="1366633" y="60959"/>
                      <a:pt x="1359165" y="44794"/>
                      <a:pt x="1346719" y="32360"/>
                    </a:cubicBezTo>
                    <a:cubicBezTo>
                      <a:pt x="1335517" y="19926"/>
                      <a:pt x="1319337" y="13709"/>
                      <a:pt x="1303157" y="13709"/>
                    </a:cubicBezTo>
                    <a:close/>
                    <a:moveTo>
                      <a:pt x="78414" y="0"/>
                    </a:moveTo>
                    <a:lnTo>
                      <a:pt x="1303167" y="0"/>
                    </a:lnTo>
                    <a:cubicBezTo>
                      <a:pt x="1323083" y="0"/>
                      <a:pt x="1342997" y="7461"/>
                      <a:pt x="1357933" y="22384"/>
                    </a:cubicBezTo>
                    <a:cubicBezTo>
                      <a:pt x="1372869" y="37306"/>
                      <a:pt x="1380337" y="57203"/>
                      <a:pt x="1380337" y="77100"/>
                    </a:cubicBezTo>
                    <a:lnTo>
                      <a:pt x="1380337" y="498659"/>
                    </a:lnTo>
                    <a:cubicBezTo>
                      <a:pt x="1380337" y="518555"/>
                      <a:pt x="1372869" y="538452"/>
                      <a:pt x="1357933" y="553375"/>
                    </a:cubicBezTo>
                    <a:cubicBezTo>
                      <a:pt x="1342997" y="568297"/>
                      <a:pt x="1323083" y="575758"/>
                      <a:pt x="1303167" y="575758"/>
                    </a:cubicBezTo>
                    <a:lnTo>
                      <a:pt x="78414" y="575758"/>
                    </a:lnTo>
                    <a:cubicBezTo>
                      <a:pt x="57255" y="575758"/>
                      <a:pt x="38585" y="568297"/>
                      <a:pt x="23649" y="553375"/>
                    </a:cubicBezTo>
                    <a:cubicBezTo>
                      <a:pt x="8713" y="538452"/>
                      <a:pt x="0" y="518555"/>
                      <a:pt x="0" y="498659"/>
                    </a:cubicBezTo>
                    <a:lnTo>
                      <a:pt x="0" y="77100"/>
                    </a:lnTo>
                    <a:cubicBezTo>
                      <a:pt x="0" y="57203"/>
                      <a:pt x="8713" y="37306"/>
                      <a:pt x="23649" y="22384"/>
                    </a:cubicBezTo>
                    <a:cubicBezTo>
                      <a:pt x="38585" y="7461"/>
                      <a:pt x="57255" y="0"/>
                      <a:pt x="784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992315A6-7509-2444-850D-9F03BB97D404}"/>
                  </a:ext>
                </a:extLst>
              </p:cNvPr>
              <p:cNvSpPr/>
              <p:nvPr/>
            </p:nvSpPr>
            <p:spPr>
              <a:xfrm>
                <a:off x="16008427" y="5550705"/>
                <a:ext cx="50828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9" h="12">
                    <a:moveTo>
                      <a:pt x="403" y="12"/>
                    </a:moveTo>
                    <a:lnTo>
                      <a:pt x="5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403" y="0"/>
                    </a:lnTo>
                    <a:cubicBezTo>
                      <a:pt x="407" y="0"/>
                      <a:pt x="409" y="2"/>
                      <a:pt x="409" y="6"/>
                    </a:cubicBezTo>
                    <a:cubicBezTo>
                      <a:pt x="409" y="9"/>
                      <a:pt x="407" y="12"/>
                      <a:pt x="40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3F7D85CD-C7EE-6548-8CBA-41E4212308D2}"/>
                  </a:ext>
                </a:extLst>
              </p:cNvPr>
              <p:cNvSpPr/>
              <p:nvPr/>
            </p:nvSpPr>
            <p:spPr>
              <a:xfrm>
                <a:off x="16008427" y="5674082"/>
                <a:ext cx="958014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70" h="11">
                    <a:moveTo>
                      <a:pt x="764" y="11"/>
                    </a:moveTo>
                    <a:lnTo>
                      <a:pt x="5" y="11"/>
                    </a:lnTo>
                    <a:cubicBezTo>
                      <a:pt x="2" y="11"/>
                      <a:pt x="0" y="9"/>
                      <a:pt x="0" y="6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764" y="0"/>
                    </a:lnTo>
                    <a:cubicBezTo>
                      <a:pt x="768" y="0"/>
                      <a:pt x="770" y="2"/>
                      <a:pt x="770" y="6"/>
                    </a:cubicBezTo>
                    <a:cubicBezTo>
                      <a:pt x="770" y="9"/>
                      <a:pt x="768" y="11"/>
                      <a:pt x="764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640CCA12-96BC-8E45-9AEA-F0E666CAD348}"/>
                  </a:ext>
                </a:extLst>
              </p:cNvPr>
              <p:cNvSpPr/>
              <p:nvPr/>
            </p:nvSpPr>
            <p:spPr>
              <a:xfrm>
                <a:off x="16008427" y="5796209"/>
                <a:ext cx="958014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70" h="12">
                    <a:moveTo>
                      <a:pt x="764" y="12"/>
                    </a:moveTo>
                    <a:lnTo>
                      <a:pt x="5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764" y="0"/>
                    </a:lnTo>
                    <a:cubicBezTo>
                      <a:pt x="768" y="0"/>
                      <a:pt x="770" y="3"/>
                      <a:pt x="770" y="6"/>
                    </a:cubicBezTo>
                    <a:cubicBezTo>
                      <a:pt x="770" y="9"/>
                      <a:pt x="768" y="12"/>
                      <a:pt x="764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ACBD45E5-2690-254E-945F-1873D095DF60}"/>
                  </a:ext>
                </a:extLst>
              </p:cNvPr>
              <p:cNvSpPr/>
              <p:nvPr/>
            </p:nvSpPr>
            <p:spPr>
              <a:xfrm>
                <a:off x="15687013" y="5280274"/>
                <a:ext cx="239192" cy="2380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3" h="192">
                    <a:moveTo>
                      <a:pt x="193" y="96"/>
                    </a:moveTo>
                    <a:cubicBezTo>
                      <a:pt x="193" y="149"/>
                      <a:pt x="149" y="192"/>
                      <a:pt x="96" y="192"/>
                    </a:cubicBezTo>
                    <a:cubicBezTo>
                      <a:pt x="43" y="192"/>
                      <a:pt x="0" y="149"/>
                      <a:pt x="0" y="96"/>
                    </a:cubicBezTo>
                    <a:cubicBezTo>
                      <a:pt x="0" y="43"/>
                      <a:pt x="43" y="0"/>
                      <a:pt x="96" y="0"/>
                    </a:cubicBezTo>
                    <a:cubicBezTo>
                      <a:pt x="149" y="0"/>
                      <a:pt x="193" y="43"/>
                      <a:pt x="193" y="9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9" name="Freeform 408">
                <a:extLst>
                  <a:ext uri="{FF2B5EF4-FFF2-40B4-BE49-F238E27FC236}">
                    <a16:creationId xmlns:a16="http://schemas.microsoft.com/office/drawing/2014/main" id="{EDB336C4-B973-1A49-B735-8E464799DF76}"/>
                  </a:ext>
                </a:extLst>
              </p:cNvPr>
              <p:cNvSpPr/>
              <p:nvPr/>
            </p:nvSpPr>
            <p:spPr>
              <a:xfrm>
                <a:off x="15679538" y="5272793"/>
                <a:ext cx="252896" cy="252985"/>
              </a:xfrm>
              <a:custGeom>
                <a:avLst/>
                <a:gdLst>
                  <a:gd name="connsiteX0" fmla="*/ 126445 w 252896"/>
                  <a:gd name="connsiteY0" fmla="*/ 13712 h 252985"/>
                  <a:gd name="connsiteX1" fmla="*/ 13704 w 252896"/>
                  <a:gd name="connsiteY1" fmla="*/ 126492 h 252985"/>
                  <a:gd name="connsiteX2" fmla="*/ 126445 w 252896"/>
                  <a:gd name="connsiteY2" fmla="*/ 238033 h 252985"/>
                  <a:gd name="connsiteX3" fmla="*/ 237947 w 252896"/>
                  <a:gd name="connsiteY3" fmla="*/ 126492 h 252985"/>
                  <a:gd name="connsiteX4" fmla="*/ 126445 w 252896"/>
                  <a:gd name="connsiteY4" fmla="*/ 13712 h 252985"/>
                  <a:gd name="connsiteX5" fmla="*/ 126448 w 252896"/>
                  <a:gd name="connsiteY5" fmla="*/ 0 h 252985"/>
                  <a:gd name="connsiteX6" fmla="*/ 252896 w 252896"/>
                  <a:gd name="connsiteY6" fmla="*/ 126493 h 252985"/>
                  <a:gd name="connsiteX7" fmla="*/ 126448 w 252896"/>
                  <a:gd name="connsiteY7" fmla="*/ 252985 h 252985"/>
                  <a:gd name="connsiteX8" fmla="*/ 0 w 252896"/>
                  <a:gd name="connsiteY8" fmla="*/ 126493 h 252985"/>
                  <a:gd name="connsiteX9" fmla="*/ 126448 w 252896"/>
                  <a:gd name="connsiteY9" fmla="*/ 0 h 252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896" h="252985">
                    <a:moveTo>
                      <a:pt x="126445" y="13712"/>
                    </a:moveTo>
                    <a:cubicBezTo>
                      <a:pt x="64499" y="13712"/>
                      <a:pt x="13704" y="64525"/>
                      <a:pt x="13704" y="126492"/>
                    </a:cubicBezTo>
                    <a:cubicBezTo>
                      <a:pt x="13704" y="188460"/>
                      <a:pt x="64499" y="238033"/>
                      <a:pt x="126445" y="238033"/>
                    </a:cubicBezTo>
                    <a:cubicBezTo>
                      <a:pt x="188391" y="238033"/>
                      <a:pt x="237947" y="188460"/>
                      <a:pt x="237947" y="126492"/>
                    </a:cubicBezTo>
                    <a:cubicBezTo>
                      <a:pt x="237947" y="64525"/>
                      <a:pt x="188391" y="13712"/>
                      <a:pt x="126445" y="13712"/>
                    </a:cubicBezTo>
                    <a:close/>
                    <a:moveTo>
                      <a:pt x="126448" y="0"/>
                    </a:moveTo>
                    <a:cubicBezTo>
                      <a:pt x="195870" y="0"/>
                      <a:pt x="252896" y="57046"/>
                      <a:pt x="252896" y="126493"/>
                    </a:cubicBezTo>
                    <a:cubicBezTo>
                      <a:pt x="252896" y="195940"/>
                      <a:pt x="195870" y="252985"/>
                      <a:pt x="126448" y="252985"/>
                    </a:cubicBezTo>
                    <a:cubicBezTo>
                      <a:pt x="57026" y="252985"/>
                      <a:pt x="0" y="195940"/>
                      <a:pt x="0" y="126493"/>
                    </a:cubicBezTo>
                    <a:cubicBezTo>
                      <a:pt x="0" y="57046"/>
                      <a:pt x="57026" y="0"/>
                      <a:pt x="126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0E0DB58E-16F1-8A41-BA47-DFC41F024EAE}"/>
                  </a:ext>
                </a:extLst>
              </p:cNvPr>
              <p:cNvSpPr/>
              <p:nvPr/>
            </p:nvSpPr>
            <p:spPr>
              <a:xfrm>
                <a:off x="15799134" y="5350063"/>
                <a:ext cx="13704" cy="996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81">
                    <a:moveTo>
                      <a:pt x="6" y="81"/>
                    </a:moveTo>
                    <a:cubicBezTo>
                      <a:pt x="3" y="81"/>
                      <a:pt x="0" y="78"/>
                      <a:pt x="0" y="75"/>
                    </a:cubicBezTo>
                    <a:lnTo>
                      <a:pt x="0" y="5"/>
                    </a:lnTo>
                    <a:cubicBezTo>
                      <a:pt x="0" y="2"/>
                      <a:pt x="3" y="0"/>
                      <a:pt x="6" y="0"/>
                    </a:cubicBezTo>
                    <a:cubicBezTo>
                      <a:pt x="9" y="0"/>
                      <a:pt x="12" y="2"/>
                      <a:pt x="12" y="5"/>
                    </a:cubicBezTo>
                    <a:lnTo>
                      <a:pt x="12" y="75"/>
                    </a:lnTo>
                    <a:cubicBezTo>
                      <a:pt x="12" y="78"/>
                      <a:pt x="9" y="81"/>
                      <a:pt x="6" y="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1717DECC-7463-2842-A903-101585C26404}"/>
                  </a:ext>
                </a:extLst>
              </p:cNvPr>
              <p:cNvSpPr/>
              <p:nvPr/>
            </p:nvSpPr>
            <p:spPr>
              <a:xfrm>
                <a:off x="15756777" y="5393681"/>
                <a:ext cx="99663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" h="11">
                    <a:moveTo>
                      <a:pt x="75" y="11"/>
                    </a:moveTo>
                    <a:lnTo>
                      <a:pt x="5" y="11"/>
                    </a:lnTo>
                    <a:cubicBezTo>
                      <a:pt x="2" y="11"/>
                      <a:pt x="0" y="8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75" y="0"/>
                    </a:lnTo>
                    <a:cubicBezTo>
                      <a:pt x="78" y="0"/>
                      <a:pt x="81" y="2"/>
                      <a:pt x="81" y="5"/>
                    </a:cubicBezTo>
                    <a:cubicBezTo>
                      <a:pt x="81" y="8"/>
                      <a:pt x="78" y="11"/>
                      <a:pt x="75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B3DF99D3-35C5-5D44-A4E2-D38B700D7244}"/>
                  </a:ext>
                </a:extLst>
              </p:cNvPr>
              <p:cNvSpPr/>
              <p:nvPr/>
            </p:nvSpPr>
            <p:spPr>
              <a:xfrm>
                <a:off x="15687013" y="5280274"/>
                <a:ext cx="239192" cy="2380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3" h="192">
                    <a:moveTo>
                      <a:pt x="193" y="96"/>
                    </a:moveTo>
                    <a:cubicBezTo>
                      <a:pt x="193" y="149"/>
                      <a:pt x="149" y="192"/>
                      <a:pt x="96" y="192"/>
                    </a:cubicBezTo>
                    <a:cubicBezTo>
                      <a:pt x="43" y="192"/>
                      <a:pt x="0" y="149"/>
                      <a:pt x="0" y="96"/>
                    </a:cubicBezTo>
                    <a:cubicBezTo>
                      <a:pt x="0" y="43"/>
                      <a:pt x="43" y="0"/>
                      <a:pt x="96" y="0"/>
                    </a:cubicBezTo>
                    <a:cubicBezTo>
                      <a:pt x="149" y="0"/>
                      <a:pt x="193" y="43"/>
                      <a:pt x="193" y="9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11" name="Group 510">
              <a:extLst>
                <a:ext uri="{FF2B5EF4-FFF2-40B4-BE49-F238E27FC236}">
                  <a16:creationId xmlns:a16="http://schemas.microsoft.com/office/drawing/2014/main" id="{6BC9180F-29AA-3048-BD4A-CDDFEE6929C4}"/>
                </a:ext>
              </a:extLst>
            </p:cNvPr>
            <p:cNvGrpSpPr/>
            <p:nvPr/>
          </p:nvGrpSpPr>
          <p:grpSpPr>
            <a:xfrm>
              <a:off x="15062871" y="5426083"/>
              <a:ext cx="563098" cy="563296"/>
              <a:chOff x="15062871" y="5426083"/>
              <a:chExt cx="563098" cy="563296"/>
            </a:xfrm>
          </p:grpSpPr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1B8507D7-FFFB-374B-B97D-FBE79CBC7002}"/>
                  </a:ext>
                </a:extLst>
              </p:cNvPr>
              <p:cNvSpPr/>
              <p:nvPr/>
            </p:nvSpPr>
            <p:spPr>
              <a:xfrm>
                <a:off x="15070346" y="5433560"/>
                <a:ext cx="548148" cy="5483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1" h="441">
                    <a:moveTo>
                      <a:pt x="441" y="221"/>
                    </a:moveTo>
                    <a:cubicBezTo>
                      <a:pt x="441" y="342"/>
                      <a:pt x="343" y="441"/>
                      <a:pt x="220" y="441"/>
                    </a:cubicBezTo>
                    <a:cubicBezTo>
                      <a:pt x="99" y="441"/>
                      <a:pt x="0" y="342"/>
                      <a:pt x="0" y="221"/>
                    </a:cubicBezTo>
                    <a:cubicBezTo>
                      <a:pt x="0" y="99"/>
                      <a:pt x="99" y="0"/>
                      <a:pt x="220" y="0"/>
                    </a:cubicBezTo>
                    <a:cubicBezTo>
                      <a:pt x="343" y="0"/>
                      <a:pt x="441" y="99"/>
                      <a:pt x="441" y="22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154C27C5-6912-504F-B5C7-C9E36588B495}"/>
                  </a:ext>
                </a:extLst>
              </p:cNvPr>
              <p:cNvSpPr/>
              <p:nvPr/>
            </p:nvSpPr>
            <p:spPr>
              <a:xfrm>
                <a:off x="15062871" y="5426083"/>
                <a:ext cx="563098" cy="563296"/>
              </a:xfrm>
              <a:custGeom>
                <a:avLst/>
                <a:gdLst>
                  <a:gd name="connsiteX0" fmla="*/ 280930 w 563098"/>
                  <a:gd name="connsiteY0" fmla="*/ 14954 h 563296"/>
                  <a:gd name="connsiteX1" fmla="*/ 14950 w 563098"/>
                  <a:gd name="connsiteY1" fmla="*/ 282270 h 563296"/>
                  <a:gd name="connsiteX2" fmla="*/ 280930 w 563098"/>
                  <a:gd name="connsiteY2" fmla="*/ 549586 h 563296"/>
                  <a:gd name="connsiteX3" fmla="*/ 549395 w 563098"/>
                  <a:gd name="connsiteY3" fmla="*/ 282270 h 563296"/>
                  <a:gd name="connsiteX4" fmla="*/ 280930 w 563098"/>
                  <a:gd name="connsiteY4" fmla="*/ 14954 h 563296"/>
                  <a:gd name="connsiteX5" fmla="*/ 280927 w 563098"/>
                  <a:gd name="connsiteY5" fmla="*/ 0 h 563296"/>
                  <a:gd name="connsiteX6" fmla="*/ 563098 w 563098"/>
                  <a:gd name="connsiteY6" fmla="*/ 282270 h 563296"/>
                  <a:gd name="connsiteX7" fmla="*/ 280927 w 563098"/>
                  <a:gd name="connsiteY7" fmla="*/ 563296 h 563296"/>
                  <a:gd name="connsiteX8" fmla="*/ 0 w 563098"/>
                  <a:gd name="connsiteY8" fmla="*/ 282270 h 563296"/>
                  <a:gd name="connsiteX9" fmla="*/ 280927 w 563098"/>
                  <a:gd name="connsiteY9" fmla="*/ 0 h 563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63098" h="563296">
                    <a:moveTo>
                      <a:pt x="280930" y="14954"/>
                    </a:moveTo>
                    <a:cubicBezTo>
                      <a:pt x="134268" y="14954"/>
                      <a:pt x="14950" y="134314"/>
                      <a:pt x="14950" y="282270"/>
                    </a:cubicBezTo>
                    <a:cubicBezTo>
                      <a:pt x="14950" y="428983"/>
                      <a:pt x="134268" y="549586"/>
                      <a:pt x="280930" y="549586"/>
                    </a:cubicBezTo>
                    <a:cubicBezTo>
                      <a:pt x="428834" y="549586"/>
                      <a:pt x="549395" y="428983"/>
                      <a:pt x="549395" y="282270"/>
                    </a:cubicBezTo>
                    <a:cubicBezTo>
                      <a:pt x="549395" y="134314"/>
                      <a:pt x="428834" y="14954"/>
                      <a:pt x="280930" y="14954"/>
                    </a:cubicBezTo>
                    <a:close/>
                    <a:moveTo>
                      <a:pt x="280927" y="0"/>
                    </a:moveTo>
                    <a:cubicBezTo>
                      <a:pt x="437551" y="0"/>
                      <a:pt x="563098" y="126835"/>
                      <a:pt x="563098" y="282270"/>
                    </a:cubicBezTo>
                    <a:cubicBezTo>
                      <a:pt x="563098" y="436461"/>
                      <a:pt x="437551" y="563296"/>
                      <a:pt x="280927" y="563296"/>
                    </a:cubicBezTo>
                    <a:cubicBezTo>
                      <a:pt x="125547" y="563296"/>
                      <a:pt x="0" y="436461"/>
                      <a:pt x="0" y="282270"/>
                    </a:cubicBezTo>
                    <a:cubicBezTo>
                      <a:pt x="0" y="126835"/>
                      <a:pt x="125547" y="0"/>
                      <a:pt x="2809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BD543634-3101-674F-9186-0964A3D7ECE8}"/>
                  </a:ext>
                </a:extLst>
              </p:cNvPr>
              <p:cNvSpPr/>
              <p:nvPr/>
            </p:nvSpPr>
            <p:spPr>
              <a:xfrm>
                <a:off x="15115191" y="5576876"/>
                <a:ext cx="458451" cy="4050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9" h="326">
                    <a:moveTo>
                      <a:pt x="184" y="326"/>
                    </a:moveTo>
                    <a:cubicBezTo>
                      <a:pt x="261" y="326"/>
                      <a:pt x="329" y="287"/>
                      <a:pt x="369" y="227"/>
                    </a:cubicBezTo>
                    <a:cubicBezTo>
                      <a:pt x="339" y="183"/>
                      <a:pt x="295" y="150"/>
                      <a:pt x="243" y="136"/>
                    </a:cubicBezTo>
                    <a:cubicBezTo>
                      <a:pt x="253" y="121"/>
                      <a:pt x="260" y="103"/>
                      <a:pt x="260" y="83"/>
                    </a:cubicBezTo>
                    <a:cubicBezTo>
                      <a:pt x="260" y="37"/>
                      <a:pt x="226" y="0"/>
                      <a:pt x="184" y="0"/>
                    </a:cubicBezTo>
                    <a:cubicBezTo>
                      <a:pt x="143" y="0"/>
                      <a:pt x="108" y="37"/>
                      <a:pt x="108" y="83"/>
                    </a:cubicBezTo>
                    <a:cubicBezTo>
                      <a:pt x="108" y="103"/>
                      <a:pt x="115" y="121"/>
                      <a:pt x="126" y="136"/>
                    </a:cubicBezTo>
                    <a:cubicBezTo>
                      <a:pt x="74" y="150"/>
                      <a:pt x="29" y="183"/>
                      <a:pt x="0" y="227"/>
                    </a:cubicBezTo>
                    <a:cubicBezTo>
                      <a:pt x="39" y="287"/>
                      <a:pt x="107" y="326"/>
                      <a:pt x="184" y="32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212C563E-B75B-3743-829B-85B9151E362C}"/>
                  </a:ext>
                </a:extLst>
              </p:cNvPr>
              <p:cNvSpPr/>
              <p:nvPr/>
            </p:nvSpPr>
            <p:spPr>
              <a:xfrm>
                <a:off x="15109274" y="5569399"/>
                <a:ext cx="472776" cy="419979"/>
              </a:xfrm>
              <a:custGeom>
                <a:avLst/>
                <a:gdLst>
                  <a:gd name="connsiteX0" fmla="*/ 234521 w 472776"/>
                  <a:gd name="connsiteY0" fmla="*/ 13708 h 419979"/>
                  <a:gd name="connsiteX1" fmla="*/ 147561 w 472776"/>
                  <a:gd name="connsiteY1" fmla="*/ 110606 h 419979"/>
                  <a:gd name="connsiteX2" fmla="*/ 168680 w 472776"/>
                  <a:gd name="connsiteY2" fmla="*/ 171478 h 419979"/>
                  <a:gd name="connsiteX3" fmla="*/ 169922 w 472776"/>
                  <a:gd name="connsiteY3" fmla="*/ 177690 h 419979"/>
                  <a:gd name="connsiteX4" fmla="*/ 163711 w 472776"/>
                  <a:gd name="connsiteY4" fmla="*/ 182659 h 419979"/>
                  <a:gd name="connsiteX5" fmla="*/ 14637 w 472776"/>
                  <a:gd name="connsiteY5" fmla="*/ 289495 h 419979"/>
                  <a:gd name="connsiteX6" fmla="*/ 234521 w 472776"/>
                  <a:gd name="connsiteY6" fmla="*/ 406270 h 419979"/>
                  <a:gd name="connsiteX7" fmla="*/ 455647 w 472776"/>
                  <a:gd name="connsiteY7" fmla="*/ 289495 h 419979"/>
                  <a:gd name="connsiteX8" fmla="*/ 305331 w 472776"/>
                  <a:gd name="connsiteY8" fmla="*/ 182659 h 419979"/>
                  <a:gd name="connsiteX9" fmla="*/ 300362 w 472776"/>
                  <a:gd name="connsiteY9" fmla="*/ 177690 h 419979"/>
                  <a:gd name="connsiteX10" fmla="*/ 301604 w 472776"/>
                  <a:gd name="connsiteY10" fmla="*/ 171478 h 419979"/>
                  <a:gd name="connsiteX11" fmla="*/ 322723 w 472776"/>
                  <a:gd name="connsiteY11" fmla="*/ 110606 h 419979"/>
                  <a:gd name="connsiteX12" fmla="*/ 234521 w 472776"/>
                  <a:gd name="connsiteY12" fmla="*/ 13708 h 419979"/>
                  <a:gd name="connsiteX13" fmla="*/ 235767 w 472776"/>
                  <a:gd name="connsiteY13" fmla="*/ 0 h 419979"/>
                  <a:gd name="connsiteX14" fmla="*/ 337654 w 472776"/>
                  <a:gd name="connsiteY14" fmla="*/ 110586 h 419979"/>
                  <a:gd name="connsiteX15" fmla="*/ 320258 w 472776"/>
                  <a:gd name="connsiteY15" fmla="*/ 171471 h 419979"/>
                  <a:gd name="connsiteX16" fmla="*/ 471845 w 472776"/>
                  <a:gd name="connsiteY16" fmla="*/ 285785 h 419979"/>
                  <a:gd name="connsiteX17" fmla="*/ 471845 w 472776"/>
                  <a:gd name="connsiteY17" fmla="*/ 293240 h 419979"/>
                  <a:gd name="connsiteX18" fmla="*/ 235767 w 472776"/>
                  <a:gd name="connsiteY18" fmla="*/ 419979 h 419979"/>
                  <a:gd name="connsiteX19" fmla="*/ 933 w 472776"/>
                  <a:gd name="connsiteY19" fmla="*/ 293240 h 419979"/>
                  <a:gd name="connsiteX20" fmla="*/ 933 w 472776"/>
                  <a:gd name="connsiteY20" fmla="*/ 285785 h 419979"/>
                  <a:gd name="connsiteX21" fmla="*/ 152519 w 472776"/>
                  <a:gd name="connsiteY21" fmla="*/ 171471 h 419979"/>
                  <a:gd name="connsiteX22" fmla="*/ 135124 w 472776"/>
                  <a:gd name="connsiteY22" fmla="*/ 110586 h 419979"/>
                  <a:gd name="connsiteX23" fmla="*/ 235767 w 472776"/>
                  <a:gd name="connsiteY23" fmla="*/ 0 h 419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72776" h="419979">
                    <a:moveTo>
                      <a:pt x="234521" y="13708"/>
                    </a:moveTo>
                    <a:cubicBezTo>
                      <a:pt x="187314" y="13708"/>
                      <a:pt x="147561" y="57188"/>
                      <a:pt x="147561" y="110606"/>
                    </a:cubicBezTo>
                    <a:cubicBezTo>
                      <a:pt x="147561" y="132968"/>
                      <a:pt x="155015" y="154086"/>
                      <a:pt x="168680" y="171478"/>
                    </a:cubicBezTo>
                    <a:cubicBezTo>
                      <a:pt x="169922" y="173963"/>
                      <a:pt x="169922" y="176448"/>
                      <a:pt x="169922" y="177690"/>
                    </a:cubicBezTo>
                    <a:cubicBezTo>
                      <a:pt x="168680" y="180174"/>
                      <a:pt x="167438" y="182659"/>
                      <a:pt x="163711" y="182659"/>
                    </a:cubicBezTo>
                    <a:cubicBezTo>
                      <a:pt x="104081" y="198809"/>
                      <a:pt x="50663" y="237320"/>
                      <a:pt x="14637" y="289495"/>
                    </a:cubicBezTo>
                    <a:cubicBezTo>
                      <a:pt x="64328" y="362790"/>
                      <a:pt x="146319" y="406270"/>
                      <a:pt x="234521" y="406270"/>
                    </a:cubicBezTo>
                    <a:cubicBezTo>
                      <a:pt x="323965" y="406270"/>
                      <a:pt x="404713" y="362790"/>
                      <a:pt x="455647" y="289495"/>
                    </a:cubicBezTo>
                    <a:cubicBezTo>
                      <a:pt x="419621" y="237320"/>
                      <a:pt x="366203" y="198809"/>
                      <a:pt x="305331" y="182659"/>
                    </a:cubicBezTo>
                    <a:cubicBezTo>
                      <a:pt x="302846" y="182659"/>
                      <a:pt x="301604" y="180174"/>
                      <a:pt x="300362" y="177690"/>
                    </a:cubicBezTo>
                    <a:cubicBezTo>
                      <a:pt x="300362" y="176448"/>
                      <a:pt x="300362" y="173963"/>
                      <a:pt x="301604" y="171478"/>
                    </a:cubicBezTo>
                    <a:cubicBezTo>
                      <a:pt x="314027" y="154086"/>
                      <a:pt x="322723" y="132968"/>
                      <a:pt x="322723" y="110606"/>
                    </a:cubicBezTo>
                    <a:cubicBezTo>
                      <a:pt x="322723" y="57188"/>
                      <a:pt x="282970" y="13708"/>
                      <a:pt x="234521" y="13708"/>
                    </a:cubicBezTo>
                    <a:close/>
                    <a:moveTo>
                      <a:pt x="235767" y="0"/>
                    </a:moveTo>
                    <a:cubicBezTo>
                      <a:pt x="291681" y="0"/>
                      <a:pt x="337654" y="49702"/>
                      <a:pt x="337654" y="110586"/>
                    </a:cubicBezTo>
                    <a:cubicBezTo>
                      <a:pt x="337654" y="132952"/>
                      <a:pt x="331441" y="154075"/>
                      <a:pt x="320258" y="171471"/>
                    </a:cubicBezTo>
                    <a:cubicBezTo>
                      <a:pt x="382384" y="191352"/>
                      <a:pt x="434570" y="231113"/>
                      <a:pt x="471845" y="285785"/>
                    </a:cubicBezTo>
                    <a:cubicBezTo>
                      <a:pt x="473087" y="288270"/>
                      <a:pt x="473087" y="290755"/>
                      <a:pt x="471845" y="293240"/>
                    </a:cubicBezTo>
                    <a:cubicBezTo>
                      <a:pt x="419659" y="372763"/>
                      <a:pt x="331441" y="419979"/>
                      <a:pt x="235767" y="419979"/>
                    </a:cubicBezTo>
                    <a:cubicBezTo>
                      <a:pt x="141337" y="419979"/>
                      <a:pt x="54361" y="372763"/>
                      <a:pt x="933" y="293240"/>
                    </a:cubicBezTo>
                    <a:cubicBezTo>
                      <a:pt x="-310" y="290755"/>
                      <a:pt x="-310" y="288270"/>
                      <a:pt x="933" y="285785"/>
                    </a:cubicBezTo>
                    <a:cubicBezTo>
                      <a:pt x="36965" y="231113"/>
                      <a:pt x="90393" y="191352"/>
                      <a:pt x="152519" y="171471"/>
                    </a:cubicBezTo>
                    <a:cubicBezTo>
                      <a:pt x="141337" y="154075"/>
                      <a:pt x="135124" y="132952"/>
                      <a:pt x="135124" y="110586"/>
                    </a:cubicBezTo>
                    <a:cubicBezTo>
                      <a:pt x="135124" y="49702"/>
                      <a:pt x="181097" y="0"/>
                      <a:pt x="2357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12" name="Group 511">
              <a:extLst>
                <a:ext uri="{FF2B5EF4-FFF2-40B4-BE49-F238E27FC236}">
                  <a16:creationId xmlns:a16="http://schemas.microsoft.com/office/drawing/2014/main" id="{5DBB9222-1082-7543-B1CC-2349B3EBA4A8}"/>
                </a:ext>
              </a:extLst>
            </p:cNvPr>
            <p:cNvGrpSpPr/>
            <p:nvPr/>
          </p:nvGrpSpPr>
          <p:grpSpPr>
            <a:xfrm>
              <a:off x="16993848" y="9756729"/>
              <a:ext cx="564344" cy="563296"/>
              <a:chOff x="16993848" y="9756729"/>
              <a:chExt cx="564344" cy="563296"/>
            </a:xfrm>
          </p:grpSpPr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0A842CE5-025A-FF43-B39C-F8614F24508B}"/>
                  </a:ext>
                </a:extLst>
              </p:cNvPr>
              <p:cNvSpPr/>
              <p:nvPr/>
            </p:nvSpPr>
            <p:spPr>
              <a:xfrm>
                <a:off x="17001320" y="9764207"/>
                <a:ext cx="548148" cy="5495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1" h="442">
                    <a:moveTo>
                      <a:pt x="441" y="221"/>
                    </a:moveTo>
                    <a:cubicBezTo>
                      <a:pt x="441" y="343"/>
                      <a:pt x="343" y="442"/>
                      <a:pt x="220" y="442"/>
                    </a:cubicBezTo>
                    <a:cubicBezTo>
                      <a:pt x="99" y="442"/>
                      <a:pt x="0" y="343"/>
                      <a:pt x="0" y="221"/>
                    </a:cubicBezTo>
                    <a:cubicBezTo>
                      <a:pt x="0" y="99"/>
                      <a:pt x="99" y="0"/>
                      <a:pt x="220" y="0"/>
                    </a:cubicBezTo>
                    <a:cubicBezTo>
                      <a:pt x="343" y="0"/>
                      <a:pt x="441" y="99"/>
                      <a:pt x="441" y="22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AEC82D26-37A1-BC4B-BEF2-F273ABA6D587}"/>
                  </a:ext>
                </a:extLst>
              </p:cNvPr>
              <p:cNvSpPr/>
              <p:nvPr/>
            </p:nvSpPr>
            <p:spPr>
              <a:xfrm>
                <a:off x="16993848" y="9756729"/>
                <a:ext cx="564344" cy="563296"/>
              </a:xfrm>
              <a:custGeom>
                <a:avLst/>
                <a:gdLst>
                  <a:gd name="connsiteX0" fmla="*/ 280930 w 564344"/>
                  <a:gd name="connsiteY0" fmla="*/ 14955 h 563296"/>
                  <a:gd name="connsiteX1" fmla="*/ 14950 w 564344"/>
                  <a:gd name="connsiteY1" fmla="*/ 282271 h 563296"/>
                  <a:gd name="connsiteX2" fmla="*/ 280930 w 564344"/>
                  <a:gd name="connsiteY2" fmla="*/ 549587 h 563296"/>
                  <a:gd name="connsiteX3" fmla="*/ 549396 w 564344"/>
                  <a:gd name="connsiteY3" fmla="*/ 282271 h 563296"/>
                  <a:gd name="connsiteX4" fmla="*/ 280930 w 564344"/>
                  <a:gd name="connsiteY4" fmla="*/ 14955 h 563296"/>
                  <a:gd name="connsiteX5" fmla="*/ 280928 w 564344"/>
                  <a:gd name="connsiteY5" fmla="*/ 0 h 563296"/>
                  <a:gd name="connsiteX6" fmla="*/ 564344 w 564344"/>
                  <a:gd name="connsiteY6" fmla="*/ 282270 h 563296"/>
                  <a:gd name="connsiteX7" fmla="*/ 280928 w 564344"/>
                  <a:gd name="connsiteY7" fmla="*/ 563296 h 563296"/>
                  <a:gd name="connsiteX8" fmla="*/ 0 w 564344"/>
                  <a:gd name="connsiteY8" fmla="*/ 282270 h 563296"/>
                  <a:gd name="connsiteX9" fmla="*/ 280928 w 564344"/>
                  <a:gd name="connsiteY9" fmla="*/ 0 h 563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64344" h="563296">
                    <a:moveTo>
                      <a:pt x="280930" y="14955"/>
                    </a:moveTo>
                    <a:cubicBezTo>
                      <a:pt x="135510" y="14955"/>
                      <a:pt x="14950" y="135558"/>
                      <a:pt x="14950" y="282271"/>
                    </a:cubicBezTo>
                    <a:cubicBezTo>
                      <a:pt x="14950" y="430227"/>
                      <a:pt x="135510" y="549587"/>
                      <a:pt x="280930" y="549587"/>
                    </a:cubicBezTo>
                    <a:cubicBezTo>
                      <a:pt x="428834" y="549587"/>
                      <a:pt x="549396" y="430227"/>
                      <a:pt x="549396" y="282271"/>
                    </a:cubicBezTo>
                    <a:cubicBezTo>
                      <a:pt x="549396" y="135558"/>
                      <a:pt x="428834" y="14955"/>
                      <a:pt x="280930" y="14955"/>
                    </a:cubicBezTo>
                    <a:close/>
                    <a:moveTo>
                      <a:pt x="280928" y="0"/>
                    </a:moveTo>
                    <a:cubicBezTo>
                      <a:pt x="437554" y="0"/>
                      <a:pt x="564344" y="126835"/>
                      <a:pt x="564344" y="282270"/>
                    </a:cubicBezTo>
                    <a:cubicBezTo>
                      <a:pt x="564344" y="437705"/>
                      <a:pt x="437554" y="563296"/>
                      <a:pt x="280928" y="563296"/>
                    </a:cubicBezTo>
                    <a:cubicBezTo>
                      <a:pt x="126790" y="563296"/>
                      <a:pt x="0" y="437705"/>
                      <a:pt x="0" y="282270"/>
                    </a:cubicBezTo>
                    <a:cubicBezTo>
                      <a:pt x="0" y="126835"/>
                      <a:pt x="126790" y="0"/>
                      <a:pt x="2809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6BC56422-7799-B944-9069-D52630B40834}"/>
                  </a:ext>
                </a:extLst>
              </p:cNvPr>
              <p:cNvSpPr/>
              <p:nvPr/>
            </p:nvSpPr>
            <p:spPr>
              <a:xfrm>
                <a:off x="17046172" y="9907523"/>
                <a:ext cx="458451" cy="4062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9" h="327">
                    <a:moveTo>
                      <a:pt x="184" y="327"/>
                    </a:moveTo>
                    <a:cubicBezTo>
                      <a:pt x="262" y="327"/>
                      <a:pt x="329" y="287"/>
                      <a:pt x="369" y="227"/>
                    </a:cubicBezTo>
                    <a:cubicBezTo>
                      <a:pt x="340" y="183"/>
                      <a:pt x="295" y="150"/>
                      <a:pt x="243" y="136"/>
                    </a:cubicBezTo>
                    <a:cubicBezTo>
                      <a:pt x="254" y="122"/>
                      <a:pt x="260" y="103"/>
                      <a:pt x="260" y="83"/>
                    </a:cubicBezTo>
                    <a:cubicBezTo>
                      <a:pt x="260" y="37"/>
                      <a:pt x="227" y="0"/>
                      <a:pt x="184" y="0"/>
                    </a:cubicBezTo>
                    <a:cubicBezTo>
                      <a:pt x="143" y="0"/>
                      <a:pt x="109" y="37"/>
                      <a:pt x="109" y="83"/>
                    </a:cubicBezTo>
                    <a:cubicBezTo>
                      <a:pt x="109" y="103"/>
                      <a:pt x="115" y="122"/>
                      <a:pt x="126" y="136"/>
                    </a:cubicBezTo>
                    <a:cubicBezTo>
                      <a:pt x="74" y="150"/>
                      <a:pt x="30" y="183"/>
                      <a:pt x="0" y="227"/>
                    </a:cubicBezTo>
                    <a:cubicBezTo>
                      <a:pt x="40" y="287"/>
                      <a:pt x="108" y="327"/>
                      <a:pt x="184" y="32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E54D5222-57AF-A04A-8833-595A912B962F}"/>
                  </a:ext>
                </a:extLst>
              </p:cNvPr>
              <p:cNvSpPr/>
              <p:nvPr/>
            </p:nvSpPr>
            <p:spPr>
              <a:xfrm>
                <a:off x="17040254" y="9900046"/>
                <a:ext cx="472775" cy="419979"/>
              </a:xfrm>
              <a:custGeom>
                <a:avLst/>
                <a:gdLst>
                  <a:gd name="connsiteX0" fmla="*/ 234522 w 472775"/>
                  <a:gd name="connsiteY0" fmla="*/ 14951 h 419979"/>
                  <a:gd name="connsiteX1" fmla="*/ 148804 w 472775"/>
                  <a:gd name="connsiteY1" fmla="*/ 110606 h 419979"/>
                  <a:gd name="connsiteX2" fmla="*/ 168680 w 472775"/>
                  <a:gd name="connsiteY2" fmla="*/ 172720 h 419979"/>
                  <a:gd name="connsiteX3" fmla="*/ 169924 w 472775"/>
                  <a:gd name="connsiteY3" fmla="*/ 178931 h 419979"/>
                  <a:gd name="connsiteX4" fmla="*/ 164954 w 472775"/>
                  <a:gd name="connsiteY4" fmla="*/ 183900 h 419979"/>
                  <a:gd name="connsiteX5" fmla="*/ 14638 w 472775"/>
                  <a:gd name="connsiteY5" fmla="*/ 289493 h 419979"/>
                  <a:gd name="connsiteX6" fmla="*/ 234522 w 472775"/>
                  <a:gd name="connsiteY6" fmla="*/ 406267 h 419979"/>
                  <a:gd name="connsiteX7" fmla="*/ 455648 w 472775"/>
                  <a:gd name="connsiteY7" fmla="*/ 289493 h 419979"/>
                  <a:gd name="connsiteX8" fmla="*/ 305332 w 472775"/>
                  <a:gd name="connsiteY8" fmla="*/ 183900 h 419979"/>
                  <a:gd name="connsiteX9" fmla="*/ 301606 w 472775"/>
                  <a:gd name="connsiteY9" fmla="*/ 178931 h 419979"/>
                  <a:gd name="connsiteX10" fmla="*/ 301606 w 472775"/>
                  <a:gd name="connsiteY10" fmla="*/ 172720 h 419979"/>
                  <a:gd name="connsiteX11" fmla="*/ 322724 w 472775"/>
                  <a:gd name="connsiteY11" fmla="*/ 110606 h 419979"/>
                  <a:gd name="connsiteX12" fmla="*/ 234522 w 472775"/>
                  <a:gd name="connsiteY12" fmla="*/ 14951 h 419979"/>
                  <a:gd name="connsiteX13" fmla="*/ 235766 w 472775"/>
                  <a:gd name="connsiteY13" fmla="*/ 0 h 419979"/>
                  <a:gd name="connsiteX14" fmla="*/ 338896 w 472775"/>
                  <a:gd name="connsiteY14" fmla="*/ 110586 h 419979"/>
                  <a:gd name="connsiteX15" fmla="*/ 320258 w 472775"/>
                  <a:gd name="connsiteY15" fmla="*/ 172713 h 419979"/>
                  <a:gd name="connsiteX16" fmla="*/ 471844 w 472775"/>
                  <a:gd name="connsiteY16" fmla="*/ 285785 h 419979"/>
                  <a:gd name="connsiteX17" fmla="*/ 471844 w 472775"/>
                  <a:gd name="connsiteY17" fmla="*/ 294482 h 419979"/>
                  <a:gd name="connsiteX18" fmla="*/ 235766 w 472775"/>
                  <a:gd name="connsiteY18" fmla="*/ 419979 h 419979"/>
                  <a:gd name="connsiteX19" fmla="*/ 932 w 472775"/>
                  <a:gd name="connsiteY19" fmla="*/ 294482 h 419979"/>
                  <a:gd name="connsiteX20" fmla="*/ 932 w 472775"/>
                  <a:gd name="connsiteY20" fmla="*/ 285785 h 419979"/>
                  <a:gd name="connsiteX21" fmla="*/ 152518 w 472775"/>
                  <a:gd name="connsiteY21" fmla="*/ 172713 h 419979"/>
                  <a:gd name="connsiteX22" fmla="*/ 135122 w 472775"/>
                  <a:gd name="connsiteY22" fmla="*/ 110586 h 419979"/>
                  <a:gd name="connsiteX23" fmla="*/ 235766 w 472775"/>
                  <a:gd name="connsiteY23" fmla="*/ 0 h 419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72775" h="419979">
                    <a:moveTo>
                      <a:pt x="234522" y="14951"/>
                    </a:moveTo>
                    <a:cubicBezTo>
                      <a:pt x="187316" y="14951"/>
                      <a:pt x="148804" y="58431"/>
                      <a:pt x="148804" y="110606"/>
                    </a:cubicBezTo>
                    <a:cubicBezTo>
                      <a:pt x="148804" y="132967"/>
                      <a:pt x="155016" y="155328"/>
                      <a:pt x="168680" y="172720"/>
                    </a:cubicBezTo>
                    <a:cubicBezTo>
                      <a:pt x="169924" y="175204"/>
                      <a:pt x="169924" y="176446"/>
                      <a:pt x="169924" y="178931"/>
                    </a:cubicBezTo>
                    <a:cubicBezTo>
                      <a:pt x="168680" y="181416"/>
                      <a:pt x="167438" y="182658"/>
                      <a:pt x="164954" y="183900"/>
                    </a:cubicBezTo>
                    <a:cubicBezTo>
                      <a:pt x="104082" y="200050"/>
                      <a:pt x="51906" y="238560"/>
                      <a:pt x="14638" y="289493"/>
                    </a:cubicBezTo>
                    <a:cubicBezTo>
                      <a:pt x="64330" y="362787"/>
                      <a:pt x="147562" y="406267"/>
                      <a:pt x="234522" y="406267"/>
                    </a:cubicBezTo>
                    <a:cubicBezTo>
                      <a:pt x="323966" y="406267"/>
                      <a:pt x="405956" y="362787"/>
                      <a:pt x="455648" y="289493"/>
                    </a:cubicBezTo>
                    <a:cubicBezTo>
                      <a:pt x="419622" y="238560"/>
                      <a:pt x="366204" y="200050"/>
                      <a:pt x="305332" y="183900"/>
                    </a:cubicBezTo>
                    <a:cubicBezTo>
                      <a:pt x="304090" y="182658"/>
                      <a:pt x="301606" y="181416"/>
                      <a:pt x="301606" y="178931"/>
                    </a:cubicBezTo>
                    <a:cubicBezTo>
                      <a:pt x="300362" y="176446"/>
                      <a:pt x="300362" y="175204"/>
                      <a:pt x="301606" y="172720"/>
                    </a:cubicBezTo>
                    <a:cubicBezTo>
                      <a:pt x="315270" y="155328"/>
                      <a:pt x="322724" y="132967"/>
                      <a:pt x="322724" y="110606"/>
                    </a:cubicBezTo>
                    <a:cubicBezTo>
                      <a:pt x="322724" y="58431"/>
                      <a:pt x="284214" y="14951"/>
                      <a:pt x="234522" y="14951"/>
                    </a:cubicBezTo>
                    <a:close/>
                    <a:moveTo>
                      <a:pt x="235766" y="0"/>
                    </a:moveTo>
                    <a:cubicBezTo>
                      <a:pt x="292922" y="0"/>
                      <a:pt x="338896" y="49702"/>
                      <a:pt x="338896" y="110586"/>
                    </a:cubicBezTo>
                    <a:cubicBezTo>
                      <a:pt x="338896" y="132952"/>
                      <a:pt x="332682" y="155318"/>
                      <a:pt x="320258" y="172713"/>
                    </a:cubicBezTo>
                    <a:cubicBezTo>
                      <a:pt x="382384" y="191351"/>
                      <a:pt x="435812" y="232355"/>
                      <a:pt x="471844" y="285785"/>
                    </a:cubicBezTo>
                    <a:cubicBezTo>
                      <a:pt x="473086" y="288270"/>
                      <a:pt x="473086" y="291997"/>
                      <a:pt x="471844" y="294482"/>
                    </a:cubicBezTo>
                    <a:cubicBezTo>
                      <a:pt x="419658" y="374005"/>
                      <a:pt x="331440" y="419979"/>
                      <a:pt x="235766" y="419979"/>
                    </a:cubicBezTo>
                    <a:cubicBezTo>
                      <a:pt x="142578" y="419979"/>
                      <a:pt x="54360" y="374005"/>
                      <a:pt x="932" y="294482"/>
                    </a:cubicBezTo>
                    <a:cubicBezTo>
                      <a:pt x="-310" y="291997"/>
                      <a:pt x="-310" y="288270"/>
                      <a:pt x="932" y="285785"/>
                    </a:cubicBezTo>
                    <a:cubicBezTo>
                      <a:pt x="36964" y="232355"/>
                      <a:pt x="91634" y="191351"/>
                      <a:pt x="152518" y="172713"/>
                    </a:cubicBezTo>
                    <a:cubicBezTo>
                      <a:pt x="141336" y="155318"/>
                      <a:pt x="135122" y="132952"/>
                      <a:pt x="135122" y="110586"/>
                    </a:cubicBezTo>
                    <a:cubicBezTo>
                      <a:pt x="135122" y="49702"/>
                      <a:pt x="181096" y="0"/>
                      <a:pt x="2357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13" name="Group 512">
              <a:extLst>
                <a:ext uri="{FF2B5EF4-FFF2-40B4-BE49-F238E27FC236}">
                  <a16:creationId xmlns:a16="http://schemas.microsoft.com/office/drawing/2014/main" id="{7AD2B5E0-7090-7C44-8670-3248F8E22FAA}"/>
                </a:ext>
              </a:extLst>
            </p:cNvPr>
            <p:cNvGrpSpPr/>
            <p:nvPr/>
          </p:nvGrpSpPr>
          <p:grpSpPr>
            <a:xfrm>
              <a:off x="16466878" y="10329995"/>
              <a:ext cx="1498688" cy="695396"/>
              <a:chOff x="16466878" y="10329995"/>
              <a:chExt cx="1498688" cy="695396"/>
            </a:xfrm>
          </p:grpSpPr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650E8CF5-2FEC-AC4E-B73A-BD93446A536E}"/>
                  </a:ext>
                </a:extLst>
              </p:cNvPr>
              <p:cNvSpPr/>
              <p:nvPr/>
            </p:nvSpPr>
            <p:spPr>
              <a:xfrm>
                <a:off x="16585229" y="10449633"/>
                <a:ext cx="1380337" cy="575758"/>
              </a:xfrm>
              <a:custGeom>
                <a:avLst/>
                <a:gdLst>
                  <a:gd name="connsiteX0" fmla="*/ 77181 w 1380337"/>
                  <a:gd name="connsiteY0" fmla="*/ 13708 h 575758"/>
                  <a:gd name="connsiteX1" fmla="*/ 32374 w 1380337"/>
                  <a:gd name="connsiteY1" fmla="*/ 32359 h 575758"/>
                  <a:gd name="connsiteX2" fmla="*/ 14949 w 1380337"/>
                  <a:gd name="connsiteY2" fmla="*/ 77122 h 575758"/>
                  <a:gd name="connsiteX3" fmla="*/ 14949 w 1380337"/>
                  <a:gd name="connsiteY3" fmla="*/ 498635 h 575758"/>
                  <a:gd name="connsiteX4" fmla="*/ 32374 w 1380337"/>
                  <a:gd name="connsiteY4" fmla="*/ 542155 h 575758"/>
                  <a:gd name="connsiteX5" fmla="*/ 77181 w 1380337"/>
                  <a:gd name="connsiteY5" fmla="*/ 562049 h 575758"/>
                  <a:gd name="connsiteX6" fmla="*/ 1301911 w 1380337"/>
                  <a:gd name="connsiteY6" fmla="*/ 562049 h 575758"/>
                  <a:gd name="connsiteX7" fmla="*/ 1346717 w 1380337"/>
                  <a:gd name="connsiteY7" fmla="*/ 542155 h 575758"/>
                  <a:gd name="connsiteX8" fmla="*/ 1365387 w 1380337"/>
                  <a:gd name="connsiteY8" fmla="*/ 498635 h 575758"/>
                  <a:gd name="connsiteX9" fmla="*/ 1365387 w 1380337"/>
                  <a:gd name="connsiteY9" fmla="*/ 77122 h 575758"/>
                  <a:gd name="connsiteX10" fmla="*/ 1346717 w 1380337"/>
                  <a:gd name="connsiteY10" fmla="*/ 32359 h 575758"/>
                  <a:gd name="connsiteX11" fmla="*/ 1301911 w 1380337"/>
                  <a:gd name="connsiteY11" fmla="*/ 13708 h 575758"/>
                  <a:gd name="connsiteX12" fmla="*/ 77169 w 1380337"/>
                  <a:gd name="connsiteY12" fmla="*/ 0 h 575758"/>
                  <a:gd name="connsiteX13" fmla="*/ 1301923 w 1380337"/>
                  <a:gd name="connsiteY13" fmla="*/ 0 h 575758"/>
                  <a:gd name="connsiteX14" fmla="*/ 1356689 w 1380337"/>
                  <a:gd name="connsiteY14" fmla="*/ 22384 h 575758"/>
                  <a:gd name="connsiteX15" fmla="*/ 1380337 w 1380337"/>
                  <a:gd name="connsiteY15" fmla="*/ 77099 h 575758"/>
                  <a:gd name="connsiteX16" fmla="*/ 1380337 w 1380337"/>
                  <a:gd name="connsiteY16" fmla="*/ 498659 h 575758"/>
                  <a:gd name="connsiteX17" fmla="*/ 1356689 w 1380337"/>
                  <a:gd name="connsiteY17" fmla="*/ 553374 h 575758"/>
                  <a:gd name="connsiteX18" fmla="*/ 1301923 w 1380337"/>
                  <a:gd name="connsiteY18" fmla="*/ 575758 h 575758"/>
                  <a:gd name="connsiteX19" fmla="*/ 77169 w 1380337"/>
                  <a:gd name="connsiteY19" fmla="*/ 575758 h 575758"/>
                  <a:gd name="connsiteX20" fmla="*/ 22404 w 1380337"/>
                  <a:gd name="connsiteY20" fmla="*/ 553374 h 575758"/>
                  <a:gd name="connsiteX21" fmla="*/ 0 w 1380337"/>
                  <a:gd name="connsiteY21" fmla="*/ 498659 h 575758"/>
                  <a:gd name="connsiteX22" fmla="*/ 0 w 1380337"/>
                  <a:gd name="connsiteY22" fmla="*/ 77099 h 575758"/>
                  <a:gd name="connsiteX23" fmla="*/ 22404 w 1380337"/>
                  <a:gd name="connsiteY23" fmla="*/ 22384 h 575758"/>
                  <a:gd name="connsiteX24" fmla="*/ 77169 w 1380337"/>
                  <a:gd name="connsiteY24" fmla="*/ 0 h 5757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80337" h="575758">
                    <a:moveTo>
                      <a:pt x="77181" y="13708"/>
                    </a:moveTo>
                    <a:cubicBezTo>
                      <a:pt x="61001" y="13708"/>
                      <a:pt x="44820" y="19925"/>
                      <a:pt x="32374" y="32359"/>
                    </a:cubicBezTo>
                    <a:cubicBezTo>
                      <a:pt x="21172" y="44793"/>
                      <a:pt x="14949" y="60957"/>
                      <a:pt x="14949" y="77122"/>
                    </a:cubicBezTo>
                    <a:lnTo>
                      <a:pt x="14949" y="498635"/>
                    </a:lnTo>
                    <a:cubicBezTo>
                      <a:pt x="14949" y="514800"/>
                      <a:pt x="21172" y="530964"/>
                      <a:pt x="32374" y="542155"/>
                    </a:cubicBezTo>
                    <a:cubicBezTo>
                      <a:pt x="44820" y="554589"/>
                      <a:pt x="61001" y="562049"/>
                      <a:pt x="77181" y="562049"/>
                    </a:cubicBezTo>
                    <a:lnTo>
                      <a:pt x="1301911" y="562049"/>
                    </a:lnTo>
                    <a:cubicBezTo>
                      <a:pt x="1319335" y="562049"/>
                      <a:pt x="1335515" y="554589"/>
                      <a:pt x="1346717" y="542155"/>
                    </a:cubicBezTo>
                    <a:cubicBezTo>
                      <a:pt x="1359163" y="530964"/>
                      <a:pt x="1365387" y="514800"/>
                      <a:pt x="1365387" y="498635"/>
                    </a:cubicBezTo>
                    <a:lnTo>
                      <a:pt x="1365387" y="77122"/>
                    </a:lnTo>
                    <a:cubicBezTo>
                      <a:pt x="1365387" y="60957"/>
                      <a:pt x="1359163" y="44793"/>
                      <a:pt x="1346717" y="32359"/>
                    </a:cubicBezTo>
                    <a:cubicBezTo>
                      <a:pt x="1335515" y="19925"/>
                      <a:pt x="1319335" y="13708"/>
                      <a:pt x="1301911" y="13708"/>
                    </a:cubicBezTo>
                    <a:close/>
                    <a:moveTo>
                      <a:pt x="77169" y="0"/>
                    </a:moveTo>
                    <a:lnTo>
                      <a:pt x="1301923" y="0"/>
                    </a:lnTo>
                    <a:cubicBezTo>
                      <a:pt x="1323083" y="0"/>
                      <a:pt x="1341753" y="7461"/>
                      <a:pt x="1356689" y="22384"/>
                    </a:cubicBezTo>
                    <a:cubicBezTo>
                      <a:pt x="1371625" y="37306"/>
                      <a:pt x="1380337" y="57203"/>
                      <a:pt x="1380337" y="77099"/>
                    </a:cubicBezTo>
                    <a:lnTo>
                      <a:pt x="1380337" y="498659"/>
                    </a:lnTo>
                    <a:cubicBezTo>
                      <a:pt x="1380337" y="519799"/>
                      <a:pt x="1371625" y="538452"/>
                      <a:pt x="1356689" y="553374"/>
                    </a:cubicBezTo>
                    <a:cubicBezTo>
                      <a:pt x="1341753" y="568297"/>
                      <a:pt x="1323083" y="575758"/>
                      <a:pt x="1301923" y="575758"/>
                    </a:cubicBezTo>
                    <a:lnTo>
                      <a:pt x="77169" y="575758"/>
                    </a:lnTo>
                    <a:cubicBezTo>
                      <a:pt x="57255" y="575758"/>
                      <a:pt x="37340" y="568297"/>
                      <a:pt x="22404" y="553374"/>
                    </a:cubicBezTo>
                    <a:cubicBezTo>
                      <a:pt x="8713" y="538452"/>
                      <a:pt x="0" y="519799"/>
                      <a:pt x="0" y="498659"/>
                    </a:cubicBezTo>
                    <a:lnTo>
                      <a:pt x="0" y="77099"/>
                    </a:lnTo>
                    <a:cubicBezTo>
                      <a:pt x="0" y="57203"/>
                      <a:pt x="8713" y="37306"/>
                      <a:pt x="22404" y="22384"/>
                    </a:cubicBezTo>
                    <a:cubicBezTo>
                      <a:pt x="37340" y="7461"/>
                      <a:pt x="57255" y="0"/>
                      <a:pt x="771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AE267097-405B-A54C-87CA-4A2A143FA707}"/>
                  </a:ext>
                </a:extLst>
              </p:cNvPr>
              <p:cNvSpPr/>
              <p:nvPr/>
            </p:nvSpPr>
            <p:spPr>
              <a:xfrm>
                <a:off x="16795767" y="10607904"/>
                <a:ext cx="508283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9" h="11">
                    <a:moveTo>
                      <a:pt x="404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404" y="0"/>
                    </a:lnTo>
                    <a:cubicBezTo>
                      <a:pt x="407" y="0"/>
                      <a:pt x="409" y="2"/>
                      <a:pt x="409" y="5"/>
                    </a:cubicBezTo>
                    <a:cubicBezTo>
                      <a:pt x="409" y="9"/>
                      <a:pt x="407" y="11"/>
                      <a:pt x="404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B2E13071-9ABA-B64E-9D7A-F55BC21FF7DE}"/>
                  </a:ext>
                </a:extLst>
              </p:cNvPr>
              <p:cNvSpPr/>
              <p:nvPr/>
            </p:nvSpPr>
            <p:spPr>
              <a:xfrm>
                <a:off x="16795767" y="10730035"/>
                <a:ext cx="958014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70" h="12">
                    <a:moveTo>
                      <a:pt x="765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4"/>
                      <a:pt x="3" y="0"/>
                      <a:pt x="6" y="0"/>
                    </a:cubicBezTo>
                    <a:lnTo>
                      <a:pt x="765" y="0"/>
                    </a:lnTo>
                    <a:cubicBezTo>
                      <a:pt x="768" y="0"/>
                      <a:pt x="770" y="4"/>
                      <a:pt x="770" y="6"/>
                    </a:cubicBezTo>
                    <a:cubicBezTo>
                      <a:pt x="770" y="10"/>
                      <a:pt x="768" y="12"/>
                      <a:pt x="765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2804E7C2-5548-CB43-9366-E78DE1D3319E}"/>
                  </a:ext>
                </a:extLst>
              </p:cNvPr>
              <p:cNvSpPr/>
              <p:nvPr/>
            </p:nvSpPr>
            <p:spPr>
              <a:xfrm>
                <a:off x="16795767" y="10853411"/>
                <a:ext cx="958014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70" h="12">
                    <a:moveTo>
                      <a:pt x="765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765" y="0"/>
                    </a:lnTo>
                    <a:cubicBezTo>
                      <a:pt x="768" y="0"/>
                      <a:pt x="770" y="3"/>
                      <a:pt x="770" y="6"/>
                    </a:cubicBezTo>
                    <a:cubicBezTo>
                      <a:pt x="770" y="9"/>
                      <a:pt x="768" y="12"/>
                      <a:pt x="765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9AFC11C0-83E9-4947-B5DE-89603EB421ED}"/>
                  </a:ext>
                </a:extLst>
              </p:cNvPr>
              <p:cNvSpPr/>
              <p:nvPr/>
            </p:nvSpPr>
            <p:spPr>
              <a:xfrm>
                <a:off x="16474353" y="10337469"/>
                <a:ext cx="239192" cy="2392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3" h="193">
                    <a:moveTo>
                      <a:pt x="193" y="96"/>
                    </a:moveTo>
                    <a:cubicBezTo>
                      <a:pt x="193" y="149"/>
                      <a:pt x="149" y="193"/>
                      <a:pt x="96" y="193"/>
                    </a:cubicBezTo>
                    <a:cubicBezTo>
                      <a:pt x="43" y="193"/>
                      <a:pt x="0" y="149"/>
                      <a:pt x="0" y="96"/>
                    </a:cubicBezTo>
                    <a:cubicBezTo>
                      <a:pt x="0" y="43"/>
                      <a:pt x="43" y="0"/>
                      <a:pt x="96" y="0"/>
                    </a:cubicBezTo>
                    <a:cubicBezTo>
                      <a:pt x="149" y="0"/>
                      <a:pt x="193" y="43"/>
                      <a:pt x="193" y="9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6504D659-A92A-284B-97F7-F761990B98B3}"/>
                  </a:ext>
                </a:extLst>
              </p:cNvPr>
              <p:cNvSpPr/>
              <p:nvPr/>
            </p:nvSpPr>
            <p:spPr>
              <a:xfrm>
                <a:off x="16466878" y="10329995"/>
                <a:ext cx="252896" cy="252985"/>
              </a:xfrm>
              <a:custGeom>
                <a:avLst/>
                <a:gdLst>
                  <a:gd name="connsiteX0" fmla="*/ 126449 w 252896"/>
                  <a:gd name="connsiteY0" fmla="*/ 14951 h 252985"/>
                  <a:gd name="connsiteX1" fmla="*/ 14947 w 252896"/>
                  <a:gd name="connsiteY1" fmla="*/ 126489 h 252985"/>
                  <a:gd name="connsiteX2" fmla="*/ 126449 w 252896"/>
                  <a:gd name="connsiteY2" fmla="*/ 238026 h 252985"/>
                  <a:gd name="connsiteX3" fmla="*/ 239190 w 252896"/>
                  <a:gd name="connsiteY3" fmla="*/ 126489 h 252985"/>
                  <a:gd name="connsiteX4" fmla="*/ 126449 w 252896"/>
                  <a:gd name="connsiteY4" fmla="*/ 14951 h 252985"/>
                  <a:gd name="connsiteX5" fmla="*/ 126448 w 252896"/>
                  <a:gd name="connsiteY5" fmla="*/ 0 h 252985"/>
                  <a:gd name="connsiteX6" fmla="*/ 252896 w 252896"/>
                  <a:gd name="connsiteY6" fmla="*/ 126493 h 252985"/>
                  <a:gd name="connsiteX7" fmla="*/ 126448 w 252896"/>
                  <a:gd name="connsiteY7" fmla="*/ 252985 h 252985"/>
                  <a:gd name="connsiteX8" fmla="*/ 0 w 252896"/>
                  <a:gd name="connsiteY8" fmla="*/ 126493 h 252985"/>
                  <a:gd name="connsiteX9" fmla="*/ 126448 w 252896"/>
                  <a:gd name="connsiteY9" fmla="*/ 0 h 252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2896" h="252985">
                    <a:moveTo>
                      <a:pt x="126449" y="14951"/>
                    </a:moveTo>
                    <a:cubicBezTo>
                      <a:pt x="65742" y="14951"/>
                      <a:pt x="14947" y="64523"/>
                      <a:pt x="14947" y="126489"/>
                    </a:cubicBezTo>
                    <a:cubicBezTo>
                      <a:pt x="14947" y="188454"/>
                      <a:pt x="65742" y="238026"/>
                      <a:pt x="126449" y="238026"/>
                    </a:cubicBezTo>
                    <a:cubicBezTo>
                      <a:pt x="188395" y="238026"/>
                      <a:pt x="239190" y="188454"/>
                      <a:pt x="239190" y="126489"/>
                    </a:cubicBezTo>
                    <a:cubicBezTo>
                      <a:pt x="239190" y="64523"/>
                      <a:pt x="188395" y="14951"/>
                      <a:pt x="126449" y="14951"/>
                    </a:cubicBezTo>
                    <a:close/>
                    <a:moveTo>
                      <a:pt x="126448" y="0"/>
                    </a:moveTo>
                    <a:cubicBezTo>
                      <a:pt x="197110" y="0"/>
                      <a:pt x="252896" y="55806"/>
                      <a:pt x="252896" y="126493"/>
                    </a:cubicBezTo>
                    <a:cubicBezTo>
                      <a:pt x="252896" y="195939"/>
                      <a:pt x="197110" y="252985"/>
                      <a:pt x="126448" y="252985"/>
                    </a:cubicBezTo>
                    <a:cubicBezTo>
                      <a:pt x="57026" y="252985"/>
                      <a:pt x="0" y="195939"/>
                      <a:pt x="0" y="126493"/>
                    </a:cubicBezTo>
                    <a:cubicBezTo>
                      <a:pt x="0" y="55806"/>
                      <a:pt x="57026" y="0"/>
                      <a:pt x="1264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14BF267F-AE40-1C42-A2E7-9C6E1E79A859}"/>
                  </a:ext>
                </a:extLst>
              </p:cNvPr>
              <p:cNvSpPr/>
              <p:nvPr/>
            </p:nvSpPr>
            <p:spPr>
              <a:xfrm>
                <a:off x="16587720" y="10406015"/>
                <a:ext cx="12458" cy="1009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82">
                    <a:moveTo>
                      <a:pt x="5" y="82"/>
                    </a:moveTo>
                    <a:cubicBezTo>
                      <a:pt x="2" y="82"/>
                      <a:pt x="0" y="79"/>
                      <a:pt x="0" y="76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1" y="3"/>
                      <a:pt x="11" y="6"/>
                    </a:cubicBezTo>
                    <a:lnTo>
                      <a:pt x="11" y="76"/>
                    </a:lnTo>
                    <a:cubicBezTo>
                      <a:pt x="11" y="79"/>
                      <a:pt x="8" y="82"/>
                      <a:pt x="5" y="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C936242D-3B4F-C94C-9D1B-6F313F340EAE}"/>
                  </a:ext>
                </a:extLst>
              </p:cNvPr>
              <p:cNvSpPr/>
              <p:nvPr/>
            </p:nvSpPr>
            <p:spPr>
              <a:xfrm>
                <a:off x="16544118" y="10449633"/>
                <a:ext cx="9966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" h="12">
                    <a:moveTo>
                      <a:pt x="75" y="12"/>
                    </a:moveTo>
                    <a:lnTo>
                      <a:pt x="5" y="12"/>
                    </a:ln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75" y="0"/>
                    </a:lnTo>
                    <a:cubicBezTo>
                      <a:pt x="79" y="0"/>
                      <a:pt x="81" y="3"/>
                      <a:pt x="81" y="6"/>
                    </a:cubicBezTo>
                    <a:cubicBezTo>
                      <a:pt x="81" y="10"/>
                      <a:pt x="79" y="12"/>
                      <a:pt x="75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22C661B0-F194-5C44-A534-FE54BA65A6D6}"/>
                  </a:ext>
                </a:extLst>
              </p:cNvPr>
              <p:cNvSpPr/>
              <p:nvPr/>
            </p:nvSpPr>
            <p:spPr>
              <a:xfrm>
                <a:off x="16474353" y="10337469"/>
                <a:ext cx="239192" cy="2392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3" h="193">
                    <a:moveTo>
                      <a:pt x="193" y="96"/>
                    </a:moveTo>
                    <a:cubicBezTo>
                      <a:pt x="193" y="149"/>
                      <a:pt x="149" y="193"/>
                      <a:pt x="96" y="193"/>
                    </a:cubicBezTo>
                    <a:cubicBezTo>
                      <a:pt x="43" y="193"/>
                      <a:pt x="0" y="149"/>
                      <a:pt x="0" y="96"/>
                    </a:cubicBezTo>
                    <a:cubicBezTo>
                      <a:pt x="0" y="43"/>
                      <a:pt x="43" y="0"/>
                      <a:pt x="96" y="0"/>
                    </a:cubicBezTo>
                    <a:cubicBezTo>
                      <a:pt x="149" y="0"/>
                      <a:pt x="193" y="43"/>
                      <a:pt x="193" y="9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14" name="Group 513">
              <a:extLst>
                <a:ext uri="{FF2B5EF4-FFF2-40B4-BE49-F238E27FC236}">
                  <a16:creationId xmlns:a16="http://schemas.microsoft.com/office/drawing/2014/main" id="{3D2CF50D-5A0A-5149-8FF9-D87ACAEFD78C}"/>
                </a:ext>
              </a:extLst>
            </p:cNvPr>
            <p:cNvGrpSpPr/>
            <p:nvPr/>
          </p:nvGrpSpPr>
          <p:grpSpPr>
            <a:xfrm>
              <a:off x="11430143" y="6322121"/>
              <a:ext cx="5111483" cy="3862058"/>
              <a:chOff x="11430143" y="6322121"/>
              <a:chExt cx="5111483" cy="3862058"/>
            </a:xfrm>
          </p:grpSpPr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5F355A72-9459-D347-B140-BB951C4B2232}"/>
                  </a:ext>
                </a:extLst>
              </p:cNvPr>
              <p:cNvSpPr/>
              <p:nvPr/>
            </p:nvSpPr>
            <p:spPr>
              <a:xfrm>
                <a:off x="11684284" y="6562644"/>
                <a:ext cx="4849867" cy="36153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94" h="2902">
                    <a:moveTo>
                      <a:pt x="3814" y="2902"/>
                    </a:moveTo>
                    <a:lnTo>
                      <a:pt x="1947" y="2902"/>
                    </a:lnTo>
                    <a:lnTo>
                      <a:pt x="81" y="2902"/>
                    </a:lnTo>
                    <a:cubicBezTo>
                      <a:pt x="58" y="2902"/>
                      <a:pt x="38" y="2893"/>
                      <a:pt x="24" y="2878"/>
                    </a:cubicBezTo>
                    <a:cubicBezTo>
                      <a:pt x="9" y="2863"/>
                      <a:pt x="0" y="2843"/>
                      <a:pt x="0" y="2821"/>
                    </a:cubicBezTo>
                    <a:lnTo>
                      <a:pt x="0" y="1451"/>
                    </a:lnTo>
                    <a:lnTo>
                      <a:pt x="0" y="81"/>
                    </a:lnTo>
                    <a:cubicBezTo>
                      <a:pt x="0" y="58"/>
                      <a:pt x="9" y="39"/>
                      <a:pt x="24" y="24"/>
                    </a:cubicBezTo>
                    <a:cubicBezTo>
                      <a:pt x="38" y="9"/>
                      <a:pt x="58" y="0"/>
                      <a:pt x="81" y="0"/>
                    </a:cubicBezTo>
                    <a:lnTo>
                      <a:pt x="1947" y="0"/>
                    </a:lnTo>
                    <a:lnTo>
                      <a:pt x="3814" y="0"/>
                    </a:lnTo>
                    <a:cubicBezTo>
                      <a:pt x="3836" y="0"/>
                      <a:pt x="3856" y="9"/>
                      <a:pt x="3871" y="24"/>
                    </a:cubicBezTo>
                    <a:cubicBezTo>
                      <a:pt x="3885" y="39"/>
                      <a:pt x="3894" y="58"/>
                      <a:pt x="3894" y="81"/>
                    </a:cubicBezTo>
                    <a:lnTo>
                      <a:pt x="3894" y="1451"/>
                    </a:lnTo>
                    <a:lnTo>
                      <a:pt x="3894" y="2821"/>
                    </a:lnTo>
                    <a:cubicBezTo>
                      <a:pt x="3894" y="2843"/>
                      <a:pt x="3885" y="2863"/>
                      <a:pt x="3871" y="2878"/>
                    </a:cubicBezTo>
                    <a:cubicBezTo>
                      <a:pt x="3856" y="2893"/>
                      <a:pt x="3836" y="2902"/>
                      <a:pt x="3814" y="290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48B70A32-8CF1-7B48-97D1-9375B2680717}"/>
                  </a:ext>
                </a:extLst>
              </p:cNvPr>
              <p:cNvSpPr/>
              <p:nvPr/>
            </p:nvSpPr>
            <p:spPr>
              <a:xfrm>
                <a:off x="11676809" y="6556409"/>
                <a:ext cx="4864817" cy="3627770"/>
              </a:xfrm>
              <a:custGeom>
                <a:avLst/>
                <a:gdLst>
                  <a:gd name="connsiteX0" fmla="*/ 108360 w 4864817"/>
                  <a:gd name="connsiteY0" fmla="*/ 13712 h 3627770"/>
                  <a:gd name="connsiteX1" fmla="*/ 42350 w 4864817"/>
                  <a:gd name="connsiteY1" fmla="*/ 41120 h 3627770"/>
                  <a:gd name="connsiteX2" fmla="*/ 13704 w 4864817"/>
                  <a:gd name="connsiteY2" fmla="*/ 107147 h 3627770"/>
                  <a:gd name="connsiteX3" fmla="*/ 13704 w 4864817"/>
                  <a:gd name="connsiteY3" fmla="*/ 3520630 h 3627770"/>
                  <a:gd name="connsiteX4" fmla="*/ 42350 w 4864817"/>
                  <a:gd name="connsiteY4" fmla="*/ 3586657 h 3627770"/>
                  <a:gd name="connsiteX5" fmla="*/ 108360 w 4864817"/>
                  <a:gd name="connsiteY5" fmla="*/ 3614065 h 3627770"/>
                  <a:gd name="connsiteX6" fmla="*/ 4757699 w 4864817"/>
                  <a:gd name="connsiteY6" fmla="*/ 3614065 h 3627770"/>
                  <a:gd name="connsiteX7" fmla="*/ 4822463 w 4864817"/>
                  <a:gd name="connsiteY7" fmla="*/ 3586657 h 3627770"/>
                  <a:gd name="connsiteX8" fmla="*/ 4849864 w 4864817"/>
                  <a:gd name="connsiteY8" fmla="*/ 3520630 h 3627770"/>
                  <a:gd name="connsiteX9" fmla="*/ 4849864 w 4864817"/>
                  <a:gd name="connsiteY9" fmla="*/ 107147 h 3627770"/>
                  <a:gd name="connsiteX10" fmla="*/ 4822463 w 4864817"/>
                  <a:gd name="connsiteY10" fmla="*/ 41120 h 3627770"/>
                  <a:gd name="connsiteX11" fmla="*/ 4757699 w 4864817"/>
                  <a:gd name="connsiteY11" fmla="*/ 13712 h 3627770"/>
                  <a:gd name="connsiteX12" fmla="*/ 108356 w 4864817"/>
                  <a:gd name="connsiteY12" fmla="*/ 0 h 3627770"/>
                  <a:gd name="connsiteX13" fmla="*/ 4757707 w 4864817"/>
                  <a:gd name="connsiteY13" fmla="*/ 0 h 3627770"/>
                  <a:gd name="connsiteX14" fmla="*/ 4832435 w 4864817"/>
                  <a:gd name="connsiteY14" fmla="*/ 31145 h 3627770"/>
                  <a:gd name="connsiteX15" fmla="*/ 4864817 w 4864817"/>
                  <a:gd name="connsiteY15" fmla="*/ 107139 h 3627770"/>
                  <a:gd name="connsiteX16" fmla="*/ 4864817 w 4864817"/>
                  <a:gd name="connsiteY16" fmla="*/ 3520631 h 3627770"/>
                  <a:gd name="connsiteX17" fmla="*/ 4832435 w 4864817"/>
                  <a:gd name="connsiteY17" fmla="*/ 3597871 h 3627770"/>
                  <a:gd name="connsiteX18" fmla="*/ 4757707 w 4864817"/>
                  <a:gd name="connsiteY18" fmla="*/ 3627770 h 3627770"/>
                  <a:gd name="connsiteX19" fmla="*/ 108356 w 4864817"/>
                  <a:gd name="connsiteY19" fmla="*/ 3627770 h 3627770"/>
                  <a:gd name="connsiteX20" fmla="*/ 32382 w 4864817"/>
                  <a:gd name="connsiteY20" fmla="*/ 3597871 h 3627770"/>
                  <a:gd name="connsiteX21" fmla="*/ 0 w 4864817"/>
                  <a:gd name="connsiteY21" fmla="*/ 3520631 h 3627770"/>
                  <a:gd name="connsiteX22" fmla="*/ 0 w 4864817"/>
                  <a:gd name="connsiteY22" fmla="*/ 107139 h 3627770"/>
                  <a:gd name="connsiteX23" fmla="*/ 32382 w 4864817"/>
                  <a:gd name="connsiteY23" fmla="*/ 31145 h 3627770"/>
                  <a:gd name="connsiteX24" fmla="*/ 108356 w 4864817"/>
                  <a:gd name="connsiteY24" fmla="*/ 0 h 3627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64817" h="3627770">
                    <a:moveTo>
                      <a:pt x="108360" y="13712"/>
                    </a:moveTo>
                    <a:cubicBezTo>
                      <a:pt x="83450" y="13712"/>
                      <a:pt x="59786" y="23679"/>
                      <a:pt x="42350" y="41120"/>
                    </a:cubicBezTo>
                    <a:cubicBezTo>
                      <a:pt x="24913" y="58561"/>
                      <a:pt x="13704" y="82231"/>
                      <a:pt x="13704" y="107147"/>
                    </a:cubicBezTo>
                    <a:lnTo>
                      <a:pt x="13704" y="3520630"/>
                    </a:lnTo>
                    <a:cubicBezTo>
                      <a:pt x="13704" y="3545546"/>
                      <a:pt x="24913" y="3569216"/>
                      <a:pt x="42350" y="3586657"/>
                    </a:cubicBezTo>
                    <a:cubicBezTo>
                      <a:pt x="59786" y="3604099"/>
                      <a:pt x="83450" y="3614065"/>
                      <a:pt x="108360" y="3614065"/>
                    </a:cubicBezTo>
                    <a:lnTo>
                      <a:pt x="4757699" y="3614065"/>
                    </a:lnTo>
                    <a:cubicBezTo>
                      <a:pt x="4781363" y="3614065"/>
                      <a:pt x="4805027" y="3604099"/>
                      <a:pt x="4822463" y="3586657"/>
                    </a:cubicBezTo>
                    <a:cubicBezTo>
                      <a:pt x="4839900" y="3569216"/>
                      <a:pt x="4849864" y="3545546"/>
                      <a:pt x="4849864" y="3520630"/>
                    </a:cubicBezTo>
                    <a:lnTo>
                      <a:pt x="4849864" y="107147"/>
                    </a:lnTo>
                    <a:cubicBezTo>
                      <a:pt x="4849864" y="82231"/>
                      <a:pt x="4839900" y="58561"/>
                      <a:pt x="4822463" y="41120"/>
                    </a:cubicBezTo>
                    <a:cubicBezTo>
                      <a:pt x="4805027" y="23679"/>
                      <a:pt x="4781363" y="13712"/>
                      <a:pt x="4757699" y="13712"/>
                    </a:cubicBezTo>
                    <a:close/>
                    <a:moveTo>
                      <a:pt x="108356" y="0"/>
                    </a:moveTo>
                    <a:lnTo>
                      <a:pt x="4757707" y="0"/>
                    </a:lnTo>
                    <a:cubicBezTo>
                      <a:pt x="4785107" y="0"/>
                      <a:pt x="4812507" y="9967"/>
                      <a:pt x="4832435" y="31145"/>
                    </a:cubicBezTo>
                    <a:cubicBezTo>
                      <a:pt x="4853607" y="51078"/>
                      <a:pt x="4864817" y="78486"/>
                      <a:pt x="4864817" y="107139"/>
                    </a:cubicBezTo>
                    <a:lnTo>
                      <a:pt x="4864817" y="3520631"/>
                    </a:lnTo>
                    <a:cubicBezTo>
                      <a:pt x="4864817" y="3549285"/>
                      <a:pt x="4853607" y="3576692"/>
                      <a:pt x="4832435" y="3597871"/>
                    </a:cubicBezTo>
                    <a:cubicBezTo>
                      <a:pt x="4812507" y="3616558"/>
                      <a:pt x="4785107" y="3627770"/>
                      <a:pt x="4757707" y="3627770"/>
                    </a:cubicBezTo>
                    <a:lnTo>
                      <a:pt x="108356" y="3627770"/>
                    </a:lnTo>
                    <a:cubicBezTo>
                      <a:pt x="78465" y="3627770"/>
                      <a:pt x="51064" y="3616558"/>
                      <a:pt x="32382" y="3597871"/>
                    </a:cubicBezTo>
                    <a:cubicBezTo>
                      <a:pt x="11209" y="3576692"/>
                      <a:pt x="0" y="3549285"/>
                      <a:pt x="0" y="3520631"/>
                    </a:cubicBezTo>
                    <a:lnTo>
                      <a:pt x="0" y="107139"/>
                    </a:lnTo>
                    <a:cubicBezTo>
                      <a:pt x="0" y="78486"/>
                      <a:pt x="11209" y="51078"/>
                      <a:pt x="32382" y="31145"/>
                    </a:cubicBezTo>
                    <a:cubicBezTo>
                      <a:pt x="51064" y="9967"/>
                      <a:pt x="78465" y="0"/>
                      <a:pt x="1083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FA4D0E97-F265-E842-92E3-D4E75797CE71}"/>
                  </a:ext>
                </a:extLst>
              </p:cNvPr>
              <p:cNvSpPr/>
              <p:nvPr/>
            </p:nvSpPr>
            <p:spPr>
              <a:xfrm>
                <a:off x="11684284" y="6562644"/>
                <a:ext cx="4849867" cy="36153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94" h="2902">
                    <a:moveTo>
                      <a:pt x="3814" y="2902"/>
                    </a:moveTo>
                    <a:lnTo>
                      <a:pt x="1947" y="2902"/>
                    </a:lnTo>
                    <a:lnTo>
                      <a:pt x="81" y="2902"/>
                    </a:lnTo>
                    <a:cubicBezTo>
                      <a:pt x="58" y="2902"/>
                      <a:pt x="38" y="2893"/>
                      <a:pt x="24" y="2878"/>
                    </a:cubicBezTo>
                    <a:cubicBezTo>
                      <a:pt x="9" y="2863"/>
                      <a:pt x="0" y="2843"/>
                      <a:pt x="0" y="2821"/>
                    </a:cubicBezTo>
                    <a:lnTo>
                      <a:pt x="0" y="1451"/>
                    </a:lnTo>
                    <a:lnTo>
                      <a:pt x="0" y="81"/>
                    </a:lnTo>
                    <a:cubicBezTo>
                      <a:pt x="0" y="58"/>
                      <a:pt x="9" y="39"/>
                      <a:pt x="24" y="24"/>
                    </a:cubicBezTo>
                    <a:cubicBezTo>
                      <a:pt x="38" y="9"/>
                      <a:pt x="58" y="0"/>
                      <a:pt x="81" y="0"/>
                    </a:cubicBezTo>
                    <a:lnTo>
                      <a:pt x="1947" y="0"/>
                    </a:lnTo>
                    <a:lnTo>
                      <a:pt x="3814" y="0"/>
                    </a:lnTo>
                    <a:cubicBezTo>
                      <a:pt x="3836" y="0"/>
                      <a:pt x="3856" y="9"/>
                      <a:pt x="3871" y="24"/>
                    </a:cubicBezTo>
                    <a:cubicBezTo>
                      <a:pt x="3885" y="39"/>
                      <a:pt x="3894" y="58"/>
                      <a:pt x="3894" y="81"/>
                    </a:cubicBezTo>
                    <a:lnTo>
                      <a:pt x="3894" y="1451"/>
                    </a:lnTo>
                    <a:lnTo>
                      <a:pt x="3894" y="2821"/>
                    </a:lnTo>
                    <a:cubicBezTo>
                      <a:pt x="3894" y="2843"/>
                      <a:pt x="3885" y="2863"/>
                      <a:pt x="3871" y="2878"/>
                    </a:cubicBezTo>
                    <a:cubicBezTo>
                      <a:pt x="3856" y="2893"/>
                      <a:pt x="3836" y="2902"/>
                      <a:pt x="3814" y="2902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C7B91024-F640-3345-A4F6-BD5003D995AE}"/>
                  </a:ext>
                </a:extLst>
              </p:cNvPr>
              <p:cNvSpPr/>
              <p:nvPr/>
            </p:nvSpPr>
            <p:spPr>
              <a:xfrm>
                <a:off x="11437617" y="6328353"/>
                <a:ext cx="4849867" cy="36140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94" h="2901">
                    <a:moveTo>
                      <a:pt x="3814" y="2901"/>
                    </a:moveTo>
                    <a:lnTo>
                      <a:pt x="1947" y="2901"/>
                    </a:lnTo>
                    <a:lnTo>
                      <a:pt x="81" y="2901"/>
                    </a:lnTo>
                    <a:cubicBezTo>
                      <a:pt x="59" y="2901"/>
                      <a:pt x="38" y="2893"/>
                      <a:pt x="24" y="2878"/>
                    </a:cubicBezTo>
                    <a:cubicBezTo>
                      <a:pt x="9" y="2864"/>
                      <a:pt x="0" y="2843"/>
                      <a:pt x="0" y="2821"/>
                    </a:cubicBezTo>
                    <a:lnTo>
                      <a:pt x="0" y="1451"/>
                    </a:lnTo>
                    <a:lnTo>
                      <a:pt x="0" y="81"/>
                    </a:lnTo>
                    <a:cubicBezTo>
                      <a:pt x="0" y="58"/>
                      <a:pt x="9" y="38"/>
                      <a:pt x="24" y="24"/>
                    </a:cubicBezTo>
                    <a:cubicBezTo>
                      <a:pt x="38" y="10"/>
                      <a:pt x="59" y="0"/>
                      <a:pt x="81" y="0"/>
                    </a:cubicBezTo>
                    <a:lnTo>
                      <a:pt x="1947" y="0"/>
                    </a:lnTo>
                    <a:lnTo>
                      <a:pt x="3814" y="0"/>
                    </a:lnTo>
                    <a:cubicBezTo>
                      <a:pt x="3836" y="0"/>
                      <a:pt x="3856" y="10"/>
                      <a:pt x="3871" y="24"/>
                    </a:cubicBezTo>
                    <a:cubicBezTo>
                      <a:pt x="3885" y="38"/>
                      <a:pt x="3894" y="58"/>
                      <a:pt x="3894" y="81"/>
                    </a:cubicBezTo>
                    <a:lnTo>
                      <a:pt x="3894" y="1451"/>
                    </a:lnTo>
                    <a:lnTo>
                      <a:pt x="3894" y="2821"/>
                    </a:lnTo>
                    <a:cubicBezTo>
                      <a:pt x="3894" y="2843"/>
                      <a:pt x="3885" y="2864"/>
                      <a:pt x="3871" y="2878"/>
                    </a:cubicBezTo>
                    <a:cubicBezTo>
                      <a:pt x="3856" y="2893"/>
                      <a:pt x="3836" y="2901"/>
                      <a:pt x="3814" y="290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7" name="Freeform 416">
                <a:extLst>
                  <a:ext uri="{FF2B5EF4-FFF2-40B4-BE49-F238E27FC236}">
                    <a16:creationId xmlns:a16="http://schemas.microsoft.com/office/drawing/2014/main" id="{EEAEDBB6-2838-9241-AE26-63711EA54B32}"/>
                  </a:ext>
                </a:extLst>
              </p:cNvPr>
              <p:cNvSpPr/>
              <p:nvPr/>
            </p:nvSpPr>
            <p:spPr>
              <a:xfrm>
                <a:off x="11430143" y="6322121"/>
                <a:ext cx="4864817" cy="3629016"/>
              </a:xfrm>
              <a:custGeom>
                <a:avLst/>
                <a:gdLst>
                  <a:gd name="connsiteX0" fmla="*/ 108356 w 4864817"/>
                  <a:gd name="connsiteY0" fmla="*/ 13709 h 3629016"/>
                  <a:gd name="connsiteX1" fmla="*/ 42346 w 4864817"/>
                  <a:gd name="connsiteY1" fmla="*/ 41117 h 3629016"/>
                  <a:gd name="connsiteX2" fmla="*/ 14946 w 4864817"/>
                  <a:gd name="connsiteY2" fmla="*/ 107144 h 3629016"/>
                  <a:gd name="connsiteX3" fmla="*/ 14946 w 4864817"/>
                  <a:gd name="connsiteY3" fmla="*/ 3520627 h 3629016"/>
                  <a:gd name="connsiteX4" fmla="*/ 42346 w 4864817"/>
                  <a:gd name="connsiteY4" fmla="*/ 3586655 h 3629016"/>
                  <a:gd name="connsiteX5" fmla="*/ 108356 w 4864817"/>
                  <a:gd name="connsiteY5" fmla="*/ 3614062 h 3629016"/>
                  <a:gd name="connsiteX6" fmla="*/ 4757699 w 4864817"/>
                  <a:gd name="connsiteY6" fmla="*/ 3614062 h 3629016"/>
                  <a:gd name="connsiteX7" fmla="*/ 4822463 w 4864817"/>
                  <a:gd name="connsiteY7" fmla="*/ 3586655 h 3629016"/>
                  <a:gd name="connsiteX8" fmla="*/ 4849864 w 4864817"/>
                  <a:gd name="connsiteY8" fmla="*/ 3520627 h 3629016"/>
                  <a:gd name="connsiteX9" fmla="*/ 4849864 w 4864817"/>
                  <a:gd name="connsiteY9" fmla="*/ 107144 h 3629016"/>
                  <a:gd name="connsiteX10" fmla="*/ 4822463 w 4864817"/>
                  <a:gd name="connsiteY10" fmla="*/ 41117 h 3629016"/>
                  <a:gd name="connsiteX11" fmla="*/ 4757699 w 4864817"/>
                  <a:gd name="connsiteY11" fmla="*/ 13709 h 3629016"/>
                  <a:gd name="connsiteX12" fmla="*/ 108356 w 4864817"/>
                  <a:gd name="connsiteY12" fmla="*/ 0 h 3629016"/>
                  <a:gd name="connsiteX13" fmla="*/ 4757707 w 4864817"/>
                  <a:gd name="connsiteY13" fmla="*/ 0 h 3629016"/>
                  <a:gd name="connsiteX14" fmla="*/ 4833680 w 4864817"/>
                  <a:gd name="connsiteY14" fmla="*/ 31145 h 3629016"/>
                  <a:gd name="connsiteX15" fmla="*/ 4864817 w 4864817"/>
                  <a:gd name="connsiteY15" fmla="*/ 107139 h 3629016"/>
                  <a:gd name="connsiteX16" fmla="*/ 4864817 w 4864817"/>
                  <a:gd name="connsiteY16" fmla="*/ 3520631 h 3629016"/>
                  <a:gd name="connsiteX17" fmla="*/ 4833680 w 4864817"/>
                  <a:gd name="connsiteY17" fmla="*/ 3597871 h 3629016"/>
                  <a:gd name="connsiteX18" fmla="*/ 4757707 w 4864817"/>
                  <a:gd name="connsiteY18" fmla="*/ 3629016 h 3629016"/>
                  <a:gd name="connsiteX19" fmla="*/ 108356 w 4864817"/>
                  <a:gd name="connsiteY19" fmla="*/ 3629016 h 3629016"/>
                  <a:gd name="connsiteX20" fmla="*/ 31137 w 4864817"/>
                  <a:gd name="connsiteY20" fmla="*/ 3597871 h 3629016"/>
                  <a:gd name="connsiteX21" fmla="*/ 0 w 4864817"/>
                  <a:gd name="connsiteY21" fmla="*/ 3520631 h 3629016"/>
                  <a:gd name="connsiteX22" fmla="*/ 0 w 4864817"/>
                  <a:gd name="connsiteY22" fmla="*/ 107139 h 3629016"/>
                  <a:gd name="connsiteX23" fmla="*/ 31137 w 4864817"/>
                  <a:gd name="connsiteY23" fmla="*/ 31145 h 3629016"/>
                  <a:gd name="connsiteX24" fmla="*/ 108356 w 4864817"/>
                  <a:gd name="connsiteY24" fmla="*/ 0 h 362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864817" h="3629016">
                    <a:moveTo>
                      <a:pt x="108356" y="13709"/>
                    </a:moveTo>
                    <a:cubicBezTo>
                      <a:pt x="82201" y="13709"/>
                      <a:pt x="59783" y="23676"/>
                      <a:pt x="42346" y="41117"/>
                    </a:cubicBezTo>
                    <a:cubicBezTo>
                      <a:pt x="24910" y="58558"/>
                      <a:pt x="14946" y="82228"/>
                      <a:pt x="14946" y="107144"/>
                    </a:cubicBezTo>
                    <a:lnTo>
                      <a:pt x="14946" y="3520627"/>
                    </a:lnTo>
                    <a:cubicBezTo>
                      <a:pt x="14946" y="3545543"/>
                      <a:pt x="24910" y="3569213"/>
                      <a:pt x="42346" y="3586655"/>
                    </a:cubicBezTo>
                    <a:cubicBezTo>
                      <a:pt x="59783" y="3604095"/>
                      <a:pt x="82201" y="3614062"/>
                      <a:pt x="108356" y="3614062"/>
                    </a:cubicBezTo>
                    <a:lnTo>
                      <a:pt x="4757699" y="3614062"/>
                    </a:lnTo>
                    <a:cubicBezTo>
                      <a:pt x="4782609" y="3614062"/>
                      <a:pt x="4805027" y="3604095"/>
                      <a:pt x="4822463" y="3586655"/>
                    </a:cubicBezTo>
                    <a:cubicBezTo>
                      <a:pt x="4839900" y="3569213"/>
                      <a:pt x="4849864" y="3545543"/>
                      <a:pt x="4849864" y="3520627"/>
                    </a:cubicBezTo>
                    <a:lnTo>
                      <a:pt x="4849864" y="107144"/>
                    </a:lnTo>
                    <a:cubicBezTo>
                      <a:pt x="4849864" y="82228"/>
                      <a:pt x="4839900" y="58558"/>
                      <a:pt x="4822463" y="41117"/>
                    </a:cubicBezTo>
                    <a:cubicBezTo>
                      <a:pt x="4805027" y="23676"/>
                      <a:pt x="4782609" y="13709"/>
                      <a:pt x="4757699" y="13709"/>
                    </a:cubicBezTo>
                    <a:close/>
                    <a:moveTo>
                      <a:pt x="108356" y="0"/>
                    </a:moveTo>
                    <a:lnTo>
                      <a:pt x="4757707" y="0"/>
                    </a:lnTo>
                    <a:cubicBezTo>
                      <a:pt x="4786352" y="0"/>
                      <a:pt x="4812507" y="11212"/>
                      <a:pt x="4833680" y="31145"/>
                    </a:cubicBezTo>
                    <a:cubicBezTo>
                      <a:pt x="4853607" y="52324"/>
                      <a:pt x="4864817" y="78486"/>
                      <a:pt x="4864817" y="107139"/>
                    </a:cubicBezTo>
                    <a:lnTo>
                      <a:pt x="4864817" y="3520631"/>
                    </a:lnTo>
                    <a:cubicBezTo>
                      <a:pt x="4864817" y="3549285"/>
                      <a:pt x="4853607" y="3576693"/>
                      <a:pt x="4833680" y="3597871"/>
                    </a:cubicBezTo>
                    <a:cubicBezTo>
                      <a:pt x="4812507" y="3617804"/>
                      <a:pt x="4786352" y="3629016"/>
                      <a:pt x="4757707" y="3629016"/>
                    </a:cubicBezTo>
                    <a:lnTo>
                      <a:pt x="108356" y="3629016"/>
                    </a:lnTo>
                    <a:cubicBezTo>
                      <a:pt x="79710" y="3629016"/>
                      <a:pt x="52310" y="3617804"/>
                      <a:pt x="31137" y="3597871"/>
                    </a:cubicBezTo>
                    <a:cubicBezTo>
                      <a:pt x="11209" y="3576693"/>
                      <a:pt x="0" y="3549285"/>
                      <a:pt x="0" y="3520631"/>
                    </a:cubicBezTo>
                    <a:lnTo>
                      <a:pt x="0" y="107139"/>
                    </a:lnTo>
                    <a:cubicBezTo>
                      <a:pt x="0" y="78486"/>
                      <a:pt x="11209" y="52324"/>
                      <a:pt x="31137" y="31145"/>
                    </a:cubicBezTo>
                    <a:cubicBezTo>
                      <a:pt x="52310" y="11212"/>
                      <a:pt x="79710" y="0"/>
                      <a:pt x="1083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3393B562-211A-2648-9349-16903626638D}"/>
                  </a:ext>
                </a:extLst>
              </p:cNvPr>
              <p:cNvSpPr/>
              <p:nvPr/>
            </p:nvSpPr>
            <p:spPr>
              <a:xfrm>
                <a:off x="11859937" y="6793196"/>
                <a:ext cx="1320539" cy="1445626"/>
              </a:xfrm>
              <a:custGeom>
                <a:avLst/>
                <a:gdLst>
                  <a:gd name="connsiteX0" fmla="*/ 14953 w 1320539"/>
                  <a:gd name="connsiteY0" fmla="*/ 14955 h 1445626"/>
                  <a:gd name="connsiteX1" fmla="*/ 14953 w 1320539"/>
                  <a:gd name="connsiteY1" fmla="*/ 1430672 h 1445626"/>
                  <a:gd name="connsiteX2" fmla="*/ 1305593 w 1320539"/>
                  <a:gd name="connsiteY2" fmla="*/ 1430672 h 1445626"/>
                  <a:gd name="connsiteX3" fmla="*/ 1305593 w 1320539"/>
                  <a:gd name="connsiteY3" fmla="*/ 14955 h 1445626"/>
                  <a:gd name="connsiteX4" fmla="*/ 0 w 1320539"/>
                  <a:gd name="connsiteY4" fmla="*/ 0 h 1445626"/>
                  <a:gd name="connsiteX5" fmla="*/ 1320539 w 1320539"/>
                  <a:gd name="connsiteY5" fmla="*/ 0 h 1445626"/>
                  <a:gd name="connsiteX6" fmla="*/ 1320539 w 1320539"/>
                  <a:gd name="connsiteY6" fmla="*/ 1445626 h 1445626"/>
                  <a:gd name="connsiteX7" fmla="*/ 0 w 1320539"/>
                  <a:gd name="connsiteY7" fmla="*/ 1445626 h 14456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20539" h="1445626">
                    <a:moveTo>
                      <a:pt x="14953" y="14955"/>
                    </a:moveTo>
                    <a:lnTo>
                      <a:pt x="14953" y="1430672"/>
                    </a:lnTo>
                    <a:lnTo>
                      <a:pt x="1305593" y="1430672"/>
                    </a:lnTo>
                    <a:lnTo>
                      <a:pt x="1305593" y="14955"/>
                    </a:lnTo>
                    <a:close/>
                    <a:moveTo>
                      <a:pt x="0" y="0"/>
                    </a:moveTo>
                    <a:lnTo>
                      <a:pt x="1320539" y="0"/>
                    </a:lnTo>
                    <a:lnTo>
                      <a:pt x="1320539" y="1445626"/>
                    </a:lnTo>
                    <a:lnTo>
                      <a:pt x="0" y="144562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F1736F79-D515-1144-9056-C1541ACCD8DD}"/>
                  </a:ext>
                </a:extLst>
              </p:cNvPr>
              <p:cNvSpPr/>
              <p:nvPr/>
            </p:nvSpPr>
            <p:spPr>
              <a:xfrm>
                <a:off x="12029368" y="7911064"/>
                <a:ext cx="964243" cy="78512"/>
              </a:xfrm>
              <a:custGeom>
                <a:avLst/>
                <a:gdLst>
                  <a:gd name="connsiteX0" fmla="*/ 39833 w 964243"/>
                  <a:gd name="connsiteY0" fmla="*/ 14955 h 78512"/>
                  <a:gd name="connsiteX1" fmla="*/ 14950 w 964243"/>
                  <a:gd name="connsiteY1" fmla="*/ 39257 h 78512"/>
                  <a:gd name="connsiteX2" fmla="*/ 39833 w 964243"/>
                  <a:gd name="connsiteY2" fmla="*/ 63558 h 78512"/>
                  <a:gd name="connsiteX3" fmla="*/ 924411 w 964243"/>
                  <a:gd name="connsiteY3" fmla="*/ 63558 h 78512"/>
                  <a:gd name="connsiteX4" fmla="*/ 949294 w 964243"/>
                  <a:gd name="connsiteY4" fmla="*/ 39257 h 78512"/>
                  <a:gd name="connsiteX5" fmla="*/ 924411 w 964243"/>
                  <a:gd name="connsiteY5" fmla="*/ 14955 h 78512"/>
                  <a:gd name="connsiteX6" fmla="*/ 39814 w 964243"/>
                  <a:gd name="connsiteY6" fmla="*/ 0 h 78512"/>
                  <a:gd name="connsiteX7" fmla="*/ 924429 w 964243"/>
                  <a:gd name="connsiteY7" fmla="*/ 0 h 78512"/>
                  <a:gd name="connsiteX8" fmla="*/ 964243 w 964243"/>
                  <a:gd name="connsiteY8" fmla="*/ 39256 h 78512"/>
                  <a:gd name="connsiteX9" fmla="*/ 924429 w 964243"/>
                  <a:gd name="connsiteY9" fmla="*/ 78512 h 78512"/>
                  <a:gd name="connsiteX10" fmla="*/ 39814 w 964243"/>
                  <a:gd name="connsiteY10" fmla="*/ 78512 h 78512"/>
                  <a:gd name="connsiteX11" fmla="*/ 0 w 964243"/>
                  <a:gd name="connsiteY11" fmla="*/ 39256 h 78512"/>
                  <a:gd name="connsiteX12" fmla="*/ 39814 w 964243"/>
                  <a:gd name="connsiteY12" fmla="*/ 0 h 78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64243" h="78512">
                    <a:moveTo>
                      <a:pt x="39833" y="14955"/>
                    </a:moveTo>
                    <a:cubicBezTo>
                      <a:pt x="26147" y="14955"/>
                      <a:pt x="14950" y="25891"/>
                      <a:pt x="14950" y="39257"/>
                    </a:cubicBezTo>
                    <a:cubicBezTo>
                      <a:pt x="14950" y="52623"/>
                      <a:pt x="26147" y="63558"/>
                      <a:pt x="39833" y="63558"/>
                    </a:cubicBezTo>
                    <a:lnTo>
                      <a:pt x="924411" y="63558"/>
                    </a:lnTo>
                    <a:cubicBezTo>
                      <a:pt x="938097" y="63558"/>
                      <a:pt x="949294" y="52623"/>
                      <a:pt x="949294" y="39257"/>
                    </a:cubicBezTo>
                    <a:cubicBezTo>
                      <a:pt x="949294" y="25891"/>
                      <a:pt x="938097" y="14955"/>
                      <a:pt x="924411" y="14955"/>
                    </a:cubicBezTo>
                    <a:close/>
                    <a:moveTo>
                      <a:pt x="39814" y="0"/>
                    </a:moveTo>
                    <a:lnTo>
                      <a:pt x="924429" y="0"/>
                    </a:lnTo>
                    <a:cubicBezTo>
                      <a:pt x="945580" y="0"/>
                      <a:pt x="964243" y="17175"/>
                      <a:pt x="964243" y="39256"/>
                    </a:cubicBezTo>
                    <a:cubicBezTo>
                      <a:pt x="964243" y="61338"/>
                      <a:pt x="945580" y="78512"/>
                      <a:pt x="924429" y="78512"/>
                    </a:cubicBezTo>
                    <a:lnTo>
                      <a:pt x="39814" y="78512"/>
                    </a:lnTo>
                    <a:cubicBezTo>
                      <a:pt x="17419" y="78512"/>
                      <a:pt x="0" y="61338"/>
                      <a:pt x="0" y="39256"/>
                    </a:cubicBezTo>
                    <a:cubicBezTo>
                      <a:pt x="0" y="17175"/>
                      <a:pt x="17419" y="0"/>
                      <a:pt x="398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003A1EBF-64F3-D949-8F73-05545E9B8BBF}"/>
                  </a:ext>
                </a:extLst>
              </p:cNvPr>
              <p:cNvSpPr/>
              <p:nvPr/>
            </p:nvSpPr>
            <p:spPr>
              <a:xfrm>
                <a:off x="12224958" y="7767747"/>
                <a:ext cx="570573" cy="77266"/>
              </a:xfrm>
              <a:custGeom>
                <a:avLst/>
                <a:gdLst>
                  <a:gd name="connsiteX0" fmla="*/ 39805 w 570573"/>
                  <a:gd name="connsiteY0" fmla="*/ 13705 h 77266"/>
                  <a:gd name="connsiteX1" fmla="*/ 13703 w 570573"/>
                  <a:gd name="connsiteY1" fmla="*/ 38022 h 77266"/>
                  <a:gd name="connsiteX2" fmla="*/ 39805 w 570573"/>
                  <a:gd name="connsiteY2" fmla="*/ 63554 h 77266"/>
                  <a:gd name="connsiteX3" fmla="*/ 530763 w 570573"/>
                  <a:gd name="connsiteY3" fmla="*/ 63554 h 77266"/>
                  <a:gd name="connsiteX4" fmla="*/ 555622 w 570573"/>
                  <a:gd name="connsiteY4" fmla="*/ 38022 h 77266"/>
                  <a:gd name="connsiteX5" fmla="*/ 530763 w 570573"/>
                  <a:gd name="connsiteY5" fmla="*/ 13705 h 77266"/>
                  <a:gd name="connsiteX6" fmla="*/ 39779 w 570573"/>
                  <a:gd name="connsiteY6" fmla="*/ 0 h 77266"/>
                  <a:gd name="connsiteX7" fmla="*/ 530794 w 570573"/>
                  <a:gd name="connsiteY7" fmla="*/ 0 h 77266"/>
                  <a:gd name="connsiteX8" fmla="*/ 570573 w 570573"/>
                  <a:gd name="connsiteY8" fmla="*/ 38020 h 77266"/>
                  <a:gd name="connsiteX9" fmla="*/ 530794 w 570573"/>
                  <a:gd name="connsiteY9" fmla="*/ 77266 h 77266"/>
                  <a:gd name="connsiteX10" fmla="*/ 39779 w 570573"/>
                  <a:gd name="connsiteY10" fmla="*/ 77266 h 77266"/>
                  <a:gd name="connsiteX11" fmla="*/ 0 w 570573"/>
                  <a:gd name="connsiteY11" fmla="*/ 38020 h 77266"/>
                  <a:gd name="connsiteX12" fmla="*/ 39779 w 570573"/>
                  <a:gd name="connsiteY12" fmla="*/ 0 h 77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70573" h="77266">
                    <a:moveTo>
                      <a:pt x="39805" y="13705"/>
                    </a:moveTo>
                    <a:cubicBezTo>
                      <a:pt x="26132" y="13705"/>
                      <a:pt x="13703" y="24648"/>
                      <a:pt x="13703" y="38022"/>
                    </a:cubicBezTo>
                    <a:cubicBezTo>
                      <a:pt x="13703" y="52612"/>
                      <a:pt x="26132" y="63554"/>
                      <a:pt x="39805" y="63554"/>
                    </a:cubicBezTo>
                    <a:lnTo>
                      <a:pt x="530763" y="63554"/>
                    </a:lnTo>
                    <a:cubicBezTo>
                      <a:pt x="544436" y="63554"/>
                      <a:pt x="555622" y="52612"/>
                      <a:pt x="555622" y="38022"/>
                    </a:cubicBezTo>
                    <a:cubicBezTo>
                      <a:pt x="555622" y="24648"/>
                      <a:pt x="544436" y="13705"/>
                      <a:pt x="530763" y="13705"/>
                    </a:cubicBezTo>
                    <a:close/>
                    <a:moveTo>
                      <a:pt x="39779" y="0"/>
                    </a:moveTo>
                    <a:lnTo>
                      <a:pt x="530794" y="0"/>
                    </a:lnTo>
                    <a:cubicBezTo>
                      <a:pt x="551927" y="0"/>
                      <a:pt x="570573" y="17170"/>
                      <a:pt x="570573" y="38020"/>
                    </a:cubicBezTo>
                    <a:cubicBezTo>
                      <a:pt x="570573" y="60096"/>
                      <a:pt x="551927" y="77266"/>
                      <a:pt x="530794" y="77266"/>
                    </a:cubicBezTo>
                    <a:lnTo>
                      <a:pt x="39779" y="77266"/>
                    </a:lnTo>
                    <a:cubicBezTo>
                      <a:pt x="18646" y="77266"/>
                      <a:pt x="0" y="60096"/>
                      <a:pt x="0" y="38020"/>
                    </a:cubicBezTo>
                    <a:cubicBezTo>
                      <a:pt x="0" y="17170"/>
                      <a:pt x="18646" y="0"/>
                      <a:pt x="397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3C6DAE45-E30B-B74F-9DE0-5F72F9BCC0EC}"/>
                  </a:ext>
                </a:extLst>
              </p:cNvPr>
              <p:cNvSpPr/>
              <p:nvPr/>
            </p:nvSpPr>
            <p:spPr>
              <a:xfrm>
                <a:off x="12192564" y="7003809"/>
                <a:ext cx="636600" cy="6368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2" h="512">
                    <a:moveTo>
                      <a:pt x="512" y="256"/>
                    </a:moveTo>
                    <a:cubicBezTo>
                      <a:pt x="512" y="397"/>
                      <a:pt x="397" y="512"/>
                      <a:pt x="256" y="512"/>
                    </a:cubicBezTo>
                    <a:cubicBezTo>
                      <a:pt x="115" y="512"/>
                      <a:pt x="0" y="397"/>
                      <a:pt x="0" y="256"/>
                    </a:cubicBezTo>
                    <a:cubicBezTo>
                      <a:pt x="0" y="115"/>
                      <a:pt x="115" y="0"/>
                      <a:pt x="256" y="0"/>
                    </a:cubicBezTo>
                    <a:cubicBezTo>
                      <a:pt x="397" y="0"/>
                      <a:pt x="512" y="115"/>
                      <a:pt x="512" y="256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3" name="Freeform 422">
                <a:extLst>
                  <a:ext uri="{FF2B5EF4-FFF2-40B4-BE49-F238E27FC236}">
                    <a16:creationId xmlns:a16="http://schemas.microsoft.com/office/drawing/2014/main" id="{5977EA2D-9451-5D4C-98B8-AA274CFFF90C}"/>
                  </a:ext>
                </a:extLst>
              </p:cNvPr>
              <p:cNvSpPr/>
              <p:nvPr/>
            </p:nvSpPr>
            <p:spPr>
              <a:xfrm>
                <a:off x="12186338" y="6996331"/>
                <a:ext cx="650303" cy="650532"/>
              </a:xfrm>
              <a:custGeom>
                <a:avLst/>
                <a:gdLst>
                  <a:gd name="connsiteX0" fmla="*/ 324530 w 650303"/>
                  <a:gd name="connsiteY0" fmla="*/ 14955 h 650532"/>
                  <a:gd name="connsiteX1" fmla="*/ 14950 w 650303"/>
                  <a:gd name="connsiteY1" fmla="*/ 325889 h 650532"/>
                  <a:gd name="connsiteX2" fmla="*/ 324530 w 650303"/>
                  <a:gd name="connsiteY2" fmla="*/ 636823 h 650532"/>
                  <a:gd name="connsiteX3" fmla="*/ 635354 w 650303"/>
                  <a:gd name="connsiteY3" fmla="*/ 325889 h 650532"/>
                  <a:gd name="connsiteX4" fmla="*/ 324530 w 650303"/>
                  <a:gd name="connsiteY4" fmla="*/ 14955 h 650532"/>
                  <a:gd name="connsiteX5" fmla="*/ 324530 w 650303"/>
                  <a:gd name="connsiteY5" fmla="*/ 0 h 650532"/>
                  <a:gd name="connsiteX6" fmla="*/ 650303 w 650303"/>
                  <a:gd name="connsiteY6" fmla="*/ 325888 h 650532"/>
                  <a:gd name="connsiteX7" fmla="*/ 324530 w 650303"/>
                  <a:gd name="connsiteY7" fmla="*/ 650532 h 650532"/>
                  <a:gd name="connsiteX8" fmla="*/ 0 w 650303"/>
                  <a:gd name="connsiteY8" fmla="*/ 325888 h 650532"/>
                  <a:gd name="connsiteX9" fmla="*/ 324530 w 650303"/>
                  <a:gd name="connsiteY9" fmla="*/ 0 h 650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650303" h="650532">
                    <a:moveTo>
                      <a:pt x="324530" y="14955"/>
                    </a:moveTo>
                    <a:cubicBezTo>
                      <a:pt x="154199" y="14955"/>
                      <a:pt x="14950" y="154254"/>
                      <a:pt x="14950" y="325889"/>
                    </a:cubicBezTo>
                    <a:cubicBezTo>
                      <a:pt x="14950" y="497525"/>
                      <a:pt x="154199" y="636823"/>
                      <a:pt x="324530" y="636823"/>
                    </a:cubicBezTo>
                    <a:cubicBezTo>
                      <a:pt x="496105" y="636823"/>
                      <a:pt x="635354" y="497525"/>
                      <a:pt x="635354" y="325889"/>
                    </a:cubicBezTo>
                    <a:cubicBezTo>
                      <a:pt x="635354" y="154254"/>
                      <a:pt x="496105" y="14955"/>
                      <a:pt x="324530" y="14955"/>
                    </a:cubicBezTo>
                    <a:close/>
                    <a:moveTo>
                      <a:pt x="324530" y="0"/>
                    </a:moveTo>
                    <a:cubicBezTo>
                      <a:pt x="503581" y="0"/>
                      <a:pt x="650303" y="146774"/>
                      <a:pt x="650303" y="325888"/>
                    </a:cubicBezTo>
                    <a:cubicBezTo>
                      <a:pt x="650303" y="505002"/>
                      <a:pt x="503581" y="650532"/>
                      <a:pt x="324530" y="650532"/>
                    </a:cubicBezTo>
                    <a:cubicBezTo>
                      <a:pt x="146722" y="650532"/>
                      <a:pt x="0" y="505002"/>
                      <a:pt x="0" y="325888"/>
                    </a:cubicBezTo>
                    <a:cubicBezTo>
                      <a:pt x="0" y="146774"/>
                      <a:pt x="146722" y="0"/>
                      <a:pt x="3245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CCBF849B-9D75-FF49-B60D-88A8DBCE2B35}"/>
                  </a:ext>
                </a:extLst>
              </p:cNvPr>
              <p:cNvSpPr/>
              <p:nvPr/>
            </p:nvSpPr>
            <p:spPr>
              <a:xfrm>
                <a:off x="12247382" y="7175788"/>
                <a:ext cx="525724" cy="4648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3" h="374">
                    <a:moveTo>
                      <a:pt x="211" y="374"/>
                    </a:moveTo>
                    <a:cubicBezTo>
                      <a:pt x="300" y="374"/>
                      <a:pt x="378" y="328"/>
                      <a:pt x="423" y="261"/>
                    </a:cubicBezTo>
                    <a:cubicBezTo>
                      <a:pt x="389" y="209"/>
                      <a:pt x="334" y="170"/>
                      <a:pt x="272" y="155"/>
                    </a:cubicBezTo>
                    <a:cubicBezTo>
                      <a:pt x="288" y="139"/>
                      <a:pt x="297" y="116"/>
                      <a:pt x="297" y="90"/>
                    </a:cubicBezTo>
                    <a:cubicBezTo>
                      <a:pt x="297" y="41"/>
                      <a:pt x="259" y="0"/>
                      <a:pt x="211" y="0"/>
                    </a:cubicBezTo>
                    <a:cubicBezTo>
                      <a:pt x="164" y="0"/>
                      <a:pt x="126" y="41"/>
                      <a:pt x="126" y="90"/>
                    </a:cubicBezTo>
                    <a:cubicBezTo>
                      <a:pt x="126" y="116"/>
                      <a:pt x="135" y="139"/>
                      <a:pt x="151" y="155"/>
                    </a:cubicBezTo>
                    <a:cubicBezTo>
                      <a:pt x="88" y="170"/>
                      <a:pt x="34" y="209"/>
                      <a:pt x="0" y="261"/>
                    </a:cubicBezTo>
                    <a:cubicBezTo>
                      <a:pt x="45" y="328"/>
                      <a:pt x="123" y="374"/>
                      <a:pt x="211" y="37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4" name="Freeform 423">
                <a:extLst>
                  <a:ext uri="{FF2B5EF4-FFF2-40B4-BE49-F238E27FC236}">
                    <a16:creationId xmlns:a16="http://schemas.microsoft.com/office/drawing/2014/main" id="{4A7BB96E-BD1D-DE40-8CAE-F92D8DEEE221}"/>
                  </a:ext>
                </a:extLst>
              </p:cNvPr>
              <p:cNvSpPr/>
              <p:nvPr/>
            </p:nvSpPr>
            <p:spPr>
              <a:xfrm>
                <a:off x="12237416" y="7168311"/>
                <a:ext cx="545657" cy="478552"/>
              </a:xfrm>
              <a:custGeom>
                <a:avLst/>
                <a:gdLst>
                  <a:gd name="connsiteX0" fmla="*/ 272203 w 545657"/>
                  <a:gd name="connsiteY0" fmla="*/ 14951 h 478552"/>
                  <a:gd name="connsiteX1" fmla="*/ 172782 w 545657"/>
                  <a:gd name="connsiteY1" fmla="*/ 119345 h 478552"/>
                  <a:gd name="connsiteX2" fmla="*/ 202608 w 545657"/>
                  <a:gd name="connsiteY2" fmla="*/ 195155 h 478552"/>
                  <a:gd name="connsiteX3" fmla="*/ 212551 w 545657"/>
                  <a:gd name="connsiteY3" fmla="*/ 203855 h 478552"/>
                  <a:gd name="connsiteX4" fmla="*/ 200123 w 545657"/>
                  <a:gd name="connsiteY4" fmla="*/ 207583 h 478552"/>
                  <a:gd name="connsiteX5" fmla="*/ 17437 w 545657"/>
                  <a:gd name="connsiteY5" fmla="*/ 331862 h 478552"/>
                  <a:gd name="connsiteX6" fmla="*/ 272203 w 545657"/>
                  <a:gd name="connsiteY6" fmla="*/ 464840 h 478552"/>
                  <a:gd name="connsiteX7" fmla="*/ 528212 w 545657"/>
                  <a:gd name="connsiteY7" fmla="*/ 331862 h 478552"/>
                  <a:gd name="connsiteX8" fmla="*/ 345526 w 545657"/>
                  <a:gd name="connsiteY8" fmla="*/ 207583 h 478552"/>
                  <a:gd name="connsiteX9" fmla="*/ 333098 w 545657"/>
                  <a:gd name="connsiteY9" fmla="*/ 203855 h 478552"/>
                  <a:gd name="connsiteX10" fmla="*/ 343041 w 545657"/>
                  <a:gd name="connsiteY10" fmla="*/ 195155 h 478552"/>
                  <a:gd name="connsiteX11" fmla="*/ 371624 w 545657"/>
                  <a:gd name="connsiteY11" fmla="*/ 119345 h 478552"/>
                  <a:gd name="connsiteX12" fmla="*/ 272203 w 545657"/>
                  <a:gd name="connsiteY12" fmla="*/ 14951 h 478552"/>
                  <a:gd name="connsiteX13" fmla="*/ 272207 w 545657"/>
                  <a:gd name="connsiteY13" fmla="*/ 0 h 478552"/>
                  <a:gd name="connsiteX14" fmla="*/ 386559 w 545657"/>
                  <a:gd name="connsiteY14" fmla="*/ 119327 h 478552"/>
                  <a:gd name="connsiteX15" fmla="*/ 360457 w 545657"/>
                  <a:gd name="connsiteY15" fmla="*/ 196393 h 478552"/>
                  <a:gd name="connsiteX16" fmla="*/ 541928 w 545657"/>
                  <a:gd name="connsiteY16" fmla="*/ 328150 h 478552"/>
                  <a:gd name="connsiteX17" fmla="*/ 545657 w 545657"/>
                  <a:gd name="connsiteY17" fmla="*/ 331879 h 478552"/>
                  <a:gd name="connsiteX18" fmla="*/ 541928 w 545657"/>
                  <a:gd name="connsiteY18" fmla="*/ 335608 h 478552"/>
                  <a:gd name="connsiteX19" fmla="*/ 272207 w 545657"/>
                  <a:gd name="connsiteY19" fmla="*/ 478552 h 478552"/>
                  <a:gd name="connsiteX20" fmla="*/ 3729 w 545657"/>
                  <a:gd name="connsiteY20" fmla="*/ 335608 h 478552"/>
                  <a:gd name="connsiteX21" fmla="*/ 0 w 545657"/>
                  <a:gd name="connsiteY21" fmla="*/ 331879 h 478552"/>
                  <a:gd name="connsiteX22" fmla="*/ 3729 w 545657"/>
                  <a:gd name="connsiteY22" fmla="*/ 328150 h 478552"/>
                  <a:gd name="connsiteX23" fmla="*/ 185200 w 545657"/>
                  <a:gd name="connsiteY23" fmla="*/ 196393 h 478552"/>
                  <a:gd name="connsiteX24" fmla="*/ 157855 w 545657"/>
                  <a:gd name="connsiteY24" fmla="*/ 119327 h 478552"/>
                  <a:gd name="connsiteX25" fmla="*/ 272207 w 545657"/>
                  <a:gd name="connsiteY25" fmla="*/ 0 h 478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45657" h="478552">
                    <a:moveTo>
                      <a:pt x="272203" y="14951"/>
                    </a:moveTo>
                    <a:cubicBezTo>
                      <a:pt x="217522" y="14951"/>
                      <a:pt x="172782" y="60934"/>
                      <a:pt x="172782" y="119345"/>
                    </a:cubicBezTo>
                    <a:cubicBezTo>
                      <a:pt x="172782" y="147929"/>
                      <a:pt x="183967" y="174028"/>
                      <a:pt x="202608" y="195155"/>
                    </a:cubicBezTo>
                    <a:lnTo>
                      <a:pt x="212551" y="203855"/>
                    </a:lnTo>
                    <a:lnTo>
                      <a:pt x="200123" y="207583"/>
                    </a:lnTo>
                    <a:cubicBezTo>
                      <a:pt x="125557" y="224982"/>
                      <a:pt x="62176" y="268480"/>
                      <a:pt x="17437" y="331862"/>
                    </a:cubicBezTo>
                    <a:cubicBezTo>
                      <a:pt x="75847" y="415129"/>
                      <a:pt x="171539" y="464840"/>
                      <a:pt x="272203" y="464840"/>
                    </a:cubicBezTo>
                    <a:cubicBezTo>
                      <a:pt x="374110" y="464840"/>
                      <a:pt x="469802" y="415129"/>
                      <a:pt x="528212" y="331862"/>
                    </a:cubicBezTo>
                    <a:cubicBezTo>
                      <a:pt x="483473" y="268480"/>
                      <a:pt x="418849" y="224982"/>
                      <a:pt x="345526" y="207583"/>
                    </a:cubicBezTo>
                    <a:lnTo>
                      <a:pt x="333098" y="203855"/>
                    </a:lnTo>
                    <a:lnTo>
                      <a:pt x="343041" y="195155"/>
                    </a:lnTo>
                    <a:cubicBezTo>
                      <a:pt x="361682" y="174028"/>
                      <a:pt x="371624" y="147929"/>
                      <a:pt x="371624" y="119345"/>
                    </a:cubicBezTo>
                    <a:cubicBezTo>
                      <a:pt x="371624" y="60934"/>
                      <a:pt x="328127" y="14951"/>
                      <a:pt x="272203" y="14951"/>
                    </a:cubicBezTo>
                    <a:close/>
                    <a:moveTo>
                      <a:pt x="272207" y="0"/>
                    </a:moveTo>
                    <a:cubicBezTo>
                      <a:pt x="335598" y="0"/>
                      <a:pt x="386559" y="53449"/>
                      <a:pt x="386559" y="119327"/>
                    </a:cubicBezTo>
                    <a:cubicBezTo>
                      <a:pt x="386559" y="147916"/>
                      <a:pt x="377858" y="174019"/>
                      <a:pt x="360457" y="196393"/>
                    </a:cubicBezTo>
                    <a:cubicBezTo>
                      <a:pt x="435034" y="216281"/>
                      <a:pt x="499668" y="263515"/>
                      <a:pt x="541928" y="328150"/>
                    </a:cubicBezTo>
                    <a:lnTo>
                      <a:pt x="545657" y="331879"/>
                    </a:lnTo>
                    <a:lnTo>
                      <a:pt x="541928" y="335608"/>
                    </a:lnTo>
                    <a:cubicBezTo>
                      <a:pt x="481023" y="425104"/>
                      <a:pt x="381587" y="478552"/>
                      <a:pt x="272207" y="478552"/>
                    </a:cubicBezTo>
                    <a:cubicBezTo>
                      <a:pt x="164070" y="478552"/>
                      <a:pt x="64634" y="425104"/>
                      <a:pt x="3729" y="335608"/>
                    </a:cubicBezTo>
                    <a:lnTo>
                      <a:pt x="0" y="331879"/>
                    </a:lnTo>
                    <a:lnTo>
                      <a:pt x="3729" y="328150"/>
                    </a:lnTo>
                    <a:cubicBezTo>
                      <a:pt x="45989" y="263515"/>
                      <a:pt x="110623" y="216281"/>
                      <a:pt x="185200" y="196393"/>
                    </a:cubicBezTo>
                    <a:cubicBezTo>
                      <a:pt x="167799" y="174019"/>
                      <a:pt x="157855" y="147916"/>
                      <a:pt x="157855" y="119327"/>
                    </a:cubicBezTo>
                    <a:cubicBezTo>
                      <a:pt x="157855" y="53449"/>
                      <a:pt x="210059" y="0"/>
                      <a:pt x="2722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7A604E75-F9CD-F541-B3E1-DFDA0981996A}"/>
                  </a:ext>
                </a:extLst>
              </p:cNvPr>
              <p:cNvSpPr/>
              <p:nvPr/>
            </p:nvSpPr>
            <p:spPr>
              <a:xfrm>
                <a:off x="11859937" y="8410802"/>
                <a:ext cx="1320539" cy="292864"/>
              </a:xfrm>
              <a:custGeom>
                <a:avLst/>
                <a:gdLst>
                  <a:gd name="connsiteX0" fmla="*/ 14953 w 1320539"/>
                  <a:gd name="connsiteY0" fmla="*/ 14951 h 292864"/>
                  <a:gd name="connsiteX1" fmla="*/ 14953 w 1320539"/>
                  <a:gd name="connsiteY1" fmla="*/ 279152 h 292864"/>
                  <a:gd name="connsiteX2" fmla="*/ 1305593 w 1320539"/>
                  <a:gd name="connsiteY2" fmla="*/ 279152 h 292864"/>
                  <a:gd name="connsiteX3" fmla="*/ 1305593 w 1320539"/>
                  <a:gd name="connsiteY3" fmla="*/ 14951 h 292864"/>
                  <a:gd name="connsiteX4" fmla="*/ 0 w 1320539"/>
                  <a:gd name="connsiteY4" fmla="*/ 0 h 292864"/>
                  <a:gd name="connsiteX5" fmla="*/ 1320539 w 1320539"/>
                  <a:gd name="connsiteY5" fmla="*/ 0 h 292864"/>
                  <a:gd name="connsiteX6" fmla="*/ 1320539 w 1320539"/>
                  <a:gd name="connsiteY6" fmla="*/ 292864 h 292864"/>
                  <a:gd name="connsiteX7" fmla="*/ 0 w 1320539"/>
                  <a:gd name="connsiteY7" fmla="*/ 292864 h 292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20539" h="292864">
                    <a:moveTo>
                      <a:pt x="14953" y="14951"/>
                    </a:moveTo>
                    <a:lnTo>
                      <a:pt x="14953" y="279152"/>
                    </a:lnTo>
                    <a:lnTo>
                      <a:pt x="1305593" y="279152"/>
                    </a:lnTo>
                    <a:lnTo>
                      <a:pt x="1305593" y="14951"/>
                    </a:lnTo>
                    <a:close/>
                    <a:moveTo>
                      <a:pt x="0" y="0"/>
                    </a:moveTo>
                    <a:lnTo>
                      <a:pt x="1320539" y="0"/>
                    </a:lnTo>
                    <a:lnTo>
                      <a:pt x="1320539" y="292864"/>
                    </a:lnTo>
                    <a:lnTo>
                      <a:pt x="0" y="292864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4A992469-927E-7C44-8D21-7F7CB0CDEC9F}"/>
                  </a:ext>
                </a:extLst>
              </p:cNvPr>
              <p:cNvSpPr/>
              <p:nvPr/>
            </p:nvSpPr>
            <p:spPr>
              <a:xfrm>
                <a:off x="11983271" y="8519224"/>
                <a:ext cx="743738" cy="77266"/>
              </a:xfrm>
              <a:custGeom>
                <a:avLst/>
                <a:gdLst>
                  <a:gd name="connsiteX0" fmla="*/ 39825 w 743738"/>
                  <a:gd name="connsiteY0" fmla="*/ 13708 h 77266"/>
                  <a:gd name="connsiteX1" fmla="*/ 14953 w 743738"/>
                  <a:gd name="connsiteY1" fmla="*/ 38025 h 77266"/>
                  <a:gd name="connsiteX2" fmla="*/ 39825 w 743738"/>
                  <a:gd name="connsiteY2" fmla="*/ 63557 h 77266"/>
                  <a:gd name="connsiteX3" fmla="*/ 702676 w 743738"/>
                  <a:gd name="connsiteY3" fmla="*/ 63557 h 77266"/>
                  <a:gd name="connsiteX4" fmla="*/ 728792 w 743738"/>
                  <a:gd name="connsiteY4" fmla="*/ 38025 h 77266"/>
                  <a:gd name="connsiteX5" fmla="*/ 702676 w 743738"/>
                  <a:gd name="connsiteY5" fmla="*/ 13708 h 77266"/>
                  <a:gd name="connsiteX6" fmla="*/ 39799 w 743738"/>
                  <a:gd name="connsiteY6" fmla="*/ 0 h 77266"/>
                  <a:gd name="connsiteX7" fmla="*/ 702696 w 743738"/>
                  <a:gd name="connsiteY7" fmla="*/ 0 h 77266"/>
                  <a:gd name="connsiteX8" fmla="*/ 743738 w 743738"/>
                  <a:gd name="connsiteY8" fmla="*/ 38020 h 77266"/>
                  <a:gd name="connsiteX9" fmla="*/ 702696 w 743738"/>
                  <a:gd name="connsiteY9" fmla="*/ 77266 h 77266"/>
                  <a:gd name="connsiteX10" fmla="*/ 39799 w 743738"/>
                  <a:gd name="connsiteY10" fmla="*/ 77266 h 77266"/>
                  <a:gd name="connsiteX11" fmla="*/ 0 w 743738"/>
                  <a:gd name="connsiteY11" fmla="*/ 38020 h 77266"/>
                  <a:gd name="connsiteX12" fmla="*/ 39799 w 743738"/>
                  <a:gd name="connsiteY12" fmla="*/ 0 h 77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43738" h="77266">
                    <a:moveTo>
                      <a:pt x="39825" y="13708"/>
                    </a:moveTo>
                    <a:cubicBezTo>
                      <a:pt x="26146" y="13708"/>
                      <a:pt x="14953" y="24650"/>
                      <a:pt x="14953" y="38025"/>
                    </a:cubicBezTo>
                    <a:cubicBezTo>
                      <a:pt x="14953" y="52615"/>
                      <a:pt x="26146" y="63557"/>
                      <a:pt x="39825" y="63557"/>
                    </a:cubicBezTo>
                    <a:lnTo>
                      <a:pt x="702676" y="63557"/>
                    </a:lnTo>
                    <a:cubicBezTo>
                      <a:pt x="717599" y="63557"/>
                      <a:pt x="728792" y="52615"/>
                      <a:pt x="728792" y="38025"/>
                    </a:cubicBezTo>
                    <a:cubicBezTo>
                      <a:pt x="728792" y="24650"/>
                      <a:pt x="717599" y="13708"/>
                      <a:pt x="702676" y="13708"/>
                    </a:cubicBezTo>
                    <a:close/>
                    <a:moveTo>
                      <a:pt x="39799" y="0"/>
                    </a:moveTo>
                    <a:lnTo>
                      <a:pt x="702696" y="0"/>
                    </a:lnTo>
                    <a:cubicBezTo>
                      <a:pt x="725082" y="0"/>
                      <a:pt x="743738" y="17170"/>
                      <a:pt x="743738" y="38020"/>
                    </a:cubicBezTo>
                    <a:cubicBezTo>
                      <a:pt x="743738" y="60096"/>
                      <a:pt x="725082" y="77266"/>
                      <a:pt x="702696" y="77266"/>
                    </a:cubicBezTo>
                    <a:lnTo>
                      <a:pt x="39799" y="77266"/>
                    </a:lnTo>
                    <a:cubicBezTo>
                      <a:pt x="17412" y="77266"/>
                      <a:pt x="0" y="60096"/>
                      <a:pt x="0" y="38020"/>
                    </a:cubicBezTo>
                    <a:cubicBezTo>
                      <a:pt x="0" y="17170"/>
                      <a:pt x="17412" y="0"/>
                      <a:pt x="397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AF4894AA-F697-1745-AFD3-2D58B1A36004}"/>
                  </a:ext>
                </a:extLst>
              </p:cNvPr>
              <p:cNvSpPr/>
              <p:nvPr/>
            </p:nvSpPr>
            <p:spPr>
              <a:xfrm>
                <a:off x="12869032" y="8464390"/>
                <a:ext cx="175657" cy="1769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2" h="143">
                    <a:moveTo>
                      <a:pt x="142" y="71"/>
                    </a:moveTo>
                    <a:cubicBezTo>
                      <a:pt x="142" y="110"/>
                      <a:pt x="110" y="143"/>
                      <a:pt x="71" y="143"/>
                    </a:cubicBezTo>
                    <a:cubicBezTo>
                      <a:pt x="31" y="143"/>
                      <a:pt x="0" y="110"/>
                      <a:pt x="0" y="71"/>
                    </a:cubicBezTo>
                    <a:cubicBezTo>
                      <a:pt x="0" y="31"/>
                      <a:pt x="31" y="0"/>
                      <a:pt x="71" y="0"/>
                    </a:cubicBezTo>
                    <a:cubicBezTo>
                      <a:pt x="110" y="0"/>
                      <a:pt x="142" y="31"/>
                      <a:pt x="142" y="7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B8FEFC87-30A6-2149-AA5C-E19B83002031}"/>
                  </a:ext>
                </a:extLst>
              </p:cNvPr>
              <p:cNvSpPr/>
              <p:nvPr/>
            </p:nvSpPr>
            <p:spPr>
              <a:xfrm>
                <a:off x="12861557" y="8456912"/>
                <a:ext cx="190606" cy="190673"/>
              </a:xfrm>
              <a:custGeom>
                <a:avLst/>
                <a:gdLst>
                  <a:gd name="connsiteX0" fmla="*/ 95303 w 190606"/>
                  <a:gd name="connsiteY0" fmla="*/ 13709 h 190673"/>
                  <a:gd name="connsiteX1" fmla="*/ 13704 w 190606"/>
                  <a:gd name="connsiteY1" fmla="*/ 95337 h 190673"/>
                  <a:gd name="connsiteX2" fmla="*/ 95303 w 190606"/>
                  <a:gd name="connsiteY2" fmla="*/ 176965 h 190673"/>
                  <a:gd name="connsiteX3" fmla="*/ 176903 w 190606"/>
                  <a:gd name="connsiteY3" fmla="*/ 95337 h 190673"/>
                  <a:gd name="connsiteX4" fmla="*/ 95303 w 190606"/>
                  <a:gd name="connsiteY4" fmla="*/ 13709 h 190673"/>
                  <a:gd name="connsiteX5" fmla="*/ 95303 w 190606"/>
                  <a:gd name="connsiteY5" fmla="*/ 0 h 190673"/>
                  <a:gd name="connsiteX6" fmla="*/ 190606 w 190606"/>
                  <a:gd name="connsiteY6" fmla="*/ 95336 h 190673"/>
                  <a:gd name="connsiteX7" fmla="*/ 95303 w 190606"/>
                  <a:gd name="connsiteY7" fmla="*/ 190673 h 190673"/>
                  <a:gd name="connsiteX8" fmla="*/ 0 w 190606"/>
                  <a:gd name="connsiteY8" fmla="*/ 95336 h 190673"/>
                  <a:gd name="connsiteX9" fmla="*/ 95303 w 190606"/>
                  <a:gd name="connsiteY9" fmla="*/ 0 h 190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0606" h="190673">
                    <a:moveTo>
                      <a:pt x="95303" y="13709"/>
                    </a:moveTo>
                    <a:cubicBezTo>
                      <a:pt x="49558" y="13709"/>
                      <a:pt x="13704" y="50813"/>
                      <a:pt x="13704" y="95337"/>
                    </a:cubicBezTo>
                    <a:cubicBezTo>
                      <a:pt x="13704" y="139861"/>
                      <a:pt x="49558" y="176965"/>
                      <a:pt x="95303" y="176965"/>
                    </a:cubicBezTo>
                    <a:cubicBezTo>
                      <a:pt x="139812" y="176965"/>
                      <a:pt x="176903" y="139861"/>
                      <a:pt x="176903" y="95337"/>
                    </a:cubicBezTo>
                    <a:cubicBezTo>
                      <a:pt x="176903" y="50813"/>
                      <a:pt x="139812" y="13709"/>
                      <a:pt x="95303" y="13709"/>
                    </a:cubicBezTo>
                    <a:close/>
                    <a:moveTo>
                      <a:pt x="95303" y="0"/>
                    </a:moveTo>
                    <a:cubicBezTo>
                      <a:pt x="147286" y="0"/>
                      <a:pt x="190606" y="42097"/>
                      <a:pt x="190606" y="95336"/>
                    </a:cubicBezTo>
                    <a:cubicBezTo>
                      <a:pt x="190606" y="148576"/>
                      <a:pt x="147286" y="190673"/>
                      <a:pt x="95303" y="190673"/>
                    </a:cubicBezTo>
                    <a:cubicBezTo>
                      <a:pt x="42082" y="190673"/>
                      <a:pt x="0" y="148576"/>
                      <a:pt x="0" y="95336"/>
                    </a:cubicBezTo>
                    <a:cubicBezTo>
                      <a:pt x="0" y="42097"/>
                      <a:pt x="42082" y="0"/>
                      <a:pt x="953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3" name="Freeform 122">
                <a:extLst>
                  <a:ext uri="{FF2B5EF4-FFF2-40B4-BE49-F238E27FC236}">
                    <a16:creationId xmlns:a16="http://schemas.microsoft.com/office/drawing/2014/main" id="{E4F2231D-611D-4446-B790-6B2648848569}"/>
                  </a:ext>
                </a:extLst>
              </p:cNvPr>
              <p:cNvSpPr/>
              <p:nvPr/>
            </p:nvSpPr>
            <p:spPr>
              <a:xfrm>
                <a:off x="12920109" y="8519224"/>
                <a:ext cx="90943" cy="697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" h="57">
                    <a:moveTo>
                      <a:pt x="22" y="57"/>
                    </a:moveTo>
                    <a:cubicBezTo>
                      <a:pt x="21" y="57"/>
                      <a:pt x="19" y="56"/>
                      <a:pt x="17" y="55"/>
                    </a:cubicBezTo>
                    <a:lnTo>
                      <a:pt x="1" y="39"/>
                    </a:lnTo>
                    <a:cubicBezTo>
                      <a:pt x="0" y="36"/>
                      <a:pt x="0" y="33"/>
                      <a:pt x="1" y="30"/>
                    </a:cubicBezTo>
                    <a:cubicBezTo>
                      <a:pt x="3" y="28"/>
                      <a:pt x="7" y="28"/>
                      <a:pt x="9" y="30"/>
                    </a:cubicBezTo>
                    <a:lnTo>
                      <a:pt x="22" y="43"/>
                    </a:lnTo>
                    <a:lnTo>
                      <a:pt x="63" y="2"/>
                    </a:lnTo>
                    <a:cubicBezTo>
                      <a:pt x="66" y="-1"/>
                      <a:pt x="69" y="-1"/>
                      <a:pt x="72" y="2"/>
                    </a:cubicBezTo>
                    <a:cubicBezTo>
                      <a:pt x="74" y="3"/>
                      <a:pt x="74" y="7"/>
                      <a:pt x="72" y="9"/>
                    </a:cubicBezTo>
                    <a:lnTo>
                      <a:pt x="26" y="55"/>
                    </a:lnTo>
                    <a:cubicBezTo>
                      <a:pt x="25" y="56"/>
                      <a:pt x="23" y="57"/>
                      <a:pt x="22" y="5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A37A9196-3DBE-F24D-B20C-410CFC785EE8}"/>
                  </a:ext>
                </a:extLst>
              </p:cNvPr>
              <p:cNvSpPr/>
              <p:nvPr/>
            </p:nvSpPr>
            <p:spPr>
              <a:xfrm>
                <a:off x="11589604" y="6467930"/>
                <a:ext cx="4543402" cy="2583433"/>
              </a:xfrm>
              <a:custGeom>
                <a:avLst/>
                <a:gdLst>
                  <a:gd name="connsiteX0" fmla="*/ 14949 w 4543402"/>
                  <a:gd name="connsiteY0" fmla="*/ 14955 h 2583433"/>
                  <a:gd name="connsiteX1" fmla="*/ 14949 w 4543402"/>
                  <a:gd name="connsiteY1" fmla="*/ 2569722 h 2583433"/>
                  <a:gd name="connsiteX2" fmla="*/ 4529698 w 4543402"/>
                  <a:gd name="connsiteY2" fmla="*/ 2569722 h 2583433"/>
                  <a:gd name="connsiteX3" fmla="*/ 4529698 w 4543402"/>
                  <a:gd name="connsiteY3" fmla="*/ 14955 h 2583433"/>
                  <a:gd name="connsiteX4" fmla="*/ 0 w 4543402"/>
                  <a:gd name="connsiteY4" fmla="*/ 0 h 2583433"/>
                  <a:gd name="connsiteX5" fmla="*/ 4543402 w 4543402"/>
                  <a:gd name="connsiteY5" fmla="*/ 0 h 2583433"/>
                  <a:gd name="connsiteX6" fmla="*/ 4543402 w 4543402"/>
                  <a:gd name="connsiteY6" fmla="*/ 2583433 h 2583433"/>
                  <a:gd name="connsiteX7" fmla="*/ 0 w 4543402"/>
                  <a:gd name="connsiteY7" fmla="*/ 2583433 h 2583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43402" h="2583433">
                    <a:moveTo>
                      <a:pt x="14949" y="14955"/>
                    </a:moveTo>
                    <a:lnTo>
                      <a:pt x="14949" y="2569722"/>
                    </a:lnTo>
                    <a:lnTo>
                      <a:pt x="4529698" y="2569722"/>
                    </a:lnTo>
                    <a:lnTo>
                      <a:pt x="4529698" y="14955"/>
                    </a:lnTo>
                    <a:close/>
                    <a:moveTo>
                      <a:pt x="0" y="0"/>
                    </a:moveTo>
                    <a:lnTo>
                      <a:pt x="4543402" y="0"/>
                    </a:lnTo>
                    <a:lnTo>
                      <a:pt x="4543402" y="2583433"/>
                    </a:lnTo>
                    <a:lnTo>
                      <a:pt x="0" y="2583433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8" name="Freeform 427">
                <a:extLst>
                  <a:ext uri="{FF2B5EF4-FFF2-40B4-BE49-F238E27FC236}">
                    <a16:creationId xmlns:a16="http://schemas.microsoft.com/office/drawing/2014/main" id="{3875E932-4F69-414D-8E9C-2E0D2FC4F8F2}"/>
                  </a:ext>
                </a:extLst>
              </p:cNvPr>
              <p:cNvSpPr/>
              <p:nvPr/>
            </p:nvSpPr>
            <p:spPr>
              <a:xfrm>
                <a:off x="13346167" y="6793196"/>
                <a:ext cx="2515250" cy="1911716"/>
              </a:xfrm>
              <a:custGeom>
                <a:avLst/>
                <a:gdLst>
                  <a:gd name="connsiteX0" fmla="*/ 14953 w 2515250"/>
                  <a:gd name="connsiteY0" fmla="*/ 14955 h 1911716"/>
                  <a:gd name="connsiteX1" fmla="*/ 14953 w 2515250"/>
                  <a:gd name="connsiteY1" fmla="*/ 1898008 h 1911716"/>
                  <a:gd name="connsiteX2" fmla="*/ 2500307 w 2515250"/>
                  <a:gd name="connsiteY2" fmla="*/ 1898008 h 1911716"/>
                  <a:gd name="connsiteX3" fmla="*/ 2500307 w 2515250"/>
                  <a:gd name="connsiteY3" fmla="*/ 14955 h 1911716"/>
                  <a:gd name="connsiteX4" fmla="*/ 0 w 2515250"/>
                  <a:gd name="connsiteY4" fmla="*/ 0 h 1911716"/>
                  <a:gd name="connsiteX5" fmla="*/ 2515250 w 2515250"/>
                  <a:gd name="connsiteY5" fmla="*/ 0 h 1911716"/>
                  <a:gd name="connsiteX6" fmla="*/ 2515250 w 2515250"/>
                  <a:gd name="connsiteY6" fmla="*/ 1911716 h 1911716"/>
                  <a:gd name="connsiteX7" fmla="*/ 0 w 2515250"/>
                  <a:gd name="connsiteY7" fmla="*/ 1911716 h 19117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15250" h="1911716">
                    <a:moveTo>
                      <a:pt x="14953" y="14955"/>
                    </a:moveTo>
                    <a:lnTo>
                      <a:pt x="14953" y="1898008"/>
                    </a:lnTo>
                    <a:lnTo>
                      <a:pt x="2500307" y="1898008"/>
                    </a:lnTo>
                    <a:lnTo>
                      <a:pt x="2500307" y="14955"/>
                    </a:lnTo>
                    <a:close/>
                    <a:moveTo>
                      <a:pt x="0" y="0"/>
                    </a:moveTo>
                    <a:lnTo>
                      <a:pt x="2515250" y="0"/>
                    </a:lnTo>
                    <a:lnTo>
                      <a:pt x="2515250" y="1911716"/>
                    </a:lnTo>
                    <a:lnTo>
                      <a:pt x="0" y="191171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9" name="Freeform 428">
                <a:extLst>
                  <a:ext uri="{FF2B5EF4-FFF2-40B4-BE49-F238E27FC236}">
                    <a16:creationId xmlns:a16="http://schemas.microsoft.com/office/drawing/2014/main" id="{1F0CE604-F384-4E40-B14D-482B94A1B8FB}"/>
                  </a:ext>
                </a:extLst>
              </p:cNvPr>
              <p:cNvSpPr/>
              <p:nvPr/>
            </p:nvSpPr>
            <p:spPr>
              <a:xfrm>
                <a:off x="13747315" y="7071102"/>
                <a:ext cx="622896" cy="684180"/>
              </a:xfrm>
              <a:custGeom>
                <a:avLst/>
                <a:gdLst>
                  <a:gd name="connsiteX0" fmla="*/ 58457 w 622896"/>
                  <a:gd name="connsiteY0" fmla="*/ 13712 h 684180"/>
                  <a:gd name="connsiteX1" fmla="*/ 28621 w 622896"/>
                  <a:gd name="connsiteY1" fmla="*/ 26151 h 684180"/>
                  <a:gd name="connsiteX2" fmla="*/ 14946 w 622896"/>
                  <a:gd name="connsiteY2" fmla="*/ 57248 h 684180"/>
                  <a:gd name="connsiteX3" fmla="*/ 14946 w 622896"/>
                  <a:gd name="connsiteY3" fmla="*/ 626940 h 684180"/>
                  <a:gd name="connsiteX4" fmla="*/ 28621 w 622896"/>
                  <a:gd name="connsiteY4" fmla="*/ 656793 h 684180"/>
                  <a:gd name="connsiteX5" fmla="*/ 58457 w 622896"/>
                  <a:gd name="connsiteY5" fmla="*/ 670475 h 684180"/>
                  <a:gd name="connsiteX6" fmla="*/ 564432 w 622896"/>
                  <a:gd name="connsiteY6" fmla="*/ 670475 h 684180"/>
                  <a:gd name="connsiteX7" fmla="*/ 595511 w 622896"/>
                  <a:gd name="connsiteY7" fmla="*/ 656793 h 684180"/>
                  <a:gd name="connsiteX8" fmla="*/ 607943 w 622896"/>
                  <a:gd name="connsiteY8" fmla="*/ 626940 h 684180"/>
                  <a:gd name="connsiteX9" fmla="*/ 607943 w 622896"/>
                  <a:gd name="connsiteY9" fmla="*/ 57248 h 684180"/>
                  <a:gd name="connsiteX10" fmla="*/ 595511 w 622896"/>
                  <a:gd name="connsiteY10" fmla="*/ 26151 h 684180"/>
                  <a:gd name="connsiteX11" fmla="*/ 564432 w 622896"/>
                  <a:gd name="connsiteY11" fmla="*/ 13712 h 684180"/>
                  <a:gd name="connsiteX12" fmla="*/ 58435 w 622896"/>
                  <a:gd name="connsiteY12" fmla="*/ 0 h 684180"/>
                  <a:gd name="connsiteX13" fmla="*/ 564461 w 622896"/>
                  <a:gd name="connsiteY13" fmla="*/ 0 h 684180"/>
                  <a:gd name="connsiteX14" fmla="*/ 605490 w 622896"/>
                  <a:gd name="connsiteY14" fmla="*/ 16172 h 684180"/>
                  <a:gd name="connsiteX15" fmla="*/ 622896 w 622896"/>
                  <a:gd name="connsiteY15" fmla="*/ 57223 h 684180"/>
                  <a:gd name="connsiteX16" fmla="*/ 622896 w 622896"/>
                  <a:gd name="connsiteY16" fmla="*/ 626958 h 684180"/>
                  <a:gd name="connsiteX17" fmla="*/ 605490 w 622896"/>
                  <a:gd name="connsiteY17" fmla="*/ 668009 h 684180"/>
                  <a:gd name="connsiteX18" fmla="*/ 564461 w 622896"/>
                  <a:gd name="connsiteY18" fmla="*/ 684180 h 684180"/>
                  <a:gd name="connsiteX19" fmla="*/ 58435 w 622896"/>
                  <a:gd name="connsiteY19" fmla="*/ 684180 h 684180"/>
                  <a:gd name="connsiteX20" fmla="*/ 17406 w 622896"/>
                  <a:gd name="connsiteY20" fmla="*/ 668009 h 684180"/>
                  <a:gd name="connsiteX21" fmla="*/ 0 w 622896"/>
                  <a:gd name="connsiteY21" fmla="*/ 626958 h 684180"/>
                  <a:gd name="connsiteX22" fmla="*/ 0 w 622896"/>
                  <a:gd name="connsiteY22" fmla="*/ 57223 h 684180"/>
                  <a:gd name="connsiteX23" fmla="*/ 17406 w 622896"/>
                  <a:gd name="connsiteY23" fmla="*/ 16172 h 684180"/>
                  <a:gd name="connsiteX24" fmla="*/ 58435 w 622896"/>
                  <a:gd name="connsiteY24" fmla="*/ 0 h 684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22896" h="684180">
                    <a:moveTo>
                      <a:pt x="58457" y="13712"/>
                    </a:moveTo>
                    <a:cubicBezTo>
                      <a:pt x="47269" y="13712"/>
                      <a:pt x="36080" y="18688"/>
                      <a:pt x="28621" y="26151"/>
                    </a:cubicBezTo>
                    <a:cubicBezTo>
                      <a:pt x="19919" y="34858"/>
                      <a:pt x="14946" y="44809"/>
                      <a:pt x="14946" y="57248"/>
                    </a:cubicBezTo>
                    <a:lnTo>
                      <a:pt x="14946" y="626940"/>
                    </a:lnTo>
                    <a:cubicBezTo>
                      <a:pt x="14946" y="638135"/>
                      <a:pt x="19919" y="648086"/>
                      <a:pt x="28621" y="656793"/>
                    </a:cubicBezTo>
                    <a:cubicBezTo>
                      <a:pt x="36080" y="665500"/>
                      <a:pt x="47269" y="670475"/>
                      <a:pt x="58457" y="670475"/>
                    </a:cubicBezTo>
                    <a:lnTo>
                      <a:pt x="564432" y="670475"/>
                    </a:lnTo>
                    <a:cubicBezTo>
                      <a:pt x="575620" y="670475"/>
                      <a:pt x="586809" y="665500"/>
                      <a:pt x="595511" y="656793"/>
                    </a:cubicBezTo>
                    <a:cubicBezTo>
                      <a:pt x="602970" y="648086"/>
                      <a:pt x="607943" y="638135"/>
                      <a:pt x="607943" y="626940"/>
                    </a:cubicBezTo>
                    <a:lnTo>
                      <a:pt x="607943" y="57248"/>
                    </a:lnTo>
                    <a:cubicBezTo>
                      <a:pt x="607943" y="44809"/>
                      <a:pt x="602970" y="34858"/>
                      <a:pt x="595511" y="26151"/>
                    </a:cubicBezTo>
                    <a:cubicBezTo>
                      <a:pt x="586809" y="18688"/>
                      <a:pt x="575620" y="13712"/>
                      <a:pt x="564432" y="13712"/>
                    </a:cubicBezTo>
                    <a:close/>
                    <a:moveTo>
                      <a:pt x="58435" y="0"/>
                    </a:moveTo>
                    <a:lnTo>
                      <a:pt x="564461" y="0"/>
                    </a:lnTo>
                    <a:cubicBezTo>
                      <a:pt x="580624" y="0"/>
                      <a:pt x="595543" y="6220"/>
                      <a:pt x="605490" y="16172"/>
                    </a:cubicBezTo>
                    <a:cubicBezTo>
                      <a:pt x="616679" y="27367"/>
                      <a:pt x="622896" y="41051"/>
                      <a:pt x="622896" y="57223"/>
                    </a:cubicBezTo>
                    <a:lnTo>
                      <a:pt x="622896" y="626958"/>
                    </a:lnTo>
                    <a:cubicBezTo>
                      <a:pt x="622896" y="641885"/>
                      <a:pt x="616679" y="655569"/>
                      <a:pt x="605490" y="668009"/>
                    </a:cubicBezTo>
                    <a:cubicBezTo>
                      <a:pt x="595543" y="677960"/>
                      <a:pt x="580624" y="684180"/>
                      <a:pt x="564461" y="684180"/>
                    </a:cubicBezTo>
                    <a:lnTo>
                      <a:pt x="58435" y="684180"/>
                    </a:lnTo>
                    <a:cubicBezTo>
                      <a:pt x="43516" y="684180"/>
                      <a:pt x="28596" y="677960"/>
                      <a:pt x="17406" y="668009"/>
                    </a:cubicBezTo>
                    <a:cubicBezTo>
                      <a:pt x="6217" y="655569"/>
                      <a:pt x="0" y="641885"/>
                      <a:pt x="0" y="626958"/>
                    </a:cubicBezTo>
                    <a:lnTo>
                      <a:pt x="0" y="57223"/>
                    </a:lnTo>
                    <a:cubicBezTo>
                      <a:pt x="0" y="41051"/>
                      <a:pt x="6217" y="27367"/>
                      <a:pt x="17406" y="16172"/>
                    </a:cubicBezTo>
                    <a:cubicBezTo>
                      <a:pt x="28596" y="6220"/>
                      <a:pt x="43516" y="0"/>
                      <a:pt x="584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2169EDC9-FB98-944A-9F8D-40EDF88BCA16}"/>
                  </a:ext>
                </a:extLst>
              </p:cNvPr>
              <p:cNvSpPr/>
              <p:nvPr/>
            </p:nvSpPr>
            <p:spPr>
              <a:xfrm>
                <a:off x="13756036" y="7077336"/>
                <a:ext cx="606701" cy="6704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8" h="539">
                    <a:moveTo>
                      <a:pt x="447" y="539"/>
                    </a:moveTo>
                    <a:lnTo>
                      <a:pt x="243" y="539"/>
                    </a:lnTo>
                    <a:lnTo>
                      <a:pt x="40" y="539"/>
                    </a:lnTo>
                    <a:cubicBezTo>
                      <a:pt x="29" y="539"/>
                      <a:pt x="18" y="535"/>
                      <a:pt x="11" y="527"/>
                    </a:cubicBezTo>
                    <a:cubicBezTo>
                      <a:pt x="4" y="520"/>
                      <a:pt x="0" y="510"/>
                      <a:pt x="0" y="499"/>
                    </a:cubicBezTo>
                    <a:lnTo>
                      <a:pt x="0" y="270"/>
                    </a:lnTo>
                    <a:lnTo>
                      <a:pt x="0" y="41"/>
                    </a:lnTo>
                    <a:cubicBezTo>
                      <a:pt x="0" y="29"/>
                      <a:pt x="4" y="20"/>
                      <a:pt x="11" y="12"/>
                    </a:cubicBezTo>
                    <a:cubicBezTo>
                      <a:pt x="18" y="5"/>
                      <a:pt x="29" y="0"/>
                      <a:pt x="40" y="0"/>
                    </a:cubicBezTo>
                    <a:lnTo>
                      <a:pt x="243" y="0"/>
                    </a:lnTo>
                    <a:lnTo>
                      <a:pt x="447" y="0"/>
                    </a:lnTo>
                    <a:cubicBezTo>
                      <a:pt x="459" y="0"/>
                      <a:pt x="469" y="5"/>
                      <a:pt x="476" y="12"/>
                    </a:cubicBezTo>
                    <a:cubicBezTo>
                      <a:pt x="483" y="20"/>
                      <a:pt x="488" y="29"/>
                      <a:pt x="488" y="41"/>
                    </a:cubicBezTo>
                    <a:lnTo>
                      <a:pt x="488" y="270"/>
                    </a:lnTo>
                    <a:lnTo>
                      <a:pt x="488" y="499"/>
                    </a:lnTo>
                    <a:cubicBezTo>
                      <a:pt x="488" y="510"/>
                      <a:pt x="483" y="520"/>
                      <a:pt x="476" y="527"/>
                    </a:cubicBezTo>
                    <a:cubicBezTo>
                      <a:pt x="469" y="535"/>
                      <a:pt x="459" y="539"/>
                      <a:pt x="447" y="53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C096856A-4C35-6F4D-ABE5-762AD9619C19}"/>
                  </a:ext>
                </a:extLst>
              </p:cNvPr>
              <p:cNvSpPr/>
              <p:nvPr/>
            </p:nvSpPr>
            <p:spPr>
              <a:xfrm>
                <a:off x="13651389" y="6981377"/>
                <a:ext cx="606701" cy="6692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8" h="538">
                    <a:moveTo>
                      <a:pt x="448" y="538"/>
                    </a:moveTo>
                    <a:lnTo>
                      <a:pt x="244" y="538"/>
                    </a:lnTo>
                    <a:lnTo>
                      <a:pt x="41" y="538"/>
                    </a:lnTo>
                    <a:cubicBezTo>
                      <a:pt x="29" y="538"/>
                      <a:pt x="19" y="534"/>
                      <a:pt x="12" y="527"/>
                    </a:cubicBezTo>
                    <a:cubicBezTo>
                      <a:pt x="4" y="519"/>
                      <a:pt x="0" y="509"/>
                      <a:pt x="0" y="498"/>
                    </a:cubicBezTo>
                    <a:lnTo>
                      <a:pt x="0" y="269"/>
                    </a:lnTo>
                    <a:lnTo>
                      <a:pt x="0" y="40"/>
                    </a:lnTo>
                    <a:cubicBezTo>
                      <a:pt x="0" y="29"/>
                      <a:pt x="4" y="19"/>
                      <a:pt x="12" y="11"/>
                    </a:cubicBezTo>
                    <a:cubicBezTo>
                      <a:pt x="19" y="4"/>
                      <a:pt x="29" y="0"/>
                      <a:pt x="41" y="0"/>
                    </a:cubicBezTo>
                    <a:lnTo>
                      <a:pt x="244" y="0"/>
                    </a:lnTo>
                    <a:lnTo>
                      <a:pt x="448" y="0"/>
                    </a:lnTo>
                    <a:cubicBezTo>
                      <a:pt x="459" y="0"/>
                      <a:pt x="469" y="4"/>
                      <a:pt x="477" y="11"/>
                    </a:cubicBezTo>
                    <a:cubicBezTo>
                      <a:pt x="484" y="19"/>
                      <a:pt x="488" y="29"/>
                      <a:pt x="488" y="40"/>
                    </a:cubicBezTo>
                    <a:lnTo>
                      <a:pt x="488" y="269"/>
                    </a:lnTo>
                    <a:lnTo>
                      <a:pt x="488" y="498"/>
                    </a:lnTo>
                    <a:cubicBezTo>
                      <a:pt x="488" y="509"/>
                      <a:pt x="484" y="519"/>
                      <a:pt x="477" y="527"/>
                    </a:cubicBezTo>
                    <a:cubicBezTo>
                      <a:pt x="469" y="534"/>
                      <a:pt x="459" y="538"/>
                      <a:pt x="448" y="53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0" name="Freeform 429">
                <a:extLst>
                  <a:ext uri="{FF2B5EF4-FFF2-40B4-BE49-F238E27FC236}">
                    <a16:creationId xmlns:a16="http://schemas.microsoft.com/office/drawing/2014/main" id="{AD7F37B4-974E-0F44-85E7-24B4061D4DF5}"/>
                  </a:ext>
                </a:extLst>
              </p:cNvPr>
              <p:cNvSpPr/>
              <p:nvPr/>
            </p:nvSpPr>
            <p:spPr>
              <a:xfrm>
                <a:off x="13643914" y="6972653"/>
                <a:ext cx="621650" cy="685426"/>
              </a:xfrm>
              <a:custGeom>
                <a:avLst/>
                <a:gdLst>
                  <a:gd name="connsiteX0" fmla="*/ 58461 w 621650"/>
                  <a:gd name="connsiteY0" fmla="*/ 14955 h 685426"/>
                  <a:gd name="connsiteX1" fmla="*/ 27382 w 621650"/>
                  <a:gd name="connsiteY1" fmla="*/ 27394 h 685426"/>
                  <a:gd name="connsiteX2" fmla="*/ 14950 w 621650"/>
                  <a:gd name="connsiteY2" fmla="*/ 58491 h 685426"/>
                  <a:gd name="connsiteX3" fmla="*/ 14950 w 621650"/>
                  <a:gd name="connsiteY3" fmla="*/ 628181 h 685426"/>
                  <a:gd name="connsiteX4" fmla="*/ 27382 w 621650"/>
                  <a:gd name="connsiteY4" fmla="*/ 658034 h 685426"/>
                  <a:gd name="connsiteX5" fmla="*/ 58461 w 621650"/>
                  <a:gd name="connsiteY5" fmla="*/ 670472 h 685426"/>
                  <a:gd name="connsiteX6" fmla="*/ 564433 w 621650"/>
                  <a:gd name="connsiteY6" fmla="*/ 670472 h 685426"/>
                  <a:gd name="connsiteX7" fmla="*/ 595512 w 621650"/>
                  <a:gd name="connsiteY7" fmla="*/ 658034 h 685426"/>
                  <a:gd name="connsiteX8" fmla="*/ 606701 w 621650"/>
                  <a:gd name="connsiteY8" fmla="*/ 628181 h 685426"/>
                  <a:gd name="connsiteX9" fmla="*/ 606701 w 621650"/>
                  <a:gd name="connsiteY9" fmla="*/ 58491 h 685426"/>
                  <a:gd name="connsiteX10" fmla="*/ 595512 w 621650"/>
                  <a:gd name="connsiteY10" fmla="*/ 27394 h 685426"/>
                  <a:gd name="connsiteX11" fmla="*/ 564433 w 621650"/>
                  <a:gd name="connsiteY11" fmla="*/ 14955 h 685426"/>
                  <a:gd name="connsiteX12" fmla="*/ 58435 w 621650"/>
                  <a:gd name="connsiteY12" fmla="*/ 0 h 685426"/>
                  <a:gd name="connsiteX13" fmla="*/ 564458 w 621650"/>
                  <a:gd name="connsiteY13" fmla="*/ 0 h 685426"/>
                  <a:gd name="connsiteX14" fmla="*/ 604244 w 621650"/>
                  <a:gd name="connsiteY14" fmla="*/ 17416 h 685426"/>
                  <a:gd name="connsiteX15" fmla="*/ 621650 w 621650"/>
                  <a:gd name="connsiteY15" fmla="*/ 58467 h 685426"/>
                  <a:gd name="connsiteX16" fmla="*/ 621650 w 621650"/>
                  <a:gd name="connsiteY16" fmla="*/ 628204 h 685426"/>
                  <a:gd name="connsiteX17" fmla="*/ 604244 w 621650"/>
                  <a:gd name="connsiteY17" fmla="*/ 668011 h 685426"/>
                  <a:gd name="connsiteX18" fmla="*/ 564458 w 621650"/>
                  <a:gd name="connsiteY18" fmla="*/ 685426 h 685426"/>
                  <a:gd name="connsiteX19" fmla="*/ 58435 w 621650"/>
                  <a:gd name="connsiteY19" fmla="*/ 685426 h 685426"/>
                  <a:gd name="connsiteX20" fmla="*/ 17406 w 621650"/>
                  <a:gd name="connsiteY20" fmla="*/ 668011 h 685426"/>
                  <a:gd name="connsiteX21" fmla="*/ 0 w 621650"/>
                  <a:gd name="connsiteY21" fmla="*/ 628204 h 685426"/>
                  <a:gd name="connsiteX22" fmla="*/ 0 w 621650"/>
                  <a:gd name="connsiteY22" fmla="*/ 58467 h 685426"/>
                  <a:gd name="connsiteX23" fmla="*/ 17406 w 621650"/>
                  <a:gd name="connsiteY23" fmla="*/ 17416 h 685426"/>
                  <a:gd name="connsiteX24" fmla="*/ 58435 w 621650"/>
                  <a:gd name="connsiteY24" fmla="*/ 0 h 6854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21650" h="685426">
                    <a:moveTo>
                      <a:pt x="58461" y="14955"/>
                    </a:moveTo>
                    <a:cubicBezTo>
                      <a:pt x="46029" y="14955"/>
                      <a:pt x="34841" y="19931"/>
                      <a:pt x="27382" y="27394"/>
                    </a:cubicBezTo>
                    <a:cubicBezTo>
                      <a:pt x="18680" y="36101"/>
                      <a:pt x="14950" y="47296"/>
                      <a:pt x="14950" y="58491"/>
                    </a:cubicBezTo>
                    <a:lnTo>
                      <a:pt x="14950" y="628181"/>
                    </a:lnTo>
                    <a:cubicBezTo>
                      <a:pt x="14950" y="639376"/>
                      <a:pt x="18680" y="650570"/>
                      <a:pt x="27382" y="658034"/>
                    </a:cubicBezTo>
                    <a:cubicBezTo>
                      <a:pt x="34841" y="666741"/>
                      <a:pt x="46029" y="670472"/>
                      <a:pt x="58461" y="670472"/>
                    </a:cubicBezTo>
                    <a:lnTo>
                      <a:pt x="564433" y="670472"/>
                    </a:lnTo>
                    <a:cubicBezTo>
                      <a:pt x="575622" y="670472"/>
                      <a:pt x="586810" y="666741"/>
                      <a:pt x="595512" y="658034"/>
                    </a:cubicBezTo>
                    <a:cubicBezTo>
                      <a:pt x="602972" y="650570"/>
                      <a:pt x="606701" y="639376"/>
                      <a:pt x="606701" y="628181"/>
                    </a:cubicBezTo>
                    <a:lnTo>
                      <a:pt x="606701" y="58491"/>
                    </a:lnTo>
                    <a:cubicBezTo>
                      <a:pt x="606701" y="47296"/>
                      <a:pt x="602972" y="36101"/>
                      <a:pt x="595512" y="27394"/>
                    </a:cubicBezTo>
                    <a:cubicBezTo>
                      <a:pt x="586810" y="19931"/>
                      <a:pt x="575622" y="14955"/>
                      <a:pt x="564433" y="14955"/>
                    </a:cubicBezTo>
                    <a:close/>
                    <a:moveTo>
                      <a:pt x="58435" y="0"/>
                    </a:moveTo>
                    <a:lnTo>
                      <a:pt x="564458" y="0"/>
                    </a:lnTo>
                    <a:cubicBezTo>
                      <a:pt x="579378" y="0"/>
                      <a:pt x="594297" y="6220"/>
                      <a:pt x="604244" y="17416"/>
                    </a:cubicBezTo>
                    <a:cubicBezTo>
                      <a:pt x="616677" y="28611"/>
                      <a:pt x="621650" y="43539"/>
                      <a:pt x="621650" y="58467"/>
                    </a:cubicBezTo>
                    <a:lnTo>
                      <a:pt x="621650" y="628204"/>
                    </a:lnTo>
                    <a:cubicBezTo>
                      <a:pt x="621650" y="643131"/>
                      <a:pt x="616677" y="658059"/>
                      <a:pt x="604244" y="668011"/>
                    </a:cubicBezTo>
                    <a:cubicBezTo>
                      <a:pt x="594297" y="680450"/>
                      <a:pt x="579378" y="685426"/>
                      <a:pt x="564458" y="685426"/>
                    </a:cubicBezTo>
                    <a:lnTo>
                      <a:pt x="58435" y="685426"/>
                    </a:lnTo>
                    <a:cubicBezTo>
                      <a:pt x="42272" y="685426"/>
                      <a:pt x="27353" y="680450"/>
                      <a:pt x="17406" y="668011"/>
                    </a:cubicBezTo>
                    <a:cubicBezTo>
                      <a:pt x="6216" y="658059"/>
                      <a:pt x="0" y="643131"/>
                      <a:pt x="0" y="628204"/>
                    </a:cubicBezTo>
                    <a:lnTo>
                      <a:pt x="0" y="58467"/>
                    </a:lnTo>
                    <a:cubicBezTo>
                      <a:pt x="0" y="43539"/>
                      <a:pt x="6216" y="28611"/>
                      <a:pt x="17406" y="17416"/>
                    </a:cubicBezTo>
                    <a:cubicBezTo>
                      <a:pt x="27353" y="6220"/>
                      <a:pt x="42272" y="0"/>
                      <a:pt x="584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5449C572-13FD-7049-85F7-2C1998E6F9F7}"/>
                  </a:ext>
                </a:extLst>
              </p:cNvPr>
              <p:cNvSpPr/>
              <p:nvPr/>
            </p:nvSpPr>
            <p:spPr>
              <a:xfrm>
                <a:off x="13746069" y="7122201"/>
                <a:ext cx="417340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6" h="12">
                    <a:moveTo>
                      <a:pt x="330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30" y="0"/>
                    </a:lnTo>
                    <a:cubicBezTo>
                      <a:pt x="334" y="0"/>
                      <a:pt x="336" y="3"/>
                      <a:pt x="336" y="6"/>
                    </a:cubicBezTo>
                    <a:cubicBezTo>
                      <a:pt x="336" y="9"/>
                      <a:pt x="334" y="12"/>
                      <a:pt x="33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6BAFD2C6-AAF3-CB41-9C16-A8C798FC24AF}"/>
                  </a:ext>
                </a:extLst>
              </p:cNvPr>
              <p:cNvSpPr/>
              <p:nvPr/>
            </p:nvSpPr>
            <p:spPr>
              <a:xfrm>
                <a:off x="13746069" y="7246824"/>
                <a:ext cx="417340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6" h="12">
                    <a:moveTo>
                      <a:pt x="330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330" y="0"/>
                    </a:lnTo>
                    <a:cubicBezTo>
                      <a:pt x="334" y="0"/>
                      <a:pt x="336" y="2"/>
                      <a:pt x="336" y="6"/>
                    </a:cubicBezTo>
                    <a:cubicBezTo>
                      <a:pt x="336" y="9"/>
                      <a:pt x="334" y="12"/>
                      <a:pt x="33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239F96BB-2C39-9545-A0BA-62AFA09AA2E3}"/>
                  </a:ext>
                </a:extLst>
              </p:cNvPr>
              <p:cNvSpPr/>
              <p:nvPr/>
            </p:nvSpPr>
            <p:spPr>
              <a:xfrm>
                <a:off x="13746069" y="7371446"/>
                <a:ext cx="417340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6" h="12">
                    <a:moveTo>
                      <a:pt x="330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30" y="0"/>
                    </a:lnTo>
                    <a:cubicBezTo>
                      <a:pt x="334" y="0"/>
                      <a:pt x="336" y="3"/>
                      <a:pt x="336" y="6"/>
                    </a:cubicBezTo>
                    <a:cubicBezTo>
                      <a:pt x="336" y="9"/>
                      <a:pt x="334" y="12"/>
                      <a:pt x="33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7" name="Freeform 136">
                <a:extLst>
                  <a:ext uri="{FF2B5EF4-FFF2-40B4-BE49-F238E27FC236}">
                    <a16:creationId xmlns:a16="http://schemas.microsoft.com/office/drawing/2014/main" id="{B1555F45-902B-0E41-9E33-2822BDDBC8E8}"/>
                  </a:ext>
                </a:extLst>
              </p:cNvPr>
              <p:cNvSpPr/>
              <p:nvPr/>
            </p:nvSpPr>
            <p:spPr>
              <a:xfrm>
                <a:off x="13746069" y="7496069"/>
                <a:ext cx="417340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6" h="12">
                    <a:moveTo>
                      <a:pt x="330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330" y="0"/>
                    </a:lnTo>
                    <a:cubicBezTo>
                      <a:pt x="334" y="0"/>
                      <a:pt x="336" y="2"/>
                      <a:pt x="336" y="5"/>
                    </a:cubicBezTo>
                    <a:cubicBezTo>
                      <a:pt x="336" y="9"/>
                      <a:pt x="334" y="12"/>
                      <a:pt x="33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1" name="Freeform 430">
                <a:extLst>
                  <a:ext uri="{FF2B5EF4-FFF2-40B4-BE49-F238E27FC236}">
                    <a16:creationId xmlns:a16="http://schemas.microsoft.com/office/drawing/2014/main" id="{CABA809F-885D-0143-8ADA-9861C9B89261}"/>
                  </a:ext>
                </a:extLst>
              </p:cNvPr>
              <p:cNvSpPr/>
              <p:nvPr/>
            </p:nvSpPr>
            <p:spPr>
              <a:xfrm>
                <a:off x="14981895" y="7067363"/>
                <a:ext cx="594243" cy="690411"/>
              </a:xfrm>
              <a:custGeom>
                <a:avLst/>
                <a:gdLst>
                  <a:gd name="connsiteX0" fmla="*/ 54727 w 594243"/>
                  <a:gd name="connsiteY0" fmla="*/ 14958 h 690411"/>
                  <a:gd name="connsiteX1" fmla="*/ 26136 w 594243"/>
                  <a:gd name="connsiteY1" fmla="*/ 27397 h 690411"/>
                  <a:gd name="connsiteX2" fmla="*/ 14949 w 594243"/>
                  <a:gd name="connsiteY2" fmla="*/ 54763 h 690411"/>
                  <a:gd name="connsiteX3" fmla="*/ 14949 w 594243"/>
                  <a:gd name="connsiteY3" fmla="*/ 636902 h 690411"/>
                  <a:gd name="connsiteX4" fmla="*/ 26136 w 594243"/>
                  <a:gd name="connsiteY4" fmla="*/ 665511 h 690411"/>
                  <a:gd name="connsiteX5" fmla="*/ 54727 w 594243"/>
                  <a:gd name="connsiteY5" fmla="*/ 676706 h 690411"/>
                  <a:gd name="connsiteX6" fmla="*/ 539517 w 594243"/>
                  <a:gd name="connsiteY6" fmla="*/ 676706 h 690411"/>
                  <a:gd name="connsiteX7" fmla="*/ 568107 w 594243"/>
                  <a:gd name="connsiteY7" fmla="*/ 665511 h 690411"/>
                  <a:gd name="connsiteX8" fmla="*/ 580538 w 594243"/>
                  <a:gd name="connsiteY8" fmla="*/ 636902 h 690411"/>
                  <a:gd name="connsiteX9" fmla="*/ 580538 w 594243"/>
                  <a:gd name="connsiteY9" fmla="*/ 149298 h 690411"/>
                  <a:gd name="connsiteX10" fmla="*/ 568107 w 594243"/>
                  <a:gd name="connsiteY10" fmla="*/ 121933 h 690411"/>
                  <a:gd name="connsiteX11" fmla="*/ 539517 w 594243"/>
                  <a:gd name="connsiteY11" fmla="*/ 109494 h 690411"/>
                  <a:gd name="connsiteX12" fmla="*/ 319497 w 594243"/>
                  <a:gd name="connsiteY12" fmla="*/ 109494 h 690411"/>
                  <a:gd name="connsiteX13" fmla="*/ 280962 w 594243"/>
                  <a:gd name="connsiteY13" fmla="*/ 93323 h 690411"/>
                  <a:gd name="connsiteX14" fmla="*/ 266046 w 594243"/>
                  <a:gd name="connsiteY14" fmla="*/ 54763 h 690411"/>
                  <a:gd name="connsiteX15" fmla="*/ 253615 w 594243"/>
                  <a:gd name="connsiteY15" fmla="*/ 27397 h 690411"/>
                  <a:gd name="connsiteX16" fmla="*/ 226268 w 594243"/>
                  <a:gd name="connsiteY16" fmla="*/ 14958 h 690411"/>
                  <a:gd name="connsiteX17" fmla="*/ 54700 w 594243"/>
                  <a:gd name="connsiteY17" fmla="*/ 0 h 690411"/>
                  <a:gd name="connsiteX18" fmla="*/ 226260 w 594243"/>
                  <a:gd name="connsiteY18" fmla="*/ 0 h 690411"/>
                  <a:gd name="connsiteX19" fmla="*/ 263555 w 594243"/>
                  <a:gd name="connsiteY19" fmla="*/ 16172 h 690411"/>
                  <a:gd name="connsiteX20" fmla="*/ 279717 w 594243"/>
                  <a:gd name="connsiteY20" fmla="*/ 54736 h 690411"/>
                  <a:gd name="connsiteX21" fmla="*/ 292149 w 594243"/>
                  <a:gd name="connsiteY21" fmla="*/ 83347 h 690411"/>
                  <a:gd name="connsiteX22" fmla="*/ 319499 w 594243"/>
                  <a:gd name="connsiteY22" fmla="*/ 94543 h 690411"/>
                  <a:gd name="connsiteX23" fmla="*/ 539543 w 594243"/>
                  <a:gd name="connsiteY23" fmla="*/ 94543 h 690411"/>
                  <a:gd name="connsiteX24" fmla="*/ 579325 w 594243"/>
                  <a:gd name="connsiteY24" fmla="*/ 110715 h 690411"/>
                  <a:gd name="connsiteX25" fmla="*/ 594243 w 594243"/>
                  <a:gd name="connsiteY25" fmla="*/ 149278 h 690411"/>
                  <a:gd name="connsiteX26" fmla="*/ 594243 w 594243"/>
                  <a:gd name="connsiteY26" fmla="*/ 636920 h 690411"/>
                  <a:gd name="connsiteX27" fmla="*/ 579325 w 594243"/>
                  <a:gd name="connsiteY27" fmla="*/ 675483 h 690411"/>
                  <a:gd name="connsiteX28" fmla="*/ 539543 w 594243"/>
                  <a:gd name="connsiteY28" fmla="*/ 690411 h 690411"/>
                  <a:gd name="connsiteX29" fmla="*/ 54700 w 594243"/>
                  <a:gd name="connsiteY29" fmla="*/ 690411 h 690411"/>
                  <a:gd name="connsiteX30" fmla="*/ 16161 w 594243"/>
                  <a:gd name="connsiteY30" fmla="*/ 675483 h 690411"/>
                  <a:gd name="connsiteX31" fmla="*/ 0 w 594243"/>
                  <a:gd name="connsiteY31" fmla="*/ 636920 h 690411"/>
                  <a:gd name="connsiteX32" fmla="*/ 0 w 594243"/>
                  <a:gd name="connsiteY32" fmla="*/ 54736 h 690411"/>
                  <a:gd name="connsiteX33" fmla="*/ 16161 w 594243"/>
                  <a:gd name="connsiteY33" fmla="*/ 16172 h 690411"/>
                  <a:gd name="connsiteX34" fmla="*/ 54700 w 594243"/>
                  <a:gd name="connsiteY34" fmla="*/ 0 h 6904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594243" h="690411">
                    <a:moveTo>
                      <a:pt x="54727" y="14958"/>
                    </a:moveTo>
                    <a:cubicBezTo>
                      <a:pt x="43539" y="14958"/>
                      <a:pt x="33595" y="18690"/>
                      <a:pt x="26136" y="27397"/>
                    </a:cubicBezTo>
                    <a:cubicBezTo>
                      <a:pt x="18678" y="34860"/>
                      <a:pt x="14949" y="44812"/>
                      <a:pt x="14949" y="54763"/>
                    </a:cubicBezTo>
                    <a:lnTo>
                      <a:pt x="14949" y="636902"/>
                    </a:lnTo>
                    <a:cubicBezTo>
                      <a:pt x="14949" y="648097"/>
                      <a:pt x="18678" y="658048"/>
                      <a:pt x="26136" y="665511"/>
                    </a:cubicBezTo>
                    <a:cubicBezTo>
                      <a:pt x="33595" y="672975"/>
                      <a:pt x="43539" y="676706"/>
                      <a:pt x="54727" y="676706"/>
                    </a:cubicBezTo>
                    <a:lnTo>
                      <a:pt x="539517" y="676706"/>
                    </a:lnTo>
                    <a:cubicBezTo>
                      <a:pt x="550705" y="676706"/>
                      <a:pt x="560649" y="672975"/>
                      <a:pt x="568107" y="665511"/>
                    </a:cubicBezTo>
                    <a:cubicBezTo>
                      <a:pt x="575566" y="658048"/>
                      <a:pt x="580538" y="648097"/>
                      <a:pt x="580538" y="636902"/>
                    </a:cubicBezTo>
                    <a:lnTo>
                      <a:pt x="580538" y="149298"/>
                    </a:lnTo>
                    <a:cubicBezTo>
                      <a:pt x="580538" y="138103"/>
                      <a:pt x="575566" y="129396"/>
                      <a:pt x="568107" y="121933"/>
                    </a:cubicBezTo>
                    <a:cubicBezTo>
                      <a:pt x="560649" y="113225"/>
                      <a:pt x="550705" y="109494"/>
                      <a:pt x="539517" y="109494"/>
                    </a:cubicBezTo>
                    <a:lnTo>
                      <a:pt x="319497" y="109494"/>
                    </a:lnTo>
                    <a:cubicBezTo>
                      <a:pt x="305823" y="109494"/>
                      <a:pt x="292150" y="103274"/>
                      <a:pt x="280962" y="93323"/>
                    </a:cubicBezTo>
                    <a:cubicBezTo>
                      <a:pt x="271018" y="83372"/>
                      <a:pt x="266046" y="69689"/>
                      <a:pt x="266046" y="54763"/>
                    </a:cubicBezTo>
                    <a:cubicBezTo>
                      <a:pt x="266046" y="44812"/>
                      <a:pt x="261073" y="34860"/>
                      <a:pt x="253615" y="27397"/>
                    </a:cubicBezTo>
                    <a:cubicBezTo>
                      <a:pt x="246157" y="18690"/>
                      <a:pt x="236212" y="14958"/>
                      <a:pt x="226268" y="14958"/>
                    </a:cubicBezTo>
                    <a:close/>
                    <a:moveTo>
                      <a:pt x="54700" y="0"/>
                    </a:moveTo>
                    <a:lnTo>
                      <a:pt x="226260" y="0"/>
                    </a:lnTo>
                    <a:cubicBezTo>
                      <a:pt x="239935" y="0"/>
                      <a:pt x="253610" y="6220"/>
                      <a:pt x="263555" y="16172"/>
                    </a:cubicBezTo>
                    <a:cubicBezTo>
                      <a:pt x="274744" y="27368"/>
                      <a:pt x="279717" y="41052"/>
                      <a:pt x="279717" y="54736"/>
                    </a:cubicBezTo>
                    <a:cubicBezTo>
                      <a:pt x="279717" y="65931"/>
                      <a:pt x="284690" y="75883"/>
                      <a:pt x="292149" y="83347"/>
                    </a:cubicBezTo>
                    <a:cubicBezTo>
                      <a:pt x="298365" y="90811"/>
                      <a:pt x="309553" y="94543"/>
                      <a:pt x="319499" y="94543"/>
                    </a:cubicBezTo>
                    <a:lnTo>
                      <a:pt x="539543" y="94543"/>
                    </a:lnTo>
                    <a:cubicBezTo>
                      <a:pt x="554461" y="94543"/>
                      <a:pt x="568136" y="100763"/>
                      <a:pt x="579325" y="110715"/>
                    </a:cubicBezTo>
                    <a:cubicBezTo>
                      <a:pt x="588027" y="121911"/>
                      <a:pt x="594243" y="135594"/>
                      <a:pt x="594243" y="149278"/>
                    </a:cubicBezTo>
                    <a:lnTo>
                      <a:pt x="594243" y="636920"/>
                    </a:lnTo>
                    <a:cubicBezTo>
                      <a:pt x="594243" y="651848"/>
                      <a:pt x="588027" y="665532"/>
                      <a:pt x="579325" y="675483"/>
                    </a:cubicBezTo>
                    <a:cubicBezTo>
                      <a:pt x="568136" y="685435"/>
                      <a:pt x="554461" y="690411"/>
                      <a:pt x="539543" y="690411"/>
                    </a:cubicBezTo>
                    <a:lnTo>
                      <a:pt x="54700" y="690411"/>
                    </a:lnTo>
                    <a:cubicBezTo>
                      <a:pt x="39782" y="690411"/>
                      <a:pt x="26107" y="685435"/>
                      <a:pt x="16161" y="675483"/>
                    </a:cubicBezTo>
                    <a:cubicBezTo>
                      <a:pt x="4973" y="665532"/>
                      <a:pt x="0" y="651848"/>
                      <a:pt x="0" y="636920"/>
                    </a:cubicBezTo>
                    <a:lnTo>
                      <a:pt x="0" y="54736"/>
                    </a:lnTo>
                    <a:cubicBezTo>
                      <a:pt x="0" y="41052"/>
                      <a:pt x="4973" y="27368"/>
                      <a:pt x="16161" y="16172"/>
                    </a:cubicBezTo>
                    <a:cubicBezTo>
                      <a:pt x="26107" y="6220"/>
                      <a:pt x="39782" y="0"/>
                      <a:pt x="547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4CD82FA5-A9FD-1841-9786-12A1143657A2}"/>
                  </a:ext>
                </a:extLst>
              </p:cNvPr>
              <p:cNvSpPr/>
              <p:nvPr/>
            </p:nvSpPr>
            <p:spPr>
              <a:xfrm>
                <a:off x="14989369" y="7074840"/>
                <a:ext cx="579293" cy="6767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6" h="544">
                    <a:moveTo>
                      <a:pt x="455" y="87"/>
                    </a:moveTo>
                    <a:cubicBezTo>
                      <a:pt x="449" y="81"/>
                      <a:pt x="439" y="76"/>
                      <a:pt x="428" y="76"/>
                    </a:cubicBezTo>
                    <a:lnTo>
                      <a:pt x="340" y="76"/>
                    </a:lnTo>
                    <a:lnTo>
                      <a:pt x="251" y="76"/>
                    </a:lnTo>
                    <a:cubicBezTo>
                      <a:pt x="241" y="76"/>
                      <a:pt x="231" y="72"/>
                      <a:pt x="225" y="65"/>
                    </a:cubicBezTo>
                    <a:cubicBezTo>
                      <a:pt x="218" y="58"/>
                      <a:pt x="214" y="49"/>
                      <a:pt x="214" y="38"/>
                    </a:cubicBezTo>
                    <a:cubicBezTo>
                      <a:pt x="214" y="28"/>
                      <a:pt x="209" y="18"/>
                      <a:pt x="203" y="11"/>
                    </a:cubicBezTo>
                    <a:cubicBezTo>
                      <a:pt x="195" y="5"/>
                      <a:pt x="186" y="0"/>
                      <a:pt x="176" y="0"/>
                    </a:cubicBezTo>
                    <a:lnTo>
                      <a:pt x="107" y="0"/>
                    </a:lnTo>
                    <a:lnTo>
                      <a:pt x="38" y="0"/>
                    </a:lnTo>
                    <a:cubicBezTo>
                      <a:pt x="27" y="0"/>
                      <a:pt x="18" y="5"/>
                      <a:pt x="11" y="11"/>
                    </a:cubicBezTo>
                    <a:cubicBezTo>
                      <a:pt x="4" y="18"/>
                      <a:pt x="0" y="28"/>
                      <a:pt x="0" y="38"/>
                    </a:cubicBezTo>
                    <a:lnTo>
                      <a:pt x="0" y="171"/>
                    </a:lnTo>
                    <a:lnTo>
                      <a:pt x="0" y="272"/>
                    </a:lnTo>
                    <a:lnTo>
                      <a:pt x="0" y="283"/>
                    </a:lnTo>
                    <a:lnTo>
                      <a:pt x="0" y="416"/>
                    </a:lnTo>
                    <a:lnTo>
                      <a:pt x="0" y="506"/>
                    </a:lnTo>
                    <a:cubicBezTo>
                      <a:pt x="0" y="517"/>
                      <a:pt x="4" y="526"/>
                      <a:pt x="11" y="532"/>
                    </a:cubicBezTo>
                    <a:cubicBezTo>
                      <a:pt x="18" y="540"/>
                      <a:pt x="27" y="544"/>
                      <a:pt x="38" y="544"/>
                    </a:cubicBezTo>
                    <a:lnTo>
                      <a:pt x="156" y="544"/>
                    </a:lnTo>
                    <a:lnTo>
                      <a:pt x="233" y="544"/>
                    </a:lnTo>
                    <a:lnTo>
                      <a:pt x="319" y="544"/>
                    </a:lnTo>
                    <a:lnTo>
                      <a:pt x="428" y="544"/>
                    </a:lnTo>
                    <a:cubicBezTo>
                      <a:pt x="439" y="544"/>
                      <a:pt x="449" y="540"/>
                      <a:pt x="455" y="532"/>
                    </a:cubicBezTo>
                    <a:cubicBezTo>
                      <a:pt x="462" y="526"/>
                      <a:pt x="466" y="517"/>
                      <a:pt x="466" y="506"/>
                    </a:cubicBezTo>
                    <a:lnTo>
                      <a:pt x="466" y="416"/>
                    </a:lnTo>
                    <a:lnTo>
                      <a:pt x="466" y="310"/>
                    </a:lnTo>
                    <a:lnTo>
                      <a:pt x="466" y="283"/>
                    </a:lnTo>
                    <a:lnTo>
                      <a:pt x="466" y="171"/>
                    </a:lnTo>
                    <a:lnTo>
                      <a:pt x="466" y="114"/>
                    </a:lnTo>
                    <a:cubicBezTo>
                      <a:pt x="466" y="104"/>
                      <a:pt x="462" y="94"/>
                      <a:pt x="455" y="87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AD7D7109-88E8-B440-A838-3B3E752AB474}"/>
                  </a:ext>
                </a:extLst>
              </p:cNvPr>
              <p:cNvSpPr/>
              <p:nvPr/>
            </p:nvSpPr>
            <p:spPr>
              <a:xfrm>
                <a:off x="14884723" y="6981377"/>
                <a:ext cx="580539" cy="21061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7" h="170">
                    <a:moveTo>
                      <a:pt x="467" y="113"/>
                    </a:moveTo>
                    <a:cubicBezTo>
                      <a:pt x="467" y="102"/>
                      <a:pt x="463" y="93"/>
                      <a:pt x="456" y="86"/>
                    </a:cubicBezTo>
                    <a:cubicBezTo>
                      <a:pt x="449" y="80"/>
                      <a:pt x="440" y="75"/>
                      <a:pt x="429" y="75"/>
                    </a:cubicBezTo>
                    <a:lnTo>
                      <a:pt x="340" y="75"/>
                    </a:lnTo>
                    <a:lnTo>
                      <a:pt x="252" y="75"/>
                    </a:lnTo>
                    <a:cubicBezTo>
                      <a:pt x="241" y="75"/>
                      <a:pt x="232" y="71"/>
                      <a:pt x="225" y="64"/>
                    </a:cubicBezTo>
                    <a:cubicBezTo>
                      <a:pt x="219" y="57"/>
                      <a:pt x="214" y="48"/>
                      <a:pt x="214" y="37"/>
                    </a:cubicBezTo>
                    <a:cubicBezTo>
                      <a:pt x="214" y="27"/>
                      <a:pt x="210" y="17"/>
                      <a:pt x="203" y="11"/>
                    </a:cubicBezTo>
                    <a:cubicBezTo>
                      <a:pt x="196" y="4"/>
                      <a:pt x="187" y="0"/>
                      <a:pt x="177" y="0"/>
                    </a:cubicBezTo>
                    <a:lnTo>
                      <a:pt x="108" y="0"/>
                    </a:lnTo>
                    <a:lnTo>
                      <a:pt x="38" y="0"/>
                    </a:lnTo>
                    <a:cubicBezTo>
                      <a:pt x="28" y="0"/>
                      <a:pt x="19" y="4"/>
                      <a:pt x="12" y="11"/>
                    </a:cubicBezTo>
                    <a:cubicBezTo>
                      <a:pt x="5" y="17"/>
                      <a:pt x="0" y="27"/>
                      <a:pt x="0" y="37"/>
                    </a:cubicBezTo>
                    <a:lnTo>
                      <a:pt x="0" y="170"/>
                    </a:lnTo>
                    <a:lnTo>
                      <a:pt x="467" y="17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2" name="Freeform 431">
                <a:extLst>
                  <a:ext uri="{FF2B5EF4-FFF2-40B4-BE49-F238E27FC236}">
                    <a16:creationId xmlns:a16="http://schemas.microsoft.com/office/drawing/2014/main" id="{C579CC84-439E-2947-9B92-6C8DC909A3B2}"/>
                  </a:ext>
                </a:extLst>
              </p:cNvPr>
              <p:cNvSpPr/>
              <p:nvPr/>
            </p:nvSpPr>
            <p:spPr>
              <a:xfrm>
                <a:off x="14878494" y="6972653"/>
                <a:ext cx="594243" cy="226814"/>
              </a:xfrm>
              <a:custGeom>
                <a:avLst/>
                <a:gdLst>
                  <a:gd name="connsiteX0" fmla="*/ 53485 w 594243"/>
                  <a:gd name="connsiteY0" fmla="*/ 14955 h 226814"/>
                  <a:gd name="connsiteX1" fmla="*/ 26137 w 594243"/>
                  <a:gd name="connsiteY1" fmla="*/ 27339 h 226814"/>
                  <a:gd name="connsiteX2" fmla="*/ 14950 w 594243"/>
                  <a:gd name="connsiteY2" fmla="*/ 54584 h 226814"/>
                  <a:gd name="connsiteX3" fmla="*/ 14950 w 594243"/>
                  <a:gd name="connsiteY3" fmla="*/ 211859 h 226814"/>
                  <a:gd name="connsiteX4" fmla="*/ 579294 w 594243"/>
                  <a:gd name="connsiteY4" fmla="*/ 211859 h 226814"/>
                  <a:gd name="connsiteX5" fmla="*/ 579294 w 594243"/>
                  <a:gd name="connsiteY5" fmla="*/ 148701 h 226814"/>
                  <a:gd name="connsiteX6" fmla="*/ 568107 w 594243"/>
                  <a:gd name="connsiteY6" fmla="*/ 120218 h 226814"/>
                  <a:gd name="connsiteX7" fmla="*/ 539516 w 594243"/>
                  <a:gd name="connsiteY7" fmla="*/ 109073 h 226814"/>
                  <a:gd name="connsiteX8" fmla="*/ 319497 w 594243"/>
                  <a:gd name="connsiteY8" fmla="*/ 109073 h 226814"/>
                  <a:gd name="connsiteX9" fmla="*/ 280962 w 594243"/>
                  <a:gd name="connsiteY9" fmla="*/ 92974 h 226814"/>
                  <a:gd name="connsiteX10" fmla="*/ 264803 w 594243"/>
                  <a:gd name="connsiteY10" fmla="*/ 54584 h 226814"/>
                  <a:gd name="connsiteX11" fmla="*/ 253615 w 594243"/>
                  <a:gd name="connsiteY11" fmla="*/ 27339 h 226814"/>
                  <a:gd name="connsiteX12" fmla="*/ 226268 w 594243"/>
                  <a:gd name="connsiteY12" fmla="*/ 14955 h 226814"/>
                  <a:gd name="connsiteX13" fmla="*/ 53457 w 594243"/>
                  <a:gd name="connsiteY13" fmla="*/ 0 h 226814"/>
                  <a:gd name="connsiteX14" fmla="*/ 226260 w 594243"/>
                  <a:gd name="connsiteY14" fmla="*/ 0 h 226814"/>
                  <a:gd name="connsiteX15" fmla="*/ 263555 w 594243"/>
                  <a:gd name="connsiteY15" fmla="*/ 16113 h 226814"/>
                  <a:gd name="connsiteX16" fmla="*/ 279717 w 594243"/>
                  <a:gd name="connsiteY16" fmla="*/ 54535 h 226814"/>
                  <a:gd name="connsiteX17" fmla="*/ 292149 w 594243"/>
                  <a:gd name="connsiteY17" fmla="*/ 83041 h 226814"/>
                  <a:gd name="connsiteX18" fmla="*/ 319499 w 594243"/>
                  <a:gd name="connsiteY18" fmla="*/ 94196 h 226814"/>
                  <a:gd name="connsiteX19" fmla="*/ 539543 w 594243"/>
                  <a:gd name="connsiteY19" fmla="*/ 94196 h 226814"/>
                  <a:gd name="connsiteX20" fmla="*/ 578082 w 594243"/>
                  <a:gd name="connsiteY20" fmla="*/ 110309 h 226814"/>
                  <a:gd name="connsiteX21" fmla="*/ 594243 w 594243"/>
                  <a:gd name="connsiteY21" fmla="*/ 148731 h 226814"/>
                  <a:gd name="connsiteX22" fmla="*/ 594243 w 594243"/>
                  <a:gd name="connsiteY22" fmla="*/ 226814 h 226814"/>
                  <a:gd name="connsiteX23" fmla="*/ 0 w 594243"/>
                  <a:gd name="connsiteY23" fmla="*/ 226814 h 226814"/>
                  <a:gd name="connsiteX24" fmla="*/ 0 w 594243"/>
                  <a:gd name="connsiteY24" fmla="*/ 54535 h 226814"/>
                  <a:gd name="connsiteX25" fmla="*/ 16161 w 594243"/>
                  <a:gd name="connsiteY25" fmla="*/ 16113 h 226814"/>
                  <a:gd name="connsiteX26" fmla="*/ 53457 w 594243"/>
                  <a:gd name="connsiteY26" fmla="*/ 0 h 226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94243" h="226814">
                    <a:moveTo>
                      <a:pt x="53485" y="14955"/>
                    </a:moveTo>
                    <a:cubicBezTo>
                      <a:pt x="43540" y="14955"/>
                      <a:pt x="33596" y="19909"/>
                      <a:pt x="26137" y="27339"/>
                    </a:cubicBezTo>
                    <a:cubicBezTo>
                      <a:pt x="18679" y="34769"/>
                      <a:pt x="14950" y="44677"/>
                      <a:pt x="14950" y="54584"/>
                    </a:cubicBezTo>
                    <a:lnTo>
                      <a:pt x="14950" y="211859"/>
                    </a:lnTo>
                    <a:lnTo>
                      <a:pt x="579294" y="211859"/>
                    </a:lnTo>
                    <a:lnTo>
                      <a:pt x="579294" y="148701"/>
                    </a:lnTo>
                    <a:cubicBezTo>
                      <a:pt x="579294" y="138794"/>
                      <a:pt x="575565" y="127649"/>
                      <a:pt x="568107" y="120218"/>
                    </a:cubicBezTo>
                    <a:cubicBezTo>
                      <a:pt x="560648" y="112788"/>
                      <a:pt x="550704" y="109073"/>
                      <a:pt x="539516" y="109073"/>
                    </a:cubicBezTo>
                    <a:lnTo>
                      <a:pt x="319497" y="109073"/>
                    </a:lnTo>
                    <a:cubicBezTo>
                      <a:pt x="305823" y="109073"/>
                      <a:pt x="292150" y="104119"/>
                      <a:pt x="280962" y="92974"/>
                    </a:cubicBezTo>
                    <a:cubicBezTo>
                      <a:pt x="271018" y="83067"/>
                      <a:pt x="264803" y="69444"/>
                      <a:pt x="264803" y="54584"/>
                    </a:cubicBezTo>
                    <a:cubicBezTo>
                      <a:pt x="264803" y="44677"/>
                      <a:pt x="261074" y="34769"/>
                      <a:pt x="253615" y="27339"/>
                    </a:cubicBezTo>
                    <a:cubicBezTo>
                      <a:pt x="246157" y="19909"/>
                      <a:pt x="236213" y="14955"/>
                      <a:pt x="226268" y="14955"/>
                    </a:cubicBezTo>
                    <a:close/>
                    <a:moveTo>
                      <a:pt x="53457" y="0"/>
                    </a:moveTo>
                    <a:lnTo>
                      <a:pt x="226260" y="0"/>
                    </a:lnTo>
                    <a:cubicBezTo>
                      <a:pt x="239935" y="0"/>
                      <a:pt x="253610" y="6197"/>
                      <a:pt x="263555" y="16113"/>
                    </a:cubicBezTo>
                    <a:cubicBezTo>
                      <a:pt x="274744" y="27268"/>
                      <a:pt x="279717" y="40901"/>
                      <a:pt x="279717" y="54535"/>
                    </a:cubicBezTo>
                    <a:cubicBezTo>
                      <a:pt x="279717" y="65690"/>
                      <a:pt x="284690" y="75605"/>
                      <a:pt x="292149" y="83041"/>
                    </a:cubicBezTo>
                    <a:cubicBezTo>
                      <a:pt x="298365" y="90478"/>
                      <a:pt x="309553" y="94196"/>
                      <a:pt x="319499" y="94196"/>
                    </a:cubicBezTo>
                    <a:lnTo>
                      <a:pt x="539543" y="94196"/>
                    </a:lnTo>
                    <a:cubicBezTo>
                      <a:pt x="554461" y="94196"/>
                      <a:pt x="568136" y="100393"/>
                      <a:pt x="578082" y="110309"/>
                    </a:cubicBezTo>
                    <a:cubicBezTo>
                      <a:pt x="588027" y="120224"/>
                      <a:pt x="594243" y="133858"/>
                      <a:pt x="594243" y="148731"/>
                    </a:cubicBezTo>
                    <a:lnTo>
                      <a:pt x="594243" y="226814"/>
                    </a:lnTo>
                    <a:lnTo>
                      <a:pt x="0" y="226814"/>
                    </a:lnTo>
                    <a:lnTo>
                      <a:pt x="0" y="54535"/>
                    </a:lnTo>
                    <a:cubicBezTo>
                      <a:pt x="0" y="40901"/>
                      <a:pt x="4973" y="27268"/>
                      <a:pt x="16161" y="16113"/>
                    </a:cubicBezTo>
                    <a:cubicBezTo>
                      <a:pt x="26107" y="6197"/>
                      <a:pt x="39782" y="0"/>
                      <a:pt x="534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F9886544-D943-954E-B161-CA8E78F0B1DF}"/>
                  </a:ext>
                </a:extLst>
              </p:cNvPr>
              <p:cNvSpPr/>
              <p:nvPr/>
            </p:nvSpPr>
            <p:spPr>
              <a:xfrm>
                <a:off x="14884723" y="7193236"/>
                <a:ext cx="193098" cy="138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6" h="112">
                    <a:moveTo>
                      <a:pt x="156" y="0"/>
                    </a:moveTo>
                    <a:lnTo>
                      <a:pt x="0" y="0"/>
                    </a:lnTo>
                    <a:lnTo>
                      <a:pt x="0" y="101"/>
                    </a:lnTo>
                    <a:lnTo>
                      <a:pt x="0" y="112"/>
                    </a:lnTo>
                    <a:lnTo>
                      <a:pt x="156" y="112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3" name="Freeform 432">
                <a:extLst>
                  <a:ext uri="{FF2B5EF4-FFF2-40B4-BE49-F238E27FC236}">
                    <a16:creationId xmlns:a16="http://schemas.microsoft.com/office/drawing/2014/main" id="{F1CFBEDA-0A69-C640-83DA-A40A26D04269}"/>
                  </a:ext>
                </a:extLst>
              </p:cNvPr>
              <p:cNvSpPr/>
              <p:nvPr/>
            </p:nvSpPr>
            <p:spPr>
              <a:xfrm>
                <a:off x="14878494" y="7185758"/>
                <a:ext cx="206801" cy="153286"/>
              </a:xfrm>
              <a:custGeom>
                <a:avLst/>
                <a:gdLst>
                  <a:gd name="connsiteX0" fmla="*/ 14950 w 206801"/>
                  <a:gd name="connsiteY0" fmla="*/ 14955 h 153286"/>
                  <a:gd name="connsiteX1" fmla="*/ 14950 w 206801"/>
                  <a:gd name="connsiteY1" fmla="*/ 138332 h 153286"/>
                  <a:gd name="connsiteX2" fmla="*/ 193098 w 206801"/>
                  <a:gd name="connsiteY2" fmla="*/ 138332 h 153286"/>
                  <a:gd name="connsiteX3" fmla="*/ 193098 w 206801"/>
                  <a:gd name="connsiteY3" fmla="*/ 14955 h 153286"/>
                  <a:gd name="connsiteX4" fmla="*/ 0 w 206801"/>
                  <a:gd name="connsiteY4" fmla="*/ 0 h 153286"/>
                  <a:gd name="connsiteX5" fmla="*/ 206801 w 206801"/>
                  <a:gd name="connsiteY5" fmla="*/ 0 h 153286"/>
                  <a:gd name="connsiteX6" fmla="*/ 206801 w 206801"/>
                  <a:gd name="connsiteY6" fmla="*/ 153286 h 153286"/>
                  <a:gd name="connsiteX7" fmla="*/ 0 w 206801"/>
                  <a:gd name="connsiteY7" fmla="*/ 153286 h 153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6801" h="153286">
                    <a:moveTo>
                      <a:pt x="14950" y="14955"/>
                    </a:moveTo>
                    <a:lnTo>
                      <a:pt x="14950" y="138332"/>
                    </a:lnTo>
                    <a:lnTo>
                      <a:pt x="193098" y="138332"/>
                    </a:lnTo>
                    <a:lnTo>
                      <a:pt x="193098" y="14955"/>
                    </a:lnTo>
                    <a:close/>
                    <a:moveTo>
                      <a:pt x="0" y="0"/>
                    </a:moveTo>
                    <a:lnTo>
                      <a:pt x="206801" y="0"/>
                    </a:lnTo>
                    <a:lnTo>
                      <a:pt x="206801" y="153286"/>
                    </a:lnTo>
                    <a:lnTo>
                      <a:pt x="0" y="15328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B885DD23-961C-DF40-8751-B75E828D63F5}"/>
                  </a:ext>
                </a:extLst>
              </p:cNvPr>
              <p:cNvSpPr/>
              <p:nvPr/>
            </p:nvSpPr>
            <p:spPr>
              <a:xfrm>
                <a:off x="15079066" y="7193236"/>
                <a:ext cx="203064" cy="138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4" h="112">
                    <a:moveTo>
                      <a:pt x="164" y="0"/>
                    </a:moveTo>
                    <a:lnTo>
                      <a:pt x="0" y="0"/>
                    </a:lnTo>
                    <a:lnTo>
                      <a:pt x="0" y="112"/>
                    </a:lnTo>
                    <a:lnTo>
                      <a:pt x="164" y="112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4" name="Freeform 433">
                <a:extLst>
                  <a:ext uri="{FF2B5EF4-FFF2-40B4-BE49-F238E27FC236}">
                    <a16:creationId xmlns:a16="http://schemas.microsoft.com/office/drawing/2014/main" id="{C9450F2F-D039-D94A-A097-9ABDFC08861C}"/>
                  </a:ext>
                </a:extLst>
              </p:cNvPr>
              <p:cNvSpPr/>
              <p:nvPr/>
            </p:nvSpPr>
            <p:spPr>
              <a:xfrm>
                <a:off x="15072838" y="7185758"/>
                <a:ext cx="216768" cy="153286"/>
              </a:xfrm>
              <a:custGeom>
                <a:avLst/>
                <a:gdLst>
                  <a:gd name="connsiteX0" fmla="*/ 13703 w 216768"/>
                  <a:gd name="connsiteY0" fmla="*/ 14955 h 153286"/>
                  <a:gd name="connsiteX1" fmla="*/ 13703 w 216768"/>
                  <a:gd name="connsiteY1" fmla="*/ 138332 h 153286"/>
                  <a:gd name="connsiteX2" fmla="*/ 201818 w 216768"/>
                  <a:gd name="connsiteY2" fmla="*/ 138332 h 153286"/>
                  <a:gd name="connsiteX3" fmla="*/ 201818 w 216768"/>
                  <a:gd name="connsiteY3" fmla="*/ 14955 h 153286"/>
                  <a:gd name="connsiteX4" fmla="*/ 0 w 216768"/>
                  <a:gd name="connsiteY4" fmla="*/ 0 h 153286"/>
                  <a:gd name="connsiteX5" fmla="*/ 216768 w 216768"/>
                  <a:gd name="connsiteY5" fmla="*/ 0 h 153286"/>
                  <a:gd name="connsiteX6" fmla="*/ 216768 w 216768"/>
                  <a:gd name="connsiteY6" fmla="*/ 153286 h 153286"/>
                  <a:gd name="connsiteX7" fmla="*/ 0 w 216768"/>
                  <a:gd name="connsiteY7" fmla="*/ 153286 h 153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6768" h="153286">
                    <a:moveTo>
                      <a:pt x="13703" y="14955"/>
                    </a:moveTo>
                    <a:lnTo>
                      <a:pt x="13703" y="138332"/>
                    </a:lnTo>
                    <a:lnTo>
                      <a:pt x="201818" y="138332"/>
                    </a:lnTo>
                    <a:lnTo>
                      <a:pt x="201818" y="14955"/>
                    </a:lnTo>
                    <a:close/>
                    <a:moveTo>
                      <a:pt x="0" y="0"/>
                    </a:moveTo>
                    <a:lnTo>
                      <a:pt x="216768" y="0"/>
                    </a:lnTo>
                    <a:lnTo>
                      <a:pt x="216768" y="153286"/>
                    </a:lnTo>
                    <a:lnTo>
                      <a:pt x="0" y="15328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623C49E5-366B-5F4E-8718-B4BBA3BF6E6D}"/>
                  </a:ext>
                </a:extLst>
              </p:cNvPr>
              <p:cNvSpPr/>
              <p:nvPr/>
            </p:nvSpPr>
            <p:spPr>
              <a:xfrm>
                <a:off x="15079066" y="7332813"/>
                <a:ext cx="203064" cy="1645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4" h="133">
                    <a:moveTo>
                      <a:pt x="0" y="133"/>
                    </a:moveTo>
                    <a:lnTo>
                      <a:pt x="164" y="133"/>
                    </a:lnTo>
                    <a:lnTo>
                      <a:pt x="16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5" name="Freeform 434">
                <a:extLst>
                  <a:ext uri="{FF2B5EF4-FFF2-40B4-BE49-F238E27FC236}">
                    <a16:creationId xmlns:a16="http://schemas.microsoft.com/office/drawing/2014/main" id="{36A927A1-4350-7141-BB04-9717D4518858}"/>
                  </a:ext>
                </a:extLst>
              </p:cNvPr>
              <p:cNvSpPr/>
              <p:nvPr/>
            </p:nvSpPr>
            <p:spPr>
              <a:xfrm>
                <a:off x="15072838" y="7325336"/>
                <a:ext cx="216768" cy="179457"/>
              </a:xfrm>
              <a:custGeom>
                <a:avLst/>
                <a:gdLst>
                  <a:gd name="connsiteX0" fmla="*/ 13703 w 216768"/>
                  <a:gd name="connsiteY0" fmla="*/ 14955 h 179457"/>
                  <a:gd name="connsiteX1" fmla="*/ 13703 w 216768"/>
                  <a:gd name="connsiteY1" fmla="*/ 164503 h 179457"/>
                  <a:gd name="connsiteX2" fmla="*/ 201818 w 216768"/>
                  <a:gd name="connsiteY2" fmla="*/ 164503 h 179457"/>
                  <a:gd name="connsiteX3" fmla="*/ 201818 w 216768"/>
                  <a:gd name="connsiteY3" fmla="*/ 14955 h 179457"/>
                  <a:gd name="connsiteX4" fmla="*/ 0 w 216768"/>
                  <a:gd name="connsiteY4" fmla="*/ 0 h 179457"/>
                  <a:gd name="connsiteX5" fmla="*/ 216768 w 216768"/>
                  <a:gd name="connsiteY5" fmla="*/ 0 h 179457"/>
                  <a:gd name="connsiteX6" fmla="*/ 216768 w 216768"/>
                  <a:gd name="connsiteY6" fmla="*/ 179457 h 179457"/>
                  <a:gd name="connsiteX7" fmla="*/ 0 w 216768"/>
                  <a:gd name="connsiteY7" fmla="*/ 179457 h 179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6768" h="179457">
                    <a:moveTo>
                      <a:pt x="13703" y="14955"/>
                    </a:moveTo>
                    <a:lnTo>
                      <a:pt x="13703" y="164503"/>
                    </a:lnTo>
                    <a:lnTo>
                      <a:pt x="201818" y="164503"/>
                    </a:lnTo>
                    <a:lnTo>
                      <a:pt x="201818" y="14955"/>
                    </a:lnTo>
                    <a:close/>
                    <a:moveTo>
                      <a:pt x="0" y="0"/>
                    </a:moveTo>
                    <a:lnTo>
                      <a:pt x="216768" y="0"/>
                    </a:lnTo>
                    <a:lnTo>
                      <a:pt x="216768" y="179457"/>
                    </a:lnTo>
                    <a:lnTo>
                      <a:pt x="0" y="179457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BE2BF00A-3753-A149-A8B8-A5D7D1289A4F}"/>
                  </a:ext>
                </a:extLst>
              </p:cNvPr>
              <p:cNvSpPr/>
              <p:nvPr/>
            </p:nvSpPr>
            <p:spPr>
              <a:xfrm>
                <a:off x="15283376" y="7193236"/>
                <a:ext cx="181886" cy="138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7" h="112">
                    <a:moveTo>
                      <a:pt x="147" y="0"/>
                    </a:moveTo>
                    <a:lnTo>
                      <a:pt x="0" y="0"/>
                    </a:lnTo>
                    <a:lnTo>
                      <a:pt x="0" y="112"/>
                    </a:lnTo>
                    <a:lnTo>
                      <a:pt x="147" y="112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6" name="Freeform 435">
                <a:extLst>
                  <a:ext uri="{FF2B5EF4-FFF2-40B4-BE49-F238E27FC236}">
                    <a16:creationId xmlns:a16="http://schemas.microsoft.com/office/drawing/2014/main" id="{AF1CEA54-44F4-E44B-87D1-3C5A32B61394}"/>
                  </a:ext>
                </a:extLst>
              </p:cNvPr>
              <p:cNvSpPr/>
              <p:nvPr/>
            </p:nvSpPr>
            <p:spPr>
              <a:xfrm>
                <a:off x="15275902" y="7185758"/>
                <a:ext cx="196835" cy="153286"/>
              </a:xfrm>
              <a:custGeom>
                <a:avLst/>
                <a:gdLst>
                  <a:gd name="connsiteX0" fmla="*/ 14949 w 196835"/>
                  <a:gd name="connsiteY0" fmla="*/ 14955 h 153286"/>
                  <a:gd name="connsiteX1" fmla="*/ 14949 w 196835"/>
                  <a:gd name="connsiteY1" fmla="*/ 138332 h 153286"/>
                  <a:gd name="connsiteX2" fmla="*/ 181885 w 196835"/>
                  <a:gd name="connsiteY2" fmla="*/ 138332 h 153286"/>
                  <a:gd name="connsiteX3" fmla="*/ 181885 w 196835"/>
                  <a:gd name="connsiteY3" fmla="*/ 14955 h 153286"/>
                  <a:gd name="connsiteX4" fmla="*/ 0 w 196835"/>
                  <a:gd name="connsiteY4" fmla="*/ 0 h 153286"/>
                  <a:gd name="connsiteX5" fmla="*/ 196835 w 196835"/>
                  <a:gd name="connsiteY5" fmla="*/ 0 h 153286"/>
                  <a:gd name="connsiteX6" fmla="*/ 196835 w 196835"/>
                  <a:gd name="connsiteY6" fmla="*/ 153286 h 153286"/>
                  <a:gd name="connsiteX7" fmla="*/ 0 w 196835"/>
                  <a:gd name="connsiteY7" fmla="*/ 153286 h 153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6835" h="153286">
                    <a:moveTo>
                      <a:pt x="14949" y="14955"/>
                    </a:moveTo>
                    <a:lnTo>
                      <a:pt x="14949" y="138332"/>
                    </a:lnTo>
                    <a:lnTo>
                      <a:pt x="181885" y="138332"/>
                    </a:lnTo>
                    <a:lnTo>
                      <a:pt x="181885" y="14955"/>
                    </a:lnTo>
                    <a:close/>
                    <a:moveTo>
                      <a:pt x="0" y="0"/>
                    </a:moveTo>
                    <a:lnTo>
                      <a:pt x="196835" y="0"/>
                    </a:lnTo>
                    <a:lnTo>
                      <a:pt x="196835" y="153286"/>
                    </a:lnTo>
                    <a:lnTo>
                      <a:pt x="0" y="15328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25FB56F0-BBD9-FD41-A5C9-883C2979E298}"/>
                  </a:ext>
                </a:extLst>
              </p:cNvPr>
              <p:cNvSpPr/>
              <p:nvPr/>
            </p:nvSpPr>
            <p:spPr>
              <a:xfrm>
                <a:off x="15283376" y="7498562"/>
                <a:ext cx="181886" cy="1582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7" h="128">
                    <a:moveTo>
                      <a:pt x="0" y="128"/>
                    </a:moveTo>
                    <a:lnTo>
                      <a:pt x="109" y="128"/>
                    </a:lnTo>
                    <a:cubicBezTo>
                      <a:pt x="120" y="128"/>
                      <a:pt x="129" y="123"/>
                      <a:pt x="136" y="116"/>
                    </a:cubicBezTo>
                    <a:cubicBezTo>
                      <a:pt x="143" y="110"/>
                      <a:pt x="147" y="101"/>
                      <a:pt x="147" y="90"/>
                    </a:cubicBezTo>
                    <a:lnTo>
                      <a:pt x="14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7" name="Freeform 436">
                <a:extLst>
                  <a:ext uri="{FF2B5EF4-FFF2-40B4-BE49-F238E27FC236}">
                    <a16:creationId xmlns:a16="http://schemas.microsoft.com/office/drawing/2014/main" id="{109AA7E0-5036-6341-9EC9-987273FE2D8F}"/>
                  </a:ext>
                </a:extLst>
              </p:cNvPr>
              <p:cNvSpPr/>
              <p:nvPr/>
            </p:nvSpPr>
            <p:spPr>
              <a:xfrm>
                <a:off x="15275902" y="7491084"/>
                <a:ext cx="196835" cy="173226"/>
              </a:xfrm>
              <a:custGeom>
                <a:avLst/>
                <a:gdLst>
                  <a:gd name="connsiteX0" fmla="*/ 14949 w 196835"/>
                  <a:gd name="connsiteY0" fmla="*/ 14955 h 173226"/>
                  <a:gd name="connsiteX1" fmla="*/ 14949 w 196835"/>
                  <a:gd name="connsiteY1" fmla="*/ 158271 h 173226"/>
                  <a:gd name="connsiteX2" fmla="*/ 142315 w 196835"/>
                  <a:gd name="connsiteY2" fmla="*/ 158271 h 173226"/>
                  <a:gd name="connsiteX3" fmla="*/ 170756 w 196835"/>
                  <a:gd name="connsiteY3" fmla="*/ 147152 h 173226"/>
                  <a:gd name="connsiteX4" fmla="*/ 181885 w 196835"/>
                  <a:gd name="connsiteY4" fmla="*/ 118736 h 173226"/>
                  <a:gd name="connsiteX5" fmla="*/ 181885 w 196835"/>
                  <a:gd name="connsiteY5" fmla="*/ 14955 h 173226"/>
                  <a:gd name="connsiteX6" fmla="*/ 0 w 196835"/>
                  <a:gd name="connsiteY6" fmla="*/ 0 h 173226"/>
                  <a:gd name="connsiteX7" fmla="*/ 196835 w 196835"/>
                  <a:gd name="connsiteY7" fmla="*/ 0 h 173226"/>
                  <a:gd name="connsiteX8" fmla="*/ 196835 w 196835"/>
                  <a:gd name="connsiteY8" fmla="*/ 118784 h 173226"/>
                  <a:gd name="connsiteX9" fmla="*/ 180742 w 196835"/>
                  <a:gd name="connsiteY9" fmla="*/ 157141 h 173226"/>
                  <a:gd name="connsiteX10" fmla="*/ 142365 w 196835"/>
                  <a:gd name="connsiteY10" fmla="*/ 173226 h 173226"/>
                  <a:gd name="connsiteX11" fmla="*/ 0 w 196835"/>
                  <a:gd name="connsiteY11" fmla="*/ 173226 h 173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6835" h="173226">
                    <a:moveTo>
                      <a:pt x="14949" y="14955"/>
                    </a:moveTo>
                    <a:lnTo>
                      <a:pt x="14949" y="158271"/>
                    </a:lnTo>
                    <a:lnTo>
                      <a:pt x="142315" y="158271"/>
                    </a:lnTo>
                    <a:cubicBezTo>
                      <a:pt x="153444" y="158271"/>
                      <a:pt x="163337" y="153329"/>
                      <a:pt x="170756" y="147152"/>
                    </a:cubicBezTo>
                    <a:cubicBezTo>
                      <a:pt x="178175" y="139739"/>
                      <a:pt x="181885" y="129855"/>
                      <a:pt x="181885" y="118736"/>
                    </a:cubicBezTo>
                    <a:lnTo>
                      <a:pt x="181885" y="14955"/>
                    </a:lnTo>
                    <a:close/>
                    <a:moveTo>
                      <a:pt x="0" y="0"/>
                    </a:moveTo>
                    <a:lnTo>
                      <a:pt x="196835" y="0"/>
                    </a:lnTo>
                    <a:lnTo>
                      <a:pt x="196835" y="118784"/>
                    </a:lnTo>
                    <a:cubicBezTo>
                      <a:pt x="196835" y="133632"/>
                      <a:pt x="190645" y="147242"/>
                      <a:pt x="180742" y="157141"/>
                    </a:cubicBezTo>
                    <a:cubicBezTo>
                      <a:pt x="170838" y="167040"/>
                      <a:pt x="157220" y="173226"/>
                      <a:pt x="142365" y="173226"/>
                    </a:cubicBezTo>
                    <a:lnTo>
                      <a:pt x="0" y="17322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0C9E2EB6-E05C-AA48-BDB4-6D9FE62914AB}"/>
                  </a:ext>
                </a:extLst>
              </p:cNvPr>
              <p:cNvSpPr/>
              <p:nvPr/>
            </p:nvSpPr>
            <p:spPr>
              <a:xfrm>
                <a:off x="14884723" y="7332813"/>
                <a:ext cx="193098" cy="1645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6" h="133">
                    <a:moveTo>
                      <a:pt x="156" y="0"/>
                    </a:moveTo>
                    <a:lnTo>
                      <a:pt x="0" y="0"/>
                    </a:lnTo>
                    <a:lnTo>
                      <a:pt x="0" y="133"/>
                    </a:lnTo>
                    <a:lnTo>
                      <a:pt x="156" y="133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8" name="Freeform 437">
                <a:extLst>
                  <a:ext uri="{FF2B5EF4-FFF2-40B4-BE49-F238E27FC236}">
                    <a16:creationId xmlns:a16="http://schemas.microsoft.com/office/drawing/2014/main" id="{EDEB9AB5-C3DE-2747-9378-5EE662134D83}"/>
                  </a:ext>
                </a:extLst>
              </p:cNvPr>
              <p:cNvSpPr/>
              <p:nvPr/>
            </p:nvSpPr>
            <p:spPr>
              <a:xfrm>
                <a:off x="14878494" y="7325336"/>
                <a:ext cx="206801" cy="179457"/>
              </a:xfrm>
              <a:custGeom>
                <a:avLst/>
                <a:gdLst>
                  <a:gd name="connsiteX0" fmla="*/ 14950 w 206801"/>
                  <a:gd name="connsiteY0" fmla="*/ 14955 h 179457"/>
                  <a:gd name="connsiteX1" fmla="*/ 14950 w 206801"/>
                  <a:gd name="connsiteY1" fmla="*/ 164503 h 179457"/>
                  <a:gd name="connsiteX2" fmla="*/ 193098 w 206801"/>
                  <a:gd name="connsiteY2" fmla="*/ 164503 h 179457"/>
                  <a:gd name="connsiteX3" fmla="*/ 193098 w 206801"/>
                  <a:gd name="connsiteY3" fmla="*/ 14955 h 179457"/>
                  <a:gd name="connsiteX4" fmla="*/ 0 w 206801"/>
                  <a:gd name="connsiteY4" fmla="*/ 0 h 179457"/>
                  <a:gd name="connsiteX5" fmla="*/ 206801 w 206801"/>
                  <a:gd name="connsiteY5" fmla="*/ 0 h 179457"/>
                  <a:gd name="connsiteX6" fmla="*/ 206801 w 206801"/>
                  <a:gd name="connsiteY6" fmla="*/ 179457 h 179457"/>
                  <a:gd name="connsiteX7" fmla="*/ 0 w 206801"/>
                  <a:gd name="connsiteY7" fmla="*/ 179457 h 179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06801" h="179457">
                    <a:moveTo>
                      <a:pt x="14950" y="14955"/>
                    </a:moveTo>
                    <a:lnTo>
                      <a:pt x="14950" y="164503"/>
                    </a:lnTo>
                    <a:lnTo>
                      <a:pt x="193098" y="164503"/>
                    </a:lnTo>
                    <a:lnTo>
                      <a:pt x="193098" y="14955"/>
                    </a:lnTo>
                    <a:close/>
                    <a:moveTo>
                      <a:pt x="0" y="0"/>
                    </a:moveTo>
                    <a:lnTo>
                      <a:pt x="206801" y="0"/>
                    </a:lnTo>
                    <a:lnTo>
                      <a:pt x="206801" y="179457"/>
                    </a:lnTo>
                    <a:lnTo>
                      <a:pt x="0" y="179457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700D4488-E130-F34B-BD2C-CC87A6038483}"/>
                  </a:ext>
                </a:extLst>
              </p:cNvPr>
              <p:cNvSpPr/>
              <p:nvPr/>
            </p:nvSpPr>
            <p:spPr>
              <a:xfrm>
                <a:off x="15079066" y="7498562"/>
                <a:ext cx="203064" cy="1582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4" h="128">
                    <a:moveTo>
                      <a:pt x="0" y="0"/>
                    </a:moveTo>
                    <a:lnTo>
                      <a:pt x="0" y="128"/>
                    </a:lnTo>
                    <a:lnTo>
                      <a:pt x="78" y="128"/>
                    </a:lnTo>
                    <a:lnTo>
                      <a:pt x="164" y="128"/>
                    </a:lnTo>
                    <a:lnTo>
                      <a:pt x="164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9" name="Freeform 438">
                <a:extLst>
                  <a:ext uri="{FF2B5EF4-FFF2-40B4-BE49-F238E27FC236}">
                    <a16:creationId xmlns:a16="http://schemas.microsoft.com/office/drawing/2014/main" id="{012F95F9-550C-554A-A467-85D201D245A2}"/>
                  </a:ext>
                </a:extLst>
              </p:cNvPr>
              <p:cNvSpPr/>
              <p:nvPr/>
            </p:nvSpPr>
            <p:spPr>
              <a:xfrm>
                <a:off x="15072838" y="7491084"/>
                <a:ext cx="216768" cy="173226"/>
              </a:xfrm>
              <a:custGeom>
                <a:avLst/>
                <a:gdLst>
                  <a:gd name="connsiteX0" fmla="*/ 13703 w 216768"/>
                  <a:gd name="connsiteY0" fmla="*/ 14955 h 173226"/>
                  <a:gd name="connsiteX1" fmla="*/ 13703 w 216768"/>
                  <a:gd name="connsiteY1" fmla="*/ 158271 h 173226"/>
                  <a:gd name="connsiteX2" fmla="*/ 201818 w 216768"/>
                  <a:gd name="connsiteY2" fmla="*/ 158271 h 173226"/>
                  <a:gd name="connsiteX3" fmla="*/ 201818 w 216768"/>
                  <a:gd name="connsiteY3" fmla="*/ 14955 h 173226"/>
                  <a:gd name="connsiteX4" fmla="*/ 0 w 216768"/>
                  <a:gd name="connsiteY4" fmla="*/ 0 h 173226"/>
                  <a:gd name="connsiteX5" fmla="*/ 216768 w 216768"/>
                  <a:gd name="connsiteY5" fmla="*/ 0 h 173226"/>
                  <a:gd name="connsiteX6" fmla="*/ 216768 w 216768"/>
                  <a:gd name="connsiteY6" fmla="*/ 173226 h 173226"/>
                  <a:gd name="connsiteX7" fmla="*/ 0 w 216768"/>
                  <a:gd name="connsiteY7" fmla="*/ 173226 h 173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16768" h="173226">
                    <a:moveTo>
                      <a:pt x="13703" y="14955"/>
                    </a:moveTo>
                    <a:lnTo>
                      <a:pt x="13703" y="158271"/>
                    </a:lnTo>
                    <a:lnTo>
                      <a:pt x="201818" y="158271"/>
                    </a:lnTo>
                    <a:lnTo>
                      <a:pt x="201818" y="14955"/>
                    </a:lnTo>
                    <a:close/>
                    <a:moveTo>
                      <a:pt x="0" y="0"/>
                    </a:moveTo>
                    <a:lnTo>
                      <a:pt x="216768" y="0"/>
                    </a:lnTo>
                    <a:lnTo>
                      <a:pt x="216768" y="173226"/>
                    </a:lnTo>
                    <a:lnTo>
                      <a:pt x="0" y="173226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275857C6-F9E4-614C-A148-840591CE5E64}"/>
                  </a:ext>
                </a:extLst>
              </p:cNvPr>
              <p:cNvSpPr/>
              <p:nvPr/>
            </p:nvSpPr>
            <p:spPr>
              <a:xfrm>
                <a:off x="15283376" y="7332813"/>
                <a:ext cx="181886" cy="1645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7" h="133">
                    <a:moveTo>
                      <a:pt x="147" y="0"/>
                    </a:moveTo>
                    <a:lnTo>
                      <a:pt x="0" y="0"/>
                    </a:lnTo>
                    <a:lnTo>
                      <a:pt x="0" y="133"/>
                    </a:lnTo>
                    <a:lnTo>
                      <a:pt x="147" y="133"/>
                    </a:lnTo>
                    <a:lnTo>
                      <a:pt x="147" y="27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0" name="Freeform 439">
                <a:extLst>
                  <a:ext uri="{FF2B5EF4-FFF2-40B4-BE49-F238E27FC236}">
                    <a16:creationId xmlns:a16="http://schemas.microsoft.com/office/drawing/2014/main" id="{703F4035-10D6-374D-8387-BFD5112FE159}"/>
                  </a:ext>
                </a:extLst>
              </p:cNvPr>
              <p:cNvSpPr/>
              <p:nvPr/>
            </p:nvSpPr>
            <p:spPr>
              <a:xfrm>
                <a:off x="15275902" y="7325336"/>
                <a:ext cx="196835" cy="179457"/>
              </a:xfrm>
              <a:custGeom>
                <a:avLst/>
                <a:gdLst>
                  <a:gd name="connsiteX0" fmla="*/ 14949 w 196835"/>
                  <a:gd name="connsiteY0" fmla="*/ 14955 h 179457"/>
                  <a:gd name="connsiteX1" fmla="*/ 14949 w 196835"/>
                  <a:gd name="connsiteY1" fmla="*/ 164503 h 179457"/>
                  <a:gd name="connsiteX2" fmla="*/ 181885 w 196835"/>
                  <a:gd name="connsiteY2" fmla="*/ 164503 h 179457"/>
                  <a:gd name="connsiteX3" fmla="*/ 181885 w 196835"/>
                  <a:gd name="connsiteY3" fmla="*/ 14955 h 179457"/>
                  <a:gd name="connsiteX4" fmla="*/ 0 w 196835"/>
                  <a:gd name="connsiteY4" fmla="*/ 0 h 179457"/>
                  <a:gd name="connsiteX5" fmla="*/ 196835 w 196835"/>
                  <a:gd name="connsiteY5" fmla="*/ 0 h 179457"/>
                  <a:gd name="connsiteX6" fmla="*/ 196835 w 196835"/>
                  <a:gd name="connsiteY6" fmla="*/ 179457 h 179457"/>
                  <a:gd name="connsiteX7" fmla="*/ 0 w 196835"/>
                  <a:gd name="connsiteY7" fmla="*/ 179457 h 179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6835" h="179457">
                    <a:moveTo>
                      <a:pt x="14949" y="14955"/>
                    </a:moveTo>
                    <a:lnTo>
                      <a:pt x="14949" y="164503"/>
                    </a:lnTo>
                    <a:lnTo>
                      <a:pt x="181885" y="164503"/>
                    </a:lnTo>
                    <a:lnTo>
                      <a:pt x="181885" y="14955"/>
                    </a:lnTo>
                    <a:close/>
                    <a:moveTo>
                      <a:pt x="0" y="0"/>
                    </a:moveTo>
                    <a:lnTo>
                      <a:pt x="196835" y="0"/>
                    </a:lnTo>
                    <a:lnTo>
                      <a:pt x="196835" y="179457"/>
                    </a:lnTo>
                    <a:lnTo>
                      <a:pt x="0" y="179457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1E48E4A4-1A93-4340-AD81-DE1F7F3540AB}"/>
                  </a:ext>
                </a:extLst>
              </p:cNvPr>
              <p:cNvSpPr/>
              <p:nvPr/>
            </p:nvSpPr>
            <p:spPr>
              <a:xfrm>
                <a:off x="14884723" y="7498562"/>
                <a:ext cx="193098" cy="1582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6" h="128">
                    <a:moveTo>
                      <a:pt x="0" y="0"/>
                    </a:moveTo>
                    <a:lnTo>
                      <a:pt x="0" y="90"/>
                    </a:lnTo>
                    <a:cubicBezTo>
                      <a:pt x="0" y="101"/>
                      <a:pt x="5" y="110"/>
                      <a:pt x="12" y="116"/>
                    </a:cubicBezTo>
                    <a:cubicBezTo>
                      <a:pt x="19" y="124"/>
                      <a:pt x="28" y="128"/>
                      <a:pt x="38" y="128"/>
                    </a:cubicBezTo>
                    <a:lnTo>
                      <a:pt x="156" y="128"/>
                    </a:lnTo>
                    <a:lnTo>
                      <a:pt x="156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1" name="Freeform 440">
                <a:extLst>
                  <a:ext uri="{FF2B5EF4-FFF2-40B4-BE49-F238E27FC236}">
                    <a16:creationId xmlns:a16="http://schemas.microsoft.com/office/drawing/2014/main" id="{709E3149-693D-A240-9E77-AFDC236B83CF}"/>
                  </a:ext>
                </a:extLst>
              </p:cNvPr>
              <p:cNvSpPr/>
              <p:nvPr/>
            </p:nvSpPr>
            <p:spPr>
              <a:xfrm>
                <a:off x="14878494" y="7491084"/>
                <a:ext cx="206801" cy="173226"/>
              </a:xfrm>
              <a:custGeom>
                <a:avLst/>
                <a:gdLst>
                  <a:gd name="connsiteX0" fmla="*/ 14950 w 206801"/>
                  <a:gd name="connsiteY0" fmla="*/ 14955 h 173226"/>
                  <a:gd name="connsiteX1" fmla="*/ 14950 w 206801"/>
                  <a:gd name="connsiteY1" fmla="*/ 118736 h 173226"/>
                  <a:gd name="connsiteX2" fmla="*/ 26084 w 206801"/>
                  <a:gd name="connsiteY2" fmla="*/ 147152 h 173226"/>
                  <a:gd name="connsiteX3" fmla="*/ 53301 w 206801"/>
                  <a:gd name="connsiteY3" fmla="*/ 158271 h 173226"/>
                  <a:gd name="connsiteX4" fmla="*/ 193098 w 206801"/>
                  <a:gd name="connsiteY4" fmla="*/ 158271 h 173226"/>
                  <a:gd name="connsiteX5" fmla="*/ 193098 w 206801"/>
                  <a:gd name="connsiteY5" fmla="*/ 14955 h 173226"/>
                  <a:gd name="connsiteX6" fmla="*/ 0 w 206801"/>
                  <a:gd name="connsiteY6" fmla="*/ 0 h 173226"/>
                  <a:gd name="connsiteX7" fmla="*/ 206801 w 206801"/>
                  <a:gd name="connsiteY7" fmla="*/ 0 h 173226"/>
                  <a:gd name="connsiteX8" fmla="*/ 206801 w 206801"/>
                  <a:gd name="connsiteY8" fmla="*/ 173226 h 173226"/>
                  <a:gd name="connsiteX9" fmla="*/ 53248 w 206801"/>
                  <a:gd name="connsiteY9" fmla="*/ 173226 h 173226"/>
                  <a:gd name="connsiteX10" fmla="*/ 16098 w 206801"/>
                  <a:gd name="connsiteY10" fmla="*/ 157141 h 173226"/>
                  <a:gd name="connsiteX11" fmla="*/ 0 w 206801"/>
                  <a:gd name="connsiteY11" fmla="*/ 118784 h 173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6801" h="173226">
                    <a:moveTo>
                      <a:pt x="14950" y="14955"/>
                    </a:moveTo>
                    <a:lnTo>
                      <a:pt x="14950" y="118736"/>
                    </a:lnTo>
                    <a:cubicBezTo>
                      <a:pt x="14950" y="129855"/>
                      <a:pt x="18661" y="139739"/>
                      <a:pt x="26084" y="147152"/>
                    </a:cubicBezTo>
                    <a:cubicBezTo>
                      <a:pt x="33507" y="153329"/>
                      <a:pt x="43404" y="158271"/>
                      <a:pt x="53301" y="158271"/>
                    </a:cubicBezTo>
                    <a:lnTo>
                      <a:pt x="193098" y="158271"/>
                    </a:lnTo>
                    <a:lnTo>
                      <a:pt x="193098" y="14955"/>
                    </a:lnTo>
                    <a:close/>
                    <a:moveTo>
                      <a:pt x="0" y="0"/>
                    </a:moveTo>
                    <a:lnTo>
                      <a:pt x="206801" y="0"/>
                    </a:lnTo>
                    <a:lnTo>
                      <a:pt x="206801" y="173226"/>
                    </a:lnTo>
                    <a:lnTo>
                      <a:pt x="53248" y="173226"/>
                    </a:lnTo>
                    <a:cubicBezTo>
                      <a:pt x="39627" y="173226"/>
                      <a:pt x="26005" y="167040"/>
                      <a:pt x="16098" y="157141"/>
                    </a:cubicBezTo>
                    <a:cubicBezTo>
                      <a:pt x="4953" y="147242"/>
                      <a:pt x="0" y="133632"/>
                      <a:pt x="0" y="11878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2" name="Freeform 441">
                <a:extLst>
                  <a:ext uri="{FF2B5EF4-FFF2-40B4-BE49-F238E27FC236}">
                    <a16:creationId xmlns:a16="http://schemas.microsoft.com/office/drawing/2014/main" id="{4232A07C-E667-5543-98A0-E9590825026A}"/>
                  </a:ext>
                </a:extLst>
              </p:cNvPr>
              <p:cNvSpPr/>
              <p:nvPr/>
            </p:nvSpPr>
            <p:spPr>
              <a:xfrm>
                <a:off x="14006436" y="7968390"/>
                <a:ext cx="899462" cy="473567"/>
              </a:xfrm>
              <a:custGeom>
                <a:avLst/>
                <a:gdLst>
                  <a:gd name="connsiteX0" fmla="*/ 75909 w 899462"/>
                  <a:gd name="connsiteY0" fmla="*/ 14955 h 473567"/>
                  <a:gd name="connsiteX1" fmla="*/ 32368 w 899462"/>
                  <a:gd name="connsiteY1" fmla="*/ 32354 h 473567"/>
                  <a:gd name="connsiteX2" fmla="*/ 13708 w 899462"/>
                  <a:gd name="connsiteY2" fmla="*/ 75849 h 473567"/>
                  <a:gd name="connsiteX3" fmla="*/ 13708 w 899462"/>
                  <a:gd name="connsiteY3" fmla="*/ 397719 h 473567"/>
                  <a:gd name="connsiteX4" fmla="*/ 32368 w 899462"/>
                  <a:gd name="connsiteY4" fmla="*/ 441215 h 473567"/>
                  <a:gd name="connsiteX5" fmla="*/ 75909 w 899462"/>
                  <a:gd name="connsiteY5" fmla="*/ 458613 h 473567"/>
                  <a:gd name="connsiteX6" fmla="*/ 823561 w 899462"/>
                  <a:gd name="connsiteY6" fmla="*/ 458613 h 473567"/>
                  <a:gd name="connsiteX7" fmla="*/ 867102 w 899462"/>
                  <a:gd name="connsiteY7" fmla="*/ 441215 h 473567"/>
                  <a:gd name="connsiteX8" fmla="*/ 885762 w 899462"/>
                  <a:gd name="connsiteY8" fmla="*/ 397719 h 473567"/>
                  <a:gd name="connsiteX9" fmla="*/ 885762 w 899462"/>
                  <a:gd name="connsiteY9" fmla="*/ 75849 h 473567"/>
                  <a:gd name="connsiteX10" fmla="*/ 867102 w 899462"/>
                  <a:gd name="connsiteY10" fmla="*/ 32354 h 473567"/>
                  <a:gd name="connsiteX11" fmla="*/ 823561 w 899462"/>
                  <a:gd name="connsiteY11" fmla="*/ 14955 h 473567"/>
                  <a:gd name="connsiteX12" fmla="*/ 75888 w 899462"/>
                  <a:gd name="connsiteY12" fmla="*/ 0 h 473567"/>
                  <a:gd name="connsiteX13" fmla="*/ 823574 w 899462"/>
                  <a:gd name="connsiteY13" fmla="*/ 0 h 473567"/>
                  <a:gd name="connsiteX14" fmla="*/ 877069 w 899462"/>
                  <a:gd name="connsiteY14" fmla="*/ 23616 h 473567"/>
                  <a:gd name="connsiteX15" fmla="*/ 899462 w 899462"/>
                  <a:gd name="connsiteY15" fmla="*/ 75821 h 473567"/>
                  <a:gd name="connsiteX16" fmla="*/ 899462 w 899462"/>
                  <a:gd name="connsiteY16" fmla="*/ 397747 h 473567"/>
                  <a:gd name="connsiteX17" fmla="*/ 877069 w 899462"/>
                  <a:gd name="connsiteY17" fmla="*/ 451194 h 473567"/>
                  <a:gd name="connsiteX18" fmla="*/ 823574 w 899462"/>
                  <a:gd name="connsiteY18" fmla="*/ 473567 h 473567"/>
                  <a:gd name="connsiteX19" fmla="*/ 75888 w 899462"/>
                  <a:gd name="connsiteY19" fmla="*/ 473567 h 473567"/>
                  <a:gd name="connsiteX20" fmla="*/ 22393 w 899462"/>
                  <a:gd name="connsiteY20" fmla="*/ 451194 h 473567"/>
                  <a:gd name="connsiteX21" fmla="*/ 0 w 899462"/>
                  <a:gd name="connsiteY21" fmla="*/ 397747 h 473567"/>
                  <a:gd name="connsiteX22" fmla="*/ 0 w 899462"/>
                  <a:gd name="connsiteY22" fmla="*/ 75821 h 473567"/>
                  <a:gd name="connsiteX23" fmla="*/ 22393 w 899462"/>
                  <a:gd name="connsiteY23" fmla="*/ 23616 h 473567"/>
                  <a:gd name="connsiteX24" fmla="*/ 75888 w 899462"/>
                  <a:gd name="connsiteY24" fmla="*/ 0 h 4735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99462" h="473567">
                    <a:moveTo>
                      <a:pt x="75909" y="14955"/>
                    </a:moveTo>
                    <a:cubicBezTo>
                      <a:pt x="59737" y="14955"/>
                      <a:pt x="43564" y="21169"/>
                      <a:pt x="32368" y="32354"/>
                    </a:cubicBezTo>
                    <a:cubicBezTo>
                      <a:pt x="21172" y="44781"/>
                      <a:pt x="13708" y="59694"/>
                      <a:pt x="13708" y="75849"/>
                    </a:cubicBezTo>
                    <a:lnTo>
                      <a:pt x="13708" y="397719"/>
                    </a:lnTo>
                    <a:cubicBezTo>
                      <a:pt x="13708" y="413875"/>
                      <a:pt x="21172" y="428787"/>
                      <a:pt x="32368" y="441215"/>
                    </a:cubicBezTo>
                    <a:cubicBezTo>
                      <a:pt x="43564" y="452399"/>
                      <a:pt x="59737" y="458613"/>
                      <a:pt x="75909" y="458613"/>
                    </a:cubicBezTo>
                    <a:lnTo>
                      <a:pt x="823561" y="458613"/>
                    </a:lnTo>
                    <a:cubicBezTo>
                      <a:pt x="840978" y="458613"/>
                      <a:pt x="855906" y="452399"/>
                      <a:pt x="867102" y="441215"/>
                    </a:cubicBezTo>
                    <a:cubicBezTo>
                      <a:pt x="879542" y="428787"/>
                      <a:pt x="885762" y="413875"/>
                      <a:pt x="885762" y="397719"/>
                    </a:cubicBezTo>
                    <a:lnTo>
                      <a:pt x="885762" y="75849"/>
                    </a:lnTo>
                    <a:cubicBezTo>
                      <a:pt x="885762" y="59694"/>
                      <a:pt x="879542" y="44781"/>
                      <a:pt x="867102" y="32354"/>
                    </a:cubicBezTo>
                    <a:cubicBezTo>
                      <a:pt x="855906" y="21169"/>
                      <a:pt x="840978" y="14955"/>
                      <a:pt x="823561" y="14955"/>
                    </a:cubicBezTo>
                    <a:close/>
                    <a:moveTo>
                      <a:pt x="75888" y="0"/>
                    </a:moveTo>
                    <a:lnTo>
                      <a:pt x="823574" y="0"/>
                    </a:lnTo>
                    <a:cubicBezTo>
                      <a:pt x="843479" y="0"/>
                      <a:pt x="863384" y="8701"/>
                      <a:pt x="877069" y="23616"/>
                    </a:cubicBezTo>
                    <a:cubicBezTo>
                      <a:pt x="891998" y="37289"/>
                      <a:pt x="899462" y="55933"/>
                      <a:pt x="899462" y="75821"/>
                    </a:cubicBezTo>
                    <a:lnTo>
                      <a:pt x="899462" y="397747"/>
                    </a:lnTo>
                    <a:cubicBezTo>
                      <a:pt x="899462" y="417634"/>
                      <a:pt x="891998" y="436278"/>
                      <a:pt x="877069" y="451194"/>
                    </a:cubicBezTo>
                    <a:cubicBezTo>
                      <a:pt x="863384" y="464866"/>
                      <a:pt x="843479" y="473567"/>
                      <a:pt x="823574" y="473567"/>
                    </a:cubicBezTo>
                    <a:lnTo>
                      <a:pt x="75888" y="473567"/>
                    </a:lnTo>
                    <a:cubicBezTo>
                      <a:pt x="55983" y="473567"/>
                      <a:pt x="37322" y="464866"/>
                      <a:pt x="22393" y="451194"/>
                    </a:cubicBezTo>
                    <a:cubicBezTo>
                      <a:pt x="7464" y="436278"/>
                      <a:pt x="0" y="417634"/>
                      <a:pt x="0" y="397747"/>
                    </a:cubicBezTo>
                    <a:lnTo>
                      <a:pt x="0" y="75821"/>
                    </a:lnTo>
                    <a:cubicBezTo>
                      <a:pt x="0" y="55933"/>
                      <a:pt x="7464" y="37289"/>
                      <a:pt x="22393" y="23616"/>
                    </a:cubicBezTo>
                    <a:cubicBezTo>
                      <a:pt x="37322" y="8701"/>
                      <a:pt x="55983" y="0"/>
                      <a:pt x="758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B9FE3732-9D17-FD44-AD3A-11135ADE53E4}"/>
                  </a:ext>
                </a:extLst>
              </p:cNvPr>
              <p:cNvSpPr/>
              <p:nvPr/>
            </p:nvSpPr>
            <p:spPr>
              <a:xfrm>
                <a:off x="14013915" y="7975868"/>
                <a:ext cx="885758" cy="4586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2" h="369">
                    <a:moveTo>
                      <a:pt x="712" y="314"/>
                    </a:moveTo>
                    <a:lnTo>
                      <a:pt x="712" y="55"/>
                    </a:lnTo>
                    <a:cubicBezTo>
                      <a:pt x="712" y="40"/>
                      <a:pt x="705" y="26"/>
                      <a:pt x="695" y="16"/>
                    </a:cubicBezTo>
                    <a:cubicBezTo>
                      <a:pt x="685" y="6"/>
                      <a:pt x="671" y="0"/>
                      <a:pt x="656" y="0"/>
                    </a:cubicBezTo>
                    <a:lnTo>
                      <a:pt x="356" y="0"/>
                    </a:lnTo>
                    <a:lnTo>
                      <a:pt x="55" y="0"/>
                    </a:lnTo>
                    <a:cubicBezTo>
                      <a:pt x="40" y="0"/>
                      <a:pt x="26" y="6"/>
                      <a:pt x="16" y="16"/>
                    </a:cubicBezTo>
                    <a:cubicBezTo>
                      <a:pt x="6" y="26"/>
                      <a:pt x="0" y="40"/>
                      <a:pt x="0" y="55"/>
                    </a:cubicBezTo>
                    <a:lnTo>
                      <a:pt x="0" y="184"/>
                    </a:lnTo>
                    <a:lnTo>
                      <a:pt x="0" y="314"/>
                    </a:lnTo>
                    <a:cubicBezTo>
                      <a:pt x="0" y="329"/>
                      <a:pt x="6" y="343"/>
                      <a:pt x="16" y="353"/>
                    </a:cubicBezTo>
                    <a:cubicBezTo>
                      <a:pt x="26" y="363"/>
                      <a:pt x="40" y="369"/>
                      <a:pt x="55" y="369"/>
                    </a:cubicBezTo>
                    <a:lnTo>
                      <a:pt x="656" y="369"/>
                    </a:lnTo>
                    <a:cubicBezTo>
                      <a:pt x="671" y="369"/>
                      <a:pt x="685" y="363"/>
                      <a:pt x="695" y="353"/>
                    </a:cubicBezTo>
                    <a:cubicBezTo>
                      <a:pt x="705" y="343"/>
                      <a:pt x="712" y="329"/>
                      <a:pt x="712" y="314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9B40A7BF-993B-3948-8342-4143FED48CB3}"/>
                  </a:ext>
                </a:extLst>
              </p:cNvPr>
              <p:cNvSpPr/>
              <p:nvPr/>
            </p:nvSpPr>
            <p:spPr>
              <a:xfrm>
                <a:off x="13903039" y="8076809"/>
                <a:ext cx="885758" cy="4586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2" h="369">
                    <a:moveTo>
                      <a:pt x="582" y="193"/>
                    </a:moveTo>
                    <a:cubicBezTo>
                      <a:pt x="614" y="120"/>
                      <a:pt x="681" y="122"/>
                      <a:pt x="712" y="127"/>
                    </a:cubicBezTo>
                    <a:lnTo>
                      <a:pt x="712" y="55"/>
                    </a:lnTo>
                    <a:cubicBezTo>
                      <a:pt x="712" y="40"/>
                      <a:pt x="706" y="26"/>
                      <a:pt x="696" y="16"/>
                    </a:cubicBezTo>
                    <a:cubicBezTo>
                      <a:pt x="686" y="6"/>
                      <a:pt x="672" y="0"/>
                      <a:pt x="656" y="0"/>
                    </a:cubicBezTo>
                    <a:lnTo>
                      <a:pt x="356" y="0"/>
                    </a:lnTo>
                    <a:lnTo>
                      <a:pt x="56" y="0"/>
                    </a:lnTo>
                    <a:cubicBezTo>
                      <a:pt x="41" y="0"/>
                      <a:pt x="26" y="6"/>
                      <a:pt x="17" y="16"/>
                    </a:cubicBezTo>
                    <a:cubicBezTo>
                      <a:pt x="6" y="26"/>
                      <a:pt x="0" y="40"/>
                      <a:pt x="0" y="55"/>
                    </a:cubicBezTo>
                    <a:lnTo>
                      <a:pt x="0" y="185"/>
                    </a:lnTo>
                    <a:lnTo>
                      <a:pt x="0" y="314"/>
                    </a:lnTo>
                    <a:cubicBezTo>
                      <a:pt x="0" y="329"/>
                      <a:pt x="6" y="342"/>
                      <a:pt x="17" y="353"/>
                    </a:cubicBezTo>
                    <a:cubicBezTo>
                      <a:pt x="26" y="363"/>
                      <a:pt x="41" y="369"/>
                      <a:pt x="56" y="369"/>
                    </a:cubicBezTo>
                    <a:lnTo>
                      <a:pt x="348" y="369"/>
                    </a:lnTo>
                    <a:cubicBezTo>
                      <a:pt x="373" y="183"/>
                      <a:pt x="582" y="193"/>
                      <a:pt x="582" y="19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3" name="Freeform 442">
                <a:extLst>
                  <a:ext uri="{FF2B5EF4-FFF2-40B4-BE49-F238E27FC236}">
                    <a16:creationId xmlns:a16="http://schemas.microsoft.com/office/drawing/2014/main" id="{C791728F-9C22-9F45-A6E4-57FEB43EF054}"/>
                  </a:ext>
                </a:extLst>
              </p:cNvPr>
              <p:cNvSpPr/>
              <p:nvPr/>
            </p:nvSpPr>
            <p:spPr>
              <a:xfrm>
                <a:off x="13896810" y="8070581"/>
                <a:ext cx="899462" cy="472321"/>
              </a:xfrm>
              <a:custGeom>
                <a:avLst/>
                <a:gdLst>
                  <a:gd name="connsiteX0" fmla="*/ 75905 w 899462"/>
                  <a:gd name="connsiteY0" fmla="*/ 13709 h 472321"/>
                  <a:gd name="connsiteX1" fmla="*/ 31120 w 899462"/>
                  <a:gd name="connsiteY1" fmla="*/ 31108 h 472321"/>
                  <a:gd name="connsiteX2" fmla="*/ 13704 w 899462"/>
                  <a:gd name="connsiteY2" fmla="*/ 74603 h 472321"/>
                  <a:gd name="connsiteX3" fmla="*/ 13704 w 899462"/>
                  <a:gd name="connsiteY3" fmla="*/ 396473 h 472321"/>
                  <a:gd name="connsiteX4" fmla="*/ 31120 w 899462"/>
                  <a:gd name="connsiteY4" fmla="*/ 438726 h 472321"/>
                  <a:gd name="connsiteX5" fmla="*/ 75905 w 899462"/>
                  <a:gd name="connsiteY5" fmla="*/ 457367 h 472321"/>
                  <a:gd name="connsiteX6" fmla="*/ 432936 w 899462"/>
                  <a:gd name="connsiteY6" fmla="*/ 457367 h 472321"/>
                  <a:gd name="connsiteX7" fmla="*/ 724034 w 899462"/>
                  <a:gd name="connsiteY7" fmla="*/ 238645 h 472321"/>
                  <a:gd name="connsiteX8" fmla="*/ 725279 w 899462"/>
                  <a:gd name="connsiteY8" fmla="*/ 238645 h 472321"/>
                  <a:gd name="connsiteX9" fmla="*/ 884512 w 899462"/>
                  <a:gd name="connsiteY9" fmla="*/ 155382 h 472321"/>
                  <a:gd name="connsiteX10" fmla="*/ 884512 w 899462"/>
                  <a:gd name="connsiteY10" fmla="*/ 74603 h 472321"/>
                  <a:gd name="connsiteX11" fmla="*/ 867096 w 899462"/>
                  <a:gd name="connsiteY11" fmla="*/ 31108 h 472321"/>
                  <a:gd name="connsiteX12" fmla="*/ 822311 w 899462"/>
                  <a:gd name="connsiteY12" fmla="*/ 13709 h 472321"/>
                  <a:gd name="connsiteX13" fmla="*/ 75888 w 899462"/>
                  <a:gd name="connsiteY13" fmla="*/ 0 h 472321"/>
                  <a:gd name="connsiteX14" fmla="*/ 822330 w 899462"/>
                  <a:gd name="connsiteY14" fmla="*/ 0 h 472321"/>
                  <a:gd name="connsiteX15" fmla="*/ 877069 w 899462"/>
                  <a:gd name="connsiteY15" fmla="*/ 21130 h 472321"/>
                  <a:gd name="connsiteX16" fmla="*/ 899462 w 899462"/>
                  <a:gd name="connsiteY16" fmla="*/ 74577 h 472321"/>
                  <a:gd name="connsiteX17" fmla="*/ 899462 w 899462"/>
                  <a:gd name="connsiteY17" fmla="*/ 172770 h 472321"/>
                  <a:gd name="connsiteX18" fmla="*/ 890754 w 899462"/>
                  <a:gd name="connsiteY18" fmla="*/ 171527 h 472321"/>
                  <a:gd name="connsiteX19" fmla="*/ 736489 w 899462"/>
                  <a:gd name="connsiteY19" fmla="*/ 248590 h 472321"/>
                  <a:gd name="connsiteX20" fmla="*/ 734001 w 899462"/>
                  <a:gd name="connsiteY20" fmla="*/ 253562 h 472321"/>
                  <a:gd name="connsiteX21" fmla="*/ 730269 w 899462"/>
                  <a:gd name="connsiteY21" fmla="*/ 253562 h 472321"/>
                  <a:gd name="connsiteX22" fmla="*/ 598397 w 899462"/>
                  <a:gd name="connsiteY22" fmla="*/ 274692 h 472321"/>
                  <a:gd name="connsiteX23" fmla="*/ 446621 w 899462"/>
                  <a:gd name="connsiteY23" fmla="*/ 464863 h 472321"/>
                  <a:gd name="connsiteX24" fmla="*/ 445377 w 899462"/>
                  <a:gd name="connsiteY24" fmla="*/ 472321 h 472321"/>
                  <a:gd name="connsiteX25" fmla="*/ 75888 w 899462"/>
                  <a:gd name="connsiteY25" fmla="*/ 472321 h 472321"/>
                  <a:gd name="connsiteX26" fmla="*/ 21149 w 899462"/>
                  <a:gd name="connsiteY26" fmla="*/ 449948 h 472321"/>
                  <a:gd name="connsiteX27" fmla="*/ 0 w 899462"/>
                  <a:gd name="connsiteY27" fmla="*/ 396501 h 472321"/>
                  <a:gd name="connsiteX28" fmla="*/ 0 w 899462"/>
                  <a:gd name="connsiteY28" fmla="*/ 74577 h 472321"/>
                  <a:gd name="connsiteX29" fmla="*/ 21149 w 899462"/>
                  <a:gd name="connsiteY29" fmla="*/ 21130 h 472321"/>
                  <a:gd name="connsiteX30" fmla="*/ 75888 w 899462"/>
                  <a:gd name="connsiteY30" fmla="*/ 0 h 472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99462" h="472321">
                    <a:moveTo>
                      <a:pt x="75905" y="13709"/>
                    </a:moveTo>
                    <a:cubicBezTo>
                      <a:pt x="58488" y="13709"/>
                      <a:pt x="43560" y="19923"/>
                      <a:pt x="31120" y="31108"/>
                    </a:cubicBezTo>
                    <a:cubicBezTo>
                      <a:pt x="19924" y="43535"/>
                      <a:pt x="13704" y="58448"/>
                      <a:pt x="13704" y="74603"/>
                    </a:cubicBezTo>
                    <a:lnTo>
                      <a:pt x="13704" y="396473"/>
                    </a:lnTo>
                    <a:cubicBezTo>
                      <a:pt x="13704" y="411386"/>
                      <a:pt x="19924" y="427541"/>
                      <a:pt x="31120" y="438726"/>
                    </a:cubicBezTo>
                    <a:cubicBezTo>
                      <a:pt x="43560" y="451153"/>
                      <a:pt x="58488" y="457367"/>
                      <a:pt x="75905" y="457367"/>
                    </a:cubicBezTo>
                    <a:lnTo>
                      <a:pt x="432936" y="457367"/>
                    </a:lnTo>
                    <a:cubicBezTo>
                      <a:pt x="464036" y="247344"/>
                      <a:pt x="685470" y="238645"/>
                      <a:pt x="724034" y="238645"/>
                    </a:cubicBezTo>
                    <a:lnTo>
                      <a:pt x="725279" y="238645"/>
                    </a:lnTo>
                    <a:cubicBezTo>
                      <a:pt x="765087" y="154139"/>
                      <a:pt x="844704" y="151653"/>
                      <a:pt x="884512" y="155382"/>
                    </a:cubicBezTo>
                    <a:lnTo>
                      <a:pt x="884512" y="74603"/>
                    </a:lnTo>
                    <a:cubicBezTo>
                      <a:pt x="884512" y="58448"/>
                      <a:pt x="878292" y="43535"/>
                      <a:pt x="867096" y="31108"/>
                    </a:cubicBezTo>
                    <a:cubicBezTo>
                      <a:pt x="854656" y="19923"/>
                      <a:pt x="839728" y="13709"/>
                      <a:pt x="822311" y="13709"/>
                    </a:cubicBezTo>
                    <a:close/>
                    <a:moveTo>
                      <a:pt x="75888" y="0"/>
                    </a:moveTo>
                    <a:lnTo>
                      <a:pt x="822330" y="0"/>
                    </a:lnTo>
                    <a:cubicBezTo>
                      <a:pt x="843479" y="0"/>
                      <a:pt x="862140" y="7458"/>
                      <a:pt x="877069" y="21130"/>
                    </a:cubicBezTo>
                    <a:cubicBezTo>
                      <a:pt x="890754" y="36046"/>
                      <a:pt x="899462" y="54690"/>
                      <a:pt x="899462" y="74577"/>
                    </a:cubicBezTo>
                    <a:lnTo>
                      <a:pt x="899462" y="172770"/>
                    </a:lnTo>
                    <a:lnTo>
                      <a:pt x="890754" y="171527"/>
                    </a:lnTo>
                    <a:cubicBezTo>
                      <a:pt x="849699" y="165313"/>
                      <a:pt x="773811" y="165313"/>
                      <a:pt x="736489" y="248590"/>
                    </a:cubicBezTo>
                    <a:lnTo>
                      <a:pt x="734001" y="253562"/>
                    </a:lnTo>
                    <a:lnTo>
                      <a:pt x="730269" y="253562"/>
                    </a:lnTo>
                    <a:cubicBezTo>
                      <a:pt x="729024" y="253562"/>
                      <a:pt x="664333" y="251076"/>
                      <a:pt x="598397" y="274692"/>
                    </a:cubicBezTo>
                    <a:cubicBezTo>
                      <a:pt x="508824" y="308252"/>
                      <a:pt x="457817" y="372885"/>
                      <a:pt x="446621" y="464863"/>
                    </a:cubicBezTo>
                    <a:lnTo>
                      <a:pt x="445377" y="472321"/>
                    </a:lnTo>
                    <a:lnTo>
                      <a:pt x="75888" y="472321"/>
                    </a:lnTo>
                    <a:cubicBezTo>
                      <a:pt x="54739" y="472321"/>
                      <a:pt x="36078" y="463620"/>
                      <a:pt x="21149" y="449948"/>
                    </a:cubicBezTo>
                    <a:cubicBezTo>
                      <a:pt x="7464" y="436275"/>
                      <a:pt x="0" y="416388"/>
                      <a:pt x="0" y="396501"/>
                    </a:cubicBezTo>
                    <a:lnTo>
                      <a:pt x="0" y="74577"/>
                    </a:lnTo>
                    <a:cubicBezTo>
                      <a:pt x="0" y="54690"/>
                      <a:pt x="7464" y="36046"/>
                      <a:pt x="21149" y="21130"/>
                    </a:cubicBezTo>
                    <a:cubicBezTo>
                      <a:pt x="36078" y="7458"/>
                      <a:pt x="54739" y="0"/>
                      <a:pt x="758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3D2A5FFE-88DF-6445-B0D3-2C9E90C3CD0A}"/>
                  </a:ext>
                </a:extLst>
              </p:cNvPr>
              <p:cNvSpPr/>
              <p:nvPr/>
            </p:nvSpPr>
            <p:spPr>
              <a:xfrm>
                <a:off x="14336575" y="8232591"/>
                <a:ext cx="452222" cy="3028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4" h="244">
                    <a:moveTo>
                      <a:pt x="234" y="68"/>
                    </a:moveTo>
                    <a:cubicBezTo>
                      <a:pt x="234" y="68"/>
                      <a:pt x="25" y="58"/>
                      <a:pt x="0" y="244"/>
                    </a:cubicBezTo>
                    <a:lnTo>
                      <a:pt x="8" y="244"/>
                    </a:lnTo>
                    <a:lnTo>
                      <a:pt x="308" y="244"/>
                    </a:lnTo>
                    <a:cubicBezTo>
                      <a:pt x="324" y="244"/>
                      <a:pt x="338" y="238"/>
                      <a:pt x="348" y="228"/>
                    </a:cubicBezTo>
                    <a:cubicBezTo>
                      <a:pt x="358" y="217"/>
                      <a:pt x="364" y="204"/>
                      <a:pt x="364" y="189"/>
                    </a:cubicBezTo>
                    <a:lnTo>
                      <a:pt x="364" y="60"/>
                    </a:lnTo>
                    <a:lnTo>
                      <a:pt x="364" y="2"/>
                    </a:lnTo>
                    <a:cubicBezTo>
                      <a:pt x="333" y="-3"/>
                      <a:pt x="266" y="-5"/>
                      <a:pt x="234" y="6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4" name="Freeform 443">
                <a:extLst>
                  <a:ext uri="{FF2B5EF4-FFF2-40B4-BE49-F238E27FC236}">
                    <a16:creationId xmlns:a16="http://schemas.microsoft.com/office/drawing/2014/main" id="{32180575-FD15-1145-AAA4-60C2D274EF9F}"/>
                  </a:ext>
                </a:extLst>
              </p:cNvPr>
              <p:cNvSpPr/>
              <p:nvPr/>
            </p:nvSpPr>
            <p:spPr>
              <a:xfrm>
                <a:off x="14327854" y="8226070"/>
                <a:ext cx="468418" cy="316832"/>
              </a:xfrm>
              <a:custGeom>
                <a:avLst/>
                <a:gdLst>
                  <a:gd name="connsiteX0" fmla="*/ 417618 w 468418"/>
                  <a:gd name="connsiteY0" fmla="*/ 14192 h 316832"/>
                  <a:gd name="connsiteX1" fmla="*/ 305641 w 468418"/>
                  <a:gd name="connsiteY1" fmla="*/ 93413 h 316832"/>
                  <a:gd name="connsiteX2" fmla="*/ 303157 w 468418"/>
                  <a:gd name="connsiteY2" fmla="*/ 98377 h 316832"/>
                  <a:gd name="connsiteX3" fmla="*/ 299430 w 468418"/>
                  <a:gd name="connsiteY3" fmla="*/ 98377 h 316832"/>
                  <a:gd name="connsiteX4" fmla="*/ 167752 w 468418"/>
                  <a:gd name="connsiteY4" fmla="*/ 119471 h 316832"/>
                  <a:gd name="connsiteX5" fmla="*/ 17441 w 468418"/>
                  <a:gd name="connsiteY5" fmla="*/ 301877 h 316832"/>
                  <a:gd name="connsiteX6" fmla="*/ 391356 w 468418"/>
                  <a:gd name="connsiteY6" fmla="*/ 301877 h 316832"/>
                  <a:gd name="connsiteX7" fmla="*/ 436077 w 468418"/>
                  <a:gd name="connsiteY7" fmla="*/ 283264 h 316832"/>
                  <a:gd name="connsiteX8" fmla="*/ 453468 w 468418"/>
                  <a:gd name="connsiteY8" fmla="*/ 241075 h 316832"/>
                  <a:gd name="connsiteX9" fmla="*/ 453468 w 468418"/>
                  <a:gd name="connsiteY9" fmla="*/ 15239 h 316832"/>
                  <a:gd name="connsiteX10" fmla="*/ 417618 w 468418"/>
                  <a:gd name="connsiteY10" fmla="*/ 14192 h 316832"/>
                  <a:gd name="connsiteX11" fmla="*/ 426911 w 468418"/>
                  <a:gd name="connsiteY11" fmla="*/ 18 h 316832"/>
                  <a:gd name="connsiteX12" fmla="*/ 462206 w 468418"/>
                  <a:gd name="connsiteY12" fmla="*/ 2773 h 316832"/>
                  <a:gd name="connsiteX13" fmla="*/ 468418 w 468418"/>
                  <a:gd name="connsiteY13" fmla="*/ 2773 h 316832"/>
                  <a:gd name="connsiteX14" fmla="*/ 468418 w 468418"/>
                  <a:gd name="connsiteY14" fmla="*/ 241110 h 316832"/>
                  <a:gd name="connsiteX15" fmla="*/ 446053 w 468418"/>
                  <a:gd name="connsiteY15" fmla="*/ 294488 h 316832"/>
                  <a:gd name="connsiteX16" fmla="*/ 391384 w 468418"/>
                  <a:gd name="connsiteY16" fmla="*/ 316832 h 316832"/>
                  <a:gd name="connsiteX17" fmla="*/ 0 w 468418"/>
                  <a:gd name="connsiteY17" fmla="*/ 316832 h 316832"/>
                  <a:gd name="connsiteX18" fmla="*/ 1242 w 468418"/>
                  <a:gd name="connsiteY18" fmla="*/ 308143 h 316832"/>
                  <a:gd name="connsiteX19" fmla="*/ 293227 w 468418"/>
                  <a:gd name="connsiteY19" fmla="*/ 83460 h 316832"/>
                  <a:gd name="connsiteX20" fmla="*/ 294470 w 468418"/>
                  <a:gd name="connsiteY20" fmla="*/ 83460 h 316832"/>
                  <a:gd name="connsiteX21" fmla="*/ 426911 w 468418"/>
                  <a:gd name="connsiteY21" fmla="*/ 18 h 316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68418" h="316832">
                    <a:moveTo>
                      <a:pt x="417618" y="14192"/>
                    </a:moveTo>
                    <a:cubicBezTo>
                      <a:pt x="378545" y="16868"/>
                      <a:pt x="332660" y="33852"/>
                      <a:pt x="305641" y="93413"/>
                    </a:cubicBezTo>
                    <a:lnTo>
                      <a:pt x="303157" y="98377"/>
                    </a:lnTo>
                    <a:lnTo>
                      <a:pt x="299430" y="98377"/>
                    </a:lnTo>
                    <a:cubicBezTo>
                      <a:pt x="298188" y="98377"/>
                      <a:pt x="233591" y="95895"/>
                      <a:pt x="167752" y="119471"/>
                    </a:cubicBezTo>
                    <a:cubicBezTo>
                      <a:pt x="82038" y="152974"/>
                      <a:pt x="31106" y="213776"/>
                      <a:pt x="17441" y="301877"/>
                    </a:cubicBezTo>
                    <a:lnTo>
                      <a:pt x="391356" y="301877"/>
                    </a:lnTo>
                    <a:cubicBezTo>
                      <a:pt x="408747" y="301877"/>
                      <a:pt x="423654" y="295673"/>
                      <a:pt x="436077" y="283264"/>
                    </a:cubicBezTo>
                    <a:cubicBezTo>
                      <a:pt x="447257" y="272096"/>
                      <a:pt x="453468" y="255965"/>
                      <a:pt x="453468" y="241075"/>
                    </a:cubicBezTo>
                    <a:lnTo>
                      <a:pt x="453468" y="15239"/>
                    </a:lnTo>
                    <a:cubicBezTo>
                      <a:pt x="442909" y="13998"/>
                      <a:pt x="430642" y="13300"/>
                      <a:pt x="417618" y="14192"/>
                    </a:cubicBezTo>
                    <a:close/>
                    <a:moveTo>
                      <a:pt x="426911" y="18"/>
                    </a:moveTo>
                    <a:cubicBezTo>
                      <a:pt x="440928" y="-176"/>
                      <a:pt x="453198" y="1221"/>
                      <a:pt x="462206" y="2773"/>
                    </a:cubicBezTo>
                    <a:lnTo>
                      <a:pt x="468418" y="2773"/>
                    </a:lnTo>
                    <a:lnTo>
                      <a:pt x="468418" y="241110"/>
                    </a:lnTo>
                    <a:cubicBezTo>
                      <a:pt x="468418" y="260972"/>
                      <a:pt x="459721" y="280833"/>
                      <a:pt x="446053" y="294488"/>
                    </a:cubicBezTo>
                    <a:cubicBezTo>
                      <a:pt x="431143" y="308143"/>
                      <a:pt x="412506" y="316832"/>
                      <a:pt x="391384" y="316832"/>
                    </a:cubicBezTo>
                    <a:lnTo>
                      <a:pt x="0" y="316832"/>
                    </a:lnTo>
                    <a:lnTo>
                      <a:pt x="1242" y="308143"/>
                    </a:lnTo>
                    <a:cubicBezTo>
                      <a:pt x="29820" y="93391"/>
                      <a:pt x="254710" y="83460"/>
                      <a:pt x="293227" y="83460"/>
                    </a:cubicBezTo>
                    <a:lnTo>
                      <a:pt x="294470" y="83460"/>
                    </a:lnTo>
                    <a:cubicBezTo>
                      <a:pt x="327085" y="15497"/>
                      <a:pt x="384861" y="601"/>
                      <a:pt x="426911" y="1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6D523B5E-24D8-6E48-BDD8-8BE1DFD77116}"/>
                  </a:ext>
                </a:extLst>
              </p:cNvPr>
              <p:cNvSpPr/>
              <p:nvPr/>
            </p:nvSpPr>
            <p:spPr>
              <a:xfrm>
                <a:off x="14000211" y="8185234"/>
                <a:ext cx="204310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5" h="12">
                    <a:moveTo>
                      <a:pt x="159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59" y="0"/>
                    </a:lnTo>
                    <a:cubicBezTo>
                      <a:pt x="162" y="0"/>
                      <a:pt x="165" y="3"/>
                      <a:pt x="165" y="6"/>
                    </a:cubicBezTo>
                    <a:cubicBezTo>
                      <a:pt x="165" y="10"/>
                      <a:pt x="162" y="12"/>
                      <a:pt x="159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A52FC0A1-B775-554A-81DD-75B442F5BD8B}"/>
                  </a:ext>
                </a:extLst>
              </p:cNvPr>
              <p:cNvSpPr/>
              <p:nvPr/>
            </p:nvSpPr>
            <p:spPr>
              <a:xfrm>
                <a:off x="14000211" y="8288668"/>
                <a:ext cx="204310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5" h="12">
                    <a:moveTo>
                      <a:pt x="159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7"/>
                    </a:cubicBezTo>
                    <a:cubicBezTo>
                      <a:pt x="0" y="4"/>
                      <a:pt x="3" y="0"/>
                      <a:pt x="6" y="0"/>
                    </a:cubicBezTo>
                    <a:lnTo>
                      <a:pt x="159" y="0"/>
                    </a:lnTo>
                    <a:cubicBezTo>
                      <a:pt x="162" y="0"/>
                      <a:pt x="165" y="4"/>
                      <a:pt x="165" y="7"/>
                    </a:cubicBezTo>
                    <a:cubicBezTo>
                      <a:pt x="165" y="10"/>
                      <a:pt x="162" y="12"/>
                      <a:pt x="159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EB6AAC5D-BA7A-234D-BB03-EC292E9CC058}"/>
                  </a:ext>
                </a:extLst>
              </p:cNvPr>
              <p:cNvSpPr/>
              <p:nvPr/>
            </p:nvSpPr>
            <p:spPr>
              <a:xfrm>
                <a:off x="14000211" y="8393355"/>
                <a:ext cx="204310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5" h="12">
                    <a:moveTo>
                      <a:pt x="159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59" y="0"/>
                    </a:lnTo>
                    <a:cubicBezTo>
                      <a:pt x="162" y="0"/>
                      <a:pt x="165" y="3"/>
                      <a:pt x="165" y="6"/>
                    </a:cubicBezTo>
                    <a:cubicBezTo>
                      <a:pt x="165" y="10"/>
                      <a:pt x="162" y="12"/>
                      <a:pt x="159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:a16="http://schemas.microsoft.com/office/drawing/2014/main" id="{6A2CE3B3-169C-D342-B19D-44BAD3069776}"/>
                  </a:ext>
                </a:extLst>
              </p:cNvPr>
              <p:cNvSpPr/>
              <p:nvPr/>
            </p:nvSpPr>
            <p:spPr>
              <a:xfrm>
                <a:off x="14319134" y="8151586"/>
                <a:ext cx="112121" cy="110914"/>
              </a:xfrm>
              <a:custGeom>
                <a:avLst/>
                <a:gdLst>
                  <a:gd name="connsiteX0" fmla="*/ 55446 w 112121"/>
                  <a:gd name="connsiteY0" fmla="*/ 13709 h 110914"/>
                  <a:gd name="connsiteX1" fmla="*/ 14949 w 112121"/>
                  <a:gd name="connsiteY1" fmla="*/ 55458 h 110914"/>
                  <a:gd name="connsiteX2" fmla="*/ 55446 w 112121"/>
                  <a:gd name="connsiteY2" fmla="*/ 97206 h 110914"/>
                  <a:gd name="connsiteX3" fmla="*/ 97171 w 112121"/>
                  <a:gd name="connsiteY3" fmla="*/ 55458 h 110914"/>
                  <a:gd name="connsiteX4" fmla="*/ 55446 w 112121"/>
                  <a:gd name="connsiteY4" fmla="*/ 13709 h 110914"/>
                  <a:gd name="connsiteX5" fmla="*/ 55444 w 112121"/>
                  <a:gd name="connsiteY5" fmla="*/ 0 h 110914"/>
                  <a:gd name="connsiteX6" fmla="*/ 112121 w 112121"/>
                  <a:gd name="connsiteY6" fmla="*/ 55457 h 110914"/>
                  <a:gd name="connsiteX7" fmla="*/ 55444 w 112121"/>
                  <a:gd name="connsiteY7" fmla="*/ 110914 h 110914"/>
                  <a:gd name="connsiteX8" fmla="*/ 0 w 112121"/>
                  <a:gd name="connsiteY8" fmla="*/ 55457 h 110914"/>
                  <a:gd name="connsiteX9" fmla="*/ 55444 w 112121"/>
                  <a:gd name="connsiteY9" fmla="*/ 0 h 110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2121" h="110914">
                    <a:moveTo>
                      <a:pt x="55446" y="13709"/>
                    </a:moveTo>
                    <a:cubicBezTo>
                      <a:pt x="33357" y="13709"/>
                      <a:pt x="14949" y="32128"/>
                      <a:pt x="14949" y="55458"/>
                    </a:cubicBezTo>
                    <a:cubicBezTo>
                      <a:pt x="14949" y="77560"/>
                      <a:pt x="33357" y="97206"/>
                      <a:pt x="55446" y="97206"/>
                    </a:cubicBezTo>
                    <a:cubicBezTo>
                      <a:pt x="78763" y="97206"/>
                      <a:pt x="97171" y="77560"/>
                      <a:pt x="97171" y="55458"/>
                    </a:cubicBezTo>
                    <a:cubicBezTo>
                      <a:pt x="97171" y="32128"/>
                      <a:pt x="78763" y="13709"/>
                      <a:pt x="55446" y="13709"/>
                    </a:cubicBezTo>
                    <a:close/>
                    <a:moveTo>
                      <a:pt x="55444" y="0"/>
                    </a:moveTo>
                    <a:cubicBezTo>
                      <a:pt x="86247" y="0"/>
                      <a:pt x="112121" y="24648"/>
                      <a:pt x="112121" y="55457"/>
                    </a:cubicBezTo>
                    <a:cubicBezTo>
                      <a:pt x="112121" y="85034"/>
                      <a:pt x="86247" y="110914"/>
                      <a:pt x="55444" y="110914"/>
                    </a:cubicBezTo>
                    <a:cubicBezTo>
                      <a:pt x="25874" y="110914"/>
                      <a:pt x="0" y="85034"/>
                      <a:pt x="0" y="55457"/>
                    </a:cubicBezTo>
                    <a:cubicBezTo>
                      <a:pt x="0" y="24648"/>
                      <a:pt x="25874" y="0"/>
                      <a:pt x="554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E8AABA87-D45A-C54C-92D9-138CCC0FA511}"/>
                  </a:ext>
                </a:extLst>
              </p:cNvPr>
              <p:cNvSpPr/>
              <p:nvPr/>
            </p:nvSpPr>
            <p:spPr>
              <a:xfrm>
                <a:off x="14326608" y="8157817"/>
                <a:ext cx="97172" cy="9720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" h="79">
                    <a:moveTo>
                      <a:pt x="79" y="40"/>
                    </a:moveTo>
                    <a:cubicBezTo>
                      <a:pt x="79" y="62"/>
                      <a:pt x="61" y="79"/>
                      <a:pt x="39" y="79"/>
                    </a:cubicBezTo>
                    <a:cubicBezTo>
                      <a:pt x="18" y="79"/>
                      <a:pt x="0" y="62"/>
                      <a:pt x="0" y="40"/>
                    </a:cubicBezTo>
                    <a:cubicBezTo>
                      <a:pt x="0" y="18"/>
                      <a:pt x="18" y="0"/>
                      <a:pt x="39" y="0"/>
                    </a:cubicBezTo>
                    <a:cubicBezTo>
                      <a:pt x="61" y="0"/>
                      <a:pt x="79" y="18"/>
                      <a:pt x="79" y="4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BE6DF0B0-121B-D348-861E-41D3DFF87CC5}"/>
                  </a:ext>
                </a:extLst>
              </p:cNvPr>
              <p:cNvSpPr/>
              <p:nvPr/>
            </p:nvSpPr>
            <p:spPr>
              <a:xfrm>
                <a:off x="15176238" y="8013255"/>
                <a:ext cx="312694" cy="3128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2" h="252">
                    <a:moveTo>
                      <a:pt x="252" y="126"/>
                    </a:moveTo>
                    <a:cubicBezTo>
                      <a:pt x="252" y="195"/>
                      <a:pt x="196" y="252"/>
                      <a:pt x="126" y="252"/>
                    </a:cubicBezTo>
                    <a:cubicBezTo>
                      <a:pt x="56" y="252"/>
                      <a:pt x="0" y="195"/>
                      <a:pt x="0" y="126"/>
                    </a:cubicBezTo>
                    <a:cubicBezTo>
                      <a:pt x="0" y="56"/>
                      <a:pt x="56" y="0"/>
                      <a:pt x="126" y="0"/>
                    </a:cubicBezTo>
                    <a:cubicBezTo>
                      <a:pt x="196" y="0"/>
                      <a:pt x="252" y="56"/>
                      <a:pt x="252" y="126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9729259F-B6A1-CE45-8780-A1BD0553D7AC}"/>
                  </a:ext>
                </a:extLst>
              </p:cNvPr>
              <p:cNvSpPr/>
              <p:nvPr/>
            </p:nvSpPr>
            <p:spPr>
              <a:xfrm>
                <a:off x="15168763" y="8005777"/>
                <a:ext cx="327643" cy="326512"/>
              </a:xfrm>
              <a:custGeom>
                <a:avLst/>
                <a:gdLst>
                  <a:gd name="connsiteX0" fmla="*/ 163825 w 327643"/>
                  <a:gd name="connsiteY0" fmla="*/ 13709 h 326512"/>
                  <a:gd name="connsiteX1" fmla="*/ 14950 w 327643"/>
                  <a:gd name="connsiteY1" fmla="*/ 163875 h 326512"/>
                  <a:gd name="connsiteX2" fmla="*/ 163825 w 327643"/>
                  <a:gd name="connsiteY2" fmla="*/ 311558 h 326512"/>
                  <a:gd name="connsiteX3" fmla="*/ 313940 w 327643"/>
                  <a:gd name="connsiteY3" fmla="*/ 163875 h 326512"/>
                  <a:gd name="connsiteX4" fmla="*/ 163825 w 327643"/>
                  <a:gd name="connsiteY4" fmla="*/ 13709 h 326512"/>
                  <a:gd name="connsiteX5" fmla="*/ 163821 w 327643"/>
                  <a:gd name="connsiteY5" fmla="*/ 0 h 326512"/>
                  <a:gd name="connsiteX6" fmla="*/ 327643 w 327643"/>
                  <a:gd name="connsiteY6" fmla="*/ 163877 h 326512"/>
                  <a:gd name="connsiteX7" fmla="*/ 163821 w 327643"/>
                  <a:gd name="connsiteY7" fmla="*/ 326512 h 326512"/>
                  <a:gd name="connsiteX8" fmla="*/ 0 w 327643"/>
                  <a:gd name="connsiteY8" fmla="*/ 163877 h 326512"/>
                  <a:gd name="connsiteX9" fmla="*/ 163821 w 327643"/>
                  <a:gd name="connsiteY9" fmla="*/ 0 h 326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7643" h="326512">
                    <a:moveTo>
                      <a:pt x="163825" y="13709"/>
                    </a:moveTo>
                    <a:cubicBezTo>
                      <a:pt x="81944" y="13709"/>
                      <a:pt x="14950" y="80725"/>
                      <a:pt x="14950" y="163875"/>
                    </a:cubicBezTo>
                    <a:cubicBezTo>
                      <a:pt x="14950" y="245783"/>
                      <a:pt x="81944" y="311558"/>
                      <a:pt x="163825" y="311558"/>
                    </a:cubicBezTo>
                    <a:cubicBezTo>
                      <a:pt x="246946" y="311558"/>
                      <a:pt x="313940" y="245783"/>
                      <a:pt x="313940" y="163875"/>
                    </a:cubicBezTo>
                    <a:cubicBezTo>
                      <a:pt x="313940" y="80725"/>
                      <a:pt x="246946" y="13709"/>
                      <a:pt x="163825" y="13709"/>
                    </a:cubicBezTo>
                    <a:close/>
                    <a:moveTo>
                      <a:pt x="163821" y="0"/>
                    </a:moveTo>
                    <a:cubicBezTo>
                      <a:pt x="254420" y="0"/>
                      <a:pt x="327643" y="73248"/>
                      <a:pt x="327643" y="163877"/>
                    </a:cubicBezTo>
                    <a:cubicBezTo>
                      <a:pt x="327643" y="253264"/>
                      <a:pt x="254420" y="326512"/>
                      <a:pt x="163821" y="326512"/>
                    </a:cubicBezTo>
                    <a:cubicBezTo>
                      <a:pt x="73223" y="326512"/>
                      <a:pt x="0" y="253264"/>
                      <a:pt x="0" y="163877"/>
                    </a:cubicBezTo>
                    <a:cubicBezTo>
                      <a:pt x="0" y="73248"/>
                      <a:pt x="73223" y="0"/>
                      <a:pt x="1638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F9EE6DFC-9A1B-D44D-B6FC-302E34AB1C4D}"/>
                  </a:ext>
                </a:extLst>
              </p:cNvPr>
              <p:cNvSpPr/>
              <p:nvPr/>
            </p:nvSpPr>
            <p:spPr>
              <a:xfrm>
                <a:off x="15326979" y="8106722"/>
                <a:ext cx="12458" cy="12337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100">
                    <a:moveTo>
                      <a:pt x="5" y="100"/>
                    </a:moveTo>
                    <a:cubicBezTo>
                      <a:pt x="2" y="100"/>
                      <a:pt x="0" y="98"/>
                      <a:pt x="0" y="94"/>
                    </a:cubicBezTo>
                    <a:lnTo>
                      <a:pt x="0" y="7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1" y="3"/>
                      <a:pt x="11" y="7"/>
                    </a:cubicBezTo>
                    <a:lnTo>
                      <a:pt x="11" y="94"/>
                    </a:lnTo>
                    <a:cubicBezTo>
                      <a:pt x="11" y="98"/>
                      <a:pt x="8" y="100"/>
                      <a:pt x="5" y="1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3CDAED7C-3F54-3F43-93E1-74224FFDDF15}"/>
                  </a:ext>
                </a:extLst>
              </p:cNvPr>
              <p:cNvSpPr/>
              <p:nvPr/>
            </p:nvSpPr>
            <p:spPr>
              <a:xfrm>
                <a:off x="15272164" y="8161556"/>
                <a:ext cx="120842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" h="12">
                    <a:moveTo>
                      <a:pt x="93" y="12"/>
                    </a:moveTo>
                    <a:lnTo>
                      <a:pt x="5" y="12"/>
                    </a:lnTo>
                    <a:cubicBezTo>
                      <a:pt x="2" y="12"/>
                      <a:pt x="0" y="10"/>
                      <a:pt x="0" y="7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93" y="0"/>
                    </a:lnTo>
                    <a:cubicBezTo>
                      <a:pt x="96" y="0"/>
                      <a:pt x="98" y="3"/>
                      <a:pt x="98" y="7"/>
                    </a:cubicBezTo>
                    <a:cubicBezTo>
                      <a:pt x="98" y="10"/>
                      <a:pt x="96" y="12"/>
                      <a:pt x="9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AD43ADE4-C1F9-0A4A-A122-6D41725D8D4A}"/>
                  </a:ext>
                </a:extLst>
              </p:cNvPr>
              <p:cNvSpPr/>
              <p:nvPr/>
            </p:nvSpPr>
            <p:spPr>
              <a:xfrm>
                <a:off x="13580379" y="9321795"/>
                <a:ext cx="321414" cy="320281"/>
              </a:xfrm>
              <a:custGeom>
                <a:avLst/>
                <a:gdLst>
                  <a:gd name="connsiteX0" fmla="*/ 160085 w 321414"/>
                  <a:gd name="connsiteY0" fmla="*/ 13709 h 320281"/>
                  <a:gd name="connsiteX1" fmla="*/ 13704 w 321414"/>
                  <a:gd name="connsiteY1" fmla="*/ 160141 h 320281"/>
                  <a:gd name="connsiteX2" fmla="*/ 160085 w 321414"/>
                  <a:gd name="connsiteY2" fmla="*/ 306573 h 320281"/>
                  <a:gd name="connsiteX3" fmla="*/ 306465 w 321414"/>
                  <a:gd name="connsiteY3" fmla="*/ 160141 h 320281"/>
                  <a:gd name="connsiteX4" fmla="*/ 160085 w 321414"/>
                  <a:gd name="connsiteY4" fmla="*/ 13709 h 320281"/>
                  <a:gd name="connsiteX5" fmla="*/ 160087 w 321414"/>
                  <a:gd name="connsiteY5" fmla="*/ 0 h 320281"/>
                  <a:gd name="connsiteX6" fmla="*/ 321414 w 321414"/>
                  <a:gd name="connsiteY6" fmla="*/ 160141 h 320281"/>
                  <a:gd name="connsiteX7" fmla="*/ 160087 w 321414"/>
                  <a:gd name="connsiteY7" fmla="*/ 320281 h 320281"/>
                  <a:gd name="connsiteX8" fmla="*/ 0 w 321414"/>
                  <a:gd name="connsiteY8" fmla="*/ 160141 h 320281"/>
                  <a:gd name="connsiteX9" fmla="*/ 160087 w 321414"/>
                  <a:gd name="connsiteY9" fmla="*/ 0 h 320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1414" h="320281">
                    <a:moveTo>
                      <a:pt x="160085" y="13709"/>
                    </a:moveTo>
                    <a:cubicBezTo>
                      <a:pt x="79451" y="13709"/>
                      <a:pt x="13704" y="79479"/>
                      <a:pt x="13704" y="160141"/>
                    </a:cubicBezTo>
                    <a:cubicBezTo>
                      <a:pt x="13704" y="240803"/>
                      <a:pt x="79451" y="306573"/>
                      <a:pt x="160085" y="306573"/>
                    </a:cubicBezTo>
                    <a:cubicBezTo>
                      <a:pt x="240718" y="306573"/>
                      <a:pt x="306465" y="240803"/>
                      <a:pt x="306465" y="160141"/>
                    </a:cubicBezTo>
                    <a:cubicBezTo>
                      <a:pt x="306465" y="79479"/>
                      <a:pt x="240718" y="13709"/>
                      <a:pt x="160085" y="13709"/>
                    </a:cubicBezTo>
                    <a:close/>
                    <a:moveTo>
                      <a:pt x="160087" y="0"/>
                    </a:moveTo>
                    <a:cubicBezTo>
                      <a:pt x="248196" y="0"/>
                      <a:pt x="321414" y="72001"/>
                      <a:pt x="321414" y="160141"/>
                    </a:cubicBezTo>
                    <a:cubicBezTo>
                      <a:pt x="321414" y="248280"/>
                      <a:pt x="248196" y="320281"/>
                      <a:pt x="160087" y="320281"/>
                    </a:cubicBezTo>
                    <a:cubicBezTo>
                      <a:pt x="71977" y="320281"/>
                      <a:pt x="0" y="248280"/>
                      <a:pt x="0" y="160141"/>
                    </a:cubicBezTo>
                    <a:cubicBezTo>
                      <a:pt x="0" y="72001"/>
                      <a:pt x="71977" y="0"/>
                      <a:pt x="1600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15" name="Group 514">
              <a:extLst>
                <a:ext uri="{FF2B5EF4-FFF2-40B4-BE49-F238E27FC236}">
                  <a16:creationId xmlns:a16="http://schemas.microsoft.com/office/drawing/2014/main" id="{E4211D0F-FC29-D644-8B7C-36882235133F}"/>
                </a:ext>
              </a:extLst>
            </p:cNvPr>
            <p:cNvGrpSpPr/>
            <p:nvPr/>
          </p:nvGrpSpPr>
          <p:grpSpPr>
            <a:xfrm>
              <a:off x="17958092" y="5478424"/>
              <a:ext cx="3408486" cy="1394531"/>
              <a:chOff x="17958092" y="5478424"/>
              <a:chExt cx="3408486" cy="1394531"/>
            </a:xfrm>
          </p:grpSpPr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825C20CD-55D5-E648-BB28-852A9005D8EF}"/>
                  </a:ext>
                </a:extLst>
              </p:cNvPr>
              <p:cNvSpPr/>
              <p:nvPr/>
            </p:nvSpPr>
            <p:spPr>
              <a:xfrm>
                <a:off x="17964320" y="5485902"/>
                <a:ext cx="2760671" cy="13795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17" h="1108">
                    <a:moveTo>
                      <a:pt x="0" y="87"/>
                    </a:moveTo>
                    <a:lnTo>
                      <a:pt x="0" y="554"/>
                    </a:lnTo>
                    <a:lnTo>
                      <a:pt x="0" y="1021"/>
                    </a:lnTo>
                    <a:cubicBezTo>
                      <a:pt x="0" y="1045"/>
                      <a:pt x="10" y="1066"/>
                      <a:pt x="26" y="1082"/>
                    </a:cubicBezTo>
                    <a:cubicBezTo>
                      <a:pt x="42" y="1098"/>
                      <a:pt x="63" y="1108"/>
                      <a:pt x="88" y="1108"/>
                    </a:cubicBezTo>
                    <a:lnTo>
                      <a:pt x="1152" y="1108"/>
                    </a:lnTo>
                    <a:lnTo>
                      <a:pt x="2217" y="1108"/>
                    </a:lnTo>
                    <a:lnTo>
                      <a:pt x="2217" y="554"/>
                    </a:lnTo>
                    <a:lnTo>
                      <a:pt x="2217" y="0"/>
                    </a:lnTo>
                    <a:lnTo>
                      <a:pt x="1152" y="0"/>
                    </a:lnTo>
                    <a:lnTo>
                      <a:pt x="88" y="0"/>
                    </a:lnTo>
                    <a:cubicBezTo>
                      <a:pt x="63" y="0"/>
                      <a:pt x="42" y="10"/>
                      <a:pt x="26" y="25"/>
                    </a:cubicBezTo>
                    <a:cubicBezTo>
                      <a:pt x="10" y="41"/>
                      <a:pt x="0" y="63"/>
                      <a:pt x="0" y="8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F60E4AF7-48FC-234C-BE7C-C8A76D8E3D70}"/>
                  </a:ext>
                </a:extLst>
              </p:cNvPr>
              <p:cNvSpPr/>
              <p:nvPr/>
            </p:nvSpPr>
            <p:spPr>
              <a:xfrm>
                <a:off x="17958092" y="5478424"/>
                <a:ext cx="2773132" cy="1394531"/>
              </a:xfrm>
              <a:custGeom>
                <a:avLst/>
                <a:gdLst>
                  <a:gd name="connsiteX0" fmla="*/ 115812 w 2773132"/>
                  <a:gd name="connsiteY0" fmla="*/ 14955 h 1394531"/>
                  <a:gd name="connsiteX1" fmla="*/ 43590 w 2773132"/>
                  <a:gd name="connsiteY1" fmla="*/ 43592 h 1394531"/>
                  <a:gd name="connsiteX2" fmla="*/ 14948 w 2773132"/>
                  <a:gd name="connsiteY2" fmla="*/ 115808 h 1394531"/>
                  <a:gd name="connsiteX3" fmla="*/ 14948 w 2773132"/>
                  <a:gd name="connsiteY3" fmla="*/ 1278724 h 1394531"/>
                  <a:gd name="connsiteX4" fmla="*/ 43590 w 2773132"/>
                  <a:gd name="connsiteY4" fmla="*/ 1349694 h 1394531"/>
                  <a:gd name="connsiteX5" fmla="*/ 115812 w 2773132"/>
                  <a:gd name="connsiteY5" fmla="*/ 1379576 h 1394531"/>
                  <a:gd name="connsiteX6" fmla="*/ 2759428 w 2773132"/>
                  <a:gd name="connsiteY6" fmla="*/ 1379576 h 1394531"/>
                  <a:gd name="connsiteX7" fmla="*/ 2759428 w 2773132"/>
                  <a:gd name="connsiteY7" fmla="*/ 14955 h 1394531"/>
                  <a:gd name="connsiteX8" fmla="*/ 115806 w 2773132"/>
                  <a:gd name="connsiteY8" fmla="*/ 0 h 1394531"/>
                  <a:gd name="connsiteX9" fmla="*/ 2766904 w 2773132"/>
                  <a:gd name="connsiteY9" fmla="*/ 0 h 1394531"/>
                  <a:gd name="connsiteX10" fmla="*/ 2773132 w 2773132"/>
                  <a:gd name="connsiteY10" fmla="*/ 7471 h 1394531"/>
                  <a:gd name="connsiteX11" fmla="*/ 2773132 w 2773132"/>
                  <a:gd name="connsiteY11" fmla="*/ 1387060 h 1394531"/>
                  <a:gd name="connsiteX12" fmla="*/ 2766904 w 2773132"/>
                  <a:gd name="connsiteY12" fmla="*/ 1394531 h 1394531"/>
                  <a:gd name="connsiteX13" fmla="*/ 115806 w 2773132"/>
                  <a:gd name="connsiteY13" fmla="*/ 1394531 h 1394531"/>
                  <a:gd name="connsiteX14" fmla="*/ 33620 w 2773132"/>
                  <a:gd name="connsiteY14" fmla="*/ 1359668 h 1394531"/>
                  <a:gd name="connsiteX15" fmla="*/ 0 w 2773132"/>
                  <a:gd name="connsiteY15" fmla="*/ 1278735 h 1394531"/>
                  <a:gd name="connsiteX16" fmla="*/ 0 w 2773132"/>
                  <a:gd name="connsiteY16" fmla="*/ 115796 h 1394531"/>
                  <a:gd name="connsiteX17" fmla="*/ 33620 w 2773132"/>
                  <a:gd name="connsiteY17" fmla="*/ 33618 h 1394531"/>
                  <a:gd name="connsiteX18" fmla="*/ 115806 w 2773132"/>
                  <a:gd name="connsiteY18" fmla="*/ 0 h 13945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773132" h="1394531">
                    <a:moveTo>
                      <a:pt x="115812" y="14955"/>
                    </a:moveTo>
                    <a:cubicBezTo>
                      <a:pt x="88418" y="14955"/>
                      <a:pt x="63512" y="24916"/>
                      <a:pt x="43590" y="43592"/>
                    </a:cubicBezTo>
                    <a:cubicBezTo>
                      <a:pt x="24910" y="63514"/>
                      <a:pt x="14948" y="88416"/>
                      <a:pt x="14948" y="115808"/>
                    </a:cubicBezTo>
                    <a:lnTo>
                      <a:pt x="14948" y="1278724"/>
                    </a:lnTo>
                    <a:cubicBezTo>
                      <a:pt x="14948" y="1306116"/>
                      <a:pt x="24910" y="1331018"/>
                      <a:pt x="43590" y="1349694"/>
                    </a:cubicBezTo>
                    <a:cubicBezTo>
                      <a:pt x="63512" y="1369615"/>
                      <a:pt x="88418" y="1379576"/>
                      <a:pt x="115812" y="1379576"/>
                    </a:cubicBezTo>
                    <a:lnTo>
                      <a:pt x="2759428" y="1379576"/>
                    </a:lnTo>
                    <a:lnTo>
                      <a:pt x="2759428" y="14955"/>
                    </a:lnTo>
                    <a:close/>
                    <a:moveTo>
                      <a:pt x="115806" y="0"/>
                    </a:moveTo>
                    <a:lnTo>
                      <a:pt x="2766904" y="0"/>
                    </a:lnTo>
                    <a:cubicBezTo>
                      <a:pt x="2770640" y="0"/>
                      <a:pt x="2773132" y="2490"/>
                      <a:pt x="2773132" y="7471"/>
                    </a:cubicBezTo>
                    <a:lnTo>
                      <a:pt x="2773132" y="1387060"/>
                    </a:lnTo>
                    <a:cubicBezTo>
                      <a:pt x="2773132" y="1390796"/>
                      <a:pt x="2770640" y="1394531"/>
                      <a:pt x="2766904" y="1394531"/>
                    </a:cubicBezTo>
                    <a:lnTo>
                      <a:pt x="115806" y="1394531"/>
                    </a:lnTo>
                    <a:cubicBezTo>
                      <a:pt x="84674" y="1394531"/>
                      <a:pt x="54790" y="1382080"/>
                      <a:pt x="33620" y="1359668"/>
                    </a:cubicBezTo>
                    <a:cubicBezTo>
                      <a:pt x="12452" y="1338501"/>
                      <a:pt x="0" y="1309863"/>
                      <a:pt x="0" y="1278735"/>
                    </a:cubicBezTo>
                    <a:lnTo>
                      <a:pt x="0" y="115796"/>
                    </a:lnTo>
                    <a:cubicBezTo>
                      <a:pt x="0" y="84668"/>
                      <a:pt x="12452" y="54785"/>
                      <a:pt x="33620" y="33618"/>
                    </a:cubicBezTo>
                    <a:cubicBezTo>
                      <a:pt x="54790" y="12451"/>
                      <a:pt x="84674" y="0"/>
                      <a:pt x="1158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D96648F2-9928-634F-89F1-DACD55F2C9C2}"/>
                  </a:ext>
                </a:extLst>
              </p:cNvPr>
              <p:cNvSpPr/>
              <p:nvPr/>
            </p:nvSpPr>
            <p:spPr>
              <a:xfrm>
                <a:off x="20718766" y="5478424"/>
                <a:ext cx="647812" cy="13945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1" h="1120">
                    <a:moveTo>
                      <a:pt x="494" y="27"/>
                    </a:moveTo>
                    <a:cubicBezTo>
                      <a:pt x="477" y="10"/>
                      <a:pt x="453" y="0"/>
                      <a:pt x="428" y="0"/>
                    </a:cubicBezTo>
                    <a:lnTo>
                      <a:pt x="6" y="0"/>
                    </a:lnTo>
                    <a:cubicBezTo>
                      <a:pt x="3" y="0"/>
                      <a:pt x="0" y="2"/>
                      <a:pt x="0" y="6"/>
                    </a:cubicBezTo>
                    <a:lnTo>
                      <a:pt x="0" y="1114"/>
                    </a:lnTo>
                    <a:cubicBezTo>
                      <a:pt x="0" y="1117"/>
                      <a:pt x="3" y="1120"/>
                      <a:pt x="6" y="1120"/>
                    </a:cubicBezTo>
                    <a:lnTo>
                      <a:pt x="428" y="1120"/>
                    </a:lnTo>
                    <a:cubicBezTo>
                      <a:pt x="453" y="1120"/>
                      <a:pt x="477" y="1110"/>
                      <a:pt x="494" y="1092"/>
                    </a:cubicBezTo>
                    <a:cubicBezTo>
                      <a:pt x="512" y="1075"/>
                      <a:pt x="521" y="1052"/>
                      <a:pt x="521" y="1027"/>
                    </a:cubicBezTo>
                    <a:lnTo>
                      <a:pt x="521" y="93"/>
                    </a:lnTo>
                    <a:cubicBezTo>
                      <a:pt x="521" y="68"/>
                      <a:pt x="512" y="44"/>
                      <a:pt x="494" y="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9CE1CF0C-469A-2D44-BD6B-C604E1A23481}"/>
                  </a:ext>
                </a:extLst>
              </p:cNvPr>
              <p:cNvSpPr/>
              <p:nvPr/>
            </p:nvSpPr>
            <p:spPr>
              <a:xfrm>
                <a:off x="20994086" y="5679067"/>
                <a:ext cx="97172" cy="5271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" h="424">
                    <a:moveTo>
                      <a:pt x="40" y="0"/>
                    </a:moveTo>
                    <a:cubicBezTo>
                      <a:pt x="29" y="0"/>
                      <a:pt x="19" y="4"/>
                      <a:pt x="12" y="11"/>
                    </a:cubicBezTo>
                    <a:cubicBezTo>
                      <a:pt x="4" y="19"/>
                      <a:pt x="0" y="29"/>
                      <a:pt x="0" y="39"/>
                    </a:cubicBezTo>
                    <a:lnTo>
                      <a:pt x="0" y="212"/>
                    </a:lnTo>
                    <a:lnTo>
                      <a:pt x="0" y="385"/>
                    </a:lnTo>
                    <a:cubicBezTo>
                      <a:pt x="0" y="396"/>
                      <a:pt x="4" y="406"/>
                      <a:pt x="12" y="412"/>
                    </a:cubicBezTo>
                    <a:cubicBezTo>
                      <a:pt x="19" y="420"/>
                      <a:pt x="29" y="424"/>
                      <a:pt x="40" y="424"/>
                    </a:cubicBezTo>
                    <a:cubicBezTo>
                      <a:pt x="50" y="424"/>
                      <a:pt x="60" y="420"/>
                      <a:pt x="67" y="412"/>
                    </a:cubicBezTo>
                    <a:cubicBezTo>
                      <a:pt x="75" y="406"/>
                      <a:pt x="79" y="396"/>
                      <a:pt x="79" y="385"/>
                    </a:cubicBezTo>
                    <a:lnTo>
                      <a:pt x="79" y="212"/>
                    </a:lnTo>
                    <a:lnTo>
                      <a:pt x="79" y="39"/>
                    </a:lnTo>
                    <a:cubicBezTo>
                      <a:pt x="79" y="29"/>
                      <a:pt x="75" y="19"/>
                      <a:pt x="67" y="11"/>
                    </a:cubicBezTo>
                    <a:cubicBezTo>
                      <a:pt x="60" y="4"/>
                      <a:pt x="50" y="0"/>
                      <a:pt x="4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96CF2B78-26A0-DA45-84C2-6A327A9D417C}"/>
                  </a:ext>
                </a:extLst>
              </p:cNvPr>
              <p:cNvSpPr/>
              <p:nvPr/>
            </p:nvSpPr>
            <p:spPr>
              <a:xfrm>
                <a:off x="20994086" y="6345800"/>
                <a:ext cx="97172" cy="959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" h="78">
                    <a:moveTo>
                      <a:pt x="12" y="67"/>
                    </a:moveTo>
                    <a:cubicBezTo>
                      <a:pt x="-4" y="52"/>
                      <a:pt x="-4" y="27"/>
                      <a:pt x="12" y="12"/>
                    </a:cubicBezTo>
                    <a:cubicBezTo>
                      <a:pt x="27" y="-4"/>
                      <a:pt x="52" y="-4"/>
                      <a:pt x="67" y="12"/>
                    </a:cubicBezTo>
                    <a:cubicBezTo>
                      <a:pt x="83" y="27"/>
                      <a:pt x="83" y="52"/>
                      <a:pt x="67" y="67"/>
                    </a:cubicBezTo>
                    <a:cubicBezTo>
                      <a:pt x="52" y="82"/>
                      <a:pt x="27" y="82"/>
                      <a:pt x="12" y="6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B7CCA616-613D-464D-A188-EED3E1E82DEF}"/>
                  </a:ext>
                </a:extLst>
              </p:cNvPr>
              <p:cNvSpPr/>
              <p:nvPr/>
            </p:nvSpPr>
            <p:spPr>
              <a:xfrm>
                <a:off x="20994086" y="6575102"/>
                <a:ext cx="97172" cy="959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" h="78">
                    <a:moveTo>
                      <a:pt x="12" y="67"/>
                    </a:moveTo>
                    <a:cubicBezTo>
                      <a:pt x="-4" y="52"/>
                      <a:pt x="-4" y="27"/>
                      <a:pt x="12" y="12"/>
                    </a:cubicBezTo>
                    <a:cubicBezTo>
                      <a:pt x="27" y="-4"/>
                      <a:pt x="52" y="-4"/>
                      <a:pt x="67" y="12"/>
                    </a:cubicBezTo>
                    <a:cubicBezTo>
                      <a:pt x="83" y="27"/>
                      <a:pt x="83" y="52"/>
                      <a:pt x="67" y="67"/>
                    </a:cubicBezTo>
                    <a:cubicBezTo>
                      <a:pt x="52" y="82"/>
                      <a:pt x="27" y="82"/>
                      <a:pt x="12" y="6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0" name="Freeform 199">
                <a:extLst>
                  <a:ext uri="{FF2B5EF4-FFF2-40B4-BE49-F238E27FC236}">
                    <a16:creationId xmlns:a16="http://schemas.microsoft.com/office/drawing/2014/main" id="{07CBC4DE-867B-2F4E-8FC4-0E9BF34C295B}"/>
                  </a:ext>
                </a:extLst>
              </p:cNvPr>
              <p:cNvSpPr/>
              <p:nvPr/>
            </p:nvSpPr>
            <p:spPr>
              <a:xfrm>
                <a:off x="18193546" y="5690283"/>
                <a:ext cx="631616" cy="3252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8" h="262">
                    <a:moveTo>
                      <a:pt x="443" y="0"/>
                    </a:moveTo>
                    <a:lnTo>
                      <a:pt x="254" y="0"/>
                    </a:lnTo>
                    <a:lnTo>
                      <a:pt x="65" y="0"/>
                    </a:lnTo>
                    <a:cubicBezTo>
                      <a:pt x="47" y="0"/>
                      <a:pt x="31" y="8"/>
                      <a:pt x="19" y="20"/>
                    </a:cubicBezTo>
                    <a:cubicBezTo>
                      <a:pt x="7" y="31"/>
                      <a:pt x="0" y="48"/>
                      <a:pt x="0" y="65"/>
                    </a:cubicBezTo>
                    <a:lnTo>
                      <a:pt x="0" y="164"/>
                    </a:lnTo>
                    <a:lnTo>
                      <a:pt x="0" y="262"/>
                    </a:lnTo>
                    <a:lnTo>
                      <a:pt x="254" y="262"/>
                    </a:lnTo>
                    <a:lnTo>
                      <a:pt x="508" y="262"/>
                    </a:lnTo>
                    <a:lnTo>
                      <a:pt x="508" y="164"/>
                    </a:lnTo>
                    <a:lnTo>
                      <a:pt x="508" y="65"/>
                    </a:lnTo>
                    <a:cubicBezTo>
                      <a:pt x="508" y="48"/>
                      <a:pt x="500" y="31"/>
                      <a:pt x="489" y="20"/>
                    </a:cubicBezTo>
                    <a:cubicBezTo>
                      <a:pt x="476" y="8"/>
                      <a:pt x="461" y="0"/>
                      <a:pt x="44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9" name="Freeform 448">
                <a:extLst>
                  <a:ext uri="{FF2B5EF4-FFF2-40B4-BE49-F238E27FC236}">
                    <a16:creationId xmlns:a16="http://schemas.microsoft.com/office/drawing/2014/main" id="{E6101E4A-17DD-784D-88E7-6D55F63CA136}"/>
                  </a:ext>
                </a:extLst>
              </p:cNvPr>
              <p:cNvSpPr/>
              <p:nvPr/>
            </p:nvSpPr>
            <p:spPr>
              <a:xfrm>
                <a:off x="18186072" y="5682806"/>
                <a:ext cx="645320" cy="338974"/>
              </a:xfrm>
              <a:custGeom>
                <a:avLst/>
                <a:gdLst>
                  <a:gd name="connsiteX0" fmla="*/ 88302 w 645320"/>
                  <a:gd name="connsiteY0" fmla="*/ 14954 h 338974"/>
                  <a:gd name="connsiteX1" fmla="*/ 36084 w 645320"/>
                  <a:gd name="connsiteY1" fmla="*/ 37297 h 338974"/>
                  <a:gd name="connsiteX2" fmla="*/ 14948 w 645320"/>
                  <a:gd name="connsiteY2" fmla="*/ 88188 h 338974"/>
                  <a:gd name="connsiteX3" fmla="*/ 14948 w 645320"/>
                  <a:gd name="connsiteY3" fmla="*/ 325265 h 338974"/>
                  <a:gd name="connsiteX4" fmla="*/ 630370 w 645320"/>
                  <a:gd name="connsiteY4" fmla="*/ 325265 h 338974"/>
                  <a:gd name="connsiteX5" fmla="*/ 630370 w 645320"/>
                  <a:gd name="connsiteY5" fmla="*/ 88188 h 338974"/>
                  <a:gd name="connsiteX6" fmla="*/ 609234 w 645320"/>
                  <a:gd name="connsiteY6" fmla="*/ 37297 h 338974"/>
                  <a:gd name="connsiteX7" fmla="*/ 558260 w 645320"/>
                  <a:gd name="connsiteY7" fmla="*/ 14954 h 338974"/>
                  <a:gd name="connsiteX8" fmla="*/ 88280 w 645320"/>
                  <a:gd name="connsiteY8" fmla="*/ 0 h 338974"/>
                  <a:gd name="connsiteX9" fmla="*/ 558282 w 645320"/>
                  <a:gd name="connsiteY9" fmla="*/ 0 h 338974"/>
                  <a:gd name="connsiteX10" fmla="*/ 619208 w 645320"/>
                  <a:gd name="connsiteY10" fmla="*/ 26075 h 338974"/>
                  <a:gd name="connsiteX11" fmla="*/ 645320 w 645320"/>
                  <a:gd name="connsiteY11" fmla="*/ 88158 h 338974"/>
                  <a:gd name="connsiteX12" fmla="*/ 645320 w 645320"/>
                  <a:gd name="connsiteY12" fmla="*/ 332766 h 338974"/>
                  <a:gd name="connsiteX13" fmla="*/ 639102 w 645320"/>
                  <a:gd name="connsiteY13" fmla="*/ 338974 h 338974"/>
                  <a:gd name="connsiteX14" fmla="*/ 7460 w 645320"/>
                  <a:gd name="connsiteY14" fmla="*/ 338974 h 338974"/>
                  <a:gd name="connsiteX15" fmla="*/ 0 w 645320"/>
                  <a:gd name="connsiteY15" fmla="*/ 332766 h 338974"/>
                  <a:gd name="connsiteX16" fmla="*/ 0 w 645320"/>
                  <a:gd name="connsiteY16" fmla="*/ 88158 h 338974"/>
                  <a:gd name="connsiteX17" fmla="*/ 26110 w 645320"/>
                  <a:gd name="connsiteY17" fmla="*/ 26075 h 338974"/>
                  <a:gd name="connsiteX18" fmla="*/ 88280 w 645320"/>
                  <a:gd name="connsiteY18" fmla="*/ 0 h 338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45320" h="338974">
                    <a:moveTo>
                      <a:pt x="88302" y="14954"/>
                    </a:moveTo>
                    <a:cubicBezTo>
                      <a:pt x="68410" y="14954"/>
                      <a:pt x="49760" y="22402"/>
                      <a:pt x="36084" y="37297"/>
                    </a:cubicBezTo>
                    <a:cubicBezTo>
                      <a:pt x="22408" y="50950"/>
                      <a:pt x="14948" y="69569"/>
                      <a:pt x="14948" y="88188"/>
                    </a:cubicBezTo>
                    <a:lnTo>
                      <a:pt x="14948" y="325265"/>
                    </a:lnTo>
                    <a:lnTo>
                      <a:pt x="630370" y="325265"/>
                    </a:lnTo>
                    <a:lnTo>
                      <a:pt x="630370" y="88188"/>
                    </a:lnTo>
                    <a:cubicBezTo>
                      <a:pt x="630370" y="69569"/>
                      <a:pt x="622910" y="50950"/>
                      <a:pt x="609234" y="37297"/>
                    </a:cubicBezTo>
                    <a:cubicBezTo>
                      <a:pt x="595558" y="22402"/>
                      <a:pt x="576910" y="14954"/>
                      <a:pt x="558260" y="14954"/>
                    </a:cubicBezTo>
                    <a:close/>
                    <a:moveTo>
                      <a:pt x="88280" y="0"/>
                    </a:moveTo>
                    <a:lnTo>
                      <a:pt x="558282" y="0"/>
                    </a:lnTo>
                    <a:cubicBezTo>
                      <a:pt x="580662" y="0"/>
                      <a:pt x="603044" y="9934"/>
                      <a:pt x="619208" y="26075"/>
                    </a:cubicBezTo>
                    <a:cubicBezTo>
                      <a:pt x="636616" y="43458"/>
                      <a:pt x="645320" y="64567"/>
                      <a:pt x="645320" y="88158"/>
                    </a:cubicBezTo>
                    <a:lnTo>
                      <a:pt x="645320" y="332766"/>
                    </a:lnTo>
                    <a:cubicBezTo>
                      <a:pt x="645320" y="336491"/>
                      <a:pt x="642832" y="338974"/>
                      <a:pt x="639102" y="338974"/>
                    </a:cubicBezTo>
                    <a:lnTo>
                      <a:pt x="7460" y="338974"/>
                    </a:lnTo>
                    <a:cubicBezTo>
                      <a:pt x="3730" y="338974"/>
                      <a:pt x="0" y="336491"/>
                      <a:pt x="0" y="332766"/>
                    </a:cubicBezTo>
                    <a:lnTo>
                      <a:pt x="0" y="88158"/>
                    </a:lnTo>
                    <a:cubicBezTo>
                      <a:pt x="0" y="64567"/>
                      <a:pt x="9946" y="43458"/>
                      <a:pt x="26110" y="26075"/>
                    </a:cubicBezTo>
                    <a:cubicBezTo>
                      <a:pt x="42274" y="9934"/>
                      <a:pt x="64656" y="0"/>
                      <a:pt x="882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DDAEB5C0-CF71-D743-9B64-DFF504E937EE}"/>
                  </a:ext>
                </a:extLst>
              </p:cNvPr>
              <p:cNvSpPr/>
              <p:nvPr/>
            </p:nvSpPr>
            <p:spPr>
              <a:xfrm>
                <a:off x="18193546" y="6016795"/>
                <a:ext cx="200572" cy="1869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2" h="151">
                    <a:moveTo>
                      <a:pt x="162" y="0"/>
                    </a:moveTo>
                    <a:lnTo>
                      <a:pt x="0" y="0"/>
                    </a:lnTo>
                    <a:lnTo>
                      <a:pt x="0" y="151"/>
                    </a:lnTo>
                    <a:lnTo>
                      <a:pt x="162" y="151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0" name="Freeform 449">
                <a:extLst>
                  <a:ext uri="{FF2B5EF4-FFF2-40B4-BE49-F238E27FC236}">
                    <a16:creationId xmlns:a16="http://schemas.microsoft.com/office/drawing/2014/main" id="{0F887390-492E-3242-BEC5-713DB705834A}"/>
                  </a:ext>
                </a:extLst>
              </p:cNvPr>
              <p:cNvSpPr/>
              <p:nvPr/>
            </p:nvSpPr>
            <p:spPr>
              <a:xfrm>
                <a:off x="18186072" y="6009318"/>
                <a:ext cx="215520" cy="201889"/>
              </a:xfrm>
              <a:custGeom>
                <a:avLst/>
                <a:gdLst>
                  <a:gd name="connsiteX0" fmla="*/ 14948 w 215520"/>
                  <a:gd name="connsiteY0" fmla="*/ 13708 h 201889"/>
                  <a:gd name="connsiteX1" fmla="*/ 14948 w 215520"/>
                  <a:gd name="connsiteY1" fmla="*/ 186934 h 201889"/>
                  <a:gd name="connsiteX2" fmla="*/ 200572 w 215520"/>
                  <a:gd name="connsiteY2" fmla="*/ 186934 h 201889"/>
                  <a:gd name="connsiteX3" fmla="*/ 200572 w 215520"/>
                  <a:gd name="connsiteY3" fmla="*/ 13708 h 201889"/>
                  <a:gd name="connsiteX4" fmla="*/ 7430 w 215520"/>
                  <a:gd name="connsiteY4" fmla="*/ 0 h 201889"/>
                  <a:gd name="connsiteX5" fmla="*/ 208090 w 215520"/>
                  <a:gd name="connsiteY5" fmla="*/ 0 h 201889"/>
                  <a:gd name="connsiteX6" fmla="*/ 215520 w 215520"/>
                  <a:gd name="connsiteY6" fmla="*/ 7432 h 201889"/>
                  <a:gd name="connsiteX7" fmla="*/ 215520 w 215520"/>
                  <a:gd name="connsiteY7" fmla="*/ 194458 h 201889"/>
                  <a:gd name="connsiteX8" fmla="*/ 208090 w 215520"/>
                  <a:gd name="connsiteY8" fmla="*/ 201889 h 201889"/>
                  <a:gd name="connsiteX9" fmla="*/ 7430 w 215520"/>
                  <a:gd name="connsiteY9" fmla="*/ 201889 h 201889"/>
                  <a:gd name="connsiteX10" fmla="*/ 0 w 215520"/>
                  <a:gd name="connsiteY10" fmla="*/ 194458 h 201889"/>
                  <a:gd name="connsiteX11" fmla="*/ 0 w 215520"/>
                  <a:gd name="connsiteY11" fmla="*/ 7432 h 201889"/>
                  <a:gd name="connsiteX12" fmla="*/ 7430 w 215520"/>
                  <a:gd name="connsiteY12" fmla="*/ 0 h 201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520" h="201889">
                    <a:moveTo>
                      <a:pt x="14948" y="13708"/>
                    </a:moveTo>
                    <a:lnTo>
                      <a:pt x="14948" y="186934"/>
                    </a:lnTo>
                    <a:lnTo>
                      <a:pt x="200572" y="186934"/>
                    </a:lnTo>
                    <a:lnTo>
                      <a:pt x="200572" y="13708"/>
                    </a:lnTo>
                    <a:close/>
                    <a:moveTo>
                      <a:pt x="7430" y="0"/>
                    </a:moveTo>
                    <a:lnTo>
                      <a:pt x="208090" y="0"/>
                    </a:lnTo>
                    <a:cubicBezTo>
                      <a:pt x="211806" y="0"/>
                      <a:pt x="215520" y="3716"/>
                      <a:pt x="215520" y="7432"/>
                    </a:cubicBezTo>
                    <a:lnTo>
                      <a:pt x="215520" y="194458"/>
                    </a:lnTo>
                    <a:cubicBezTo>
                      <a:pt x="215520" y="198173"/>
                      <a:pt x="211806" y="201889"/>
                      <a:pt x="208090" y="201889"/>
                    </a:cubicBezTo>
                    <a:lnTo>
                      <a:pt x="7430" y="201889"/>
                    </a:lnTo>
                    <a:cubicBezTo>
                      <a:pt x="3714" y="201889"/>
                      <a:pt x="0" y="198173"/>
                      <a:pt x="0" y="194458"/>
                    </a:cubicBezTo>
                    <a:lnTo>
                      <a:pt x="0" y="7432"/>
                    </a:lnTo>
                    <a:cubicBezTo>
                      <a:pt x="0" y="3716"/>
                      <a:pt x="3714" y="0"/>
                      <a:pt x="74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54E60E76-521A-6140-BDA9-A84EE4403AB2}"/>
                  </a:ext>
                </a:extLst>
              </p:cNvPr>
              <p:cNvSpPr/>
              <p:nvPr/>
            </p:nvSpPr>
            <p:spPr>
              <a:xfrm>
                <a:off x="18395364" y="6016795"/>
                <a:ext cx="221751" cy="1869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9" h="151">
                    <a:moveTo>
                      <a:pt x="179" y="0"/>
                    </a:moveTo>
                    <a:lnTo>
                      <a:pt x="0" y="0"/>
                    </a:lnTo>
                    <a:lnTo>
                      <a:pt x="0" y="151"/>
                    </a:lnTo>
                    <a:lnTo>
                      <a:pt x="179" y="151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B99E9BE0-867E-F24D-A7A9-354D87E1FD68}"/>
                  </a:ext>
                </a:extLst>
              </p:cNvPr>
              <p:cNvSpPr/>
              <p:nvPr/>
            </p:nvSpPr>
            <p:spPr>
              <a:xfrm>
                <a:off x="18387888" y="6009318"/>
                <a:ext cx="236700" cy="201889"/>
              </a:xfrm>
              <a:custGeom>
                <a:avLst/>
                <a:gdLst>
                  <a:gd name="connsiteX0" fmla="*/ 14952 w 236700"/>
                  <a:gd name="connsiteY0" fmla="*/ 13708 h 201889"/>
                  <a:gd name="connsiteX1" fmla="*/ 14952 w 236700"/>
                  <a:gd name="connsiteY1" fmla="*/ 186934 h 201889"/>
                  <a:gd name="connsiteX2" fmla="*/ 221752 w 236700"/>
                  <a:gd name="connsiteY2" fmla="*/ 186934 h 201889"/>
                  <a:gd name="connsiteX3" fmla="*/ 221752 w 236700"/>
                  <a:gd name="connsiteY3" fmla="*/ 13708 h 201889"/>
                  <a:gd name="connsiteX4" fmla="*/ 7436 w 236700"/>
                  <a:gd name="connsiteY4" fmla="*/ 0 h 201889"/>
                  <a:gd name="connsiteX5" fmla="*/ 229266 w 236700"/>
                  <a:gd name="connsiteY5" fmla="*/ 0 h 201889"/>
                  <a:gd name="connsiteX6" fmla="*/ 236700 w 236700"/>
                  <a:gd name="connsiteY6" fmla="*/ 7432 h 201889"/>
                  <a:gd name="connsiteX7" fmla="*/ 236700 w 236700"/>
                  <a:gd name="connsiteY7" fmla="*/ 194458 h 201889"/>
                  <a:gd name="connsiteX8" fmla="*/ 229266 w 236700"/>
                  <a:gd name="connsiteY8" fmla="*/ 201889 h 201889"/>
                  <a:gd name="connsiteX9" fmla="*/ 7436 w 236700"/>
                  <a:gd name="connsiteY9" fmla="*/ 201889 h 201889"/>
                  <a:gd name="connsiteX10" fmla="*/ 0 w 236700"/>
                  <a:gd name="connsiteY10" fmla="*/ 194458 h 201889"/>
                  <a:gd name="connsiteX11" fmla="*/ 0 w 236700"/>
                  <a:gd name="connsiteY11" fmla="*/ 7432 h 201889"/>
                  <a:gd name="connsiteX12" fmla="*/ 7436 w 236700"/>
                  <a:gd name="connsiteY12" fmla="*/ 0 h 201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6700" h="201889">
                    <a:moveTo>
                      <a:pt x="14952" y="13708"/>
                    </a:moveTo>
                    <a:lnTo>
                      <a:pt x="14952" y="186934"/>
                    </a:lnTo>
                    <a:lnTo>
                      <a:pt x="221752" y="186934"/>
                    </a:lnTo>
                    <a:lnTo>
                      <a:pt x="221752" y="13708"/>
                    </a:lnTo>
                    <a:close/>
                    <a:moveTo>
                      <a:pt x="7436" y="0"/>
                    </a:moveTo>
                    <a:lnTo>
                      <a:pt x="229266" y="0"/>
                    </a:lnTo>
                    <a:cubicBezTo>
                      <a:pt x="232984" y="0"/>
                      <a:pt x="236700" y="3716"/>
                      <a:pt x="236700" y="7432"/>
                    </a:cubicBezTo>
                    <a:lnTo>
                      <a:pt x="236700" y="194458"/>
                    </a:lnTo>
                    <a:cubicBezTo>
                      <a:pt x="236700" y="198173"/>
                      <a:pt x="232984" y="201889"/>
                      <a:pt x="229266" y="201889"/>
                    </a:cubicBezTo>
                    <a:lnTo>
                      <a:pt x="7436" y="201889"/>
                    </a:lnTo>
                    <a:cubicBezTo>
                      <a:pt x="3718" y="201889"/>
                      <a:pt x="0" y="198173"/>
                      <a:pt x="0" y="194458"/>
                    </a:cubicBezTo>
                    <a:lnTo>
                      <a:pt x="0" y="7432"/>
                    </a:lnTo>
                    <a:cubicBezTo>
                      <a:pt x="0" y="3716"/>
                      <a:pt x="3718" y="0"/>
                      <a:pt x="74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1C1EC293-EC1F-A84B-BB75-4A639FBF848F}"/>
                  </a:ext>
                </a:extLst>
              </p:cNvPr>
              <p:cNvSpPr/>
              <p:nvPr/>
            </p:nvSpPr>
            <p:spPr>
              <a:xfrm>
                <a:off x="18395364" y="6204976"/>
                <a:ext cx="221751" cy="2218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9" h="179">
                    <a:moveTo>
                      <a:pt x="0" y="179"/>
                    </a:moveTo>
                    <a:lnTo>
                      <a:pt x="179" y="179"/>
                    </a:lnTo>
                    <a:lnTo>
                      <a:pt x="17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447E9A64-B2F4-ED4B-822C-9916B8B8264D}"/>
                  </a:ext>
                </a:extLst>
              </p:cNvPr>
              <p:cNvSpPr/>
              <p:nvPr/>
            </p:nvSpPr>
            <p:spPr>
              <a:xfrm>
                <a:off x="18387888" y="6197498"/>
                <a:ext cx="236700" cy="236784"/>
              </a:xfrm>
              <a:custGeom>
                <a:avLst/>
                <a:gdLst>
                  <a:gd name="connsiteX0" fmla="*/ 14952 w 236700"/>
                  <a:gd name="connsiteY0" fmla="*/ 14955 h 236784"/>
                  <a:gd name="connsiteX1" fmla="*/ 14952 w 236700"/>
                  <a:gd name="connsiteY1" fmla="*/ 221829 h 236784"/>
                  <a:gd name="connsiteX2" fmla="*/ 221752 w 236700"/>
                  <a:gd name="connsiteY2" fmla="*/ 221829 h 236784"/>
                  <a:gd name="connsiteX3" fmla="*/ 221752 w 236700"/>
                  <a:gd name="connsiteY3" fmla="*/ 14955 h 236784"/>
                  <a:gd name="connsiteX4" fmla="*/ 7436 w 236700"/>
                  <a:gd name="connsiteY4" fmla="*/ 0 h 236784"/>
                  <a:gd name="connsiteX5" fmla="*/ 229266 w 236700"/>
                  <a:gd name="connsiteY5" fmla="*/ 0 h 236784"/>
                  <a:gd name="connsiteX6" fmla="*/ 236700 w 236700"/>
                  <a:gd name="connsiteY6" fmla="*/ 7438 h 236784"/>
                  <a:gd name="connsiteX7" fmla="*/ 236700 w 236700"/>
                  <a:gd name="connsiteY7" fmla="*/ 229346 h 236784"/>
                  <a:gd name="connsiteX8" fmla="*/ 229266 w 236700"/>
                  <a:gd name="connsiteY8" fmla="*/ 236784 h 236784"/>
                  <a:gd name="connsiteX9" fmla="*/ 7436 w 236700"/>
                  <a:gd name="connsiteY9" fmla="*/ 236784 h 236784"/>
                  <a:gd name="connsiteX10" fmla="*/ 0 w 236700"/>
                  <a:gd name="connsiteY10" fmla="*/ 229346 h 236784"/>
                  <a:gd name="connsiteX11" fmla="*/ 0 w 236700"/>
                  <a:gd name="connsiteY11" fmla="*/ 7438 h 236784"/>
                  <a:gd name="connsiteX12" fmla="*/ 7436 w 236700"/>
                  <a:gd name="connsiteY12" fmla="*/ 0 h 236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6700" h="236784">
                    <a:moveTo>
                      <a:pt x="14952" y="14955"/>
                    </a:moveTo>
                    <a:lnTo>
                      <a:pt x="14952" y="221829"/>
                    </a:lnTo>
                    <a:lnTo>
                      <a:pt x="221752" y="221829"/>
                    </a:lnTo>
                    <a:lnTo>
                      <a:pt x="221752" y="14955"/>
                    </a:lnTo>
                    <a:close/>
                    <a:moveTo>
                      <a:pt x="7436" y="0"/>
                    </a:moveTo>
                    <a:lnTo>
                      <a:pt x="229266" y="0"/>
                    </a:lnTo>
                    <a:cubicBezTo>
                      <a:pt x="232984" y="0"/>
                      <a:pt x="236700" y="3719"/>
                      <a:pt x="236700" y="7438"/>
                    </a:cubicBezTo>
                    <a:lnTo>
                      <a:pt x="236700" y="229346"/>
                    </a:lnTo>
                    <a:cubicBezTo>
                      <a:pt x="236700" y="234305"/>
                      <a:pt x="232984" y="236784"/>
                      <a:pt x="229266" y="236784"/>
                    </a:cubicBezTo>
                    <a:lnTo>
                      <a:pt x="7436" y="236784"/>
                    </a:lnTo>
                    <a:cubicBezTo>
                      <a:pt x="3718" y="236784"/>
                      <a:pt x="0" y="234305"/>
                      <a:pt x="0" y="229346"/>
                    </a:cubicBezTo>
                    <a:lnTo>
                      <a:pt x="0" y="7438"/>
                    </a:lnTo>
                    <a:cubicBezTo>
                      <a:pt x="0" y="3719"/>
                      <a:pt x="3718" y="0"/>
                      <a:pt x="74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410DEB34-3492-D14A-920C-8C50655307B7}"/>
                  </a:ext>
                </a:extLst>
              </p:cNvPr>
              <p:cNvSpPr/>
              <p:nvPr/>
            </p:nvSpPr>
            <p:spPr>
              <a:xfrm>
                <a:off x="18193546" y="6204976"/>
                <a:ext cx="200572" cy="2218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2" h="179">
                    <a:moveTo>
                      <a:pt x="162" y="0"/>
                    </a:moveTo>
                    <a:lnTo>
                      <a:pt x="0" y="0"/>
                    </a:lnTo>
                    <a:lnTo>
                      <a:pt x="0" y="179"/>
                    </a:lnTo>
                    <a:lnTo>
                      <a:pt x="162" y="179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A36DE125-A7D7-704F-B02C-C135D98B0600}"/>
                  </a:ext>
                </a:extLst>
              </p:cNvPr>
              <p:cNvSpPr/>
              <p:nvPr/>
            </p:nvSpPr>
            <p:spPr>
              <a:xfrm>
                <a:off x="18186072" y="6197498"/>
                <a:ext cx="215520" cy="236784"/>
              </a:xfrm>
              <a:custGeom>
                <a:avLst/>
                <a:gdLst>
                  <a:gd name="connsiteX0" fmla="*/ 14948 w 215520"/>
                  <a:gd name="connsiteY0" fmla="*/ 14955 h 236784"/>
                  <a:gd name="connsiteX1" fmla="*/ 14948 w 215520"/>
                  <a:gd name="connsiteY1" fmla="*/ 221829 h 236784"/>
                  <a:gd name="connsiteX2" fmla="*/ 200572 w 215520"/>
                  <a:gd name="connsiteY2" fmla="*/ 221829 h 236784"/>
                  <a:gd name="connsiteX3" fmla="*/ 200572 w 215520"/>
                  <a:gd name="connsiteY3" fmla="*/ 14955 h 236784"/>
                  <a:gd name="connsiteX4" fmla="*/ 7430 w 215520"/>
                  <a:gd name="connsiteY4" fmla="*/ 0 h 236784"/>
                  <a:gd name="connsiteX5" fmla="*/ 208090 w 215520"/>
                  <a:gd name="connsiteY5" fmla="*/ 0 h 236784"/>
                  <a:gd name="connsiteX6" fmla="*/ 215520 w 215520"/>
                  <a:gd name="connsiteY6" fmla="*/ 7438 h 236784"/>
                  <a:gd name="connsiteX7" fmla="*/ 215520 w 215520"/>
                  <a:gd name="connsiteY7" fmla="*/ 229346 h 236784"/>
                  <a:gd name="connsiteX8" fmla="*/ 208090 w 215520"/>
                  <a:gd name="connsiteY8" fmla="*/ 236784 h 236784"/>
                  <a:gd name="connsiteX9" fmla="*/ 7430 w 215520"/>
                  <a:gd name="connsiteY9" fmla="*/ 236784 h 236784"/>
                  <a:gd name="connsiteX10" fmla="*/ 0 w 215520"/>
                  <a:gd name="connsiteY10" fmla="*/ 229346 h 236784"/>
                  <a:gd name="connsiteX11" fmla="*/ 0 w 215520"/>
                  <a:gd name="connsiteY11" fmla="*/ 7438 h 236784"/>
                  <a:gd name="connsiteX12" fmla="*/ 7430 w 215520"/>
                  <a:gd name="connsiteY12" fmla="*/ 0 h 236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5520" h="236784">
                    <a:moveTo>
                      <a:pt x="14948" y="14955"/>
                    </a:moveTo>
                    <a:lnTo>
                      <a:pt x="14948" y="221829"/>
                    </a:lnTo>
                    <a:lnTo>
                      <a:pt x="200572" y="221829"/>
                    </a:lnTo>
                    <a:lnTo>
                      <a:pt x="200572" y="14955"/>
                    </a:lnTo>
                    <a:close/>
                    <a:moveTo>
                      <a:pt x="7430" y="0"/>
                    </a:moveTo>
                    <a:lnTo>
                      <a:pt x="208090" y="0"/>
                    </a:lnTo>
                    <a:cubicBezTo>
                      <a:pt x="211806" y="0"/>
                      <a:pt x="215520" y="3719"/>
                      <a:pt x="215520" y="7438"/>
                    </a:cubicBezTo>
                    <a:lnTo>
                      <a:pt x="215520" y="229346"/>
                    </a:lnTo>
                    <a:cubicBezTo>
                      <a:pt x="215520" y="234305"/>
                      <a:pt x="211806" y="236784"/>
                      <a:pt x="208090" y="236784"/>
                    </a:cubicBezTo>
                    <a:lnTo>
                      <a:pt x="7430" y="236784"/>
                    </a:lnTo>
                    <a:cubicBezTo>
                      <a:pt x="3714" y="236784"/>
                      <a:pt x="0" y="234305"/>
                      <a:pt x="0" y="229346"/>
                    </a:cubicBezTo>
                    <a:lnTo>
                      <a:pt x="0" y="7438"/>
                    </a:lnTo>
                    <a:cubicBezTo>
                      <a:pt x="0" y="3719"/>
                      <a:pt x="3714" y="0"/>
                      <a:pt x="74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B4136767-3883-2E47-82CC-FD56CD7CDEBF}"/>
                  </a:ext>
                </a:extLst>
              </p:cNvPr>
              <p:cNvSpPr/>
              <p:nvPr/>
            </p:nvSpPr>
            <p:spPr>
              <a:xfrm>
                <a:off x="18618361" y="6016795"/>
                <a:ext cx="206801" cy="1869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7" h="151">
                    <a:moveTo>
                      <a:pt x="167" y="0"/>
                    </a:moveTo>
                    <a:lnTo>
                      <a:pt x="0" y="0"/>
                    </a:lnTo>
                    <a:lnTo>
                      <a:pt x="0" y="151"/>
                    </a:lnTo>
                    <a:lnTo>
                      <a:pt x="167" y="151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7708503A-7056-A840-BEB4-AA8DF89FA93C}"/>
                  </a:ext>
                </a:extLst>
              </p:cNvPr>
              <p:cNvSpPr/>
              <p:nvPr/>
            </p:nvSpPr>
            <p:spPr>
              <a:xfrm>
                <a:off x="18610885" y="6009318"/>
                <a:ext cx="220506" cy="201889"/>
              </a:xfrm>
              <a:custGeom>
                <a:avLst/>
                <a:gdLst>
                  <a:gd name="connsiteX0" fmla="*/ 14950 w 220506"/>
                  <a:gd name="connsiteY0" fmla="*/ 13708 h 201889"/>
                  <a:gd name="connsiteX1" fmla="*/ 14950 w 220506"/>
                  <a:gd name="connsiteY1" fmla="*/ 186934 h 201889"/>
                  <a:gd name="connsiteX2" fmla="*/ 205556 w 220506"/>
                  <a:gd name="connsiteY2" fmla="*/ 186934 h 201889"/>
                  <a:gd name="connsiteX3" fmla="*/ 205556 w 220506"/>
                  <a:gd name="connsiteY3" fmla="*/ 13708 h 201889"/>
                  <a:gd name="connsiteX4" fmla="*/ 7432 w 220506"/>
                  <a:gd name="connsiteY4" fmla="*/ 0 h 201889"/>
                  <a:gd name="connsiteX5" fmla="*/ 214312 w 220506"/>
                  <a:gd name="connsiteY5" fmla="*/ 0 h 201889"/>
                  <a:gd name="connsiteX6" fmla="*/ 220506 w 220506"/>
                  <a:gd name="connsiteY6" fmla="*/ 7432 h 201889"/>
                  <a:gd name="connsiteX7" fmla="*/ 220506 w 220506"/>
                  <a:gd name="connsiteY7" fmla="*/ 194458 h 201889"/>
                  <a:gd name="connsiteX8" fmla="*/ 214312 w 220506"/>
                  <a:gd name="connsiteY8" fmla="*/ 201889 h 201889"/>
                  <a:gd name="connsiteX9" fmla="*/ 7432 w 220506"/>
                  <a:gd name="connsiteY9" fmla="*/ 201889 h 201889"/>
                  <a:gd name="connsiteX10" fmla="*/ 0 w 220506"/>
                  <a:gd name="connsiteY10" fmla="*/ 194458 h 201889"/>
                  <a:gd name="connsiteX11" fmla="*/ 0 w 220506"/>
                  <a:gd name="connsiteY11" fmla="*/ 7432 h 201889"/>
                  <a:gd name="connsiteX12" fmla="*/ 7432 w 220506"/>
                  <a:gd name="connsiteY12" fmla="*/ 0 h 201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0506" h="201889">
                    <a:moveTo>
                      <a:pt x="14950" y="13708"/>
                    </a:moveTo>
                    <a:lnTo>
                      <a:pt x="14950" y="186934"/>
                    </a:lnTo>
                    <a:lnTo>
                      <a:pt x="205556" y="186934"/>
                    </a:lnTo>
                    <a:lnTo>
                      <a:pt x="205556" y="13708"/>
                    </a:lnTo>
                    <a:close/>
                    <a:moveTo>
                      <a:pt x="7432" y="0"/>
                    </a:moveTo>
                    <a:lnTo>
                      <a:pt x="214312" y="0"/>
                    </a:lnTo>
                    <a:cubicBezTo>
                      <a:pt x="218028" y="0"/>
                      <a:pt x="220506" y="3716"/>
                      <a:pt x="220506" y="7432"/>
                    </a:cubicBezTo>
                    <a:lnTo>
                      <a:pt x="220506" y="194458"/>
                    </a:lnTo>
                    <a:cubicBezTo>
                      <a:pt x="220506" y="198173"/>
                      <a:pt x="218028" y="201889"/>
                      <a:pt x="214312" y="201889"/>
                    </a:cubicBezTo>
                    <a:lnTo>
                      <a:pt x="7432" y="201889"/>
                    </a:lnTo>
                    <a:cubicBezTo>
                      <a:pt x="2478" y="201889"/>
                      <a:pt x="0" y="198173"/>
                      <a:pt x="0" y="194458"/>
                    </a:cubicBezTo>
                    <a:lnTo>
                      <a:pt x="0" y="7432"/>
                    </a:lnTo>
                    <a:cubicBezTo>
                      <a:pt x="0" y="3716"/>
                      <a:pt x="2478" y="0"/>
                      <a:pt x="74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8" name="Freeform 217">
                <a:extLst>
                  <a:ext uri="{FF2B5EF4-FFF2-40B4-BE49-F238E27FC236}">
                    <a16:creationId xmlns:a16="http://schemas.microsoft.com/office/drawing/2014/main" id="{8C34A2AF-CF3B-2446-B99E-C9858A166287}"/>
                  </a:ext>
                </a:extLst>
              </p:cNvPr>
              <p:cNvSpPr/>
              <p:nvPr/>
            </p:nvSpPr>
            <p:spPr>
              <a:xfrm>
                <a:off x="18618361" y="6428051"/>
                <a:ext cx="206801" cy="2317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7" h="187">
                    <a:moveTo>
                      <a:pt x="0" y="187"/>
                    </a:moveTo>
                    <a:lnTo>
                      <a:pt x="52" y="187"/>
                    </a:lnTo>
                    <a:lnTo>
                      <a:pt x="105" y="187"/>
                    </a:lnTo>
                    <a:cubicBezTo>
                      <a:pt x="122" y="187"/>
                      <a:pt x="137" y="180"/>
                      <a:pt x="148" y="169"/>
                    </a:cubicBezTo>
                    <a:cubicBezTo>
                      <a:pt x="159" y="158"/>
                      <a:pt x="167" y="142"/>
                      <a:pt x="167" y="125"/>
                    </a:cubicBezTo>
                    <a:lnTo>
                      <a:pt x="167" y="63"/>
                    </a:lnTo>
                    <a:lnTo>
                      <a:pt x="167" y="0"/>
                    </a:lnTo>
                    <a:lnTo>
                      <a:pt x="83" y="0"/>
                    </a:lnTo>
                    <a:lnTo>
                      <a:pt x="0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:a16="http://schemas.microsoft.com/office/drawing/2014/main" id="{2B204D83-8FC2-6944-9C55-BF96D3EE18A7}"/>
                  </a:ext>
                </a:extLst>
              </p:cNvPr>
              <p:cNvSpPr/>
              <p:nvPr/>
            </p:nvSpPr>
            <p:spPr>
              <a:xfrm>
                <a:off x="18610885" y="6420574"/>
                <a:ext cx="220506" cy="246753"/>
              </a:xfrm>
              <a:custGeom>
                <a:avLst/>
                <a:gdLst>
                  <a:gd name="connsiteX0" fmla="*/ 14950 w 220506"/>
                  <a:gd name="connsiteY0" fmla="*/ 14951 h 246753"/>
                  <a:gd name="connsiteX1" fmla="*/ 14950 w 220506"/>
                  <a:gd name="connsiteY1" fmla="*/ 233041 h 246753"/>
                  <a:gd name="connsiteX2" fmla="*/ 137482 w 220506"/>
                  <a:gd name="connsiteY2" fmla="*/ 233041 h 246753"/>
                  <a:gd name="connsiteX3" fmla="*/ 185752 w 220506"/>
                  <a:gd name="connsiteY3" fmla="*/ 211976 h 246753"/>
                  <a:gd name="connsiteX4" fmla="*/ 205556 w 220506"/>
                  <a:gd name="connsiteY4" fmla="*/ 162410 h 246753"/>
                  <a:gd name="connsiteX5" fmla="*/ 205556 w 220506"/>
                  <a:gd name="connsiteY5" fmla="*/ 14951 h 246753"/>
                  <a:gd name="connsiteX6" fmla="*/ 7432 w 220506"/>
                  <a:gd name="connsiteY6" fmla="*/ 0 h 246753"/>
                  <a:gd name="connsiteX7" fmla="*/ 214312 w 220506"/>
                  <a:gd name="connsiteY7" fmla="*/ 0 h 246753"/>
                  <a:gd name="connsiteX8" fmla="*/ 220506 w 220506"/>
                  <a:gd name="connsiteY8" fmla="*/ 7440 h 246753"/>
                  <a:gd name="connsiteX9" fmla="*/ 220506 w 220506"/>
                  <a:gd name="connsiteY9" fmla="*/ 162436 h 246753"/>
                  <a:gd name="connsiteX10" fmla="*/ 195730 w 220506"/>
                  <a:gd name="connsiteY10" fmla="*/ 223194 h 246753"/>
                  <a:gd name="connsiteX11" fmla="*/ 137506 w 220506"/>
                  <a:gd name="connsiteY11" fmla="*/ 246753 h 246753"/>
                  <a:gd name="connsiteX12" fmla="*/ 7432 w 220506"/>
                  <a:gd name="connsiteY12" fmla="*/ 246753 h 246753"/>
                  <a:gd name="connsiteX13" fmla="*/ 0 w 220506"/>
                  <a:gd name="connsiteY13" fmla="*/ 239313 h 246753"/>
                  <a:gd name="connsiteX14" fmla="*/ 0 w 220506"/>
                  <a:gd name="connsiteY14" fmla="*/ 7440 h 246753"/>
                  <a:gd name="connsiteX15" fmla="*/ 7432 w 220506"/>
                  <a:gd name="connsiteY15" fmla="*/ 0 h 246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20506" h="246753">
                    <a:moveTo>
                      <a:pt x="14950" y="14951"/>
                    </a:moveTo>
                    <a:lnTo>
                      <a:pt x="14950" y="233041"/>
                    </a:lnTo>
                    <a:lnTo>
                      <a:pt x="137482" y="233041"/>
                    </a:lnTo>
                    <a:cubicBezTo>
                      <a:pt x="156048" y="233041"/>
                      <a:pt x="172138" y="225606"/>
                      <a:pt x="185752" y="211976"/>
                    </a:cubicBezTo>
                    <a:cubicBezTo>
                      <a:pt x="199368" y="199584"/>
                      <a:pt x="205556" y="182236"/>
                      <a:pt x="205556" y="162410"/>
                    </a:cubicBezTo>
                    <a:lnTo>
                      <a:pt x="205556" y="14951"/>
                    </a:lnTo>
                    <a:close/>
                    <a:moveTo>
                      <a:pt x="7432" y="0"/>
                    </a:moveTo>
                    <a:lnTo>
                      <a:pt x="214312" y="0"/>
                    </a:lnTo>
                    <a:cubicBezTo>
                      <a:pt x="218028" y="0"/>
                      <a:pt x="220506" y="3720"/>
                      <a:pt x="220506" y="7440"/>
                    </a:cubicBezTo>
                    <a:lnTo>
                      <a:pt x="220506" y="162436"/>
                    </a:lnTo>
                    <a:cubicBezTo>
                      <a:pt x="220506" y="185995"/>
                      <a:pt x="211834" y="207074"/>
                      <a:pt x="195730" y="223194"/>
                    </a:cubicBezTo>
                    <a:cubicBezTo>
                      <a:pt x="179624" y="238073"/>
                      <a:pt x="158566" y="246753"/>
                      <a:pt x="137506" y="246753"/>
                    </a:cubicBezTo>
                    <a:lnTo>
                      <a:pt x="7432" y="246753"/>
                    </a:lnTo>
                    <a:cubicBezTo>
                      <a:pt x="2478" y="246753"/>
                      <a:pt x="0" y="244273"/>
                      <a:pt x="0" y="239313"/>
                    </a:cubicBezTo>
                    <a:lnTo>
                      <a:pt x="0" y="7440"/>
                    </a:lnTo>
                    <a:cubicBezTo>
                      <a:pt x="0" y="3720"/>
                      <a:pt x="2478" y="0"/>
                      <a:pt x="74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1" name="Freeform 220">
                <a:extLst>
                  <a:ext uri="{FF2B5EF4-FFF2-40B4-BE49-F238E27FC236}">
                    <a16:creationId xmlns:a16="http://schemas.microsoft.com/office/drawing/2014/main" id="{E29CB591-F2C6-C042-B03D-087FE8811718}"/>
                  </a:ext>
                </a:extLst>
              </p:cNvPr>
              <p:cNvSpPr/>
              <p:nvPr/>
            </p:nvSpPr>
            <p:spPr>
              <a:xfrm>
                <a:off x="18618361" y="6204976"/>
                <a:ext cx="206801" cy="2218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7" h="179">
                    <a:moveTo>
                      <a:pt x="0" y="179"/>
                    </a:moveTo>
                    <a:lnTo>
                      <a:pt x="167" y="179"/>
                    </a:lnTo>
                    <a:lnTo>
                      <a:pt x="1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26E0841B-113A-4C4B-95F7-7CDFF4A77F03}"/>
                  </a:ext>
                </a:extLst>
              </p:cNvPr>
              <p:cNvSpPr/>
              <p:nvPr/>
            </p:nvSpPr>
            <p:spPr>
              <a:xfrm>
                <a:off x="18610885" y="6197498"/>
                <a:ext cx="220506" cy="236784"/>
              </a:xfrm>
              <a:custGeom>
                <a:avLst/>
                <a:gdLst>
                  <a:gd name="connsiteX0" fmla="*/ 14950 w 220506"/>
                  <a:gd name="connsiteY0" fmla="*/ 14955 h 236784"/>
                  <a:gd name="connsiteX1" fmla="*/ 14950 w 220506"/>
                  <a:gd name="connsiteY1" fmla="*/ 221829 h 236784"/>
                  <a:gd name="connsiteX2" fmla="*/ 205556 w 220506"/>
                  <a:gd name="connsiteY2" fmla="*/ 221829 h 236784"/>
                  <a:gd name="connsiteX3" fmla="*/ 205556 w 220506"/>
                  <a:gd name="connsiteY3" fmla="*/ 14955 h 236784"/>
                  <a:gd name="connsiteX4" fmla="*/ 7432 w 220506"/>
                  <a:gd name="connsiteY4" fmla="*/ 0 h 236784"/>
                  <a:gd name="connsiteX5" fmla="*/ 214312 w 220506"/>
                  <a:gd name="connsiteY5" fmla="*/ 0 h 236784"/>
                  <a:gd name="connsiteX6" fmla="*/ 220506 w 220506"/>
                  <a:gd name="connsiteY6" fmla="*/ 7438 h 236784"/>
                  <a:gd name="connsiteX7" fmla="*/ 220506 w 220506"/>
                  <a:gd name="connsiteY7" fmla="*/ 229346 h 236784"/>
                  <a:gd name="connsiteX8" fmla="*/ 214312 w 220506"/>
                  <a:gd name="connsiteY8" fmla="*/ 236784 h 236784"/>
                  <a:gd name="connsiteX9" fmla="*/ 7432 w 220506"/>
                  <a:gd name="connsiteY9" fmla="*/ 236784 h 236784"/>
                  <a:gd name="connsiteX10" fmla="*/ 0 w 220506"/>
                  <a:gd name="connsiteY10" fmla="*/ 229346 h 236784"/>
                  <a:gd name="connsiteX11" fmla="*/ 0 w 220506"/>
                  <a:gd name="connsiteY11" fmla="*/ 7438 h 236784"/>
                  <a:gd name="connsiteX12" fmla="*/ 7432 w 220506"/>
                  <a:gd name="connsiteY12" fmla="*/ 0 h 2367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0506" h="236784">
                    <a:moveTo>
                      <a:pt x="14950" y="14955"/>
                    </a:moveTo>
                    <a:lnTo>
                      <a:pt x="14950" y="221829"/>
                    </a:lnTo>
                    <a:lnTo>
                      <a:pt x="205556" y="221829"/>
                    </a:lnTo>
                    <a:lnTo>
                      <a:pt x="205556" y="14955"/>
                    </a:lnTo>
                    <a:close/>
                    <a:moveTo>
                      <a:pt x="7432" y="0"/>
                    </a:moveTo>
                    <a:lnTo>
                      <a:pt x="214312" y="0"/>
                    </a:lnTo>
                    <a:cubicBezTo>
                      <a:pt x="218028" y="0"/>
                      <a:pt x="220506" y="3719"/>
                      <a:pt x="220506" y="7438"/>
                    </a:cubicBezTo>
                    <a:lnTo>
                      <a:pt x="220506" y="229346"/>
                    </a:lnTo>
                    <a:cubicBezTo>
                      <a:pt x="220506" y="234305"/>
                      <a:pt x="218028" y="236784"/>
                      <a:pt x="214312" y="236784"/>
                    </a:cubicBezTo>
                    <a:lnTo>
                      <a:pt x="7432" y="236784"/>
                    </a:lnTo>
                    <a:cubicBezTo>
                      <a:pt x="2478" y="236784"/>
                      <a:pt x="0" y="234305"/>
                      <a:pt x="0" y="229346"/>
                    </a:cubicBezTo>
                    <a:lnTo>
                      <a:pt x="0" y="7438"/>
                    </a:lnTo>
                    <a:cubicBezTo>
                      <a:pt x="0" y="3719"/>
                      <a:pt x="2478" y="0"/>
                      <a:pt x="74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13E88271-FC3A-7549-8346-AE8FE9ED2957}"/>
                  </a:ext>
                </a:extLst>
              </p:cNvPr>
              <p:cNvSpPr/>
              <p:nvPr/>
            </p:nvSpPr>
            <p:spPr>
              <a:xfrm>
                <a:off x="18395364" y="6428051"/>
                <a:ext cx="221751" cy="2317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9" h="187">
                    <a:moveTo>
                      <a:pt x="0" y="187"/>
                    </a:moveTo>
                    <a:lnTo>
                      <a:pt x="179" y="187"/>
                    </a:lnTo>
                    <a:lnTo>
                      <a:pt x="17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7" name="Freeform 456">
                <a:extLst>
                  <a:ext uri="{FF2B5EF4-FFF2-40B4-BE49-F238E27FC236}">
                    <a16:creationId xmlns:a16="http://schemas.microsoft.com/office/drawing/2014/main" id="{F62452C0-36F1-FB41-8B68-0AF7FE5275D3}"/>
                  </a:ext>
                </a:extLst>
              </p:cNvPr>
              <p:cNvSpPr/>
              <p:nvPr/>
            </p:nvSpPr>
            <p:spPr>
              <a:xfrm>
                <a:off x="18387888" y="6420574"/>
                <a:ext cx="236700" cy="246753"/>
              </a:xfrm>
              <a:custGeom>
                <a:avLst/>
                <a:gdLst>
                  <a:gd name="connsiteX0" fmla="*/ 14952 w 236700"/>
                  <a:gd name="connsiteY0" fmla="*/ 14951 h 246753"/>
                  <a:gd name="connsiteX1" fmla="*/ 14952 w 236700"/>
                  <a:gd name="connsiteY1" fmla="*/ 233041 h 246753"/>
                  <a:gd name="connsiteX2" fmla="*/ 221752 w 236700"/>
                  <a:gd name="connsiteY2" fmla="*/ 233041 h 246753"/>
                  <a:gd name="connsiteX3" fmla="*/ 221752 w 236700"/>
                  <a:gd name="connsiteY3" fmla="*/ 14951 h 246753"/>
                  <a:gd name="connsiteX4" fmla="*/ 7436 w 236700"/>
                  <a:gd name="connsiteY4" fmla="*/ 0 h 246753"/>
                  <a:gd name="connsiteX5" fmla="*/ 229266 w 236700"/>
                  <a:gd name="connsiteY5" fmla="*/ 0 h 246753"/>
                  <a:gd name="connsiteX6" fmla="*/ 236700 w 236700"/>
                  <a:gd name="connsiteY6" fmla="*/ 7440 h 246753"/>
                  <a:gd name="connsiteX7" fmla="*/ 236700 w 236700"/>
                  <a:gd name="connsiteY7" fmla="*/ 239313 h 246753"/>
                  <a:gd name="connsiteX8" fmla="*/ 229266 w 236700"/>
                  <a:gd name="connsiteY8" fmla="*/ 246753 h 246753"/>
                  <a:gd name="connsiteX9" fmla="*/ 7436 w 236700"/>
                  <a:gd name="connsiteY9" fmla="*/ 246753 h 246753"/>
                  <a:gd name="connsiteX10" fmla="*/ 0 w 236700"/>
                  <a:gd name="connsiteY10" fmla="*/ 239313 h 246753"/>
                  <a:gd name="connsiteX11" fmla="*/ 0 w 236700"/>
                  <a:gd name="connsiteY11" fmla="*/ 7440 h 246753"/>
                  <a:gd name="connsiteX12" fmla="*/ 7436 w 236700"/>
                  <a:gd name="connsiteY12" fmla="*/ 0 h 246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36700" h="246753">
                    <a:moveTo>
                      <a:pt x="14952" y="14951"/>
                    </a:moveTo>
                    <a:lnTo>
                      <a:pt x="14952" y="233041"/>
                    </a:lnTo>
                    <a:lnTo>
                      <a:pt x="221752" y="233041"/>
                    </a:lnTo>
                    <a:lnTo>
                      <a:pt x="221752" y="14951"/>
                    </a:lnTo>
                    <a:close/>
                    <a:moveTo>
                      <a:pt x="7436" y="0"/>
                    </a:moveTo>
                    <a:lnTo>
                      <a:pt x="229266" y="0"/>
                    </a:lnTo>
                    <a:cubicBezTo>
                      <a:pt x="232984" y="0"/>
                      <a:pt x="236700" y="3720"/>
                      <a:pt x="236700" y="7440"/>
                    </a:cubicBezTo>
                    <a:lnTo>
                      <a:pt x="236700" y="239313"/>
                    </a:lnTo>
                    <a:cubicBezTo>
                      <a:pt x="236700" y="244273"/>
                      <a:pt x="232984" y="246753"/>
                      <a:pt x="229266" y="246753"/>
                    </a:cubicBezTo>
                    <a:lnTo>
                      <a:pt x="7436" y="246753"/>
                    </a:lnTo>
                    <a:cubicBezTo>
                      <a:pt x="3718" y="246753"/>
                      <a:pt x="0" y="244273"/>
                      <a:pt x="0" y="239313"/>
                    </a:cubicBezTo>
                    <a:lnTo>
                      <a:pt x="0" y="7440"/>
                    </a:lnTo>
                    <a:cubicBezTo>
                      <a:pt x="0" y="3720"/>
                      <a:pt x="3718" y="0"/>
                      <a:pt x="74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C67E4874-D435-A944-B5D3-CC7996425DD6}"/>
                  </a:ext>
                </a:extLst>
              </p:cNvPr>
              <p:cNvSpPr/>
              <p:nvPr/>
            </p:nvSpPr>
            <p:spPr>
              <a:xfrm>
                <a:off x="18193546" y="6428051"/>
                <a:ext cx="200572" cy="2317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2" h="187">
                    <a:moveTo>
                      <a:pt x="0" y="0"/>
                    </a:moveTo>
                    <a:lnTo>
                      <a:pt x="0" y="63"/>
                    </a:lnTo>
                    <a:lnTo>
                      <a:pt x="0" y="125"/>
                    </a:lnTo>
                    <a:cubicBezTo>
                      <a:pt x="0" y="142"/>
                      <a:pt x="7" y="158"/>
                      <a:pt x="18" y="169"/>
                    </a:cubicBezTo>
                    <a:cubicBezTo>
                      <a:pt x="29" y="180"/>
                      <a:pt x="44" y="187"/>
                      <a:pt x="62" y="187"/>
                    </a:cubicBezTo>
                    <a:lnTo>
                      <a:pt x="112" y="187"/>
                    </a:lnTo>
                    <a:lnTo>
                      <a:pt x="162" y="187"/>
                    </a:lnTo>
                    <a:lnTo>
                      <a:pt x="162" y="94"/>
                    </a:lnTo>
                    <a:lnTo>
                      <a:pt x="162" y="0"/>
                    </a:lnTo>
                    <a:lnTo>
                      <a:pt x="81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8" name="Freeform 457">
                <a:extLst>
                  <a:ext uri="{FF2B5EF4-FFF2-40B4-BE49-F238E27FC236}">
                    <a16:creationId xmlns:a16="http://schemas.microsoft.com/office/drawing/2014/main" id="{E3C11E3A-2F5A-3546-B5B7-CF645B6D510D}"/>
                  </a:ext>
                </a:extLst>
              </p:cNvPr>
              <p:cNvSpPr/>
              <p:nvPr/>
            </p:nvSpPr>
            <p:spPr>
              <a:xfrm>
                <a:off x="18186072" y="6420574"/>
                <a:ext cx="215520" cy="246753"/>
              </a:xfrm>
              <a:custGeom>
                <a:avLst/>
                <a:gdLst>
                  <a:gd name="connsiteX0" fmla="*/ 14948 w 215520"/>
                  <a:gd name="connsiteY0" fmla="*/ 14951 h 246753"/>
                  <a:gd name="connsiteX1" fmla="*/ 14948 w 215520"/>
                  <a:gd name="connsiteY1" fmla="*/ 162410 h 246753"/>
                  <a:gd name="connsiteX2" fmla="*/ 34748 w 215520"/>
                  <a:gd name="connsiteY2" fmla="*/ 211976 h 246753"/>
                  <a:gd name="connsiteX3" fmla="*/ 84248 w 215520"/>
                  <a:gd name="connsiteY3" fmla="*/ 233041 h 246753"/>
                  <a:gd name="connsiteX4" fmla="*/ 200572 w 215520"/>
                  <a:gd name="connsiteY4" fmla="*/ 233041 h 246753"/>
                  <a:gd name="connsiteX5" fmla="*/ 200572 w 215520"/>
                  <a:gd name="connsiteY5" fmla="*/ 14951 h 246753"/>
                  <a:gd name="connsiteX6" fmla="*/ 7430 w 215520"/>
                  <a:gd name="connsiteY6" fmla="*/ 0 h 246753"/>
                  <a:gd name="connsiteX7" fmla="*/ 208090 w 215520"/>
                  <a:gd name="connsiteY7" fmla="*/ 0 h 246753"/>
                  <a:gd name="connsiteX8" fmla="*/ 215520 w 215520"/>
                  <a:gd name="connsiteY8" fmla="*/ 7440 h 246753"/>
                  <a:gd name="connsiteX9" fmla="*/ 215520 w 215520"/>
                  <a:gd name="connsiteY9" fmla="*/ 239313 h 246753"/>
                  <a:gd name="connsiteX10" fmla="*/ 208090 w 215520"/>
                  <a:gd name="connsiteY10" fmla="*/ 246753 h 246753"/>
                  <a:gd name="connsiteX11" fmla="*/ 84226 w 215520"/>
                  <a:gd name="connsiteY11" fmla="*/ 246753 h 246753"/>
                  <a:gd name="connsiteX12" fmla="*/ 24772 w 215520"/>
                  <a:gd name="connsiteY12" fmla="*/ 223194 h 246753"/>
                  <a:gd name="connsiteX13" fmla="*/ 0 w 215520"/>
                  <a:gd name="connsiteY13" fmla="*/ 162436 h 246753"/>
                  <a:gd name="connsiteX14" fmla="*/ 0 w 215520"/>
                  <a:gd name="connsiteY14" fmla="*/ 7440 h 246753"/>
                  <a:gd name="connsiteX15" fmla="*/ 7430 w 215520"/>
                  <a:gd name="connsiteY15" fmla="*/ 0 h 2467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15520" h="246753">
                    <a:moveTo>
                      <a:pt x="14948" y="14951"/>
                    </a:moveTo>
                    <a:lnTo>
                      <a:pt x="14948" y="162410"/>
                    </a:lnTo>
                    <a:cubicBezTo>
                      <a:pt x="14948" y="182236"/>
                      <a:pt x="22374" y="199584"/>
                      <a:pt x="34748" y="211976"/>
                    </a:cubicBezTo>
                    <a:cubicBezTo>
                      <a:pt x="48362" y="225606"/>
                      <a:pt x="65686" y="233041"/>
                      <a:pt x="84248" y="233041"/>
                    </a:cubicBezTo>
                    <a:lnTo>
                      <a:pt x="200572" y="233041"/>
                    </a:lnTo>
                    <a:lnTo>
                      <a:pt x="200572" y="14951"/>
                    </a:lnTo>
                    <a:close/>
                    <a:moveTo>
                      <a:pt x="7430" y="0"/>
                    </a:moveTo>
                    <a:lnTo>
                      <a:pt x="208090" y="0"/>
                    </a:lnTo>
                    <a:cubicBezTo>
                      <a:pt x="211806" y="0"/>
                      <a:pt x="215520" y="3720"/>
                      <a:pt x="215520" y="7440"/>
                    </a:cubicBezTo>
                    <a:lnTo>
                      <a:pt x="215520" y="239313"/>
                    </a:lnTo>
                    <a:cubicBezTo>
                      <a:pt x="215520" y="244273"/>
                      <a:pt x="211806" y="246753"/>
                      <a:pt x="208090" y="246753"/>
                    </a:cubicBezTo>
                    <a:lnTo>
                      <a:pt x="84226" y="246753"/>
                    </a:lnTo>
                    <a:cubicBezTo>
                      <a:pt x="60692" y="246753"/>
                      <a:pt x="40874" y="238073"/>
                      <a:pt x="24772" y="223194"/>
                    </a:cubicBezTo>
                    <a:cubicBezTo>
                      <a:pt x="8670" y="207074"/>
                      <a:pt x="0" y="185995"/>
                      <a:pt x="0" y="162436"/>
                    </a:cubicBezTo>
                    <a:lnTo>
                      <a:pt x="0" y="7440"/>
                    </a:lnTo>
                    <a:cubicBezTo>
                      <a:pt x="0" y="3720"/>
                      <a:pt x="3714" y="0"/>
                      <a:pt x="74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C5E4A71-62B1-7546-9287-A179847BB209}"/>
                  </a:ext>
                </a:extLst>
              </p:cNvPr>
              <p:cNvSpPr/>
              <p:nvPr/>
            </p:nvSpPr>
            <p:spPr>
              <a:xfrm>
                <a:off x="18629572" y="5762564"/>
                <a:ext cx="119596" cy="180703"/>
              </a:xfrm>
              <a:custGeom>
                <a:avLst/>
                <a:gdLst>
                  <a:gd name="connsiteX0" fmla="*/ 60412 w 119596"/>
                  <a:gd name="connsiteY0" fmla="*/ 13709 h 180703"/>
                  <a:gd name="connsiteX1" fmla="*/ 14950 w 119596"/>
                  <a:gd name="connsiteY1" fmla="*/ 90347 h 180703"/>
                  <a:gd name="connsiteX2" fmla="*/ 60412 w 119596"/>
                  <a:gd name="connsiteY2" fmla="*/ 165749 h 180703"/>
                  <a:gd name="connsiteX3" fmla="*/ 104648 w 119596"/>
                  <a:gd name="connsiteY3" fmla="*/ 90347 h 180703"/>
                  <a:gd name="connsiteX4" fmla="*/ 60412 w 119596"/>
                  <a:gd name="connsiteY4" fmla="*/ 13709 h 180703"/>
                  <a:gd name="connsiteX5" fmla="*/ 60416 w 119596"/>
                  <a:gd name="connsiteY5" fmla="*/ 0 h 180703"/>
                  <a:gd name="connsiteX6" fmla="*/ 119596 w 119596"/>
                  <a:gd name="connsiteY6" fmla="*/ 90352 h 180703"/>
                  <a:gd name="connsiteX7" fmla="*/ 60416 w 119596"/>
                  <a:gd name="connsiteY7" fmla="*/ 180703 h 180703"/>
                  <a:gd name="connsiteX8" fmla="*/ 0 w 119596"/>
                  <a:gd name="connsiteY8" fmla="*/ 90352 h 180703"/>
                  <a:gd name="connsiteX9" fmla="*/ 60416 w 119596"/>
                  <a:gd name="connsiteY9" fmla="*/ 0 h 180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9596" h="180703">
                    <a:moveTo>
                      <a:pt x="60412" y="13709"/>
                    </a:moveTo>
                    <a:cubicBezTo>
                      <a:pt x="18636" y="13709"/>
                      <a:pt x="14950" y="68098"/>
                      <a:pt x="14950" y="90347"/>
                    </a:cubicBezTo>
                    <a:cubicBezTo>
                      <a:pt x="14950" y="112597"/>
                      <a:pt x="18636" y="165749"/>
                      <a:pt x="60412" y="165749"/>
                    </a:cubicBezTo>
                    <a:cubicBezTo>
                      <a:pt x="100960" y="165749"/>
                      <a:pt x="104648" y="112597"/>
                      <a:pt x="104648" y="90347"/>
                    </a:cubicBezTo>
                    <a:cubicBezTo>
                      <a:pt x="104648" y="68098"/>
                      <a:pt x="100960" y="13709"/>
                      <a:pt x="60412" y="13709"/>
                    </a:cubicBezTo>
                    <a:close/>
                    <a:moveTo>
                      <a:pt x="60416" y="0"/>
                    </a:moveTo>
                    <a:cubicBezTo>
                      <a:pt x="97404" y="0"/>
                      <a:pt x="119596" y="33418"/>
                      <a:pt x="119596" y="90352"/>
                    </a:cubicBezTo>
                    <a:cubicBezTo>
                      <a:pt x="119596" y="147286"/>
                      <a:pt x="97404" y="180703"/>
                      <a:pt x="60416" y="180703"/>
                    </a:cubicBezTo>
                    <a:cubicBezTo>
                      <a:pt x="22194" y="180703"/>
                      <a:pt x="0" y="147286"/>
                      <a:pt x="0" y="90352"/>
                    </a:cubicBezTo>
                    <a:cubicBezTo>
                      <a:pt x="0" y="33418"/>
                      <a:pt x="22194" y="0"/>
                      <a:pt x="604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05150121-0447-2F46-8BAB-DED0E461349E}"/>
                  </a:ext>
                </a:extLst>
              </p:cNvPr>
              <p:cNvSpPr/>
              <p:nvPr/>
            </p:nvSpPr>
            <p:spPr>
              <a:xfrm>
                <a:off x="18643277" y="5791228"/>
                <a:ext cx="80976" cy="1345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" h="109">
                    <a:moveTo>
                      <a:pt x="60" y="109"/>
                    </a:moveTo>
                    <a:cubicBezTo>
                      <a:pt x="58" y="109"/>
                      <a:pt x="56" y="108"/>
                      <a:pt x="55" y="106"/>
                    </a:cubicBezTo>
                    <a:lnTo>
                      <a:pt x="0" y="9"/>
                    </a:lnTo>
                    <a:cubicBezTo>
                      <a:pt x="-1" y="6"/>
                      <a:pt x="0" y="2"/>
                      <a:pt x="3" y="1"/>
                    </a:cubicBezTo>
                    <a:cubicBezTo>
                      <a:pt x="5" y="-1"/>
                      <a:pt x="9" y="0"/>
                      <a:pt x="11" y="3"/>
                    </a:cubicBezTo>
                    <a:lnTo>
                      <a:pt x="65" y="101"/>
                    </a:lnTo>
                    <a:cubicBezTo>
                      <a:pt x="66" y="103"/>
                      <a:pt x="65" y="107"/>
                      <a:pt x="63" y="108"/>
                    </a:cubicBezTo>
                    <a:cubicBezTo>
                      <a:pt x="61" y="108"/>
                      <a:pt x="61" y="109"/>
                      <a:pt x="60" y="10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B0789ABB-6E04-0147-90CA-65469A9EB6AD}"/>
                  </a:ext>
                </a:extLst>
              </p:cNvPr>
              <p:cNvSpPr/>
              <p:nvPr/>
            </p:nvSpPr>
            <p:spPr>
              <a:xfrm>
                <a:off x="19061864" y="5682806"/>
                <a:ext cx="1377844" cy="984521"/>
              </a:xfrm>
              <a:custGeom>
                <a:avLst/>
                <a:gdLst>
                  <a:gd name="connsiteX0" fmla="*/ 93360 w 1377844"/>
                  <a:gd name="connsiteY0" fmla="*/ 14954 h 984521"/>
                  <a:gd name="connsiteX1" fmla="*/ 37352 w 1377844"/>
                  <a:gd name="connsiteY1" fmla="*/ 38602 h 984521"/>
                  <a:gd name="connsiteX2" fmla="*/ 14948 w 1377844"/>
                  <a:gd name="connsiteY2" fmla="*/ 94609 h 984521"/>
                  <a:gd name="connsiteX3" fmla="*/ 14948 w 1377844"/>
                  <a:gd name="connsiteY3" fmla="*/ 891157 h 984521"/>
                  <a:gd name="connsiteX4" fmla="*/ 37352 w 1377844"/>
                  <a:gd name="connsiteY4" fmla="*/ 947165 h 984521"/>
                  <a:gd name="connsiteX5" fmla="*/ 93360 w 1377844"/>
                  <a:gd name="connsiteY5" fmla="*/ 970812 h 984521"/>
                  <a:gd name="connsiteX6" fmla="*/ 1283238 w 1377844"/>
                  <a:gd name="connsiteY6" fmla="*/ 970812 h 984521"/>
                  <a:gd name="connsiteX7" fmla="*/ 1339248 w 1377844"/>
                  <a:gd name="connsiteY7" fmla="*/ 947165 h 984521"/>
                  <a:gd name="connsiteX8" fmla="*/ 1364140 w 1377844"/>
                  <a:gd name="connsiteY8" fmla="*/ 891157 h 984521"/>
                  <a:gd name="connsiteX9" fmla="*/ 1364140 w 1377844"/>
                  <a:gd name="connsiteY9" fmla="*/ 94609 h 984521"/>
                  <a:gd name="connsiteX10" fmla="*/ 1339248 w 1377844"/>
                  <a:gd name="connsiteY10" fmla="*/ 38602 h 984521"/>
                  <a:gd name="connsiteX11" fmla="*/ 1283238 w 1377844"/>
                  <a:gd name="connsiteY11" fmla="*/ 14954 h 984521"/>
                  <a:gd name="connsiteX12" fmla="*/ 93348 w 1377844"/>
                  <a:gd name="connsiteY12" fmla="*/ 0 h 984521"/>
                  <a:gd name="connsiteX13" fmla="*/ 1283250 w 1377844"/>
                  <a:gd name="connsiteY13" fmla="*/ 0 h 984521"/>
                  <a:gd name="connsiteX14" fmla="*/ 1349218 w 1377844"/>
                  <a:gd name="connsiteY14" fmla="*/ 27383 h 984521"/>
                  <a:gd name="connsiteX15" fmla="*/ 1377844 w 1377844"/>
                  <a:gd name="connsiteY15" fmla="*/ 94594 h 984521"/>
                  <a:gd name="connsiteX16" fmla="*/ 1377844 w 1377844"/>
                  <a:gd name="connsiteY16" fmla="*/ 891172 h 984521"/>
                  <a:gd name="connsiteX17" fmla="*/ 1349218 w 1377844"/>
                  <a:gd name="connsiteY17" fmla="*/ 957139 h 984521"/>
                  <a:gd name="connsiteX18" fmla="*/ 1283250 w 1377844"/>
                  <a:gd name="connsiteY18" fmla="*/ 984521 h 984521"/>
                  <a:gd name="connsiteX19" fmla="*/ 93348 w 1377844"/>
                  <a:gd name="connsiteY19" fmla="*/ 984521 h 984521"/>
                  <a:gd name="connsiteX20" fmla="*/ 27382 w 1377844"/>
                  <a:gd name="connsiteY20" fmla="*/ 957139 h 984521"/>
                  <a:gd name="connsiteX21" fmla="*/ 0 w 1377844"/>
                  <a:gd name="connsiteY21" fmla="*/ 891172 h 984521"/>
                  <a:gd name="connsiteX22" fmla="*/ 0 w 1377844"/>
                  <a:gd name="connsiteY22" fmla="*/ 94594 h 984521"/>
                  <a:gd name="connsiteX23" fmla="*/ 27382 w 1377844"/>
                  <a:gd name="connsiteY23" fmla="*/ 27383 h 984521"/>
                  <a:gd name="connsiteX24" fmla="*/ 93348 w 1377844"/>
                  <a:gd name="connsiteY24" fmla="*/ 0 h 9845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77844" h="984521">
                    <a:moveTo>
                      <a:pt x="93360" y="14954"/>
                    </a:moveTo>
                    <a:cubicBezTo>
                      <a:pt x="72202" y="14954"/>
                      <a:pt x="52288" y="23666"/>
                      <a:pt x="37352" y="38602"/>
                    </a:cubicBezTo>
                    <a:cubicBezTo>
                      <a:pt x="22416" y="53537"/>
                      <a:pt x="14948" y="73451"/>
                      <a:pt x="14948" y="94609"/>
                    </a:cubicBezTo>
                    <a:lnTo>
                      <a:pt x="14948" y="891157"/>
                    </a:lnTo>
                    <a:cubicBezTo>
                      <a:pt x="14948" y="912316"/>
                      <a:pt x="22416" y="932229"/>
                      <a:pt x="37352" y="947165"/>
                    </a:cubicBezTo>
                    <a:cubicBezTo>
                      <a:pt x="52288" y="962100"/>
                      <a:pt x="72202" y="970812"/>
                      <a:pt x="93360" y="970812"/>
                    </a:cubicBezTo>
                    <a:lnTo>
                      <a:pt x="1283238" y="970812"/>
                    </a:lnTo>
                    <a:cubicBezTo>
                      <a:pt x="1304398" y="970812"/>
                      <a:pt x="1324312" y="962100"/>
                      <a:pt x="1339248" y="947165"/>
                    </a:cubicBezTo>
                    <a:cubicBezTo>
                      <a:pt x="1355428" y="932229"/>
                      <a:pt x="1364140" y="912316"/>
                      <a:pt x="1364140" y="891157"/>
                    </a:cubicBezTo>
                    <a:lnTo>
                      <a:pt x="1364140" y="94609"/>
                    </a:lnTo>
                    <a:cubicBezTo>
                      <a:pt x="1364140" y="73451"/>
                      <a:pt x="1355428" y="53537"/>
                      <a:pt x="1339248" y="38602"/>
                    </a:cubicBezTo>
                    <a:cubicBezTo>
                      <a:pt x="1324312" y="23666"/>
                      <a:pt x="1304398" y="14954"/>
                      <a:pt x="1283238" y="14954"/>
                    </a:cubicBezTo>
                    <a:close/>
                    <a:moveTo>
                      <a:pt x="93348" y="0"/>
                    </a:moveTo>
                    <a:lnTo>
                      <a:pt x="1283250" y="0"/>
                    </a:lnTo>
                    <a:cubicBezTo>
                      <a:pt x="1308144" y="0"/>
                      <a:pt x="1331792" y="9957"/>
                      <a:pt x="1349218" y="27383"/>
                    </a:cubicBezTo>
                    <a:cubicBezTo>
                      <a:pt x="1367888" y="46052"/>
                      <a:pt x="1377844" y="69701"/>
                      <a:pt x="1377844" y="94594"/>
                    </a:cubicBezTo>
                    <a:lnTo>
                      <a:pt x="1377844" y="891172"/>
                    </a:lnTo>
                    <a:cubicBezTo>
                      <a:pt x="1377844" y="916065"/>
                      <a:pt x="1367888" y="938469"/>
                      <a:pt x="1349218" y="957139"/>
                    </a:cubicBezTo>
                    <a:cubicBezTo>
                      <a:pt x="1331792" y="974564"/>
                      <a:pt x="1308144" y="984521"/>
                      <a:pt x="1283250" y="984521"/>
                    </a:cubicBezTo>
                    <a:lnTo>
                      <a:pt x="93348" y="984521"/>
                    </a:lnTo>
                    <a:cubicBezTo>
                      <a:pt x="68456" y="984521"/>
                      <a:pt x="44808" y="974564"/>
                      <a:pt x="27382" y="957139"/>
                    </a:cubicBezTo>
                    <a:cubicBezTo>
                      <a:pt x="9956" y="938469"/>
                      <a:pt x="0" y="916065"/>
                      <a:pt x="0" y="891172"/>
                    </a:cubicBezTo>
                    <a:lnTo>
                      <a:pt x="0" y="94594"/>
                    </a:lnTo>
                    <a:cubicBezTo>
                      <a:pt x="0" y="69701"/>
                      <a:pt x="9956" y="46052"/>
                      <a:pt x="27382" y="27383"/>
                    </a:cubicBezTo>
                    <a:cubicBezTo>
                      <a:pt x="44808" y="9957"/>
                      <a:pt x="68456" y="0"/>
                      <a:pt x="933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AEA643E1-47C4-0B45-BB4B-82AFFC91C28C}"/>
                  </a:ext>
                </a:extLst>
              </p:cNvPr>
              <p:cNvSpPr/>
              <p:nvPr/>
            </p:nvSpPr>
            <p:spPr>
              <a:xfrm>
                <a:off x="19162772" y="5793720"/>
                <a:ext cx="1174782" cy="7626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44" h="613">
                    <a:moveTo>
                      <a:pt x="944" y="613"/>
                    </a:moveTo>
                    <a:lnTo>
                      <a:pt x="0" y="613"/>
                    </a:lnTo>
                    <a:lnTo>
                      <a:pt x="0" y="0"/>
                    </a:lnTo>
                    <a:lnTo>
                      <a:pt x="944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3826F648-23FB-6345-AFDD-77C7EF6E4E11}"/>
                  </a:ext>
                </a:extLst>
              </p:cNvPr>
              <p:cNvSpPr/>
              <p:nvPr/>
            </p:nvSpPr>
            <p:spPr>
              <a:xfrm>
                <a:off x="19156544" y="5787489"/>
                <a:ext cx="1188484" cy="776401"/>
              </a:xfrm>
              <a:custGeom>
                <a:avLst/>
                <a:gdLst>
                  <a:gd name="connsiteX0" fmla="*/ 13704 w 1188484"/>
                  <a:gd name="connsiteY0" fmla="*/ 13709 h 776401"/>
                  <a:gd name="connsiteX1" fmla="*/ 13704 w 1188484"/>
                  <a:gd name="connsiteY1" fmla="*/ 761447 h 776401"/>
                  <a:gd name="connsiteX2" fmla="*/ 1174780 w 1188484"/>
                  <a:gd name="connsiteY2" fmla="*/ 761447 h 776401"/>
                  <a:gd name="connsiteX3" fmla="*/ 1174780 w 1188484"/>
                  <a:gd name="connsiteY3" fmla="*/ 13709 h 776401"/>
                  <a:gd name="connsiteX4" fmla="*/ 6222 w 1188484"/>
                  <a:gd name="connsiteY4" fmla="*/ 0 h 776401"/>
                  <a:gd name="connsiteX5" fmla="*/ 1181018 w 1188484"/>
                  <a:gd name="connsiteY5" fmla="*/ 0 h 776401"/>
                  <a:gd name="connsiteX6" fmla="*/ 1188484 w 1188484"/>
                  <a:gd name="connsiteY6" fmla="*/ 6221 h 776401"/>
                  <a:gd name="connsiteX7" fmla="*/ 1188484 w 1188484"/>
                  <a:gd name="connsiteY7" fmla="*/ 768936 h 776401"/>
                  <a:gd name="connsiteX8" fmla="*/ 1181018 w 1188484"/>
                  <a:gd name="connsiteY8" fmla="*/ 776401 h 776401"/>
                  <a:gd name="connsiteX9" fmla="*/ 6222 w 1188484"/>
                  <a:gd name="connsiteY9" fmla="*/ 776401 h 776401"/>
                  <a:gd name="connsiteX10" fmla="*/ 0 w 1188484"/>
                  <a:gd name="connsiteY10" fmla="*/ 768936 h 776401"/>
                  <a:gd name="connsiteX11" fmla="*/ 0 w 1188484"/>
                  <a:gd name="connsiteY11" fmla="*/ 6221 h 776401"/>
                  <a:gd name="connsiteX12" fmla="*/ 6222 w 1188484"/>
                  <a:gd name="connsiteY12" fmla="*/ 0 h 7764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88484" h="776401">
                    <a:moveTo>
                      <a:pt x="13704" y="13709"/>
                    </a:moveTo>
                    <a:lnTo>
                      <a:pt x="13704" y="761447"/>
                    </a:lnTo>
                    <a:lnTo>
                      <a:pt x="1174780" y="761447"/>
                    </a:lnTo>
                    <a:lnTo>
                      <a:pt x="1174780" y="13709"/>
                    </a:lnTo>
                    <a:close/>
                    <a:moveTo>
                      <a:pt x="6222" y="0"/>
                    </a:moveTo>
                    <a:lnTo>
                      <a:pt x="1181018" y="0"/>
                    </a:lnTo>
                    <a:cubicBezTo>
                      <a:pt x="1184750" y="0"/>
                      <a:pt x="1188484" y="2489"/>
                      <a:pt x="1188484" y="6221"/>
                    </a:cubicBezTo>
                    <a:lnTo>
                      <a:pt x="1188484" y="768936"/>
                    </a:lnTo>
                    <a:cubicBezTo>
                      <a:pt x="1188484" y="773913"/>
                      <a:pt x="1184750" y="776401"/>
                      <a:pt x="1181018" y="776401"/>
                    </a:cubicBezTo>
                    <a:lnTo>
                      <a:pt x="6222" y="776401"/>
                    </a:lnTo>
                    <a:cubicBezTo>
                      <a:pt x="2488" y="776401"/>
                      <a:pt x="0" y="773913"/>
                      <a:pt x="0" y="768936"/>
                    </a:cubicBezTo>
                    <a:lnTo>
                      <a:pt x="0" y="6221"/>
                    </a:lnTo>
                    <a:cubicBezTo>
                      <a:pt x="0" y="2489"/>
                      <a:pt x="2488" y="0"/>
                      <a:pt x="62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3F3202EE-A98E-AA4A-A2F4-F3333C52B897}"/>
                  </a:ext>
                </a:extLst>
              </p:cNvPr>
              <p:cNvSpPr/>
              <p:nvPr/>
            </p:nvSpPr>
            <p:spPr>
              <a:xfrm>
                <a:off x="19477957" y="5942021"/>
                <a:ext cx="371246" cy="3701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9" h="298">
                    <a:moveTo>
                      <a:pt x="6" y="298"/>
                    </a:moveTo>
                    <a:cubicBezTo>
                      <a:pt x="4" y="298"/>
                      <a:pt x="3" y="298"/>
                      <a:pt x="2" y="296"/>
                    </a:cubicBezTo>
                    <a:cubicBezTo>
                      <a:pt x="-1" y="294"/>
                      <a:pt x="-1" y="290"/>
                      <a:pt x="2" y="289"/>
                    </a:cubicBezTo>
                    <a:lnTo>
                      <a:pt x="289" y="1"/>
                    </a:lnTo>
                    <a:cubicBezTo>
                      <a:pt x="291" y="0"/>
                      <a:pt x="295" y="0"/>
                      <a:pt x="297" y="1"/>
                    </a:cubicBezTo>
                    <a:cubicBezTo>
                      <a:pt x="300" y="4"/>
                      <a:pt x="300" y="7"/>
                      <a:pt x="297" y="9"/>
                    </a:cubicBezTo>
                    <a:lnTo>
                      <a:pt x="10" y="296"/>
                    </a:lnTo>
                    <a:cubicBezTo>
                      <a:pt x="9" y="298"/>
                      <a:pt x="7" y="298"/>
                      <a:pt x="6" y="29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FDFA97F5-2332-6F45-BD05-2A86B81744FD}"/>
                  </a:ext>
                </a:extLst>
              </p:cNvPr>
              <p:cNvSpPr/>
              <p:nvPr/>
            </p:nvSpPr>
            <p:spPr>
              <a:xfrm>
                <a:off x="19663577" y="6096554"/>
                <a:ext cx="226734" cy="2280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3" h="184">
                    <a:moveTo>
                      <a:pt x="6" y="184"/>
                    </a:moveTo>
                    <a:cubicBezTo>
                      <a:pt x="5" y="184"/>
                      <a:pt x="3" y="183"/>
                      <a:pt x="1" y="182"/>
                    </a:cubicBezTo>
                    <a:cubicBezTo>
                      <a:pt x="0" y="180"/>
                      <a:pt x="0" y="176"/>
                      <a:pt x="1" y="174"/>
                    </a:cubicBezTo>
                    <a:lnTo>
                      <a:pt x="174" y="2"/>
                    </a:lnTo>
                    <a:cubicBezTo>
                      <a:pt x="176" y="-1"/>
                      <a:pt x="179" y="-1"/>
                      <a:pt x="182" y="2"/>
                    </a:cubicBezTo>
                    <a:cubicBezTo>
                      <a:pt x="184" y="4"/>
                      <a:pt x="184" y="7"/>
                      <a:pt x="182" y="10"/>
                    </a:cubicBezTo>
                    <a:lnTo>
                      <a:pt x="10" y="182"/>
                    </a:lnTo>
                    <a:cubicBezTo>
                      <a:pt x="9" y="183"/>
                      <a:pt x="7" y="184"/>
                      <a:pt x="6" y="18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574ACD07-C6A6-E045-91EB-8BB6B9B4DDB3}"/>
                  </a:ext>
                </a:extLst>
              </p:cNvPr>
              <p:cNvSpPr/>
              <p:nvPr/>
            </p:nvSpPr>
            <p:spPr>
              <a:xfrm>
                <a:off x="19834250" y="6239870"/>
                <a:ext cx="103401" cy="1034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" h="84">
                    <a:moveTo>
                      <a:pt x="6" y="84"/>
                    </a:moveTo>
                    <a:cubicBezTo>
                      <a:pt x="5" y="84"/>
                      <a:pt x="3" y="83"/>
                      <a:pt x="1" y="82"/>
                    </a:cubicBezTo>
                    <a:cubicBezTo>
                      <a:pt x="0" y="80"/>
                      <a:pt x="0" y="76"/>
                      <a:pt x="1" y="74"/>
                    </a:cubicBezTo>
                    <a:lnTo>
                      <a:pt x="74" y="1"/>
                    </a:lnTo>
                    <a:cubicBezTo>
                      <a:pt x="76" y="0"/>
                      <a:pt x="80" y="0"/>
                      <a:pt x="82" y="1"/>
                    </a:cubicBezTo>
                    <a:cubicBezTo>
                      <a:pt x="85" y="4"/>
                      <a:pt x="85" y="7"/>
                      <a:pt x="82" y="10"/>
                    </a:cubicBezTo>
                    <a:lnTo>
                      <a:pt x="10" y="82"/>
                    </a:lnTo>
                    <a:cubicBezTo>
                      <a:pt x="9" y="83"/>
                      <a:pt x="7" y="84"/>
                      <a:pt x="6" y="8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16" name="Group 515">
              <a:extLst>
                <a:ext uri="{FF2B5EF4-FFF2-40B4-BE49-F238E27FC236}">
                  <a16:creationId xmlns:a16="http://schemas.microsoft.com/office/drawing/2014/main" id="{0329D431-B09C-494A-BC86-FC4E06138142}"/>
                </a:ext>
              </a:extLst>
            </p:cNvPr>
            <p:cNvGrpSpPr/>
            <p:nvPr/>
          </p:nvGrpSpPr>
          <p:grpSpPr>
            <a:xfrm>
              <a:off x="18980886" y="7149618"/>
              <a:ext cx="3610304" cy="1339697"/>
              <a:chOff x="18980886" y="7149618"/>
              <a:chExt cx="3610304" cy="1339697"/>
            </a:xfrm>
          </p:grpSpPr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D96C6C5E-679B-CA48-90DE-3811E1421A5F}"/>
                  </a:ext>
                </a:extLst>
              </p:cNvPr>
              <p:cNvSpPr/>
              <p:nvPr/>
            </p:nvSpPr>
            <p:spPr>
              <a:xfrm>
                <a:off x="21934658" y="7149618"/>
                <a:ext cx="656532" cy="13396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8" h="1076">
                    <a:moveTo>
                      <a:pt x="501" y="27"/>
                    </a:moveTo>
                    <a:cubicBezTo>
                      <a:pt x="484" y="10"/>
                      <a:pt x="460" y="0"/>
                      <a:pt x="435" y="0"/>
                    </a:cubicBezTo>
                    <a:lnTo>
                      <a:pt x="7" y="0"/>
                    </a:lnTo>
                    <a:cubicBezTo>
                      <a:pt x="3" y="0"/>
                      <a:pt x="0" y="2"/>
                      <a:pt x="0" y="6"/>
                    </a:cubicBezTo>
                    <a:lnTo>
                      <a:pt x="0" y="1070"/>
                    </a:lnTo>
                    <a:cubicBezTo>
                      <a:pt x="0" y="1073"/>
                      <a:pt x="3" y="1076"/>
                      <a:pt x="7" y="1076"/>
                    </a:cubicBezTo>
                    <a:lnTo>
                      <a:pt x="435" y="1076"/>
                    </a:lnTo>
                    <a:cubicBezTo>
                      <a:pt x="460" y="1076"/>
                      <a:pt x="484" y="1066"/>
                      <a:pt x="501" y="1049"/>
                    </a:cubicBezTo>
                    <a:cubicBezTo>
                      <a:pt x="518" y="1031"/>
                      <a:pt x="528" y="1008"/>
                      <a:pt x="528" y="983"/>
                    </a:cubicBezTo>
                    <a:lnTo>
                      <a:pt x="528" y="92"/>
                    </a:lnTo>
                    <a:cubicBezTo>
                      <a:pt x="528" y="68"/>
                      <a:pt x="518" y="44"/>
                      <a:pt x="501" y="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4A177936-CB5C-8941-96EE-336F60CBB889}"/>
                  </a:ext>
                </a:extLst>
              </p:cNvPr>
              <p:cNvSpPr/>
              <p:nvPr/>
            </p:nvSpPr>
            <p:spPr>
              <a:xfrm>
                <a:off x="18988357" y="7157095"/>
                <a:ext cx="2953769" cy="13247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72" h="1064">
                    <a:moveTo>
                      <a:pt x="1444" y="0"/>
                    </a:moveTo>
                    <a:lnTo>
                      <a:pt x="87" y="0"/>
                    </a:lnTo>
                    <a:cubicBezTo>
                      <a:pt x="63" y="0"/>
                      <a:pt x="41" y="10"/>
                      <a:pt x="25" y="25"/>
                    </a:cubicBezTo>
                    <a:cubicBezTo>
                      <a:pt x="9" y="41"/>
                      <a:pt x="0" y="63"/>
                      <a:pt x="0" y="86"/>
                    </a:cubicBezTo>
                    <a:lnTo>
                      <a:pt x="0" y="532"/>
                    </a:lnTo>
                    <a:lnTo>
                      <a:pt x="0" y="977"/>
                    </a:lnTo>
                    <a:cubicBezTo>
                      <a:pt x="0" y="1001"/>
                      <a:pt x="9" y="1023"/>
                      <a:pt x="25" y="1038"/>
                    </a:cubicBezTo>
                    <a:cubicBezTo>
                      <a:pt x="41" y="1054"/>
                      <a:pt x="63" y="1064"/>
                      <a:pt x="87" y="1064"/>
                    </a:cubicBezTo>
                    <a:lnTo>
                      <a:pt x="1444" y="1064"/>
                    </a:lnTo>
                    <a:lnTo>
                      <a:pt x="2372" y="1064"/>
                    </a:lnTo>
                    <a:lnTo>
                      <a:pt x="2372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78939F83-2101-9C47-9D20-B3E3859D37ED}"/>
                  </a:ext>
                </a:extLst>
              </p:cNvPr>
              <p:cNvSpPr/>
              <p:nvPr/>
            </p:nvSpPr>
            <p:spPr>
              <a:xfrm>
                <a:off x="18980886" y="7149618"/>
                <a:ext cx="2967472" cy="1339697"/>
              </a:xfrm>
              <a:custGeom>
                <a:avLst/>
                <a:gdLst>
                  <a:gd name="connsiteX0" fmla="*/ 115816 w 2967472"/>
                  <a:gd name="connsiteY0" fmla="*/ 13708 h 1339697"/>
                  <a:gd name="connsiteX1" fmla="*/ 44836 w 2967472"/>
                  <a:gd name="connsiteY1" fmla="*/ 43589 h 1339697"/>
                  <a:gd name="connsiteX2" fmla="*/ 14950 w 2967472"/>
                  <a:gd name="connsiteY2" fmla="*/ 114557 h 1339697"/>
                  <a:gd name="connsiteX3" fmla="*/ 14950 w 2967472"/>
                  <a:gd name="connsiteY3" fmla="*/ 1223892 h 1339697"/>
                  <a:gd name="connsiteX4" fmla="*/ 44836 w 2967472"/>
                  <a:gd name="connsiteY4" fmla="*/ 1294860 h 1339697"/>
                  <a:gd name="connsiteX5" fmla="*/ 115816 w 2967472"/>
                  <a:gd name="connsiteY5" fmla="*/ 1324741 h 1339697"/>
                  <a:gd name="connsiteX6" fmla="*/ 2952522 w 2967472"/>
                  <a:gd name="connsiteY6" fmla="*/ 1324741 h 1339697"/>
                  <a:gd name="connsiteX7" fmla="*/ 2952522 w 2967472"/>
                  <a:gd name="connsiteY7" fmla="*/ 13708 h 1339697"/>
                  <a:gd name="connsiteX8" fmla="*/ 115810 w 2967472"/>
                  <a:gd name="connsiteY8" fmla="*/ 0 h 1339697"/>
                  <a:gd name="connsiteX9" fmla="*/ 2961246 w 2967472"/>
                  <a:gd name="connsiteY9" fmla="*/ 0 h 1339697"/>
                  <a:gd name="connsiteX10" fmla="*/ 2967472 w 2967472"/>
                  <a:gd name="connsiteY10" fmla="*/ 7471 h 1339697"/>
                  <a:gd name="connsiteX11" fmla="*/ 2967472 w 2967472"/>
                  <a:gd name="connsiteY11" fmla="*/ 1332227 h 1339697"/>
                  <a:gd name="connsiteX12" fmla="*/ 2961246 w 2967472"/>
                  <a:gd name="connsiteY12" fmla="*/ 1339697 h 1339697"/>
                  <a:gd name="connsiteX13" fmla="*/ 115810 w 2967472"/>
                  <a:gd name="connsiteY13" fmla="*/ 1339697 h 1339697"/>
                  <a:gd name="connsiteX14" fmla="*/ 34868 w 2967472"/>
                  <a:gd name="connsiteY14" fmla="*/ 1306080 h 1339697"/>
                  <a:gd name="connsiteX15" fmla="*/ 0 w 2967472"/>
                  <a:gd name="connsiteY15" fmla="*/ 1223906 h 1339697"/>
                  <a:gd name="connsiteX16" fmla="*/ 0 w 2967472"/>
                  <a:gd name="connsiteY16" fmla="*/ 114547 h 1339697"/>
                  <a:gd name="connsiteX17" fmla="*/ 34868 w 2967472"/>
                  <a:gd name="connsiteY17" fmla="*/ 33617 h 1339697"/>
                  <a:gd name="connsiteX18" fmla="*/ 115810 w 2967472"/>
                  <a:gd name="connsiteY18" fmla="*/ 0 h 13396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967472" h="1339697">
                    <a:moveTo>
                      <a:pt x="115816" y="13708"/>
                    </a:moveTo>
                    <a:cubicBezTo>
                      <a:pt x="89666" y="13708"/>
                      <a:pt x="63516" y="24914"/>
                      <a:pt x="44836" y="43589"/>
                    </a:cubicBezTo>
                    <a:cubicBezTo>
                      <a:pt x="24912" y="62265"/>
                      <a:pt x="14950" y="88411"/>
                      <a:pt x="14950" y="114557"/>
                    </a:cubicBezTo>
                    <a:lnTo>
                      <a:pt x="14950" y="1223892"/>
                    </a:lnTo>
                    <a:cubicBezTo>
                      <a:pt x="14950" y="1250038"/>
                      <a:pt x="24912" y="1276184"/>
                      <a:pt x="44836" y="1294860"/>
                    </a:cubicBezTo>
                    <a:cubicBezTo>
                      <a:pt x="63516" y="1314781"/>
                      <a:pt x="89666" y="1324741"/>
                      <a:pt x="115816" y="1324741"/>
                    </a:cubicBezTo>
                    <a:lnTo>
                      <a:pt x="2952522" y="1324741"/>
                    </a:lnTo>
                    <a:lnTo>
                      <a:pt x="2952522" y="13708"/>
                    </a:lnTo>
                    <a:close/>
                    <a:moveTo>
                      <a:pt x="115810" y="0"/>
                    </a:moveTo>
                    <a:lnTo>
                      <a:pt x="2961246" y="0"/>
                    </a:lnTo>
                    <a:cubicBezTo>
                      <a:pt x="2963736" y="0"/>
                      <a:pt x="2967472" y="2490"/>
                      <a:pt x="2967472" y="7471"/>
                    </a:cubicBezTo>
                    <a:lnTo>
                      <a:pt x="2967472" y="1332227"/>
                    </a:lnTo>
                    <a:cubicBezTo>
                      <a:pt x="2967472" y="1335962"/>
                      <a:pt x="2963736" y="1339697"/>
                      <a:pt x="2961246" y="1339697"/>
                    </a:cubicBezTo>
                    <a:lnTo>
                      <a:pt x="115810" y="1339697"/>
                    </a:lnTo>
                    <a:cubicBezTo>
                      <a:pt x="84678" y="1339697"/>
                      <a:pt x="56038" y="1327246"/>
                      <a:pt x="34868" y="1306080"/>
                    </a:cubicBezTo>
                    <a:cubicBezTo>
                      <a:pt x="12452" y="1283669"/>
                      <a:pt x="0" y="1255032"/>
                      <a:pt x="0" y="1223906"/>
                    </a:cubicBezTo>
                    <a:lnTo>
                      <a:pt x="0" y="114547"/>
                    </a:lnTo>
                    <a:cubicBezTo>
                      <a:pt x="0" y="84665"/>
                      <a:pt x="12452" y="54783"/>
                      <a:pt x="34868" y="33617"/>
                    </a:cubicBezTo>
                    <a:cubicBezTo>
                      <a:pt x="56038" y="12451"/>
                      <a:pt x="84678" y="0"/>
                      <a:pt x="1158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8D3A7DA9-89EE-D642-9FEB-45B17F74AB81}"/>
                  </a:ext>
                </a:extLst>
              </p:cNvPr>
              <p:cNvSpPr/>
              <p:nvPr/>
            </p:nvSpPr>
            <p:spPr>
              <a:xfrm>
                <a:off x="22223682" y="7413818"/>
                <a:ext cx="95926" cy="8100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8" h="651">
                    <a:moveTo>
                      <a:pt x="39" y="0"/>
                    </a:moveTo>
                    <a:cubicBezTo>
                      <a:pt x="28" y="0"/>
                      <a:pt x="18" y="5"/>
                      <a:pt x="11" y="12"/>
                    </a:cubicBezTo>
                    <a:cubicBezTo>
                      <a:pt x="4" y="19"/>
                      <a:pt x="0" y="29"/>
                      <a:pt x="0" y="40"/>
                    </a:cubicBezTo>
                    <a:lnTo>
                      <a:pt x="0" y="213"/>
                    </a:lnTo>
                    <a:lnTo>
                      <a:pt x="0" y="611"/>
                    </a:lnTo>
                    <a:cubicBezTo>
                      <a:pt x="0" y="622"/>
                      <a:pt x="4" y="632"/>
                      <a:pt x="11" y="639"/>
                    </a:cubicBezTo>
                    <a:cubicBezTo>
                      <a:pt x="18" y="646"/>
                      <a:pt x="28" y="651"/>
                      <a:pt x="39" y="651"/>
                    </a:cubicBezTo>
                    <a:cubicBezTo>
                      <a:pt x="50" y="651"/>
                      <a:pt x="60" y="646"/>
                      <a:pt x="67" y="639"/>
                    </a:cubicBezTo>
                    <a:cubicBezTo>
                      <a:pt x="74" y="632"/>
                      <a:pt x="78" y="622"/>
                      <a:pt x="78" y="611"/>
                    </a:cubicBezTo>
                    <a:lnTo>
                      <a:pt x="78" y="213"/>
                    </a:lnTo>
                    <a:lnTo>
                      <a:pt x="78" y="40"/>
                    </a:lnTo>
                    <a:cubicBezTo>
                      <a:pt x="78" y="29"/>
                      <a:pt x="74" y="19"/>
                      <a:pt x="67" y="12"/>
                    </a:cubicBezTo>
                    <a:cubicBezTo>
                      <a:pt x="60" y="5"/>
                      <a:pt x="50" y="0"/>
                      <a:pt x="3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AEDEFC6A-8ECD-EF41-8885-3823E28F13C3}"/>
                  </a:ext>
                </a:extLst>
              </p:cNvPr>
              <p:cNvSpPr/>
              <p:nvPr/>
            </p:nvSpPr>
            <p:spPr>
              <a:xfrm>
                <a:off x="19274891" y="7349014"/>
                <a:ext cx="819732" cy="940903"/>
              </a:xfrm>
              <a:custGeom>
                <a:avLst/>
                <a:gdLst>
                  <a:gd name="connsiteX0" fmla="*/ 79626 w 819732"/>
                  <a:gd name="connsiteY0" fmla="*/ 14955 h 940903"/>
                  <a:gd name="connsiteX1" fmla="*/ 33604 w 819732"/>
                  <a:gd name="connsiteY1" fmla="*/ 32379 h 940903"/>
                  <a:gd name="connsiteX2" fmla="*/ 14948 w 819732"/>
                  <a:gd name="connsiteY2" fmla="*/ 78426 h 940903"/>
                  <a:gd name="connsiteX3" fmla="*/ 14948 w 819732"/>
                  <a:gd name="connsiteY3" fmla="*/ 861234 h 940903"/>
                  <a:gd name="connsiteX4" fmla="*/ 33604 w 819732"/>
                  <a:gd name="connsiteY4" fmla="*/ 907281 h 940903"/>
                  <a:gd name="connsiteX5" fmla="*/ 79626 w 819732"/>
                  <a:gd name="connsiteY5" fmla="*/ 925949 h 940903"/>
                  <a:gd name="connsiteX6" fmla="*/ 740100 w 819732"/>
                  <a:gd name="connsiteY6" fmla="*/ 925949 h 940903"/>
                  <a:gd name="connsiteX7" fmla="*/ 786122 w 819732"/>
                  <a:gd name="connsiteY7" fmla="*/ 907281 h 940903"/>
                  <a:gd name="connsiteX8" fmla="*/ 804780 w 819732"/>
                  <a:gd name="connsiteY8" fmla="*/ 861234 h 940903"/>
                  <a:gd name="connsiteX9" fmla="*/ 804780 w 819732"/>
                  <a:gd name="connsiteY9" fmla="*/ 78426 h 940903"/>
                  <a:gd name="connsiteX10" fmla="*/ 786122 w 819732"/>
                  <a:gd name="connsiteY10" fmla="*/ 32379 h 940903"/>
                  <a:gd name="connsiteX11" fmla="*/ 740100 w 819732"/>
                  <a:gd name="connsiteY11" fmla="*/ 14955 h 940903"/>
                  <a:gd name="connsiteX12" fmla="*/ 79610 w 819732"/>
                  <a:gd name="connsiteY12" fmla="*/ 0 h 940903"/>
                  <a:gd name="connsiteX13" fmla="*/ 740122 w 819732"/>
                  <a:gd name="connsiteY13" fmla="*/ 0 h 940903"/>
                  <a:gd name="connsiteX14" fmla="*/ 796098 w 819732"/>
                  <a:gd name="connsiteY14" fmla="*/ 22403 h 940903"/>
                  <a:gd name="connsiteX15" fmla="*/ 819732 w 819732"/>
                  <a:gd name="connsiteY15" fmla="*/ 78409 h 940903"/>
                  <a:gd name="connsiteX16" fmla="*/ 819732 w 819732"/>
                  <a:gd name="connsiteY16" fmla="*/ 861250 h 940903"/>
                  <a:gd name="connsiteX17" fmla="*/ 796098 w 819732"/>
                  <a:gd name="connsiteY17" fmla="*/ 917256 h 940903"/>
                  <a:gd name="connsiteX18" fmla="*/ 740122 w 819732"/>
                  <a:gd name="connsiteY18" fmla="*/ 940903 h 940903"/>
                  <a:gd name="connsiteX19" fmla="*/ 79610 w 819732"/>
                  <a:gd name="connsiteY19" fmla="*/ 940903 h 940903"/>
                  <a:gd name="connsiteX20" fmla="*/ 23636 w 819732"/>
                  <a:gd name="connsiteY20" fmla="*/ 917256 h 940903"/>
                  <a:gd name="connsiteX21" fmla="*/ 0 w 819732"/>
                  <a:gd name="connsiteY21" fmla="*/ 861250 h 940903"/>
                  <a:gd name="connsiteX22" fmla="*/ 0 w 819732"/>
                  <a:gd name="connsiteY22" fmla="*/ 78409 h 940903"/>
                  <a:gd name="connsiteX23" fmla="*/ 23636 w 819732"/>
                  <a:gd name="connsiteY23" fmla="*/ 22403 h 940903"/>
                  <a:gd name="connsiteX24" fmla="*/ 79610 w 819732"/>
                  <a:gd name="connsiteY24" fmla="*/ 0 h 9409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19732" h="940903">
                    <a:moveTo>
                      <a:pt x="79626" y="14955"/>
                    </a:moveTo>
                    <a:cubicBezTo>
                      <a:pt x="62212" y="14955"/>
                      <a:pt x="46042" y="19933"/>
                      <a:pt x="33604" y="32379"/>
                    </a:cubicBezTo>
                    <a:cubicBezTo>
                      <a:pt x="22410" y="44824"/>
                      <a:pt x="14948" y="61003"/>
                      <a:pt x="14948" y="78426"/>
                    </a:cubicBezTo>
                    <a:lnTo>
                      <a:pt x="14948" y="861234"/>
                    </a:lnTo>
                    <a:cubicBezTo>
                      <a:pt x="14948" y="878657"/>
                      <a:pt x="22410" y="894836"/>
                      <a:pt x="33604" y="907281"/>
                    </a:cubicBezTo>
                    <a:cubicBezTo>
                      <a:pt x="46042" y="919727"/>
                      <a:pt x="62212" y="925949"/>
                      <a:pt x="79626" y="925949"/>
                    </a:cubicBezTo>
                    <a:lnTo>
                      <a:pt x="740100" y="925949"/>
                    </a:lnTo>
                    <a:cubicBezTo>
                      <a:pt x="757514" y="925949"/>
                      <a:pt x="773684" y="919727"/>
                      <a:pt x="786122" y="907281"/>
                    </a:cubicBezTo>
                    <a:cubicBezTo>
                      <a:pt x="798560" y="894836"/>
                      <a:pt x="804780" y="878657"/>
                      <a:pt x="804780" y="861234"/>
                    </a:cubicBezTo>
                    <a:lnTo>
                      <a:pt x="804780" y="78426"/>
                    </a:lnTo>
                    <a:cubicBezTo>
                      <a:pt x="804780" y="61003"/>
                      <a:pt x="798560" y="44824"/>
                      <a:pt x="786122" y="32379"/>
                    </a:cubicBezTo>
                    <a:cubicBezTo>
                      <a:pt x="773684" y="19933"/>
                      <a:pt x="757514" y="14955"/>
                      <a:pt x="740100" y="14955"/>
                    </a:cubicBezTo>
                    <a:close/>
                    <a:moveTo>
                      <a:pt x="79610" y="0"/>
                    </a:moveTo>
                    <a:lnTo>
                      <a:pt x="740122" y="0"/>
                    </a:lnTo>
                    <a:cubicBezTo>
                      <a:pt x="761268" y="0"/>
                      <a:pt x="781172" y="7468"/>
                      <a:pt x="796098" y="22403"/>
                    </a:cubicBezTo>
                    <a:cubicBezTo>
                      <a:pt x="811024" y="37338"/>
                      <a:pt x="819732" y="57251"/>
                      <a:pt x="819732" y="78409"/>
                    </a:cubicBezTo>
                    <a:lnTo>
                      <a:pt x="819732" y="861250"/>
                    </a:lnTo>
                    <a:cubicBezTo>
                      <a:pt x="819732" y="882408"/>
                      <a:pt x="811024" y="902321"/>
                      <a:pt x="796098" y="917256"/>
                    </a:cubicBezTo>
                    <a:cubicBezTo>
                      <a:pt x="781172" y="932191"/>
                      <a:pt x="761268" y="940903"/>
                      <a:pt x="740122" y="940903"/>
                    </a:cubicBezTo>
                    <a:lnTo>
                      <a:pt x="79610" y="940903"/>
                    </a:lnTo>
                    <a:cubicBezTo>
                      <a:pt x="58464" y="940903"/>
                      <a:pt x="38562" y="932191"/>
                      <a:pt x="23636" y="917256"/>
                    </a:cubicBezTo>
                    <a:cubicBezTo>
                      <a:pt x="8708" y="902321"/>
                      <a:pt x="0" y="882408"/>
                      <a:pt x="0" y="861250"/>
                    </a:cubicBezTo>
                    <a:lnTo>
                      <a:pt x="0" y="78409"/>
                    </a:lnTo>
                    <a:cubicBezTo>
                      <a:pt x="0" y="57251"/>
                      <a:pt x="8708" y="37338"/>
                      <a:pt x="23636" y="22403"/>
                    </a:cubicBezTo>
                    <a:cubicBezTo>
                      <a:pt x="38562" y="7468"/>
                      <a:pt x="58464" y="0"/>
                      <a:pt x="796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09C89B7D-F007-DC43-808E-4FA142A21BC5}"/>
                  </a:ext>
                </a:extLst>
              </p:cNvPr>
              <p:cNvSpPr/>
              <p:nvPr/>
            </p:nvSpPr>
            <p:spPr>
              <a:xfrm>
                <a:off x="19500381" y="7532210"/>
                <a:ext cx="370000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8" h="11">
                    <a:moveTo>
                      <a:pt x="291" y="11"/>
                    </a:moveTo>
                    <a:lnTo>
                      <a:pt x="6" y="11"/>
                    </a:lnTo>
                    <a:cubicBezTo>
                      <a:pt x="3" y="11"/>
                      <a:pt x="0" y="8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291" y="0"/>
                    </a:lnTo>
                    <a:cubicBezTo>
                      <a:pt x="295" y="0"/>
                      <a:pt x="298" y="2"/>
                      <a:pt x="298" y="5"/>
                    </a:cubicBezTo>
                    <a:cubicBezTo>
                      <a:pt x="298" y="8"/>
                      <a:pt x="295" y="11"/>
                      <a:pt x="291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26FBD037-96B1-A244-97D0-C078933CF660}"/>
                  </a:ext>
                </a:extLst>
              </p:cNvPr>
              <p:cNvSpPr/>
              <p:nvPr/>
            </p:nvSpPr>
            <p:spPr>
              <a:xfrm>
                <a:off x="19400718" y="7634401"/>
                <a:ext cx="568081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7" h="12">
                    <a:moveTo>
                      <a:pt x="452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452" y="0"/>
                    </a:lnTo>
                    <a:cubicBezTo>
                      <a:pt x="455" y="0"/>
                      <a:pt x="457" y="3"/>
                      <a:pt x="457" y="6"/>
                    </a:cubicBezTo>
                    <a:cubicBezTo>
                      <a:pt x="457" y="9"/>
                      <a:pt x="455" y="12"/>
                      <a:pt x="45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F7A58A1C-BED0-B64D-B6D7-FA9243351E4C}"/>
                  </a:ext>
                </a:extLst>
              </p:cNvPr>
              <p:cNvSpPr/>
              <p:nvPr/>
            </p:nvSpPr>
            <p:spPr>
              <a:xfrm>
                <a:off x="19349641" y="7355246"/>
                <a:ext cx="113367" cy="7402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2" h="595">
                    <a:moveTo>
                      <a:pt x="92" y="595"/>
                    </a:moveTo>
                    <a:lnTo>
                      <a:pt x="47" y="543"/>
                    </a:lnTo>
                    <a:lnTo>
                      <a:pt x="0" y="595"/>
                    </a:lnTo>
                    <a:lnTo>
                      <a:pt x="0" y="0"/>
                    </a:lnTo>
                    <a:lnTo>
                      <a:pt x="92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C4685248-9442-F047-A1AF-50D03AC45C69}"/>
                  </a:ext>
                </a:extLst>
              </p:cNvPr>
              <p:cNvSpPr/>
              <p:nvPr/>
            </p:nvSpPr>
            <p:spPr>
              <a:xfrm>
                <a:off x="19342165" y="7349014"/>
                <a:ext cx="128318" cy="754457"/>
              </a:xfrm>
              <a:custGeom>
                <a:avLst/>
                <a:gdLst>
                  <a:gd name="connsiteX0" fmla="*/ 14950 w 128318"/>
                  <a:gd name="connsiteY0" fmla="*/ 14955 h 754457"/>
                  <a:gd name="connsiteX1" fmla="*/ 14950 w 128318"/>
                  <a:gd name="connsiteY1" fmla="*/ 727798 h 754457"/>
                  <a:gd name="connsiteX2" fmla="*/ 59238 w 128318"/>
                  <a:gd name="connsiteY2" fmla="*/ 676792 h 754457"/>
                  <a:gd name="connsiteX3" fmla="*/ 65388 w 128318"/>
                  <a:gd name="connsiteY3" fmla="*/ 674304 h 754457"/>
                  <a:gd name="connsiteX4" fmla="*/ 70310 w 128318"/>
                  <a:gd name="connsiteY4" fmla="*/ 676792 h 754457"/>
                  <a:gd name="connsiteX5" fmla="*/ 113366 w 128318"/>
                  <a:gd name="connsiteY5" fmla="*/ 727798 h 754457"/>
                  <a:gd name="connsiteX6" fmla="*/ 113366 w 128318"/>
                  <a:gd name="connsiteY6" fmla="*/ 14955 h 754457"/>
                  <a:gd name="connsiteX7" fmla="*/ 7402 w 128318"/>
                  <a:gd name="connsiteY7" fmla="*/ 0 h 754457"/>
                  <a:gd name="connsiteX8" fmla="*/ 120914 w 128318"/>
                  <a:gd name="connsiteY8" fmla="*/ 0 h 754457"/>
                  <a:gd name="connsiteX9" fmla="*/ 128318 w 128318"/>
                  <a:gd name="connsiteY9" fmla="*/ 6221 h 754457"/>
                  <a:gd name="connsiteX10" fmla="*/ 128318 w 128318"/>
                  <a:gd name="connsiteY10" fmla="*/ 746504 h 754457"/>
                  <a:gd name="connsiteX11" fmla="*/ 124616 w 128318"/>
                  <a:gd name="connsiteY11" fmla="*/ 753969 h 754457"/>
                  <a:gd name="connsiteX12" fmla="*/ 115978 w 128318"/>
                  <a:gd name="connsiteY12" fmla="*/ 751481 h 754457"/>
                  <a:gd name="connsiteX13" fmla="*/ 65392 w 128318"/>
                  <a:gd name="connsiteY13" fmla="*/ 691761 h 754457"/>
                  <a:gd name="connsiteX14" fmla="*/ 13572 w 128318"/>
                  <a:gd name="connsiteY14" fmla="*/ 751481 h 754457"/>
                  <a:gd name="connsiteX15" fmla="*/ 7402 w 128318"/>
                  <a:gd name="connsiteY15" fmla="*/ 753969 h 754457"/>
                  <a:gd name="connsiteX16" fmla="*/ 4936 w 128318"/>
                  <a:gd name="connsiteY16" fmla="*/ 753969 h 754457"/>
                  <a:gd name="connsiteX17" fmla="*/ 0 w 128318"/>
                  <a:gd name="connsiteY17" fmla="*/ 746504 h 754457"/>
                  <a:gd name="connsiteX18" fmla="*/ 0 w 128318"/>
                  <a:gd name="connsiteY18" fmla="*/ 6221 h 754457"/>
                  <a:gd name="connsiteX19" fmla="*/ 7402 w 128318"/>
                  <a:gd name="connsiteY19" fmla="*/ 0 h 754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28318" h="754457">
                    <a:moveTo>
                      <a:pt x="14950" y="14955"/>
                    </a:moveTo>
                    <a:lnTo>
                      <a:pt x="14950" y="727798"/>
                    </a:lnTo>
                    <a:lnTo>
                      <a:pt x="59238" y="676792"/>
                    </a:lnTo>
                    <a:cubicBezTo>
                      <a:pt x="60468" y="675548"/>
                      <a:pt x="62928" y="674304"/>
                      <a:pt x="65388" y="674304"/>
                    </a:cubicBezTo>
                    <a:cubicBezTo>
                      <a:pt x="66618" y="674304"/>
                      <a:pt x="69078" y="675548"/>
                      <a:pt x="70310" y="676792"/>
                    </a:cubicBezTo>
                    <a:lnTo>
                      <a:pt x="113366" y="727798"/>
                    </a:lnTo>
                    <a:lnTo>
                      <a:pt x="113366" y="14955"/>
                    </a:lnTo>
                    <a:close/>
                    <a:moveTo>
                      <a:pt x="7402" y="0"/>
                    </a:moveTo>
                    <a:lnTo>
                      <a:pt x="120914" y="0"/>
                    </a:lnTo>
                    <a:cubicBezTo>
                      <a:pt x="125850" y="0"/>
                      <a:pt x="128318" y="2489"/>
                      <a:pt x="128318" y="6221"/>
                    </a:cubicBezTo>
                    <a:lnTo>
                      <a:pt x="128318" y="746504"/>
                    </a:lnTo>
                    <a:cubicBezTo>
                      <a:pt x="128318" y="750237"/>
                      <a:pt x="125850" y="752725"/>
                      <a:pt x="124616" y="753969"/>
                    </a:cubicBezTo>
                    <a:cubicBezTo>
                      <a:pt x="120914" y="755213"/>
                      <a:pt x="118446" y="753969"/>
                      <a:pt x="115978" y="751481"/>
                    </a:cubicBezTo>
                    <a:lnTo>
                      <a:pt x="65392" y="691761"/>
                    </a:lnTo>
                    <a:lnTo>
                      <a:pt x="13572" y="751481"/>
                    </a:lnTo>
                    <a:cubicBezTo>
                      <a:pt x="11104" y="752725"/>
                      <a:pt x="8636" y="753969"/>
                      <a:pt x="7402" y="753969"/>
                    </a:cubicBezTo>
                    <a:cubicBezTo>
                      <a:pt x="6170" y="753969"/>
                      <a:pt x="4936" y="753969"/>
                      <a:pt x="4936" y="753969"/>
                    </a:cubicBezTo>
                    <a:cubicBezTo>
                      <a:pt x="2468" y="752725"/>
                      <a:pt x="0" y="750237"/>
                      <a:pt x="0" y="746504"/>
                    </a:cubicBezTo>
                    <a:lnTo>
                      <a:pt x="0" y="6221"/>
                    </a:lnTo>
                    <a:cubicBezTo>
                      <a:pt x="0" y="2489"/>
                      <a:pt x="3702" y="0"/>
                      <a:pt x="74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5" name="Freeform 464">
                <a:extLst>
                  <a:ext uri="{FF2B5EF4-FFF2-40B4-BE49-F238E27FC236}">
                    <a16:creationId xmlns:a16="http://schemas.microsoft.com/office/drawing/2014/main" id="{2C82D252-E442-6B42-B041-1577E8D66D3C}"/>
                  </a:ext>
                </a:extLst>
              </p:cNvPr>
              <p:cNvSpPr/>
              <p:nvPr/>
            </p:nvSpPr>
            <p:spPr>
              <a:xfrm>
                <a:off x="20345028" y="7347768"/>
                <a:ext cx="676464" cy="943396"/>
              </a:xfrm>
              <a:custGeom>
                <a:avLst/>
                <a:gdLst>
                  <a:gd name="connsiteX0" fmla="*/ 83334 w 676464"/>
                  <a:gd name="connsiteY0" fmla="*/ 13709 h 943396"/>
                  <a:gd name="connsiteX1" fmla="*/ 33598 w 676464"/>
                  <a:gd name="connsiteY1" fmla="*/ 33622 h 943396"/>
                  <a:gd name="connsiteX2" fmla="*/ 13704 w 676464"/>
                  <a:gd name="connsiteY2" fmla="*/ 82159 h 943396"/>
                  <a:gd name="connsiteX3" fmla="*/ 13704 w 676464"/>
                  <a:gd name="connsiteY3" fmla="*/ 861239 h 943396"/>
                  <a:gd name="connsiteX4" fmla="*/ 33598 w 676464"/>
                  <a:gd name="connsiteY4" fmla="*/ 908531 h 943396"/>
                  <a:gd name="connsiteX5" fmla="*/ 83334 w 676464"/>
                  <a:gd name="connsiteY5" fmla="*/ 929688 h 943396"/>
                  <a:gd name="connsiteX6" fmla="*/ 662760 w 676464"/>
                  <a:gd name="connsiteY6" fmla="*/ 929688 h 943396"/>
                  <a:gd name="connsiteX7" fmla="*/ 662760 w 676464"/>
                  <a:gd name="connsiteY7" fmla="*/ 13709 h 943396"/>
                  <a:gd name="connsiteX8" fmla="*/ 83314 w 676464"/>
                  <a:gd name="connsiteY8" fmla="*/ 0 h 943396"/>
                  <a:gd name="connsiteX9" fmla="*/ 669004 w 676464"/>
                  <a:gd name="connsiteY9" fmla="*/ 0 h 943396"/>
                  <a:gd name="connsiteX10" fmla="*/ 676464 w 676464"/>
                  <a:gd name="connsiteY10" fmla="*/ 6223 h 943396"/>
                  <a:gd name="connsiteX11" fmla="*/ 676464 w 676464"/>
                  <a:gd name="connsiteY11" fmla="*/ 937173 h 943396"/>
                  <a:gd name="connsiteX12" fmla="*/ 669004 w 676464"/>
                  <a:gd name="connsiteY12" fmla="*/ 943396 h 943396"/>
                  <a:gd name="connsiteX13" fmla="*/ 83314 w 676464"/>
                  <a:gd name="connsiteY13" fmla="*/ 943396 h 943396"/>
                  <a:gd name="connsiteX14" fmla="*/ 24870 w 676464"/>
                  <a:gd name="connsiteY14" fmla="*/ 918505 h 943396"/>
                  <a:gd name="connsiteX15" fmla="*/ 0 w 676464"/>
                  <a:gd name="connsiteY15" fmla="*/ 861254 h 943396"/>
                  <a:gd name="connsiteX16" fmla="*/ 0 w 676464"/>
                  <a:gd name="connsiteY16" fmla="*/ 82143 h 943396"/>
                  <a:gd name="connsiteX17" fmla="*/ 24870 w 676464"/>
                  <a:gd name="connsiteY17" fmla="*/ 23647 h 943396"/>
                  <a:gd name="connsiteX18" fmla="*/ 83314 w 676464"/>
                  <a:gd name="connsiteY18" fmla="*/ 0 h 943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76464" h="943396">
                    <a:moveTo>
                      <a:pt x="83334" y="13709"/>
                    </a:moveTo>
                    <a:cubicBezTo>
                      <a:pt x="64684" y="13709"/>
                      <a:pt x="47276" y="21176"/>
                      <a:pt x="33598" y="33622"/>
                    </a:cubicBezTo>
                    <a:cubicBezTo>
                      <a:pt x="21164" y="46067"/>
                      <a:pt x="13704" y="63491"/>
                      <a:pt x="13704" y="82159"/>
                    </a:cubicBezTo>
                    <a:lnTo>
                      <a:pt x="13704" y="861239"/>
                    </a:lnTo>
                    <a:cubicBezTo>
                      <a:pt x="13704" y="879907"/>
                      <a:pt x="21164" y="896086"/>
                      <a:pt x="33598" y="908531"/>
                    </a:cubicBezTo>
                    <a:cubicBezTo>
                      <a:pt x="47276" y="922221"/>
                      <a:pt x="64684" y="929688"/>
                      <a:pt x="83334" y="929688"/>
                    </a:cubicBezTo>
                    <a:lnTo>
                      <a:pt x="662760" y="929688"/>
                    </a:lnTo>
                    <a:lnTo>
                      <a:pt x="662760" y="13709"/>
                    </a:lnTo>
                    <a:close/>
                    <a:moveTo>
                      <a:pt x="83314" y="0"/>
                    </a:moveTo>
                    <a:lnTo>
                      <a:pt x="669004" y="0"/>
                    </a:lnTo>
                    <a:cubicBezTo>
                      <a:pt x="672734" y="0"/>
                      <a:pt x="676464" y="2489"/>
                      <a:pt x="676464" y="6223"/>
                    </a:cubicBezTo>
                    <a:lnTo>
                      <a:pt x="676464" y="937173"/>
                    </a:lnTo>
                    <a:cubicBezTo>
                      <a:pt x="676464" y="939662"/>
                      <a:pt x="672734" y="943396"/>
                      <a:pt x="669004" y="943396"/>
                    </a:cubicBezTo>
                    <a:lnTo>
                      <a:pt x="83314" y="943396"/>
                    </a:lnTo>
                    <a:cubicBezTo>
                      <a:pt x="60932" y="943396"/>
                      <a:pt x="39792" y="934684"/>
                      <a:pt x="24870" y="918505"/>
                    </a:cubicBezTo>
                    <a:cubicBezTo>
                      <a:pt x="8704" y="903569"/>
                      <a:pt x="0" y="883656"/>
                      <a:pt x="0" y="861254"/>
                    </a:cubicBezTo>
                    <a:lnTo>
                      <a:pt x="0" y="82143"/>
                    </a:lnTo>
                    <a:cubicBezTo>
                      <a:pt x="0" y="59740"/>
                      <a:pt x="8704" y="38582"/>
                      <a:pt x="24870" y="23647"/>
                    </a:cubicBezTo>
                    <a:cubicBezTo>
                      <a:pt x="39792" y="7468"/>
                      <a:pt x="60932" y="0"/>
                      <a:pt x="833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6" name="Freeform 465">
                <a:extLst>
                  <a:ext uri="{FF2B5EF4-FFF2-40B4-BE49-F238E27FC236}">
                    <a16:creationId xmlns:a16="http://schemas.microsoft.com/office/drawing/2014/main" id="{F6393405-24FA-064D-904E-53001D602DF6}"/>
                  </a:ext>
                </a:extLst>
              </p:cNvPr>
              <p:cNvSpPr/>
              <p:nvPr/>
            </p:nvSpPr>
            <p:spPr>
              <a:xfrm>
                <a:off x="21009032" y="7347768"/>
                <a:ext cx="676464" cy="943396"/>
              </a:xfrm>
              <a:custGeom>
                <a:avLst/>
                <a:gdLst>
                  <a:gd name="connsiteX0" fmla="*/ 13708 w 676464"/>
                  <a:gd name="connsiteY0" fmla="*/ 13709 h 943396"/>
                  <a:gd name="connsiteX1" fmla="*/ 13708 w 676464"/>
                  <a:gd name="connsiteY1" fmla="*/ 929688 h 943396"/>
                  <a:gd name="connsiteX2" fmla="*/ 594376 w 676464"/>
                  <a:gd name="connsiteY2" fmla="*/ 929688 h 943396"/>
                  <a:gd name="connsiteX3" fmla="*/ 641624 w 676464"/>
                  <a:gd name="connsiteY3" fmla="*/ 908531 h 943396"/>
                  <a:gd name="connsiteX4" fmla="*/ 661520 w 676464"/>
                  <a:gd name="connsiteY4" fmla="*/ 861239 h 943396"/>
                  <a:gd name="connsiteX5" fmla="*/ 661520 w 676464"/>
                  <a:gd name="connsiteY5" fmla="*/ 82159 h 943396"/>
                  <a:gd name="connsiteX6" fmla="*/ 641624 w 676464"/>
                  <a:gd name="connsiteY6" fmla="*/ 33622 h 943396"/>
                  <a:gd name="connsiteX7" fmla="*/ 594376 w 676464"/>
                  <a:gd name="connsiteY7" fmla="*/ 13709 h 943396"/>
                  <a:gd name="connsiteX8" fmla="*/ 6218 w 676464"/>
                  <a:gd name="connsiteY8" fmla="*/ 0 h 943396"/>
                  <a:gd name="connsiteX9" fmla="*/ 594394 w 676464"/>
                  <a:gd name="connsiteY9" fmla="*/ 0 h 943396"/>
                  <a:gd name="connsiteX10" fmla="*/ 651594 w 676464"/>
                  <a:gd name="connsiteY10" fmla="*/ 23647 h 943396"/>
                  <a:gd name="connsiteX11" fmla="*/ 676464 w 676464"/>
                  <a:gd name="connsiteY11" fmla="*/ 82143 h 943396"/>
                  <a:gd name="connsiteX12" fmla="*/ 676464 w 676464"/>
                  <a:gd name="connsiteY12" fmla="*/ 861254 h 943396"/>
                  <a:gd name="connsiteX13" fmla="*/ 651594 w 676464"/>
                  <a:gd name="connsiteY13" fmla="*/ 918505 h 943396"/>
                  <a:gd name="connsiteX14" fmla="*/ 594394 w 676464"/>
                  <a:gd name="connsiteY14" fmla="*/ 943396 h 943396"/>
                  <a:gd name="connsiteX15" fmla="*/ 6218 w 676464"/>
                  <a:gd name="connsiteY15" fmla="*/ 943396 h 943396"/>
                  <a:gd name="connsiteX16" fmla="*/ 0 w 676464"/>
                  <a:gd name="connsiteY16" fmla="*/ 937173 h 943396"/>
                  <a:gd name="connsiteX17" fmla="*/ 0 w 676464"/>
                  <a:gd name="connsiteY17" fmla="*/ 6223 h 943396"/>
                  <a:gd name="connsiteX18" fmla="*/ 6218 w 676464"/>
                  <a:gd name="connsiteY18" fmla="*/ 0 h 9433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76464" h="943396">
                    <a:moveTo>
                      <a:pt x="13708" y="13709"/>
                    </a:moveTo>
                    <a:lnTo>
                      <a:pt x="13708" y="929688"/>
                    </a:lnTo>
                    <a:lnTo>
                      <a:pt x="594376" y="929688"/>
                    </a:lnTo>
                    <a:cubicBezTo>
                      <a:pt x="611782" y="929688"/>
                      <a:pt x="629190" y="922221"/>
                      <a:pt x="641624" y="908531"/>
                    </a:cubicBezTo>
                    <a:cubicBezTo>
                      <a:pt x="655302" y="896086"/>
                      <a:pt x="661520" y="879907"/>
                      <a:pt x="661520" y="861239"/>
                    </a:cubicBezTo>
                    <a:lnTo>
                      <a:pt x="661520" y="82159"/>
                    </a:lnTo>
                    <a:cubicBezTo>
                      <a:pt x="661520" y="63491"/>
                      <a:pt x="655302" y="46067"/>
                      <a:pt x="641624" y="33622"/>
                    </a:cubicBezTo>
                    <a:cubicBezTo>
                      <a:pt x="629190" y="21176"/>
                      <a:pt x="611782" y="13709"/>
                      <a:pt x="594376" y="13709"/>
                    </a:cubicBezTo>
                    <a:close/>
                    <a:moveTo>
                      <a:pt x="6218" y="0"/>
                    </a:moveTo>
                    <a:lnTo>
                      <a:pt x="594394" y="0"/>
                    </a:lnTo>
                    <a:cubicBezTo>
                      <a:pt x="616776" y="0"/>
                      <a:pt x="636672" y="7468"/>
                      <a:pt x="651594" y="23647"/>
                    </a:cubicBezTo>
                    <a:cubicBezTo>
                      <a:pt x="667760" y="38582"/>
                      <a:pt x="676464" y="59740"/>
                      <a:pt x="676464" y="82143"/>
                    </a:cubicBezTo>
                    <a:lnTo>
                      <a:pt x="676464" y="861254"/>
                    </a:lnTo>
                    <a:cubicBezTo>
                      <a:pt x="676464" y="883656"/>
                      <a:pt x="667760" y="903569"/>
                      <a:pt x="651594" y="918505"/>
                    </a:cubicBezTo>
                    <a:cubicBezTo>
                      <a:pt x="636672" y="934684"/>
                      <a:pt x="616776" y="943396"/>
                      <a:pt x="594394" y="943396"/>
                    </a:cubicBezTo>
                    <a:lnTo>
                      <a:pt x="6218" y="943396"/>
                    </a:lnTo>
                    <a:cubicBezTo>
                      <a:pt x="2488" y="943396"/>
                      <a:pt x="0" y="939662"/>
                      <a:pt x="0" y="937173"/>
                    </a:cubicBezTo>
                    <a:lnTo>
                      <a:pt x="0" y="6223"/>
                    </a:lnTo>
                    <a:cubicBezTo>
                      <a:pt x="0" y="2489"/>
                      <a:pt x="2488" y="0"/>
                      <a:pt x="62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298BFB04-1328-3F47-8A80-4982C320B3B9}"/>
                  </a:ext>
                </a:extLst>
              </p:cNvPr>
              <p:cNvSpPr/>
              <p:nvPr/>
            </p:nvSpPr>
            <p:spPr>
              <a:xfrm>
                <a:off x="20480819" y="7517255"/>
                <a:ext cx="404882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6" h="12">
                    <a:moveTo>
                      <a:pt x="320" y="12"/>
                    </a:moveTo>
                    <a:lnTo>
                      <a:pt x="5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320" y="0"/>
                    </a:lnTo>
                    <a:cubicBezTo>
                      <a:pt x="323" y="0"/>
                      <a:pt x="326" y="3"/>
                      <a:pt x="326" y="6"/>
                    </a:cubicBezTo>
                    <a:cubicBezTo>
                      <a:pt x="326" y="9"/>
                      <a:pt x="323" y="12"/>
                      <a:pt x="32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C321D8DF-6F7E-CF44-918A-74B679DE6C13}"/>
                  </a:ext>
                </a:extLst>
              </p:cNvPr>
              <p:cNvSpPr/>
              <p:nvPr/>
            </p:nvSpPr>
            <p:spPr>
              <a:xfrm>
                <a:off x="20480819" y="7668049"/>
                <a:ext cx="404882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6" h="11">
                    <a:moveTo>
                      <a:pt x="320" y="11"/>
                    </a:moveTo>
                    <a:lnTo>
                      <a:pt x="5" y="11"/>
                    </a:lnTo>
                    <a:cubicBezTo>
                      <a:pt x="2" y="11"/>
                      <a:pt x="0" y="9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320" y="0"/>
                    </a:lnTo>
                    <a:cubicBezTo>
                      <a:pt x="323" y="0"/>
                      <a:pt x="326" y="2"/>
                      <a:pt x="326" y="5"/>
                    </a:cubicBezTo>
                    <a:cubicBezTo>
                      <a:pt x="326" y="9"/>
                      <a:pt x="323" y="11"/>
                      <a:pt x="320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F82506B7-53DE-6447-B93C-6C3FD8A96E3B}"/>
                  </a:ext>
                </a:extLst>
              </p:cNvPr>
              <p:cNvSpPr/>
              <p:nvPr/>
            </p:nvSpPr>
            <p:spPr>
              <a:xfrm>
                <a:off x="21138594" y="7517255"/>
                <a:ext cx="406128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7" h="12">
                    <a:moveTo>
                      <a:pt x="321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21" y="0"/>
                    </a:lnTo>
                    <a:cubicBezTo>
                      <a:pt x="324" y="0"/>
                      <a:pt x="327" y="3"/>
                      <a:pt x="327" y="6"/>
                    </a:cubicBezTo>
                    <a:cubicBezTo>
                      <a:pt x="327" y="9"/>
                      <a:pt x="324" y="12"/>
                      <a:pt x="32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70FEDB95-1369-CE49-A818-809DCEF9D4B5}"/>
                  </a:ext>
                </a:extLst>
              </p:cNvPr>
              <p:cNvSpPr/>
              <p:nvPr/>
            </p:nvSpPr>
            <p:spPr>
              <a:xfrm>
                <a:off x="21138594" y="7668049"/>
                <a:ext cx="406128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7" h="11">
                    <a:moveTo>
                      <a:pt x="321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321" y="0"/>
                    </a:lnTo>
                    <a:cubicBezTo>
                      <a:pt x="324" y="0"/>
                      <a:pt x="327" y="2"/>
                      <a:pt x="327" y="5"/>
                    </a:cubicBezTo>
                    <a:cubicBezTo>
                      <a:pt x="327" y="9"/>
                      <a:pt x="324" y="11"/>
                      <a:pt x="321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357B9F75-C071-684B-B81D-50F91AD3F6C9}"/>
                  </a:ext>
                </a:extLst>
              </p:cNvPr>
              <p:cNvSpPr/>
              <p:nvPr/>
            </p:nvSpPr>
            <p:spPr>
              <a:xfrm>
                <a:off x="20480819" y="7817593"/>
                <a:ext cx="404882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6" h="12">
                    <a:moveTo>
                      <a:pt x="320" y="12"/>
                    </a:moveTo>
                    <a:lnTo>
                      <a:pt x="5" y="12"/>
                    </a:lnTo>
                    <a:cubicBezTo>
                      <a:pt x="2" y="12"/>
                      <a:pt x="0" y="9"/>
                      <a:pt x="0" y="5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320" y="0"/>
                    </a:lnTo>
                    <a:cubicBezTo>
                      <a:pt x="323" y="0"/>
                      <a:pt x="326" y="3"/>
                      <a:pt x="326" y="5"/>
                    </a:cubicBezTo>
                    <a:cubicBezTo>
                      <a:pt x="326" y="9"/>
                      <a:pt x="323" y="12"/>
                      <a:pt x="32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4515368D-59AE-9F4A-8540-7DB7BF8E23AA}"/>
                  </a:ext>
                </a:extLst>
              </p:cNvPr>
              <p:cNvSpPr/>
              <p:nvPr/>
            </p:nvSpPr>
            <p:spPr>
              <a:xfrm>
                <a:off x="20480819" y="7967144"/>
                <a:ext cx="404882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6" h="12">
                    <a:moveTo>
                      <a:pt x="320" y="12"/>
                    </a:moveTo>
                    <a:lnTo>
                      <a:pt x="5" y="12"/>
                    </a:lnTo>
                    <a:cubicBezTo>
                      <a:pt x="2" y="12"/>
                      <a:pt x="0" y="10"/>
                      <a:pt x="0" y="7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320" y="0"/>
                    </a:lnTo>
                    <a:cubicBezTo>
                      <a:pt x="323" y="0"/>
                      <a:pt x="326" y="3"/>
                      <a:pt x="326" y="7"/>
                    </a:cubicBezTo>
                    <a:cubicBezTo>
                      <a:pt x="326" y="10"/>
                      <a:pt x="323" y="12"/>
                      <a:pt x="32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3A9C1D39-6EFB-9B41-A297-899C7A350450}"/>
                  </a:ext>
                </a:extLst>
              </p:cNvPr>
              <p:cNvSpPr/>
              <p:nvPr/>
            </p:nvSpPr>
            <p:spPr>
              <a:xfrm>
                <a:off x="20480819" y="8117938"/>
                <a:ext cx="404882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6" h="12">
                    <a:moveTo>
                      <a:pt x="320" y="12"/>
                    </a:moveTo>
                    <a:lnTo>
                      <a:pt x="5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320" y="0"/>
                    </a:lnTo>
                    <a:cubicBezTo>
                      <a:pt x="323" y="0"/>
                      <a:pt x="326" y="2"/>
                      <a:pt x="326" y="6"/>
                    </a:cubicBezTo>
                    <a:cubicBezTo>
                      <a:pt x="326" y="9"/>
                      <a:pt x="323" y="12"/>
                      <a:pt x="32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DA81A91C-64DC-A74E-9192-084E9B0F2515}"/>
                  </a:ext>
                </a:extLst>
              </p:cNvPr>
              <p:cNvSpPr/>
              <p:nvPr/>
            </p:nvSpPr>
            <p:spPr>
              <a:xfrm>
                <a:off x="21142331" y="7950943"/>
                <a:ext cx="394916" cy="1769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8" h="143">
                    <a:moveTo>
                      <a:pt x="165" y="67"/>
                    </a:moveTo>
                    <a:cubicBezTo>
                      <a:pt x="118" y="-10"/>
                      <a:pt x="37" y="-3"/>
                      <a:pt x="0" y="5"/>
                    </a:cubicBezTo>
                    <a:lnTo>
                      <a:pt x="0" y="143"/>
                    </a:lnTo>
                    <a:lnTo>
                      <a:pt x="318" y="143"/>
                    </a:lnTo>
                    <a:lnTo>
                      <a:pt x="318" y="82"/>
                    </a:lnTo>
                    <a:cubicBezTo>
                      <a:pt x="238" y="23"/>
                      <a:pt x="165" y="67"/>
                      <a:pt x="165" y="6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33D86C3D-7326-5443-8015-ACB01990AE70}"/>
                  </a:ext>
                </a:extLst>
              </p:cNvPr>
              <p:cNvSpPr/>
              <p:nvPr/>
            </p:nvSpPr>
            <p:spPr>
              <a:xfrm>
                <a:off x="21134855" y="7942852"/>
                <a:ext cx="409866" cy="191286"/>
              </a:xfrm>
              <a:custGeom>
                <a:avLst/>
                <a:gdLst>
                  <a:gd name="connsiteX0" fmla="*/ 53506 w 409866"/>
                  <a:gd name="connsiteY0" fmla="*/ 14544 h 191286"/>
                  <a:gd name="connsiteX1" fmla="*/ 13708 w 409866"/>
                  <a:gd name="connsiteY1" fmla="*/ 19268 h 191286"/>
                  <a:gd name="connsiteX2" fmla="*/ 13708 w 409866"/>
                  <a:gd name="connsiteY2" fmla="*/ 176331 h 191286"/>
                  <a:gd name="connsiteX3" fmla="*/ 396166 w 409866"/>
                  <a:gd name="connsiteY3" fmla="*/ 176331 h 191286"/>
                  <a:gd name="connsiteX4" fmla="*/ 396166 w 409866"/>
                  <a:gd name="connsiteY4" fmla="*/ 112022 h 191286"/>
                  <a:gd name="connsiteX5" fmla="*/ 216112 w 409866"/>
                  <a:gd name="connsiteY5" fmla="*/ 95945 h 191286"/>
                  <a:gd name="connsiteX6" fmla="*/ 207420 w 409866"/>
                  <a:gd name="connsiteY6" fmla="*/ 93471 h 191286"/>
                  <a:gd name="connsiteX7" fmla="*/ 53506 w 409866"/>
                  <a:gd name="connsiteY7" fmla="*/ 14544 h 191286"/>
                  <a:gd name="connsiteX8" fmla="*/ 47198 w 409866"/>
                  <a:gd name="connsiteY8" fmla="*/ 284 h 191286"/>
                  <a:gd name="connsiteX9" fmla="*/ 214870 w 409866"/>
                  <a:gd name="connsiteY9" fmla="*/ 79854 h 191286"/>
                  <a:gd name="connsiteX10" fmla="*/ 407382 w 409866"/>
                  <a:gd name="connsiteY10" fmla="*/ 102140 h 191286"/>
                  <a:gd name="connsiteX11" fmla="*/ 409866 w 409866"/>
                  <a:gd name="connsiteY11" fmla="*/ 108331 h 191286"/>
                  <a:gd name="connsiteX12" fmla="*/ 409866 w 409866"/>
                  <a:gd name="connsiteY12" fmla="*/ 183857 h 191286"/>
                  <a:gd name="connsiteX13" fmla="*/ 402414 w 409866"/>
                  <a:gd name="connsiteY13" fmla="*/ 191286 h 191286"/>
                  <a:gd name="connsiteX14" fmla="*/ 7454 w 409866"/>
                  <a:gd name="connsiteY14" fmla="*/ 191286 h 191286"/>
                  <a:gd name="connsiteX15" fmla="*/ 0 w 409866"/>
                  <a:gd name="connsiteY15" fmla="*/ 183857 h 191286"/>
                  <a:gd name="connsiteX16" fmla="*/ 0 w 409866"/>
                  <a:gd name="connsiteY16" fmla="*/ 12995 h 191286"/>
                  <a:gd name="connsiteX17" fmla="*/ 4970 w 409866"/>
                  <a:gd name="connsiteY17" fmla="*/ 5566 h 191286"/>
                  <a:gd name="connsiteX18" fmla="*/ 47198 w 409866"/>
                  <a:gd name="connsiteY18" fmla="*/ 284 h 191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09866" h="191286">
                    <a:moveTo>
                      <a:pt x="53506" y="14544"/>
                    </a:moveTo>
                    <a:cubicBezTo>
                      <a:pt x="41084" y="14978"/>
                      <a:pt x="27832" y="16486"/>
                      <a:pt x="13708" y="19268"/>
                    </a:cubicBezTo>
                    <a:lnTo>
                      <a:pt x="13708" y="176331"/>
                    </a:lnTo>
                    <a:lnTo>
                      <a:pt x="396166" y="176331"/>
                    </a:lnTo>
                    <a:lnTo>
                      <a:pt x="396166" y="112022"/>
                    </a:lnTo>
                    <a:cubicBezTo>
                      <a:pt x="301794" y="45239"/>
                      <a:pt x="219838" y="93471"/>
                      <a:pt x="216112" y="95945"/>
                    </a:cubicBezTo>
                    <a:cubicBezTo>
                      <a:pt x="212388" y="98418"/>
                      <a:pt x="208662" y="97181"/>
                      <a:pt x="207420" y="93471"/>
                    </a:cubicBezTo>
                    <a:cubicBezTo>
                      <a:pt x="186778" y="61007"/>
                      <a:pt x="140462" y="11500"/>
                      <a:pt x="53506" y="14544"/>
                    </a:cubicBezTo>
                    <a:close/>
                    <a:moveTo>
                      <a:pt x="47198" y="284"/>
                    </a:moveTo>
                    <a:cubicBezTo>
                      <a:pt x="97500" y="-2096"/>
                      <a:pt x="167362" y="9280"/>
                      <a:pt x="214870" y="79854"/>
                    </a:cubicBezTo>
                    <a:cubicBezTo>
                      <a:pt x="237226" y="69949"/>
                      <a:pt x="320440" y="37757"/>
                      <a:pt x="407382" y="102140"/>
                    </a:cubicBezTo>
                    <a:cubicBezTo>
                      <a:pt x="408624" y="103379"/>
                      <a:pt x="409866" y="105855"/>
                      <a:pt x="409866" y="108331"/>
                    </a:cubicBezTo>
                    <a:lnTo>
                      <a:pt x="409866" y="183857"/>
                    </a:lnTo>
                    <a:cubicBezTo>
                      <a:pt x="409866" y="187572"/>
                      <a:pt x="407382" y="191286"/>
                      <a:pt x="402414" y="191286"/>
                    </a:cubicBezTo>
                    <a:lnTo>
                      <a:pt x="7454" y="191286"/>
                    </a:lnTo>
                    <a:cubicBezTo>
                      <a:pt x="2486" y="191286"/>
                      <a:pt x="0" y="187572"/>
                      <a:pt x="0" y="183857"/>
                    </a:cubicBezTo>
                    <a:lnTo>
                      <a:pt x="0" y="12995"/>
                    </a:lnTo>
                    <a:cubicBezTo>
                      <a:pt x="0" y="9280"/>
                      <a:pt x="1244" y="6804"/>
                      <a:pt x="4970" y="5566"/>
                    </a:cubicBezTo>
                    <a:cubicBezTo>
                      <a:pt x="15838" y="3399"/>
                      <a:pt x="30432" y="1078"/>
                      <a:pt x="47198" y="28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43F14F1B-EBFB-214D-A021-ED6C31733A12}"/>
                  </a:ext>
                </a:extLst>
              </p:cNvPr>
              <p:cNvSpPr/>
              <p:nvPr/>
            </p:nvSpPr>
            <p:spPr>
              <a:xfrm>
                <a:off x="21134855" y="7822578"/>
                <a:ext cx="409866" cy="234291"/>
              </a:xfrm>
              <a:custGeom>
                <a:avLst/>
                <a:gdLst>
                  <a:gd name="connsiteX0" fmla="*/ 13708 w 409866"/>
                  <a:gd name="connsiteY0" fmla="*/ 14958 h 234291"/>
                  <a:gd name="connsiteX1" fmla="*/ 13708 w 409866"/>
                  <a:gd name="connsiteY1" fmla="*/ 123945 h 234291"/>
                  <a:gd name="connsiteX2" fmla="*/ 214870 w 409866"/>
                  <a:gd name="connsiteY2" fmla="*/ 199493 h 234291"/>
                  <a:gd name="connsiteX3" fmla="*/ 293102 w 409866"/>
                  <a:gd name="connsiteY3" fmla="*/ 183393 h 234291"/>
                  <a:gd name="connsiteX4" fmla="*/ 396166 w 409866"/>
                  <a:gd name="connsiteY4" fmla="*/ 214355 h 234291"/>
                  <a:gd name="connsiteX5" fmla="*/ 396166 w 409866"/>
                  <a:gd name="connsiteY5" fmla="*/ 14958 h 234291"/>
                  <a:gd name="connsiteX6" fmla="*/ 7454 w 409866"/>
                  <a:gd name="connsiteY6" fmla="*/ 0 h 234291"/>
                  <a:gd name="connsiteX7" fmla="*/ 402414 w 409866"/>
                  <a:gd name="connsiteY7" fmla="*/ 0 h 234291"/>
                  <a:gd name="connsiteX8" fmla="*/ 409866 w 409866"/>
                  <a:gd name="connsiteY8" fmla="*/ 7438 h 234291"/>
                  <a:gd name="connsiteX9" fmla="*/ 409866 w 409866"/>
                  <a:gd name="connsiteY9" fmla="*/ 228093 h 234291"/>
                  <a:gd name="connsiteX10" fmla="*/ 406140 w 409866"/>
                  <a:gd name="connsiteY10" fmla="*/ 234291 h 234291"/>
                  <a:gd name="connsiteX11" fmla="*/ 402414 w 409866"/>
                  <a:gd name="connsiteY11" fmla="*/ 234291 h 234291"/>
                  <a:gd name="connsiteX12" fmla="*/ 398688 w 409866"/>
                  <a:gd name="connsiteY12" fmla="*/ 234291 h 234291"/>
                  <a:gd name="connsiteX13" fmla="*/ 216112 w 409866"/>
                  <a:gd name="connsiteY13" fmla="*/ 215697 h 234291"/>
                  <a:gd name="connsiteX14" fmla="*/ 207418 w 409866"/>
                  <a:gd name="connsiteY14" fmla="*/ 213217 h 234291"/>
                  <a:gd name="connsiteX15" fmla="*/ 8696 w 409866"/>
                  <a:gd name="connsiteY15" fmla="*/ 140079 h 234291"/>
                  <a:gd name="connsiteX16" fmla="*/ 2486 w 409866"/>
                  <a:gd name="connsiteY16" fmla="*/ 138839 h 234291"/>
                  <a:gd name="connsiteX17" fmla="*/ 0 w 409866"/>
                  <a:gd name="connsiteY17" fmla="*/ 132641 h 234291"/>
                  <a:gd name="connsiteX18" fmla="*/ 0 w 409866"/>
                  <a:gd name="connsiteY18" fmla="*/ 7438 h 234291"/>
                  <a:gd name="connsiteX19" fmla="*/ 7454 w 409866"/>
                  <a:gd name="connsiteY19" fmla="*/ 0 h 234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09866" h="234291">
                    <a:moveTo>
                      <a:pt x="13708" y="14958"/>
                    </a:moveTo>
                    <a:lnTo>
                      <a:pt x="13708" y="123945"/>
                    </a:lnTo>
                    <a:cubicBezTo>
                      <a:pt x="60894" y="115276"/>
                      <a:pt x="156508" y="111561"/>
                      <a:pt x="214870" y="199493"/>
                    </a:cubicBezTo>
                    <a:cubicBezTo>
                      <a:pt x="227288" y="194539"/>
                      <a:pt x="255848" y="183393"/>
                      <a:pt x="293102" y="183393"/>
                    </a:cubicBezTo>
                    <a:cubicBezTo>
                      <a:pt x="324144" y="183393"/>
                      <a:pt x="358914" y="189585"/>
                      <a:pt x="396166" y="214355"/>
                    </a:cubicBezTo>
                    <a:lnTo>
                      <a:pt x="396166" y="14958"/>
                    </a:lnTo>
                    <a:close/>
                    <a:moveTo>
                      <a:pt x="7454" y="0"/>
                    </a:moveTo>
                    <a:lnTo>
                      <a:pt x="402414" y="0"/>
                    </a:lnTo>
                    <a:cubicBezTo>
                      <a:pt x="407382" y="0"/>
                      <a:pt x="409866" y="3719"/>
                      <a:pt x="409866" y="7438"/>
                    </a:cubicBezTo>
                    <a:lnTo>
                      <a:pt x="409866" y="228093"/>
                    </a:lnTo>
                    <a:cubicBezTo>
                      <a:pt x="409866" y="230572"/>
                      <a:pt x="408624" y="233052"/>
                      <a:pt x="406140" y="234291"/>
                    </a:cubicBezTo>
                    <a:cubicBezTo>
                      <a:pt x="404898" y="234291"/>
                      <a:pt x="403656" y="234291"/>
                      <a:pt x="402414" y="234291"/>
                    </a:cubicBezTo>
                    <a:cubicBezTo>
                      <a:pt x="401172" y="234291"/>
                      <a:pt x="399930" y="234291"/>
                      <a:pt x="398688" y="234291"/>
                    </a:cubicBezTo>
                    <a:cubicBezTo>
                      <a:pt x="304294" y="163632"/>
                      <a:pt x="221080" y="213217"/>
                      <a:pt x="216112" y="215697"/>
                    </a:cubicBezTo>
                    <a:cubicBezTo>
                      <a:pt x="212386" y="218176"/>
                      <a:pt x="208660" y="216936"/>
                      <a:pt x="207418" y="213217"/>
                    </a:cubicBezTo>
                    <a:cubicBezTo>
                      <a:pt x="182578" y="174789"/>
                      <a:pt x="125444" y="114047"/>
                      <a:pt x="8696" y="140079"/>
                    </a:cubicBezTo>
                    <a:cubicBezTo>
                      <a:pt x="6212" y="140079"/>
                      <a:pt x="3728" y="140079"/>
                      <a:pt x="2486" y="138839"/>
                    </a:cubicBezTo>
                    <a:cubicBezTo>
                      <a:pt x="1244" y="136360"/>
                      <a:pt x="0" y="135120"/>
                      <a:pt x="0" y="132641"/>
                    </a:cubicBezTo>
                    <a:lnTo>
                      <a:pt x="0" y="7438"/>
                    </a:lnTo>
                    <a:cubicBezTo>
                      <a:pt x="0" y="3719"/>
                      <a:pt x="2486" y="0"/>
                      <a:pt x="74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61CB6079-D1A6-8848-B114-7BE709BBAA0A}"/>
                  </a:ext>
                </a:extLst>
              </p:cNvPr>
              <p:cNvSpPr/>
              <p:nvPr/>
            </p:nvSpPr>
            <p:spPr>
              <a:xfrm>
                <a:off x="21359104" y="7867446"/>
                <a:ext cx="87204" cy="87236"/>
              </a:xfrm>
              <a:custGeom>
                <a:avLst/>
                <a:gdLst>
                  <a:gd name="connsiteX0" fmla="*/ 42978 w 87204"/>
                  <a:gd name="connsiteY0" fmla="*/ 13705 h 87236"/>
                  <a:gd name="connsiteX1" fmla="*/ 13702 w 87204"/>
                  <a:gd name="connsiteY1" fmla="*/ 42992 h 87236"/>
                  <a:gd name="connsiteX2" fmla="*/ 42978 w 87204"/>
                  <a:gd name="connsiteY2" fmla="*/ 72278 h 87236"/>
                  <a:gd name="connsiteX3" fmla="*/ 72254 w 87204"/>
                  <a:gd name="connsiteY3" fmla="*/ 42992 h 87236"/>
                  <a:gd name="connsiteX4" fmla="*/ 42978 w 87204"/>
                  <a:gd name="connsiteY4" fmla="*/ 13705 h 87236"/>
                  <a:gd name="connsiteX5" fmla="*/ 42988 w 87204"/>
                  <a:gd name="connsiteY5" fmla="*/ 0 h 87236"/>
                  <a:gd name="connsiteX6" fmla="*/ 87204 w 87204"/>
                  <a:gd name="connsiteY6" fmla="*/ 43004 h 87236"/>
                  <a:gd name="connsiteX7" fmla="*/ 42988 w 87204"/>
                  <a:gd name="connsiteY7" fmla="*/ 87236 h 87236"/>
                  <a:gd name="connsiteX8" fmla="*/ 0 w 87204"/>
                  <a:gd name="connsiteY8" fmla="*/ 43004 h 87236"/>
                  <a:gd name="connsiteX9" fmla="*/ 42988 w 87204"/>
                  <a:gd name="connsiteY9" fmla="*/ 0 h 872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7204" h="87236">
                    <a:moveTo>
                      <a:pt x="42978" y="13705"/>
                    </a:moveTo>
                    <a:cubicBezTo>
                      <a:pt x="27120" y="13705"/>
                      <a:pt x="13702" y="27128"/>
                      <a:pt x="13702" y="42992"/>
                    </a:cubicBezTo>
                    <a:cubicBezTo>
                      <a:pt x="13702" y="60076"/>
                      <a:pt x="27120" y="72278"/>
                      <a:pt x="42978" y="72278"/>
                    </a:cubicBezTo>
                    <a:cubicBezTo>
                      <a:pt x="58836" y="72278"/>
                      <a:pt x="72254" y="60076"/>
                      <a:pt x="72254" y="42992"/>
                    </a:cubicBezTo>
                    <a:cubicBezTo>
                      <a:pt x="72254" y="27128"/>
                      <a:pt x="58836" y="13705"/>
                      <a:pt x="42978" y="13705"/>
                    </a:cubicBezTo>
                    <a:close/>
                    <a:moveTo>
                      <a:pt x="42988" y="0"/>
                    </a:moveTo>
                    <a:cubicBezTo>
                      <a:pt x="67552" y="0"/>
                      <a:pt x="87204" y="19659"/>
                      <a:pt x="87204" y="43004"/>
                    </a:cubicBezTo>
                    <a:cubicBezTo>
                      <a:pt x="87204" y="67577"/>
                      <a:pt x="67552" y="87236"/>
                      <a:pt x="42988" y="87236"/>
                    </a:cubicBezTo>
                    <a:cubicBezTo>
                      <a:pt x="19650" y="87236"/>
                      <a:pt x="0" y="67577"/>
                      <a:pt x="0" y="43004"/>
                    </a:cubicBezTo>
                    <a:cubicBezTo>
                      <a:pt x="0" y="19659"/>
                      <a:pt x="19650" y="0"/>
                      <a:pt x="429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35ED8A5C-AC7A-0741-BB2B-C0D25656D276}"/>
                  </a:ext>
                </a:extLst>
              </p:cNvPr>
              <p:cNvSpPr/>
              <p:nvPr/>
            </p:nvSpPr>
            <p:spPr>
              <a:xfrm>
                <a:off x="21365332" y="7874923"/>
                <a:ext cx="73502" cy="722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" h="59">
                    <a:moveTo>
                      <a:pt x="60" y="29"/>
                    </a:moveTo>
                    <a:cubicBezTo>
                      <a:pt x="60" y="46"/>
                      <a:pt x="47" y="59"/>
                      <a:pt x="30" y="59"/>
                    </a:cubicBezTo>
                    <a:cubicBezTo>
                      <a:pt x="14" y="59"/>
                      <a:pt x="0" y="46"/>
                      <a:pt x="0" y="29"/>
                    </a:cubicBezTo>
                    <a:cubicBezTo>
                      <a:pt x="0" y="13"/>
                      <a:pt x="14" y="0"/>
                      <a:pt x="30" y="0"/>
                    </a:cubicBezTo>
                    <a:cubicBezTo>
                      <a:pt x="47" y="0"/>
                      <a:pt x="60" y="13"/>
                      <a:pt x="60" y="2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17" name="Group 516">
              <a:extLst>
                <a:ext uri="{FF2B5EF4-FFF2-40B4-BE49-F238E27FC236}">
                  <a16:creationId xmlns:a16="http://schemas.microsoft.com/office/drawing/2014/main" id="{6ED4929F-E66D-6240-A66A-18C778DD9E80}"/>
                </a:ext>
              </a:extLst>
            </p:cNvPr>
            <p:cNvGrpSpPr/>
            <p:nvPr/>
          </p:nvGrpSpPr>
          <p:grpSpPr>
            <a:xfrm>
              <a:off x="19992468" y="8817073"/>
              <a:ext cx="2186365" cy="1547817"/>
              <a:chOff x="19992468" y="8817073"/>
              <a:chExt cx="2186365" cy="1547817"/>
            </a:xfrm>
          </p:grpSpPr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15A3CF5E-D3E0-A54C-81C0-E7F16C2500D7}"/>
                  </a:ext>
                </a:extLst>
              </p:cNvPr>
              <p:cNvSpPr/>
              <p:nvPr/>
            </p:nvSpPr>
            <p:spPr>
              <a:xfrm>
                <a:off x="21499877" y="8817073"/>
                <a:ext cx="678956" cy="154781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6" h="1243">
                    <a:moveTo>
                      <a:pt x="520" y="25"/>
                    </a:moveTo>
                    <a:cubicBezTo>
                      <a:pt x="503" y="9"/>
                      <a:pt x="482" y="0"/>
                      <a:pt x="458" y="0"/>
                    </a:cubicBezTo>
                    <a:lnTo>
                      <a:pt x="6" y="0"/>
                    </a:lnTo>
                    <a:cubicBezTo>
                      <a:pt x="2" y="0"/>
                      <a:pt x="0" y="2"/>
                      <a:pt x="0" y="6"/>
                    </a:cubicBezTo>
                    <a:lnTo>
                      <a:pt x="0" y="1237"/>
                    </a:lnTo>
                    <a:cubicBezTo>
                      <a:pt x="0" y="1241"/>
                      <a:pt x="2" y="1243"/>
                      <a:pt x="6" y="1243"/>
                    </a:cubicBezTo>
                    <a:lnTo>
                      <a:pt x="458" y="1243"/>
                    </a:lnTo>
                    <a:cubicBezTo>
                      <a:pt x="482" y="1243"/>
                      <a:pt x="503" y="1234"/>
                      <a:pt x="520" y="1217"/>
                    </a:cubicBezTo>
                    <a:cubicBezTo>
                      <a:pt x="536" y="1201"/>
                      <a:pt x="546" y="1179"/>
                      <a:pt x="546" y="1156"/>
                    </a:cubicBezTo>
                    <a:lnTo>
                      <a:pt x="546" y="87"/>
                    </a:lnTo>
                    <a:cubicBezTo>
                      <a:pt x="546" y="64"/>
                      <a:pt x="536" y="42"/>
                      <a:pt x="520" y="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F05E9796-6609-A446-A493-8B82D73CB4DD}"/>
                  </a:ext>
                </a:extLst>
              </p:cNvPr>
              <p:cNvSpPr/>
              <p:nvPr/>
            </p:nvSpPr>
            <p:spPr>
              <a:xfrm>
                <a:off x="19999944" y="8824546"/>
                <a:ext cx="1506159" cy="15328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10" h="1231">
                    <a:moveTo>
                      <a:pt x="0" y="81"/>
                    </a:moveTo>
                    <a:lnTo>
                      <a:pt x="0" y="616"/>
                    </a:lnTo>
                    <a:lnTo>
                      <a:pt x="0" y="1150"/>
                    </a:lnTo>
                    <a:cubicBezTo>
                      <a:pt x="0" y="1172"/>
                      <a:pt x="9" y="1192"/>
                      <a:pt x="24" y="1207"/>
                    </a:cubicBezTo>
                    <a:cubicBezTo>
                      <a:pt x="39" y="1222"/>
                      <a:pt x="59" y="1231"/>
                      <a:pt x="81" y="1231"/>
                    </a:cubicBezTo>
                    <a:lnTo>
                      <a:pt x="646" y="1231"/>
                    </a:lnTo>
                    <a:lnTo>
                      <a:pt x="1210" y="1231"/>
                    </a:lnTo>
                    <a:lnTo>
                      <a:pt x="1210" y="616"/>
                    </a:lnTo>
                    <a:lnTo>
                      <a:pt x="1210" y="0"/>
                    </a:lnTo>
                    <a:lnTo>
                      <a:pt x="646" y="0"/>
                    </a:lnTo>
                    <a:lnTo>
                      <a:pt x="81" y="0"/>
                    </a:lnTo>
                    <a:cubicBezTo>
                      <a:pt x="59" y="0"/>
                      <a:pt x="39" y="9"/>
                      <a:pt x="24" y="24"/>
                    </a:cubicBezTo>
                    <a:cubicBezTo>
                      <a:pt x="9" y="39"/>
                      <a:pt x="0" y="58"/>
                      <a:pt x="0" y="8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DE73C35E-BE29-B84B-91F8-3B4BDBAA6D96}"/>
                  </a:ext>
                </a:extLst>
              </p:cNvPr>
              <p:cNvSpPr/>
              <p:nvPr/>
            </p:nvSpPr>
            <p:spPr>
              <a:xfrm>
                <a:off x="19992468" y="8817073"/>
                <a:ext cx="1519868" cy="1547817"/>
              </a:xfrm>
              <a:custGeom>
                <a:avLst/>
                <a:gdLst>
                  <a:gd name="connsiteX0" fmla="*/ 108308 w 1519868"/>
                  <a:gd name="connsiteY0" fmla="*/ 13708 h 1547817"/>
                  <a:gd name="connsiteX1" fmla="*/ 42336 w 1519868"/>
                  <a:gd name="connsiteY1" fmla="*/ 41103 h 1547817"/>
                  <a:gd name="connsiteX2" fmla="*/ 14952 w 1519868"/>
                  <a:gd name="connsiteY2" fmla="*/ 108344 h 1547817"/>
                  <a:gd name="connsiteX3" fmla="*/ 14952 w 1519868"/>
                  <a:gd name="connsiteY3" fmla="*/ 1439468 h 1547817"/>
                  <a:gd name="connsiteX4" fmla="*/ 42336 w 1519868"/>
                  <a:gd name="connsiteY4" fmla="*/ 1505463 h 1547817"/>
                  <a:gd name="connsiteX5" fmla="*/ 108308 w 1519868"/>
                  <a:gd name="connsiteY5" fmla="*/ 1532858 h 1547817"/>
                  <a:gd name="connsiteX6" fmla="*/ 1506164 w 1519868"/>
                  <a:gd name="connsiteY6" fmla="*/ 1532858 h 1547817"/>
                  <a:gd name="connsiteX7" fmla="*/ 1506164 w 1519868"/>
                  <a:gd name="connsiteY7" fmla="*/ 13708 h 1547817"/>
                  <a:gd name="connsiteX8" fmla="*/ 108296 w 1519868"/>
                  <a:gd name="connsiteY8" fmla="*/ 0 h 1547817"/>
                  <a:gd name="connsiteX9" fmla="*/ 1513644 w 1519868"/>
                  <a:gd name="connsiteY9" fmla="*/ 0 h 1547817"/>
                  <a:gd name="connsiteX10" fmla="*/ 1519868 w 1519868"/>
                  <a:gd name="connsiteY10" fmla="*/ 7471 h 1547817"/>
                  <a:gd name="connsiteX11" fmla="*/ 1519868 w 1519868"/>
                  <a:gd name="connsiteY11" fmla="*/ 1540346 h 1547817"/>
                  <a:gd name="connsiteX12" fmla="*/ 1513644 w 1519868"/>
                  <a:gd name="connsiteY12" fmla="*/ 1547817 h 1547817"/>
                  <a:gd name="connsiteX13" fmla="*/ 108296 w 1519868"/>
                  <a:gd name="connsiteY13" fmla="*/ 1547817 h 1547817"/>
                  <a:gd name="connsiteX14" fmla="*/ 32366 w 1519868"/>
                  <a:gd name="connsiteY14" fmla="*/ 1515441 h 1547817"/>
                  <a:gd name="connsiteX15" fmla="*/ 0 w 1519868"/>
                  <a:gd name="connsiteY15" fmla="*/ 1439482 h 1547817"/>
                  <a:gd name="connsiteX16" fmla="*/ 0 w 1519868"/>
                  <a:gd name="connsiteY16" fmla="*/ 108335 h 1547817"/>
                  <a:gd name="connsiteX17" fmla="*/ 32366 w 1519868"/>
                  <a:gd name="connsiteY17" fmla="*/ 31131 h 1547817"/>
                  <a:gd name="connsiteX18" fmla="*/ 108296 w 1519868"/>
                  <a:gd name="connsiteY18" fmla="*/ 0 h 1547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19868" h="1547817">
                    <a:moveTo>
                      <a:pt x="108308" y="13708"/>
                    </a:moveTo>
                    <a:cubicBezTo>
                      <a:pt x="83412" y="13708"/>
                      <a:pt x="59762" y="23670"/>
                      <a:pt x="42336" y="41103"/>
                    </a:cubicBezTo>
                    <a:cubicBezTo>
                      <a:pt x="24910" y="59781"/>
                      <a:pt x="14952" y="83439"/>
                      <a:pt x="14952" y="108344"/>
                    </a:cubicBezTo>
                    <a:lnTo>
                      <a:pt x="14952" y="1439468"/>
                    </a:lnTo>
                    <a:cubicBezTo>
                      <a:pt x="14952" y="1464372"/>
                      <a:pt x="24910" y="1488031"/>
                      <a:pt x="42336" y="1505463"/>
                    </a:cubicBezTo>
                    <a:cubicBezTo>
                      <a:pt x="59762" y="1524142"/>
                      <a:pt x="83412" y="1532858"/>
                      <a:pt x="108308" y="1532858"/>
                    </a:cubicBezTo>
                    <a:lnTo>
                      <a:pt x="1506164" y="1532858"/>
                    </a:lnTo>
                    <a:lnTo>
                      <a:pt x="1506164" y="13708"/>
                    </a:lnTo>
                    <a:close/>
                    <a:moveTo>
                      <a:pt x="108296" y="0"/>
                    </a:moveTo>
                    <a:lnTo>
                      <a:pt x="1513644" y="0"/>
                    </a:lnTo>
                    <a:cubicBezTo>
                      <a:pt x="1517378" y="0"/>
                      <a:pt x="1519868" y="2490"/>
                      <a:pt x="1519868" y="7471"/>
                    </a:cubicBezTo>
                    <a:lnTo>
                      <a:pt x="1519868" y="1540346"/>
                    </a:lnTo>
                    <a:cubicBezTo>
                      <a:pt x="1519868" y="1545327"/>
                      <a:pt x="1517378" y="1547817"/>
                      <a:pt x="1513644" y="1547817"/>
                    </a:cubicBezTo>
                    <a:lnTo>
                      <a:pt x="108296" y="1547817"/>
                    </a:lnTo>
                    <a:cubicBezTo>
                      <a:pt x="79666" y="1547817"/>
                      <a:pt x="53526" y="1536610"/>
                      <a:pt x="32366" y="1515441"/>
                    </a:cubicBezTo>
                    <a:cubicBezTo>
                      <a:pt x="12448" y="1495517"/>
                      <a:pt x="0" y="1468123"/>
                      <a:pt x="0" y="1439482"/>
                    </a:cubicBezTo>
                    <a:lnTo>
                      <a:pt x="0" y="108335"/>
                    </a:lnTo>
                    <a:cubicBezTo>
                      <a:pt x="0" y="79695"/>
                      <a:pt x="12448" y="52300"/>
                      <a:pt x="32366" y="31131"/>
                    </a:cubicBezTo>
                    <a:cubicBezTo>
                      <a:pt x="53526" y="11207"/>
                      <a:pt x="79666" y="0"/>
                      <a:pt x="1082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AA1601D9-B0E9-0145-8FAB-ECCBCC5FCD72}"/>
                  </a:ext>
                </a:extLst>
              </p:cNvPr>
              <p:cNvSpPr/>
              <p:nvPr/>
            </p:nvSpPr>
            <p:spPr>
              <a:xfrm>
                <a:off x="21788901" y="9081273"/>
                <a:ext cx="95926" cy="959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8" h="78">
                    <a:moveTo>
                      <a:pt x="11" y="67"/>
                    </a:moveTo>
                    <a:cubicBezTo>
                      <a:pt x="-4" y="51"/>
                      <a:pt x="-4" y="26"/>
                      <a:pt x="11" y="11"/>
                    </a:cubicBezTo>
                    <a:cubicBezTo>
                      <a:pt x="26" y="-4"/>
                      <a:pt x="51" y="-4"/>
                      <a:pt x="67" y="11"/>
                    </a:cubicBezTo>
                    <a:cubicBezTo>
                      <a:pt x="82" y="26"/>
                      <a:pt x="82" y="51"/>
                      <a:pt x="67" y="67"/>
                    </a:cubicBezTo>
                    <a:cubicBezTo>
                      <a:pt x="51" y="82"/>
                      <a:pt x="26" y="82"/>
                      <a:pt x="11" y="6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7DC25C3C-9083-C445-90CE-1F644E3B77AB}"/>
                  </a:ext>
                </a:extLst>
              </p:cNvPr>
              <p:cNvSpPr/>
              <p:nvPr/>
            </p:nvSpPr>
            <p:spPr>
              <a:xfrm>
                <a:off x="21788901" y="9574780"/>
                <a:ext cx="95926" cy="9720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8" h="79">
                    <a:moveTo>
                      <a:pt x="11" y="68"/>
                    </a:moveTo>
                    <a:cubicBezTo>
                      <a:pt x="-4" y="52"/>
                      <a:pt x="-4" y="27"/>
                      <a:pt x="11" y="12"/>
                    </a:cubicBezTo>
                    <a:cubicBezTo>
                      <a:pt x="26" y="-4"/>
                      <a:pt x="51" y="-4"/>
                      <a:pt x="67" y="12"/>
                    </a:cubicBezTo>
                    <a:cubicBezTo>
                      <a:pt x="82" y="27"/>
                      <a:pt x="82" y="52"/>
                      <a:pt x="67" y="68"/>
                    </a:cubicBezTo>
                    <a:cubicBezTo>
                      <a:pt x="51" y="83"/>
                      <a:pt x="26" y="83"/>
                      <a:pt x="11" y="6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423A958F-83BE-0D4C-8C7B-7818B10C3A39}"/>
                  </a:ext>
                </a:extLst>
              </p:cNvPr>
              <p:cNvSpPr/>
              <p:nvPr/>
            </p:nvSpPr>
            <p:spPr>
              <a:xfrm>
                <a:off x="21788901" y="10069533"/>
                <a:ext cx="95926" cy="9720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8" h="79">
                    <a:moveTo>
                      <a:pt x="11" y="68"/>
                    </a:moveTo>
                    <a:cubicBezTo>
                      <a:pt x="-4" y="52"/>
                      <a:pt x="-4" y="27"/>
                      <a:pt x="11" y="12"/>
                    </a:cubicBezTo>
                    <a:cubicBezTo>
                      <a:pt x="26" y="-4"/>
                      <a:pt x="51" y="-4"/>
                      <a:pt x="67" y="12"/>
                    </a:cubicBezTo>
                    <a:cubicBezTo>
                      <a:pt x="82" y="27"/>
                      <a:pt x="82" y="52"/>
                      <a:pt x="67" y="68"/>
                    </a:cubicBezTo>
                    <a:cubicBezTo>
                      <a:pt x="51" y="83"/>
                      <a:pt x="26" y="83"/>
                      <a:pt x="11" y="6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1" name="Freeform 470">
                <a:extLst>
                  <a:ext uri="{FF2B5EF4-FFF2-40B4-BE49-F238E27FC236}">
                    <a16:creationId xmlns:a16="http://schemas.microsoft.com/office/drawing/2014/main" id="{2BF852DE-2359-5941-BA89-5EACF043F24E}"/>
                  </a:ext>
                </a:extLst>
              </p:cNvPr>
              <p:cNvSpPr/>
              <p:nvPr/>
            </p:nvSpPr>
            <p:spPr>
              <a:xfrm>
                <a:off x="20245364" y="9025949"/>
                <a:ext cx="1019060" cy="1152006"/>
              </a:xfrm>
              <a:custGeom>
                <a:avLst/>
                <a:gdLst>
                  <a:gd name="connsiteX0" fmla="*/ 823690 w 1019060"/>
                  <a:gd name="connsiteY0" fmla="*/ 16691 h 1152006"/>
                  <a:gd name="connsiteX1" fmla="*/ 17438 w 1019060"/>
                  <a:gd name="connsiteY1" fmla="*/ 986423 h 1152006"/>
                  <a:gd name="connsiteX2" fmla="*/ 196606 w 1019060"/>
                  <a:gd name="connsiteY2" fmla="*/ 1134559 h 1152006"/>
                  <a:gd name="connsiteX3" fmla="*/ 1001612 w 1019060"/>
                  <a:gd name="connsiteY3" fmla="*/ 166072 h 1152006"/>
                  <a:gd name="connsiteX4" fmla="*/ 827442 w 1019060"/>
                  <a:gd name="connsiteY4" fmla="*/ 1735 h 1152006"/>
                  <a:gd name="connsiteX5" fmla="*/ 1016570 w 1019060"/>
                  <a:gd name="connsiteY5" fmla="*/ 159835 h 1152006"/>
                  <a:gd name="connsiteX6" fmla="*/ 1019060 w 1019060"/>
                  <a:gd name="connsiteY6" fmla="*/ 163570 h 1152006"/>
                  <a:gd name="connsiteX7" fmla="*/ 1017814 w 1019060"/>
                  <a:gd name="connsiteY7" fmla="*/ 169794 h 1152006"/>
                  <a:gd name="connsiteX8" fmla="*/ 202818 w 1019060"/>
                  <a:gd name="connsiteY8" fmla="*/ 1149516 h 1152006"/>
                  <a:gd name="connsiteX9" fmla="*/ 196596 w 1019060"/>
                  <a:gd name="connsiteY9" fmla="*/ 1152006 h 1152006"/>
                  <a:gd name="connsiteX10" fmla="*/ 191618 w 1019060"/>
                  <a:gd name="connsiteY10" fmla="*/ 1150761 h 1152006"/>
                  <a:gd name="connsiteX11" fmla="*/ 2490 w 1019060"/>
                  <a:gd name="connsiteY11" fmla="*/ 992661 h 1152006"/>
                  <a:gd name="connsiteX12" fmla="*/ 0 w 1019060"/>
                  <a:gd name="connsiteY12" fmla="*/ 988926 h 1152006"/>
                  <a:gd name="connsiteX13" fmla="*/ 2490 w 1019060"/>
                  <a:gd name="connsiteY13" fmla="*/ 983947 h 1152006"/>
                  <a:gd name="connsiteX14" fmla="*/ 817488 w 1019060"/>
                  <a:gd name="connsiteY14" fmla="*/ 2980 h 1152006"/>
                  <a:gd name="connsiteX15" fmla="*/ 827442 w 1019060"/>
                  <a:gd name="connsiteY15" fmla="*/ 1735 h 11520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019060" h="1152006">
                    <a:moveTo>
                      <a:pt x="823690" y="16691"/>
                    </a:moveTo>
                    <a:lnTo>
                      <a:pt x="17438" y="986423"/>
                    </a:lnTo>
                    <a:lnTo>
                      <a:pt x="196606" y="1134559"/>
                    </a:lnTo>
                    <a:lnTo>
                      <a:pt x="1001612" y="166072"/>
                    </a:lnTo>
                    <a:close/>
                    <a:moveTo>
                      <a:pt x="827442" y="1735"/>
                    </a:moveTo>
                    <a:lnTo>
                      <a:pt x="1016570" y="159835"/>
                    </a:lnTo>
                    <a:cubicBezTo>
                      <a:pt x="1017814" y="159835"/>
                      <a:pt x="1019060" y="162325"/>
                      <a:pt x="1019060" y="163570"/>
                    </a:cubicBezTo>
                    <a:cubicBezTo>
                      <a:pt x="1019060" y="166059"/>
                      <a:pt x="1019060" y="168549"/>
                      <a:pt x="1017814" y="169794"/>
                    </a:cubicBezTo>
                    <a:lnTo>
                      <a:pt x="202818" y="1149516"/>
                    </a:lnTo>
                    <a:cubicBezTo>
                      <a:pt x="200328" y="1152006"/>
                      <a:pt x="199084" y="1152006"/>
                      <a:pt x="196596" y="1152006"/>
                    </a:cubicBezTo>
                    <a:cubicBezTo>
                      <a:pt x="195352" y="1152006"/>
                      <a:pt x="194108" y="1152006"/>
                      <a:pt x="191618" y="1150761"/>
                    </a:cubicBezTo>
                    <a:lnTo>
                      <a:pt x="2490" y="992661"/>
                    </a:lnTo>
                    <a:cubicBezTo>
                      <a:pt x="1246" y="992661"/>
                      <a:pt x="0" y="990171"/>
                      <a:pt x="0" y="988926"/>
                    </a:cubicBezTo>
                    <a:cubicBezTo>
                      <a:pt x="0" y="986437"/>
                      <a:pt x="0" y="985192"/>
                      <a:pt x="2490" y="983947"/>
                    </a:cubicBezTo>
                    <a:lnTo>
                      <a:pt x="817488" y="2980"/>
                    </a:lnTo>
                    <a:cubicBezTo>
                      <a:pt x="818732" y="-755"/>
                      <a:pt x="823708" y="-755"/>
                      <a:pt x="827442" y="173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999C6BEC-EC4F-7C4B-97A9-54B5B4820C8C}"/>
                  </a:ext>
                </a:extLst>
              </p:cNvPr>
              <p:cNvSpPr/>
              <p:nvPr/>
            </p:nvSpPr>
            <p:spPr>
              <a:xfrm>
                <a:off x="20417284" y="10007222"/>
                <a:ext cx="99663" cy="847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" h="69">
                    <a:moveTo>
                      <a:pt x="76" y="69"/>
                    </a:moveTo>
                    <a:cubicBezTo>
                      <a:pt x="74" y="69"/>
                      <a:pt x="73" y="68"/>
                      <a:pt x="72" y="68"/>
                    </a:cubicBezTo>
                    <a:lnTo>
                      <a:pt x="3" y="10"/>
                    </a:lnTo>
                    <a:cubicBezTo>
                      <a:pt x="0" y="8"/>
                      <a:pt x="-1" y="4"/>
                      <a:pt x="2" y="2"/>
                    </a:cubicBezTo>
                    <a:cubicBezTo>
                      <a:pt x="4" y="-1"/>
                      <a:pt x="8" y="-1"/>
                      <a:pt x="10" y="1"/>
                    </a:cubicBezTo>
                    <a:lnTo>
                      <a:pt x="79" y="59"/>
                    </a:lnTo>
                    <a:cubicBezTo>
                      <a:pt x="82" y="61"/>
                      <a:pt x="82" y="65"/>
                      <a:pt x="80" y="67"/>
                    </a:cubicBezTo>
                    <a:cubicBezTo>
                      <a:pt x="79" y="68"/>
                      <a:pt x="77" y="69"/>
                      <a:pt x="76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B7D32C53-2D43-E645-8AF0-977AC996E25E}"/>
                  </a:ext>
                </a:extLst>
              </p:cNvPr>
              <p:cNvSpPr/>
              <p:nvPr/>
            </p:nvSpPr>
            <p:spPr>
              <a:xfrm>
                <a:off x="20627823" y="9755480"/>
                <a:ext cx="99663" cy="847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" h="69">
                    <a:moveTo>
                      <a:pt x="75" y="69"/>
                    </a:moveTo>
                    <a:cubicBezTo>
                      <a:pt x="74" y="69"/>
                      <a:pt x="73" y="68"/>
                      <a:pt x="71" y="68"/>
                    </a:cubicBezTo>
                    <a:lnTo>
                      <a:pt x="2" y="10"/>
                    </a:lnTo>
                    <a:cubicBezTo>
                      <a:pt x="-1" y="7"/>
                      <a:pt x="-1" y="4"/>
                      <a:pt x="1" y="1"/>
                    </a:cubicBezTo>
                    <a:cubicBezTo>
                      <a:pt x="3" y="0"/>
                      <a:pt x="7" y="0"/>
                      <a:pt x="9" y="1"/>
                    </a:cubicBezTo>
                    <a:lnTo>
                      <a:pt x="79" y="58"/>
                    </a:lnTo>
                    <a:cubicBezTo>
                      <a:pt x="81" y="61"/>
                      <a:pt x="81" y="64"/>
                      <a:pt x="79" y="67"/>
                    </a:cubicBezTo>
                    <a:cubicBezTo>
                      <a:pt x="78" y="68"/>
                      <a:pt x="77" y="69"/>
                      <a:pt x="75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C6C879AA-6E2D-FD49-88C4-69AFD86904DD}"/>
                  </a:ext>
                </a:extLst>
              </p:cNvPr>
              <p:cNvSpPr/>
              <p:nvPr/>
            </p:nvSpPr>
            <p:spPr>
              <a:xfrm>
                <a:off x="20940517" y="9440184"/>
                <a:ext cx="69764" cy="598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" h="49">
                    <a:moveTo>
                      <a:pt x="51" y="49"/>
                    </a:moveTo>
                    <a:cubicBezTo>
                      <a:pt x="50" y="49"/>
                      <a:pt x="48" y="48"/>
                      <a:pt x="47" y="48"/>
                    </a:cubicBezTo>
                    <a:lnTo>
                      <a:pt x="2" y="10"/>
                    </a:lnTo>
                    <a:cubicBezTo>
                      <a:pt x="0" y="8"/>
                      <a:pt x="0" y="4"/>
                      <a:pt x="1" y="2"/>
                    </a:cubicBezTo>
                    <a:cubicBezTo>
                      <a:pt x="4" y="-1"/>
                      <a:pt x="8" y="-1"/>
                      <a:pt x="10" y="1"/>
                    </a:cubicBezTo>
                    <a:lnTo>
                      <a:pt x="55" y="39"/>
                    </a:lnTo>
                    <a:cubicBezTo>
                      <a:pt x="57" y="40"/>
                      <a:pt x="58" y="44"/>
                      <a:pt x="55" y="46"/>
                    </a:cubicBezTo>
                    <a:cubicBezTo>
                      <a:pt x="55" y="48"/>
                      <a:pt x="53" y="49"/>
                      <a:pt x="51" y="4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5A417DE9-D087-C344-87E9-0AB03AEF3F93}"/>
                  </a:ext>
                </a:extLst>
              </p:cNvPr>
              <p:cNvSpPr/>
              <p:nvPr/>
            </p:nvSpPr>
            <p:spPr>
              <a:xfrm>
                <a:off x="21122402" y="9220851"/>
                <a:ext cx="69764" cy="598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" h="49">
                    <a:moveTo>
                      <a:pt x="51" y="49"/>
                    </a:moveTo>
                    <a:cubicBezTo>
                      <a:pt x="50" y="49"/>
                      <a:pt x="49" y="49"/>
                      <a:pt x="47" y="48"/>
                    </a:cubicBezTo>
                    <a:lnTo>
                      <a:pt x="2" y="10"/>
                    </a:lnTo>
                    <a:cubicBezTo>
                      <a:pt x="0" y="8"/>
                      <a:pt x="0" y="5"/>
                      <a:pt x="1" y="2"/>
                    </a:cubicBezTo>
                    <a:cubicBezTo>
                      <a:pt x="4" y="0"/>
                      <a:pt x="7" y="-1"/>
                      <a:pt x="10" y="2"/>
                    </a:cubicBezTo>
                    <a:lnTo>
                      <a:pt x="55" y="39"/>
                    </a:lnTo>
                    <a:cubicBezTo>
                      <a:pt x="57" y="41"/>
                      <a:pt x="58" y="44"/>
                      <a:pt x="56" y="47"/>
                    </a:cubicBezTo>
                    <a:cubicBezTo>
                      <a:pt x="54" y="48"/>
                      <a:pt x="53" y="49"/>
                      <a:pt x="51" y="4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9FB19F20-3CC5-3946-9815-A3F3E807BAE9}"/>
                  </a:ext>
                </a:extLst>
              </p:cNvPr>
              <p:cNvSpPr/>
              <p:nvPr/>
            </p:nvSpPr>
            <p:spPr>
              <a:xfrm>
                <a:off x="20551826" y="9908769"/>
                <a:ext cx="69764" cy="598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" h="49">
                    <a:moveTo>
                      <a:pt x="50" y="49"/>
                    </a:moveTo>
                    <a:cubicBezTo>
                      <a:pt x="49" y="49"/>
                      <a:pt x="48" y="48"/>
                      <a:pt x="47" y="47"/>
                    </a:cubicBezTo>
                    <a:lnTo>
                      <a:pt x="2" y="10"/>
                    </a:lnTo>
                    <a:cubicBezTo>
                      <a:pt x="-1" y="8"/>
                      <a:pt x="-1" y="4"/>
                      <a:pt x="1" y="2"/>
                    </a:cubicBezTo>
                    <a:cubicBezTo>
                      <a:pt x="3" y="-1"/>
                      <a:pt x="6" y="-1"/>
                      <a:pt x="9" y="1"/>
                    </a:cubicBezTo>
                    <a:lnTo>
                      <a:pt x="54" y="39"/>
                    </a:lnTo>
                    <a:cubicBezTo>
                      <a:pt x="57" y="41"/>
                      <a:pt x="57" y="44"/>
                      <a:pt x="55" y="47"/>
                    </a:cubicBezTo>
                    <a:cubicBezTo>
                      <a:pt x="54" y="48"/>
                      <a:pt x="52" y="49"/>
                      <a:pt x="50" y="4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CDADF9B0-5C08-DB4E-967B-708D6C5ED813}"/>
                  </a:ext>
                </a:extLst>
              </p:cNvPr>
              <p:cNvSpPr/>
              <p:nvPr/>
            </p:nvSpPr>
            <p:spPr>
              <a:xfrm>
                <a:off x="20766106" y="9649554"/>
                <a:ext cx="69764" cy="598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" h="49">
                    <a:moveTo>
                      <a:pt x="51" y="49"/>
                    </a:moveTo>
                    <a:cubicBezTo>
                      <a:pt x="50" y="49"/>
                      <a:pt x="49" y="49"/>
                      <a:pt x="47" y="48"/>
                    </a:cubicBezTo>
                    <a:lnTo>
                      <a:pt x="3" y="10"/>
                    </a:lnTo>
                    <a:cubicBezTo>
                      <a:pt x="0" y="8"/>
                      <a:pt x="-1" y="4"/>
                      <a:pt x="2" y="2"/>
                    </a:cubicBezTo>
                    <a:cubicBezTo>
                      <a:pt x="4" y="-1"/>
                      <a:pt x="8" y="-1"/>
                      <a:pt x="10" y="1"/>
                    </a:cubicBezTo>
                    <a:lnTo>
                      <a:pt x="55" y="39"/>
                    </a:lnTo>
                    <a:cubicBezTo>
                      <a:pt x="58" y="40"/>
                      <a:pt x="58" y="44"/>
                      <a:pt x="56" y="47"/>
                    </a:cubicBezTo>
                    <a:cubicBezTo>
                      <a:pt x="55" y="49"/>
                      <a:pt x="53" y="49"/>
                      <a:pt x="51" y="4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A36F69B5-39D4-6A41-90AC-B0EA094EE93E}"/>
                  </a:ext>
                </a:extLst>
              </p:cNvPr>
              <p:cNvSpPr/>
              <p:nvPr/>
            </p:nvSpPr>
            <p:spPr>
              <a:xfrm>
                <a:off x="20830883" y="9511222"/>
                <a:ext cx="99663" cy="847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" h="69">
                    <a:moveTo>
                      <a:pt x="75" y="69"/>
                    </a:moveTo>
                    <a:cubicBezTo>
                      <a:pt x="73" y="69"/>
                      <a:pt x="72" y="68"/>
                      <a:pt x="71" y="68"/>
                    </a:cubicBezTo>
                    <a:lnTo>
                      <a:pt x="2" y="10"/>
                    </a:lnTo>
                    <a:cubicBezTo>
                      <a:pt x="-1" y="8"/>
                      <a:pt x="-1" y="4"/>
                      <a:pt x="1" y="2"/>
                    </a:cubicBezTo>
                    <a:cubicBezTo>
                      <a:pt x="3" y="-1"/>
                      <a:pt x="7" y="-1"/>
                      <a:pt x="9" y="1"/>
                    </a:cubicBezTo>
                    <a:lnTo>
                      <a:pt x="78" y="59"/>
                    </a:lnTo>
                    <a:cubicBezTo>
                      <a:pt x="81" y="61"/>
                      <a:pt x="81" y="65"/>
                      <a:pt x="79" y="67"/>
                    </a:cubicBezTo>
                    <a:cubicBezTo>
                      <a:pt x="78" y="68"/>
                      <a:pt x="77" y="69"/>
                      <a:pt x="75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EAFDC47F-E44C-FE43-B3B8-8A0251F8FE12}"/>
                  </a:ext>
                </a:extLst>
              </p:cNvPr>
              <p:cNvSpPr/>
              <p:nvPr/>
            </p:nvSpPr>
            <p:spPr>
              <a:xfrm>
                <a:off x="20996577" y="9311826"/>
                <a:ext cx="99663" cy="847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" h="69">
                    <a:moveTo>
                      <a:pt x="75" y="69"/>
                    </a:moveTo>
                    <a:cubicBezTo>
                      <a:pt x="74" y="69"/>
                      <a:pt x="72" y="69"/>
                      <a:pt x="71" y="68"/>
                    </a:cubicBezTo>
                    <a:lnTo>
                      <a:pt x="2" y="10"/>
                    </a:lnTo>
                    <a:cubicBezTo>
                      <a:pt x="-1" y="8"/>
                      <a:pt x="-1" y="5"/>
                      <a:pt x="1" y="2"/>
                    </a:cubicBezTo>
                    <a:cubicBezTo>
                      <a:pt x="3" y="0"/>
                      <a:pt x="7" y="-1"/>
                      <a:pt x="9" y="1"/>
                    </a:cubicBezTo>
                    <a:lnTo>
                      <a:pt x="79" y="59"/>
                    </a:lnTo>
                    <a:cubicBezTo>
                      <a:pt x="81" y="61"/>
                      <a:pt x="81" y="64"/>
                      <a:pt x="79" y="67"/>
                    </a:cubicBezTo>
                    <a:cubicBezTo>
                      <a:pt x="78" y="68"/>
                      <a:pt x="76" y="69"/>
                      <a:pt x="75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18" name="Group 517">
              <a:extLst>
                <a:ext uri="{FF2B5EF4-FFF2-40B4-BE49-F238E27FC236}">
                  <a16:creationId xmlns:a16="http://schemas.microsoft.com/office/drawing/2014/main" id="{4AEFA3BB-A0BD-2041-8954-28CD43F1C69C}"/>
                </a:ext>
              </a:extLst>
            </p:cNvPr>
            <p:cNvGrpSpPr/>
            <p:nvPr/>
          </p:nvGrpSpPr>
          <p:grpSpPr>
            <a:xfrm>
              <a:off x="18051525" y="8817073"/>
              <a:ext cx="1780234" cy="1549060"/>
              <a:chOff x="18051525" y="8817073"/>
              <a:chExt cx="1780234" cy="1549060"/>
            </a:xfrm>
          </p:grpSpPr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E759D66A-55DA-B64A-86D8-268E43CB3E55}"/>
                  </a:ext>
                </a:extLst>
              </p:cNvPr>
              <p:cNvSpPr/>
              <p:nvPr/>
            </p:nvSpPr>
            <p:spPr>
              <a:xfrm>
                <a:off x="18059000" y="8824546"/>
                <a:ext cx="1766533" cy="15341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19" h="1232">
                    <a:moveTo>
                      <a:pt x="1337" y="1232"/>
                    </a:moveTo>
                    <a:lnTo>
                      <a:pt x="709" y="1232"/>
                    </a:lnTo>
                    <a:lnTo>
                      <a:pt x="82" y="1232"/>
                    </a:lnTo>
                    <a:cubicBezTo>
                      <a:pt x="59" y="1232"/>
                      <a:pt x="39" y="1223"/>
                      <a:pt x="24" y="1208"/>
                    </a:cubicBezTo>
                    <a:cubicBezTo>
                      <a:pt x="9" y="1194"/>
                      <a:pt x="0" y="1173"/>
                      <a:pt x="0" y="1151"/>
                    </a:cubicBezTo>
                    <a:lnTo>
                      <a:pt x="0" y="616"/>
                    </a:lnTo>
                    <a:lnTo>
                      <a:pt x="0" y="82"/>
                    </a:lnTo>
                    <a:cubicBezTo>
                      <a:pt x="0" y="59"/>
                      <a:pt x="9" y="39"/>
                      <a:pt x="24" y="24"/>
                    </a:cubicBezTo>
                    <a:cubicBezTo>
                      <a:pt x="39" y="10"/>
                      <a:pt x="59" y="0"/>
                      <a:pt x="82" y="0"/>
                    </a:cubicBezTo>
                    <a:lnTo>
                      <a:pt x="709" y="0"/>
                    </a:lnTo>
                    <a:lnTo>
                      <a:pt x="1337" y="0"/>
                    </a:lnTo>
                    <a:cubicBezTo>
                      <a:pt x="1359" y="0"/>
                      <a:pt x="1380" y="10"/>
                      <a:pt x="1395" y="24"/>
                    </a:cubicBezTo>
                    <a:cubicBezTo>
                      <a:pt x="1409" y="39"/>
                      <a:pt x="1419" y="59"/>
                      <a:pt x="1419" y="82"/>
                    </a:cubicBezTo>
                    <a:lnTo>
                      <a:pt x="1419" y="616"/>
                    </a:lnTo>
                    <a:lnTo>
                      <a:pt x="1419" y="1151"/>
                    </a:lnTo>
                    <a:cubicBezTo>
                      <a:pt x="1419" y="1173"/>
                      <a:pt x="1409" y="1194"/>
                      <a:pt x="1395" y="1208"/>
                    </a:cubicBezTo>
                    <a:cubicBezTo>
                      <a:pt x="1380" y="1223"/>
                      <a:pt x="1359" y="1232"/>
                      <a:pt x="1337" y="123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DCDD7002-E242-D948-B3A8-6DBAD2D33461}"/>
                  </a:ext>
                </a:extLst>
              </p:cNvPr>
              <p:cNvSpPr/>
              <p:nvPr/>
            </p:nvSpPr>
            <p:spPr>
              <a:xfrm>
                <a:off x="18051525" y="8817073"/>
                <a:ext cx="1780234" cy="1549060"/>
              </a:xfrm>
              <a:custGeom>
                <a:avLst/>
                <a:gdLst>
                  <a:gd name="connsiteX0" fmla="*/ 109562 w 1780234"/>
                  <a:gd name="connsiteY0" fmla="*/ 14954 h 1549060"/>
                  <a:gd name="connsiteX1" fmla="*/ 42336 w 1780234"/>
                  <a:gd name="connsiteY1" fmla="*/ 43594 h 1549060"/>
                  <a:gd name="connsiteX2" fmla="*/ 14950 w 1780234"/>
                  <a:gd name="connsiteY2" fmla="*/ 109590 h 1549060"/>
                  <a:gd name="connsiteX3" fmla="*/ 14950 w 1780234"/>
                  <a:gd name="connsiteY3" fmla="*/ 1440714 h 1549060"/>
                  <a:gd name="connsiteX4" fmla="*/ 42336 w 1780234"/>
                  <a:gd name="connsiteY4" fmla="*/ 1506709 h 1549060"/>
                  <a:gd name="connsiteX5" fmla="*/ 109562 w 1780234"/>
                  <a:gd name="connsiteY5" fmla="*/ 1534104 h 1549060"/>
                  <a:gd name="connsiteX6" fmla="*/ 1671916 w 1780234"/>
                  <a:gd name="connsiteY6" fmla="*/ 1534104 h 1549060"/>
                  <a:gd name="connsiteX7" fmla="*/ 1737896 w 1780234"/>
                  <a:gd name="connsiteY7" fmla="*/ 1506709 h 1549060"/>
                  <a:gd name="connsiteX8" fmla="*/ 1765282 w 1780234"/>
                  <a:gd name="connsiteY8" fmla="*/ 1440714 h 1549060"/>
                  <a:gd name="connsiteX9" fmla="*/ 1765282 w 1780234"/>
                  <a:gd name="connsiteY9" fmla="*/ 109590 h 1549060"/>
                  <a:gd name="connsiteX10" fmla="*/ 1737896 w 1780234"/>
                  <a:gd name="connsiteY10" fmla="*/ 43594 h 1549060"/>
                  <a:gd name="connsiteX11" fmla="*/ 1671916 w 1780234"/>
                  <a:gd name="connsiteY11" fmla="*/ 14954 h 1549060"/>
                  <a:gd name="connsiteX12" fmla="*/ 109552 w 1780234"/>
                  <a:gd name="connsiteY12" fmla="*/ 0 h 1549060"/>
                  <a:gd name="connsiteX13" fmla="*/ 1671926 w 1780234"/>
                  <a:gd name="connsiteY13" fmla="*/ 0 h 1549060"/>
                  <a:gd name="connsiteX14" fmla="*/ 1749110 w 1780234"/>
                  <a:gd name="connsiteY14" fmla="*/ 32376 h 1549060"/>
                  <a:gd name="connsiteX15" fmla="*/ 1780234 w 1780234"/>
                  <a:gd name="connsiteY15" fmla="*/ 109580 h 1549060"/>
                  <a:gd name="connsiteX16" fmla="*/ 1780234 w 1780234"/>
                  <a:gd name="connsiteY16" fmla="*/ 1440725 h 1549060"/>
                  <a:gd name="connsiteX17" fmla="*/ 1749110 w 1780234"/>
                  <a:gd name="connsiteY17" fmla="*/ 1516684 h 1549060"/>
                  <a:gd name="connsiteX18" fmla="*/ 1671926 w 1780234"/>
                  <a:gd name="connsiteY18" fmla="*/ 1549060 h 1549060"/>
                  <a:gd name="connsiteX19" fmla="*/ 109552 w 1780234"/>
                  <a:gd name="connsiteY19" fmla="*/ 1549060 h 1549060"/>
                  <a:gd name="connsiteX20" fmla="*/ 32368 w 1780234"/>
                  <a:gd name="connsiteY20" fmla="*/ 1516684 h 1549060"/>
                  <a:gd name="connsiteX21" fmla="*/ 0 w 1780234"/>
                  <a:gd name="connsiteY21" fmla="*/ 1440725 h 1549060"/>
                  <a:gd name="connsiteX22" fmla="*/ 0 w 1780234"/>
                  <a:gd name="connsiteY22" fmla="*/ 109580 h 1549060"/>
                  <a:gd name="connsiteX23" fmla="*/ 32368 w 1780234"/>
                  <a:gd name="connsiteY23" fmla="*/ 32376 h 1549060"/>
                  <a:gd name="connsiteX24" fmla="*/ 109552 w 1780234"/>
                  <a:gd name="connsiteY24" fmla="*/ 0 h 1549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780234" h="1549060">
                    <a:moveTo>
                      <a:pt x="109562" y="14954"/>
                    </a:moveTo>
                    <a:cubicBezTo>
                      <a:pt x="83418" y="14954"/>
                      <a:pt x="59766" y="24916"/>
                      <a:pt x="42336" y="43594"/>
                    </a:cubicBezTo>
                    <a:cubicBezTo>
                      <a:pt x="24908" y="61027"/>
                      <a:pt x="14950" y="84685"/>
                      <a:pt x="14950" y="109590"/>
                    </a:cubicBezTo>
                    <a:lnTo>
                      <a:pt x="14950" y="1440714"/>
                    </a:lnTo>
                    <a:cubicBezTo>
                      <a:pt x="14950" y="1465618"/>
                      <a:pt x="24908" y="1489277"/>
                      <a:pt x="42336" y="1506709"/>
                    </a:cubicBezTo>
                    <a:cubicBezTo>
                      <a:pt x="59766" y="1524142"/>
                      <a:pt x="83418" y="1534104"/>
                      <a:pt x="109562" y="1534104"/>
                    </a:cubicBezTo>
                    <a:lnTo>
                      <a:pt x="1671916" y="1534104"/>
                    </a:lnTo>
                    <a:cubicBezTo>
                      <a:pt x="1696814" y="1534104"/>
                      <a:pt x="1720466" y="1524142"/>
                      <a:pt x="1737896" y="1506709"/>
                    </a:cubicBezTo>
                    <a:cubicBezTo>
                      <a:pt x="1755324" y="1489277"/>
                      <a:pt x="1765282" y="1465618"/>
                      <a:pt x="1765282" y="1440714"/>
                    </a:cubicBezTo>
                    <a:lnTo>
                      <a:pt x="1765282" y="109590"/>
                    </a:lnTo>
                    <a:cubicBezTo>
                      <a:pt x="1765282" y="84685"/>
                      <a:pt x="1755324" y="61027"/>
                      <a:pt x="1737896" y="43594"/>
                    </a:cubicBezTo>
                    <a:cubicBezTo>
                      <a:pt x="1720466" y="24916"/>
                      <a:pt x="1696814" y="14954"/>
                      <a:pt x="1671916" y="14954"/>
                    </a:cubicBezTo>
                    <a:close/>
                    <a:moveTo>
                      <a:pt x="109552" y="0"/>
                    </a:moveTo>
                    <a:lnTo>
                      <a:pt x="1671926" y="0"/>
                    </a:lnTo>
                    <a:cubicBezTo>
                      <a:pt x="1700558" y="0"/>
                      <a:pt x="1727946" y="12452"/>
                      <a:pt x="1749110" y="32376"/>
                    </a:cubicBezTo>
                    <a:cubicBezTo>
                      <a:pt x="1769028" y="53545"/>
                      <a:pt x="1780234" y="79694"/>
                      <a:pt x="1780234" y="109580"/>
                    </a:cubicBezTo>
                    <a:lnTo>
                      <a:pt x="1780234" y="1440725"/>
                    </a:lnTo>
                    <a:cubicBezTo>
                      <a:pt x="1780234" y="1469366"/>
                      <a:pt x="1769028" y="1495515"/>
                      <a:pt x="1749110" y="1516684"/>
                    </a:cubicBezTo>
                    <a:cubicBezTo>
                      <a:pt x="1727946" y="1537853"/>
                      <a:pt x="1700558" y="1549060"/>
                      <a:pt x="1671926" y="1549060"/>
                    </a:cubicBezTo>
                    <a:lnTo>
                      <a:pt x="109552" y="1549060"/>
                    </a:lnTo>
                    <a:cubicBezTo>
                      <a:pt x="79674" y="1549060"/>
                      <a:pt x="52286" y="1537853"/>
                      <a:pt x="32368" y="1516684"/>
                    </a:cubicBezTo>
                    <a:cubicBezTo>
                      <a:pt x="11204" y="1495515"/>
                      <a:pt x="0" y="1469366"/>
                      <a:pt x="0" y="1440725"/>
                    </a:cubicBezTo>
                    <a:lnTo>
                      <a:pt x="0" y="109580"/>
                    </a:lnTo>
                    <a:cubicBezTo>
                      <a:pt x="0" y="79694"/>
                      <a:pt x="11204" y="53545"/>
                      <a:pt x="32368" y="32376"/>
                    </a:cubicBezTo>
                    <a:cubicBezTo>
                      <a:pt x="52286" y="12452"/>
                      <a:pt x="79674" y="0"/>
                      <a:pt x="1095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6D7C1D72-5016-9B42-B625-732E24C1C59E}"/>
                  </a:ext>
                </a:extLst>
              </p:cNvPr>
              <p:cNvSpPr/>
              <p:nvPr/>
            </p:nvSpPr>
            <p:spPr>
              <a:xfrm>
                <a:off x="18431492" y="9462619"/>
                <a:ext cx="549394" cy="5009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2" h="403">
                    <a:moveTo>
                      <a:pt x="88" y="403"/>
                    </a:moveTo>
                    <a:lnTo>
                      <a:pt x="0" y="298"/>
                    </a:lnTo>
                    <a:lnTo>
                      <a:pt x="354" y="0"/>
                    </a:lnTo>
                    <a:lnTo>
                      <a:pt x="442" y="10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3" name="Freeform 472">
                <a:extLst>
                  <a:ext uri="{FF2B5EF4-FFF2-40B4-BE49-F238E27FC236}">
                    <a16:creationId xmlns:a16="http://schemas.microsoft.com/office/drawing/2014/main" id="{2A7E79DD-4E60-784F-BBCF-2E655A4B34AB}"/>
                  </a:ext>
                </a:extLst>
              </p:cNvPr>
              <p:cNvSpPr/>
              <p:nvPr/>
            </p:nvSpPr>
            <p:spPr>
              <a:xfrm>
                <a:off x="18424745" y="9455874"/>
                <a:ext cx="563378" cy="513960"/>
              </a:xfrm>
              <a:custGeom>
                <a:avLst/>
                <a:gdLst>
                  <a:gd name="connsiteX0" fmla="*/ 445501 w 563378"/>
                  <a:gd name="connsiteY0" fmla="*/ 16712 h 513960"/>
                  <a:gd name="connsiteX1" fmla="*/ 16713 w 563378"/>
                  <a:gd name="connsiteY1" fmla="*/ 378428 h 513960"/>
                  <a:gd name="connsiteX2" fmla="*/ 117385 w 563378"/>
                  <a:gd name="connsiteY2" fmla="*/ 497757 h 513960"/>
                  <a:gd name="connsiteX3" fmla="*/ 546175 w 563378"/>
                  <a:gd name="connsiteY3" fmla="*/ 136041 h 513960"/>
                  <a:gd name="connsiteX4" fmla="*/ 446767 w 563378"/>
                  <a:gd name="connsiteY4" fmla="*/ 514 h 513960"/>
                  <a:gd name="connsiteX5" fmla="*/ 451739 w 563378"/>
                  <a:gd name="connsiteY5" fmla="*/ 3000 h 513960"/>
                  <a:gd name="connsiteX6" fmla="*/ 561127 w 563378"/>
                  <a:gd name="connsiteY6" fmla="*/ 132294 h 513960"/>
                  <a:gd name="connsiteX7" fmla="*/ 559883 w 563378"/>
                  <a:gd name="connsiteY7" fmla="*/ 142240 h 513960"/>
                  <a:gd name="connsiteX8" fmla="*/ 121091 w 563378"/>
                  <a:gd name="connsiteY8" fmla="*/ 512717 h 513960"/>
                  <a:gd name="connsiteX9" fmla="*/ 116117 w 563378"/>
                  <a:gd name="connsiteY9" fmla="*/ 513960 h 513960"/>
                  <a:gd name="connsiteX10" fmla="*/ 111145 w 563378"/>
                  <a:gd name="connsiteY10" fmla="*/ 511474 h 513960"/>
                  <a:gd name="connsiteX11" fmla="*/ 1759 w 563378"/>
                  <a:gd name="connsiteY11" fmla="*/ 382180 h 513960"/>
                  <a:gd name="connsiteX12" fmla="*/ 515 w 563378"/>
                  <a:gd name="connsiteY12" fmla="*/ 377207 h 513960"/>
                  <a:gd name="connsiteX13" fmla="*/ 3001 w 563378"/>
                  <a:gd name="connsiteY13" fmla="*/ 372234 h 513960"/>
                  <a:gd name="connsiteX14" fmla="*/ 441795 w 563378"/>
                  <a:gd name="connsiteY14" fmla="*/ 1757 h 513960"/>
                  <a:gd name="connsiteX15" fmla="*/ 446767 w 563378"/>
                  <a:gd name="connsiteY15" fmla="*/ 514 h 513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63378" h="513960">
                    <a:moveTo>
                      <a:pt x="445501" y="16712"/>
                    </a:moveTo>
                    <a:lnTo>
                      <a:pt x="16713" y="378428"/>
                    </a:lnTo>
                    <a:lnTo>
                      <a:pt x="117385" y="497757"/>
                    </a:lnTo>
                    <a:lnTo>
                      <a:pt x="546175" y="136041"/>
                    </a:lnTo>
                    <a:close/>
                    <a:moveTo>
                      <a:pt x="446767" y="514"/>
                    </a:moveTo>
                    <a:cubicBezTo>
                      <a:pt x="449253" y="514"/>
                      <a:pt x="450497" y="514"/>
                      <a:pt x="451739" y="3000"/>
                    </a:cubicBezTo>
                    <a:lnTo>
                      <a:pt x="561127" y="132294"/>
                    </a:lnTo>
                    <a:cubicBezTo>
                      <a:pt x="564857" y="136024"/>
                      <a:pt x="563613" y="139754"/>
                      <a:pt x="559883" y="142240"/>
                    </a:cubicBezTo>
                    <a:lnTo>
                      <a:pt x="121091" y="512717"/>
                    </a:lnTo>
                    <a:cubicBezTo>
                      <a:pt x="119847" y="513960"/>
                      <a:pt x="118603" y="513960"/>
                      <a:pt x="116117" y="513960"/>
                    </a:cubicBezTo>
                    <a:cubicBezTo>
                      <a:pt x="114875" y="513960"/>
                      <a:pt x="112389" y="513960"/>
                      <a:pt x="111145" y="511474"/>
                    </a:cubicBezTo>
                    <a:lnTo>
                      <a:pt x="1759" y="382180"/>
                    </a:lnTo>
                    <a:cubicBezTo>
                      <a:pt x="515" y="380936"/>
                      <a:pt x="-729" y="378450"/>
                      <a:pt x="515" y="377207"/>
                    </a:cubicBezTo>
                    <a:cubicBezTo>
                      <a:pt x="515" y="374720"/>
                      <a:pt x="515" y="372234"/>
                      <a:pt x="3001" y="372234"/>
                    </a:cubicBezTo>
                    <a:lnTo>
                      <a:pt x="441795" y="1757"/>
                    </a:lnTo>
                    <a:cubicBezTo>
                      <a:pt x="443037" y="514"/>
                      <a:pt x="444281" y="-729"/>
                      <a:pt x="446767" y="5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D79622E8-1476-8A43-A159-ADE494ED92F5}"/>
                  </a:ext>
                </a:extLst>
              </p:cNvPr>
              <p:cNvSpPr/>
              <p:nvPr/>
            </p:nvSpPr>
            <p:spPr>
              <a:xfrm>
                <a:off x="18860044" y="9102459"/>
                <a:ext cx="540674" cy="508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5" h="409">
                    <a:moveTo>
                      <a:pt x="426" y="121"/>
                    </a:moveTo>
                    <a:lnTo>
                      <a:pt x="381" y="66"/>
                    </a:lnTo>
                    <a:lnTo>
                      <a:pt x="335" y="12"/>
                    </a:lnTo>
                    <a:cubicBezTo>
                      <a:pt x="329" y="5"/>
                      <a:pt x="320" y="1"/>
                      <a:pt x="311" y="0"/>
                    </a:cubicBezTo>
                    <a:cubicBezTo>
                      <a:pt x="301" y="-1"/>
                      <a:pt x="292" y="2"/>
                      <a:pt x="284" y="8"/>
                    </a:cubicBezTo>
                    <a:lnTo>
                      <a:pt x="149" y="122"/>
                    </a:lnTo>
                    <a:lnTo>
                      <a:pt x="13" y="237"/>
                    </a:lnTo>
                    <a:cubicBezTo>
                      <a:pt x="5" y="243"/>
                      <a:pt x="1" y="252"/>
                      <a:pt x="0" y="261"/>
                    </a:cubicBezTo>
                    <a:cubicBezTo>
                      <a:pt x="-1" y="270"/>
                      <a:pt x="2" y="280"/>
                      <a:pt x="8" y="288"/>
                    </a:cubicBezTo>
                    <a:lnTo>
                      <a:pt x="54" y="342"/>
                    </a:lnTo>
                    <a:lnTo>
                      <a:pt x="99" y="396"/>
                    </a:lnTo>
                    <a:cubicBezTo>
                      <a:pt x="106" y="403"/>
                      <a:pt x="114" y="407"/>
                      <a:pt x="123" y="409"/>
                    </a:cubicBezTo>
                    <a:cubicBezTo>
                      <a:pt x="133" y="409"/>
                      <a:pt x="143" y="406"/>
                      <a:pt x="150" y="400"/>
                    </a:cubicBezTo>
                    <a:lnTo>
                      <a:pt x="286" y="286"/>
                    </a:lnTo>
                    <a:lnTo>
                      <a:pt x="422" y="171"/>
                    </a:lnTo>
                    <a:cubicBezTo>
                      <a:pt x="429" y="165"/>
                      <a:pt x="433" y="156"/>
                      <a:pt x="435" y="147"/>
                    </a:cubicBezTo>
                    <a:cubicBezTo>
                      <a:pt x="435" y="138"/>
                      <a:pt x="432" y="128"/>
                      <a:pt x="426" y="12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4" name="Freeform 473">
                <a:extLst>
                  <a:ext uri="{FF2B5EF4-FFF2-40B4-BE49-F238E27FC236}">
                    <a16:creationId xmlns:a16="http://schemas.microsoft.com/office/drawing/2014/main" id="{5C54B718-FBA8-D94B-9B21-777E7EDFEB0B}"/>
                  </a:ext>
                </a:extLst>
              </p:cNvPr>
              <p:cNvSpPr/>
              <p:nvPr/>
            </p:nvSpPr>
            <p:spPr>
              <a:xfrm>
                <a:off x="18854418" y="9094752"/>
                <a:ext cx="553170" cy="522400"/>
              </a:xfrm>
              <a:custGeom>
                <a:avLst/>
                <a:gdLst>
                  <a:gd name="connsiteX0" fmla="*/ 387198 w 553170"/>
                  <a:gd name="connsiteY0" fmla="*/ 15184 h 522400"/>
                  <a:gd name="connsiteX1" fmla="*/ 363584 w 553170"/>
                  <a:gd name="connsiteY1" fmla="*/ 22643 h 522400"/>
                  <a:gd name="connsiteX2" fmla="*/ 26772 w 553170"/>
                  <a:gd name="connsiteY2" fmla="*/ 308553 h 522400"/>
                  <a:gd name="connsiteX3" fmla="*/ 13102 w 553170"/>
                  <a:gd name="connsiteY3" fmla="*/ 333415 h 522400"/>
                  <a:gd name="connsiteX4" fmla="*/ 21800 w 553170"/>
                  <a:gd name="connsiteY4" fmla="*/ 360763 h 522400"/>
                  <a:gd name="connsiteX5" fmla="*/ 134900 w 553170"/>
                  <a:gd name="connsiteY5" fmla="*/ 495017 h 522400"/>
                  <a:gd name="connsiteX6" fmla="*/ 159756 w 553170"/>
                  <a:gd name="connsiteY6" fmla="*/ 508691 h 522400"/>
                  <a:gd name="connsiteX7" fmla="*/ 187100 w 553170"/>
                  <a:gd name="connsiteY7" fmla="*/ 499989 h 522400"/>
                  <a:gd name="connsiteX8" fmla="*/ 525154 w 553170"/>
                  <a:gd name="connsiteY8" fmla="*/ 215322 h 522400"/>
                  <a:gd name="connsiteX9" fmla="*/ 538826 w 553170"/>
                  <a:gd name="connsiteY9" fmla="*/ 189217 h 522400"/>
                  <a:gd name="connsiteX10" fmla="*/ 530126 w 553170"/>
                  <a:gd name="connsiteY10" fmla="*/ 161869 h 522400"/>
                  <a:gd name="connsiteX11" fmla="*/ 417026 w 553170"/>
                  <a:gd name="connsiteY11" fmla="*/ 27615 h 522400"/>
                  <a:gd name="connsiteX12" fmla="*/ 390926 w 553170"/>
                  <a:gd name="connsiteY12" fmla="*/ 15184 h 522400"/>
                  <a:gd name="connsiteX13" fmla="*/ 387198 w 553170"/>
                  <a:gd name="connsiteY13" fmla="*/ 15184 h 522400"/>
                  <a:gd name="connsiteX14" fmla="*/ 392184 w 553170"/>
                  <a:gd name="connsiteY14" fmla="*/ 230 h 522400"/>
                  <a:gd name="connsiteX15" fmla="*/ 428232 w 553170"/>
                  <a:gd name="connsiteY15" fmla="*/ 18879 h 522400"/>
                  <a:gd name="connsiteX16" fmla="*/ 541344 w 553170"/>
                  <a:gd name="connsiteY16" fmla="*/ 153151 h 522400"/>
                  <a:gd name="connsiteX17" fmla="*/ 552530 w 553170"/>
                  <a:gd name="connsiteY17" fmla="*/ 190449 h 522400"/>
                  <a:gd name="connsiteX18" fmla="*/ 535130 w 553170"/>
                  <a:gd name="connsiteY18" fmla="*/ 226504 h 522400"/>
                  <a:gd name="connsiteX19" fmla="*/ 197034 w 553170"/>
                  <a:gd name="connsiteY19" fmla="*/ 509967 h 522400"/>
                  <a:gd name="connsiteX20" fmla="*/ 164716 w 553170"/>
                  <a:gd name="connsiteY20" fmla="*/ 522400 h 522400"/>
                  <a:gd name="connsiteX21" fmla="*/ 159744 w 553170"/>
                  <a:gd name="connsiteY21" fmla="*/ 522400 h 522400"/>
                  <a:gd name="connsiteX22" fmla="*/ 124940 w 553170"/>
                  <a:gd name="connsiteY22" fmla="*/ 503751 h 522400"/>
                  <a:gd name="connsiteX23" fmla="*/ 11826 w 553170"/>
                  <a:gd name="connsiteY23" fmla="*/ 369479 h 522400"/>
                  <a:gd name="connsiteX24" fmla="*/ 640 w 553170"/>
                  <a:gd name="connsiteY24" fmla="*/ 332181 h 522400"/>
                  <a:gd name="connsiteX25" fmla="*/ 18042 w 553170"/>
                  <a:gd name="connsiteY25" fmla="*/ 296126 h 522400"/>
                  <a:gd name="connsiteX26" fmla="*/ 356138 w 553170"/>
                  <a:gd name="connsiteY26" fmla="*/ 12663 h 522400"/>
                  <a:gd name="connsiteX27" fmla="*/ 392184 w 553170"/>
                  <a:gd name="connsiteY27" fmla="*/ 230 h 52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53170" h="522400">
                    <a:moveTo>
                      <a:pt x="387198" y="15184"/>
                    </a:moveTo>
                    <a:cubicBezTo>
                      <a:pt x="379740" y="15184"/>
                      <a:pt x="371040" y="17670"/>
                      <a:pt x="363584" y="22643"/>
                    </a:cubicBezTo>
                    <a:lnTo>
                      <a:pt x="26772" y="308553"/>
                    </a:lnTo>
                    <a:cubicBezTo>
                      <a:pt x="18072" y="314769"/>
                      <a:pt x="14344" y="323470"/>
                      <a:pt x="13102" y="333415"/>
                    </a:cubicBezTo>
                    <a:cubicBezTo>
                      <a:pt x="11858" y="343360"/>
                      <a:pt x="14344" y="353305"/>
                      <a:pt x="21800" y="360763"/>
                    </a:cubicBezTo>
                    <a:lnTo>
                      <a:pt x="134900" y="495017"/>
                    </a:lnTo>
                    <a:cubicBezTo>
                      <a:pt x="141114" y="502476"/>
                      <a:pt x="149814" y="507448"/>
                      <a:pt x="159756" y="508691"/>
                    </a:cubicBezTo>
                    <a:cubicBezTo>
                      <a:pt x="169700" y="508691"/>
                      <a:pt x="179642" y="506205"/>
                      <a:pt x="187100" y="499989"/>
                    </a:cubicBezTo>
                    <a:lnTo>
                      <a:pt x="525154" y="215322"/>
                    </a:lnTo>
                    <a:cubicBezTo>
                      <a:pt x="533854" y="209106"/>
                      <a:pt x="537582" y="199161"/>
                      <a:pt x="538826" y="189217"/>
                    </a:cubicBezTo>
                    <a:cubicBezTo>
                      <a:pt x="538826" y="179272"/>
                      <a:pt x="536340" y="169327"/>
                      <a:pt x="530126" y="161869"/>
                    </a:cubicBezTo>
                    <a:lnTo>
                      <a:pt x="417026" y="27615"/>
                    </a:lnTo>
                    <a:cubicBezTo>
                      <a:pt x="410812" y="20156"/>
                      <a:pt x="402112" y="15184"/>
                      <a:pt x="390926" y="15184"/>
                    </a:cubicBezTo>
                    <a:cubicBezTo>
                      <a:pt x="390926" y="15184"/>
                      <a:pt x="389684" y="15184"/>
                      <a:pt x="387198" y="15184"/>
                    </a:cubicBezTo>
                    <a:close/>
                    <a:moveTo>
                      <a:pt x="392184" y="230"/>
                    </a:moveTo>
                    <a:cubicBezTo>
                      <a:pt x="405858" y="1473"/>
                      <a:pt x="419530" y="7690"/>
                      <a:pt x="428232" y="18879"/>
                    </a:cubicBezTo>
                    <a:lnTo>
                      <a:pt x="541344" y="153151"/>
                    </a:lnTo>
                    <a:cubicBezTo>
                      <a:pt x="550046" y="164341"/>
                      <a:pt x="555018" y="176773"/>
                      <a:pt x="552530" y="190449"/>
                    </a:cubicBezTo>
                    <a:cubicBezTo>
                      <a:pt x="551288" y="204125"/>
                      <a:pt x="545074" y="216558"/>
                      <a:pt x="535130" y="226504"/>
                    </a:cubicBezTo>
                    <a:lnTo>
                      <a:pt x="197034" y="509967"/>
                    </a:lnTo>
                    <a:cubicBezTo>
                      <a:pt x="188332" y="518670"/>
                      <a:pt x="177146" y="522400"/>
                      <a:pt x="164716" y="522400"/>
                    </a:cubicBezTo>
                    <a:cubicBezTo>
                      <a:pt x="163472" y="522400"/>
                      <a:pt x="162230" y="522400"/>
                      <a:pt x="159744" y="522400"/>
                    </a:cubicBezTo>
                    <a:cubicBezTo>
                      <a:pt x="146070" y="522400"/>
                      <a:pt x="133640" y="514940"/>
                      <a:pt x="124940" y="503751"/>
                    </a:cubicBezTo>
                    <a:lnTo>
                      <a:pt x="11826" y="369479"/>
                    </a:lnTo>
                    <a:cubicBezTo>
                      <a:pt x="3126" y="359533"/>
                      <a:pt x="-1846" y="345857"/>
                      <a:pt x="640" y="332181"/>
                    </a:cubicBezTo>
                    <a:cubicBezTo>
                      <a:pt x="640" y="317262"/>
                      <a:pt x="8098" y="306072"/>
                      <a:pt x="18042" y="296126"/>
                    </a:cubicBezTo>
                    <a:lnTo>
                      <a:pt x="356138" y="12663"/>
                    </a:lnTo>
                    <a:cubicBezTo>
                      <a:pt x="364838" y="2717"/>
                      <a:pt x="378512" y="-1013"/>
                      <a:pt x="392184" y="2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DB0B131A-6045-3245-AF0C-EB13EE00DD82}"/>
                  </a:ext>
                </a:extLst>
              </p:cNvPr>
              <p:cNvSpPr/>
              <p:nvPr/>
            </p:nvSpPr>
            <p:spPr>
              <a:xfrm>
                <a:off x="19269906" y="9053856"/>
                <a:ext cx="199327" cy="2068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1" h="167">
                    <a:moveTo>
                      <a:pt x="104" y="167"/>
                    </a:moveTo>
                    <a:lnTo>
                      <a:pt x="52" y="105"/>
                    </a:lnTo>
                    <a:lnTo>
                      <a:pt x="0" y="43"/>
                    </a:lnTo>
                    <a:lnTo>
                      <a:pt x="14" y="32"/>
                    </a:lnTo>
                    <a:lnTo>
                      <a:pt x="29" y="20"/>
                    </a:lnTo>
                    <a:cubicBezTo>
                      <a:pt x="46" y="5"/>
                      <a:pt x="67" y="-1"/>
                      <a:pt x="87" y="0"/>
                    </a:cubicBezTo>
                    <a:cubicBezTo>
                      <a:pt x="108" y="2"/>
                      <a:pt x="128" y="12"/>
                      <a:pt x="143" y="29"/>
                    </a:cubicBezTo>
                    <a:cubicBezTo>
                      <a:pt x="156" y="46"/>
                      <a:pt x="163" y="67"/>
                      <a:pt x="161" y="88"/>
                    </a:cubicBezTo>
                    <a:cubicBezTo>
                      <a:pt x="159" y="109"/>
                      <a:pt x="150" y="128"/>
                      <a:pt x="133" y="143"/>
                    </a:cubicBezTo>
                    <a:lnTo>
                      <a:pt x="118" y="15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7EC9EB94-63AB-EE48-91BB-C565A7340302}"/>
                  </a:ext>
                </a:extLst>
              </p:cNvPr>
              <p:cNvSpPr/>
              <p:nvPr/>
            </p:nvSpPr>
            <p:spPr>
              <a:xfrm>
                <a:off x="19261946" y="9047207"/>
                <a:ext cx="215147" cy="220997"/>
              </a:xfrm>
              <a:custGeom>
                <a:avLst/>
                <a:gdLst>
                  <a:gd name="connsiteX0" fmla="*/ 115679 w 215147"/>
                  <a:gd name="connsiteY0" fmla="*/ 15373 h 220997"/>
                  <a:gd name="connsiteX1" fmla="*/ 48863 w 215147"/>
                  <a:gd name="connsiteY1" fmla="*/ 36420 h 220997"/>
                  <a:gd name="connsiteX2" fmla="*/ 17931 w 215147"/>
                  <a:gd name="connsiteY2" fmla="*/ 62418 h 220997"/>
                  <a:gd name="connsiteX3" fmla="*/ 136713 w 215147"/>
                  <a:gd name="connsiteY3" fmla="*/ 203554 h 220997"/>
                  <a:gd name="connsiteX4" fmla="*/ 167647 w 215147"/>
                  <a:gd name="connsiteY4" fmla="*/ 177555 h 220997"/>
                  <a:gd name="connsiteX5" fmla="*/ 199817 w 215147"/>
                  <a:gd name="connsiteY5" fmla="*/ 114416 h 220997"/>
                  <a:gd name="connsiteX6" fmla="*/ 178783 w 215147"/>
                  <a:gd name="connsiteY6" fmla="*/ 47562 h 220997"/>
                  <a:gd name="connsiteX7" fmla="*/ 115679 w 215147"/>
                  <a:gd name="connsiteY7" fmla="*/ 15373 h 220997"/>
                  <a:gd name="connsiteX8" fmla="*/ 116919 w 215147"/>
                  <a:gd name="connsiteY8" fmla="*/ 414 h 220997"/>
                  <a:gd name="connsiteX9" fmla="*/ 189997 w 215147"/>
                  <a:gd name="connsiteY9" fmla="*/ 38830 h 220997"/>
                  <a:gd name="connsiteX10" fmla="*/ 214771 w 215147"/>
                  <a:gd name="connsiteY10" fmla="*/ 116902 h 220997"/>
                  <a:gd name="connsiteX11" fmla="*/ 177611 w 215147"/>
                  <a:gd name="connsiteY11" fmla="*/ 188777 h 220997"/>
                  <a:gd name="connsiteX12" fmla="*/ 141691 w 215147"/>
                  <a:gd name="connsiteY12" fmla="*/ 219758 h 220997"/>
                  <a:gd name="connsiteX13" fmla="*/ 136737 w 215147"/>
                  <a:gd name="connsiteY13" fmla="*/ 220997 h 220997"/>
                  <a:gd name="connsiteX14" fmla="*/ 135497 w 215147"/>
                  <a:gd name="connsiteY14" fmla="*/ 220997 h 220997"/>
                  <a:gd name="connsiteX15" fmla="*/ 130543 w 215147"/>
                  <a:gd name="connsiteY15" fmla="*/ 218519 h 220997"/>
                  <a:gd name="connsiteX16" fmla="*/ 1725 w 215147"/>
                  <a:gd name="connsiteY16" fmla="*/ 66093 h 220997"/>
                  <a:gd name="connsiteX17" fmla="*/ 2965 w 215147"/>
                  <a:gd name="connsiteY17" fmla="*/ 54940 h 220997"/>
                  <a:gd name="connsiteX18" fmla="*/ 38885 w 215147"/>
                  <a:gd name="connsiteY18" fmla="*/ 25199 h 220997"/>
                  <a:gd name="connsiteX19" fmla="*/ 116919 w 215147"/>
                  <a:gd name="connsiteY19" fmla="*/ 414 h 2209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15147" h="220997">
                    <a:moveTo>
                      <a:pt x="115679" y="15373"/>
                    </a:moveTo>
                    <a:cubicBezTo>
                      <a:pt x="90933" y="12897"/>
                      <a:pt x="67423" y="20325"/>
                      <a:pt x="48863" y="36420"/>
                    </a:cubicBezTo>
                    <a:lnTo>
                      <a:pt x="17931" y="62418"/>
                    </a:lnTo>
                    <a:lnTo>
                      <a:pt x="136713" y="203554"/>
                    </a:lnTo>
                    <a:lnTo>
                      <a:pt x="167647" y="177555"/>
                    </a:lnTo>
                    <a:cubicBezTo>
                      <a:pt x="186207" y="161461"/>
                      <a:pt x="198579" y="140414"/>
                      <a:pt x="199817" y="114416"/>
                    </a:cubicBezTo>
                    <a:cubicBezTo>
                      <a:pt x="202291" y="90893"/>
                      <a:pt x="193631" y="66132"/>
                      <a:pt x="178783" y="47562"/>
                    </a:cubicBezTo>
                    <a:cubicBezTo>
                      <a:pt x="162697" y="28991"/>
                      <a:pt x="140425" y="16611"/>
                      <a:pt x="115679" y="15373"/>
                    </a:cubicBezTo>
                    <a:close/>
                    <a:moveTo>
                      <a:pt x="116919" y="414"/>
                    </a:moveTo>
                    <a:cubicBezTo>
                      <a:pt x="145407" y="2892"/>
                      <a:pt x="171419" y="16524"/>
                      <a:pt x="189997" y="38830"/>
                    </a:cubicBezTo>
                    <a:cubicBezTo>
                      <a:pt x="207339" y="59897"/>
                      <a:pt x="217247" y="87160"/>
                      <a:pt x="214771" y="116902"/>
                    </a:cubicBezTo>
                    <a:cubicBezTo>
                      <a:pt x="212293" y="145404"/>
                      <a:pt x="198669" y="171428"/>
                      <a:pt x="177611" y="188777"/>
                    </a:cubicBezTo>
                    <a:lnTo>
                      <a:pt x="141691" y="219758"/>
                    </a:lnTo>
                    <a:cubicBezTo>
                      <a:pt x="139213" y="219758"/>
                      <a:pt x="137975" y="220997"/>
                      <a:pt x="136737" y="220997"/>
                    </a:cubicBezTo>
                    <a:cubicBezTo>
                      <a:pt x="135497" y="220997"/>
                      <a:pt x="135497" y="220997"/>
                      <a:pt x="135497" y="220997"/>
                    </a:cubicBezTo>
                    <a:cubicBezTo>
                      <a:pt x="134259" y="220997"/>
                      <a:pt x="131783" y="219758"/>
                      <a:pt x="130543" y="218519"/>
                    </a:cubicBezTo>
                    <a:lnTo>
                      <a:pt x="1725" y="66093"/>
                    </a:lnTo>
                    <a:cubicBezTo>
                      <a:pt x="-751" y="62376"/>
                      <a:pt x="-751" y="57419"/>
                      <a:pt x="2965" y="54940"/>
                    </a:cubicBezTo>
                    <a:lnTo>
                      <a:pt x="38885" y="25199"/>
                    </a:lnTo>
                    <a:cubicBezTo>
                      <a:pt x="59941" y="6610"/>
                      <a:pt x="88429" y="-2064"/>
                      <a:pt x="116919" y="4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6D13FA8A-D7E9-9E49-82F1-A0A963281BB4}"/>
                  </a:ext>
                </a:extLst>
              </p:cNvPr>
              <p:cNvSpPr/>
              <p:nvPr/>
            </p:nvSpPr>
            <p:spPr>
              <a:xfrm>
                <a:off x="18749169" y="9038901"/>
                <a:ext cx="452222" cy="3439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4" h="277">
                    <a:moveTo>
                      <a:pt x="364" y="67"/>
                    </a:moveTo>
                    <a:lnTo>
                      <a:pt x="330" y="27"/>
                    </a:lnTo>
                    <a:lnTo>
                      <a:pt x="314" y="8"/>
                    </a:lnTo>
                    <a:cubicBezTo>
                      <a:pt x="310" y="3"/>
                      <a:pt x="304" y="0"/>
                      <a:pt x="298" y="0"/>
                    </a:cubicBezTo>
                    <a:cubicBezTo>
                      <a:pt x="291" y="-1"/>
                      <a:pt x="285" y="1"/>
                      <a:pt x="280" y="5"/>
                    </a:cubicBezTo>
                    <a:lnTo>
                      <a:pt x="261" y="21"/>
                    </a:lnTo>
                    <a:lnTo>
                      <a:pt x="153" y="112"/>
                    </a:lnTo>
                    <a:lnTo>
                      <a:pt x="9" y="234"/>
                    </a:lnTo>
                    <a:cubicBezTo>
                      <a:pt x="3" y="238"/>
                      <a:pt x="0" y="244"/>
                      <a:pt x="0" y="251"/>
                    </a:cubicBezTo>
                    <a:cubicBezTo>
                      <a:pt x="0" y="257"/>
                      <a:pt x="2" y="263"/>
                      <a:pt x="6" y="268"/>
                    </a:cubicBezTo>
                    <a:cubicBezTo>
                      <a:pt x="10" y="273"/>
                      <a:pt x="16" y="276"/>
                      <a:pt x="22" y="277"/>
                    </a:cubicBezTo>
                    <a:cubicBezTo>
                      <a:pt x="28" y="277"/>
                      <a:pt x="34" y="275"/>
                      <a:pt x="40" y="271"/>
                    </a:cubicBezTo>
                    <a:lnTo>
                      <a:pt x="185" y="149"/>
                    </a:lnTo>
                    <a:lnTo>
                      <a:pt x="292" y="58"/>
                    </a:lnTo>
                    <a:lnTo>
                      <a:pt x="326" y="9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F67F4376-79B8-EF45-B675-B1AB22ED5FF7}"/>
                  </a:ext>
                </a:extLst>
              </p:cNvPr>
              <p:cNvSpPr/>
              <p:nvPr/>
            </p:nvSpPr>
            <p:spPr>
              <a:xfrm>
                <a:off x="18741692" y="9031116"/>
                <a:ext cx="467172" cy="357972"/>
              </a:xfrm>
              <a:custGeom>
                <a:avLst/>
                <a:gdLst>
                  <a:gd name="connsiteX0" fmla="*/ 375200 w 467172"/>
                  <a:gd name="connsiteY0" fmla="*/ 14016 h 357972"/>
                  <a:gd name="connsiteX1" fmla="*/ 360292 w 467172"/>
                  <a:gd name="connsiteY1" fmla="*/ 20224 h 357972"/>
                  <a:gd name="connsiteX2" fmla="*/ 22406 w 467172"/>
                  <a:gd name="connsiteY2" fmla="*/ 303296 h 357972"/>
                  <a:gd name="connsiteX3" fmla="*/ 14952 w 467172"/>
                  <a:gd name="connsiteY3" fmla="*/ 319436 h 357972"/>
                  <a:gd name="connsiteX4" fmla="*/ 19920 w 467172"/>
                  <a:gd name="connsiteY4" fmla="*/ 335576 h 357972"/>
                  <a:gd name="connsiteX5" fmla="*/ 36070 w 467172"/>
                  <a:gd name="connsiteY5" fmla="*/ 344267 h 357972"/>
                  <a:gd name="connsiteX6" fmla="*/ 52218 w 467172"/>
                  <a:gd name="connsiteY6" fmla="*/ 338059 h 357972"/>
                  <a:gd name="connsiteX7" fmla="*/ 365262 w 467172"/>
                  <a:gd name="connsiteY7" fmla="*/ 74852 h 357972"/>
                  <a:gd name="connsiteX8" fmla="*/ 371472 w 467172"/>
                  <a:gd name="connsiteY8" fmla="*/ 73610 h 357972"/>
                  <a:gd name="connsiteX9" fmla="*/ 375200 w 467172"/>
                  <a:gd name="connsiteY9" fmla="*/ 76093 h 357972"/>
                  <a:gd name="connsiteX10" fmla="*/ 413708 w 467172"/>
                  <a:gd name="connsiteY10" fmla="*/ 120789 h 357972"/>
                  <a:gd name="connsiteX11" fmla="*/ 449732 w 467172"/>
                  <a:gd name="connsiteY11" fmla="*/ 89750 h 357972"/>
                  <a:gd name="connsiteX12" fmla="*/ 392590 w 467172"/>
                  <a:gd name="connsiteY12" fmla="*/ 22707 h 357972"/>
                  <a:gd name="connsiteX13" fmla="*/ 376442 w 467172"/>
                  <a:gd name="connsiteY13" fmla="*/ 14016 h 357972"/>
                  <a:gd name="connsiteX14" fmla="*/ 375200 w 467172"/>
                  <a:gd name="connsiteY14" fmla="*/ 14016 h 357972"/>
                  <a:gd name="connsiteX15" fmla="*/ 377712 w 467172"/>
                  <a:gd name="connsiteY15" fmla="*/ 304 h 357972"/>
                  <a:gd name="connsiteX16" fmla="*/ 402562 w 467172"/>
                  <a:gd name="connsiteY16" fmla="*/ 13965 h 357972"/>
                  <a:gd name="connsiteX17" fmla="*/ 464686 w 467172"/>
                  <a:gd name="connsiteY17" fmla="*/ 85995 h 357972"/>
                  <a:gd name="connsiteX18" fmla="*/ 467172 w 467172"/>
                  <a:gd name="connsiteY18" fmla="*/ 92205 h 357972"/>
                  <a:gd name="connsiteX19" fmla="*/ 463444 w 467172"/>
                  <a:gd name="connsiteY19" fmla="*/ 95931 h 357972"/>
                  <a:gd name="connsiteX20" fmla="*/ 417472 w 467172"/>
                  <a:gd name="connsiteY20" fmla="*/ 135671 h 357972"/>
                  <a:gd name="connsiteX21" fmla="*/ 412502 w 467172"/>
                  <a:gd name="connsiteY21" fmla="*/ 136913 h 357972"/>
                  <a:gd name="connsiteX22" fmla="*/ 406290 w 467172"/>
                  <a:gd name="connsiteY22" fmla="*/ 135671 h 357972"/>
                  <a:gd name="connsiteX23" fmla="*/ 369016 w 467172"/>
                  <a:gd name="connsiteY23" fmla="*/ 89721 h 357972"/>
                  <a:gd name="connsiteX24" fmla="*/ 62122 w 467172"/>
                  <a:gd name="connsiteY24" fmla="*/ 350521 h 357972"/>
                  <a:gd name="connsiteX25" fmla="*/ 37274 w 467172"/>
                  <a:gd name="connsiteY25" fmla="*/ 357972 h 357972"/>
                  <a:gd name="connsiteX26" fmla="*/ 34788 w 467172"/>
                  <a:gd name="connsiteY26" fmla="*/ 357972 h 357972"/>
                  <a:gd name="connsiteX27" fmla="*/ 8696 w 467172"/>
                  <a:gd name="connsiteY27" fmla="*/ 345553 h 357972"/>
                  <a:gd name="connsiteX28" fmla="*/ 0 w 467172"/>
                  <a:gd name="connsiteY28" fmla="*/ 318231 h 357972"/>
                  <a:gd name="connsiteX29" fmla="*/ 13666 w 467172"/>
                  <a:gd name="connsiteY29" fmla="*/ 292151 h 357972"/>
                  <a:gd name="connsiteX30" fmla="*/ 350378 w 467172"/>
                  <a:gd name="connsiteY30" fmla="*/ 8997 h 357972"/>
                  <a:gd name="connsiteX31" fmla="*/ 377712 w 467172"/>
                  <a:gd name="connsiteY31" fmla="*/ 304 h 357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467172" h="357972">
                    <a:moveTo>
                      <a:pt x="375200" y="14016"/>
                    </a:moveTo>
                    <a:cubicBezTo>
                      <a:pt x="368988" y="14016"/>
                      <a:pt x="364020" y="16499"/>
                      <a:pt x="360292" y="20224"/>
                    </a:cubicBezTo>
                    <a:lnTo>
                      <a:pt x="22406" y="303296"/>
                    </a:lnTo>
                    <a:cubicBezTo>
                      <a:pt x="17436" y="307021"/>
                      <a:pt x="14952" y="313228"/>
                      <a:pt x="14952" y="319436"/>
                    </a:cubicBezTo>
                    <a:cubicBezTo>
                      <a:pt x="13710" y="324402"/>
                      <a:pt x="16194" y="330610"/>
                      <a:pt x="19920" y="335576"/>
                    </a:cubicBezTo>
                    <a:cubicBezTo>
                      <a:pt x="23648" y="340542"/>
                      <a:pt x="28616" y="343025"/>
                      <a:pt x="36070" y="344267"/>
                    </a:cubicBezTo>
                    <a:cubicBezTo>
                      <a:pt x="42282" y="344267"/>
                      <a:pt x="47250" y="341784"/>
                      <a:pt x="52218" y="338059"/>
                    </a:cubicBezTo>
                    <a:lnTo>
                      <a:pt x="365262" y="74852"/>
                    </a:lnTo>
                    <a:cubicBezTo>
                      <a:pt x="367746" y="73610"/>
                      <a:pt x="368988" y="72369"/>
                      <a:pt x="371472" y="73610"/>
                    </a:cubicBezTo>
                    <a:cubicBezTo>
                      <a:pt x="372714" y="73610"/>
                      <a:pt x="375200" y="73610"/>
                      <a:pt x="375200" y="76093"/>
                    </a:cubicBezTo>
                    <a:lnTo>
                      <a:pt x="413708" y="120789"/>
                    </a:lnTo>
                    <a:lnTo>
                      <a:pt x="449732" y="89750"/>
                    </a:lnTo>
                    <a:lnTo>
                      <a:pt x="392590" y="22707"/>
                    </a:lnTo>
                    <a:cubicBezTo>
                      <a:pt x="388864" y="17741"/>
                      <a:pt x="382652" y="15258"/>
                      <a:pt x="376442" y="14016"/>
                    </a:cubicBezTo>
                    <a:cubicBezTo>
                      <a:pt x="375200" y="14016"/>
                      <a:pt x="375200" y="14016"/>
                      <a:pt x="375200" y="14016"/>
                    </a:cubicBezTo>
                    <a:close/>
                    <a:moveTo>
                      <a:pt x="377712" y="304"/>
                    </a:moveTo>
                    <a:cubicBezTo>
                      <a:pt x="387652" y="304"/>
                      <a:pt x="397592" y="6514"/>
                      <a:pt x="402562" y="13965"/>
                    </a:cubicBezTo>
                    <a:lnTo>
                      <a:pt x="464686" y="85995"/>
                    </a:lnTo>
                    <a:cubicBezTo>
                      <a:pt x="465928" y="87237"/>
                      <a:pt x="467172" y="89721"/>
                      <a:pt x="467172" y="92205"/>
                    </a:cubicBezTo>
                    <a:cubicBezTo>
                      <a:pt x="467172" y="93447"/>
                      <a:pt x="464686" y="95931"/>
                      <a:pt x="463444" y="95931"/>
                    </a:cubicBezTo>
                    <a:lnTo>
                      <a:pt x="417472" y="135671"/>
                    </a:lnTo>
                    <a:cubicBezTo>
                      <a:pt x="416230" y="136913"/>
                      <a:pt x="413744" y="138155"/>
                      <a:pt x="412502" y="136913"/>
                    </a:cubicBezTo>
                    <a:cubicBezTo>
                      <a:pt x="410016" y="136913"/>
                      <a:pt x="408774" y="136913"/>
                      <a:pt x="406290" y="135671"/>
                    </a:cubicBezTo>
                    <a:lnTo>
                      <a:pt x="369016" y="89721"/>
                    </a:lnTo>
                    <a:lnTo>
                      <a:pt x="62122" y="350521"/>
                    </a:lnTo>
                    <a:cubicBezTo>
                      <a:pt x="54668" y="355488"/>
                      <a:pt x="47214" y="357972"/>
                      <a:pt x="37274" y="357972"/>
                    </a:cubicBezTo>
                    <a:cubicBezTo>
                      <a:pt x="36030" y="357972"/>
                      <a:pt x="34788" y="357972"/>
                      <a:pt x="34788" y="357972"/>
                    </a:cubicBezTo>
                    <a:cubicBezTo>
                      <a:pt x="24848" y="357972"/>
                      <a:pt x="14908" y="353004"/>
                      <a:pt x="8696" y="345553"/>
                    </a:cubicBezTo>
                    <a:cubicBezTo>
                      <a:pt x="2484" y="338102"/>
                      <a:pt x="0" y="328166"/>
                      <a:pt x="0" y="318231"/>
                    </a:cubicBezTo>
                    <a:cubicBezTo>
                      <a:pt x="1242" y="308296"/>
                      <a:pt x="6212" y="299603"/>
                      <a:pt x="13666" y="292151"/>
                    </a:cubicBezTo>
                    <a:lnTo>
                      <a:pt x="350378" y="8997"/>
                    </a:lnTo>
                    <a:cubicBezTo>
                      <a:pt x="357832" y="1546"/>
                      <a:pt x="367772" y="-938"/>
                      <a:pt x="377712" y="30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1976D2E4-95F6-784C-A155-6501E692FADD}"/>
                  </a:ext>
                </a:extLst>
              </p:cNvPr>
              <p:cNvSpPr/>
              <p:nvPr/>
            </p:nvSpPr>
            <p:spPr>
              <a:xfrm>
                <a:off x="18331829" y="9978558"/>
                <a:ext cx="53569" cy="523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" h="43">
                    <a:moveTo>
                      <a:pt x="1" y="41"/>
                    </a:moveTo>
                    <a:cubicBezTo>
                      <a:pt x="4" y="45"/>
                      <a:pt x="22" y="41"/>
                      <a:pt x="44" y="34"/>
                    </a:cubicBezTo>
                    <a:lnTo>
                      <a:pt x="15" y="0"/>
                    </a:lnTo>
                    <a:cubicBezTo>
                      <a:pt x="5" y="21"/>
                      <a:pt x="-2" y="38"/>
                      <a:pt x="1" y="4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8" name="Freeform 487">
                <a:extLst>
                  <a:ext uri="{FF2B5EF4-FFF2-40B4-BE49-F238E27FC236}">
                    <a16:creationId xmlns:a16="http://schemas.microsoft.com/office/drawing/2014/main" id="{386807B4-B903-D748-9CBB-89F04A827A8E}"/>
                  </a:ext>
                </a:extLst>
              </p:cNvPr>
              <p:cNvSpPr/>
              <p:nvPr/>
            </p:nvSpPr>
            <p:spPr>
              <a:xfrm>
                <a:off x="18323851" y="9971077"/>
                <a:ext cx="67471" cy="67296"/>
              </a:xfrm>
              <a:custGeom>
                <a:avLst/>
                <a:gdLst>
                  <a:gd name="connsiteX0" fmla="*/ 27449 w 67471"/>
                  <a:gd name="connsiteY0" fmla="*/ 21186 h 67296"/>
                  <a:gd name="connsiteX1" fmla="*/ 15453 w 67471"/>
                  <a:gd name="connsiteY1" fmla="*/ 52342 h 67296"/>
                  <a:gd name="connsiteX2" fmla="*/ 47843 w 67471"/>
                  <a:gd name="connsiteY2" fmla="*/ 45152 h 67296"/>
                  <a:gd name="connsiteX3" fmla="*/ 24965 w 67471"/>
                  <a:gd name="connsiteY3" fmla="*/ 0 h 67296"/>
                  <a:gd name="connsiteX4" fmla="*/ 31081 w 67471"/>
                  <a:gd name="connsiteY4" fmla="*/ 2447 h 67296"/>
                  <a:gd name="connsiteX5" fmla="*/ 66553 w 67471"/>
                  <a:gd name="connsiteY5" fmla="*/ 44048 h 67296"/>
                  <a:gd name="connsiteX6" fmla="*/ 66553 w 67471"/>
                  <a:gd name="connsiteY6" fmla="*/ 51390 h 67296"/>
                  <a:gd name="connsiteX7" fmla="*/ 62883 w 67471"/>
                  <a:gd name="connsiteY7" fmla="*/ 55060 h 67296"/>
                  <a:gd name="connsiteX8" fmla="*/ 13957 w 67471"/>
                  <a:gd name="connsiteY8" fmla="*/ 67296 h 67296"/>
                  <a:gd name="connsiteX9" fmla="*/ 2949 w 67471"/>
                  <a:gd name="connsiteY9" fmla="*/ 62402 h 67296"/>
                  <a:gd name="connsiteX10" fmla="*/ 18851 w 67471"/>
                  <a:gd name="connsiteY10" fmla="*/ 3671 h 67296"/>
                  <a:gd name="connsiteX11" fmla="*/ 24965 w 67471"/>
                  <a:gd name="connsiteY11" fmla="*/ 0 h 67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7471" h="67296">
                    <a:moveTo>
                      <a:pt x="27449" y="21186"/>
                    </a:moveTo>
                    <a:cubicBezTo>
                      <a:pt x="17851" y="40359"/>
                      <a:pt x="15453" y="48747"/>
                      <a:pt x="15453" y="52342"/>
                    </a:cubicBezTo>
                    <a:cubicBezTo>
                      <a:pt x="19051" y="52342"/>
                      <a:pt x="27449" y="51144"/>
                      <a:pt x="47843" y="45152"/>
                    </a:cubicBezTo>
                    <a:close/>
                    <a:moveTo>
                      <a:pt x="24965" y="0"/>
                    </a:moveTo>
                    <a:cubicBezTo>
                      <a:pt x="27413" y="0"/>
                      <a:pt x="28635" y="1224"/>
                      <a:pt x="31081" y="2447"/>
                    </a:cubicBezTo>
                    <a:lnTo>
                      <a:pt x="66553" y="44048"/>
                    </a:lnTo>
                    <a:cubicBezTo>
                      <a:pt x="67777" y="46495"/>
                      <a:pt x="67777" y="48943"/>
                      <a:pt x="66553" y="51390"/>
                    </a:cubicBezTo>
                    <a:cubicBezTo>
                      <a:pt x="66553" y="53837"/>
                      <a:pt x="65329" y="55060"/>
                      <a:pt x="62883" y="55060"/>
                    </a:cubicBezTo>
                    <a:cubicBezTo>
                      <a:pt x="35975" y="63625"/>
                      <a:pt x="22519" y="67296"/>
                      <a:pt x="13957" y="67296"/>
                    </a:cubicBezTo>
                    <a:cubicBezTo>
                      <a:pt x="7841" y="67296"/>
                      <a:pt x="5395" y="64849"/>
                      <a:pt x="2949" y="62402"/>
                    </a:cubicBezTo>
                    <a:cubicBezTo>
                      <a:pt x="-1943" y="57507"/>
                      <a:pt x="-3167" y="48943"/>
                      <a:pt x="18851" y="3671"/>
                    </a:cubicBezTo>
                    <a:cubicBezTo>
                      <a:pt x="20073" y="1224"/>
                      <a:pt x="22519" y="0"/>
                      <a:pt x="249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BAFFB4EB-9C93-B844-A501-4873FA8A8E81}"/>
                  </a:ext>
                </a:extLst>
              </p:cNvPr>
              <p:cNvSpPr/>
              <p:nvPr/>
            </p:nvSpPr>
            <p:spPr>
              <a:xfrm>
                <a:off x="18349266" y="9833996"/>
                <a:ext cx="190606" cy="1856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4" h="150">
                    <a:moveTo>
                      <a:pt x="66" y="0"/>
                    </a:moveTo>
                    <a:cubicBezTo>
                      <a:pt x="66" y="0"/>
                      <a:pt x="23" y="69"/>
                      <a:pt x="0" y="116"/>
                    </a:cubicBezTo>
                    <a:lnTo>
                      <a:pt x="29" y="150"/>
                    </a:lnTo>
                    <a:cubicBezTo>
                      <a:pt x="79" y="135"/>
                      <a:pt x="154" y="105"/>
                      <a:pt x="154" y="10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9" name="Freeform 488">
                <a:extLst>
                  <a:ext uri="{FF2B5EF4-FFF2-40B4-BE49-F238E27FC236}">
                    <a16:creationId xmlns:a16="http://schemas.microsoft.com/office/drawing/2014/main" id="{09444725-9612-8D4E-A145-F444E9C71629}"/>
                  </a:ext>
                </a:extLst>
              </p:cNvPr>
              <p:cNvSpPr/>
              <p:nvPr/>
            </p:nvSpPr>
            <p:spPr>
              <a:xfrm>
                <a:off x="18342528" y="9826518"/>
                <a:ext cx="204824" cy="200643"/>
              </a:xfrm>
              <a:custGeom>
                <a:avLst/>
                <a:gdLst>
                  <a:gd name="connsiteX0" fmla="*/ 89670 w 204824"/>
                  <a:gd name="connsiteY0" fmla="*/ 19936 h 200643"/>
                  <a:gd name="connsiteX1" fmla="*/ 16704 w 204824"/>
                  <a:gd name="connsiteY1" fmla="*/ 149806 h 200643"/>
                  <a:gd name="connsiteX2" fmla="*/ 46386 w 204824"/>
                  <a:gd name="connsiteY2" fmla="*/ 184438 h 200643"/>
                  <a:gd name="connsiteX3" fmla="*/ 186132 w 204824"/>
                  <a:gd name="connsiteY3" fmla="*/ 133727 h 200643"/>
                  <a:gd name="connsiteX4" fmla="*/ 88428 w 204824"/>
                  <a:gd name="connsiteY4" fmla="*/ 0 h 200643"/>
                  <a:gd name="connsiteX5" fmla="*/ 94620 w 204824"/>
                  <a:gd name="connsiteY5" fmla="*/ 2477 h 200643"/>
                  <a:gd name="connsiteX6" fmla="*/ 203584 w 204824"/>
                  <a:gd name="connsiteY6" fmla="*/ 132523 h 200643"/>
                  <a:gd name="connsiteX7" fmla="*/ 204824 w 204824"/>
                  <a:gd name="connsiteY7" fmla="*/ 138716 h 200643"/>
                  <a:gd name="connsiteX8" fmla="*/ 201108 w 204824"/>
                  <a:gd name="connsiteY8" fmla="*/ 143670 h 200643"/>
                  <a:gd name="connsiteX9" fmla="*/ 45090 w 204824"/>
                  <a:gd name="connsiteY9" fmla="*/ 199404 h 200643"/>
                  <a:gd name="connsiteX10" fmla="*/ 42614 w 204824"/>
                  <a:gd name="connsiteY10" fmla="*/ 200643 h 200643"/>
                  <a:gd name="connsiteX11" fmla="*/ 37660 w 204824"/>
                  <a:gd name="connsiteY11" fmla="*/ 198166 h 200643"/>
                  <a:gd name="connsiteX12" fmla="*/ 1752 w 204824"/>
                  <a:gd name="connsiteY12" fmla="*/ 156056 h 200643"/>
                  <a:gd name="connsiteX13" fmla="*/ 512 w 204824"/>
                  <a:gd name="connsiteY13" fmla="*/ 147386 h 200643"/>
                  <a:gd name="connsiteX14" fmla="*/ 82236 w 204824"/>
                  <a:gd name="connsiteY14" fmla="*/ 3716 h 200643"/>
                  <a:gd name="connsiteX15" fmla="*/ 88428 w 204824"/>
                  <a:gd name="connsiteY15" fmla="*/ 0 h 200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04824" h="200643">
                    <a:moveTo>
                      <a:pt x="89670" y="19936"/>
                    </a:moveTo>
                    <a:cubicBezTo>
                      <a:pt x="76066" y="42199"/>
                      <a:pt x="38966" y="104042"/>
                      <a:pt x="16704" y="149806"/>
                    </a:cubicBezTo>
                    <a:lnTo>
                      <a:pt x="46386" y="184438"/>
                    </a:lnTo>
                    <a:cubicBezTo>
                      <a:pt x="94618" y="169596"/>
                      <a:pt x="161398" y="143622"/>
                      <a:pt x="186132" y="133727"/>
                    </a:cubicBezTo>
                    <a:close/>
                    <a:moveTo>
                      <a:pt x="88428" y="0"/>
                    </a:moveTo>
                    <a:cubicBezTo>
                      <a:pt x="89666" y="0"/>
                      <a:pt x="92142" y="1239"/>
                      <a:pt x="94620" y="2477"/>
                    </a:cubicBezTo>
                    <a:lnTo>
                      <a:pt x="203584" y="132523"/>
                    </a:lnTo>
                    <a:cubicBezTo>
                      <a:pt x="204824" y="133762"/>
                      <a:pt x="204824" y="136239"/>
                      <a:pt x="204824" y="138716"/>
                    </a:cubicBezTo>
                    <a:cubicBezTo>
                      <a:pt x="204824" y="141193"/>
                      <a:pt x="202346" y="143670"/>
                      <a:pt x="201108" y="143670"/>
                    </a:cubicBezTo>
                    <a:cubicBezTo>
                      <a:pt x="199870" y="143670"/>
                      <a:pt x="105764" y="182065"/>
                      <a:pt x="45090" y="199404"/>
                    </a:cubicBezTo>
                    <a:cubicBezTo>
                      <a:pt x="43852" y="200643"/>
                      <a:pt x="43852" y="200643"/>
                      <a:pt x="42614" y="200643"/>
                    </a:cubicBezTo>
                    <a:cubicBezTo>
                      <a:pt x="41376" y="200643"/>
                      <a:pt x="38898" y="199404"/>
                      <a:pt x="37660" y="198166"/>
                    </a:cubicBezTo>
                    <a:lnTo>
                      <a:pt x="1752" y="156056"/>
                    </a:lnTo>
                    <a:cubicBezTo>
                      <a:pt x="512" y="153579"/>
                      <a:pt x="-726" y="151102"/>
                      <a:pt x="512" y="147386"/>
                    </a:cubicBezTo>
                    <a:cubicBezTo>
                      <a:pt x="30230" y="90413"/>
                      <a:pt x="82236" y="4954"/>
                      <a:pt x="82236" y="3716"/>
                    </a:cubicBezTo>
                    <a:cubicBezTo>
                      <a:pt x="83476" y="1239"/>
                      <a:pt x="85952" y="1239"/>
                      <a:pt x="884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E5FDA74F-F587-7648-A47E-41B67A9C08B2}"/>
                  </a:ext>
                </a:extLst>
              </p:cNvPr>
              <p:cNvSpPr/>
              <p:nvPr/>
            </p:nvSpPr>
            <p:spPr>
              <a:xfrm>
                <a:off x="18311896" y="10074518"/>
                <a:ext cx="1259492" cy="785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12" h="64">
                    <a:moveTo>
                      <a:pt x="108" y="64"/>
                    </a:moveTo>
                    <a:cubicBezTo>
                      <a:pt x="25" y="64"/>
                      <a:pt x="2" y="27"/>
                      <a:pt x="1" y="24"/>
                    </a:cubicBezTo>
                    <a:cubicBezTo>
                      <a:pt x="-1" y="22"/>
                      <a:pt x="0" y="18"/>
                      <a:pt x="3" y="16"/>
                    </a:cubicBezTo>
                    <a:cubicBezTo>
                      <a:pt x="6" y="15"/>
                      <a:pt x="10" y="16"/>
                      <a:pt x="11" y="19"/>
                    </a:cubicBezTo>
                    <a:cubicBezTo>
                      <a:pt x="12" y="20"/>
                      <a:pt x="52" y="82"/>
                      <a:pt x="227" y="33"/>
                    </a:cubicBezTo>
                    <a:cubicBezTo>
                      <a:pt x="409" y="-19"/>
                      <a:pt x="468" y="-4"/>
                      <a:pt x="593" y="37"/>
                    </a:cubicBezTo>
                    <a:cubicBezTo>
                      <a:pt x="672" y="63"/>
                      <a:pt x="731" y="46"/>
                      <a:pt x="789" y="30"/>
                    </a:cubicBezTo>
                    <a:cubicBezTo>
                      <a:pt x="856" y="11"/>
                      <a:pt x="921" y="-8"/>
                      <a:pt x="1009" y="43"/>
                    </a:cubicBezTo>
                    <a:cubicBezTo>
                      <a:pt x="1012" y="44"/>
                      <a:pt x="1013" y="48"/>
                      <a:pt x="1011" y="51"/>
                    </a:cubicBezTo>
                    <a:cubicBezTo>
                      <a:pt x="1010" y="54"/>
                      <a:pt x="1006" y="55"/>
                      <a:pt x="1003" y="53"/>
                    </a:cubicBezTo>
                    <a:cubicBezTo>
                      <a:pt x="919" y="5"/>
                      <a:pt x="857" y="22"/>
                      <a:pt x="792" y="41"/>
                    </a:cubicBezTo>
                    <a:cubicBezTo>
                      <a:pt x="732" y="58"/>
                      <a:pt x="672" y="75"/>
                      <a:pt x="590" y="48"/>
                    </a:cubicBezTo>
                    <a:cubicBezTo>
                      <a:pt x="474" y="11"/>
                      <a:pt x="416" y="-8"/>
                      <a:pt x="230" y="44"/>
                    </a:cubicBezTo>
                    <a:cubicBezTo>
                      <a:pt x="179" y="59"/>
                      <a:pt x="139" y="64"/>
                      <a:pt x="108" y="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311" name="Rounded Rectangle 310">
            <a:extLst>
              <a:ext uri="{FF2B5EF4-FFF2-40B4-BE49-F238E27FC236}">
                <a16:creationId xmlns:a16="http://schemas.microsoft.com/office/drawing/2014/main" id="{4CCC3F5D-B850-4C4D-903F-41E5A3B80053}"/>
              </a:ext>
            </a:extLst>
          </p:cNvPr>
          <p:cNvSpPr/>
          <p:nvPr/>
        </p:nvSpPr>
        <p:spPr>
          <a:xfrm>
            <a:off x="2104146" y="3511874"/>
            <a:ext cx="8189835" cy="242516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4" name="Freeform 383">
            <a:extLst>
              <a:ext uri="{FF2B5EF4-FFF2-40B4-BE49-F238E27FC236}">
                <a16:creationId xmlns:a16="http://schemas.microsoft.com/office/drawing/2014/main" id="{476320A8-9D22-9B48-B43A-7E24F0EF4D46}"/>
              </a:ext>
            </a:extLst>
          </p:cNvPr>
          <p:cNvSpPr/>
          <p:nvPr/>
        </p:nvSpPr>
        <p:spPr>
          <a:xfrm>
            <a:off x="2423068" y="3863311"/>
            <a:ext cx="1720438" cy="172228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2" h="1383">
                <a:moveTo>
                  <a:pt x="1382" y="691"/>
                </a:moveTo>
                <a:cubicBezTo>
                  <a:pt x="1382" y="1073"/>
                  <a:pt x="1073" y="1383"/>
                  <a:pt x="692" y="1383"/>
                </a:cubicBezTo>
                <a:cubicBezTo>
                  <a:pt x="310" y="1383"/>
                  <a:pt x="0" y="1073"/>
                  <a:pt x="0" y="691"/>
                </a:cubicBezTo>
                <a:cubicBezTo>
                  <a:pt x="0" y="310"/>
                  <a:pt x="310" y="0"/>
                  <a:pt x="692" y="0"/>
                </a:cubicBezTo>
                <a:cubicBezTo>
                  <a:pt x="1073" y="0"/>
                  <a:pt x="1382" y="310"/>
                  <a:pt x="1382" y="691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96" name="Freeform 495">
            <a:extLst>
              <a:ext uri="{FF2B5EF4-FFF2-40B4-BE49-F238E27FC236}">
                <a16:creationId xmlns:a16="http://schemas.microsoft.com/office/drawing/2014/main" id="{6436CDD1-DAA6-9C4B-A2A6-9CF363A5E4E2}"/>
              </a:ext>
            </a:extLst>
          </p:cNvPr>
          <p:cNvSpPr/>
          <p:nvPr/>
        </p:nvSpPr>
        <p:spPr>
          <a:xfrm>
            <a:off x="2890239" y="4328154"/>
            <a:ext cx="787340" cy="792602"/>
          </a:xfrm>
          <a:custGeom>
            <a:avLst/>
            <a:gdLst>
              <a:gd name="connsiteX0" fmla="*/ 205449 w 787340"/>
              <a:gd name="connsiteY0" fmla="*/ 726552 h 792602"/>
              <a:gd name="connsiteX1" fmla="*/ 301576 w 787340"/>
              <a:gd name="connsiteY1" fmla="*/ 726552 h 792602"/>
              <a:gd name="connsiteX2" fmla="*/ 310203 w 787340"/>
              <a:gd name="connsiteY2" fmla="*/ 735899 h 792602"/>
              <a:gd name="connsiteX3" fmla="*/ 301576 w 787340"/>
              <a:gd name="connsiteY3" fmla="*/ 745245 h 792602"/>
              <a:gd name="connsiteX4" fmla="*/ 205449 w 787340"/>
              <a:gd name="connsiteY4" fmla="*/ 745245 h 792602"/>
              <a:gd name="connsiteX5" fmla="*/ 195590 w 787340"/>
              <a:gd name="connsiteY5" fmla="*/ 735899 h 792602"/>
              <a:gd name="connsiteX6" fmla="*/ 205449 w 787340"/>
              <a:gd name="connsiteY6" fmla="*/ 726552 h 792602"/>
              <a:gd name="connsiteX7" fmla="*/ 550575 w 787340"/>
              <a:gd name="connsiteY7" fmla="*/ 570773 h 792602"/>
              <a:gd name="connsiteX8" fmla="*/ 548149 w 787340"/>
              <a:gd name="connsiteY8" fmla="*/ 573232 h 792602"/>
              <a:gd name="connsiteX9" fmla="*/ 548149 w 787340"/>
              <a:gd name="connsiteY9" fmla="*/ 660502 h 792602"/>
              <a:gd name="connsiteX10" fmla="*/ 565131 w 787340"/>
              <a:gd name="connsiteY10" fmla="*/ 646981 h 792602"/>
              <a:gd name="connsiteX11" fmla="*/ 577261 w 787340"/>
              <a:gd name="connsiteY11" fmla="*/ 646981 h 792602"/>
              <a:gd name="connsiteX12" fmla="*/ 594243 w 787340"/>
              <a:gd name="connsiteY12" fmla="*/ 660502 h 792602"/>
              <a:gd name="connsiteX13" fmla="*/ 594243 w 787340"/>
              <a:gd name="connsiteY13" fmla="*/ 573232 h 792602"/>
              <a:gd name="connsiteX14" fmla="*/ 591817 w 787340"/>
              <a:gd name="connsiteY14" fmla="*/ 570773 h 792602"/>
              <a:gd name="connsiteX15" fmla="*/ 589391 w 787340"/>
              <a:gd name="connsiteY15" fmla="*/ 578148 h 792602"/>
              <a:gd name="connsiteX16" fmla="*/ 571196 w 787340"/>
              <a:gd name="connsiteY16" fmla="*/ 591669 h 792602"/>
              <a:gd name="connsiteX17" fmla="*/ 553001 w 787340"/>
              <a:gd name="connsiteY17" fmla="*/ 578148 h 792602"/>
              <a:gd name="connsiteX18" fmla="*/ 571190 w 787340"/>
              <a:gd name="connsiteY18" fmla="*/ 441166 h 792602"/>
              <a:gd name="connsiteX19" fmla="*/ 567490 w 787340"/>
              <a:gd name="connsiteY19" fmla="*/ 452274 h 792602"/>
              <a:gd name="connsiteX20" fmla="*/ 557624 w 787340"/>
              <a:gd name="connsiteY20" fmla="*/ 462148 h 792602"/>
              <a:gd name="connsiteX21" fmla="*/ 542826 w 787340"/>
              <a:gd name="connsiteY21" fmla="*/ 459680 h 792602"/>
              <a:gd name="connsiteX22" fmla="*/ 532960 w 787340"/>
              <a:gd name="connsiteY22" fmla="*/ 452274 h 792602"/>
              <a:gd name="connsiteX23" fmla="*/ 537893 w 787340"/>
              <a:gd name="connsiteY23" fmla="*/ 464617 h 792602"/>
              <a:gd name="connsiteX24" fmla="*/ 535427 w 787340"/>
              <a:gd name="connsiteY24" fmla="*/ 478194 h 792602"/>
              <a:gd name="connsiteX25" fmla="*/ 521861 w 787340"/>
              <a:gd name="connsiteY25" fmla="*/ 485599 h 792602"/>
              <a:gd name="connsiteX26" fmla="*/ 509529 w 787340"/>
              <a:gd name="connsiteY26" fmla="*/ 484365 h 792602"/>
              <a:gd name="connsiteX27" fmla="*/ 519395 w 787340"/>
              <a:gd name="connsiteY27" fmla="*/ 491770 h 792602"/>
              <a:gd name="connsiteX28" fmla="*/ 526794 w 787340"/>
              <a:gd name="connsiteY28" fmla="*/ 505347 h 792602"/>
              <a:gd name="connsiteX29" fmla="*/ 519395 w 787340"/>
              <a:gd name="connsiteY29" fmla="*/ 517690 h 792602"/>
              <a:gd name="connsiteX30" fmla="*/ 510762 w 787340"/>
              <a:gd name="connsiteY30" fmla="*/ 523861 h 792602"/>
              <a:gd name="connsiteX31" fmla="*/ 521861 w 787340"/>
              <a:gd name="connsiteY31" fmla="*/ 523861 h 792602"/>
              <a:gd name="connsiteX32" fmla="*/ 535427 w 787340"/>
              <a:gd name="connsiteY32" fmla="*/ 530032 h 792602"/>
              <a:gd name="connsiteX33" fmla="*/ 537893 w 787340"/>
              <a:gd name="connsiteY33" fmla="*/ 544843 h 792602"/>
              <a:gd name="connsiteX34" fmla="*/ 532960 w 787340"/>
              <a:gd name="connsiteY34" fmla="*/ 555951 h 792602"/>
              <a:gd name="connsiteX35" fmla="*/ 542826 w 787340"/>
              <a:gd name="connsiteY35" fmla="*/ 549780 h 792602"/>
              <a:gd name="connsiteX36" fmla="*/ 552692 w 787340"/>
              <a:gd name="connsiteY36" fmla="*/ 544843 h 792602"/>
              <a:gd name="connsiteX37" fmla="*/ 557624 w 787340"/>
              <a:gd name="connsiteY37" fmla="*/ 546077 h 792602"/>
              <a:gd name="connsiteX38" fmla="*/ 567490 w 787340"/>
              <a:gd name="connsiteY38" fmla="*/ 557186 h 792602"/>
              <a:gd name="connsiteX39" fmla="*/ 571190 w 787340"/>
              <a:gd name="connsiteY39" fmla="*/ 569528 h 792602"/>
              <a:gd name="connsiteX40" fmla="*/ 574889 w 787340"/>
              <a:gd name="connsiteY40" fmla="*/ 557186 h 792602"/>
              <a:gd name="connsiteX41" fmla="*/ 584755 w 787340"/>
              <a:gd name="connsiteY41" fmla="*/ 546077 h 792602"/>
              <a:gd name="connsiteX42" fmla="*/ 599554 w 787340"/>
              <a:gd name="connsiteY42" fmla="*/ 549780 h 792602"/>
              <a:gd name="connsiteX43" fmla="*/ 606953 w 787340"/>
              <a:gd name="connsiteY43" fmla="*/ 555951 h 792602"/>
              <a:gd name="connsiteX44" fmla="*/ 609419 w 787340"/>
              <a:gd name="connsiteY44" fmla="*/ 555951 h 792602"/>
              <a:gd name="connsiteX45" fmla="*/ 604486 w 787340"/>
              <a:gd name="connsiteY45" fmla="*/ 544843 h 792602"/>
              <a:gd name="connsiteX46" fmla="*/ 606953 w 787340"/>
              <a:gd name="connsiteY46" fmla="*/ 530032 h 792602"/>
              <a:gd name="connsiteX47" fmla="*/ 620518 w 787340"/>
              <a:gd name="connsiteY47" fmla="*/ 523861 h 792602"/>
              <a:gd name="connsiteX48" fmla="*/ 631617 w 787340"/>
              <a:gd name="connsiteY48" fmla="*/ 523861 h 792602"/>
              <a:gd name="connsiteX49" fmla="*/ 621751 w 787340"/>
              <a:gd name="connsiteY49" fmla="*/ 517690 h 792602"/>
              <a:gd name="connsiteX50" fmla="*/ 615585 w 787340"/>
              <a:gd name="connsiteY50" fmla="*/ 505347 h 792602"/>
              <a:gd name="connsiteX51" fmla="*/ 621751 w 787340"/>
              <a:gd name="connsiteY51" fmla="*/ 491770 h 792602"/>
              <a:gd name="connsiteX52" fmla="*/ 631617 w 787340"/>
              <a:gd name="connsiteY52" fmla="*/ 484365 h 792602"/>
              <a:gd name="connsiteX53" fmla="*/ 620518 w 787340"/>
              <a:gd name="connsiteY53" fmla="*/ 485599 h 792602"/>
              <a:gd name="connsiteX54" fmla="*/ 606953 w 787340"/>
              <a:gd name="connsiteY54" fmla="*/ 478194 h 792602"/>
              <a:gd name="connsiteX55" fmla="*/ 604486 w 787340"/>
              <a:gd name="connsiteY55" fmla="*/ 464617 h 792602"/>
              <a:gd name="connsiteX56" fmla="*/ 609419 w 787340"/>
              <a:gd name="connsiteY56" fmla="*/ 452274 h 792602"/>
              <a:gd name="connsiteX57" fmla="*/ 599554 w 787340"/>
              <a:gd name="connsiteY57" fmla="*/ 459680 h 792602"/>
              <a:gd name="connsiteX58" fmla="*/ 584755 w 787340"/>
              <a:gd name="connsiteY58" fmla="*/ 462148 h 792602"/>
              <a:gd name="connsiteX59" fmla="*/ 574889 w 787340"/>
              <a:gd name="connsiteY59" fmla="*/ 452274 h 792602"/>
              <a:gd name="connsiteX60" fmla="*/ 272794 w 787340"/>
              <a:gd name="connsiteY60" fmla="*/ 381343 h 792602"/>
              <a:gd name="connsiteX61" fmla="*/ 655315 w 787340"/>
              <a:gd name="connsiteY61" fmla="*/ 381343 h 792602"/>
              <a:gd name="connsiteX62" fmla="*/ 665250 w 787340"/>
              <a:gd name="connsiteY62" fmla="*/ 391900 h 792602"/>
              <a:gd name="connsiteX63" fmla="*/ 655315 w 787340"/>
              <a:gd name="connsiteY63" fmla="*/ 401283 h 792602"/>
              <a:gd name="connsiteX64" fmla="*/ 272794 w 787340"/>
              <a:gd name="connsiteY64" fmla="*/ 401283 h 792602"/>
              <a:gd name="connsiteX65" fmla="*/ 262859 w 787340"/>
              <a:gd name="connsiteY65" fmla="*/ 391900 h 792602"/>
              <a:gd name="connsiteX66" fmla="*/ 272794 w 787340"/>
              <a:gd name="connsiteY66" fmla="*/ 381343 h 792602"/>
              <a:gd name="connsiteX67" fmla="*/ 272772 w 787340"/>
              <a:gd name="connsiteY67" fmla="*/ 331497 h 792602"/>
              <a:gd name="connsiteX68" fmla="*/ 485915 w 787340"/>
              <a:gd name="connsiteY68" fmla="*/ 331497 h 792602"/>
              <a:gd name="connsiteX69" fmla="*/ 497068 w 787340"/>
              <a:gd name="connsiteY69" fmla="*/ 342054 h 792602"/>
              <a:gd name="connsiteX70" fmla="*/ 485915 w 787340"/>
              <a:gd name="connsiteY70" fmla="*/ 351437 h 792602"/>
              <a:gd name="connsiteX71" fmla="*/ 272772 w 787340"/>
              <a:gd name="connsiteY71" fmla="*/ 351437 h 792602"/>
              <a:gd name="connsiteX72" fmla="*/ 262859 w 787340"/>
              <a:gd name="connsiteY72" fmla="*/ 342054 h 792602"/>
              <a:gd name="connsiteX73" fmla="*/ 272772 w 787340"/>
              <a:gd name="connsiteY73" fmla="*/ 331497 h 792602"/>
              <a:gd name="connsiteX74" fmla="*/ 272775 w 787340"/>
              <a:gd name="connsiteY74" fmla="*/ 281648 h 792602"/>
              <a:gd name="connsiteX75" fmla="*/ 500855 w 787340"/>
              <a:gd name="connsiteY75" fmla="*/ 281648 h 792602"/>
              <a:gd name="connsiteX76" fmla="*/ 510772 w 787340"/>
              <a:gd name="connsiteY76" fmla="*/ 290995 h 792602"/>
              <a:gd name="connsiteX77" fmla="*/ 500855 w 787340"/>
              <a:gd name="connsiteY77" fmla="*/ 300341 h 792602"/>
              <a:gd name="connsiteX78" fmla="*/ 272775 w 787340"/>
              <a:gd name="connsiteY78" fmla="*/ 300341 h 792602"/>
              <a:gd name="connsiteX79" fmla="*/ 262859 w 787340"/>
              <a:gd name="connsiteY79" fmla="*/ 290995 h 792602"/>
              <a:gd name="connsiteX80" fmla="*/ 272775 w 787340"/>
              <a:gd name="connsiteY80" fmla="*/ 281648 h 792602"/>
              <a:gd name="connsiteX81" fmla="*/ 683667 w 787340"/>
              <a:gd name="connsiteY81" fmla="*/ 231799 h 792602"/>
              <a:gd name="connsiteX82" fmla="*/ 672728 w 787340"/>
              <a:gd name="connsiteY82" fmla="*/ 242766 h 792602"/>
              <a:gd name="connsiteX83" fmla="*/ 672728 w 787340"/>
              <a:gd name="connsiteY83" fmla="*/ 274448 h 792602"/>
              <a:gd name="connsiteX84" fmla="*/ 683667 w 787340"/>
              <a:gd name="connsiteY84" fmla="*/ 286633 h 792602"/>
              <a:gd name="connsiteX85" fmla="*/ 710406 w 787340"/>
              <a:gd name="connsiteY85" fmla="*/ 286633 h 792602"/>
              <a:gd name="connsiteX86" fmla="*/ 722560 w 787340"/>
              <a:gd name="connsiteY86" fmla="*/ 274448 h 792602"/>
              <a:gd name="connsiteX87" fmla="*/ 722560 w 787340"/>
              <a:gd name="connsiteY87" fmla="*/ 242766 h 792602"/>
              <a:gd name="connsiteX88" fmla="*/ 710406 w 787340"/>
              <a:gd name="connsiteY88" fmla="*/ 231799 h 792602"/>
              <a:gd name="connsiteX89" fmla="*/ 272738 w 787340"/>
              <a:gd name="connsiteY89" fmla="*/ 215598 h 792602"/>
              <a:gd name="connsiteX90" fmla="*/ 393754 w 787340"/>
              <a:gd name="connsiteY90" fmla="*/ 215598 h 792602"/>
              <a:gd name="connsiteX91" fmla="*/ 403633 w 787340"/>
              <a:gd name="connsiteY91" fmla="*/ 223776 h 792602"/>
              <a:gd name="connsiteX92" fmla="*/ 393754 w 787340"/>
              <a:gd name="connsiteY92" fmla="*/ 234291 h 792602"/>
              <a:gd name="connsiteX93" fmla="*/ 272738 w 787340"/>
              <a:gd name="connsiteY93" fmla="*/ 234291 h 792602"/>
              <a:gd name="connsiteX94" fmla="*/ 262859 w 787340"/>
              <a:gd name="connsiteY94" fmla="*/ 223776 h 792602"/>
              <a:gd name="connsiteX95" fmla="*/ 272738 w 787340"/>
              <a:gd name="connsiteY95" fmla="*/ 215598 h 792602"/>
              <a:gd name="connsiteX96" fmla="*/ 683508 w 787340"/>
              <a:gd name="connsiteY96" fmla="*/ 210613 h 792602"/>
              <a:gd name="connsiteX97" fmla="*/ 710550 w 787340"/>
              <a:gd name="connsiteY97" fmla="*/ 210613 h 792602"/>
              <a:gd name="connsiteX98" fmla="*/ 743738 w 787340"/>
              <a:gd name="connsiteY98" fmla="*/ 242605 h 792602"/>
              <a:gd name="connsiteX99" fmla="*/ 743738 w 787340"/>
              <a:gd name="connsiteY99" fmla="*/ 274597 h 792602"/>
              <a:gd name="connsiteX100" fmla="*/ 710550 w 787340"/>
              <a:gd name="connsiteY100" fmla="*/ 307819 h 792602"/>
              <a:gd name="connsiteX101" fmla="*/ 683508 w 787340"/>
              <a:gd name="connsiteY101" fmla="*/ 307819 h 792602"/>
              <a:gd name="connsiteX102" fmla="*/ 651549 w 787340"/>
              <a:gd name="connsiteY102" fmla="*/ 274597 h 792602"/>
              <a:gd name="connsiteX103" fmla="*/ 651549 w 787340"/>
              <a:gd name="connsiteY103" fmla="*/ 242605 h 792602"/>
              <a:gd name="connsiteX104" fmla="*/ 683508 w 787340"/>
              <a:gd name="connsiteY104" fmla="*/ 210613 h 792602"/>
              <a:gd name="connsiteX105" fmla="*/ 211774 w 787340"/>
              <a:gd name="connsiteY105" fmla="*/ 179457 h 792602"/>
              <a:gd name="connsiteX106" fmla="*/ 206802 w 787340"/>
              <a:gd name="connsiteY106" fmla="*/ 183182 h 792602"/>
              <a:gd name="connsiteX107" fmla="*/ 206802 w 787340"/>
              <a:gd name="connsiteY107" fmla="*/ 512214 h 792602"/>
              <a:gd name="connsiteX108" fmla="*/ 211774 w 787340"/>
              <a:gd name="connsiteY108" fmla="*/ 515939 h 792602"/>
              <a:gd name="connsiteX109" fmla="*/ 488968 w 787340"/>
              <a:gd name="connsiteY109" fmla="*/ 515939 h 792602"/>
              <a:gd name="connsiteX110" fmla="*/ 495183 w 787340"/>
              <a:gd name="connsiteY110" fmla="*/ 508489 h 792602"/>
              <a:gd name="connsiteX111" fmla="*/ 501398 w 787340"/>
              <a:gd name="connsiteY111" fmla="*/ 504765 h 792602"/>
              <a:gd name="connsiteX112" fmla="*/ 495183 w 787340"/>
              <a:gd name="connsiteY112" fmla="*/ 499798 h 792602"/>
              <a:gd name="connsiteX113" fmla="*/ 487725 w 787340"/>
              <a:gd name="connsiteY113" fmla="*/ 477449 h 792602"/>
              <a:gd name="connsiteX114" fmla="*/ 507614 w 787340"/>
              <a:gd name="connsiteY114" fmla="*/ 463791 h 792602"/>
              <a:gd name="connsiteX115" fmla="*/ 515072 w 787340"/>
              <a:gd name="connsiteY115" fmla="*/ 463791 h 792602"/>
              <a:gd name="connsiteX116" fmla="*/ 512586 w 787340"/>
              <a:gd name="connsiteY116" fmla="*/ 456341 h 792602"/>
              <a:gd name="connsiteX117" fmla="*/ 520044 w 787340"/>
              <a:gd name="connsiteY117" fmla="*/ 433992 h 792602"/>
              <a:gd name="connsiteX118" fmla="*/ 543661 w 787340"/>
              <a:gd name="connsiteY118" fmla="*/ 433992 h 792602"/>
              <a:gd name="connsiteX119" fmla="*/ 549876 w 787340"/>
              <a:gd name="connsiteY119" fmla="*/ 437716 h 792602"/>
              <a:gd name="connsiteX120" fmla="*/ 552362 w 787340"/>
              <a:gd name="connsiteY120" fmla="*/ 431508 h 792602"/>
              <a:gd name="connsiteX121" fmla="*/ 571008 w 787340"/>
              <a:gd name="connsiteY121" fmla="*/ 416609 h 792602"/>
              <a:gd name="connsiteX122" fmla="*/ 589653 w 787340"/>
              <a:gd name="connsiteY122" fmla="*/ 431508 h 792602"/>
              <a:gd name="connsiteX123" fmla="*/ 592139 w 787340"/>
              <a:gd name="connsiteY123" fmla="*/ 437716 h 792602"/>
              <a:gd name="connsiteX124" fmla="*/ 598354 w 787340"/>
              <a:gd name="connsiteY124" fmla="*/ 433992 h 792602"/>
              <a:gd name="connsiteX125" fmla="*/ 621972 w 787340"/>
              <a:gd name="connsiteY125" fmla="*/ 433992 h 792602"/>
              <a:gd name="connsiteX126" fmla="*/ 629430 w 787340"/>
              <a:gd name="connsiteY126" fmla="*/ 456341 h 792602"/>
              <a:gd name="connsiteX127" fmla="*/ 626944 w 787340"/>
              <a:gd name="connsiteY127" fmla="*/ 463791 h 792602"/>
              <a:gd name="connsiteX128" fmla="*/ 634402 w 787340"/>
              <a:gd name="connsiteY128" fmla="*/ 463791 h 792602"/>
              <a:gd name="connsiteX129" fmla="*/ 654290 w 787340"/>
              <a:gd name="connsiteY129" fmla="*/ 477449 h 792602"/>
              <a:gd name="connsiteX130" fmla="*/ 645589 w 787340"/>
              <a:gd name="connsiteY130" fmla="*/ 499798 h 792602"/>
              <a:gd name="connsiteX131" fmla="*/ 639374 w 787340"/>
              <a:gd name="connsiteY131" fmla="*/ 504765 h 792602"/>
              <a:gd name="connsiteX132" fmla="*/ 645589 w 787340"/>
              <a:gd name="connsiteY132" fmla="*/ 508489 h 792602"/>
              <a:gd name="connsiteX133" fmla="*/ 653047 w 787340"/>
              <a:gd name="connsiteY133" fmla="*/ 515939 h 792602"/>
              <a:gd name="connsiteX134" fmla="*/ 762433 w 787340"/>
              <a:gd name="connsiteY134" fmla="*/ 515939 h 792602"/>
              <a:gd name="connsiteX135" fmla="*/ 766162 w 787340"/>
              <a:gd name="connsiteY135" fmla="*/ 512214 h 792602"/>
              <a:gd name="connsiteX136" fmla="*/ 766162 w 787340"/>
              <a:gd name="connsiteY136" fmla="*/ 183182 h 792602"/>
              <a:gd name="connsiteX137" fmla="*/ 762433 w 787340"/>
              <a:gd name="connsiteY137" fmla="*/ 179457 h 792602"/>
              <a:gd name="connsiteX138" fmla="*/ 109559 w 787340"/>
              <a:gd name="connsiteY138" fmla="*/ 95960 h 792602"/>
              <a:gd name="connsiteX139" fmla="*/ 90943 w 787340"/>
              <a:gd name="connsiteY139" fmla="*/ 114614 h 792602"/>
              <a:gd name="connsiteX140" fmla="*/ 90943 w 787340"/>
              <a:gd name="connsiteY140" fmla="*/ 643132 h 792602"/>
              <a:gd name="connsiteX141" fmla="*/ 125693 w 787340"/>
              <a:gd name="connsiteY141" fmla="*/ 679195 h 792602"/>
              <a:gd name="connsiteX142" fmla="*/ 382591 w 787340"/>
              <a:gd name="connsiteY142" fmla="*/ 679195 h 792602"/>
              <a:gd name="connsiteX143" fmla="*/ 417340 w 787340"/>
              <a:gd name="connsiteY143" fmla="*/ 643132 h 792602"/>
              <a:gd name="connsiteX144" fmla="*/ 417340 w 787340"/>
              <a:gd name="connsiteY144" fmla="*/ 537428 h 792602"/>
              <a:gd name="connsiteX145" fmla="*/ 211325 w 787340"/>
              <a:gd name="connsiteY145" fmla="*/ 537428 h 792602"/>
              <a:gd name="connsiteX146" fmla="*/ 186504 w 787340"/>
              <a:gd name="connsiteY146" fmla="*/ 512557 h 792602"/>
              <a:gd name="connsiteX147" fmla="*/ 186504 w 787340"/>
              <a:gd name="connsiteY147" fmla="*/ 183010 h 792602"/>
              <a:gd name="connsiteX148" fmla="*/ 211325 w 787340"/>
              <a:gd name="connsiteY148" fmla="*/ 158139 h 792602"/>
              <a:gd name="connsiteX149" fmla="*/ 417340 w 787340"/>
              <a:gd name="connsiteY149" fmla="*/ 158139 h 792602"/>
              <a:gd name="connsiteX150" fmla="*/ 417340 w 787340"/>
              <a:gd name="connsiteY150" fmla="*/ 114614 h 792602"/>
              <a:gd name="connsiteX151" fmla="*/ 398724 w 787340"/>
              <a:gd name="connsiteY151" fmla="*/ 95960 h 792602"/>
              <a:gd name="connsiteX152" fmla="*/ 231095 w 787340"/>
              <a:gd name="connsiteY152" fmla="*/ 42372 h 792602"/>
              <a:gd name="connsiteX153" fmla="*/ 237947 w 787340"/>
              <a:gd name="connsiteY153" fmla="*/ 49226 h 792602"/>
              <a:gd name="connsiteX154" fmla="*/ 231095 w 787340"/>
              <a:gd name="connsiteY154" fmla="*/ 56081 h 792602"/>
              <a:gd name="connsiteX155" fmla="*/ 224243 w 787340"/>
              <a:gd name="connsiteY155" fmla="*/ 49226 h 792602"/>
              <a:gd name="connsiteX156" fmla="*/ 231095 w 787340"/>
              <a:gd name="connsiteY156" fmla="*/ 42372 h 792602"/>
              <a:gd name="connsiteX157" fmla="*/ 207482 w 787340"/>
              <a:gd name="connsiteY157" fmla="*/ 42372 h 792602"/>
              <a:gd name="connsiteX158" fmla="*/ 214277 w 787340"/>
              <a:gd name="connsiteY158" fmla="*/ 49226 h 792602"/>
              <a:gd name="connsiteX159" fmla="*/ 207482 w 787340"/>
              <a:gd name="connsiteY159" fmla="*/ 56081 h 792602"/>
              <a:gd name="connsiteX160" fmla="*/ 201819 w 787340"/>
              <a:gd name="connsiteY160" fmla="*/ 49226 h 792602"/>
              <a:gd name="connsiteX161" fmla="*/ 207482 w 787340"/>
              <a:gd name="connsiteY161" fmla="*/ 42372 h 792602"/>
              <a:gd name="connsiteX162" fmla="*/ 183811 w 787340"/>
              <a:gd name="connsiteY162" fmla="*/ 42372 h 792602"/>
              <a:gd name="connsiteX163" fmla="*/ 190606 w 787340"/>
              <a:gd name="connsiteY163" fmla="*/ 49226 h 792602"/>
              <a:gd name="connsiteX164" fmla="*/ 183811 w 787340"/>
              <a:gd name="connsiteY164" fmla="*/ 56081 h 792602"/>
              <a:gd name="connsiteX165" fmla="*/ 178148 w 787340"/>
              <a:gd name="connsiteY165" fmla="*/ 49226 h 792602"/>
              <a:gd name="connsiteX166" fmla="*/ 183811 w 787340"/>
              <a:gd name="connsiteY166" fmla="*/ 42372 h 792602"/>
              <a:gd name="connsiteX167" fmla="*/ 137660 w 787340"/>
              <a:gd name="connsiteY167" fmla="*/ 38634 h 792602"/>
              <a:gd name="connsiteX168" fmla="*/ 148249 w 787340"/>
              <a:gd name="connsiteY168" fmla="*/ 49227 h 792602"/>
              <a:gd name="connsiteX169" fmla="*/ 136483 w 787340"/>
              <a:gd name="connsiteY169" fmla="*/ 59820 h 792602"/>
              <a:gd name="connsiteX170" fmla="*/ 127071 w 787340"/>
              <a:gd name="connsiteY170" fmla="*/ 49227 h 792602"/>
              <a:gd name="connsiteX171" fmla="*/ 137660 w 787340"/>
              <a:gd name="connsiteY171" fmla="*/ 38634 h 792602"/>
              <a:gd name="connsiteX172" fmla="*/ 63416 w 787340"/>
              <a:gd name="connsiteY172" fmla="*/ 21186 h 792602"/>
              <a:gd name="connsiteX173" fmla="*/ 21175 w 787340"/>
              <a:gd name="connsiteY173" fmla="*/ 62244 h 792602"/>
              <a:gd name="connsiteX174" fmla="*/ 21175 w 787340"/>
              <a:gd name="connsiteY174" fmla="*/ 730359 h 792602"/>
              <a:gd name="connsiteX175" fmla="*/ 63416 w 787340"/>
              <a:gd name="connsiteY175" fmla="*/ 771416 h 792602"/>
              <a:gd name="connsiteX176" fmla="*/ 432402 w 787340"/>
              <a:gd name="connsiteY176" fmla="*/ 771416 h 792602"/>
              <a:gd name="connsiteX177" fmla="*/ 463462 w 787340"/>
              <a:gd name="connsiteY177" fmla="*/ 758975 h 792602"/>
              <a:gd name="connsiteX178" fmla="*/ 474643 w 787340"/>
              <a:gd name="connsiteY178" fmla="*/ 730359 h 792602"/>
              <a:gd name="connsiteX179" fmla="*/ 474643 w 787340"/>
              <a:gd name="connsiteY179" fmla="*/ 537514 h 792602"/>
              <a:gd name="connsiteX180" fmla="*/ 438614 w 787340"/>
              <a:gd name="connsiteY180" fmla="*/ 537514 h 792602"/>
              <a:gd name="connsiteX181" fmla="*/ 438614 w 787340"/>
              <a:gd name="connsiteY181" fmla="*/ 643267 h 792602"/>
              <a:gd name="connsiteX182" fmla="*/ 382707 w 787340"/>
              <a:gd name="connsiteY182" fmla="*/ 699255 h 792602"/>
              <a:gd name="connsiteX183" fmla="*/ 125535 w 787340"/>
              <a:gd name="connsiteY183" fmla="*/ 699255 h 792602"/>
              <a:gd name="connsiteX184" fmla="*/ 69628 w 787340"/>
              <a:gd name="connsiteY184" fmla="*/ 643267 h 792602"/>
              <a:gd name="connsiteX185" fmla="*/ 69628 w 787340"/>
              <a:gd name="connsiteY185" fmla="*/ 114498 h 792602"/>
              <a:gd name="connsiteX186" fmla="*/ 109384 w 787340"/>
              <a:gd name="connsiteY186" fmla="*/ 75929 h 792602"/>
              <a:gd name="connsiteX187" fmla="*/ 398858 w 787340"/>
              <a:gd name="connsiteY187" fmla="*/ 75929 h 792602"/>
              <a:gd name="connsiteX188" fmla="*/ 438614 w 787340"/>
              <a:gd name="connsiteY188" fmla="*/ 114498 h 792602"/>
              <a:gd name="connsiteX189" fmla="*/ 438614 w 787340"/>
              <a:gd name="connsiteY189" fmla="*/ 158044 h 792602"/>
              <a:gd name="connsiteX190" fmla="*/ 474643 w 787340"/>
              <a:gd name="connsiteY190" fmla="*/ 158044 h 792602"/>
              <a:gd name="connsiteX191" fmla="*/ 474643 w 787340"/>
              <a:gd name="connsiteY191" fmla="*/ 60999 h 792602"/>
              <a:gd name="connsiteX192" fmla="*/ 462219 w 787340"/>
              <a:gd name="connsiteY192" fmla="*/ 32384 h 792602"/>
              <a:gd name="connsiteX193" fmla="*/ 432402 w 787340"/>
              <a:gd name="connsiteY193" fmla="*/ 21186 h 792602"/>
              <a:gd name="connsiteX194" fmla="*/ 431160 w 787340"/>
              <a:gd name="connsiteY194" fmla="*/ 21186 h 792602"/>
              <a:gd name="connsiteX195" fmla="*/ 431607 w 787340"/>
              <a:gd name="connsiteY195" fmla="*/ 0 h 792602"/>
              <a:gd name="connsiteX196" fmla="*/ 432851 w 787340"/>
              <a:gd name="connsiteY196" fmla="*/ 0 h 792602"/>
              <a:gd name="connsiteX197" fmla="*/ 477628 w 787340"/>
              <a:gd name="connsiteY197" fmla="*/ 18664 h 792602"/>
              <a:gd name="connsiteX198" fmla="*/ 495042 w 787340"/>
              <a:gd name="connsiteY198" fmla="*/ 60970 h 792602"/>
              <a:gd name="connsiteX199" fmla="*/ 495042 w 787340"/>
              <a:gd name="connsiteY199" fmla="*/ 158023 h 792602"/>
              <a:gd name="connsiteX200" fmla="*/ 762464 w 787340"/>
              <a:gd name="connsiteY200" fmla="*/ 158023 h 792602"/>
              <a:gd name="connsiteX201" fmla="*/ 787340 w 787340"/>
              <a:gd name="connsiteY201" fmla="*/ 182908 h 792602"/>
              <a:gd name="connsiteX202" fmla="*/ 787340 w 787340"/>
              <a:gd name="connsiteY202" fmla="*/ 512641 h 792602"/>
              <a:gd name="connsiteX203" fmla="*/ 762464 w 787340"/>
              <a:gd name="connsiteY203" fmla="*/ 537526 h 792602"/>
              <a:gd name="connsiteX204" fmla="*/ 650520 w 787340"/>
              <a:gd name="connsiteY204" fmla="*/ 537526 h 792602"/>
              <a:gd name="connsiteX205" fmla="*/ 634350 w 787340"/>
              <a:gd name="connsiteY205" fmla="*/ 544992 h 792602"/>
              <a:gd name="connsiteX206" fmla="*/ 626887 w 787340"/>
              <a:gd name="connsiteY206" fmla="*/ 544992 h 792602"/>
              <a:gd name="connsiteX207" fmla="*/ 629375 w 787340"/>
              <a:gd name="connsiteY207" fmla="*/ 551213 h 792602"/>
              <a:gd name="connsiteX208" fmla="*/ 621912 w 787340"/>
              <a:gd name="connsiteY208" fmla="*/ 574854 h 792602"/>
              <a:gd name="connsiteX209" fmla="*/ 615693 w 787340"/>
              <a:gd name="connsiteY209" fmla="*/ 577343 h 792602"/>
              <a:gd name="connsiteX210" fmla="*/ 615693 w 787340"/>
              <a:gd name="connsiteY210" fmla="*/ 681862 h 792602"/>
              <a:gd name="connsiteX211" fmla="*/ 609473 w 787340"/>
              <a:gd name="connsiteY211" fmla="*/ 690572 h 792602"/>
              <a:gd name="connsiteX212" fmla="*/ 604498 w 787340"/>
              <a:gd name="connsiteY212" fmla="*/ 691816 h 792602"/>
              <a:gd name="connsiteX213" fmla="*/ 599523 w 787340"/>
              <a:gd name="connsiteY213" fmla="*/ 689328 h 792602"/>
              <a:gd name="connsiteX214" fmla="*/ 570915 w 787340"/>
              <a:gd name="connsiteY214" fmla="*/ 668175 h 792602"/>
              <a:gd name="connsiteX215" fmla="*/ 542307 w 787340"/>
              <a:gd name="connsiteY215" fmla="*/ 689328 h 792602"/>
              <a:gd name="connsiteX216" fmla="*/ 532356 w 787340"/>
              <a:gd name="connsiteY216" fmla="*/ 690572 h 792602"/>
              <a:gd name="connsiteX217" fmla="*/ 526137 w 787340"/>
              <a:gd name="connsiteY217" fmla="*/ 681862 h 792602"/>
              <a:gd name="connsiteX218" fmla="*/ 526137 w 787340"/>
              <a:gd name="connsiteY218" fmla="*/ 577343 h 792602"/>
              <a:gd name="connsiteX219" fmla="*/ 519918 w 787340"/>
              <a:gd name="connsiteY219" fmla="*/ 574854 h 792602"/>
              <a:gd name="connsiteX220" fmla="*/ 512455 w 787340"/>
              <a:gd name="connsiteY220" fmla="*/ 551213 h 792602"/>
              <a:gd name="connsiteX221" fmla="*/ 514943 w 787340"/>
              <a:gd name="connsiteY221" fmla="*/ 544992 h 792602"/>
              <a:gd name="connsiteX222" fmla="*/ 507480 w 787340"/>
              <a:gd name="connsiteY222" fmla="*/ 544992 h 792602"/>
              <a:gd name="connsiteX223" fmla="*/ 496286 w 787340"/>
              <a:gd name="connsiteY223" fmla="*/ 542503 h 792602"/>
              <a:gd name="connsiteX224" fmla="*/ 497529 w 787340"/>
              <a:gd name="connsiteY224" fmla="*/ 730389 h 792602"/>
              <a:gd name="connsiteX225" fmla="*/ 478872 w 787340"/>
              <a:gd name="connsiteY225" fmla="*/ 773938 h 792602"/>
              <a:gd name="connsiteX226" fmla="*/ 432851 w 787340"/>
              <a:gd name="connsiteY226" fmla="*/ 792602 h 792602"/>
              <a:gd name="connsiteX227" fmla="*/ 63435 w 787340"/>
              <a:gd name="connsiteY227" fmla="*/ 792602 h 792602"/>
              <a:gd name="connsiteX228" fmla="*/ 0 w 787340"/>
              <a:gd name="connsiteY228" fmla="*/ 730389 h 792602"/>
              <a:gd name="connsiteX229" fmla="*/ 0 w 787340"/>
              <a:gd name="connsiteY229" fmla="*/ 62214 h 792602"/>
              <a:gd name="connsiteX230" fmla="*/ 63435 w 787340"/>
              <a:gd name="connsiteY230" fmla="*/ 1245 h 792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</a:cxnLst>
            <a:rect l="l" t="t" r="r" b="b"/>
            <a:pathLst>
              <a:path w="787340" h="792602">
                <a:moveTo>
                  <a:pt x="205449" y="726552"/>
                </a:moveTo>
                <a:lnTo>
                  <a:pt x="301576" y="726552"/>
                </a:lnTo>
                <a:cubicBezTo>
                  <a:pt x="306506" y="726552"/>
                  <a:pt x="310203" y="731225"/>
                  <a:pt x="310203" y="735899"/>
                </a:cubicBezTo>
                <a:cubicBezTo>
                  <a:pt x="310203" y="741740"/>
                  <a:pt x="306506" y="745245"/>
                  <a:pt x="301576" y="745245"/>
                </a:cubicBezTo>
                <a:lnTo>
                  <a:pt x="205449" y="745245"/>
                </a:lnTo>
                <a:cubicBezTo>
                  <a:pt x="200519" y="745245"/>
                  <a:pt x="195590" y="741740"/>
                  <a:pt x="195590" y="735899"/>
                </a:cubicBezTo>
                <a:cubicBezTo>
                  <a:pt x="195590" y="731225"/>
                  <a:pt x="200519" y="726552"/>
                  <a:pt x="205449" y="726552"/>
                </a:cubicBezTo>
                <a:close/>
                <a:moveTo>
                  <a:pt x="550575" y="570773"/>
                </a:moveTo>
                <a:lnTo>
                  <a:pt x="548149" y="573232"/>
                </a:lnTo>
                <a:lnTo>
                  <a:pt x="548149" y="660502"/>
                </a:lnTo>
                <a:lnTo>
                  <a:pt x="565131" y="646981"/>
                </a:lnTo>
                <a:cubicBezTo>
                  <a:pt x="568770" y="644523"/>
                  <a:pt x="573622" y="644523"/>
                  <a:pt x="577261" y="646981"/>
                </a:cubicBezTo>
                <a:lnTo>
                  <a:pt x="594243" y="660502"/>
                </a:lnTo>
                <a:lnTo>
                  <a:pt x="594243" y="573232"/>
                </a:lnTo>
                <a:lnTo>
                  <a:pt x="591817" y="570773"/>
                </a:lnTo>
                <a:lnTo>
                  <a:pt x="589391" y="578148"/>
                </a:lnTo>
                <a:cubicBezTo>
                  <a:pt x="586965" y="586752"/>
                  <a:pt x="579687" y="591669"/>
                  <a:pt x="571196" y="591669"/>
                </a:cubicBezTo>
                <a:cubicBezTo>
                  <a:pt x="561492" y="591669"/>
                  <a:pt x="554214" y="586752"/>
                  <a:pt x="553001" y="578148"/>
                </a:cubicBezTo>
                <a:close/>
                <a:moveTo>
                  <a:pt x="571190" y="441166"/>
                </a:moveTo>
                <a:lnTo>
                  <a:pt x="567490" y="452274"/>
                </a:lnTo>
                <a:cubicBezTo>
                  <a:pt x="566257" y="457211"/>
                  <a:pt x="561324" y="460914"/>
                  <a:pt x="557624" y="462148"/>
                </a:cubicBezTo>
                <a:cubicBezTo>
                  <a:pt x="552692" y="464617"/>
                  <a:pt x="546525" y="463383"/>
                  <a:pt x="542826" y="459680"/>
                </a:cubicBezTo>
                <a:lnTo>
                  <a:pt x="532960" y="452274"/>
                </a:lnTo>
                <a:lnTo>
                  <a:pt x="537893" y="464617"/>
                </a:lnTo>
                <a:cubicBezTo>
                  <a:pt x="539126" y="469554"/>
                  <a:pt x="539126" y="474491"/>
                  <a:pt x="535427" y="478194"/>
                </a:cubicBezTo>
                <a:cubicBezTo>
                  <a:pt x="532960" y="483131"/>
                  <a:pt x="526794" y="485599"/>
                  <a:pt x="521861" y="485599"/>
                </a:cubicBezTo>
                <a:lnTo>
                  <a:pt x="509529" y="484365"/>
                </a:lnTo>
                <a:lnTo>
                  <a:pt x="519395" y="491770"/>
                </a:lnTo>
                <a:cubicBezTo>
                  <a:pt x="524328" y="494239"/>
                  <a:pt x="526794" y="499176"/>
                  <a:pt x="526794" y="505347"/>
                </a:cubicBezTo>
                <a:cubicBezTo>
                  <a:pt x="526794" y="510284"/>
                  <a:pt x="524328" y="515221"/>
                  <a:pt x="519395" y="517690"/>
                </a:cubicBezTo>
                <a:lnTo>
                  <a:pt x="510762" y="523861"/>
                </a:lnTo>
                <a:lnTo>
                  <a:pt x="521861" y="523861"/>
                </a:lnTo>
                <a:cubicBezTo>
                  <a:pt x="526794" y="523861"/>
                  <a:pt x="532960" y="526329"/>
                  <a:pt x="535427" y="530032"/>
                </a:cubicBezTo>
                <a:cubicBezTo>
                  <a:pt x="539126" y="534969"/>
                  <a:pt x="539126" y="539906"/>
                  <a:pt x="537893" y="544843"/>
                </a:cubicBezTo>
                <a:lnTo>
                  <a:pt x="532960" y="555951"/>
                </a:lnTo>
                <a:lnTo>
                  <a:pt x="542826" y="549780"/>
                </a:lnTo>
                <a:cubicBezTo>
                  <a:pt x="546525" y="547312"/>
                  <a:pt x="548992" y="544843"/>
                  <a:pt x="552692" y="544843"/>
                </a:cubicBezTo>
                <a:cubicBezTo>
                  <a:pt x="553925" y="544843"/>
                  <a:pt x="556391" y="546077"/>
                  <a:pt x="557624" y="546077"/>
                </a:cubicBezTo>
                <a:cubicBezTo>
                  <a:pt x="561324" y="547312"/>
                  <a:pt x="566257" y="552249"/>
                  <a:pt x="567490" y="557186"/>
                </a:cubicBezTo>
                <a:lnTo>
                  <a:pt x="571190" y="569528"/>
                </a:lnTo>
                <a:lnTo>
                  <a:pt x="574889" y="557186"/>
                </a:lnTo>
                <a:cubicBezTo>
                  <a:pt x="576123" y="552249"/>
                  <a:pt x="579822" y="547312"/>
                  <a:pt x="584755" y="546077"/>
                </a:cubicBezTo>
                <a:cubicBezTo>
                  <a:pt x="589688" y="544843"/>
                  <a:pt x="595854" y="544843"/>
                  <a:pt x="599554" y="549780"/>
                </a:cubicBezTo>
                <a:lnTo>
                  <a:pt x="606953" y="555951"/>
                </a:lnTo>
                <a:cubicBezTo>
                  <a:pt x="608186" y="555951"/>
                  <a:pt x="608186" y="555951"/>
                  <a:pt x="609419" y="555951"/>
                </a:cubicBezTo>
                <a:lnTo>
                  <a:pt x="604486" y="544843"/>
                </a:lnTo>
                <a:cubicBezTo>
                  <a:pt x="603253" y="539906"/>
                  <a:pt x="603253" y="534969"/>
                  <a:pt x="606953" y="530032"/>
                </a:cubicBezTo>
                <a:cubicBezTo>
                  <a:pt x="609419" y="526329"/>
                  <a:pt x="615585" y="523861"/>
                  <a:pt x="620518" y="523861"/>
                </a:cubicBezTo>
                <a:lnTo>
                  <a:pt x="631617" y="523861"/>
                </a:lnTo>
                <a:lnTo>
                  <a:pt x="621751" y="517690"/>
                </a:lnTo>
                <a:cubicBezTo>
                  <a:pt x="618052" y="515221"/>
                  <a:pt x="615585" y="510284"/>
                  <a:pt x="615585" y="505347"/>
                </a:cubicBezTo>
                <a:cubicBezTo>
                  <a:pt x="615585" y="499176"/>
                  <a:pt x="618052" y="494239"/>
                  <a:pt x="621751" y="491770"/>
                </a:cubicBezTo>
                <a:lnTo>
                  <a:pt x="631617" y="484365"/>
                </a:lnTo>
                <a:lnTo>
                  <a:pt x="620518" y="485599"/>
                </a:lnTo>
                <a:cubicBezTo>
                  <a:pt x="615585" y="485599"/>
                  <a:pt x="609419" y="483131"/>
                  <a:pt x="606953" y="478194"/>
                </a:cubicBezTo>
                <a:cubicBezTo>
                  <a:pt x="603253" y="474491"/>
                  <a:pt x="603253" y="469554"/>
                  <a:pt x="604486" y="464617"/>
                </a:cubicBezTo>
                <a:lnTo>
                  <a:pt x="609419" y="452274"/>
                </a:lnTo>
                <a:lnTo>
                  <a:pt x="599554" y="459680"/>
                </a:lnTo>
                <a:cubicBezTo>
                  <a:pt x="595854" y="463383"/>
                  <a:pt x="589688" y="464617"/>
                  <a:pt x="584755" y="462148"/>
                </a:cubicBezTo>
                <a:cubicBezTo>
                  <a:pt x="579822" y="460914"/>
                  <a:pt x="576123" y="457211"/>
                  <a:pt x="574889" y="452274"/>
                </a:cubicBezTo>
                <a:close/>
                <a:moveTo>
                  <a:pt x="272794" y="381343"/>
                </a:moveTo>
                <a:lnTo>
                  <a:pt x="655315" y="381343"/>
                </a:lnTo>
                <a:cubicBezTo>
                  <a:pt x="661524" y="381343"/>
                  <a:pt x="665250" y="386035"/>
                  <a:pt x="665250" y="391900"/>
                </a:cubicBezTo>
                <a:cubicBezTo>
                  <a:pt x="665250" y="396591"/>
                  <a:pt x="661524" y="401283"/>
                  <a:pt x="655315" y="401283"/>
                </a:cubicBezTo>
                <a:lnTo>
                  <a:pt x="272794" y="401283"/>
                </a:lnTo>
                <a:cubicBezTo>
                  <a:pt x="266585" y="401283"/>
                  <a:pt x="262859" y="396591"/>
                  <a:pt x="262859" y="391900"/>
                </a:cubicBezTo>
                <a:cubicBezTo>
                  <a:pt x="262859" y="386035"/>
                  <a:pt x="266585" y="381343"/>
                  <a:pt x="272794" y="381343"/>
                </a:cubicBezTo>
                <a:close/>
                <a:moveTo>
                  <a:pt x="272772" y="331497"/>
                </a:moveTo>
                <a:lnTo>
                  <a:pt x="485915" y="331497"/>
                </a:lnTo>
                <a:cubicBezTo>
                  <a:pt x="492111" y="331497"/>
                  <a:pt x="497068" y="336189"/>
                  <a:pt x="497068" y="342054"/>
                </a:cubicBezTo>
                <a:cubicBezTo>
                  <a:pt x="497068" y="347918"/>
                  <a:pt x="492111" y="351437"/>
                  <a:pt x="485915" y="351437"/>
                </a:cubicBezTo>
                <a:lnTo>
                  <a:pt x="272772" y="351437"/>
                </a:lnTo>
                <a:cubicBezTo>
                  <a:pt x="266576" y="351437"/>
                  <a:pt x="262859" y="347918"/>
                  <a:pt x="262859" y="342054"/>
                </a:cubicBezTo>
                <a:cubicBezTo>
                  <a:pt x="262859" y="336189"/>
                  <a:pt x="266576" y="331497"/>
                  <a:pt x="272772" y="331497"/>
                </a:cubicBezTo>
                <a:close/>
                <a:moveTo>
                  <a:pt x="272775" y="281648"/>
                </a:moveTo>
                <a:lnTo>
                  <a:pt x="500855" y="281648"/>
                </a:lnTo>
                <a:cubicBezTo>
                  <a:pt x="507053" y="281648"/>
                  <a:pt x="510772" y="285153"/>
                  <a:pt x="510772" y="290995"/>
                </a:cubicBezTo>
                <a:cubicBezTo>
                  <a:pt x="510772" y="296836"/>
                  <a:pt x="507053" y="300341"/>
                  <a:pt x="500855" y="300341"/>
                </a:cubicBezTo>
                <a:lnTo>
                  <a:pt x="272775" y="300341"/>
                </a:lnTo>
                <a:cubicBezTo>
                  <a:pt x="266578" y="300341"/>
                  <a:pt x="262859" y="296836"/>
                  <a:pt x="262859" y="290995"/>
                </a:cubicBezTo>
                <a:cubicBezTo>
                  <a:pt x="262859" y="285153"/>
                  <a:pt x="266578" y="281648"/>
                  <a:pt x="272775" y="281648"/>
                </a:cubicBezTo>
                <a:close/>
                <a:moveTo>
                  <a:pt x="683667" y="231799"/>
                </a:moveTo>
                <a:cubicBezTo>
                  <a:pt x="676374" y="231799"/>
                  <a:pt x="672728" y="236673"/>
                  <a:pt x="672728" y="242766"/>
                </a:cubicBezTo>
                <a:lnTo>
                  <a:pt x="672728" y="274448"/>
                </a:lnTo>
                <a:cubicBezTo>
                  <a:pt x="672728" y="281759"/>
                  <a:pt x="676374" y="286633"/>
                  <a:pt x="683667" y="286633"/>
                </a:cubicBezTo>
                <a:lnTo>
                  <a:pt x="710406" y="286633"/>
                </a:lnTo>
                <a:cubicBezTo>
                  <a:pt x="717698" y="286633"/>
                  <a:pt x="722560" y="281759"/>
                  <a:pt x="722560" y="274448"/>
                </a:cubicBezTo>
                <a:lnTo>
                  <a:pt x="722560" y="242766"/>
                </a:lnTo>
                <a:cubicBezTo>
                  <a:pt x="722560" y="236673"/>
                  <a:pt x="717698" y="231799"/>
                  <a:pt x="710406" y="231799"/>
                </a:cubicBezTo>
                <a:close/>
                <a:moveTo>
                  <a:pt x="272738" y="215598"/>
                </a:moveTo>
                <a:lnTo>
                  <a:pt x="393754" y="215598"/>
                </a:lnTo>
                <a:cubicBezTo>
                  <a:pt x="398693" y="215598"/>
                  <a:pt x="403633" y="219103"/>
                  <a:pt x="403633" y="223776"/>
                </a:cubicBezTo>
                <a:cubicBezTo>
                  <a:pt x="403633" y="229618"/>
                  <a:pt x="398693" y="234291"/>
                  <a:pt x="393754" y="234291"/>
                </a:cubicBezTo>
                <a:lnTo>
                  <a:pt x="272738" y="234291"/>
                </a:lnTo>
                <a:cubicBezTo>
                  <a:pt x="266563" y="234291"/>
                  <a:pt x="262859" y="229618"/>
                  <a:pt x="262859" y="223776"/>
                </a:cubicBezTo>
                <a:cubicBezTo>
                  <a:pt x="262859" y="219103"/>
                  <a:pt x="266563" y="215598"/>
                  <a:pt x="272738" y="215598"/>
                </a:cubicBezTo>
                <a:close/>
                <a:moveTo>
                  <a:pt x="683508" y="210613"/>
                </a:moveTo>
                <a:lnTo>
                  <a:pt x="710550" y="210613"/>
                </a:lnTo>
                <a:cubicBezTo>
                  <a:pt x="728988" y="210613"/>
                  <a:pt x="743738" y="225379"/>
                  <a:pt x="743738" y="242605"/>
                </a:cubicBezTo>
                <a:lnTo>
                  <a:pt x="743738" y="274597"/>
                </a:lnTo>
                <a:cubicBezTo>
                  <a:pt x="743738" y="293054"/>
                  <a:pt x="728988" y="307819"/>
                  <a:pt x="710550" y="307819"/>
                </a:cubicBezTo>
                <a:lnTo>
                  <a:pt x="683508" y="307819"/>
                </a:lnTo>
                <a:cubicBezTo>
                  <a:pt x="665070" y="307819"/>
                  <a:pt x="651549" y="293054"/>
                  <a:pt x="651549" y="274597"/>
                </a:cubicBezTo>
                <a:lnTo>
                  <a:pt x="651549" y="242605"/>
                </a:lnTo>
                <a:cubicBezTo>
                  <a:pt x="651549" y="225379"/>
                  <a:pt x="665070" y="210613"/>
                  <a:pt x="683508" y="210613"/>
                </a:cubicBezTo>
                <a:close/>
                <a:moveTo>
                  <a:pt x="211774" y="179457"/>
                </a:moveTo>
                <a:cubicBezTo>
                  <a:pt x="209288" y="179457"/>
                  <a:pt x="206802" y="180699"/>
                  <a:pt x="206802" y="183182"/>
                </a:cubicBezTo>
                <a:lnTo>
                  <a:pt x="206802" y="512214"/>
                </a:lnTo>
                <a:cubicBezTo>
                  <a:pt x="206802" y="514698"/>
                  <a:pt x="209288" y="515939"/>
                  <a:pt x="211774" y="515939"/>
                </a:cubicBezTo>
                <a:lnTo>
                  <a:pt x="488968" y="515939"/>
                </a:lnTo>
                <a:cubicBezTo>
                  <a:pt x="490211" y="512214"/>
                  <a:pt x="492697" y="509731"/>
                  <a:pt x="495183" y="508489"/>
                </a:cubicBezTo>
                <a:lnTo>
                  <a:pt x="501398" y="504765"/>
                </a:lnTo>
                <a:lnTo>
                  <a:pt x="495183" y="499798"/>
                </a:lnTo>
                <a:cubicBezTo>
                  <a:pt x="487725" y="494832"/>
                  <a:pt x="485239" y="484898"/>
                  <a:pt x="487725" y="477449"/>
                </a:cubicBezTo>
                <a:cubicBezTo>
                  <a:pt x="491454" y="468757"/>
                  <a:pt x="498912" y="463791"/>
                  <a:pt x="507614" y="463791"/>
                </a:cubicBezTo>
                <a:lnTo>
                  <a:pt x="515072" y="463791"/>
                </a:lnTo>
                <a:lnTo>
                  <a:pt x="512586" y="456341"/>
                </a:lnTo>
                <a:cubicBezTo>
                  <a:pt x="508857" y="447650"/>
                  <a:pt x="512586" y="438958"/>
                  <a:pt x="520044" y="433992"/>
                </a:cubicBezTo>
                <a:cubicBezTo>
                  <a:pt x="526259" y="427783"/>
                  <a:pt x="537446" y="427783"/>
                  <a:pt x="543661" y="433992"/>
                </a:cubicBezTo>
                <a:lnTo>
                  <a:pt x="549876" y="437716"/>
                </a:lnTo>
                <a:lnTo>
                  <a:pt x="552362" y="431508"/>
                </a:lnTo>
                <a:cubicBezTo>
                  <a:pt x="553605" y="422817"/>
                  <a:pt x="561063" y="416609"/>
                  <a:pt x="571008" y="416609"/>
                </a:cubicBezTo>
                <a:cubicBezTo>
                  <a:pt x="579709" y="416609"/>
                  <a:pt x="587167" y="422817"/>
                  <a:pt x="589653" y="431508"/>
                </a:cubicBezTo>
                <a:lnTo>
                  <a:pt x="592139" y="437716"/>
                </a:lnTo>
                <a:lnTo>
                  <a:pt x="598354" y="433992"/>
                </a:lnTo>
                <a:cubicBezTo>
                  <a:pt x="604569" y="427783"/>
                  <a:pt x="615756" y="427783"/>
                  <a:pt x="621972" y="433992"/>
                </a:cubicBezTo>
                <a:cubicBezTo>
                  <a:pt x="629430" y="438958"/>
                  <a:pt x="631916" y="447650"/>
                  <a:pt x="629430" y="456341"/>
                </a:cubicBezTo>
                <a:lnTo>
                  <a:pt x="626944" y="463791"/>
                </a:lnTo>
                <a:lnTo>
                  <a:pt x="634402" y="463791"/>
                </a:lnTo>
                <a:cubicBezTo>
                  <a:pt x="643103" y="463791"/>
                  <a:pt x="650561" y="468757"/>
                  <a:pt x="654290" y="477449"/>
                </a:cubicBezTo>
                <a:cubicBezTo>
                  <a:pt x="656776" y="484898"/>
                  <a:pt x="654290" y="494832"/>
                  <a:pt x="645589" y="499798"/>
                </a:cubicBezTo>
                <a:lnTo>
                  <a:pt x="639374" y="504765"/>
                </a:lnTo>
                <a:lnTo>
                  <a:pt x="645589" y="508489"/>
                </a:lnTo>
                <a:cubicBezTo>
                  <a:pt x="649318" y="509731"/>
                  <a:pt x="651804" y="512214"/>
                  <a:pt x="653047" y="515939"/>
                </a:cubicBezTo>
                <a:lnTo>
                  <a:pt x="762433" y="515939"/>
                </a:lnTo>
                <a:cubicBezTo>
                  <a:pt x="764919" y="515939"/>
                  <a:pt x="766162" y="514698"/>
                  <a:pt x="766162" y="512214"/>
                </a:cubicBezTo>
                <a:lnTo>
                  <a:pt x="766162" y="183182"/>
                </a:lnTo>
                <a:cubicBezTo>
                  <a:pt x="766162" y="180699"/>
                  <a:pt x="764919" y="179457"/>
                  <a:pt x="762433" y="179457"/>
                </a:cubicBezTo>
                <a:close/>
                <a:moveTo>
                  <a:pt x="109559" y="95960"/>
                </a:moveTo>
                <a:cubicBezTo>
                  <a:pt x="99630" y="95960"/>
                  <a:pt x="90943" y="104665"/>
                  <a:pt x="90943" y="114614"/>
                </a:cubicBezTo>
                <a:lnTo>
                  <a:pt x="90943" y="643132"/>
                </a:lnTo>
                <a:cubicBezTo>
                  <a:pt x="90943" y="663029"/>
                  <a:pt x="105836" y="679195"/>
                  <a:pt x="125693" y="679195"/>
                </a:cubicBezTo>
                <a:lnTo>
                  <a:pt x="382591" y="679195"/>
                </a:lnTo>
                <a:cubicBezTo>
                  <a:pt x="402448" y="679195"/>
                  <a:pt x="417340" y="663029"/>
                  <a:pt x="417340" y="643132"/>
                </a:cubicBezTo>
                <a:lnTo>
                  <a:pt x="417340" y="537428"/>
                </a:lnTo>
                <a:lnTo>
                  <a:pt x="211325" y="537428"/>
                </a:lnTo>
                <a:cubicBezTo>
                  <a:pt x="197674" y="537428"/>
                  <a:pt x="186504" y="526236"/>
                  <a:pt x="186504" y="512557"/>
                </a:cubicBezTo>
                <a:lnTo>
                  <a:pt x="186504" y="183010"/>
                </a:lnTo>
                <a:cubicBezTo>
                  <a:pt x="186504" y="169331"/>
                  <a:pt x="197674" y="158139"/>
                  <a:pt x="211325" y="158139"/>
                </a:cubicBezTo>
                <a:lnTo>
                  <a:pt x="417340" y="158139"/>
                </a:lnTo>
                <a:lnTo>
                  <a:pt x="417340" y="114614"/>
                </a:lnTo>
                <a:cubicBezTo>
                  <a:pt x="417340" y="104665"/>
                  <a:pt x="408653" y="95960"/>
                  <a:pt x="398724" y="95960"/>
                </a:cubicBezTo>
                <a:close/>
                <a:moveTo>
                  <a:pt x="231095" y="42372"/>
                </a:moveTo>
                <a:cubicBezTo>
                  <a:pt x="234521" y="42372"/>
                  <a:pt x="237947" y="45799"/>
                  <a:pt x="237947" y="49226"/>
                </a:cubicBezTo>
                <a:cubicBezTo>
                  <a:pt x="237947" y="52654"/>
                  <a:pt x="234521" y="56081"/>
                  <a:pt x="231095" y="56081"/>
                </a:cubicBezTo>
                <a:cubicBezTo>
                  <a:pt x="226527" y="56081"/>
                  <a:pt x="224243" y="52654"/>
                  <a:pt x="224243" y="49226"/>
                </a:cubicBezTo>
                <a:cubicBezTo>
                  <a:pt x="224243" y="45799"/>
                  <a:pt x="226527" y="42372"/>
                  <a:pt x="231095" y="42372"/>
                </a:cubicBezTo>
                <a:close/>
                <a:moveTo>
                  <a:pt x="207482" y="42372"/>
                </a:moveTo>
                <a:cubicBezTo>
                  <a:pt x="210879" y="42372"/>
                  <a:pt x="214277" y="45799"/>
                  <a:pt x="214277" y="49226"/>
                </a:cubicBezTo>
                <a:cubicBezTo>
                  <a:pt x="214277" y="52654"/>
                  <a:pt x="210879" y="56081"/>
                  <a:pt x="207482" y="56081"/>
                </a:cubicBezTo>
                <a:cubicBezTo>
                  <a:pt x="204084" y="56081"/>
                  <a:pt x="201819" y="52654"/>
                  <a:pt x="201819" y="49226"/>
                </a:cubicBezTo>
                <a:cubicBezTo>
                  <a:pt x="201819" y="45799"/>
                  <a:pt x="204084" y="42372"/>
                  <a:pt x="207482" y="42372"/>
                </a:cubicBezTo>
                <a:close/>
                <a:moveTo>
                  <a:pt x="183811" y="42372"/>
                </a:moveTo>
                <a:cubicBezTo>
                  <a:pt x="188341" y="42372"/>
                  <a:pt x="190606" y="45799"/>
                  <a:pt x="190606" y="49226"/>
                </a:cubicBezTo>
                <a:cubicBezTo>
                  <a:pt x="190606" y="52654"/>
                  <a:pt x="188341" y="56081"/>
                  <a:pt x="183811" y="56081"/>
                </a:cubicBezTo>
                <a:cubicBezTo>
                  <a:pt x="180413" y="56081"/>
                  <a:pt x="178148" y="52654"/>
                  <a:pt x="178148" y="49226"/>
                </a:cubicBezTo>
                <a:cubicBezTo>
                  <a:pt x="178148" y="45799"/>
                  <a:pt x="180413" y="42372"/>
                  <a:pt x="183811" y="42372"/>
                </a:cubicBezTo>
                <a:close/>
                <a:moveTo>
                  <a:pt x="137660" y="38634"/>
                </a:moveTo>
                <a:cubicBezTo>
                  <a:pt x="143543" y="39811"/>
                  <a:pt x="148249" y="43342"/>
                  <a:pt x="148249" y="49227"/>
                </a:cubicBezTo>
                <a:cubicBezTo>
                  <a:pt x="147072" y="55112"/>
                  <a:pt x="142366" y="59820"/>
                  <a:pt x="136483" y="59820"/>
                </a:cubicBezTo>
                <a:cubicBezTo>
                  <a:pt x="130601" y="58643"/>
                  <a:pt x="127071" y="53935"/>
                  <a:pt x="127071" y="49227"/>
                </a:cubicBezTo>
                <a:cubicBezTo>
                  <a:pt x="127071" y="43342"/>
                  <a:pt x="131777" y="38634"/>
                  <a:pt x="137660" y="38634"/>
                </a:cubicBezTo>
                <a:close/>
                <a:moveTo>
                  <a:pt x="63416" y="21186"/>
                </a:moveTo>
                <a:cubicBezTo>
                  <a:pt x="39811" y="22430"/>
                  <a:pt x="21175" y="41093"/>
                  <a:pt x="21175" y="62244"/>
                </a:cubicBezTo>
                <a:lnTo>
                  <a:pt x="21175" y="730359"/>
                </a:lnTo>
                <a:cubicBezTo>
                  <a:pt x="21175" y="752754"/>
                  <a:pt x="39811" y="771416"/>
                  <a:pt x="63416" y="771416"/>
                </a:cubicBezTo>
                <a:lnTo>
                  <a:pt x="432402" y="771416"/>
                </a:lnTo>
                <a:cubicBezTo>
                  <a:pt x="444826" y="771416"/>
                  <a:pt x="456007" y="766440"/>
                  <a:pt x="463462" y="758975"/>
                </a:cubicBezTo>
                <a:cubicBezTo>
                  <a:pt x="472158" y="751510"/>
                  <a:pt x="474643" y="741556"/>
                  <a:pt x="474643" y="730359"/>
                </a:cubicBezTo>
                <a:lnTo>
                  <a:pt x="474643" y="537514"/>
                </a:lnTo>
                <a:lnTo>
                  <a:pt x="438614" y="537514"/>
                </a:lnTo>
                <a:lnTo>
                  <a:pt x="438614" y="643267"/>
                </a:lnTo>
                <a:cubicBezTo>
                  <a:pt x="438614" y="674372"/>
                  <a:pt x="413767" y="699255"/>
                  <a:pt x="382707" y="699255"/>
                </a:cubicBezTo>
                <a:lnTo>
                  <a:pt x="125535" y="699255"/>
                </a:lnTo>
                <a:cubicBezTo>
                  <a:pt x="94475" y="699255"/>
                  <a:pt x="69628" y="674372"/>
                  <a:pt x="69628" y="643267"/>
                </a:cubicBezTo>
                <a:lnTo>
                  <a:pt x="69628" y="114498"/>
                </a:lnTo>
                <a:cubicBezTo>
                  <a:pt x="69628" y="93348"/>
                  <a:pt x="88264" y="75929"/>
                  <a:pt x="109384" y="75929"/>
                </a:cubicBezTo>
                <a:lnTo>
                  <a:pt x="398858" y="75929"/>
                </a:lnTo>
                <a:cubicBezTo>
                  <a:pt x="421221" y="75929"/>
                  <a:pt x="438614" y="93348"/>
                  <a:pt x="438614" y="114498"/>
                </a:cubicBezTo>
                <a:lnTo>
                  <a:pt x="438614" y="158044"/>
                </a:lnTo>
                <a:lnTo>
                  <a:pt x="474643" y="158044"/>
                </a:lnTo>
                <a:lnTo>
                  <a:pt x="474643" y="60999"/>
                </a:lnTo>
                <a:cubicBezTo>
                  <a:pt x="474643" y="49802"/>
                  <a:pt x="469674" y="41093"/>
                  <a:pt x="462219" y="32384"/>
                </a:cubicBezTo>
                <a:cubicBezTo>
                  <a:pt x="453523" y="24919"/>
                  <a:pt x="443584" y="21186"/>
                  <a:pt x="432402" y="21186"/>
                </a:cubicBezTo>
                <a:lnTo>
                  <a:pt x="431160" y="21186"/>
                </a:lnTo>
                <a:close/>
                <a:moveTo>
                  <a:pt x="431607" y="0"/>
                </a:moveTo>
                <a:lnTo>
                  <a:pt x="432851" y="0"/>
                </a:lnTo>
                <a:cubicBezTo>
                  <a:pt x="449020" y="0"/>
                  <a:pt x="465190" y="6222"/>
                  <a:pt x="477628" y="18664"/>
                </a:cubicBezTo>
                <a:cubicBezTo>
                  <a:pt x="488823" y="29863"/>
                  <a:pt x="495042" y="44794"/>
                  <a:pt x="495042" y="60970"/>
                </a:cubicBezTo>
                <a:lnTo>
                  <a:pt x="495042" y="158023"/>
                </a:lnTo>
                <a:lnTo>
                  <a:pt x="762464" y="158023"/>
                </a:lnTo>
                <a:cubicBezTo>
                  <a:pt x="776146" y="158023"/>
                  <a:pt x="787340" y="169221"/>
                  <a:pt x="787340" y="182908"/>
                </a:cubicBezTo>
                <a:lnTo>
                  <a:pt x="787340" y="512641"/>
                </a:lnTo>
                <a:cubicBezTo>
                  <a:pt x="787340" y="526328"/>
                  <a:pt x="776146" y="537526"/>
                  <a:pt x="762464" y="537526"/>
                </a:cubicBezTo>
                <a:lnTo>
                  <a:pt x="650520" y="537526"/>
                </a:lnTo>
                <a:cubicBezTo>
                  <a:pt x="646788" y="542503"/>
                  <a:pt x="640569" y="544992"/>
                  <a:pt x="634350" y="544992"/>
                </a:cubicBezTo>
                <a:lnTo>
                  <a:pt x="626887" y="544992"/>
                </a:lnTo>
                <a:lnTo>
                  <a:pt x="629375" y="551213"/>
                </a:lnTo>
                <a:cubicBezTo>
                  <a:pt x="631862" y="559923"/>
                  <a:pt x="629375" y="569877"/>
                  <a:pt x="621912" y="574854"/>
                </a:cubicBezTo>
                <a:cubicBezTo>
                  <a:pt x="620668" y="576099"/>
                  <a:pt x="618180" y="577343"/>
                  <a:pt x="615693" y="577343"/>
                </a:cubicBezTo>
                <a:lnTo>
                  <a:pt x="615693" y="681862"/>
                </a:lnTo>
                <a:cubicBezTo>
                  <a:pt x="615693" y="685595"/>
                  <a:pt x="613205" y="688083"/>
                  <a:pt x="609473" y="690572"/>
                </a:cubicBezTo>
                <a:cubicBezTo>
                  <a:pt x="608230" y="691816"/>
                  <a:pt x="606986" y="691816"/>
                  <a:pt x="604498" y="691816"/>
                </a:cubicBezTo>
                <a:cubicBezTo>
                  <a:pt x="603254" y="691816"/>
                  <a:pt x="600767" y="690572"/>
                  <a:pt x="599523" y="689328"/>
                </a:cubicBezTo>
                <a:lnTo>
                  <a:pt x="570915" y="668175"/>
                </a:lnTo>
                <a:lnTo>
                  <a:pt x="542307" y="689328"/>
                </a:lnTo>
                <a:cubicBezTo>
                  <a:pt x="539819" y="693060"/>
                  <a:pt x="536088" y="693060"/>
                  <a:pt x="532356" y="690572"/>
                </a:cubicBezTo>
                <a:cubicBezTo>
                  <a:pt x="528625" y="688083"/>
                  <a:pt x="526137" y="685595"/>
                  <a:pt x="526137" y="681862"/>
                </a:cubicBezTo>
                <a:lnTo>
                  <a:pt x="526137" y="577343"/>
                </a:lnTo>
                <a:cubicBezTo>
                  <a:pt x="523650" y="577343"/>
                  <a:pt x="521162" y="576099"/>
                  <a:pt x="519918" y="574854"/>
                </a:cubicBezTo>
                <a:cubicBezTo>
                  <a:pt x="512455" y="569877"/>
                  <a:pt x="508724" y="559923"/>
                  <a:pt x="512455" y="551213"/>
                </a:cubicBezTo>
                <a:lnTo>
                  <a:pt x="514943" y="544992"/>
                </a:lnTo>
                <a:lnTo>
                  <a:pt x="507480" y="544992"/>
                </a:lnTo>
                <a:cubicBezTo>
                  <a:pt x="502505" y="544992"/>
                  <a:pt x="500017" y="543748"/>
                  <a:pt x="496286" y="542503"/>
                </a:cubicBezTo>
                <a:lnTo>
                  <a:pt x="497529" y="730389"/>
                </a:lnTo>
                <a:cubicBezTo>
                  <a:pt x="497529" y="746564"/>
                  <a:pt x="490066" y="761495"/>
                  <a:pt x="478872" y="773938"/>
                </a:cubicBezTo>
                <a:cubicBezTo>
                  <a:pt x="466434" y="785137"/>
                  <a:pt x="450264" y="792602"/>
                  <a:pt x="432851" y="792602"/>
                </a:cubicBezTo>
                <a:lnTo>
                  <a:pt x="63435" y="792602"/>
                </a:lnTo>
                <a:cubicBezTo>
                  <a:pt x="28608" y="792602"/>
                  <a:pt x="0" y="765228"/>
                  <a:pt x="0" y="730389"/>
                </a:cubicBezTo>
                <a:lnTo>
                  <a:pt x="0" y="62214"/>
                </a:lnTo>
                <a:cubicBezTo>
                  <a:pt x="0" y="28619"/>
                  <a:pt x="28608" y="1245"/>
                  <a:pt x="63435" y="1245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03" name="Freeform 402">
            <a:extLst>
              <a:ext uri="{FF2B5EF4-FFF2-40B4-BE49-F238E27FC236}">
                <a16:creationId xmlns:a16="http://schemas.microsoft.com/office/drawing/2014/main" id="{1604CFDC-B498-4544-B88D-5F2D156F00D7}"/>
              </a:ext>
            </a:extLst>
          </p:cNvPr>
          <p:cNvSpPr/>
          <p:nvPr/>
        </p:nvSpPr>
        <p:spPr>
          <a:xfrm>
            <a:off x="2000745" y="4622265"/>
            <a:ext cx="205556" cy="20438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6" h="165">
                <a:moveTo>
                  <a:pt x="166" y="82"/>
                </a:moveTo>
                <a:cubicBezTo>
                  <a:pt x="166" y="128"/>
                  <a:pt x="128" y="165"/>
                  <a:pt x="83" y="165"/>
                </a:cubicBezTo>
                <a:cubicBezTo>
                  <a:pt x="38" y="165"/>
                  <a:pt x="0" y="128"/>
                  <a:pt x="0" y="82"/>
                </a:cubicBezTo>
                <a:cubicBezTo>
                  <a:pt x="0" y="37"/>
                  <a:pt x="38" y="0"/>
                  <a:pt x="83" y="0"/>
                </a:cubicBezTo>
                <a:cubicBezTo>
                  <a:pt x="128" y="0"/>
                  <a:pt x="166" y="37"/>
                  <a:pt x="166" y="82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04" name="Rounded Rectangle 403">
            <a:extLst>
              <a:ext uri="{FF2B5EF4-FFF2-40B4-BE49-F238E27FC236}">
                <a16:creationId xmlns:a16="http://schemas.microsoft.com/office/drawing/2014/main" id="{FB1DFF35-13A7-4A48-A96C-F46CE002D58E}"/>
              </a:ext>
            </a:extLst>
          </p:cNvPr>
          <p:cNvSpPr/>
          <p:nvPr/>
        </p:nvSpPr>
        <p:spPr>
          <a:xfrm>
            <a:off x="2104146" y="6920311"/>
            <a:ext cx="8189835" cy="24239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77" name="Freeform 476">
            <a:extLst>
              <a:ext uri="{FF2B5EF4-FFF2-40B4-BE49-F238E27FC236}">
                <a16:creationId xmlns:a16="http://schemas.microsoft.com/office/drawing/2014/main" id="{4624DCE2-63B7-464A-9EB7-927269E2E94E}"/>
              </a:ext>
            </a:extLst>
          </p:cNvPr>
          <p:cNvSpPr/>
          <p:nvPr/>
        </p:nvSpPr>
        <p:spPr>
          <a:xfrm>
            <a:off x="2423068" y="7270502"/>
            <a:ext cx="1720438" cy="172228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2" h="1383">
                <a:moveTo>
                  <a:pt x="1382" y="692"/>
                </a:moveTo>
                <a:cubicBezTo>
                  <a:pt x="1382" y="1074"/>
                  <a:pt x="1073" y="1383"/>
                  <a:pt x="692" y="1383"/>
                </a:cubicBezTo>
                <a:cubicBezTo>
                  <a:pt x="310" y="1383"/>
                  <a:pt x="0" y="1074"/>
                  <a:pt x="0" y="692"/>
                </a:cubicBezTo>
                <a:cubicBezTo>
                  <a:pt x="0" y="310"/>
                  <a:pt x="310" y="0"/>
                  <a:pt x="692" y="0"/>
                </a:cubicBezTo>
                <a:cubicBezTo>
                  <a:pt x="1073" y="0"/>
                  <a:pt x="1382" y="310"/>
                  <a:pt x="1382" y="69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00" name="Freeform 499">
            <a:extLst>
              <a:ext uri="{FF2B5EF4-FFF2-40B4-BE49-F238E27FC236}">
                <a16:creationId xmlns:a16="http://schemas.microsoft.com/office/drawing/2014/main" id="{99BEBFDB-5721-F14D-9EE5-F27592BDDA11}"/>
              </a:ext>
            </a:extLst>
          </p:cNvPr>
          <p:cNvSpPr/>
          <p:nvPr/>
        </p:nvSpPr>
        <p:spPr>
          <a:xfrm>
            <a:off x="2960004" y="7732853"/>
            <a:ext cx="647812" cy="798833"/>
          </a:xfrm>
          <a:custGeom>
            <a:avLst/>
            <a:gdLst>
              <a:gd name="connsiteX0" fmla="*/ 196472 w 647812"/>
              <a:gd name="connsiteY0" fmla="*/ 423718 h 798833"/>
              <a:gd name="connsiteX1" fmla="*/ 19932 w 647812"/>
              <a:gd name="connsiteY1" fmla="*/ 601302 h 798833"/>
              <a:gd name="connsiteX2" fmla="*/ 196472 w 647812"/>
              <a:gd name="connsiteY2" fmla="*/ 776401 h 798833"/>
              <a:gd name="connsiteX3" fmla="*/ 537120 w 647812"/>
              <a:gd name="connsiteY3" fmla="*/ 776401 h 798833"/>
              <a:gd name="connsiteX4" fmla="*/ 626633 w 647812"/>
              <a:gd name="connsiteY4" fmla="*/ 686988 h 798833"/>
              <a:gd name="connsiteX5" fmla="*/ 537120 w 647812"/>
              <a:gd name="connsiteY5" fmla="*/ 597576 h 798833"/>
              <a:gd name="connsiteX6" fmla="*/ 501066 w 647812"/>
              <a:gd name="connsiteY6" fmla="*/ 605027 h 798833"/>
              <a:gd name="connsiteX7" fmla="*/ 487390 w 647812"/>
              <a:gd name="connsiteY7" fmla="*/ 600060 h 798833"/>
              <a:gd name="connsiteX8" fmla="*/ 492363 w 647812"/>
              <a:gd name="connsiteY8" fmla="*/ 586399 h 798833"/>
              <a:gd name="connsiteX9" fmla="*/ 518471 w 647812"/>
              <a:gd name="connsiteY9" fmla="*/ 577707 h 798833"/>
              <a:gd name="connsiteX10" fmla="*/ 515985 w 647812"/>
              <a:gd name="connsiteY10" fmla="*/ 566530 h 798833"/>
              <a:gd name="connsiteX11" fmla="*/ 397877 w 647812"/>
              <a:gd name="connsiteY11" fmla="*/ 477117 h 798833"/>
              <a:gd name="connsiteX12" fmla="*/ 343174 w 647812"/>
              <a:gd name="connsiteY12" fmla="*/ 490778 h 798833"/>
              <a:gd name="connsiteX13" fmla="*/ 294688 w 647812"/>
              <a:gd name="connsiteY13" fmla="*/ 535484 h 798833"/>
              <a:gd name="connsiteX14" fmla="*/ 281012 w 647812"/>
              <a:gd name="connsiteY14" fmla="*/ 539210 h 798833"/>
              <a:gd name="connsiteX15" fmla="*/ 277283 w 647812"/>
              <a:gd name="connsiteY15" fmla="*/ 524307 h 798833"/>
              <a:gd name="connsiteX16" fmla="*/ 322039 w 647812"/>
              <a:gd name="connsiteY16" fmla="*/ 478359 h 798833"/>
              <a:gd name="connsiteX17" fmla="*/ 196472 w 647812"/>
              <a:gd name="connsiteY17" fmla="*/ 423718 h 798833"/>
              <a:gd name="connsiteX18" fmla="*/ 363648 w 647812"/>
              <a:gd name="connsiteY18" fmla="*/ 246744 h 798833"/>
              <a:gd name="connsiteX19" fmla="*/ 377128 w 647812"/>
              <a:gd name="connsiteY19" fmla="*/ 251692 h 798833"/>
              <a:gd name="connsiteX20" fmla="*/ 431044 w 647812"/>
              <a:gd name="connsiteY20" fmla="*/ 398895 h 798833"/>
              <a:gd name="connsiteX21" fmla="*/ 424917 w 647812"/>
              <a:gd name="connsiteY21" fmla="*/ 412502 h 798833"/>
              <a:gd name="connsiteX22" fmla="*/ 421241 w 647812"/>
              <a:gd name="connsiteY22" fmla="*/ 412502 h 798833"/>
              <a:gd name="connsiteX23" fmla="*/ 411438 w 647812"/>
              <a:gd name="connsiteY23" fmla="*/ 406317 h 798833"/>
              <a:gd name="connsiteX24" fmla="*/ 357522 w 647812"/>
              <a:gd name="connsiteY24" fmla="*/ 260351 h 798833"/>
              <a:gd name="connsiteX25" fmla="*/ 363648 w 647812"/>
              <a:gd name="connsiteY25" fmla="*/ 246744 h 798833"/>
              <a:gd name="connsiteX26" fmla="*/ 537991 w 647812"/>
              <a:gd name="connsiteY26" fmla="*/ 233045 h 798833"/>
              <a:gd name="connsiteX27" fmla="*/ 523217 w 647812"/>
              <a:gd name="connsiteY27" fmla="*/ 246710 h 798833"/>
              <a:gd name="connsiteX28" fmla="*/ 523217 w 647812"/>
              <a:gd name="connsiteY28" fmla="*/ 522492 h 798833"/>
              <a:gd name="connsiteX29" fmla="*/ 521986 w 647812"/>
              <a:gd name="connsiteY29" fmla="*/ 526219 h 798833"/>
              <a:gd name="connsiteX30" fmla="*/ 536760 w 647812"/>
              <a:gd name="connsiteY30" fmla="*/ 559760 h 798833"/>
              <a:gd name="connsiteX31" fmla="*/ 540453 w 647812"/>
              <a:gd name="connsiteY31" fmla="*/ 575909 h 798833"/>
              <a:gd name="connsiteX32" fmla="*/ 626633 w 647812"/>
              <a:gd name="connsiteY32" fmla="*/ 623115 h 798833"/>
              <a:gd name="connsiteX33" fmla="*/ 626633 w 647812"/>
              <a:gd name="connsiteY33" fmla="*/ 512554 h 798833"/>
              <a:gd name="connsiteX34" fmla="*/ 605704 w 647812"/>
              <a:gd name="connsiteY34" fmla="*/ 512554 h 798833"/>
              <a:gd name="connsiteX35" fmla="*/ 595855 w 647812"/>
              <a:gd name="connsiteY35" fmla="*/ 502616 h 798833"/>
              <a:gd name="connsiteX36" fmla="*/ 605704 w 647812"/>
              <a:gd name="connsiteY36" fmla="*/ 492678 h 798833"/>
              <a:gd name="connsiteX37" fmla="*/ 626633 w 647812"/>
              <a:gd name="connsiteY37" fmla="*/ 492678 h 798833"/>
              <a:gd name="connsiteX38" fmla="*/ 626633 w 647812"/>
              <a:gd name="connsiteY38" fmla="*/ 450441 h 798833"/>
              <a:gd name="connsiteX39" fmla="*/ 605704 w 647812"/>
              <a:gd name="connsiteY39" fmla="*/ 450441 h 798833"/>
              <a:gd name="connsiteX40" fmla="*/ 595855 w 647812"/>
              <a:gd name="connsiteY40" fmla="*/ 440503 h 798833"/>
              <a:gd name="connsiteX41" fmla="*/ 605704 w 647812"/>
              <a:gd name="connsiteY41" fmla="*/ 430565 h 798833"/>
              <a:gd name="connsiteX42" fmla="*/ 626633 w 647812"/>
              <a:gd name="connsiteY42" fmla="*/ 430565 h 798833"/>
              <a:gd name="connsiteX43" fmla="*/ 626633 w 647812"/>
              <a:gd name="connsiteY43" fmla="*/ 388328 h 798833"/>
              <a:gd name="connsiteX44" fmla="*/ 605704 w 647812"/>
              <a:gd name="connsiteY44" fmla="*/ 388328 h 798833"/>
              <a:gd name="connsiteX45" fmla="*/ 595855 w 647812"/>
              <a:gd name="connsiteY45" fmla="*/ 377148 h 798833"/>
              <a:gd name="connsiteX46" fmla="*/ 605704 w 647812"/>
              <a:gd name="connsiteY46" fmla="*/ 367209 h 798833"/>
              <a:gd name="connsiteX47" fmla="*/ 626633 w 647812"/>
              <a:gd name="connsiteY47" fmla="*/ 367209 h 798833"/>
              <a:gd name="connsiteX48" fmla="*/ 626633 w 647812"/>
              <a:gd name="connsiteY48" fmla="*/ 326215 h 798833"/>
              <a:gd name="connsiteX49" fmla="*/ 605704 w 647812"/>
              <a:gd name="connsiteY49" fmla="*/ 326215 h 798833"/>
              <a:gd name="connsiteX50" fmla="*/ 595855 w 647812"/>
              <a:gd name="connsiteY50" fmla="*/ 315034 h 798833"/>
              <a:gd name="connsiteX51" fmla="*/ 605704 w 647812"/>
              <a:gd name="connsiteY51" fmla="*/ 305096 h 798833"/>
              <a:gd name="connsiteX52" fmla="*/ 626633 w 647812"/>
              <a:gd name="connsiteY52" fmla="*/ 305096 h 798833"/>
              <a:gd name="connsiteX53" fmla="*/ 626633 w 647812"/>
              <a:gd name="connsiteY53" fmla="*/ 246710 h 798833"/>
              <a:gd name="connsiteX54" fmla="*/ 613091 w 647812"/>
              <a:gd name="connsiteY54" fmla="*/ 233045 h 798833"/>
              <a:gd name="connsiteX55" fmla="*/ 336073 w 647812"/>
              <a:gd name="connsiteY55" fmla="*/ 123377 h 798833"/>
              <a:gd name="connsiteX56" fmla="*/ 317673 w 647812"/>
              <a:gd name="connsiteY56" fmla="*/ 194412 h 798833"/>
              <a:gd name="connsiteX57" fmla="*/ 397404 w 647812"/>
              <a:gd name="connsiteY57" fmla="*/ 166243 h 798833"/>
              <a:gd name="connsiteX58" fmla="*/ 103156 w 647812"/>
              <a:gd name="connsiteY58" fmla="*/ 89725 h 798833"/>
              <a:gd name="connsiteX59" fmla="*/ 230708 w 647812"/>
              <a:gd name="connsiteY59" fmla="*/ 89725 h 798833"/>
              <a:gd name="connsiteX60" fmla="*/ 270336 w 647812"/>
              <a:gd name="connsiteY60" fmla="*/ 130404 h 798833"/>
              <a:gd name="connsiteX61" fmla="*/ 270336 w 647812"/>
              <a:gd name="connsiteY61" fmla="*/ 163686 h 798833"/>
              <a:gd name="connsiteX62" fmla="*/ 260429 w 647812"/>
              <a:gd name="connsiteY62" fmla="*/ 173548 h 798833"/>
              <a:gd name="connsiteX63" fmla="*/ 250522 w 647812"/>
              <a:gd name="connsiteY63" fmla="*/ 163686 h 798833"/>
              <a:gd name="connsiteX64" fmla="*/ 250522 w 647812"/>
              <a:gd name="connsiteY64" fmla="*/ 130404 h 798833"/>
              <a:gd name="connsiteX65" fmla="*/ 230708 w 647812"/>
              <a:gd name="connsiteY65" fmla="*/ 110681 h 798833"/>
              <a:gd name="connsiteX66" fmla="*/ 103156 w 647812"/>
              <a:gd name="connsiteY66" fmla="*/ 110681 h 798833"/>
              <a:gd name="connsiteX67" fmla="*/ 83342 w 647812"/>
              <a:gd name="connsiteY67" fmla="*/ 130404 h 798833"/>
              <a:gd name="connsiteX68" fmla="*/ 83342 w 647812"/>
              <a:gd name="connsiteY68" fmla="*/ 163686 h 798833"/>
              <a:gd name="connsiteX69" fmla="*/ 103156 w 647812"/>
              <a:gd name="connsiteY69" fmla="*/ 183409 h 798833"/>
              <a:gd name="connsiteX70" fmla="*/ 229470 w 647812"/>
              <a:gd name="connsiteY70" fmla="*/ 183409 h 798833"/>
              <a:gd name="connsiteX71" fmla="*/ 239377 w 647812"/>
              <a:gd name="connsiteY71" fmla="*/ 193271 h 798833"/>
              <a:gd name="connsiteX72" fmla="*/ 229470 w 647812"/>
              <a:gd name="connsiteY72" fmla="*/ 203132 h 798833"/>
              <a:gd name="connsiteX73" fmla="*/ 103156 w 647812"/>
              <a:gd name="connsiteY73" fmla="*/ 203132 h 798833"/>
              <a:gd name="connsiteX74" fmla="*/ 62289 w 647812"/>
              <a:gd name="connsiteY74" fmla="*/ 163686 h 798833"/>
              <a:gd name="connsiteX75" fmla="*/ 62289 w 647812"/>
              <a:gd name="connsiteY75" fmla="*/ 130404 h 798833"/>
              <a:gd name="connsiteX76" fmla="*/ 103156 w 647812"/>
              <a:gd name="connsiteY76" fmla="*/ 89725 h 798833"/>
              <a:gd name="connsiteX77" fmla="*/ 32329 w 647812"/>
              <a:gd name="connsiteY77" fmla="*/ 0 h 798833"/>
              <a:gd name="connsiteX78" fmla="*/ 302147 w 647812"/>
              <a:gd name="connsiteY78" fmla="*/ 0 h 798833"/>
              <a:gd name="connsiteX79" fmla="*/ 334475 w 647812"/>
              <a:gd name="connsiteY79" fmla="*/ 32352 h 798833"/>
              <a:gd name="connsiteX80" fmla="*/ 334475 w 647812"/>
              <a:gd name="connsiteY80" fmla="*/ 58482 h 798833"/>
              <a:gd name="connsiteX81" fmla="*/ 324528 w 647812"/>
              <a:gd name="connsiteY81" fmla="*/ 67192 h 798833"/>
              <a:gd name="connsiteX82" fmla="*/ 313337 w 647812"/>
              <a:gd name="connsiteY82" fmla="*/ 58482 h 798833"/>
              <a:gd name="connsiteX83" fmla="*/ 313337 w 647812"/>
              <a:gd name="connsiteY83" fmla="*/ 32352 h 798833"/>
              <a:gd name="connsiteX84" fmla="*/ 302147 w 647812"/>
              <a:gd name="connsiteY84" fmla="*/ 21153 h 798833"/>
              <a:gd name="connsiteX85" fmla="*/ 32329 w 647812"/>
              <a:gd name="connsiteY85" fmla="*/ 21153 h 798833"/>
              <a:gd name="connsiteX86" fmla="*/ 19895 w 647812"/>
              <a:gd name="connsiteY86" fmla="*/ 32352 h 798833"/>
              <a:gd name="connsiteX87" fmla="*/ 19895 w 647812"/>
              <a:gd name="connsiteY87" fmla="*/ 511403 h 798833"/>
              <a:gd name="connsiteX88" fmla="*/ 196458 w 647812"/>
              <a:gd name="connsiteY88" fmla="*/ 403150 h 798833"/>
              <a:gd name="connsiteX89" fmla="*/ 340692 w 647812"/>
              <a:gd name="connsiteY89" fmla="*/ 467853 h 798833"/>
              <a:gd name="connsiteX90" fmla="*/ 381724 w 647812"/>
              <a:gd name="connsiteY90" fmla="*/ 456654 h 798833"/>
              <a:gd name="connsiteX91" fmla="*/ 292199 w 647812"/>
              <a:gd name="connsiteY91" fmla="*/ 216506 h 798833"/>
              <a:gd name="connsiteX92" fmla="*/ 292199 w 647812"/>
              <a:gd name="connsiteY92" fmla="*/ 215262 h 798833"/>
              <a:gd name="connsiteX93" fmla="*/ 292199 w 647812"/>
              <a:gd name="connsiteY93" fmla="*/ 212774 h 798833"/>
              <a:gd name="connsiteX94" fmla="*/ 292199 w 647812"/>
              <a:gd name="connsiteY94" fmla="*/ 210285 h 798833"/>
              <a:gd name="connsiteX95" fmla="*/ 319554 w 647812"/>
              <a:gd name="connsiteY95" fmla="*/ 103276 h 798833"/>
              <a:gd name="connsiteX96" fmla="*/ 325771 w 647812"/>
              <a:gd name="connsiteY96" fmla="*/ 95810 h 798833"/>
              <a:gd name="connsiteX97" fmla="*/ 335718 w 647812"/>
              <a:gd name="connsiteY97" fmla="*/ 97055 h 798833"/>
              <a:gd name="connsiteX98" fmla="*/ 425243 w 647812"/>
              <a:gd name="connsiteY98" fmla="*/ 161758 h 798833"/>
              <a:gd name="connsiteX99" fmla="*/ 427730 w 647812"/>
              <a:gd name="connsiteY99" fmla="*/ 163002 h 798833"/>
              <a:gd name="connsiteX100" fmla="*/ 427730 w 647812"/>
              <a:gd name="connsiteY100" fmla="*/ 164246 h 798833"/>
              <a:gd name="connsiteX101" fmla="*/ 428974 w 647812"/>
              <a:gd name="connsiteY101" fmla="*/ 165491 h 798833"/>
              <a:gd name="connsiteX102" fmla="*/ 428974 w 647812"/>
              <a:gd name="connsiteY102" fmla="*/ 166735 h 798833"/>
              <a:gd name="connsiteX103" fmla="*/ 477466 w 647812"/>
              <a:gd name="connsiteY103" fmla="*/ 297385 h 798833"/>
              <a:gd name="connsiteX104" fmla="*/ 471249 w 647812"/>
              <a:gd name="connsiteY104" fmla="*/ 311072 h 798833"/>
              <a:gd name="connsiteX105" fmla="*/ 457572 w 647812"/>
              <a:gd name="connsiteY105" fmla="*/ 304851 h 798833"/>
              <a:gd name="connsiteX106" fmla="*/ 414053 w 647812"/>
              <a:gd name="connsiteY106" fmla="*/ 182911 h 798833"/>
              <a:gd name="connsiteX107" fmla="*/ 364317 w 647812"/>
              <a:gd name="connsiteY107" fmla="*/ 201575 h 798833"/>
              <a:gd name="connsiteX108" fmla="*/ 320798 w 647812"/>
              <a:gd name="connsiteY108" fmla="*/ 216506 h 798833"/>
              <a:gd name="connsiteX109" fmla="*/ 315824 w 647812"/>
              <a:gd name="connsiteY109" fmla="*/ 218995 h 798833"/>
              <a:gd name="connsiteX110" fmla="*/ 402862 w 647812"/>
              <a:gd name="connsiteY110" fmla="*/ 455410 h 798833"/>
              <a:gd name="connsiteX111" fmla="*/ 502334 w 647812"/>
              <a:gd name="connsiteY111" fmla="*/ 500204 h 798833"/>
              <a:gd name="connsiteX112" fmla="*/ 502334 w 647812"/>
              <a:gd name="connsiteY112" fmla="*/ 246369 h 798833"/>
              <a:gd name="connsiteX113" fmla="*/ 537149 w 647812"/>
              <a:gd name="connsiteY113" fmla="*/ 210285 h 798833"/>
              <a:gd name="connsiteX114" fmla="*/ 612997 w 647812"/>
              <a:gd name="connsiteY114" fmla="*/ 210285 h 798833"/>
              <a:gd name="connsiteX115" fmla="*/ 647812 w 647812"/>
              <a:gd name="connsiteY115" fmla="*/ 246369 h 798833"/>
              <a:gd name="connsiteX116" fmla="*/ 647812 w 647812"/>
              <a:gd name="connsiteY116" fmla="*/ 681870 h 798833"/>
              <a:gd name="connsiteX117" fmla="*/ 647812 w 647812"/>
              <a:gd name="connsiteY117" fmla="*/ 683114 h 798833"/>
              <a:gd name="connsiteX118" fmla="*/ 647812 w 647812"/>
              <a:gd name="connsiteY118" fmla="*/ 686847 h 798833"/>
              <a:gd name="connsiteX119" fmla="*/ 537149 w 647812"/>
              <a:gd name="connsiteY119" fmla="*/ 798833 h 798833"/>
              <a:gd name="connsiteX120" fmla="*/ 196458 w 647812"/>
              <a:gd name="connsiteY120" fmla="*/ 798833 h 798833"/>
              <a:gd name="connsiteX121" fmla="*/ 0 w 647812"/>
              <a:gd name="connsiteY121" fmla="*/ 600991 h 798833"/>
              <a:gd name="connsiteX122" fmla="*/ 0 w 647812"/>
              <a:gd name="connsiteY122" fmla="*/ 598503 h 798833"/>
              <a:gd name="connsiteX123" fmla="*/ 0 w 647812"/>
              <a:gd name="connsiteY123" fmla="*/ 32352 h 798833"/>
              <a:gd name="connsiteX124" fmla="*/ 32329 w 647812"/>
              <a:gd name="connsiteY124" fmla="*/ 0 h 7988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</a:cxnLst>
            <a:rect l="l" t="t" r="r" b="b"/>
            <a:pathLst>
              <a:path w="647812" h="798833">
                <a:moveTo>
                  <a:pt x="196472" y="423718"/>
                </a:moveTo>
                <a:cubicBezTo>
                  <a:pt x="99499" y="423718"/>
                  <a:pt x="19932" y="503196"/>
                  <a:pt x="19932" y="601302"/>
                </a:cubicBezTo>
                <a:cubicBezTo>
                  <a:pt x="19932" y="698165"/>
                  <a:pt x="99499" y="776401"/>
                  <a:pt x="196472" y="776401"/>
                </a:cubicBezTo>
                <a:lnTo>
                  <a:pt x="537120" y="776401"/>
                </a:lnTo>
                <a:cubicBezTo>
                  <a:pt x="586849" y="776401"/>
                  <a:pt x="626633" y="736662"/>
                  <a:pt x="626633" y="686988"/>
                </a:cubicBezTo>
                <a:cubicBezTo>
                  <a:pt x="626633" y="637315"/>
                  <a:pt x="586849" y="597576"/>
                  <a:pt x="537120" y="597576"/>
                </a:cubicBezTo>
                <a:cubicBezTo>
                  <a:pt x="525931" y="597576"/>
                  <a:pt x="512255" y="600060"/>
                  <a:pt x="501066" y="605027"/>
                </a:cubicBezTo>
                <a:cubicBezTo>
                  <a:pt x="496093" y="607511"/>
                  <a:pt x="489877" y="605027"/>
                  <a:pt x="487390" y="600060"/>
                </a:cubicBezTo>
                <a:cubicBezTo>
                  <a:pt x="484904" y="595092"/>
                  <a:pt x="487390" y="588883"/>
                  <a:pt x="492363" y="586399"/>
                </a:cubicBezTo>
                <a:cubicBezTo>
                  <a:pt x="501066" y="581432"/>
                  <a:pt x="509769" y="580190"/>
                  <a:pt x="518471" y="577707"/>
                </a:cubicBezTo>
                <a:cubicBezTo>
                  <a:pt x="517228" y="573981"/>
                  <a:pt x="517228" y="569014"/>
                  <a:pt x="515985" y="566530"/>
                </a:cubicBezTo>
                <a:cubicBezTo>
                  <a:pt x="501066" y="513131"/>
                  <a:pt x="452580" y="477117"/>
                  <a:pt x="397877" y="477117"/>
                </a:cubicBezTo>
                <a:cubicBezTo>
                  <a:pt x="379228" y="477117"/>
                  <a:pt x="360580" y="482085"/>
                  <a:pt x="343174" y="490778"/>
                </a:cubicBezTo>
                <a:cubicBezTo>
                  <a:pt x="324526" y="500712"/>
                  <a:pt x="307121" y="516856"/>
                  <a:pt x="294688" y="535484"/>
                </a:cubicBezTo>
                <a:cubicBezTo>
                  <a:pt x="292202" y="540451"/>
                  <a:pt x="285985" y="541693"/>
                  <a:pt x="281012" y="539210"/>
                </a:cubicBezTo>
                <a:cubicBezTo>
                  <a:pt x="276040" y="535484"/>
                  <a:pt x="274796" y="529275"/>
                  <a:pt x="277283" y="524307"/>
                </a:cubicBezTo>
                <a:cubicBezTo>
                  <a:pt x="288472" y="505680"/>
                  <a:pt x="304634" y="489536"/>
                  <a:pt x="322039" y="478359"/>
                </a:cubicBezTo>
                <a:cubicBezTo>
                  <a:pt x="289715" y="443588"/>
                  <a:pt x="243715" y="423718"/>
                  <a:pt x="196472" y="423718"/>
                </a:cubicBezTo>
                <a:close/>
                <a:moveTo>
                  <a:pt x="363648" y="246744"/>
                </a:moveTo>
                <a:cubicBezTo>
                  <a:pt x="369775" y="244270"/>
                  <a:pt x="375902" y="246744"/>
                  <a:pt x="377128" y="251692"/>
                </a:cubicBezTo>
                <a:lnTo>
                  <a:pt x="431044" y="398895"/>
                </a:lnTo>
                <a:cubicBezTo>
                  <a:pt x="432270" y="403843"/>
                  <a:pt x="429819" y="410028"/>
                  <a:pt x="424917" y="412502"/>
                </a:cubicBezTo>
                <a:cubicBezTo>
                  <a:pt x="423692" y="412502"/>
                  <a:pt x="422466" y="412502"/>
                  <a:pt x="421241" y="412502"/>
                </a:cubicBezTo>
                <a:cubicBezTo>
                  <a:pt x="417565" y="412502"/>
                  <a:pt x="412663" y="410028"/>
                  <a:pt x="411438" y="406317"/>
                </a:cubicBezTo>
                <a:lnTo>
                  <a:pt x="357522" y="260351"/>
                </a:lnTo>
                <a:cubicBezTo>
                  <a:pt x="355071" y="254166"/>
                  <a:pt x="358747" y="247981"/>
                  <a:pt x="363648" y="246744"/>
                </a:cubicBezTo>
                <a:close/>
                <a:moveTo>
                  <a:pt x="537991" y="233045"/>
                </a:moveTo>
                <a:cubicBezTo>
                  <a:pt x="530604" y="233045"/>
                  <a:pt x="523217" y="239257"/>
                  <a:pt x="523217" y="246710"/>
                </a:cubicBezTo>
                <a:lnTo>
                  <a:pt x="523217" y="522492"/>
                </a:lnTo>
                <a:cubicBezTo>
                  <a:pt x="523217" y="523734"/>
                  <a:pt x="523217" y="524977"/>
                  <a:pt x="521986" y="526219"/>
                </a:cubicBezTo>
                <a:cubicBezTo>
                  <a:pt x="528142" y="536157"/>
                  <a:pt x="533066" y="547337"/>
                  <a:pt x="536760" y="559760"/>
                </a:cubicBezTo>
                <a:cubicBezTo>
                  <a:pt x="537991" y="564729"/>
                  <a:pt x="539222" y="569698"/>
                  <a:pt x="540453" y="575909"/>
                </a:cubicBezTo>
                <a:cubicBezTo>
                  <a:pt x="576156" y="577152"/>
                  <a:pt x="608166" y="594543"/>
                  <a:pt x="626633" y="623115"/>
                </a:cubicBezTo>
                <a:lnTo>
                  <a:pt x="626633" y="512554"/>
                </a:lnTo>
                <a:lnTo>
                  <a:pt x="605704" y="512554"/>
                </a:lnTo>
                <a:cubicBezTo>
                  <a:pt x="600779" y="512554"/>
                  <a:pt x="595855" y="508827"/>
                  <a:pt x="595855" y="502616"/>
                </a:cubicBezTo>
                <a:cubicBezTo>
                  <a:pt x="595855" y="496405"/>
                  <a:pt x="600779" y="492678"/>
                  <a:pt x="605704" y="492678"/>
                </a:cubicBezTo>
                <a:lnTo>
                  <a:pt x="626633" y="492678"/>
                </a:lnTo>
                <a:lnTo>
                  <a:pt x="626633" y="450441"/>
                </a:lnTo>
                <a:lnTo>
                  <a:pt x="605704" y="450441"/>
                </a:lnTo>
                <a:cubicBezTo>
                  <a:pt x="600779" y="450441"/>
                  <a:pt x="595855" y="445472"/>
                  <a:pt x="595855" y="440503"/>
                </a:cubicBezTo>
                <a:cubicBezTo>
                  <a:pt x="595855" y="434292"/>
                  <a:pt x="600779" y="430565"/>
                  <a:pt x="605704" y="430565"/>
                </a:cubicBezTo>
                <a:lnTo>
                  <a:pt x="626633" y="430565"/>
                </a:lnTo>
                <a:lnTo>
                  <a:pt x="626633" y="388328"/>
                </a:lnTo>
                <a:lnTo>
                  <a:pt x="605704" y="388328"/>
                </a:lnTo>
                <a:cubicBezTo>
                  <a:pt x="600779" y="388328"/>
                  <a:pt x="595855" y="383359"/>
                  <a:pt x="595855" y="377148"/>
                </a:cubicBezTo>
                <a:cubicBezTo>
                  <a:pt x="595855" y="372178"/>
                  <a:pt x="600779" y="367209"/>
                  <a:pt x="605704" y="367209"/>
                </a:cubicBezTo>
                <a:lnTo>
                  <a:pt x="626633" y="367209"/>
                </a:lnTo>
                <a:lnTo>
                  <a:pt x="626633" y="326215"/>
                </a:lnTo>
                <a:lnTo>
                  <a:pt x="605704" y="326215"/>
                </a:lnTo>
                <a:cubicBezTo>
                  <a:pt x="600779" y="326215"/>
                  <a:pt x="595855" y="321246"/>
                  <a:pt x="595855" y="315034"/>
                </a:cubicBezTo>
                <a:cubicBezTo>
                  <a:pt x="595855" y="310065"/>
                  <a:pt x="600779" y="305096"/>
                  <a:pt x="605704" y="305096"/>
                </a:cubicBezTo>
                <a:lnTo>
                  <a:pt x="626633" y="305096"/>
                </a:lnTo>
                <a:lnTo>
                  <a:pt x="626633" y="246710"/>
                </a:lnTo>
                <a:cubicBezTo>
                  <a:pt x="626633" y="239257"/>
                  <a:pt x="620477" y="233045"/>
                  <a:pt x="613091" y="233045"/>
                </a:cubicBezTo>
                <a:close/>
                <a:moveTo>
                  <a:pt x="336073" y="123377"/>
                </a:moveTo>
                <a:lnTo>
                  <a:pt x="317673" y="194412"/>
                </a:lnTo>
                <a:lnTo>
                  <a:pt x="397404" y="166243"/>
                </a:lnTo>
                <a:close/>
                <a:moveTo>
                  <a:pt x="103156" y="89725"/>
                </a:moveTo>
                <a:lnTo>
                  <a:pt x="230708" y="89725"/>
                </a:lnTo>
                <a:cubicBezTo>
                  <a:pt x="252999" y="89725"/>
                  <a:pt x="270336" y="108216"/>
                  <a:pt x="270336" y="130404"/>
                </a:cubicBezTo>
                <a:lnTo>
                  <a:pt x="270336" y="163686"/>
                </a:lnTo>
                <a:cubicBezTo>
                  <a:pt x="270336" y="168617"/>
                  <a:pt x="266621" y="173548"/>
                  <a:pt x="260429" y="173548"/>
                </a:cubicBezTo>
                <a:cubicBezTo>
                  <a:pt x="254237" y="173548"/>
                  <a:pt x="250522" y="168617"/>
                  <a:pt x="250522" y="163686"/>
                </a:cubicBezTo>
                <a:lnTo>
                  <a:pt x="250522" y="130404"/>
                </a:lnTo>
                <a:cubicBezTo>
                  <a:pt x="250522" y="119310"/>
                  <a:pt x="240615" y="110681"/>
                  <a:pt x="230708" y="110681"/>
                </a:cubicBezTo>
                <a:lnTo>
                  <a:pt x="103156" y="110681"/>
                </a:lnTo>
                <a:cubicBezTo>
                  <a:pt x="92010" y="110681"/>
                  <a:pt x="83342" y="119310"/>
                  <a:pt x="83342" y="130404"/>
                </a:cubicBezTo>
                <a:lnTo>
                  <a:pt x="83342" y="163686"/>
                </a:lnTo>
                <a:cubicBezTo>
                  <a:pt x="83342" y="174780"/>
                  <a:pt x="92010" y="183409"/>
                  <a:pt x="103156" y="183409"/>
                </a:cubicBezTo>
                <a:lnTo>
                  <a:pt x="229470" y="183409"/>
                </a:lnTo>
                <a:cubicBezTo>
                  <a:pt x="234423" y="183409"/>
                  <a:pt x="239377" y="188340"/>
                  <a:pt x="239377" y="193271"/>
                </a:cubicBezTo>
                <a:cubicBezTo>
                  <a:pt x="239377" y="199434"/>
                  <a:pt x="234423" y="203132"/>
                  <a:pt x="229470" y="203132"/>
                </a:cubicBezTo>
                <a:lnTo>
                  <a:pt x="103156" y="203132"/>
                </a:lnTo>
                <a:cubicBezTo>
                  <a:pt x="80865" y="203132"/>
                  <a:pt x="62289" y="185875"/>
                  <a:pt x="62289" y="163686"/>
                </a:cubicBezTo>
                <a:lnTo>
                  <a:pt x="62289" y="130404"/>
                </a:lnTo>
                <a:cubicBezTo>
                  <a:pt x="62289" y="108216"/>
                  <a:pt x="80865" y="89725"/>
                  <a:pt x="103156" y="89725"/>
                </a:cubicBezTo>
                <a:close/>
                <a:moveTo>
                  <a:pt x="32329" y="0"/>
                </a:moveTo>
                <a:lnTo>
                  <a:pt x="302147" y="0"/>
                </a:lnTo>
                <a:cubicBezTo>
                  <a:pt x="319554" y="0"/>
                  <a:pt x="334475" y="14932"/>
                  <a:pt x="334475" y="32352"/>
                </a:cubicBezTo>
                <a:lnTo>
                  <a:pt x="334475" y="58482"/>
                </a:lnTo>
                <a:cubicBezTo>
                  <a:pt x="334475" y="63459"/>
                  <a:pt x="329501" y="67192"/>
                  <a:pt x="324528" y="67192"/>
                </a:cubicBezTo>
                <a:cubicBezTo>
                  <a:pt x="318311" y="67192"/>
                  <a:pt x="313337" y="63459"/>
                  <a:pt x="313337" y="58482"/>
                </a:cubicBezTo>
                <a:lnTo>
                  <a:pt x="313337" y="32352"/>
                </a:lnTo>
                <a:cubicBezTo>
                  <a:pt x="313337" y="26130"/>
                  <a:pt x="308364" y="21153"/>
                  <a:pt x="302147" y="21153"/>
                </a:cubicBezTo>
                <a:lnTo>
                  <a:pt x="32329" y="21153"/>
                </a:lnTo>
                <a:cubicBezTo>
                  <a:pt x="26112" y="21153"/>
                  <a:pt x="19895" y="26130"/>
                  <a:pt x="19895" y="32352"/>
                </a:cubicBezTo>
                <a:lnTo>
                  <a:pt x="19895" y="511403"/>
                </a:lnTo>
                <a:cubicBezTo>
                  <a:pt x="53466" y="446700"/>
                  <a:pt x="119367" y="403150"/>
                  <a:pt x="196458" y="403150"/>
                </a:cubicBezTo>
                <a:cubicBezTo>
                  <a:pt x="251167" y="403150"/>
                  <a:pt x="304633" y="425547"/>
                  <a:pt x="340692" y="467853"/>
                </a:cubicBezTo>
                <a:cubicBezTo>
                  <a:pt x="354369" y="461631"/>
                  <a:pt x="366803" y="459143"/>
                  <a:pt x="381724" y="456654"/>
                </a:cubicBezTo>
                <a:lnTo>
                  <a:pt x="292199" y="216506"/>
                </a:lnTo>
                <a:lnTo>
                  <a:pt x="292199" y="215262"/>
                </a:lnTo>
                <a:cubicBezTo>
                  <a:pt x="292199" y="215262"/>
                  <a:pt x="292199" y="214018"/>
                  <a:pt x="292199" y="212774"/>
                </a:cubicBezTo>
                <a:cubicBezTo>
                  <a:pt x="292199" y="211529"/>
                  <a:pt x="292199" y="210285"/>
                  <a:pt x="292199" y="210285"/>
                </a:cubicBezTo>
                <a:lnTo>
                  <a:pt x="319554" y="103276"/>
                </a:lnTo>
                <a:cubicBezTo>
                  <a:pt x="319554" y="99543"/>
                  <a:pt x="323284" y="97055"/>
                  <a:pt x="325771" y="95810"/>
                </a:cubicBezTo>
                <a:cubicBezTo>
                  <a:pt x="329501" y="95810"/>
                  <a:pt x="333232" y="95810"/>
                  <a:pt x="335718" y="97055"/>
                </a:cubicBezTo>
                <a:lnTo>
                  <a:pt x="425243" y="161758"/>
                </a:lnTo>
                <a:cubicBezTo>
                  <a:pt x="426487" y="161758"/>
                  <a:pt x="426487" y="161758"/>
                  <a:pt x="427730" y="163002"/>
                </a:cubicBezTo>
                <a:lnTo>
                  <a:pt x="427730" y="164246"/>
                </a:lnTo>
                <a:cubicBezTo>
                  <a:pt x="427730" y="164246"/>
                  <a:pt x="428974" y="164246"/>
                  <a:pt x="428974" y="165491"/>
                </a:cubicBezTo>
                <a:cubicBezTo>
                  <a:pt x="428974" y="165491"/>
                  <a:pt x="428974" y="165491"/>
                  <a:pt x="428974" y="166735"/>
                </a:cubicBezTo>
                <a:lnTo>
                  <a:pt x="477466" y="297385"/>
                </a:lnTo>
                <a:cubicBezTo>
                  <a:pt x="479953" y="303607"/>
                  <a:pt x="476223" y="308584"/>
                  <a:pt x="471249" y="311072"/>
                </a:cubicBezTo>
                <a:cubicBezTo>
                  <a:pt x="466276" y="312317"/>
                  <a:pt x="460059" y="309828"/>
                  <a:pt x="457572" y="304851"/>
                </a:cubicBezTo>
                <a:lnTo>
                  <a:pt x="414053" y="182911"/>
                </a:lnTo>
                <a:lnTo>
                  <a:pt x="364317" y="201575"/>
                </a:lnTo>
                <a:lnTo>
                  <a:pt x="320798" y="216506"/>
                </a:lnTo>
                <a:lnTo>
                  <a:pt x="315824" y="218995"/>
                </a:lnTo>
                <a:lnTo>
                  <a:pt x="402862" y="455410"/>
                </a:lnTo>
                <a:cubicBezTo>
                  <a:pt x="441408" y="457898"/>
                  <a:pt x="476223" y="474074"/>
                  <a:pt x="502334" y="500204"/>
                </a:cubicBezTo>
                <a:lnTo>
                  <a:pt x="502334" y="246369"/>
                </a:lnTo>
                <a:cubicBezTo>
                  <a:pt x="502334" y="226461"/>
                  <a:pt x="517255" y="210285"/>
                  <a:pt x="537149" y="210285"/>
                </a:cubicBezTo>
                <a:lnTo>
                  <a:pt x="612997" y="210285"/>
                </a:lnTo>
                <a:cubicBezTo>
                  <a:pt x="631648" y="210285"/>
                  <a:pt x="647812" y="226461"/>
                  <a:pt x="647812" y="246369"/>
                </a:cubicBezTo>
                <a:lnTo>
                  <a:pt x="647812" y="681870"/>
                </a:lnTo>
                <a:lnTo>
                  <a:pt x="647812" y="683114"/>
                </a:lnTo>
                <a:cubicBezTo>
                  <a:pt x="647812" y="684359"/>
                  <a:pt x="647812" y="685603"/>
                  <a:pt x="647812" y="686847"/>
                </a:cubicBezTo>
                <a:cubicBezTo>
                  <a:pt x="647812" y="747817"/>
                  <a:pt x="598076" y="798833"/>
                  <a:pt x="537149" y="798833"/>
                </a:cubicBezTo>
                <a:lnTo>
                  <a:pt x="196458" y="798833"/>
                </a:lnTo>
                <a:cubicBezTo>
                  <a:pt x="88282" y="798833"/>
                  <a:pt x="0" y="709244"/>
                  <a:pt x="0" y="600991"/>
                </a:cubicBezTo>
                <a:cubicBezTo>
                  <a:pt x="0" y="599747"/>
                  <a:pt x="0" y="598503"/>
                  <a:pt x="0" y="598503"/>
                </a:cubicBezTo>
                <a:lnTo>
                  <a:pt x="0" y="32352"/>
                </a:lnTo>
                <a:cubicBezTo>
                  <a:pt x="0" y="14932"/>
                  <a:pt x="13678" y="0"/>
                  <a:pt x="32329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85" name="Freeform 484">
            <a:extLst>
              <a:ext uri="{FF2B5EF4-FFF2-40B4-BE49-F238E27FC236}">
                <a16:creationId xmlns:a16="http://schemas.microsoft.com/office/drawing/2014/main" id="{4A60078A-3B96-4840-A03C-9C5C03DA568B}"/>
              </a:ext>
            </a:extLst>
          </p:cNvPr>
          <p:cNvSpPr/>
          <p:nvPr/>
        </p:nvSpPr>
        <p:spPr>
          <a:xfrm>
            <a:off x="2000745" y="8021978"/>
            <a:ext cx="205556" cy="20438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6" h="165">
                <a:moveTo>
                  <a:pt x="166" y="82"/>
                </a:moveTo>
                <a:cubicBezTo>
                  <a:pt x="166" y="128"/>
                  <a:pt x="128" y="165"/>
                  <a:pt x="83" y="165"/>
                </a:cubicBezTo>
                <a:cubicBezTo>
                  <a:pt x="38" y="165"/>
                  <a:pt x="0" y="128"/>
                  <a:pt x="0" y="82"/>
                </a:cubicBezTo>
                <a:cubicBezTo>
                  <a:pt x="0" y="37"/>
                  <a:pt x="38" y="0"/>
                  <a:pt x="83" y="0"/>
                </a:cubicBezTo>
                <a:cubicBezTo>
                  <a:pt x="128" y="0"/>
                  <a:pt x="166" y="37"/>
                  <a:pt x="166" y="82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86" name="Rounded Rectangle 485">
            <a:extLst>
              <a:ext uri="{FF2B5EF4-FFF2-40B4-BE49-F238E27FC236}">
                <a16:creationId xmlns:a16="http://schemas.microsoft.com/office/drawing/2014/main" id="{5D627250-1792-FA45-B388-BC993805200D}"/>
              </a:ext>
            </a:extLst>
          </p:cNvPr>
          <p:cNvSpPr/>
          <p:nvPr/>
        </p:nvSpPr>
        <p:spPr>
          <a:xfrm>
            <a:off x="2104146" y="10328749"/>
            <a:ext cx="8189835" cy="242516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59" name="Freeform 558">
            <a:extLst>
              <a:ext uri="{FF2B5EF4-FFF2-40B4-BE49-F238E27FC236}">
                <a16:creationId xmlns:a16="http://schemas.microsoft.com/office/drawing/2014/main" id="{A9E9F001-CC49-8D4E-BB96-CFA19354721C}"/>
              </a:ext>
            </a:extLst>
          </p:cNvPr>
          <p:cNvSpPr/>
          <p:nvPr/>
        </p:nvSpPr>
        <p:spPr>
          <a:xfrm>
            <a:off x="2423068" y="10680185"/>
            <a:ext cx="1720438" cy="172228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382" h="1383">
                <a:moveTo>
                  <a:pt x="1382" y="692"/>
                </a:moveTo>
                <a:cubicBezTo>
                  <a:pt x="1382" y="1073"/>
                  <a:pt x="1073" y="1383"/>
                  <a:pt x="692" y="1383"/>
                </a:cubicBezTo>
                <a:cubicBezTo>
                  <a:pt x="310" y="1383"/>
                  <a:pt x="0" y="1073"/>
                  <a:pt x="0" y="692"/>
                </a:cubicBezTo>
                <a:cubicBezTo>
                  <a:pt x="0" y="310"/>
                  <a:pt x="310" y="0"/>
                  <a:pt x="692" y="0"/>
                </a:cubicBezTo>
                <a:cubicBezTo>
                  <a:pt x="1073" y="0"/>
                  <a:pt x="1382" y="310"/>
                  <a:pt x="1382" y="692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06" name="Freeform 505">
            <a:extLst>
              <a:ext uri="{FF2B5EF4-FFF2-40B4-BE49-F238E27FC236}">
                <a16:creationId xmlns:a16="http://schemas.microsoft.com/office/drawing/2014/main" id="{7484C0BD-81AF-D843-A5FC-238BCA437208}"/>
              </a:ext>
            </a:extLst>
          </p:cNvPr>
          <p:cNvSpPr/>
          <p:nvPr/>
        </p:nvSpPr>
        <p:spPr>
          <a:xfrm>
            <a:off x="2885199" y="11199863"/>
            <a:ext cx="797365" cy="682934"/>
          </a:xfrm>
          <a:custGeom>
            <a:avLst/>
            <a:gdLst>
              <a:gd name="connsiteX0" fmla="*/ 80931 w 797365"/>
              <a:gd name="connsiteY0" fmla="*/ 505969 h 682934"/>
              <a:gd name="connsiteX1" fmla="*/ 22477 w 797365"/>
              <a:gd name="connsiteY1" fmla="*/ 643203 h 682934"/>
              <a:gd name="connsiteX2" fmla="*/ 22477 w 797365"/>
              <a:gd name="connsiteY2" fmla="*/ 655566 h 682934"/>
              <a:gd name="connsiteX3" fmla="*/ 34914 w 797365"/>
              <a:gd name="connsiteY3" fmla="*/ 661748 h 682934"/>
              <a:gd name="connsiteX4" fmla="*/ 751290 w 797365"/>
              <a:gd name="connsiteY4" fmla="*/ 661748 h 682934"/>
              <a:gd name="connsiteX5" fmla="*/ 762484 w 797365"/>
              <a:gd name="connsiteY5" fmla="*/ 655566 h 682934"/>
              <a:gd name="connsiteX6" fmla="*/ 763727 w 797365"/>
              <a:gd name="connsiteY6" fmla="*/ 643203 h 682934"/>
              <a:gd name="connsiteX7" fmla="*/ 704029 w 797365"/>
              <a:gd name="connsiteY7" fmla="*/ 505969 h 682934"/>
              <a:gd name="connsiteX8" fmla="*/ 176847 w 797365"/>
              <a:gd name="connsiteY8" fmla="*/ 370130 h 682934"/>
              <a:gd name="connsiteX9" fmla="*/ 276737 w 797365"/>
              <a:gd name="connsiteY9" fmla="*/ 370130 h 682934"/>
              <a:gd name="connsiteX10" fmla="*/ 287836 w 797365"/>
              <a:gd name="connsiteY10" fmla="*/ 379514 h 682934"/>
              <a:gd name="connsiteX11" fmla="*/ 276737 w 797365"/>
              <a:gd name="connsiteY11" fmla="*/ 390070 h 682934"/>
              <a:gd name="connsiteX12" fmla="*/ 176847 w 797365"/>
              <a:gd name="connsiteY12" fmla="*/ 390070 h 682934"/>
              <a:gd name="connsiteX13" fmla="*/ 165748 w 797365"/>
              <a:gd name="connsiteY13" fmla="*/ 379514 h 682934"/>
              <a:gd name="connsiteX14" fmla="*/ 176847 w 797365"/>
              <a:gd name="connsiteY14" fmla="*/ 370130 h 682934"/>
              <a:gd name="connsiteX15" fmla="*/ 176904 w 797365"/>
              <a:gd name="connsiteY15" fmla="*/ 319035 h 682934"/>
              <a:gd name="connsiteX16" fmla="*/ 404989 w 797365"/>
              <a:gd name="connsiteY16" fmla="*/ 319035 h 682934"/>
              <a:gd name="connsiteX17" fmla="*/ 414906 w 797365"/>
              <a:gd name="connsiteY17" fmla="*/ 328419 h 682934"/>
              <a:gd name="connsiteX18" fmla="*/ 404989 w 797365"/>
              <a:gd name="connsiteY18" fmla="*/ 338975 h 682934"/>
              <a:gd name="connsiteX19" fmla="*/ 176904 w 797365"/>
              <a:gd name="connsiteY19" fmla="*/ 338975 h 682934"/>
              <a:gd name="connsiteX20" fmla="*/ 165748 w 797365"/>
              <a:gd name="connsiteY20" fmla="*/ 328419 h 682934"/>
              <a:gd name="connsiteX21" fmla="*/ 176904 w 797365"/>
              <a:gd name="connsiteY21" fmla="*/ 319035 h 682934"/>
              <a:gd name="connsiteX22" fmla="*/ 176880 w 797365"/>
              <a:gd name="connsiteY22" fmla="*/ 267939 h 682934"/>
              <a:gd name="connsiteX23" fmla="*/ 327781 w 797365"/>
              <a:gd name="connsiteY23" fmla="*/ 267939 h 682934"/>
              <a:gd name="connsiteX24" fmla="*/ 338913 w 797365"/>
              <a:gd name="connsiteY24" fmla="*/ 278495 h 682934"/>
              <a:gd name="connsiteX25" fmla="*/ 327781 w 797365"/>
              <a:gd name="connsiteY25" fmla="*/ 287879 h 682934"/>
              <a:gd name="connsiteX26" fmla="*/ 176880 w 797365"/>
              <a:gd name="connsiteY26" fmla="*/ 287879 h 682934"/>
              <a:gd name="connsiteX27" fmla="*/ 165748 w 797365"/>
              <a:gd name="connsiteY27" fmla="*/ 278495 h 682934"/>
              <a:gd name="connsiteX28" fmla="*/ 176880 w 797365"/>
              <a:gd name="connsiteY28" fmla="*/ 267939 h 682934"/>
              <a:gd name="connsiteX29" fmla="*/ 176818 w 797365"/>
              <a:gd name="connsiteY29" fmla="*/ 216844 h 682934"/>
              <a:gd name="connsiteX30" fmla="*/ 251850 w 797365"/>
              <a:gd name="connsiteY30" fmla="*/ 216844 h 682934"/>
              <a:gd name="connsiteX31" fmla="*/ 262920 w 797365"/>
              <a:gd name="connsiteY31" fmla="*/ 227400 h 682934"/>
              <a:gd name="connsiteX32" fmla="*/ 251850 w 797365"/>
              <a:gd name="connsiteY32" fmla="*/ 236784 h 682934"/>
              <a:gd name="connsiteX33" fmla="*/ 176818 w 797365"/>
              <a:gd name="connsiteY33" fmla="*/ 236784 h 682934"/>
              <a:gd name="connsiteX34" fmla="*/ 165748 w 797365"/>
              <a:gd name="connsiteY34" fmla="*/ 227400 h 682934"/>
              <a:gd name="connsiteX35" fmla="*/ 176818 w 797365"/>
              <a:gd name="connsiteY35" fmla="*/ 216844 h 682934"/>
              <a:gd name="connsiteX36" fmla="*/ 149520 w 797365"/>
              <a:gd name="connsiteY36" fmla="*/ 174472 h 682934"/>
              <a:gd name="connsiteX37" fmla="*/ 135849 w 797365"/>
              <a:gd name="connsiteY37" fmla="*/ 188115 h 682934"/>
              <a:gd name="connsiteX38" fmla="*/ 135849 w 797365"/>
              <a:gd name="connsiteY38" fmla="*/ 418798 h 682934"/>
              <a:gd name="connsiteX39" fmla="*/ 149520 w 797365"/>
              <a:gd name="connsiteY39" fmla="*/ 432441 h 682934"/>
              <a:gd name="connsiteX40" fmla="*/ 635445 w 797365"/>
              <a:gd name="connsiteY40" fmla="*/ 432441 h 682934"/>
              <a:gd name="connsiteX41" fmla="*/ 649115 w 797365"/>
              <a:gd name="connsiteY41" fmla="*/ 417558 h 682934"/>
              <a:gd name="connsiteX42" fmla="*/ 649115 w 797365"/>
              <a:gd name="connsiteY42" fmla="*/ 250126 h 682934"/>
              <a:gd name="connsiteX43" fmla="*/ 618046 w 797365"/>
              <a:gd name="connsiteY43" fmla="*/ 250126 h 682934"/>
              <a:gd name="connsiteX44" fmla="*/ 604375 w 797365"/>
              <a:gd name="connsiteY44" fmla="*/ 286093 h 682934"/>
              <a:gd name="connsiteX45" fmla="*/ 586976 w 797365"/>
              <a:gd name="connsiteY45" fmla="*/ 298496 h 682934"/>
              <a:gd name="connsiteX46" fmla="*/ 585734 w 797365"/>
              <a:gd name="connsiteY46" fmla="*/ 298496 h 682934"/>
              <a:gd name="connsiteX47" fmla="*/ 567092 w 797365"/>
              <a:gd name="connsiteY47" fmla="*/ 287333 h 682934"/>
              <a:gd name="connsiteX48" fmla="*/ 550936 w 797365"/>
              <a:gd name="connsiteY48" fmla="*/ 250126 h 682934"/>
              <a:gd name="connsiteX49" fmla="*/ 421687 w 797365"/>
              <a:gd name="connsiteY49" fmla="*/ 250126 h 682934"/>
              <a:gd name="connsiteX50" fmla="*/ 394346 w 797365"/>
              <a:gd name="connsiteY50" fmla="*/ 224081 h 682934"/>
              <a:gd name="connsiteX51" fmla="*/ 394346 w 797365"/>
              <a:gd name="connsiteY51" fmla="*/ 174472 h 682934"/>
              <a:gd name="connsiteX52" fmla="*/ 532011 w 797365"/>
              <a:gd name="connsiteY52" fmla="*/ 137085 h 682934"/>
              <a:gd name="connsiteX53" fmla="*/ 532011 w 797365"/>
              <a:gd name="connsiteY53" fmla="*/ 162486 h 682934"/>
              <a:gd name="connsiteX54" fmla="*/ 585065 w 797365"/>
              <a:gd name="connsiteY54" fmla="*/ 177001 h 682934"/>
              <a:gd name="connsiteX55" fmla="*/ 608508 w 797365"/>
              <a:gd name="connsiteY55" fmla="*/ 177001 h 682934"/>
              <a:gd name="connsiteX56" fmla="*/ 660328 w 797365"/>
              <a:gd name="connsiteY56" fmla="*/ 162486 h 682934"/>
              <a:gd name="connsiteX57" fmla="*/ 660328 w 797365"/>
              <a:gd name="connsiteY57" fmla="*/ 137085 h 682934"/>
              <a:gd name="connsiteX58" fmla="*/ 607274 w 797365"/>
              <a:gd name="connsiteY58" fmla="*/ 155229 h 682934"/>
              <a:gd name="connsiteX59" fmla="*/ 596170 w 797365"/>
              <a:gd name="connsiteY59" fmla="*/ 157648 h 682934"/>
              <a:gd name="connsiteX60" fmla="*/ 585065 w 797365"/>
              <a:gd name="connsiteY60" fmla="*/ 155229 h 682934"/>
              <a:gd name="connsiteX61" fmla="*/ 98448 w 797365"/>
              <a:gd name="connsiteY61" fmla="*/ 123377 h 682934"/>
              <a:gd name="connsiteX62" fmla="*/ 84772 w 797365"/>
              <a:gd name="connsiteY62" fmla="*/ 137038 h 682934"/>
              <a:gd name="connsiteX63" fmla="*/ 84772 w 797365"/>
              <a:gd name="connsiteY63" fmla="*/ 483537 h 682934"/>
              <a:gd name="connsiteX64" fmla="*/ 700193 w 797365"/>
              <a:gd name="connsiteY64" fmla="*/ 483537 h 682934"/>
              <a:gd name="connsiteX65" fmla="*/ 700193 w 797365"/>
              <a:gd name="connsiteY65" fmla="*/ 250054 h 682934"/>
              <a:gd name="connsiteX66" fmla="*/ 670355 w 797365"/>
              <a:gd name="connsiteY66" fmla="*/ 250054 h 682934"/>
              <a:gd name="connsiteX67" fmla="*/ 670355 w 797365"/>
              <a:gd name="connsiteY67" fmla="*/ 417715 h 682934"/>
              <a:gd name="connsiteX68" fmla="*/ 635543 w 797365"/>
              <a:gd name="connsiteY68" fmla="*/ 453731 h 682934"/>
              <a:gd name="connsiteX69" fmla="*/ 149422 w 797365"/>
              <a:gd name="connsiteY69" fmla="*/ 453731 h 682934"/>
              <a:gd name="connsiteX70" fmla="*/ 114611 w 797365"/>
              <a:gd name="connsiteY70" fmla="*/ 418957 h 682934"/>
              <a:gd name="connsiteX71" fmla="*/ 114611 w 797365"/>
              <a:gd name="connsiteY71" fmla="*/ 187957 h 682934"/>
              <a:gd name="connsiteX72" fmla="*/ 149422 w 797365"/>
              <a:gd name="connsiteY72" fmla="*/ 153183 h 682934"/>
              <a:gd name="connsiteX73" fmla="*/ 394348 w 797365"/>
              <a:gd name="connsiteY73" fmla="*/ 153183 h 682934"/>
              <a:gd name="connsiteX74" fmla="*/ 394348 w 797365"/>
              <a:gd name="connsiteY74" fmla="*/ 123377 h 682934"/>
              <a:gd name="connsiteX75" fmla="*/ 596170 w 797365"/>
              <a:gd name="connsiteY75" fmla="*/ 73528 h 682934"/>
              <a:gd name="connsiteX76" fmla="*/ 509587 w 797365"/>
              <a:gd name="connsiteY76" fmla="*/ 105294 h 682934"/>
              <a:gd name="connsiteX77" fmla="*/ 592459 w 797365"/>
              <a:gd name="connsiteY77" fmla="*/ 134617 h 682934"/>
              <a:gd name="connsiteX78" fmla="*/ 601117 w 797365"/>
              <a:gd name="connsiteY78" fmla="*/ 134617 h 682934"/>
              <a:gd name="connsiteX79" fmla="*/ 682752 w 797365"/>
              <a:gd name="connsiteY79" fmla="*/ 105294 h 682934"/>
              <a:gd name="connsiteX80" fmla="*/ 592455 w 797365"/>
              <a:gd name="connsiteY80" fmla="*/ 52338 h 682934"/>
              <a:gd name="connsiteX81" fmla="*/ 599892 w 797365"/>
              <a:gd name="connsiteY81" fmla="*/ 52338 h 682934"/>
              <a:gd name="connsiteX82" fmla="*/ 707720 w 797365"/>
              <a:gd name="connsiteY82" fmla="*/ 91885 h 682934"/>
              <a:gd name="connsiteX83" fmla="*/ 716396 w 797365"/>
              <a:gd name="connsiteY83" fmla="*/ 103008 h 682934"/>
              <a:gd name="connsiteX84" fmla="*/ 717635 w 797365"/>
              <a:gd name="connsiteY84" fmla="*/ 104243 h 682934"/>
              <a:gd name="connsiteX85" fmla="*/ 717635 w 797365"/>
              <a:gd name="connsiteY85" fmla="*/ 105479 h 682934"/>
              <a:gd name="connsiteX86" fmla="*/ 717635 w 797365"/>
              <a:gd name="connsiteY86" fmla="*/ 149969 h 682934"/>
              <a:gd name="connsiteX87" fmla="*/ 706480 w 797365"/>
              <a:gd name="connsiteY87" fmla="*/ 161092 h 682934"/>
              <a:gd name="connsiteX88" fmla="*/ 696565 w 797365"/>
              <a:gd name="connsiteY88" fmla="*/ 149969 h 682934"/>
              <a:gd name="connsiteX89" fmla="*/ 696565 w 797365"/>
              <a:gd name="connsiteY89" fmla="*/ 122781 h 682934"/>
              <a:gd name="connsiteX90" fmla="*/ 681692 w 797365"/>
              <a:gd name="connsiteY90" fmla="*/ 128960 h 682934"/>
              <a:gd name="connsiteX91" fmla="*/ 681692 w 797365"/>
              <a:gd name="connsiteY91" fmla="*/ 170979 h 682934"/>
              <a:gd name="connsiteX92" fmla="*/ 674256 w 797365"/>
              <a:gd name="connsiteY92" fmla="*/ 180866 h 682934"/>
              <a:gd name="connsiteX93" fmla="*/ 614765 w 797365"/>
              <a:gd name="connsiteY93" fmla="*/ 196931 h 682934"/>
              <a:gd name="connsiteX94" fmla="*/ 596173 w 797365"/>
              <a:gd name="connsiteY94" fmla="*/ 200639 h 682934"/>
              <a:gd name="connsiteX95" fmla="*/ 578822 w 797365"/>
              <a:gd name="connsiteY95" fmla="*/ 196931 h 682934"/>
              <a:gd name="connsiteX96" fmla="*/ 518091 w 797365"/>
              <a:gd name="connsiteY96" fmla="*/ 180866 h 682934"/>
              <a:gd name="connsiteX97" fmla="*/ 511894 w 797365"/>
              <a:gd name="connsiteY97" fmla="*/ 170979 h 682934"/>
              <a:gd name="connsiteX98" fmla="*/ 511894 w 797365"/>
              <a:gd name="connsiteY98" fmla="*/ 128960 h 682934"/>
              <a:gd name="connsiteX99" fmla="*/ 485866 w 797365"/>
              <a:gd name="connsiteY99" fmla="*/ 117838 h 682934"/>
              <a:gd name="connsiteX100" fmla="*/ 475951 w 797365"/>
              <a:gd name="connsiteY100" fmla="*/ 105479 h 682934"/>
              <a:gd name="connsiteX101" fmla="*/ 485866 w 797365"/>
              <a:gd name="connsiteY101" fmla="*/ 91885 h 682934"/>
              <a:gd name="connsiteX102" fmla="*/ 422361 w 797365"/>
              <a:gd name="connsiteY102" fmla="*/ 21186 h 682934"/>
              <a:gd name="connsiteX103" fmla="*/ 416153 w 797365"/>
              <a:gd name="connsiteY103" fmla="*/ 27387 h 682934"/>
              <a:gd name="connsiteX104" fmla="*/ 416153 w 797365"/>
              <a:gd name="connsiteY104" fmla="*/ 223331 h 682934"/>
              <a:gd name="connsiteX105" fmla="*/ 422361 w 797365"/>
              <a:gd name="connsiteY105" fmla="*/ 228291 h 682934"/>
              <a:gd name="connsiteX106" fmla="*/ 557686 w 797365"/>
              <a:gd name="connsiteY106" fmla="*/ 228291 h 682934"/>
              <a:gd name="connsiteX107" fmla="*/ 567618 w 797365"/>
              <a:gd name="connsiteY107" fmla="*/ 234492 h 682934"/>
              <a:gd name="connsiteX108" fmla="*/ 586240 w 797365"/>
              <a:gd name="connsiteY108" fmla="*/ 275417 h 682934"/>
              <a:gd name="connsiteX109" fmla="*/ 602380 w 797365"/>
              <a:gd name="connsiteY109" fmla="*/ 235732 h 682934"/>
              <a:gd name="connsiteX110" fmla="*/ 611071 w 797365"/>
              <a:gd name="connsiteY110" fmla="*/ 228291 h 682934"/>
              <a:gd name="connsiteX111" fmla="*/ 771226 w 797365"/>
              <a:gd name="connsiteY111" fmla="*/ 228291 h 682934"/>
              <a:gd name="connsiteX112" fmla="*/ 777433 w 797365"/>
              <a:gd name="connsiteY112" fmla="*/ 223331 h 682934"/>
              <a:gd name="connsiteX113" fmla="*/ 777433 w 797365"/>
              <a:gd name="connsiteY113" fmla="*/ 27387 h 682934"/>
              <a:gd name="connsiteX114" fmla="*/ 771226 w 797365"/>
              <a:gd name="connsiteY114" fmla="*/ 21186 h 682934"/>
              <a:gd name="connsiteX115" fmla="*/ 421723 w 797365"/>
              <a:gd name="connsiteY115" fmla="*/ 0 h 682934"/>
              <a:gd name="connsiteX116" fmla="*/ 771244 w 797365"/>
              <a:gd name="connsiteY116" fmla="*/ 0 h 682934"/>
              <a:gd name="connsiteX117" fmla="*/ 797365 w 797365"/>
              <a:gd name="connsiteY117" fmla="*/ 27367 h 682934"/>
              <a:gd name="connsiteX118" fmla="*/ 797365 w 797365"/>
              <a:gd name="connsiteY118" fmla="*/ 223913 h 682934"/>
              <a:gd name="connsiteX119" fmla="*/ 771244 w 797365"/>
              <a:gd name="connsiteY119" fmla="*/ 250036 h 682934"/>
              <a:gd name="connsiteX120" fmla="*/ 721490 w 797365"/>
              <a:gd name="connsiteY120" fmla="*/ 250036 h 682934"/>
              <a:gd name="connsiteX121" fmla="*/ 721490 w 797365"/>
              <a:gd name="connsiteY121" fmla="*/ 493852 h 682934"/>
              <a:gd name="connsiteX122" fmla="*/ 782439 w 797365"/>
              <a:gd name="connsiteY122" fmla="*/ 634420 h 682934"/>
              <a:gd name="connsiteX123" fmla="*/ 778707 w 797365"/>
              <a:gd name="connsiteY123" fmla="*/ 666763 h 682934"/>
              <a:gd name="connsiteX124" fmla="*/ 751343 w 797365"/>
              <a:gd name="connsiteY124" fmla="*/ 682934 h 682934"/>
              <a:gd name="connsiteX125" fmla="*/ 34886 w 797365"/>
              <a:gd name="connsiteY125" fmla="*/ 682934 h 682934"/>
              <a:gd name="connsiteX126" fmla="*/ 5034 w 797365"/>
              <a:gd name="connsiteY126" fmla="*/ 666763 h 682934"/>
              <a:gd name="connsiteX127" fmla="*/ 2546 w 797365"/>
              <a:gd name="connsiteY127" fmla="*/ 634420 h 682934"/>
              <a:gd name="connsiteX128" fmla="*/ 63494 w 797365"/>
              <a:gd name="connsiteY128" fmla="*/ 493852 h 682934"/>
              <a:gd name="connsiteX129" fmla="*/ 63494 w 797365"/>
              <a:gd name="connsiteY129" fmla="*/ 136836 h 682934"/>
              <a:gd name="connsiteX130" fmla="*/ 98322 w 797365"/>
              <a:gd name="connsiteY130" fmla="*/ 102005 h 682934"/>
              <a:gd name="connsiteX131" fmla="*/ 394358 w 797365"/>
              <a:gd name="connsiteY131" fmla="*/ 102005 h 682934"/>
              <a:gd name="connsiteX132" fmla="*/ 394358 w 797365"/>
              <a:gd name="connsiteY132" fmla="*/ 27367 h 682934"/>
              <a:gd name="connsiteX133" fmla="*/ 421723 w 797365"/>
              <a:gd name="connsiteY133" fmla="*/ 0 h 682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</a:cxnLst>
            <a:rect l="l" t="t" r="r" b="b"/>
            <a:pathLst>
              <a:path w="797365" h="682934">
                <a:moveTo>
                  <a:pt x="80931" y="505969"/>
                </a:moveTo>
                <a:lnTo>
                  <a:pt x="22477" y="643203"/>
                </a:lnTo>
                <a:cubicBezTo>
                  <a:pt x="19989" y="646912"/>
                  <a:pt x="21233" y="651857"/>
                  <a:pt x="22477" y="655566"/>
                </a:cubicBezTo>
                <a:cubicBezTo>
                  <a:pt x="26208" y="659275"/>
                  <a:pt x="29939" y="661748"/>
                  <a:pt x="34914" y="661748"/>
                </a:cubicBezTo>
                <a:lnTo>
                  <a:pt x="751290" y="661748"/>
                </a:lnTo>
                <a:cubicBezTo>
                  <a:pt x="755021" y="661748"/>
                  <a:pt x="758753" y="659275"/>
                  <a:pt x="762484" y="655566"/>
                </a:cubicBezTo>
                <a:cubicBezTo>
                  <a:pt x="764971" y="651857"/>
                  <a:pt x="764971" y="646912"/>
                  <a:pt x="763727" y="643203"/>
                </a:cubicBezTo>
                <a:lnTo>
                  <a:pt x="704029" y="505969"/>
                </a:lnTo>
                <a:close/>
                <a:moveTo>
                  <a:pt x="176847" y="370130"/>
                </a:moveTo>
                <a:lnTo>
                  <a:pt x="276737" y="370130"/>
                </a:lnTo>
                <a:cubicBezTo>
                  <a:pt x="282903" y="370130"/>
                  <a:pt x="287836" y="374822"/>
                  <a:pt x="287836" y="379514"/>
                </a:cubicBezTo>
                <a:cubicBezTo>
                  <a:pt x="287836" y="385378"/>
                  <a:pt x="282903" y="390070"/>
                  <a:pt x="276737" y="390070"/>
                </a:cubicBezTo>
                <a:lnTo>
                  <a:pt x="176847" y="390070"/>
                </a:lnTo>
                <a:cubicBezTo>
                  <a:pt x="170681" y="390070"/>
                  <a:pt x="165748" y="385378"/>
                  <a:pt x="165748" y="379514"/>
                </a:cubicBezTo>
                <a:cubicBezTo>
                  <a:pt x="165748" y="374822"/>
                  <a:pt x="170681" y="370130"/>
                  <a:pt x="176847" y="370130"/>
                </a:cubicBezTo>
                <a:close/>
                <a:moveTo>
                  <a:pt x="176904" y="319035"/>
                </a:moveTo>
                <a:lnTo>
                  <a:pt x="404989" y="319035"/>
                </a:lnTo>
                <a:cubicBezTo>
                  <a:pt x="409948" y="319035"/>
                  <a:pt x="414906" y="323727"/>
                  <a:pt x="414906" y="328419"/>
                </a:cubicBezTo>
                <a:cubicBezTo>
                  <a:pt x="414906" y="334283"/>
                  <a:pt x="409948" y="338975"/>
                  <a:pt x="404989" y="338975"/>
                </a:cubicBezTo>
                <a:lnTo>
                  <a:pt x="176904" y="338975"/>
                </a:lnTo>
                <a:cubicBezTo>
                  <a:pt x="170706" y="338975"/>
                  <a:pt x="165748" y="334283"/>
                  <a:pt x="165748" y="328419"/>
                </a:cubicBezTo>
                <a:cubicBezTo>
                  <a:pt x="165748" y="323727"/>
                  <a:pt x="170706" y="319035"/>
                  <a:pt x="176904" y="319035"/>
                </a:cubicBezTo>
                <a:close/>
                <a:moveTo>
                  <a:pt x="176880" y="267939"/>
                </a:moveTo>
                <a:lnTo>
                  <a:pt x="327781" y="267939"/>
                </a:lnTo>
                <a:cubicBezTo>
                  <a:pt x="333966" y="267939"/>
                  <a:pt x="338913" y="272631"/>
                  <a:pt x="338913" y="278495"/>
                </a:cubicBezTo>
                <a:cubicBezTo>
                  <a:pt x="338913" y="283187"/>
                  <a:pt x="333966" y="287879"/>
                  <a:pt x="327781" y="287879"/>
                </a:cubicBezTo>
                <a:lnTo>
                  <a:pt x="176880" y="287879"/>
                </a:lnTo>
                <a:cubicBezTo>
                  <a:pt x="170696" y="287879"/>
                  <a:pt x="165748" y="283187"/>
                  <a:pt x="165748" y="278495"/>
                </a:cubicBezTo>
                <a:cubicBezTo>
                  <a:pt x="165748" y="272631"/>
                  <a:pt x="170696" y="267939"/>
                  <a:pt x="176880" y="267939"/>
                </a:cubicBezTo>
                <a:close/>
                <a:moveTo>
                  <a:pt x="176818" y="216844"/>
                </a:moveTo>
                <a:lnTo>
                  <a:pt x="251850" y="216844"/>
                </a:lnTo>
                <a:cubicBezTo>
                  <a:pt x="258000" y="216844"/>
                  <a:pt x="262920" y="221536"/>
                  <a:pt x="262920" y="227400"/>
                </a:cubicBezTo>
                <a:cubicBezTo>
                  <a:pt x="262920" y="232092"/>
                  <a:pt x="258000" y="236784"/>
                  <a:pt x="251850" y="236784"/>
                </a:cubicBezTo>
                <a:lnTo>
                  <a:pt x="176818" y="236784"/>
                </a:lnTo>
                <a:cubicBezTo>
                  <a:pt x="170668" y="236784"/>
                  <a:pt x="165748" y="232092"/>
                  <a:pt x="165748" y="227400"/>
                </a:cubicBezTo>
                <a:cubicBezTo>
                  <a:pt x="165748" y="221536"/>
                  <a:pt x="170668" y="216844"/>
                  <a:pt x="176818" y="216844"/>
                </a:cubicBezTo>
                <a:close/>
                <a:moveTo>
                  <a:pt x="149520" y="174472"/>
                </a:moveTo>
                <a:cubicBezTo>
                  <a:pt x="142063" y="174472"/>
                  <a:pt x="135849" y="180673"/>
                  <a:pt x="135849" y="188115"/>
                </a:cubicBezTo>
                <a:lnTo>
                  <a:pt x="135849" y="418798"/>
                </a:lnTo>
                <a:cubicBezTo>
                  <a:pt x="135849" y="426240"/>
                  <a:pt x="142063" y="432441"/>
                  <a:pt x="149520" y="432441"/>
                </a:cubicBezTo>
                <a:lnTo>
                  <a:pt x="635445" y="432441"/>
                </a:lnTo>
                <a:cubicBezTo>
                  <a:pt x="642901" y="432441"/>
                  <a:pt x="649115" y="426240"/>
                  <a:pt x="649115" y="417558"/>
                </a:cubicBezTo>
                <a:lnTo>
                  <a:pt x="649115" y="250126"/>
                </a:lnTo>
                <a:lnTo>
                  <a:pt x="618046" y="250126"/>
                </a:lnTo>
                <a:lnTo>
                  <a:pt x="604375" y="286093"/>
                </a:lnTo>
                <a:cubicBezTo>
                  <a:pt x="601890" y="293535"/>
                  <a:pt x="594433" y="298496"/>
                  <a:pt x="586976" y="298496"/>
                </a:cubicBezTo>
                <a:cubicBezTo>
                  <a:pt x="586976" y="298496"/>
                  <a:pt x="586976" y="298496"/>
                  <a:pt x="585734" y="298496"/>
                </a:cubicBezTo>
                <a:cubicBezTo>
                  <a:pt x="578277" y="298496"/>
                  <a:pt x="570820" y="293535"/>
                  <a:pt x="567092" y="287333"/>
                </a:cubicBezTo>
                <a:lnTo>
                  <a:pt x="550936" y="250126"/>
                </a:lnTo>
                <a:lnTo>
                  <a:pt x="421687" y="250126"/>
                </a:lnTo>
                <a:cubicBezTo>
                  <a:pt x="406774" y="250126"/>
                  <a:pt x="394346" y="237724"/>
                  <a:pt x="394346" y="224081"/>
                </a:cubicBezTo>
                <a:lnTo>
                  <a:pt x="394346" y="174472"/>
                </a:lnTo>
                <a:close/>
                <a:moveTo>
                  <a:pt x="532011" y="137085"/>
                </a:moveTo>
                <a:lnTo>
                  <a:pt x="532011" y="162486"/>
                </a:lnTo>
                <a:lnTo>
                  <a:pt x="585065" y="177001"/>
                </a:lnTo>
                <a:cubicBezTo>
                  <a:pt x="592468" y="179421"/>
                  <a:pt x="601105" y="179421"/>
                  <a:pt x="608508" y="177001"/>
                </a:cubicBezTo>
                <a:lnTo>
                  <a:pt x="660328" y="162486"/>
                </a:lnTo>
                <a:lnTo>
                  <a:pt x="660328" y="137085"/>
                </a:lnTo>
                <a:lnTo>
                  <a:pt x="607274" y="155229"/>
                </a:lnTo>
                <a:cubicBezTo>
                  <a:pt x="603573" y="156438"/>
                  <a:pt x="601105" y="157648"/>
                  <a:pt x="596170" y="157648"/>
                </a:cubicBezTo>
                <a:cubicBezTo>
                  <a:pt x="592468" y="157648"/>
                  <a:pt x="588767" y="156438"/>
                  <a:pt x="585065" y="155229"/>
                </a:cubicBezTo>
                <a:close/>
                <a:moveTo>
                  <a:pt x="98448" y="123377"/>
                </a:moveTo>
                <a:cubicBezTo>
                  <a:pt x="90988" y="123377"/>
                  <a:pt x="84772" y="129587"/>
                  <a:pt x="84772" y="137038"/>
                </a:cubicBezTo>
                <a:lnTo>
                  <a:pt x="84772" y="483537"/>
                </a:lnTo>
                <a:lnTo>
                  <a:pt x="700193" y="483537"/>
                </a:lnTo>
                <a:lnTo>
                  <a:pt x="700193" y="250054"/>
                </a:lnTo>
                <a:lnTo>
                  <a:pt x="670355" y="250054"/>
                </a:lnTo>
                <a:lnTo>
                  <a:pt x="670355" y="417715"/>
                </a:lnTo>
                <a:cubicBezTo>
                  <a:pt x="670355" y="437586"/>
                  <a:pt x="654192" y="453731"/>
                  <a:pt x="635543" y="453731"/>
                </a:cubicBezTo>
                <a:lnTo>
                  <a:pt x="149422" y="453731"/>
                </a:lnTo>
                <a:cubicBezTo>
                  <a:pt x="130773" y="453731"/>
                  <a:pt x="114611" y="437586"/>
                  <a:pt x="114611" y="418957"/>
                </a:cubicBezTo>
                <a:lnTo>
                  <a:pt x="114611" y="187957"/>
                </a:lnTo>
                <a:cubicBezTo>
                  <a:pt x="114611" y="168087"/>
                  <a:pt x="130773" y="153183"/>
                  <a:pt x="149422" y="153183"/>
                </a:cubicBezTo>
                <a:lnTo>
                  <a:pt x="394348" y="153183"/>
                </a:lnTo>
                <a:lnTo>
                  <a:pt x="394348" y="123377"/>
                </a:lnTo>
                <a:close/>
                <a:moveTo>
                  <a:pt x="596170" y="73528"/>
                </a:moveTo>
                <a:lnTo>
                  <a:pt x="509587" y="105294"/>
                </a:lnTo>
                <a:lnTo>
                  <a:pt x="592459" y="134617"/>
                </a:lnTo>
                <a:cubicBezTo>
                  <a:pt x="594933" y="135839"/>
                  <a:pt x="597407" y="135839"/>
                  <a:pt x="601117" y="134617"/>
                </a:cubicBezTo>
                <a:lnTo>
                  <a:pt x="682752" y="105294"/>
                </a:lnTo>
                <a:close/>
                <a:moveTo>
                  <a:pt x="592455" y="52338"/>
                </a:moveTo>
                <a:cubicBezTo>
                  <a:pt x="594934" y="52338"/>
                  <a:pt x="597413" y="52338"/>
                  <a:pt x="599892" y="52338"/>
                </a:cubicBezTo>
                <a:lnTo>
                  <a:pt x="707720" y="91885"/>
                </a:lnTo>
                <a:cubicBezTo>
                  <a:pt x="712678" y="93121"/>
                  <a:pt x="715156" y="98064"/>
                  <a:pt x="716396" y="103008"/>
                </a:cubicBezTo>
                <a:lnTo>
                  <a:pt x="717635" y="104243"/>
                </a:lnTo>
                <a:lnTo>
                  <a:pt x="717635" y="105479"/>
                </a:lnTo>
                <a:lnTo>
                  <a:pt x="717635" y="149969"/>
                </a:lnTo>
                <a:cubicBezTo>
                  <a:pt x="717635" y="156149"/>
                  <a:pt x="712678" y="161092"/>
                  <a:pt x="706480" y="161092"/>
                </a:cubicBezTo>
                <a:cubicBezTo>
                  <a:pt x="700283" y="161092"/>
                  <a:pt x="696565" y="156149"/>
                  <a:pt x="696565" y="149969"/>
                </a:cubicBezTo>
                <a:lnTo>
                  <a:pt x="696565" y="122781"/>
                </a:lnTo>
                <a:lnTo>
                  <a:pt x="681692" y="128960"/>
                </a:lnTo>
                <a:lnTo>
                  <a:pt x="681692" y="170979"/>
                </a:lnTo>
                <a:cubicBezTo>
                  <a:pt x="681692" y="174686"/>
                  <a:pt x="679214" y="178394"/>
                  <a:pt x="674256" y="180866"/>
                </a:cubicBezTo>
                <a:lnTo>
                  <a:pt x="614765" y="196931"/>
                </a:lnTo>
                <a:cubicBezTo>
                  <a:pt x="608567" y="198167"/>
                  <a:pt x="602370" y="200639"/>
                  <a:pt x="596173" y="200639"/>
                </a:cubicBezTo>
                <a:cubicBezTo>
                  <a:pt x="591216" y="200639"/>
                  <a:pt x="585019" y="198167"/>
                  <a:pt x="578822" y="196931"/>
                </a:cubicBezTo>
                <a:lnTo>
                  <a:pt x="518091" y="180866"/>
                </a:lnTo>
                <a:cubicBezTo>
                  <a:pt x="514373" y="178394"/>
                  <a:pt x="511894" y="174686"/>
                  <a:pt x="511894" y="170979"/>
                </a:cubicBezTo>
                <a:lnTo>
                  <a:pt x="511894" y="128960"/>
                </a:lnTo>
                <a:lnTo>
                  <a:pt x="485866" y="117838"/>
                </a:lnTo>
                <a:cubicBezTo>
                  <a:pt x="479669" y="116602"/>
                  <a:pt x="475951" y="110423"/>
                  <a:pt x="475951" y="105479"/>
                </a:cubicBezTo>
                <a:cubicBezTo>
                  <a:pt x="475951" y="99300"/>
                  <a:pt x="479669" y="94357"/>
                  <a:pt x="485866" y="91885"/>
                </a:cubicBezTo>
                <a:close/>
                <a:moveTo>
                  <a:pt x="422361" y="21186"/>
                </a:moveTo>
                <a:cubicBezTo>
                  <a:pt x="418636" y="21186"/>
                  <a:pt x="416153" y="23666"/>
                  <a:pt x="416153" y="27387"/>
                </a:cubicBezTo>
                <a:lnTo>
                  <a:pt x="416153" y="223331"/>
                </a:lnTo>
                <a:cubicBezTo>
                  <a:pt x="416153" y="225811"/>
                  <a:pt x="418636" y="228291"/>
                  <a:pt x="422361" y="228291"/>
                </a:cubicBezTo>
                <a:lnTo>
                  <a:pt x="557686" y="228291"/>
                </a:lnTo>
                <a:cubicBezTo>
                  <a:pt x="562652" y="228291"/>
                  <a:pt x="566376" y="230772"/>
                  <a:pt x="567618" y="234492"/>
                </a:cubicBezTo>
                <a:lnTo>
                  <a:pt x="586240" y="275417"/>
                </a:lnTo>
                <a:lnTo>
                  <a:pt x="602380" y="235732"/>
                </a:lnTo>
                <a:cubicBezTo>
                  <a:pt x="603621" y="230772"/>
                  <a:pt x="607346" y="228291"/>
                  <a:pt x="611071" y="228291"/>
                </a:cubicBezTo>
                <a:lnTo>
                  <a:pt x="771226" y="228291"/>
                </a:lnTo>
                <a:cubicBezTo>
                  <a:pt x="774950" y="228291"/>
                  <a:pt x="777433" y="225811"/>
                  <a:pt x="777433" y="223331"/>
                </a:cubicBezTo>
                <a:lnTo>
                  <a:pt x="777433" y="27387"/>
                </a:lnTo>
                <a:cubicBezTo>
                  <a:pt x="777433" y="23666"/>
                  <a:pt x="774950" y="21186"/>
                  <a:pt x="771226" y="21186"/>
                </a:cubicBezTo>
                <a:close/>
                <a:moveTo>
                  <a:pt x="421723" y="0"/>
                </a:moveTo>
                <a:lnTo>
                  <a:pt x="771244" y="0"/>
                </a:lnTo>
                <a:cubicBezTo>
                  <a:pt x="786171" y="0"/>
                  <a:pt x="797365" y="12440"/>
                  <a:pt x="797365" y="27367"/>
                </a:cubicBezTo>
                <a:lnTo>
                  <a:pt x="797365" y="223913"/>
                </a:lnTo>
                <a:cubicBezTo>
                  <a:pt x="797365" y="237596"/>
                  <a:pt x="786171" y="250036"/>
                  <a:pt x="771244" y="250036"/>
                </a:cubicBezTo>
                <a:lnTo>
                  <a:pt x="721490" y="250036"/>
                </a:lnTo>
                <a:lnTo>
                  <a:pt x="721490" y="493852"/>
                </a:lnTo>
                <a:lnTo>
                  <a:pt x="782439" y="634420"/>
                </a:lnTo>
                <a:cubicBezTo>
                  <a:pt x="786171" y="645615"/>
                  <a:pt x="786171" y="658055"/>
                  <a:pt x="778707" y="666763"/>
                </a:cubicBezTo>
                <a:cubicBezTo>
                  <a:pt x="772488" y="676714"/>
                  <a:pt x="762537" y="682934"/>
                  <a:pt x="751343" y="682934"/>
                </a:cubicBezTo>
                <a:lnTo>
                  <a:pt x="34886" y="682934"/>
                </a:lnTo>
                <a:cubicBezTo>
                  <a:pt x="22447" y="682934"/>
                  <a:pt x="12497" y="676714"/>
                  <a:pt x="5034" y="666763"/>
                </a:cubicBezTo>
                <a:cubicBezTo>
                  <a:pt x="-1186" y="658055"/>
                  <a:pt x="-1186" y="645615"/>
                  <a:pt x="2546" y="634420"/>
                </a:cubicBezTo>
                <a:lnTo>
                  <a:pt x="63494" y="493852"/>
                </a:lnTo>
                <a:lnTo>
                  <a:pt x="63494" y="136836"/>
                </a:lnTo>
                <a:cubicBezTo>
                  <a:pt x="63494" y="118176"/>
                  <a:pt x="79664" y="102005"/>
                  <a:pt x="98322" y="102005"/>
                </a:cubicBezTo>
                <a:lnTo>
                  <a:pt x="394358" y="102005"/>
                </a:lnTo>
                <a:lnTo>
                  <a:pt x="394358" y="27367"/>
                </a:lnTo>
                <a:cubicBezTo>
                  <a:pt x="394358" y="12440"/>
                  <a:pt x="406797" y="0"/>
                  <a:pt x="421723" y="0"/>
                </a:cubicBezTo>
                <a:close/>
              </a:path>
            </a:pathLst>
          </a:custGeom>
          <a:solidFill>
            <a:schemeClr val="bg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73" name="Freeform 572">
            <a:extLst>
              <a:ext uri="{FF2B5EF4-FFF2-40B4-BE49-F238E27FC236}">
                <a16:creationId xmlns:a16="http://schemas.microsoft.com/office/drawing/2014/main" id="{0E3AEC21-877A-3146-BA82-F2F9DD2389A1}"/>
              </a:ext>
            </a:extLst>
          </p:cNvPr>
          <p:cNvSpPr/>
          <p:nvPr/>
        </p:nvSpPr>
        <p:spPr>
          <a:xfrm>
            <a:off x="2000745" y="11439139"/>
            <a:ext cx="205556" cy="20438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6" h="165">
                <a:moveTo>
                  <a:pt x="166" y="83"/>
                </a:moveTo>
                <a:cubicBezTo>
                  <a:pt x="166" y="128"/>
                  <a:pt x="128" y="165"/>
                  <a:pt x="83" y="165"/>
                </a:cubicBezTo>
                <a:cubicBezTo>
                  <a:pt x="38" y="165"/>
                  <a:pt x="0" y="128"/>
                  <a:pt x="0" y="83"/>
                </a:cubicBezTo>
                <a:cubicBezTo>
                  <a:pt x="0" y="37"/>
                  <a:pt x="38" y="0"/>
                  <a:pt x="83" y="0"/>
                </a:cubicBezTo>
                <a:cubicBezTo>
                  <a:pt x="128" y="0"/>
                  <a:pt x="166" y="37"/>
                  <a:pt x="166" y="83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74" name="Freeform 573">
            <a:extLst>
              <a:ext uri="{FF2B5EF4-FFF2-40B4-BE49-F238E27FC236}">
                <a16:creationId xmlns:a16="http://schemas.microsoft.com/office/drawing/2014/main" id="{2C147ACD-D197-4D4A-8944-70780CEB0736}"/>
              </a:ext>
            </a:extLst>
          </p:cNvPr>
          <p:cNvSpPr/>
          <p:nvPr/>
        </p:nvSpPr>
        <p:spPr>
          <a:xfrm>
            <a:off x="1508654" y="8124169"/>
            <a:ext cx="594243" cy="341466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8" h="2741" fill="none">
                <a:moveTo>
                  <a:pt x="478" y="2741"/>
                </a:moveTo>
                <a:lnTo>
                  <a:pt x="0" y="2741"/>
                </a:lnTo>
                <a:lnTo>
                  <a:pt x="0" y="0"/>
                </a:lnTo>
                <a:lnTo>
                  <a:pt x="478" y="0"/>
                </a:lnTo>
              </a:path>
            </a:pathLst>
          </a:custGeom>
          <a:noFill/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75" name="Freeform 574">
            <a:extLst>
              <a:ext uri="{FF2B5EF4-FFF2-40B4-BE49-F238E27FC236}">
                <a16:creationId xmlns:a16="http://schemas.microsoft.com/office/drawing/2014/main" id="{1BA66213-8D43-E045-A786-F3E46FCD0F2A}"/>
              </a:ext>
            </a:extLst>
          </p:cNvPr>
          <p:cNvSpPr/>
          <p:nvPr/>
        </p:nvSpPr>
        <p:spPr>
          <a:xfrm>
            <a:off x="1508654" y="4724455"/>
            <a:ext cx="594243" cy="339971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78" h="2729" fill="none">
                <a:moveTo>
                  <a:pt x="0" y="2729"/>
                </a:moveTo>
                <a:lnTo>
                  <a:pt x="0" y="0"/>
                </a:lnTo>
                <a:lnTo>
                  <a:pt x="478" y="0"/>
                </a:lnTo>
              </a:path>
            </a:pathLst>
          </a:custGeom>
          <a:noFill/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20" name="TextBox 519">
            <a:extLst>
              <a:ext uri="{FF2B5EF4-FFF2-40B4-BE49-F238E27FC236}">
                <a16:creationId xmlns:a16="http://schemas.microsoft.com/office/drawing/2014/main" id="{DC40C064-A101-1640-8A1B-A8B5B55735F6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521" name="TextBox 520">
            <a:extLst>
              <a:ext uri="{FF2B5EF4-FFF2-40B4-BE49-F238E27FC236}">
                <a16:creationId xmlns:a16="http://schemas.microsoft.com/office/drawing/2014/main" id="{F64ECDF8-1AA1-CD42-860E-BB99422D38FD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522" name="TextBox 521">
            <a:extLst>
              <a:ext uri="{FF2B5EF4-FFF2-40B4-BE49-F238E27FC236}">
                <a16:creationId xmlns:a16="http://schemas.microsoft.com/office/drawing/2014/main" id="{825CB96C-5CB2-D34F-896C-22B624ED4E12}"/>
              </a:ext>
            </a:extLst>
          </p:cNvPr>
          <p:cNvSpPr txBox="1"/>
          <p:nvPr/>
        </p:nvSpPr>
        <p:spPr>
          <a:xfrm>
            <a:off x="4206945" y="3896824"/>
            <a:ext cx="582696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523" name="TextBox 522">
            <a:extLst>
              <a:ext uri="{FF2B5EF4-FFF2-40B4-BE49-F238E27FC236}">
                <a16:creationId xmlns:a16="http://schemas.microsoft.com/office/drawing/2014/main" id="{EA5FE428-4F71-F648-BEDE-D2432494D5C6}"/>
              </a:ext>
            </a:extLst>
          </p:cNvPr>
          <p:cNvSpPr txBox="1"/>
          <p:nvPr/>
        </p:nvSpPr>
        <p:spPr>
          <a:xfrm>
            <a:off x="4215109" y="4561836"/>
            <a:ext cx="5826961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524" name="TextBox 523">
            <a:extLst>
              <a:ext uri="{FF2B5EF4-FFF2-40B4-BE49-F238E27FC236}">
                <a16:creationId xmlns:a16="http://schemas.microsoft.com/office/drawing/2014/main" id="{5D89EC9C-F663-9F40-A1F6-9E5CA609E37A}"/>
              </a:ext>
            </a:extLst>
          </p:cNvPr>
          <p:cNvSpPr txBox="1"/>
          <p:nvPr/>
        </p:nvSpPr>
        <p:spPr>
          <a:xfrm>
            <a:off x="4206944" y="7292842"/>
            <a:ext cx="5835125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525" name="TextBox 524">
            <a:extLst>
              <a:ext uri="{FF2B5EF4-FFF2-40B4-BE49-F238E27FC236}">
                <a16:creationId xmlns:a16="http://schemas.microsoft.com/office/drawing/2014/main" id="{27BF1681-1770-BE4C-B96B-82FE5121BD3C}"/>
              </a:ext>
            </a:extLst>
          </p:cNvPr>
          <p:cNvSpPr txBox="1"/>
          <p:nvPr/>
        </p:nvSpPr>
        <p:spPr>
          <a:xfrm>
            <a:off x="4206945" y="7967051"/>
            <a:ext cx="5835126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526" name="TextBox 525">
            <a:extLst>
              <a:ext uri="{FF2B5EF4-FFF2-40B4-BE49-F238E27FC236}">
                <a16:creationId xmlns:a16="http://schemas.microsoft.com/office/drawing/2014/main" id="{92EEE068-3FCF-684F-901A-4121CA30888A}"/>
              </a:ext>
            </a:extLst>
          </p:cNvPr>
          <p:cNvSpPr txBox="1"/>
          <p:nvPr/>
        </p:nvSpPr>
        <p:spPr>
          <a:xfrm>
            <a:off x="4206945" y="10700976"/>
            <a:ext cx="583512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527" name="TextBox 526">
            <a:extLst>
              <a:ext uri="{FF2B5EF4-FFF2-40B4-BE49-F238E27FC236}">
                <a16:creationId xmlns:a16="http://schemas.microsoft.com/office/drawing/2014/main" id="{A2BCB918-DD22-B54C-AA23-4DF1B0EED4AE}"/>
              </a:ext>
            </a:extLst>
          </p:cNvPr>
          <p:cNvSpPr txBox="1"/>
          <p:nvPr/>
        </p:nvSpPr>
        <p:spPr>
          <a:xfrm>
            <a:off x="4215109" y="11375184"/>
            <a:ext cx="5835125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3304001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A5E347B-2FB6-1B40-89AF-1AC4697494CE}"/>
              </a:ext>
            </a:extLst>
          </p:cNvPr>
          <p:cNvGrpSpPr/>
          <p:nvPr/>
        </p:nvGrpSpPr>
        <p:grpSpPr>
          <a:xfrm>
            <a:off x="5010578" y="6629940"/>
            <a:ext cx="14356500" cy="6342062"/>
            <a:chOff x="5010578" y="6629940"/>
            <a:chExt cx="14356500" cy="6342062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9D6E5B8-46CA-EB44-B673-3FFDB5002D3B}"/>
                </a:ext>
              </a:extLst>
            </p:cNvPr>
            <p:cNvGrpSpPr/>
            <p:nvPr/>
          </p:nvGrpSpPr>
          <p:grpSpPr>
            <a:xfrm>
              <a:off x="5010578" y="12093409"/>
              <a:ext cx="14356500" cy="878592"/>
              <a:chOff x="5010578" y="12093409"/>
              <a:chExt cx="14356500" cy="878592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015E1B19-5C74-BD47-92B4-9D6B16601357}"/>
                  </a:ext>
                </a:extLst>
              </p:cNvPr>
              <p:cNvSpPr/>
              <p:nvPr/>
            </p:nvSpPr>
            <p:spPr>
              <a:xfrm>
                <a:off x="5010578" y="12957046"/>
                <a:ext cx="1435650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525" h="13">
                    <a:moveTo>
                      <a:pt x="11518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1518" y="0"/>
                    </a:lnTo>
                    <a:cubicBezTo>
                      <a:pt x="11522" y="0"/>
                      <a:pt x="11525" y="3"/>
                      <a:pt x="11525" y="6"/>
                    </a:cubicBezTo>
                    <a:cubicBezTo>
                      <a:pt x="11525" y="10"/>
                      <a:pt x="11522" y="13"/>
                      <a:pt x="11518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ABAE0B4B-613C-7949-A2C6-220640C9BDEE}"/>
                  </a:ext>
                </a:extLst>
              </p:cNvPr>
              <p:cNvSpPr/>
              <p:nvPr/>
            </p:nvSpPr>
            <p:spPr>
              <a:xfrm>
                <a:off x="5010578" y="12093409"/>
                <a:ext cx="1435650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525" h="13">
                    <a:moveTo>
                      <a:pt x="11518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1518" y="0"/>
                    </a:lnTo>
                    <a:cubicBezTo>
                      <a:pt x="11522" y="0"/>
                      <a:pt x="11525" y="3"/>
                      <a:pt x="11525" y="6"/>
                    </a:cubicBezTo>
                    <a:cubicBezTo>
                      <a:pt x="11525" y="10"/>
                      <a:pt x="11522" y="13"/>
                      <a:pt x="11518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CDCDFB1-1194-E44E-AFDB-A0475AE6DD48}"/>
                </a:ext>
              </a:extLst>
            </p:cNvPr>
            <p:cNvGrpSpPr/>
            <p:nvPr/>
          </p:nvGrpSpPr>
          <p:grpSpPr>
            <a:xfrm>
              <a:off x="5201184" y="6735870"/>
              <a:ext cx="11087547" cy="5062180"/>
              <a:chOff x="5201184" y="6735870"/>
              <a:chExt cx="11087547" cy="5062180"/>
            </a:xfrm>
          </p:grpSpPr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04F952AE-D3AB-424C-A48B-33435C3CC2B1}"/>
                  </a:ext>
                </a:extLst>
              </p:cNvPr>
              <p:cNvSpPr/>
              <p:nvPr/>
            </p:nvSpPr>
            <p:spPr>
              <a:xfrm>
                <a:off x="5208655" y="6744593"/>
                <a:ext cx="5886362" cy="50459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26" h="4050">
                    <a:moveTo>
                      <a:pt x="4546" y="4050"/>
                    </a:moveTo>
                    <a:lnTo>
                      <a:pt x="2363" y="4050"/>
                    </a:lnTo>
                    <a:lnTo>
                      <a:pt x="181" y="4050"/>
                    </a:lnTo>
                    <a:cubicBezTo>
                      <a:pt x="131" y="4050"/>
                      <a:pt x="86" y="4030"/>
                      <a:pt x="53" y="3997"/>
                    </a:cubicBezTo>
                    <a:cubicBezTo>
                      <a:pt x="20" y="3964"/>
                      <a:pt x="0" y="3920"/>
                      <a:pt x="0" y="3870"/>
                    </a:cubicBezTo>
                    <a:lnTo>
                      <a:pt x="0" y="2025"/>
                    </a:lnTo>
                    <a:lnTo>
                      <a:pt x="0" y="180"/>
                    </a:lnTo>
                    <a:cubicBezTo>
                      <a:pt x="0" y="130"/>
                      <a:pt x="20" y="85"/>
                      <a:pt x="53" y="53"/>
                    </a:cubicBezTo>
                    <a:cubicBezTo>
                      <a:pt x="86" y="20"/>
                      <a:pt x="131" y="0"/>
                      <a:pt x="181" y="0"/>
                    </a:cubicBezTo>
                    <a:lnTo>
                      <a:pt x="2363" y="0"/>
                    </a:lnTo>
                    <a:lnTo>
                      <a:pt x="4546" y="0"/>
                    </a:lnTo>
                    <a:cubicBezTo>
                      <a:pt x="4595" y="0"/>
                      <a:pt x="4641" y="20"/>
                      <a:pt x="4673" y="53"/>
                    </a:cubicBezTo>
                    <a:cubicBezTo>
                      <a:pt x="4706" y="85"/>
                      <a:pt x="4726" y="130"/>
                      <a:pt x="4726" y="180"/>
                    </a:cubicBezTo>
                    <a:lnTo>
                      <a:pt x="4726" y="2025"/>
                    </a:lnTo>
                    <a:lnTo>
                      <a:pt x="4726" y="3870"/>
                    </a:lnTo>
                    <a:cubicBezTo>
                      <a:pt x="4726" y="3920"/>
                      <a:pt x="4706" y="3964"/>
                      <a:pt x="4673" y="3997"/>
                    </a:cubicBezTo>
                    <a:cubicBezTo>
                      <a:pt x="4641" y="4030"/>
                      <a:pt x="4595" y="4050"/>
                      <a:pt x="4546" y="405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3B7F5D7B-A197-8943-BE66-DCCDC95ED9A2}"/>
                  </a:ext>
                </a:extLst>
              </p:cNvPr>
              <p:cNvSpPr/>
              <p:nvPr/>
            </p:nvSpPr>
            <p:spPr>
              <a:xfrm>
                <a:off x="5201184" y="6735870"/>
                <a:ext cx="5902561" cy="5062180"/>
              </a:xfrm>
              <a:custGeom>
                <a:avLst/>
                <a:gdLst>
                  <a:gd name="connsiteX0" fmla="*/ 232917 w 5902561"/>
                  <a:gd name="connsiteY0" fmla="*/ 16201 h 5062180"/>
                  <a:gd name="connsiteX1" fmla="*/ 79717 w 5902561"/>
                  <a:gd name="connsiteY1" fmla="*/ 79743 h 5062180"/>
                  <a:gd name="connsiteX2" fmla="*/ 16195 w 5902561"/>
                  <a:gd name="connsiteY2" fmla="*/ 232991 h 5062180"/>
                  <a:gd name="connsiteX3" fmla="*/ 16195 w 5902561"/>
                  <a:gd name="connsiteY3" fmla="*/ 4830438 h 5062180"/>
                  <a:gd name="connsiteX4" fmla="*/ 79717 w 5902561"/>
                  <a:gd name="connsiteY4" fmla="*/ 4982441 h 5062180"/>
                  <a:gd name="connsiteX5" fmla="*/ 232917 w 5902561"/>
                  <a:gd name="connsiteY5" fmla="*/ 5045983 h 5062180"/>
                  <a:gd name="connsiteX6" fmla="*/ 5669644 w 5902561"/>
                  <a:gd name="connsiteY6" fmla="*/ 5045983 h 5062180"/>
                  <a:gd name="connsiteX7" fmla="*/ 5822844 w 5902561"/>
                  <a:gd name="connsiteY7" fmla="*/ 4982441 h 5062180"/>
                  <a:gd name="connsiteX8" fmla="*/ 5886366 w 5902561"/>
                  <a:gd name="connsiteY8" fmla="*/ 4830438 h 5062180"/>
                  <a:gd name="connsiteX9" fmla="*/ 5886366 w 5902561"/>
                  <a:gd name="connsiteY9" fmla="*/ 232991 h 5062180"/>
                  <a:gd name="connsiteX10" fmla="*/ 5822844 w 5902561"/>
                  <a:gd name="connsiteY10" fmla="*/ 79743 h 5062180"/>
                  <a:gd name="connsiteX11" fmla="*/ 5669644 w 5902561"/>
                  <a:gd name="connsiteY11" fmla="*/ 16201 h 5062180"/>
                  <a:gd name="connsiteX12" fmla="*/ 232914 w 5902561"/>
                  <a:gd name="connsiteY12" fmla="*/ 0 h 5062180"/>
                  <a:gd name="connsiteX13" fmla="*/ 5669647 w 5902561"/>
                  <a:gd name="connsiteY13" fmla="*/ 0 h 5062180"/>
                  <a:gd name="connsiteX14" fmla="*/ 5834057 w 5902561"/>
                  <a:gd name="connsiteY14" fmla="*/ 69772 h 5062180"/>
                  <a:gd name="connsiteX15" fmla="*/ 5902561 w 5902561"/>
                  <a:gd name="connsiteY15" fmla="*/ 232988 h 5062180"/>
                  <a:gd name="connsiteX16" fmla="*/ 5902561 w 5902561"/>
                  <a:gd name="connsiteY16" fmla="*/ 4830438 h 5062180"/>
                  <a:gd name="connsiteX17" fmla="*/ 5834057 w 5902561"/>
                  <a:gd name="connsiteY17" fmla="*/ 4994900 h 5062180"/>
                  <a:gd name="connsiteX18" fmla="*/ 5669647 w 5902561"/>
                  <a:gd name="connsiteY18" fmla="*/ 5062180 h 5062180"/>
                  <a:gd name="connsiteX19" fmla="*/ 232914 w 5902561"/>
                  <a:gd name="connsiteY19" fmla="*/ 5062180 h 5062180"/>
                  <a:gd name="connsiteX20" fmla="*/ 67259 w 5902561"/>
                  <a:gd name="connsiteY20" fmla="*/ 4994900 h 5062180"/>
                  <a:gd name="connsiteX21" fmla="*/ 0 w 5902561"/>
                  <a:gd name="connsiteY21" fmla="*/ 4830438 h 5062180"/>
                  <a:gd name="connsiteX22" fmla="*/ 0 w 5902561"/>
                  <a:gd name="connsiteY22" fmla="*/ 232988 h 5062180"/>
                  <a:gd name="connsiteX23" fmla="*/ 67259 w 5902561"/>
                  <a:gd name="connsiteY23" fmla="*/ 69772 h 5062180"/>
                  <a:gd name="connsiteX24" fmla="*/ 232914 w 5902561"/>
                  <a:gd name="connsiteY24" fmla="*/ 0 h 5062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902561" h="5062180">
                    <a:moveTo>
                      <a:pt x="232917" y="16201"/>
                    </a:moveTo>
                    <a:cubicBezTo>
                      <a:pt x="174377" y="16201"/>
                      <a:pt x="119574" y="39874"/>
                      <a:pt x="79717" y="79743"/>
                    </a:cubicBezTo>
                    <a:cubicBezTo>
                      <a:pt x="38615" y="120859"/>
                      <a:pt x="16195" y="175679"/>
                      <a:pt x="16195" y="232991"/>
                    </a:cubicBezTo>
                    <a:lnTo>
                      <a:pt x="16195" y="4830438"/>
                    </a:lnTo>
                    <a:cubicBezTo>
                      <a:pt x="16195" y="4887751"/>
                      <a:pt x="38615" y="4942572"/>
                      <a:pt x="79717" y="4982441"/>
                    </a:cubicBezTo>
                    <a:cubicBezTo>
                      <a:pt x="119574" y="5024802"/>
                      <a:pt x="174377" y="5045983"/>
                      <a:pt x="232917" y="5045983"/>
                    </a:cubicBezTo>
                    <a:lnTo>
                      <a:pt x="5669644" y="5045983"/>
                    </a:lnTo>
                    <a:cubicBezTo>
                      <a:pt x="5728184" y="5045983"/>
                      <a:pt x="5781742" y="5024802"/>
                      <a:pt x="5822844" y="4982441"/>
                    </a:cubicBezTo>
                    <a:cubicBezTo>
                      <a:pt x="5863946" y="4942572"/>
                      <a:pt x="5886366" y="4887751"/>
                      <a:pt x="5886366" y="4830438"/>
                    </a:cubicBezTo>
                    <a:lnTo>
                      <a:pt x="5886366" y="232991"/>
                    </a:lnTo>
                    <a:cubicBezTo>
                      <a:pt x="5886366" y="175679"/>
                      <a:pt x="5863946" y="120859"/>
                      <a:pt x="5822844" y="79743"/>
                    </a:cubicBezTo>
                    <a:cubicBezTo>
                      <a:pt x="5781742" y="39874"/>
                      <a:pt x="5728184" y="16201"/>
                      <a:pt x="5669644" y="16201"/>
                    </a:cubicBezTo>
                    <a:close/>
                    <a:moveTo>
                      <a:pt x="232914" y="0"/>
                    </a:moveTo>
                    <a:lnTo>
                      <a:pt x="5669647" y="0"/>
                    </a:lnTo>
                    <a:cubicBezTo>
                      <a:pt x="5730678" y="0"/>
                      <a:pt x="5790464" y="24919"/>
                      <a:pt x="5834057" y="69772"/>
                    </a:cubicBezTo>
                    <a:cubicBezTo>
                      <a:pt x="5877650" y="113379"/>
                      <a:pt x="5902561" y="170692"/>
                      <a:pt x="5902561" y="232988"/>
                    </a:cubicBezTo>
                    <a:lnTo>
                      <a:pt x="5902561" y="4830438"/>
                    </a:lnTo>
                    <a:cubicBezTo>
                      <a:pt x="5902561" y="4892734"/>
                      <a:pt x="5877650" y="4951293"/>
                      <a:pt x="5834057" y="4994900"/>
                    </a:cubicBezTo>
                    <a:cubicBezTo>
                      <a:pt x="5790464" y="5038508"/>
                      <a:pt x="5730678" y="5062180"/>
                      <a:pt x="5669647" y="5062180"/>
                    </a:cubicBezTo>
                    <a:lnTo>
                      <a:pt x="232914" y="5062180"/>
                    </a:lnTo>
                    <a:cubicBezTo>
                      <a:pt x="170638" y="5062180"/>
                      <a:pt x="112098" y="5038508"/>
                      <a:pt x="67259" y="4994900"/>
                    </a:cubicBezTo>
                    <a:cubicBezTo>
                      <a:pt x="23665" y="4951293"/>
                      <a:pt x="0" y="4892734"/>
                      <a:pt x="0" y="4830438"/>
                    </a:cubicBezTo>
                    <a:lnTo>
                      <a:pt x="0" y="232988"/>
                    </a:lnTo>
                    <a:cubicBezTo>
                      <a:pt x="0" y="170692"/>
                      <a:pt x="23665" y="113379"/>
                      <a:pt x="67259" y="69772"/>
                    </a:cubicBezTo>
                    <a:cubicBezTo>
                      <a:pt x="112098" y="24919"/>
                      <a:pt x="170638" y="0"/>
                      <a:pt x="2329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2" name="Freeform 71">
                <a:extLst>
                  <a:ext uri="{FF2B5EF4-FFF2-40B4-BE49-F238E27FC236}">
                    <a16:creationId xmlns:a16="http://schemas.microsoft.com/office/drawing/2014/main" id="{5275165F-BDE2-BC41-9367-140E0401E431}"/>
                  </a:ext>
                </a:extLst>
              </p:cNvPr>
              <p:cNvSpPr/>
              <p:nvPr/>
            </p:nvSpPr>
            <p:spPr>
              <a:xfrm>
                <a:off x="11336705" y="6744593"/>
                <a:ext cx="4944547" cy="50459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70" h="4050">
                    <a:moveTo>
                      <a:pt x="3790" y="4050"/>
                    </a:moveTo>
                    <a:lnTo>
                      <a:pt x="1985" y="4050"/>
                    </a:lnTo>
                    <a:lnTo>
                      <a:pt x="180" y="4050"/>
                    </a:lnTo>
                    <a:cubicBezTo>
                      <a:pt x="130" y="4050"/>
                      <a:pt x="85" y="4030"/>
                      <a:pt x="52" y="3997"/>
                    </a:cubicBezTo>
                    <a:cubicBezTo>
                      <a:pt x="20" y="3964"/>
                      <a:pt x="0" y="3920"/>
                      <a:pt x="0" y="3870"/>
                    </a:cubicBezTo>
                    <a:lnTo>
                      <a:pt x="0" y="2025"/>
                    </a:lnTo>
                    <a:lnTo>
                      <a:pt x="0" y="180"/>
                    </a:lnTo>
                    <a:cubicBezTo>
                      <a:pt x="0" y="130"/>
                      <a:pt x="20" y="85"/>
                      <a:pt x="52" y="53"/>
                    </a:cubicBezTo>
                    <a:cubicBezTo>
                      <a:pt x="85" y="20"/>
                      <a:pt x="130" y="0"/>
                      <a:pt x="180" y="0"/>
                    </a:cubicBezTo>
                    <a:lnTo>
                      <a:pt x="1985" y="0"/>
                    </a:lnTo>
                    <a:lnTo>
                      <a:pt x="3790" y="0"/>
                    </a:lnTo>
                    <a:cubicBezTo>
                      <a:pt x="3840" y="0"/>
                      <a:pt x="3885" y="20"/>
                      <a:pt x="3917" y="53"/>
                    </a:cubicBezTo>
                    <a:cubicBezTo>
                      <a:pt x="3950" y="85"/>
                      <a:pt x="3970" y="130"/>
                      <a:pt x="3970" y="180"/>
                    </a:cubicBezTo>
                    <a:lnTo>
                      <a:pt x="3970" y="2025"/>
                    </a:lnTo>
                    <a:lnTo>
                      <a:pt x="3970" y="3870"/>
                    </a:lnTo>
                    <a:cubicBezTo>
                      <a:pt x="3970" y="3920"/>
                      <a:pt x="3950" y="3964"/>
                      <a:pt x="3917" y="3997"/>
                    </a:cubicBezTo>
                    <a:cubicBezTo>
                      <a:pt x="3885" y="4030"/>
                      <a:pt x="3840" y="4050"/>
                      <a:pt x="3790" y="405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406F75D9-8CAF-1444-82DE-D895707AB9B3}"/>
                  </a:ext>
                </a:extLst>
              </p:cNvPr>
              <p:cNvSpPr/>
              <p:nvPr/>
            </p:nvSpPr>
            <p:spPr>
              <a:xfrm>
                <a:off x="11327988" y="6735870"/>
                <a:ext cx="4960743" cy="5062180"/>
              </a:xfrm>
              <a:custGeom>
                <a:avLst/>
                <a:gdLst>
                  <a:gd name="connsiteX0" fmla="*/ 232904 w 4960743"/>
                  <a:gd name="connsiteY0" fmla="*/ 16201 h 5062180"/>
                  <a:gd name="connsiteX1" fmla="*/ 79710 w 4960743"/>
                  <a:gd name="connsiteY1" fmla="*/ 79743 h 5062180"/>
                  <a:gd name="connsiteX2" fmla="*/ 16191 w 4960743"/>
                  <a:gd name="connsiteY2" fmla="*/ 232991 h 5062180"/>
                  <a:gd name="connsiteX3" fmla="*/ 16191 w 4960743"/>
                  <a:gd name="connsiteY3" fmla="*/ 4830438 h 5062180"/>
                  <a:gd name="connsiteX4" fmla="*/ 79710 w 4960743"/>
                  <a:gd name="connsiteY4" fmla="*/ 4982441 h 5062180"/>
                  <a:gd name="connsiteX5" fmla="*/ 232904 w 4960743"/>
                  <a:gd name="connsiteY5" fmla="*/ 5045983 h 5062180"/>
                  <a:gd name="connsiteX6" fmla="*/ 4729076 w 4960743"/>
                  <a:gd name="connsiteY6" fmla="*/ 5045983 h 5062180"/>
                  <a:gd name="connsiteX7" fmla="*/ 4881024 w 4960743"/>
                  <a:gd name="connsiteY7" fmla="*/ 4982441 h 5062180"/>
                  <a:gd name="connsiteX8" fmla="*/ 4945789 w 4960743"/>
                  <a:gd name="connsiteY8" fmla="*/ 4830438 h 5062180"/>
                  <a:gd name="connsiteX9" fmla="*/ 4945789 w 4960743"/>
                  <a:gd name="connsiteY9" fmla="*/ 232991 h 5062180"/>
                  <a:gd name="connsiteX10" fmla="*/ 4881024 w 4960743"/>
                  <a:gd name="connsiteY10" fmla="*/ 79743 h 5062180"/>
                  <a:gd name="connsiteX11" fmla="*/ 4729076 w 4960743"/>
                  <a:gd name="connsiteY11" fmla="*/ 16201 h 5062180"/>
                  <a:gd name="connsiteX12" fmla="*/ 232905 w 4960743"/>
                  <a:gd name="connsiteY12" fmla="*/ 0 h 5062180"/>
                  <a:gd name="connsiteX13" fmla="*/ 4729084 w 4960743"/>
                  <a:gd name="connsiteY13" fmla="*/ 0 h 5062180"/>
                  <a:gd name="connsiteX14" fmla="*/ 4893487 w 4960743"/>
                  <a:gd name="connsiteY14" fmla="*/ 69772 h 5062180"/>
                  <a:gd name="connsiteX15" fmla="*/ 4960743 w 4960743"/>
                  <a:gd name="connsiteY15" fmla="*/ 232988 h 5062180"/>
                  <a:gd name="connsiteX16" fmla="*/ 4960743 w 4960743"/>
                  <a:gd name="connsiteY16" fmla="*/ 4830438 h 5062180"/>
                  <a:gd name="connsiteX17" fmla="*/ 4893487 w 4960743"/>
                  <a:gd name="connsiteY17" fmla="*/ 4994900 h 5062180"/>
                  <a:gd name="connsiteX18" fmla="*/ 4729084 w 4960743"/>
                  <a:gd name="connsiteY18" fmla="*/ 5062180 h 5062180"/>
                  <a:gd name="connsiteX19" fmla="*/ 232905 w 4960743"/>
                  <a:gd name="connsiteY19" fmla="*/ 5062180 h 5062180"/>
                  <a:gd name="connsiteX20" fmla="*/ 68501 w 4960743"/>
                  <a:gd name="connsiteY20" fmla="*/ 4994900 h 5062180"/>
                  <a:gd name="connsiteX21" fmla="*/ 0 w 4960743"/>
                  <a:gd name="connsiteY21" fmla="*/ 4830438 h 5062180"/>
                  <a:gd name="connsiteX22" fmla="*/ 0 w 4960743"/>
                  <a:gd name="connsiteY22" fmla="*/ 232988 h 5062180"/>
                  <a:gd name="connsiteX23" fmla="*/ 68501 w 4960743"/>
                  <a:gd name="connsiteY23" fmla="*/ 69772 h 5062180"/>
                  <a:gd name="connsiteX24" fmla="*/ 232905 w 4960743"/>
                  <a:gd name="connsiteY24" fmla="*/ 0 h 5062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960743" h="5062180">
                    <a:moveTo>
                      <a:pt x="232904" y="16201"/>
                    </a:moveTo>
                    <a:cubicBezTo>
                      <a:pt x="175612" y="16201"/>
                      <a:pt x="119566" y="39874"/>
                      <a:pt x="79710" y="79743"/>
                    </a:cubicBezTo>
                    <a:cubicBezTo>
                      <a:pt x="38610" y="120859"/>
                      <a:pt x="16191" y="175679"/>
                      <a:pt x="16191" y="232991"/>
                    </a:cubicBezTo>
                    <a:lnTo>
                      <a:pt x="16191" y="4830438"/>
                    </a:lnTo>
                    <a:cubicBezTo>
                      <a:pt x="16191" y="4887751"/>
                      <a:pt x="38610" y="4942572"/>
                      <a:pt x="79710" y="4982441"/>
                    </a:cubicBezTo>
                    <a:cubicBezTo>
                      <a:pt x="119566" y="5024802"/>
                      <a:pt x="175612" y="5045983"/>
                      <a:pt x="232904" y="5045983"/>
                    </a:cubicBezTo>
                    <a:lnTo>
                      <a:pt x="4729076" y="5045983"/>
                    </a:lnTo>
                    <a:cubicBezTo>
                      <a:pt x="4787614" y="5045983"/>
                      <a:pt x="4841169" y="5024802"/>
                      <a:pt x="4881024" y="4982441"/>
                    </a:cubicBezTo>
                    <a:cubicBezTo>
                      <a:pt x="4922125" y="4942572"/>
                      <a:pt x="4945789" y="4887751"/>
                      <a:pt x="4945789" y="4830438"/>
                    </a:cubicBezTo>
                    <a:lnTo>
                      <a:pt x="4945789" y="232991"/>
                    </a:lnTo>
                    <a:cubicBezTo>
                      <a:pt x="4945789" y="175679"/>
                      <a:pt x="4922125" y="120859"/>
                      <a:pt x="4881024" y="79743"/>
                    </a:cubicBezTo>
                    <a:cubicBezTo>
                      <a:pt x="4841169" y="39874"/>
                      <a:pt x="4787614" y="16201"/>
                      <a:pt x="4729076" y="16201"/>
                    </a:cubicBezTo>
                    <a:close/>
                    <a:moveTo>
                      <a:pt x="232905" y="0"/>
                    </a:moveTo>
                    <a:lnTo>
                      <a:pt x="4729084" y="0"/>
                    </a:lnTo>
                    <a:cubicBezTo>
                      <a:pt x="4791358" y="0"/>
                      <a:pt x="4849896" y="24919"/>
                      <a:pt x="4893487" y="69772"/>
                    </a:cubicBezTo>
                    <a:cubicBezTo>
                      <a:pt x="4937079" y="113379"/>
                      <a:pt x="4960743" y="170692"/>
                      <a:pt x="4960743" y="232988"/>
                    </a:cubicBezTo>
                    <a:lnTo>
                      <a:pt x="4960743" y="4830438"/>
                    </a:lnTo>
                    <a:cubicBezTo>
                      <a:pt x="4960743" y="4892734"/>
                      <a:pt x="4937079" y="4951293"/>
                      <a:pt x="4893487" y="4994900"/>
                    </a:cubicBezTo>
                    <a:cubicBezTo>
                      <a:pt x="4849896" y="5038508"/>
                      <a:pt x="4791358" y="5062180"/>
                      <a:pt x="4729084" y="5062180"/>
                    </a:cubicBezTo>
                    <a:lnTo>
                      <a:pt x="232905" y="5062180"/>
                    </a:lnTo>
                    <a:cubicBezTo>
                      <a:pt x="170631" y="5062180"/>
                      <a:pt x="112093" y="5038508"/>
                      <a:pt x="68501" y="4994900"/>
                    </a:cubicBezTo>
                    <a:cubicBezTo>
                      <a:pt x="24910" y="4951293"/>
                      <a:pt x="0" y="4892734"/>
                      <a:pt x="0" y="4830438"/>
                    </a:cubicBezTo>
                    <a:lnTo>
                      <a:pt x="0" y="232988"/>
                    </a:lnTo>
                    <a:cubicBezTo>
                      <a:pt x="0" y="170692"/>
                      <a:pt x="24910" y="113379"/>
                      <a:pt x="68501" y="69772"/>
                    </a:cubicBezTo>
                    <a:cubicBezTo>
                      <a:pt x="112093" y="24919"/>
                      <a:pt x="170631" y="0"/>
                      <a:pt x="2329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FAB25AD-AB27-734E-A7B6-10007DFDE961}"/>
                </a:ext>
              </a:extLst>
            </p:cNvPr>
            <p:cNvGrpSpPr/>
            <p:nvPr/>
          </p:nvGrpSpPr>
          <p:grpSpPr>
            <a:xfrm>
              <a:off x="17466705" y="8771900"/>
              <a:ext cx="1648475" cy="4200101"/>
              <a:chOff x="17466705" y="8771900"/>
              <a:chExt cx="1648475" cy="4200101"/>
            </a:xfrm>
          </p:grpSpPr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931B7439-168A-7F43-8D62-51C4C130EA80}"/>
                  </a:ext>
                </a:extLst>
              </p:cNvPr>
              <p:cNvSpPr/>
              <p:nvPr/>
            </p:nvSpPr>
            <p:spPr>
              <a:xfrm>
                <a:off x="17698963" y="11532606"/>
                <a:ext cx="1103771" cy="14306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7" h="1149">
                    <a:moveTo>
                      <a:pt x="0" y="1149"/>
                    </a:moveTo>
                    <a:lnTo>
                      <a:pt x="887" y="1149"/>
                    </a:lnTo>
                    <a:lnTo>
                      <a:pt x="88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598B4D2B-728A-E649-BB1A-B964C6EC009C}"/>
                  </a:ext>
                </a:extLst>
              </p:cNvPr>
              <p:cNvSpPr/>
              <p:nvPr/>
            </p:nvSpPr>
            <p:spPr>
              <a:xfrm>
                <a:off x="17691492" y="11525129"/>
                <a:ext cx="1118720" cy="1446872"/>
              </a:xfrm>
              <a:custGeom>
                <a:avLst/>
                <a:gdLst>
                  <a:gd name="connsiteX0" fmla="*/ 16196 w 1118720"/>
                  <a:gd name="connsiteY0" fmla="*/ 14955 h 1446872"/>
                  <a:gd name="connsiteX1" fmla="*/ 16196 w 1118720"/>
                  <a:gd name="connsiteY1" fmla="*/ 1430672 h 1446872"/>
                  <a:gd name="connsiteX2" fmla="*/ 1103772 w 1118720"/>
                  <a:gd name="connsiteY2" fmla="*/ 1430672 h 1446872"/>
                  <a:gd name="connsiteX3" fmla="*/ 1103772 w 1118720"/>
                  <a:gd name="connsiteY3" fmla="*/ 14955 h 1446872"/>
                  <a:gd name="connsiteX4" fmla="*/ 7466 w 1118720"/>
                  <a:gd name="connsiteY4" fmla="*/ 0 h 1446872"/>
                  <a:gd name="connsiteX5" fmla="*/ 1111254 w 1118720"/>
                  <a:gd name="connsiteY5" fmla="*/ 0 h 1446872"/>
                  <a:gd name="connsiteX6" fmla="*/ 1118720 w 1118720"/>
                  <a:gd name="connsiteY6" fmla="*/ 7471 h 1446872"/>
                  <a:gd name="connsiteX7" fmla="*/ 1118720 w 1118720"/>
                  <a:gd name="connsiteY7" fmla="*/ 1438156 h 1446872"/>
                  <a:gd name="connsiteX8" fmla="*/ 1111254 w 1118720"/>
                  <a:gd name="connsiteY8" fmla="*/ 1446872 h 1446872"/>
                  <a:gd name="connsiteX9" fmla="*/ 7466 w 1118720"/>
                  <a:gd name="connsiteY9" fmla="*/ 1446872 h 1446872"/>
                  <a:gd name="connsiteX10" fmla="*/ 0 w 1118720"/>
                  <a:gd name="connsiteY10" fmla="*/ 1438156 h 1446872"/>
                  <a:gd name="connsiteX11" fmla="*/ 0 w 1118720"/>
                  <a:gd name="connsiteY11" fmla="*/ 7471 h 1446872"/>
                  <a:gd name="connsiteX12" fmla="*/ 7466 w 1118720"/>
                  <a:gd name="connsiteY12" fmla="*/ 0 h 14468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8720" h="1446872">
                    <a:moveTo>
                      <a:pt x="16196" y="14955"/>
                    </a:moveTo>
                    <a:lnTo>
                      <a:pt x="16196" y="1430672"/>
                    </a:lnTo>
                    <a:lnTo>
                      <a:pt x="1103772" y="1430672"/>
                    </a:lnTo>
                    <a:lnTo>
                      <a:pt x="1103772" y="14955"/>
                    </a:lnTo>
                    <a:close/>
                    <a:moveTo>
                      <a:pt x="7466" y="0"/>
                    </a:moveTo>
                    <a:lnTo>
                      <a:pt x="1111254" y="0"/>
                    </a:lnTo>
                    <a:cubicBezTo>
                      <a:pt x="1114988" y="0"/>
                      <a:pt x="1118720" y="3735"/>
                      <a:pt x="1118720" y="7471"/>
                    </a:cubicBezTo>
                    <a:lnTo>
                      <a:pt x="1118720" y="1438156"/>
                    </a:lnTo>
                    <a:cubicBezTo>
                      <a:pt x="1118720" y="1443137"/>
                      <a:pt x="1114988" y="1446872"/>
                      <a:pt x="1111254" y="1446872"/>
                    </a:cubicBezTo>
                    <a:lnTo>
                      <a:pt x="7466" y="1446872"/>
                    </a:lnTo>
                    <a:cubicBezTo>
                      <a:pt x="3734" y="1446872"/>
                      <a:pt x="0" y="1443137"/>
                      <a:pt x="0" y="1438156"/>
                    </a:cubicBezTo>
                    <a:lnTo>
                      <a:pt x="0" y="7471"/>
                    </a:lnTo>
                    <a:cubicBezTo>
                      <a:pt x="0" y="3735"/>
                      <a:pt x="3734" y="0"/>
                      <a:pt x="74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735DDB1B-5A48-0B48-A997-288D5087E80B}"/>
                  </a:ext>
                </a:extLst>
              </p:cNvPr>
              <p:cNvSpPr/>
              <p:nvPr/>
            </p:nvSpPr>
            <p:spPr>
              <a:xfrm>
                <a:off x="17698963" y="10829733"/>
                <a:ext cx="1103771" cy="2779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7" h="224">
                    <a:moveTo>
                      <a:pt x="747" y="0"/>
                    </a:moveTo>
                    <a:lnTo>
                      <a:pt x="443" y="0"/>
                    </a:lnTo>
                    <a:lnTo>
                      <a:pt x="140" y="0"/>
                    </a:lnTo>
                    <a:cubicBezTo>
                      <a:pt x="101" y="0"/>
                      <a:pt x="66" y="16"/>
                      <a:pt x="41" y="41"/>
                    </a:cubicBezTo>
                    <a:cubicBezTo>
                      <a:pt x="16" y="66"/>
                      <a:pt x="0" y="101"/>
                      <a:pt x="0" y="139"/>
                    </a:cubicBezTo>
                    <a:lnTo>
                      <a:pt x="0" y="182"/>
                    </a:lnTo>
                    <a:lnTo>
                      <a:pt x="0" y="224"/>
                    </a:lnTo>
                    <a:lnTo>
                      <a:pt x="443" y="224"/>
                    </a:lnTo>
                    <a:lnTo>
                      <a:pt x="887" y="224"/>
                    </a:lnTo>
                    <a:lnTo>
                      <a:pt x="887" y="182"/>
                    </a:lnTo>
                    <a:lnTo>
                      <a:pt x="887" y="139"/>
                    </a:lnTo>
                    <a:cubicBezTo>
                      <a:pt x="887" y="101"/>
                      <a:pt x="871" y="66"/>
                      <a:pt x="846" y="41"/>
                    </a:cubicBezTo>
                    <a:cubicBezTo>
                      <a:pt x="821" y="16"/>
                      <a:pt x="786" y="0"/>
                      <a:pt x="74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000F84F9-B260-0949-A62B-FA706F6569B4}"/>
                  </a:ext>
                </a:extLst>
              </p:cNvPr>
              <p:cNvSpPr/>
              <p:nvPr/>
            </p:nvSpPr>
            <p:spPr>
              <a:xfrm>
                <a:off x="17691492" y="10822255"/>
                <a:ext cx="1118720" cy="292864"/>
              </a:xfrm>
              <a:custGeom>
                <a:avLst/>
                <a:gdLst>
                  <a:gd name="connsiteX0" fmla="*/ 181696 w 1118720"/>
                  <a:gd name="connsiteY0" fmla="*/ 14955 h 292864"/>
                  <a:gd name="connsiteX1" fmla="*/ 63480 w 1118720"/>
                  <a:gd name="connsiteY1" fmla="*/ 63329 h 292864"/>
                  <a:gd name="connsiteX2" fmla="*/ 16196 w 1118720"/>
                  <a:gd name="connsiteY2" fmla="*/ 179921 h 292864"/>
                  <a:gd name="connsiteX3" fmla="*/ 16196 w 1118720"/>
                  <a:gd name="connsiteY3" fmla="*/ 277909 h 292864"/>
                  <a:gd name="connsiteX4" fmla="*/ 1103772 w 1118720"/>
                  <a:gd name="connsiteY4" fmla="*/ 277909 h 292864"/>
                  <a:gd name="connsiteX5" fmla="*/ 1103772 w 1118720"/>
                  <a:gd name="connsiteY5" fmla="*/ 179921 h 292864"/>
                  <a:gd name="connsiteX6" fmla="*/ 1055240 w 1118720"/>
                  <a:gd name="connsiteY6" fmla="*/ 63329 h 292864"/>
                  <a:gd name="connsiteX7" fmla="*/ 937026 w 1118720"/>
                  <a:gd name="connsiteY7" fmla="*/ 14955 h 292864"/>
                  <a:gd name="connsiteX8" fmla="*/ 181684 w 1118720"/>
                  <a:gd name="connsiteY8" fmla="*/ 0 h 292864"/>
                  <a:gd name="connsiteX9" fmla="*/ 937038 w 1118720"/>
                  <a:gd name="connsiteY9" fmla="*/ 0 h 292864"/>
                  <a:gd name="connsiteX10" fmla="*/ 1066456 w 1118720"/>
                  <a:gd name="connsiteY10" fmla="*/ 53361 h 292864"/>
                  <a:gd name="connsiteX11" fmla="*/ 1118720 w 1118720"/>
                  <a:gd name="connsiteY11" fmla="*/ 179938 h 292864"/>
                  <a:gd name="connsiteX12" fmla="*/ 1118720 w 1118720"/>
                  <a:gd name="connsiteY12" fmla="*/ 285418 h 292864"/>
                  <a:gd name="connsiteX13" fmla="*/ 1111254 w 1118720"/>
                  <a:gd name="connsiteY13" fmla="*/ 292864 h 292864"/>
                  <a:gd name="connsiteX14" fmla="*/ 7466 w 1118720"/>
                  <a:gd name="connsiteY14" fmla="*/ 292864 h 292864"/>
                  <a:gd name="connsiteX15" fmla="*/ 0 w 1118720"/>
                  <a:gd name="connsiteY15" fmla="*/ 285418 h 292864"/>
                  <a:gd name="connsiteX16" fmla="*/ 0 w 1118720"/>
                  <a:gd name="connsiteY16" fmla="*/ 179938 h 292864"/>
                  <a:gd name="connsiteX17" fmla="*/ 53510 w 1118720"/>
                  <a:gd name="connsiteY17" fmla="*/ 53361 h 292864"/>
                  <a:gd name="connsiteX18" fmla="*/ 181684 w 1118720"/>
                  <a:gd name="connsiteY18" fmla="*/ 0 h 2928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18720" h="292864">
                    <a:moveTo>
                      <a:pt x="181696" y="14955"/>
                    </a:moveTo>
                    <a:cubicBezTo>
                      <a:pt x="136898" y="14955"/>
                      <a:pt x="95834" y="32320"/>
                      <a:pt x="63480" y="63329"/>
                    </a:cubicBezTo>
                    <a:cubicBezTo>
                      <a:pt x="32372" y="95578"/>
                      <a:pt x="16196" y="136509"/>
                      <a:pt x="16196" y="179921"/>
                    </a:cubicBezTo>
                    <a:lnTo>
                      <a:pt x="16196" y="277909"/>
                    </a:lnTo>
                    <a:lnTo>
                      <a:pt x="1103772" y="277909"/>
                    </a:lnTo>
                    <a:lnTo>
                      <a:pt x="1103772" y="179921"/>
                    </a:lnTo>
                    <a:cubicBezTo>
                      <a:pt x="1103772" y="136509"/>
                      <a:pt x="1085106" y="95578"/>
                      <a:pt x="1055240" y="63329"/>
                    </a:cubicBezTo>
                    <a:cubicBezTo>
                      <a:pt x="1022888" y="32320"/>
                      <a:pt x="981824" y="14955"/>
                      <a:pt x="937026" y="14955"/>
                    </a:cubicBezTo>
                    <a:close/>
                    <a:moveTo>
                      <a:pt x="181684" y="0"/>
                    </a:moveTo>
                    <a:lnTo>
                      <a:pt x="937038" y="0"/>
                    </a:lnTo>
                    <a:cubicBezTo>
                      <a:pt x="985570" y="0"/>
                      <a:pt x="1031612" y="18614"/>
                      <a:pt x="1066456" y="53361"/>
                    </a:cubicBezTo>
                    <a:cubicBezTo>
                      <a:pt x="1100054" y="86866"/>
                      <a:pt x="1118720" y="132782"/>
                      <a:pt x="1118720" y="179938"/>
                    </a:cubicBezTo>
                    <a:lnTo>
                      <a:pt x="1118720" y="285418"/>
                    </a:lnTo>
                    <a:cubicBezTo>
                      <a:pt x="1118720" y="290382"/>
                      <a:pt x="1114988" y="292864"/>
                      <a:pt x="1111254" y="292864"/>
                    </a:cubicBezTo>
                    <a:lnTo>
                      <a:pt x="7466" y="292864"/>
                    </a:lnTo>
                    <a:cubicBezTo>
                      <a:pt x="3734" y="292864"/>
                      <a:pt x="0" y="290382"/>
                      <a:pt x="0" y="285418"/>
                    </a:cubicBezTo>
                    <a:lnTo>
                      <a:pt x="0" y="179938"/>
                    </a:lnTo>
                    <a:cubicBezTo>
                      <a:pt x="0" y="132782"/>
                      <a:pt x="18666" y="86866"/>
                      <a:pt x="53510" y="53361"/>
                    </a:cubicBezTo>
                    <a:cubicBezTo>
                      <a:pt x="87108" y="18614"/>
                      <a:pt x="133152" y="0"/>
                      <a:pt x="1816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DF6E78DB-65AF-A54E-8208-19DE3DC3FD2D}"/>
                  </a:ext>
                </a:extLst>
              </p:cNvPr>
              <p:cNvSpPr/>
              <p:nvPr/>
            </p:nvSpPr>
            <p:spPr>
              <a:xfrm>
                <a:off x="17698963" y="11108888"/>
                <a:ext cx="1103771" cy="2791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7" h="225">
                    <a:moveTo>
                      <a:pt x="887" y="0"/>
                    </a:moveTo>
                    <a:lnTo>
                      <a:pt x="0" y="0"/>
                    </a:lnTo>
                    <a:lnTo>
                      <a:pt x="0" y="225"/>
                    </a:lnTo>
                    <a:lnTo>
                      <a:pt x="887" y="225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0FC100BD-E8A9-E244-A1DC-3AC0EF42640F}"/>
                  </a:ext>
                </a:extLst>
              </p:cNvPr>
              <p:cNvSpPr/>
              <p:nvPr/>
            </p:nvSpPr>
            <p:spPr>
              <a:xfrm>
                <a:off x="17691492" y="11101411"/>
                <a:ext cx="1118720" cy="294110"/>
              </a:xfrm>
              <a:custGeom>
                <a:avLst/>
                <a:gdLst>
                  <a:gd name="connsiteX0" fmla="*/ 16196 w 1118720"/>
                  <a:gd name="connsiteY0" fmla="*/ 14955 h 294110"/>
                  <a:gd name="connsiteX1" fmla="*/ 16196 w 1118720"/>
                  <a:gd name="connsiteY1" fmla="*/ 277909 h 294110"/>
                  <a:gd name="connsiteX2" fmla="*/ 1103772 w 1118720"/>
                  <a:gd name="connsiteY2" fmla="*/ 277909 h 294110"/>
                  <a:gd name="connsiteX3" fmla="*/ 1103772 w 1118720"/>
                  <a:gd name="connsiteY3" fmla="*/ 14955 h 294110"/>
                  <a:gd name="connsiteX4" fmla="*/ 7466 w 1118720"/>
                  <a:gd name="connsiteY4" fmla="*/ 0 h 294110"/>
                  <a:gd name="connsiteX5" fmla="*/ 1111254 w 1118720"/>
                  <a:gd name="connsiteY5" fmla="*/ 0 h 294110"/>
                  <a:gd name="connsiteX6" fmla="*/ 1118720 w 1118720"/>
                  <a:gd name="connsiteY6" fmla="*/ 7446 h 294110"/>
                  <a:gd name="connsiteX7" fmla="*/ 1118720 w 1118720"/>
                  <a:gd name="connsiteY7" fmla="*/ 286664 h 294110"/>
                  <a:gd name="connsiteX8" fmla="*/ 1111254 w 1118720"/>
                  <a:gd name="connsiteY8" fmla="*/ 294110 h 294110"/>
                  <a:gd name="connsiteX9" fmla="*/ 7466 w 1118720"/>
                  <a:gd name="connsiteY9" fmla="*/ 294110 h 294110"/>
                  <a:gd name="connsiteX10" fmla="*/ 0 w 1118720"/>
                  <a:gd name="connsiteY10" fmla="*/ 286664 h 294110"/>
                  <a:gd name="connsiteX11" fmla="*/ 0 w 1118720"/>
                  <a:gd name="connsiteY11" fmla="*/ 7446 h 294110"/>
                  <a:gd name="connsiteX12" fmla="*/ 7466 w 1118720"/>
                  <a:gd name="connsiteY12" fmla="*/ 0 h 294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8720" h="294110">
                    <a:moveTo>
                      <a:pt x="16196" y="14955"/>
                    </a:moveTo>
                    <a:lnTo>
                      <a:pt x="16196" y="277909"/>
                    </a:lnTo>
                    <a:lnTo>
                      <a:pt x="1103772" y="277909"/>
                    </a:lnTo>
                    <a:lnTo>
                      <a:pt x="1103772" y="14955"/>
                    </a:lnTo>
                    <a:close/>
                    <a:moveTo>
                      <a:pt x="7466" y="0"/>
                    </a:moveTo>
                    <a:lnTo>
                      <a:pt x="1111254" y="0"/>
                    </a:lnTo>
                    <a:cubicBezTo>
                      <a:pt x="1114988" y="0"/>
                      <a:pt x="1118720" y="3723"/>
                      <a:pt x="1118720" y="7446"/>
                    </a:cubicBezTo>
                    <a:lnTo>
                      <a:pt x="1118720" y="286664"/>
                    </a:lnTo>
                    <a:cubicBezTo>
                      <a:pt x="1118720" y="290387"/>
                      <a:pt x="1114988" y="294110"/>
                      <a:pt x="1111254" y="294110"/>
                    </a:cubicBezTo>
                    <a:lnTo>
                      <a:pt x="7466" y="294110"/>
                    </a:lnTo>
                    <a:cubicBezTo>
                      <a:pt x="3734" y="294110"/>
                      <a:pt x="0" y="290387"/>
                      <a:pt x="0" y="286664"/>
                    </a:cubicBezTo>
                    <a:lnTo>
                      <a:pt x="0" y="7446"/>
                    </a:lnTo>
                    <a:cubicBezTo>
                      <a:pt x="0" y="3723"/>
                      <a:pt x="3734" y="0"/>
                      <a:pt x="74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8670B43F-E582-B344-8122-63EDD4578B1A}"/>
                  </a:ext>
                </a:extLst>
              </p:cNvPr>
              <p:cNvSpPr/>
              <p:nvPr/>
            </p:nvSpPr>
            <p:spPr>
              <a:xfrm>
                <a:off x="17698963" y="11389290"/>
                <a:ext cx="1103771" cy="1420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7" h="115">
                    <a:moveTo>
                      <a:pt x="0" y="115"/>
                    </a:moveTo>
                    <a:lnTo>
                      <a:pt x="887" y="115"/>
                    </a:lnTo>
                    <a:lnTo>
                      <a:pt x="88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AB9EA917-B6AE-5D45-A3E8-589A8B684CC2}"/>
                  </a:ext>
                </a:extLst>
              </p:cNvPr>
              <p:cNvSpPr/>
              <p:nvPr/>
            </p:nvSpPr>
            <p:spPr>
              <a:xfrm>
                <a:off x="17691492" y="11380566"/>
                <a:ext cx="1118720" cy="158271"/>
              </a:xfrm>
              <a:custGeom>
                <a:avLst/>
                <a:gdLst>
                  <a:gd name="connsiteX0" fmla="*/ 16196 w 1118720"/>
                  <a:gd name="connsiteY0" fmla="*/ 16201 h 158271"/>
                  <a:gd name="connsiteX1" fmla="*/ 16196 w 1118720"/>
                  <a:gd name="connsiteY1" fmla="*/ 143316 h 158271"/>
                  <a:gd name="connsiteX2" fmla="*/ 1103772 w 1118720"/>
                  <a:gd name="connsiteY2" fmla="*/ 143316 h 158271"/>
                  <a:gd name="connsiteX3" fmla="*/ 1103772 w 1118720"/>
                  <a:gd name="connsiteY3" fmla="*/ 16201 h 158271"/>
                  <a:gd name="connsiteX4" fmla="*/ 7466 w 1118720"/>
                  <a:gd name="connsiteY4" fmla="*/ 0 h 158271"/>
                  <a:gd name="connsiteX5" fmla="*/ 1111254 w 1118720"/>
                  <a:gd name="connsiteY5" fmla="*/ 0 h 158271"/>
                  <a:gd name="connsiteX6" fmla="*/ 1118720 w 1118720"/>
                  <a:gd name="connsiteY6" fmla="*/ 8655 h 158271"/>
                  <a:gd name="connsiteX7" fmla="*/ 1118720 w 1118720"/>
                  <a:gd name="connsiteY7" fmla="*/ 150852 h 158271"/>
                  <a:gd name="connsiteX8" fmla="*/ 1111254 w 1118720"/>
                  <a:gd name="connsiteY8" fmla="*/ 158271 h 158271"/>
                  <a:gd name="connsiteX9" fmla="*/ 7466 w 1118720"/>
                  <a:gd name="connsiteY9" fmla="*/ 158271 h 158271"/>
                  <a:gd name="connsiteX10" fmla="*/ 0 w 1118720"/>
                  <a:gd name="connsiteY10" fmla="*/ 150852 h 158271"/>
                  <a:gd name="connsiteX11" fmla="*/ 0 w 1118720"/>
                  <a:gd name="connsiteY11" fmla="*/ 8655 h 158271"/>
                  <a:gd name="connsiteX12" fmla="*/ 7466 w 1118720"/>
                  <a:gd name="connsiteY12" fmla="*/ 0 h 158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18720" h="158271">
                    <a:moveTo>
                      <a:pt x="16196" y="16201"/>
                    </a:moveTo>
                    <a:lnTo>
                      <a:pt x="16196" y="143316"/>
                    </a:lnTo>
                    <a:lnTo>
                      <a:pt x="1103772" y="143316"/>
                    </a:lnTo>
                    <a:lnTo>
                      <a:pt x="1103772" y="16201"/>
                    </a:lnTo>
                    <a:close/>
                    <a:moveTo>
                      <a:pt x="7466" y="0"/>
                    </a:moveTo>
                    <a:lnTo>
                      <a:pt x="1111254" y="0"/>
                    </a:lnTo>
                    <a:cubicBezTo>
                      <a:pt x="1114988" y="0"/>
                      <a:pt x="1118720" y="3709"/>
                      <a:pt x="1118720" y="8655"/>
                    </a:cubicBezTo>
                    <a:lnTo>
                      <a:pt x="1118720" y="150852"/>
                    </a:lnTo>
                    <a:cubicBezTo>
                      <a:pt x="1118720" y="154562"/>
                      <a:pt x="1114988" y="158271"/>
                      <a:pt x="1111254" y="158271"/>
                    </a:cubicBezTo>
                    <a:lnTo>
                      <a:pt x="7466" y="158271"/>
                    </a:lnTo>
                    <a:cubicBezTo>
                      <a:pt x="3734" y="158271"/>
                      <a:pt x="0" y="154562"/>
                      <a:pt x="0" y="150852"/>
                    </a:cubicBezTo>
                    <a:lnTo>
                      <a:pt x="0" y="8655"/>
                    </a:lnTo>
                    <a:cubicBezTo>
                      <a:pt x="0" y="3709"/>
                      <a:pt x="3734" y="0"/>
                      <a:pt x="74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B0078CA8-80B2-E340-9A80-CEDA69A1B9A1}"/>
                  </a:ext>
                </a:extLst>
              </p:cNvPr>
              <p:cNvSpPr/>
              <p:nvPr/>
            </p:nvSpPr>
            <p:spPr>
              <a:xfrm>
                <a:off x="17833512" y="8779686"/>
                <a:ext cx="697643" cy="13858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61" h="1113">
                    <a:moveTo>
                      <a:pt x="491" y="801"/>
                    </a:moveTo>
                    <a:cubicBezTo>
                      <a:pt x="496" y="757"/>
                      <a:pt x="459" y="713"/>
                      <a:pt x="401" y="682"/>
                    </a:cubicBezTo>
                    <a:cubicBezTo>
                      <a:pt x="476" y="595"/>
                      <a:pt x="536" y="462"/>
                      <a:pt x="554" y="361"/>
                    </a:cubicBezTo>
                    <a:cubicBezTo>
                      <a:pt x="585" y="188"/>
                      <a:pt x="499" y="28"/>
                      <a:pt x="360" y="3"/>
                    </a:cubicBezTo>
                    <a:cubicBezTo>
                      <a:pt x="223" y="-21"/>
                      <a:pt x="86" y="99"/>
                      <a:pt x="55" y="272"/>
                    </a:cubicBezTo>
                    <a:cubicBezTo>
                      <a:pt x="36" y="381"/>
                      <a:pt x="56" y="543"/>
                      <a:pt x="109" y="653"/>
                    </a:cubicBezTo>
                    <a:cubicBezTo>
                      <a:pt x="47" y="672"/>
                      <a:pt x="4" y="707"/>
                      <a:pt x="0" y="751"/>
                    </a:cubicBezTo>
                    <a:cubicBezTo>
                      <a:pt x="-8" y="826"/>
                      <a:pt x="92" y="1105"/>
                      <a:pt x="212" y="1113"/>
                    </a:cubicBezTo>
                    <a:cubicBezTo>
                      <a:pt x="333" y="1121"/>
                      <a:pt x="483" y="876"/>
                      <a:pt x="491" y="80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4B4019EF-A6DD-9D48-A8B5-31BF844309BA}"/>
                  </a:ext>
                </a:extLst>
              </p:cNvPr>
              <p:cNvSpPr/>
              <p:nvPr/>
            </p:nvSpPr>
            <p:spPr>
              <a:xfrm>
                <a:off x="17824224" y="8771900"/>
                <a:ext cx="714232" cy="1402316"/>
              </a:xfrm>
              <a:custGeom>
                <a:avLst/>
                <a:gdLst>
                  <a:gd name="connsiteX0" fmla="*/ 413445 w 714232"/>
                  <a:gd name="connsiteY0" fmla="*/ 16509 h 1402316"/>
                  <a:gd name="connsiteX1" fmla="*/ 86399 w 714232"/>
                  <a:gd name="connsiteY1" fmla="*/ 347705 h 1402316"/>
                  <a:gd name="connsiteX2" fmla="*/ 152305 w 714232"/>
                  <a:gd name="connsiteY2" fmla="*/ 817106 h 1402316"/>
                  <a:gd name="connsiteX3" fmla="*/ 152305 w 714232"/>
                  <a:gd name="connsiteY3" fmla="*/ 824577 h 1402316"/>
                  <a:gd name="connsiteX4" fmla="*/ 147331 w 714232"/>
                  <a:gd name="connsiteY4" fmla="*/ 828312 h 1402316"/>
                  <a:gd name="connsiteX5" fmla="*/ 16763 w 714232"/>
                  <a:gd name="connsiteY5" fmla="*/ 944106 h 1402316"/>
                  <a:gd name="connsiteX6" fmla="*/ 163497 w 714232"/>
                  <a:gd name="connsiteY6" fmla="*/ 1315144 h 1402316"/>
                  <a:gd name="connsiteX7" fmla="*/ 274171 w 714232"/>
                  <a:gd name="connsiteY7" fmla="*/ 1386115 h 1402316"/>
                  <a:gd name="connsiteX8" fmla="*/ 280389 w 714232"/>
                  <a:gd name="connsiteY8" fmla="*/ 1386115 h 1402316"/>
                  <a:gd name="connsiteX9" fmla="*/ 612409 w 714232"/>
                  <a:gd name="connsiteY9" fmla="*/ 1005116 h 1402316"/>
                  <a:gd name="connsiteX10" fmla="*/ 504223 w 714232"/>
                  <a:gd name="connsiteY10" fmla="*/ 864420 h 1402316"/>
                  <a:gd name="connsiteX11" fmla="*/ 500493 w 714232"/>
                  <a:gd name="connsiteY11" fmla="*/ 859439 h 1402316"/>
                  <a:gd name="connsiteX12" fmla="*/ 501735 w 714232"/>
                  <a:gd name="connsiteY12" fmla="*/ 851969 h 1402316"/>
                  <a:gd name="connsiteX13" fmla="*/ 690751 w 714232"/>
                  <a:gd name="connsiteY13" fmla="*/ 454783 h 1402316"/>
                  <a:gd name="connsiteX14" fmla="*/ 456969 w 714232"/>
                  <a:gd name="connsiteY14" fmla="*/ 20244 h 1402316"/>
                  <a:gd name="connsiteX15" fmla="*/ 413445 w 714232"/>
                  <a:gd name="connsiteY15" fmla="*/ 16509 h 1402316"/>
                  <a:gd name="connsiteX16" fmla="*/ 393973 w 714232"/>
                  <a:gd name="connsiteY16" fmla="*/ 726 h 1402316"/>
                  <a:gd name="connsiteX17" fmla="*/ 459463 w 714232"/>
                  <a:gd name="connsiteY17" fmla="*/ 4043 h 1402316"/>
                  <a:gd name="connsiteX18" fmla="*/ 706943 w 714232"/>
                  <a:gd name="connsiteY18" fmla="*/ 458513 h 1402316"/>
                  <a:gd name="connsiteX19" fmla="*/ 520399 w 714232"/>
                  <a:gd name="connsiteY19" fmla="*/ 854462 h 1402316"/>
                  <a:gd name="connsiteX20" fmla="*/ 627351 w 714232"/>
                  <a:gd name="connsiteY20" fmla="*/ 1006367 h 1402316"/>
                  <a:gd name="connsiteX21" fmla="*/ 280381 w 714232"/>
                  <a:gd name="connsiteY21" fmla="*/ 1402316 h 1402316"/>
                  <a:gd name="connsiteX22" fmla="*/ 272919 w 714232"/>
                  <a:gd name="connsiteY22" fmla="*/ 1402316 h 1402316"/>
                  <a:gd name="connsiteX23" fmla="*/ 151045 w 714232"/>
                  <a:gd name="connsiteY23" fmla="*/ 1325118 h 1402316"/>
                  <a:gd name="connsiteX24" fmla="*/ 37875 w 714232"/>
                  <a:gd name="connsiteY24" fmla="*/ 1118428 h 1402316"/>
                  <a:gd name="connsiteX25" fmla="*/ 567 w 714232"/>
                  <a:gd name="connsiteY25" fmla="*/ 942866 h 1402316"/>
                  <a:gd name="connsiteX26" fmla="*/ 133633 w 714232"/>
                  <a:gd name="connsiteY26" fmla="*/ 815863 h 1402316"/>
                  <a:gd name="connsiteX27" fmla="*/ 70209 w 714232"/>
                  <a:gd name="connsiteY27" fmla="*/ 345207 h 1402316"/>
                  <a:gd name="connsiteX28" fmla="*/ 393973 w 714232"/>
                  <a:gd name="connsiteY28" fmla="*/ 726 h 14023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14232" h="1402316">
                    <a:moveTo>
                      <a:pt x="413445" y="16509"/>
                    </a:moveTo>
                    <a:cubicBezTo>
                      <a:pt x="261735" y="16509"/>
                      <a:pt x="121217" y="154715"/>
                      <a:pt x="86399" y="347705"/>
                    </a:cubicBezTo>
                    <a:cubicBezTo>
                      <a:pt x="61529" y="487155"/>
                      <a:pt x="88887" y="683881"/>
                      <a:pt x="152305" y="817106"/>
                    </a:cubicBezTo>
                    <a:cubicBezTo>
                      <a:pt x="153549" y="819596"/>
                      <a:pt x="153549" y="822086"/>
                      <a:pt x="152305" y="824577"/>
                    </a:cubicBezTo>
                    <a:cubicBezTo>
                      <a:pt x="151063" y="825822"/>
                      <a:pt x="149819" y="827067"/>
                      <a:pt x="147331" y="828312"/>
                    </a:cubicBezTo>
                    <a:cubicBezTo>
                      <a:pt x="70233" y="851969"/>
                      <a:pt x="21737" y="894302"/>
                      <a:pt x="16763" y="944106"/>
                    </a:cubicBezTo>
                    <a:cubicBezTo>
                      <a:pt x="9301" y="1011341"/>
                      <a:pt x="73965" y="1208066"/>
                      <a:pt x="163497" y="1315144"/>
                    </a:cubicBezTo>
                    <a:cubicBezTo>
                      <a:pt x="200803" y="1358723"/>
                      <a:pt x="238109" y="1383625"/>
                      <a:pt x="274171" y="1386115"/>
                    </a:cubicBezTo>
                    <a:cubicBezTo>
                      <a:pt x="276659" y="1386115"/>
                      <a:pt x="279145" y="1386115"/>
                      <a:pt x="280389" y="1386115"/>
                    </a:cubicBezTo>
                    <a:cubicBezTo>
                      <a:pt x="425881" y="1386115"/>
                      <a:pt x="602461" y="1088537"/>
                      <a:pt x="612409" y="1005116"/>
                    </a:cubicBezTo>
                    <a:cubicBezTo>
                      <a:pt x="616139" y="954067"/>
                      <a:pt x="577591" y="901772"/>
                      <a:pt x="504223" y="864420"/>
                    </a:cubicBezTo>
                    <a:cubicBezTo>
                      <a:pt x="501735" y="863174"/>
                      <a:pt x="500493" y="860684"/>
                      <a:pt x="500493" y="859439"/>
                    </a:cubicBezTo>
                    <a:cubicBezTo>
                      <a:pt x="500493" y="856949"/>
                      <a:pt x="500493" y="854459"/>
                      <a:pt x="501735" y="851969"/>
                    </a:cubicBezTo>
                    <a:cubicBezTo>
                      <a:pt x="590027" y="748626"/>
                      <a:pt x="667125" y="585518"/>
                      <a:pt x="690751" y="454783"/>
                    </a:cubicBezTo>
                    <a:cubicBezTo>
                      <a:pt x="728057" y="245607"/>
                      <a:pt x="623601" y="50127"/>
                      <a:pt x="456969" y="20244"/>
                    </a:cubicBezTo>
                    <a:cubicBezTo>
                      <a:pt x="442047" y="17754"/>
                      <a:pt x="428369" y="16509"/>
                      <a:pt x="413445" y="16509"/>
                    </a:cubicBezTo>
                    <a:close/>
                    <a:moveTo>
                      <a:pt x="393973" y="726"/>
                    </a:moveTo>
                    <a:cubicBezTo>
                      <a:pt x="415625" y="-879"/>
                      <a:pt x="437545" y="152"/>
                      <a:pt x="459463" y="4043"/>
                    </a:cubicBezTo>
                    <a:cubicBezTo>
                      <a:pt x="634813" y="36417"/>
                      <a:pt x="744251" y="239372"/>
                      <a:pt x="706943" y="458513"/>
                    </a:cubicBezTo>
                    <a:cubicBezTo>
                      <a:pt x="683315" y="588006"/>
                      <a:pt x="607453" y="748627"/>
                      <a:pt x="520399" y="854462"/>
                    </a:cubicBezTo>
                    <a:cubicBezTo>
                      <a:pt x="593773" y="895551"/>
                      <a:pt x="633569" y="951582"/>
                      <a:pt x="627351" y="1006367"/>
                    </a:cubicBezTo>
                    <a:cubicBezTo>
                      <a:pt x="617403" y="1096016"/>
                      <a:pt x="435833" y="1402316"/>
                      <a:pt x="280381" y="1402316"/>
                    </a:cubicBezTo>
                    <a:cubicBezTo>
                      <a:pt x="279137" y="1402316"/>
                      <a:pt x="275407" y="1402316"/>
                      <a:pt x="272919" y="1402316"/>
                    </a:cubicBezTo>
                    <a:cubicBezTo>
                      <a:pt x="231879" y="1398581"/>
                      <a:pt x="192083" y="1372433"/>
                      <a:pt x="151045" y="1325118"/>
                    </a:cubicBezTo>
                    <a:cubicBezTo>
                      <a:pt x="93837" y="1256637"/>
                      <a:pt x="56529" y="1166988"/>
                      <a:pt x="37875" y="1118428"/>
                    </a:cubicBezTo>
                    <a:cubicBezTo>
                      <a:pt x="11759" y="1044966"/>
                      <a:pt x="-3165" y="977729"/>
                      <a:pt x="567" y="942866"/>
                    </a:cubicBezTo>
                    <a:cubicBezTo>
                      <a:pt x="6785" y="888080"/>
                      <a:pt x="54041" y="842011"/>
                      <a:pt x="133633" y="815863"/>
                    </a:cubicBezTo>
                    <a:cubicBezTo>
                      <a:pt x="71453" y="680145"/>
                      <a:pt x="45337" y="484661"/>
                      <a:pt x="70209" y="345207"/>
                    </a:cubicBezTo>
                    <a:cubicBezTo>
                      <a:pt x="103943" y="152368"/>
                      <a:pt x="242411" y="11961"/>
                      <a:pt x="393973" y="72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1" name="Freeform 90">
                <a:extLst>
                  <a:ext uri="{FF2B5EF4-FFF2-40B4-BE49-F238E27FC236}">
                    <a16:creationId xmlns:a16="http://schemas.microsoft.com/office/drawing/2014/main" id="{CF3A3498-8D91-8D46-AD7A-67251317F1FF}"/>
                  </a:ext>
                </a:extLst>
              </p:cNvPr>
              <p:cNvSpPr/>
              <p:nvPr/>
            </p:nvSpPr>
            <p:spPr>
              <a:xfrm>
                <a:off x="18096374" y="9324288"/>
                <a:ext cx="158216" cy="15054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8" h="1209">
                    <a:moveTo>
                      <a:pt x="122" y="1209"/>
                    </a:moveTo>
                    <a:cubicBezTo>
                      <a:pt x="120" y="1209"/>
                      <a:pt x="118" y="1208"/>
                      <a:pt x="116" y="1206"/>
                    </a:cubicBezTo>
                    <a:cubicBezTo>
                      <a:pt x="11" y="1024"/>
                      <a:pt x="-5" y="708"/>
                      <a:pt x="1" y="473"/>
                    </a:cubicBezTo>
                    <a:cubicBezTo>
                      <a:pt x="8" y="220"/>
                      <a:pt x="41" y="7"/>
                      <a:pt x="41" y="5"/>
                    </a:cubicBezTo>
                    <a:cubicBezTo>
                      <a:pt x="41" y="1"/>
                      <a:pt x="44" y="-1"/>
                      <a:pt x="48" y="0"/>
                    </a:cubicBezTo>
                    <a:cubicBezTo>
                      <a:pt x="52" y="0"/>
                      <a:pt x="54" y="3"/>
                      <a:pt x="53" y="7"/>
                    </a:cubicBezTo>
                    <a:cubicBezTo>
                      <a:pt x="52" y="15"/>
                      <a:pt x="-73" y="857"/>
                      <a:pt x="127" y="1199"/>
                    </a:cubicBezTo>
                    <a:cubicBezTo>
                      <a:pt x="129" y="1202"/>
                      <a:pt x="128" y="1207"/>
                      <a:pt x="125" y="1208"/>
                    </a:cubicBezTo>
                    <a:cubicBezTo>
                      <a:pt x="124" y="1208"/>
                      <a:pt x="123" y="1209"/>
                      <a:pt x="122" y="120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9DE6591A-F696-3943-9E8C-89757546A02C}"/>
                  </a:ext>
                </a:extLst>
              </p:cNvPr>
              <p:cNvSpPr/>
              <p:nvPr/>
            </p:nvSpPr>
            <p:spPr>
              <a:xfrm>
                <a:off x="18467620" y="9328027"/>
                <a:ext cx="640337" cy="116896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5" h="939">
                    <a:moveTo>
                      <a:pt x="497" y="370"/>
                    </a:moveTo>
                    <a:cubicBezTo>
                      <a:pt x="552" y="159"/>
                      <a:pt x="470" y="27"/>
                      <a:pt x="379" y="4"/>
                    </a:cubicBezTo>
                    <a:cubicBezTo>
                      <a:pt x="289" y="-20"/>
                      <a:pt x="154" y="56"/>
                      <a:pt x="99" y="267"/>
                    </a:cubicBezTo>
                    <a:cubicBezTo>
                      <a:pt x="67" y="389"/>
                      <a:pt x="81" y="485"/>
                      <a:pt x="116" y="548"/>
                    </a:cubicBezTo>
                    <a:cubicBezTo>
                      <a:pt x="54" y="560"/>
                      <a:pt x="9" y="593"/>
                      <a:pt x="1" y="638"/>
                    </a:cubicBezTo>
                    <a:cubicBezTo>
                      <a:pt x="-11" y="708"/>
                      <a:pt x="81" y="923"/>
                      <a:pt x="135" y="938"/>
                    </a:cubicBezTo>
                    <a:cubicBezTo>
                      <a:pt x="190" y="953"/>
                      <a:pt x="409" y="783"/>
                      <a:pt x="422" y="713"/>
                    </a:cubicBezTo>
                    <a:cubicBezTo>
                      <a:pt x="429" y="672"/>
                      <a:pt x="404" y="630"/>
                      <a:pt x="359" y="598"/>
                    </a:cubicBezTo>
                    <a:cubicBezTo>
                      <a:pt x="415" y="557"/>
                      <a:pt x="467" y="483"/>
                      <a:pt x="497" y="37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4E9F6BAD-E300-9142-8E55-4B0240CCD1E5}"/>
                  </a:ext>
                </a:extLst>
              </p:cNvPr>
              <p:cNvSpPr/>
              <p:nvPr/>
            </p:nvSpPr>
            <p:spPr>
              <a:xfrm>
                <a:off x="18460050" y="9318945"/>
                <a:ext cx="655130" cy="1185522"/>
              </a:xfrm>
              <a:custGeom>
                <a:avLst/>
                <a:gdLst>
                  <a:gd name="connsiteX0" fmla="*/ 437770 w 655130"/>
                  <a:gd name="connsiteY0" fmla="*/ 16559 h 1185522"/>
                  <a:gd name="connsiteX1" fmla="*/ 292304 w 655130"/>
                  <a:gd name="connsiteY1" fmla="*/ 73824 h 1185522"/>
                  <a:gd name="connsiteX2" fmla="*/ 138132 w 655130"/>
                  <a:gd name="connsiteY2" fmla="*/ 343964 h 1185522"/>
                  <a:gd name="connsiteX3" fmla="*/ 158026 w 655130"/>
                  <a:gd name="connsiteY3" fmla="*/ 687552 h 1185522"/>
                  <a:gd name="connsiteX4" fmla="*/ 159270 w 655130"/>
                  <a:gd name="connsiteY4" fmla="*/ 693776 h 1185522"/>
                  <a:gd name="connsiteX5" fmla="*/ 153052 w 655130"/>
                  <a:gd name="connsiteY5" fmla="*/ 698756 h 1185522"/>
                  <a:gd name="connsiteX6" fmla="*/ 16288 w 655130"/>
                  <a:gd name="connsiteY6" fmla="*/ 804571 h 1185522"/>
                  <a:gd name="connsiteX7" fmla="*/ 177918 w 655130"/>
                  <a:gd name="connsiteY7" fmla="*/ 1169322 h 1185522"/>
                  <a:gd name="connsiteX8" fmla="*/ 293546 w 655130"/>
                  <a:gd name="connsiteY8" fmla="*/ 1123261 h 1185522"/>
                  <a:gd name="connsiteX9" fmla="*/ 523560 w 655130"/>
                  <a:gd name="connsiteY9" fmla="*/ 894203 h 1185522"/>
                  <a:gd name="connsiteX10" fmla="*/ 448960 w 655130"/>
                  <a:gd name="connsiteY10" fmla="*/ 759755 h 1185522"/>
                  <a:gd name="connsiteX11" fmla="*/ 446474 w 655130"/>
                  <a:gd name="connsiteY11" fmla="*/ 753531 h 1185522"/>
                  <a:gd name="connsiteX12" fmla="*/ 448960 w 655130"/>
                  <a:gd name="connsiteY12" fmla="*/ 747306 h 1185522"/>
                  <a:gd name="connsiteX13" fmla="*/ 616808 w 655130"/>
                  <a:gd name="connsiteY13" fmla="*/ 467207 h 1185522"/>
                  <a:gd name="connsiteX14" fmla="*/ 476314 w 655130"/>
                  <a:gd name="connsiteY14" fmla="*/ 21539 h 1185522"/>
                  <a:gd name="connsiteX15" fmla="*/ 437770 w 655130"/>
                  <a:gd name="connsiteY15" fmla="*/ 16559 h 1185522"/>
                  <a:gd name="connsiteX16" fmla="*/ 432556 w 655130"/>
                  <a:gd name="connsiteY16" fmla="*/ 86 h 1185522"/>
                  <a:gd name="connsiteX17" fmla="*/ 481302 w 655130"/>
                  <a:gd name="connsiteY17" fmla="*/ 5338 h 1185522"/>
                  <a:gd name="connsiteX18" fmla="*/ 633000 w 655130"/>
                  <a:gd name="connsiteY18" fmla="*/ 472183 h 1185522"/>
                  <a:gd name="connsiteX19" fmla="*/ 467624 w 655130"/>
                  <a:gd name="connsiteY19" fmla="*/ 753535 h 1185522"/>
                  <a:gd name="connsiteX20" fmla="*/ 539742 w 655130"/>
                  <a:gd name="connsiteY20" fmla="*/ 897945 h 1185522"/>
                  <a:gd name="connsiteX21" fmla="*/ 302248 w 655130"/>
                  <a:gd name="connsiteY21" fmla="*/ 1136970 h 1185522"/>
                  <a:gd name="connsiteX22" fmla="*/ 185366 w 655130"/>
                  <a:gd name="connsiteY22" fmla="*/ 1185522 h 1185522"/>
                  <a:gd name="connsiteX23" fmla="*/ 172932 w 655130"/>
                  <a:gd name="connsiteY23" fmla="*/ 1184277 h 1185522"/>
                  <a:gd name="connsiteX24" fmla="*/ 1338 w 655130"/>
                  <a:gd name="connsiteY24" fmla="*/ 802087 h 1185522"/>
                  <a:gd name="connsiteX25" fmla="*/ 139358 w 655130"/>
                  <a:gd name="connsiteY25" fmla="*/ 686309 h 1185522"/>
                  <a:gd name="connsiteX26" fmla="*/ 121950 w 655130"/>
                  <a:gd name="connsiteY26" fmla="*/ 340221 h 1185522"/>
                  <a:gd name="connsiteX27" fmla="*/ 282352 w 655130"/>
                  <a:gd name="connsiteY27" fmla="*/ 61359 h 1185522"/>
                  <a:gd name="connsiteX28" fmla="*/ 432556 w 655130"/>
                  <a:gd name="connsiteY28" fmla="*/ 86 h 1185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655130" h="1185522">
                    <a:moveTo>
                      <a:pt x="437770" y="16559"/>
                    </a:moveTo>
                    <a:cubicBezTo>
                      <a:pt x="390524" y="16559"/>
                      <a:pt x="339550" y="35232"/>
                      <a:pt x="292304" y="73824"/>
                    </a:cubicBezTo>
                    <a:cubicBezTo>
                      <a:pt x="243814" y="113660"/>
                      <a:pt x="176676" y="193333"/>
                      <a:pt x="138132" y="343964"/>
                    </a:cubicBezTo>
                    <a:cubicBezTo>
                      <a:pt x="103320" y="477166"/>
                      <a:pt x="109536" y="600410"/>
                      <a:pt x="158026" y="687552"/>
                    </a:cubicBezTo>
                    <a:cubicBezTo>
                      <a:pt x="159270" y="690042"/>
                      <a:pt x="159270" y="692531"/>
                      <a:pt x="159270" y="693776"/>
                    </a:cubicBezTo>
                    <a:cubicBezTo>
                      <a:pt x="158026" y="696266"/>
                      <a:pt x="155540" y="698756"/>
                      <a:pt x="153052" y="698756"/>
                    </a:cubicBezTo>
                    <a:cubicBezTo>
                      <a:pt x="77210" y="713694"/>
                      <a:pt x="26234" y="753531"/>
                      <a:pt x="16288" y="804571"/>
                    </a:cubicBezTo>
                    <a:cubicBezTo>
                      <a:pt x="1368" y="890468"/>
                      <a:pt x="118240" y="1151894"/>
                      <a:pt x="177918" y="1169322"/>
                    </a:cubicBezTo>
                    <a:cubicBezTo>
                      <a:pt x="196568" y="1174302"/>
                      <a:pt x="238840" y="1156873"/>
                      <a:pt x="293546" y="1123261"/>
                    </a:cubicBezTo>
                    <a:cubicBezTo>
                      <a:pt x="420364" y="1043589"/>
                      <a:pt x="516100" y="939019"/>
                      <a:pt x="523560" y="894203"/>
                    </a:cubicBezTo>
                    <a:cubicBezTo>
                      <a:pt x="532262" y="849387"/>
                      <a:pt x="504910" y="800836"/>
                      <a:pt x="448960" y="759755"/>
                    </a:cubicBezTo>
                    <a:cubicBezTo>
                      <a:pt x="447718" y="758510"/>
                      <a:pt x="446474" y="756020"/>
                      <a:pt x="446474" y="753531"/>
                    </a:cubicBezTo>
                    <a:cubicBezTo>
                      <a:pt x="446474" y="751041"/>
                      <a:pt x="447718" y="748551"/>
                      <a:pt x="448960" y="747306"/>
                    </a:cubicBezTo>
                    <a:cubicBezTo>
                      <a:pt x="503666" y="707470"/>
                      <a:pt x="577022" y="627797"/>
                      <a:pt x="616808" y="467207"/>
                    </a:cubicBezTo>
                    <a:cubicBezTo>
                      <a:pt x="681460" y="218230"/>
                      <a:pt x="593184" y="51416"/>
                      <a:pt x="476314" y="21539"/>
                    </a:cubicBezTo>
                    <a:cubicBezTo>
                      <a:pt x="465124" y="17804"/>
                      <a:pt x="451448" y="16559"/>
                      <a:pt x="437770" y="16559"/>
                    </a:cubicBezTo>
                    <a:close/>
                    <a:moveTo>
                      <a:pt x="432556" y="86"/>
                    </a:moveTo>
                    <a:cubicBezTo>
                      <a:pt x="449128" y="-420"/>
                      <a:pt x="465448" y="1292"/>
                      <a:pt x="481302" y="5338"/>
                    </a:cubicBezTo>
                    <a:cubicBezTo>
                      <a:pt x="604400" y="37706"/>
                      <a:pt x="700144" y="211994"/>
                      <a:pt x="633000" y="472183"/>
                    </a:cubicBezTo>
                    <a:cubicBezTo>
                      <a:pt x="591966" y="627798"/>
                      <a:pt x="522334" y="709963"/>
                      <a:pt x="467624" y="753535"/>
                    </a:cubicBezTo>
                    <a:cubicBezTo>
                      <a:pt x="522334" y="795862"/>
                      <a:pt x="548446" y="848149"/>
                      <a:pt x="539742" y="897945"/>
                    </a:cubicBezTo>
                    <a:cubicBezTo>
                      <a:pt x="527308" y="963926"/>
                      <a:pt x="394262" y="1078459"/>
                      <a:pt x="302248" y="1136970"/>
                    </a:cubicBezTo>
                    <a:cubicBezTo>
                      <a:pt x="264944" y="1159379"/>
                      <a:pt x="216452" y="1185522"/>
                      <a:pt x="185366" y="1185522"/>
                    </a:cubicBezTo>
                    <a:cubicBezTo>
                      <a:pt x="180392" y="1185522"/>
                      <a:pt x="177906" y="1185522"/>
                      <a:pt x="172932" y="1184277"/>
                    </a:cubicBezTo>
                    <a:cubicBezTo>
                      <a:pt x="99570" y="1163113"/>
                      <a:pt x="-13582" y="887986"/>
                      <a:pt x="1338" y="802087"/>
                    </a:cubicBezTo>
                    <a:cubicBezTo>
                      <a:pt x="11286" y="747310"/>
                      <a:pt x="62266" y="704983"/>
                      <a:pt x="139358" y="686309"/>
                    </a:cubicBezTo>
                    <a:cubicBezTo>
                      <a:pt x="94596" y="595430"/>
                      <a:pt x="88378" y="472183"/>
                      <a:pt x="121950" y="340221"/>
                    </a:cubicBezTo>
                    <a:cubicBezTo>
                      <a:pt x="161740" y="185851"/>
                      <a:pt x="231372" y="103686"/>
                      <a:pt x="282352" y="61359"/>
                    </a:cubicBezTo>
                    <a:cubicBezTo>
                      <a:pt x="330848" y="23078"/>
                      <a:pt x="382838" y="1603"/>
                      <a:pt x="432556" y="8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A48E295C-1251-6649-B61D-80BB7286B030}"/>
                  </a:ext>
                </a:extLst>
              </p:cNvPr>
              <p:cNvSpPr/>
              <p:nvPr/>
            </p:nvSpPr>
            <p:spPr>
              <a:xfrm>
                <a:off x="18466374" y="9853935"/>
                <a:ext cx="353805" cy="9795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5" h="787">
                    <a:moveTo>
                      <a:pt x="7" y="787"/>
                    </a:moveTo>
                    <a:cubicBezTo>
                      <a:pt x="5" y="787"/>
                      <a:pt x="4" y="787"/>
                      <a:pt x="3" y="787"/>
                    </a:cubicBezTo>
                    <a:cubicBezTo>
                      <a:pt x="0" y="785"/>
                      <a:pt x="-1" y="781"/>
                      <a:pt x="1" y="777"/>
                    </a:cubicBezTo>
                    <a:cubicBezTo>
                      <a:pt x="3" y="774"/>
                      <a:pt x="202" y="441"/>
                      <a:pt x="272" y="5"/>
                    </a:cubicBezTo>
                    <a:cubicBezTo>
                      <a:pt x="273" y="1"/>
                      <a:pt x="276" y="-1"/>
                      <a:pt x="279" y="0"/>
                    </a:cubicBezTo>
                    <a:cubicBezTo>
                      <a:pt x="283" y="0"/>
                      <a:pt x="285" y="4"/>
                      <a:pt x="285" y="7"/>
                    </a:cubicBezTo>
                    <a:cubicBezTo>
                      <a:pt x="214" y="445"/>
                      <a:pt x="14" y="781"/>
                      <a:pt x="12" y="784"/>
                    </a:cubicBezTo>
                    <a:cubicBezTo>
                      <a:pt x="10" y="786"/>
                      <a:pt x="8" y="787"/>
                      <a:pt x="7" y="78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FC031CED-8DC5-744E-9622-92F7346BD62E}"/>
                  </a:ext>
                </a:extLst>
              </p:cNvPr>
              <p:cNvSpPr/>
              <p:nvPr/>
            </p:nvSpPr>
            <p:spPr>
              <a:xfrm>
                <a:off x="17474721" y="10090719"/>
                <a:ext cx="429798" cy="4399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6" h="354">
                    <a:moveTo>
                      <a:pt x="330" y="319"/>
                    </a:moveTo>
                    <a:cubicBezTo>
                      <a:pt x="296" y="364"/>
                      <a:pt x="169" y="359"/>
                      <a:pt x="133" y="341"/>
                    </a:cubicBezTo>
                    <a:cubicBezTo>
                      <a:pt x="91" y="320"/>
                      <a:pt x="61" y="265"/>
                      <a:pt x="109" y="200"/>
                    </a:cubicBezTo>
                    <a:cubicBezTo>
                      <a:pt x="132" y="168"/>
                      <a:pt x="-23" y="93"/>
                      <a:pt x="3" y="34"/>
                    </a:cubicBezTo>
                    <a:cubicBezTo>
                      <a:pt x="31" y="-31"/>
                      <a:pt x="174" y="-1"/>
                      <a:pt x="280" y="102"/>
                    </a:cubicBezTo>
                    <a:cubicBezTo>
                      <a:pt x="340" y="161"/>
                      <a:pt x="365" y="274"/>
                      <a:pt x="330" y="31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667CD626-639C-A04B-8D58-B3D301563EA4}"/>
                  </a:ext>
                </a:extLst>
              </p:cNvPr>
              <p:cNvSpPr/>
              <p:nvPr/>
            </p:nvSpPr>
            <p:spPr>
              <a:xfrm>
                <a:off x="17466705" y="10081955"/>
                <a:ext cx="445109" cy="456160"/>
              </a:xfrm>
              <a:custGeom>
                <a:avLst/>
                <a:gdLst>
                  <a:gd name="connsiteX0" fmla="*/ 96231 w 445109"/>
                  <a:gd name="connsiteY0" fmla="*/ 16241 h 456160"/>
                  <a:gd name="connsiteX1" fmla="*/ 68907 w 445109"/>
                  <a:gd name="connsiteY1" fmla="*/ 18726 h 456160"/>
                  <a:gd name="connsiteX2" fmla="*/ 20467 w 445109"/>
                  <a:gd name="connsiteY2" fmla="*/ 53519 h 456160"/>
                  <a:gd name="connsiteX3" fmla="*/ 96231 w 445109"/>
                  <a:gd name="connsiteY3" fmla="*/ 172807 h 456160"/>
                  <a:gd name="connsiteX4" fmla="*/ 150881 w 445109"/>
                  <a:gd name="connsiteY4" fmla="*/ 262273 h 456160"/>
                  <a:gd name="connsiteX5" fmla="*/ 124799 w 445109"/>
                  <a:gd name="connsiteY5" fmla="*/ 360437 h 456160"/>
                  <a:gd name="connsiteX6" fmla="*/ 178207 w 445109"/>
                  <a:gd name="connsiteY6" fmla="*/ 425051 h 456160"/>
                  <a:gd name="connsiteX7" fmla="*/ 297443 w 445109"/>
                  <a:gd name="connsiteY7" fmla="*/ 439962 h 456160"/>
                  <a:gd name="connsiteX8" fmla="*/ 412955 w 445109"/>
                  <a:gd name="connsiteY8" fmla="*/ 400200 h 456160"/>
                  <a:gd name="connsiteX9" fmla="*/ 349609 w 445109"/>
                  <a:gd name="connsiteY9" fmla="*/ 141742 h 456160"/>
                  <a:gd name="connsiteX10" fmla="*/ 96231 w 445109"/>
                  <a:gd name="connsiteY10" fmla="*/ 16241 h 456160"/>
                  <a:gd name="connsiteX11" fmla="*/ 65145 w 445109"/>
                  <a:gd name="connsiteY11" fmla="*/ 2526 h 456160"/>
                  <a:gd name="connsiteX12" fmla="*/ 360815 w 445109"/>
                  <a:gd name="connsiteY12" fmla="*/ 130538 h 456160"/>
                  <a:gd name="connsiteX13" fmla="*/ 424173 w 445109"/>
                  <a:gd name="connsiteY13" fmla="*/ 410175 h 456160"/>
                  <a:gd name="connsiteX14" fmla="*/ 275095 w 445109"/>
                  <a:gd name="connsiteY14" fmla="*/ 456160 h 456160"/>
                  <a:gd name="connsiteX15" fmla="*/ 170741 w 445109"/>
                  <a:gd name="connsiteY15" fmla="*/ 438760 h 456160"/>
                  <a:gd name="connsiteX16" fmla="*/ 108625 w 445109"/>
                  <a:gd name="connsiteY16" fmla="*/ 364190 h 456160"/>
                  <a:gd name="connsiteX17" fmla="*/ 135957 w 445109"/>
                  <a:gd name="connsiteY17" fmla="*/ 253578 h 456160"/>
                  <a:gd name="connsiteX18" fmla="*/ 83779 w 445109"/>
                  <a:gd name="connsiteY18" fmla="*/ 183979 h 456160"/>
                  <a:gd name="connsiteX19" fmla="*/ 4271 w 445109"/>
                  <a:gd name="connsiteY19" fmla="*/ 47268 h 456160"/>
                  <a:gd name="connsiteX20" fmla="*/ 65145 w 445109"/>
                  <a:gd name="connsiteY20" fmla="*/ 2526 h 4561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45109" h="456160">
                    <a:moveTo>
                      <a:pt x="96231" y="16241"/>
                    </a:moveTo>
                    <a:cubicBezTo>
                      <a:pt x="87537" y="16241"/>
                      <a:pt x="77601" y="17484"/>
                      <a:pt x="68907" y="18726"/>
                    </a:cubicBezTo>
                    <a:cubicBezTo>
                      <a:pt x="44065" y="23697"/>
                      <a:pt x="29161" y="36122"/>
                      <a:pt x="20467" y="53519"/>
                    </a:cubicBezTo>
                    <a:cubicBezTo>
                      <a:pt x="4319" y="89553"/>
                      <a:pt x="54001" y="134287"/>
                      <a:pt x="96231" y="172807"/>
                    </a:cubicBezTo>
                    <a:cubicBezTo>
                      <a:pt x="134735" y="208842"/>
                      <a:pt x="168271" y="238664"/>
                      <a:pt x="150881" y="262273"/>
                    </a:cubicBezTo>
                    <a:cubicBezTo>
                      <a:pt x="126041" y="295823"/>
                      <a:pt x="117347" y="329372"/>
                      <a:pt x="124799" y="360437"/>
                    </a:cubicBezTo>
                    <a:cubicBezTo>
                      <a:pt x="132251" y="387774"/>
                      <a:pt x="152123" y="411383"/>
                      <a:pt x="178207" y="425051"/>
                    </a:cubicBezTo>
                    <a:cubicBezTo>
                      <a:pt x="196837" y="434992"/>
                      <a:pt x="244035" y="443690"/>
                      <a:pt x="297443" y="439962"/>
                    </a:cubicBezTo>
                    <a:cubicBezTo>
                      <a:pt x="352093" y="437477"/>
                      <a:pt x="394323" y="422566"/>
                      <a:pt x="412955" y="400200"/>
                    </a:cubicBezTo>
                    <a:cubicBezTo>
                      <a:pt x="452699" y="346769"/>
                      <a:pt x="420407" y="210084"/>
                      <a:pt x="349609" y="141742"/>
                    </a:cubicBezTo>
                    <a:cubicBezTo>
                      <a:pt x="263909" y="56004"/>
                      <a:pt x="163303" y="16241"/>
                      <a:pt x="96231" y="16241"/>
                    </a:cubicBezTo>
                    <a:close/>
                    <a:moveTo>
                      <a:pt x="65145" y="2526"/>
                    </a:moveTo>
                    <a:cubicBezTo>
                      <a:pt x="144653" y="-12388"/>
                      <a:pt x="270125" y="39811"/>
                      <a:pt x="360815" y="130538"/>
                    </a:cubicBezTo>
                    <a:cubicBezTo>
                      <a:pt x="436595" y="203865"/>
                      <a:pt x="470139" y="351762"/>
                      <a:pt x="424173" y="410175"/>
                    </a:cubicBezTo>
                    <a:cubicBezTo>
                      <a:pt x="399327" y="443732"/>
                      <a:pt x="334727" y="456160"/>
                      <a:pt x="275095" y="456160"/>
                    </a:cubicBezTo>
                    <a:cubicBezTo>
                      <a:pt x="230371" y="456160"/>
                      <a:pt x="189375" y="448703"/>
                      <a:pt x="170741" y="438760"/>
                    </a:cubicBezTo>
                    <a:cubicBezTo>
                      <a:pt x="138441" y="423846"/>
                      <a:pt x="116079" y="396504"/>
                      <a:pt x="108625" y="364190"/>
                    </a:cubicBezTo>
                    <a:cubicBezTo>
                      <a:pt x="102413" y="339334"/>
                      <a:pt x="102413" y="299563"/>
                      <a:pt x="135957" y="253578"/>
                    </a:cubicBezTo>
                    <a:cubicBezTo>
                      <a:pt x="145895" y="241150"/>
                      <a:pt x="113595" y="210079"/>
                      <a:pt x="83779" y="183979"/>
                    </a:cubicBezTo>
                    <a:cubicBezTo>
                      <a:pt x="37813" y="141723"/>
                      <a:pt x="-15607" y="93253"/>
                      <a:pt x="4271" y="47268"/>
                    </a:cubicBezTo>
                    <a:cubicBezTo>
                      <a:pt x="14209" y="24897"/>
                      <a:pt x="35329" y="8740"/>
                      <a:pt x="65145" y="252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4B8BA7BA-FE3E-FD4B-9F81-0194403C2265}"/>
                  </a:ext>
                </a:extLst>
              </p:cNvPr>
              <p:cNvSpPr/>
              <p:nvPr/>
            </p:nvSpPr>
            <p:spPr>
              <a:xfrm>
                <a:off x="17711421" y="10285131"/>
                <a:ext cx="321414" cy="5470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9" h="440">
                    <a:moveTo>
                      <a:pt x="252" y="440"/>
                    </a:moveTo>
                    <a:cubicBezTo>
                      <a:pt x="250" y="440"/>
                      <a:pt x="247" y="437"/>
                      <a:pt x="246" y="435"/>
                    </a:cubicBezTo>
                    <a:cubicBezTo>
                      <a:pt x="185" y="144"/>
                      <a:pt x="5" y="12"/>
                      <a:pt x="3" y="11"/>
                    </a:cubicBezTo>
                    <a:cubicBezTo>
                      <a:pt x="0" y="10"/>
                      <a:pt x="0" y="5"/>
                      <a:pt x="1" y="2"/>
                    </a:cubicBezTo>
                    <a:cubicBezTo>
                      <a:pt x="4" y="0"/>
                      <a:pt x="7" y="-1"/>
                      <a:pt x="11" y="1"/>
                    </a:cubicBezTo>
                    <a:cubicBezTo>
                      <a:pt x="12" y="2"/>
                      <a:pt x="197" y="137"/>
                      <a:pt x="259" y="432"/>
                    </a:cubicBezTo>
                    <a:cubicBezTo>
                      <a:pt x="259" y="436"/>
                      <a:pt x="257" y="439"/>
                      <a:pt x="254" y="439"/>
                    </a:cubicBezTo>
                    <a:cubicBezTo>
                      <a:pt x="253" y="439"/>
                      <a:pt x="253" y="440"/>
                      <a:pt x="252" y="44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12588D4-41F7-9947-9476-49A1308E0F07}"/>
                </a:ext>
              </a:extLst>
            </p:cNvPr>
            <p:cNvGrpSpPr/>
            <p:nvPr/>
          </p:nvGrpSpPr>
          <p:grpSpPr>
            <a:xfrm>
              <a:off x="5449784" y="7540934"/>
              <a:ext cx="4714634" cy="5431067"/>
              <a:chOff x="5449784" y="7540934"/>
              <a:chExt cx="4714634" cy="5431067"/>
            </a:xfrm>
          </p:grpSpPr>
          <p:sp>
            <p:nvSpPr>
              <p:cNvPr id="102" name="Freeform 101">
                <a:extLst>
                  <a:ext uri="{FF2B5EF4-FFF2-40B4-BE49-F238E27FC236}">
                    <a16:creationId xmlns:a16="http://schemas.microsoft.com/office/drawing/2014/main" id="{3EA8F8D6-D629-7F42-BF6C-3C75A97545C5}"/>
                  </a:ext>
                </a:extLst>
              </p:cNvPr>
              <p:cNvSpPr/>
              <p:nvPr/>
            </p:nvSpPr>
            <p:spPr>
              <a:xfrm>
                <a:off x="6368491" y="7705436"/>
                <a:ext cx="933098" cy="14531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50" h="1167">
                    <a:moveTo>
                      <a:pt x="733" y="186"/>
                    </a:moveTo>
                    <a:cubicBezTo>
                      <a:pt x="712" y="18"/>
                      <a:pt x="476" y="-36"/>
                      <a:pt x="274" y="24"/>
                    </a:cubicBezTo>
                    <a:cubicBezTo>
                      <a:pt x="73" y="85"/>
                      <a:pt x="-7" y="233"/>
                      <a:pt x="0" y="426"/>
                    </a:cubicBezTo>
                    <a:cubicBezTo>
                      <a:pt x="7" y="606"/>
                      <a:pt x="43" y="709"/>
                      <a:pt x="114" y="766"/>
                    </a:cubicBezTo>
                    <a:lnTo>
                      <a:pt x="114" y="1167"/>
                    </a:lnTo>
                    <a:lnTo>
                      <a:pt x="486" y="1167"/>
                    </a:lnTo>
                    <a:lnTo>
                      <a:pt x="486" y="886"/>
                    </a:lnTo>
                    <a:cubicBezTo>
                      <a:pt x="549" y="889"/>
                      <a:pt x="604" y="879"/>
                      <a:pt x="641" y="860"/>
                    </a:cubicBezTo>
                    <a:cubicBezTo>
                      <a:pt x="784" y="787"/>
                      <a:pt x="751" y="334"/>
                      <a:pt x="733" y="18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E8B990E5-8908-A046-85C1-9FF656B2FBFB}"/>
                  </a:ext>
                </a:extLst>
              </p:cNvPr>
              <p:cNvSpPr/>
              <p:nvPr/>
            </p:nvSpPr>
            <p:spPr>
              <a:xfrm>
                <a:off x="6360438" y="7696174"/>
                <a:ext cx="948177" cy="1469842"/>
              </a:xfrm>
              <a:custGeom>
                <a:avLst/>
                <a:gdLst>
                  <a:gd name="connsiteX0" fmla="*/ 599945 w 948177"/>
                  <a:gd name="connsiteY0" fmla="*/ 19074 h 1469842"/>
                  <a:gd name="connsiteX1" fmla="*/ 350192 w 948177"/>
                  <a:gd name="connsiteY1" fmla="*/ 47868 h 1469842"/>
                  <a:gd name="connsiteX2" fmla="*/ 15528 w 948177"/>
                  <a:gd name="connsiteY2" fmla="*/ 539702 h 1469842"/>
                  <a:gd name="connsiteX3" fmla="*/ 154868 w 948177"/>
                  <a:gd name="connsiteY3" fmla="*/ 955581 h 1469842"/>
                  <a:gd name="connsiteX4" fmla="*/ 158600 w 948177"/>
                  <a:gd name="connsiteY4" fmla="*/ 961807 h 1469842"/>
                  <a:gd name="connsiteX5" fmla="*/ 158600 w 948177"/>
                  <a:gd name="connsiteY5" fmla="*/ 1453641 h 1469842"/>
                  <a:gd name="connsiteX6" fmla="*/ 603988 w 948177"/>
                  <a:gd name="connsiteY6" fmla="*/ 1453641 h 1469842"/>
                  <a:gd name="connsiteX7" fmla="*/ 603988 w 948177"/>
                  <a:gd name="connsiteY7" fmla="*/ 1111225 h 1469842"/>
                  <a:gd name="connsiteX8" fmla="*/ 607721 w 948177"/>
                  <a:gd name="connsiteY8" fmla="*/ 1104999 h 1469842"/>
                  <a:gd name="connsiteX9" fmla="*/ 612697 w 948177"/>
                  <a:gd name="connsiteY9" fmla="*/ 1102509 h 1469842"/>
                  <a:gd name="connsiteX10" fmla="*/ 800556 w 948177"/>
                  <a:gd name="connsiteY10" fmla="*/ 1072625 h 1469842"/>
                  <a:gd name="connsiteX11" fmla="*/ 911281 w 948177"/>
                  <a:gd name="connsiteY11" fmla="*/ 240866 h 1469842"/>
                  <a:gd name="connsiteX12" fmla="*/ 806777 w 948177"/>
                  <a:gd name="connsiteY12" fmla="*/ 82732 h 1469842"/>
                  <a:gd name="connsiteX13" fmla="*/ 599945 w 948177"/>
                  <a:gd name="connsiteY13" fmla="*/ 19074 h 1469842"/>
                  <a:gd name="connsiteX14" fmla="*/ 601970 w 948177"/>
                  <a:gd name="connsiteY14" fmla="*/ 1939 h 1469842"/>
                  <a:gd name="connsiteX15" fmla="*/ 815498 w 948177"/>
                  <a:gd name="connsiteY15" fmla="*/ 67778 h 1469842"/>
                  <a:gd name="connsiteX16" fmla="*/ 927473 w 948177"/>
                  <a:gd name="connsiteY16" fmla="*/ 238366 h 1469842"/>
                  <a:gd name="connsiteX17" fmla="*/ 809278 w 948177"/>
                  <a:gd name="connsiteY17" fmla="*/ 1086329 h 1469842"/>
                  <a:gd name="connsiteX18" fmla="*/ 620166 w 948177"/>
                  <a:gd name="connsiteY18" fmla="*/ 1118703 h 1469842"/>
                  <a:gd name="connsiteX19" fmla="*/ 620166 w 948177"/>
                  <a:gd name="connsiteY19" fmla="*/ 1461126 h 1469842"/>
                  <a:gd name="connsiteX20" fmla="*/ 612701 w 948177"/>
                  <a:gd name="connsiteY20" fmla="*/ 1469842 h 1469842"/>
                  <a:gd name="connsiteX21" fmla="*/ 149874 w 948177"/>
                  <a:gd name="connsiteY21" fmla="*/ 1469842 h 1469842"/>
                  <a:gd name="connsiteX22" fmla="*/ 142409 w 948177"/>
                  <a:gd name="connsiteY22" fmla="*/ 1461126 h 1469842"/>
                  <a:gd name="connsiteX23" fmla="*/ 142409 w 948177"/>
                  <a:gd name="connsiteY23" fmla="*/ 965547 h 1469842"/>
                  <a:gd name="connsiteX24" fmla="*/ 575 w 948177"/>
                  <a:gd name="connsiteY24" fmla="*/ 539698 h 1469842"/>
                  <a:gd name="connsiteX25" fmla="*/ 346451 w 948177"/>
                  <a:gd name="connsiteY25" fmla="*/ 30422 h 1469842"/>
                  <a:gd name="connsiteX26" fmla="*/ 601970 w 948177"/>
                  <a:gd name="connsiteY26" fmla="*/ 1939 h 1469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948177" h="1469842">
                    <a:moveTo>
                      <a:pt x="599945" y="19074"/>
                    </a:moveTo>
                    <a:cubicBezTo>
                      <a:pt x="520323" y="13004"/>
                      <a:pt x="433547" y="22342"/>
                      <a:pt x="350192" y="47868"/>
                    </a:cubicBezTo>
                    <a:cubicBezTo>
                      <a:pt x="120033" y="117596"/>
                      <a:pt x="6820" y="283201"/>
                      <a:pt x="15528" y="539702"/>
                    </a:cubicBezTo>
                    <a:cubicBezTo>
                      <a:pt x="24237" y="757603"/>
                      <a:pt x="66536" y="884608"/>
                      <a:pt x="154868" y="955581"/>
                    </a:cubicBezTo>
                    <a:cubicBezTo>
                      <a:pt x="157356" y="956826"/>
                      <a:pt x="158600" y="959317"/>
                      <a:pt x="158600" y="961807"/>
                    </a:cubicBezTo>
                    <a:lnTo>
                      <a:pt x="158600" y="1453641"/>
                    </a:lnTo>
                    <a:lnTo>
                      <a:pt x="603988" y="1453641"/>
                    </a:lnTo>
                    <a:lnTo>
                      <a:pt x="603988" y="1111225"/>
                    </a:lnTo>
                    <a:cubicBezTo>
                      <a:pt x="603988" y="1108735"/>
                      <a:pt x="605232" y="1106244"/>
                      <a:pt x="607721" y="1104999"/>
                    </a:cubicBezTo>
                    <a:cubicBezTo>
                      <a:pt x="608965" y="1102509"/>
                      <a:pt x="610209" y="1102509"/>
                      <a:pt x="612697" y="1102509"/>
                    </a:cubicBezTo>
                    <a:cubicBezTo>
                      <a:pt x="687343" y="1106244"/>
                      <a:pt x="757013" y="1095038"/>
                      <a:pt x="800556" y="1072625"/>
                    </a:cubicBezTo>
                    <a:cubicBezTo>
                      <a:pt x="961046" y="990446"/>
                      <a:pt x="942384" y="493631"/>
                      <a:pt x="911281" y="240866"/>
                    </a:cubicBezTo>
                    <a:cubicBezTo>
                      <a:pt x="903817" y="176118"/>
                      <a:pt x="867738" y="121332"/>
                      <a:pt x="806777" y="82732"/>
                    </a:cubicBezTo>
                    <a:cubicBezTo>
                      <a:pt x="752037" y="46623"/>
                      <a:pt x="679568" y="25144"/>
                      <a:pt x="599945" y="19074"/>
                    </a:cubicBezTo>
                    <a:close/>
                    <a:moveTo>
                      <a:pt x="601970" y="1939"/>
                    </a:moveTo>
                    <a:cubicBezTo>
                      <a:pt x="683618" y="8321"/>
                      <a:pt x="758267" y="30423"/>
                      <a:pt x="815498" y="67778"/>
                    </a:cubicBezTo>
                    <a:cubicBezTo>
                      <a:pt x="880195" y="110113"/>
                      <a:pt x="918763" y="168637"/>
                      <a:pt x="927473" y="238366"/>
                    </a:cubicBezTo>
                    <a:cubicBezTo>
                      <a:pt x="931205" y="268250"/>
                      <a:pt x="1017052" y="979244"/>
                      <a:pt x="809278" y="1086329"/>
                    </a:cubicBezTo>
                    <a:cubicBezTo>
                      <a:pt x="763244" y="1109987"/>
                      <a:pt x="693571" y="1121194"/>
                      <a:pt x="620166" y="1118703"/>
                    </a:cubicBezTo>
                    <a:lnTo>
                      <a:pt x="620166" y="1461126"/>
                    </a:lnTo>
                    <a:cubicBezTo>
                      <a:pt x="620166" y="1466106"/>
                      <a:pt x="616433" y="1469842"/>
                      <a:pt x="612701" y="1469842"/>
                    </a:cubicBezTo>
                    <a:lnTo>
                      <a:pt x="149874" y="1469842"/>
                    </a:lnTo>
                    <a:cubicBezTo>
                      <a:pt x="144898" y="1469842"/>
                      <a:pt x="142409" y="1466106"/>
                      <a:pt x="142409" y="1461126"/>
                    </a:cubicBezTo>
                    <a:lnTo>
                      <a:pt x="142409" y="965547"/>
                    </a:lnTo>
                    <a:cubicBezTo>
                      <a:pt x="52830" y="890837"/>
                      <a:pt x="8040" y="760093"/>
                      <a:pt x="575" y="539698"/>
                    </a:cubicBezTo>
                    <a:cubicBezTo>
                      <a:pt x="-9379" y="278212"/>
                      <a:pt x="110061" y="102642"/>
                      <a:pt x="346451" y="30422"/>
                    </a:cubicBezTo>
                    <a:cubicBezTo>
                      <a:pt x="431676" y="4896"/>
                      <a:pt x="520322" y="-4443"/>
                      <a:pt x="601970" y="193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CC3A6CBC-0462-F24C-97DC-A22269A68643}"/>
                  </a:ext>
                </a:extLst>
              </p:cNvPr>
              <p:cNvSpPr/>
              <p:nvPr/>
            </p:nvSpPr>
            <p:spPr>
              <a:xfrm>
                <a:off x="6858087" y="8775947"/>
                <a:ext cx="122088" cy="1370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9" h="111">
                    <a:moveTo>
                      <a:pt x="97" y="21"/>
                    </a:moveTo>
                    <a:cubicBezTo>
                      <a:pt x="96" y="19"/>
                      <a:pt x="94" y="19"/>
                      <a:pt x="93" y="19"/>
                    </a:cubicBezTo>
                    <a:cubicBezTo>
                      <a:pt x="92" y="19"/>
                      <a:pt x="54" y="19"/>
                      <a:pt x="8" y="0"/>
                    </a:cubicBezTo>
                    <a:cubicBezTo>
                      <a:pt x="7" y="0"/>
                      <a:pt x="4" y="0"/>
                      <a:pt x="2" y="1"/>
                    </a:cubicBezTo>
                    <a:cubicBezTo>
                      <a:pt x="1" y="3"/>
                      <a:pt x="-1" y="5"/>
                      <a:pt x="0" y="7"/>
                    </a:cubicBezTo>
                    <a:cubicBezTo>
                      <a:pt x="0" y="8"/>
                      <a:pt x="8" y="111"/>
                      <a:pt x="93" y="111"/>
                    </a:cubicBezTo>
                    <a:cubicBezTo>
                      <a:pt x="96" y="111"/>
                      <a:pt x="99" y="108"/>
                      <a:pt x="99" y="105"/>
                    </a:cubicBezTo>
                    <a:lnTo>
                      <a:pt x="99" y="26"/>
                    </a:lnTo>
                    <a:cubicBezTo>
                      <a:pt x="99" y="24"/>
                      <a:pt x="99" y="22"/>
                      <a:pt x="97" y="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D1B86566-DE7C-514A-8F82-39588721E1F3}"/>
                  </a:ext>
                </a:extLst>
              </p:cNvPr>
              <p:cNvSpPr/>
              <p:nvPr/>
            </p:nvSpPr>
            <p:spPr>
              <a:xfrm>
                <a:off x="6164181" y="7540934"/>
                <a:ext cx="1215893" cy="11951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77" h="960">
                    <a:moveTo>
                      <a:pt x="889" y="154"/>
                    </a:moveTo>
                    <a:cubicBezTo>
                      <a:pt x="888" y="136"/>
                      <a:pt x="877" y="77"/>
                      <a:pt x="825" y="53"/>
                    </a:cubicBezTo>
                    <a:cubicBezTo>
                      <a:pt x="773" y="31"/>
                      <a:pt x="711" y="39"/>
                      <a:pt x="696" y="47"/>
                    </a:cubicBezTo>
                    <a:cubicBezTo>
                      <a:pt x="683" y="34"/>
                      <a:pt x="628" y="-3"/>
                      <a:pt x="570" y="0"/>
                    </a:cubicBezTo>
                    <a:cubicBezTo>
                      <a:pt x="525" y="1"/>
                      <a:pt x="480" y="37"/>
                      <a:pt x="469" y="47"/>
                    </a:cubicBezTo>
                    <a:cubicBezTo>
                      <a:pt x="455" y="40"/>
                      <a:pt x="407" y="19"/>
                      <a:pt x="351" y="42"/>
                    </a:cubicBezTo>
                    <a:cubicBezTo>
                      <a:pt x="292" y="65"/>
                      <a:pt x="269" y="123"/>
                      <a:pt x="264" y="139"/>
                    </a:cubicBezTo>
                    <a:cubicBezTo>
                      <a:pt x="248" y="140"/>
                      <a:pt x="194" y="144"/>
                      <a:pt x="155" y="165"/>
                    </a:cubicBezTo>
                    <a:cubicBezTo>
                      <a:pt x="130" y="179"/>
                      <a:pt x="111" y="202"/>
                      <a:pt x="102" y="231"/>
                    </a:cubicBezTo>
                    <a:cubicBezTo>
                      <a:pt x="93" y="259"/>
                      <a:pt x="94" y="288"/>
                      <a:pt x="104" y="311"/>
                    </a:cubicBezTo>
                    <a:cubicBezTo>
                      <a:pt x="87" y="317"/>
                      <a:pt x="44" y="340"/>
                      <a:pt x="31" y="394"/>
                    </a:cubicBezTo>
                    <a:cubicBezTo>
                      <a:pt x="18" y="447"/>
                      <a:pt x="41" y="489"/>
                      <a:pt x="51" y="503"/>
                    </a:cubicBezTo>
                    <a:cubicBezTo>
                      <a:pt x="37" y="512"/>
                      <a:pt x="3" y="540"/>
                      <a:pt x="0" y="587"/>
                    </a:cubicBezTo>
                    <a:cubicBezTo>
                      <a:pt x="-3" y="635"/>
                      <a:pt x="31" y="674"/>
                      <a:pt x="43" y="686"/>
                    </a:cubicBezTo>
                    <a:cubicBezTo>
                      <a:pt x="34" y="700"/>
                      <a:pt x="12" y="747"/>
                      <a:pt x="27" y="792"/>
                    </a:cubicBezTo>
                    <a:cubicBezTo>
                      <a:pt x="51" y="868"/>
                      <a:pt x="114" y="870"/>
                      <a:pt x="128" y="875"/>
                    </a:cubicBezTo>
                    <a:cubicBezTo>
                      <a:pt x="131" y="889"/>
                      <a:pt x="143" y="933"/>
                      <a:pt x="176" y="950"/>
                    </a:cubicBezTo>
                    <a:cubicBezTo>
                      <a:pt x="190" y="956"/>
                      <a:pt x="204" y="960"/>
                      <a:pt x="220" y="960"/>
                    </a:cubicBezTo>
                    <a:cubicBezTo>
                      <a:pt x="236" y="960"/>
                      <a:pt x="252" y="956"/>
                      <a:pt x="269" y="950"/>
                    </a:cubicBezTo>
                    <a:cubicBezTo>
                      <a:pt x="313" y="933"/>
                      <a:pt x="354" y="892"/>
                      <a:pt x="368" y="852"/>
                    </a:cubicBezTo>
                    <a:cubicBezTo>
                      <a:pt x="373" y="840"/>
                      <a:pt x="373" y="798"/>
                      <a:pt x="354" y="780"/>
                    </a:cubicBezTo>
                    <a:cubicBezTo>
                      <a:pt x="348" y="774"/>
                      <a:pt x="337" y="769"/>
                      <a:pt x="319" y="776"/>
                    </a:cubicBezTo>
                    <a:cubicBezTo>
                      <a:pt x="296" y="786"/>
                      <a:pt x="272" y="782"/>
                      <a:pt x="253" y="766"/>
                    </a:cubicBezTo>
                    <a:cubicBezTo>
                      <a:pt x="229" y="745"/>
                      <a:pt x="211" y="697"/>
                      <a:pt x="230" y="627"/>
                    </a:cubicBezTo>
                    <a:cubicBezTo>
                      <a:pt x="244" y="580"/>
                      <a:pt x="277" y="568"/>
                      <a:pt x="301" y="572"/>
                    </a:cubicBezTo>
                    <a:cubicBezTo>
                      <a:pt x="323" y="577"/>
                      <a:pt x="345" y="595"/>
                      <a:pt x="343" y="626"/>
                    </a:cubicBezTo>
                    <a:cubicBezTo>
                      <a:pt x="343" y="628"/>
                      <a:pt x="343" y="630"/>
                      <a:pt x="344" y="631"/>
                    </a:cubicBezTo>
                    <a:cubicBezTo>
                      <a:pt x="346" y="632"/>
                      <a:pt x="347" y="633"/>
                      <a:pt x="349" y="633"/>
                    </a:cubicBezTo>
                    <a:lnTo>
                      <a:pt x="433" y="633"/>
                    </a:lnTo>
                    <a:cubicBezTo>
                      <a:pt x="436" y="633"/>
                      <a:pt x="439" y="631"/>
                      <a:pt x="439" y="627"/>
                    </a:cubicBezTo>
                    <a:lnTo>
                      <a:pt x="439" y="558"/>
                    </a:lnTo>
                    <a:cubicBezTo>
                      <a:pt x="458" y="558"/>
                      <a:pt x="508" y="556"/>
                      <a:pt x="535" y="531"/>
                    </a:cubicBezTo>
                    <a:cubicBezTo>
                      <a:pt x="545" y="521"/>
                      <a:pt x="550" y="509"/>
                      <a:pt x="550" y="494"/>
                    </a:cubicBezTo>
                    <a:lnTo>
                      <a:pt x="544" y="464"/>
                    </a:lnTo>
                    <a:lnTo>
                      <a:pt x="544" y="441"/>
                    </a:lnTo>
                    <a:cubicBezTo>
                      <a:pt x="554" y="443"/>
                      <a:pt x="607" y="456"/>
                      <a:pt x="648" y="432"/>
                    </a:cubicBezTo>
                    <a:cubicBezTo>
                      <a:pt x="668" y="420"/>
                      <a:pt x="682" y="402"/>
                      <a:pt x="689" y="377"/>
                    </a:cubicBezTo>
                    <a:cubicBezTo>
                      <a:pt x="712" y="386"/>
                      <a:pt x="785" y="410"/>
                      <a:pt x="828" y="354"/>
                    </a:cubicBezTo>
                    <a:cubicBezTo>
                      <a:pt x="841" y="366"/>
                      <a:pt x="874" y="390"/>
                      <a:pt x="926" y="371"/>
                    </a:cubicBezTo>
                    <a:cubicBezTo>
                      <a:pt x="958" y="359"/>
                      <a:pt x="978" y="324"/>
                      <a:pt x="977" y="281"/>
                    </a:cubicBezTo>
                    <a:cubicBezTo>
                      <a:pt x="976" y="232"/>
                      <a:pt x="948" y="174"/>
                      <a:pt x="889" y="1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710CB779-B7C5-A346-BF1E-59F89F7EDFD2}"/>
                  </a:ext>
                </a:extLst>
              </p:cNvPr>
              <p:cNvSpPr/>
              <p:nvPr/>
            </p:nvSpPr>
            <p:spPr>
              <a:xfrm>
                <a:off x="5459063" y="9158539"/>
                <a:ext cx="2190102" cy="230053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59" h="1847">
                    <a:moveTo>
                      <a:pt x="1759" y="1748"/>
                    </a:moveTo>
                    <a:cubicBezTo>
                      <a:pt x="1746" y="1073"/>
                      <a:pt x="1767" y="240"/>
                      <a:pt x="1680" y="125"/>
                    </a:cubicBezTo>
                    <a:cubicBezTo>
                      <a:pt x="1603" y="22"/>
                      <a:pt x="1217" y="0"/>
                      <a:pt x="1217" y="0"/>
                    </a:cubicBezTo>
                    <a:lnTo>
                      <a:pt x="845" y="0"/>
                    </a:lnTo>
                    <a:cubicBezTo>
                      <a:pt x="845" y="0"/>
                      <a:pt x="425" y="5"/>
                      <a:pt x="322" y="157"/>
                    </a:cubicBezTo>
                    <a:cubicBezTo>
                      <a:pt x="156" y="405"/>
                      <a:pt x="-96" y="1308"/>
                      <a:pt x="38" y="1513"/>
                    </a:cubicBezTo>
                    <a:cubicBezTo>
                      <a:pt x="150" y="1686"/>
                      <a:pt x="326" y="1676"/>
                      <a:pt x="505" y="1551"/>
                    </a:cubicBezTo>
                    <a:lnTo>
                      <a:pt x="505" y="1765"/>
                    </a:lnTo>
                    <a:cubicBezTo>
                      <a:pt x="505" y="1765"/>
                      <a:pt x="1071" y="1961"/>
                      <a:pt x="1759" y="174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66A9BD7A-0EC9-E844-8DAD-84E09E73BE9E}"/>
                  </a:ext>
                </a:extLst>
              </p:cNvPr>
              <p:cNvSpPr/>
              <p:nvPr/>
            </p:nvSpPr>
            <p:spPr>
              <a:xfrm>
                <a:off x="5449784" y="9151062"/>
                <a:ext cx="2206854" cy="2315494"/>
              </a:xfrm>
              <a:custGeom>
                <a:avLst/>
                <a:gdLst>
                  <a:gd name="connsiteX0" fmla="*/ 1061374 w 2206854"/>
                  <a:gd name="connsiteY0" fmla="*/ 16201 h 2315494"/>
                  <a:gd name="connsiteX1" fmla="*/ 417668 w 2206854"/>
                  <a:gd name="connsiteY1" fmla="*/ 208016 h 2315494"/>
                  <a:gd name="connsiteX2" fmla="*/ 101419 w 2206854"/>
                  <a:gd name="connsiteY2" fmla="*/ 1069936 h 2315494"/>
                  <a:gd name="connsiteX3" fmla="*/ 62821 w 2206854"/>
                  <a:gd name="connsiteY3" fmla="*/ 1888262 h 2315494"/>
                  <a:gd name="connsiteX4" fmla="*/ 271994 w 2206854"/>
                  <a:gd name="connsiteY4" fmla="*/ 2041464 h 2315494"/>
                  <a:gd name="connsiteX5" fmla="*/ 633067 w 2206854"/>
                  <a:gd name="connsiteY5" fmla="*/ 1933102 h 2315494"/>
                  <a:gd name="connsiteX6" fmla="*/ 641783 w 2206854"/>
                  <a:gd name="connsiteY6" fmla="*/ 1933102 h 2315494"/>
                  <a:gd name="connsiteX7" fmla="*/ 645518 w 2206854"/>
                  <a:gd name="connsiteY7" fmla="*/ 1939329 h 2315494"/>
                  <a:gd name="connsiteX8" fmla="*/ 645518 w 2206854"/>
                  <a:gd name="connsiteY8" fmla="*/ 2199649 h 2315494"/>
                  <a:gd name="connsiteX9" fmla="*/ 1098726 w 2206854"/>
                  <a:gd name="connsiteY9" fmla="*/ 2286838 h 2315494"/>
                  <a:gd name="connsiteX10" fmla="*/ 2191905 w 2206854"/>
                  <a:gd name="connsiteY10" fmla="*/ 2178475 h 2315494"/>
                  <a:gd name="connsiteX11" fmla="*/ 2185680 w 2206854"/>
                  <a:gd name="connsiteY11" fmla="*/ 1556946 h 2315494"/>
                  <a:gd name="connsiteX12" fmla="*/ 2096034 w 2206854"/>
                  <a:gd name="connsiteY12" fmla="*/ 168158 h 2315494"/>
                  <a:gd name="connsiteX13" fmla="*/ 1523298 w 2206854"/>
                  <a:gd name="connsiteY13" fmla="*/ 16201 h 2315494"/>
                  <a:gd name="connsiteX14" fmla="*/ 1060128 w 2206854"/>
                  <a:gd name="connsiteY14" fmla="*/ 0 h 2315494"/>
                  <a:gd name="connsiteX15" fmla="*/ 1523301 w 2206854"/>
                  <a:gd name="connsiteY15" fmla="*/ 0 h 2315494"/>
                  <a:gd name="connsiteX16" fmla="*/ 2106002 w 2206854"/>
                  <a:gd name="connsiteY16" fmla="*/ 159432 h 2315494"/>
                  <a:gd name="connsiteX17" fmla="*/ 2199384 w 2206854"/>
                  <a:gd name="connsiteY17" fmla="*/ 1556949 h 2315494"/>
                  <a:gd name="connsiteX18" fmla="*/ 2206854 w 2206854"/>
                  <a:gd name="connsiteY18" fmla="*/ 2184710 h 2315494"/>
                  <a:gd name="connsiteX19" fmla="*/ 2200629 w 2206854"/>
                  <a:gd name="connsiteY19" fmla="*/ 2192184 h 2315494"/>
                  <a:gd name="connsiteX20" fmla="*/ 1372645 w 2206854"/>
                  <a:gd name="connsiteY20" fmla="*/ 2315494 h 2315494"/>
                  <a:gd name="connsiteX21" fmla="*/ 1094990 w 2206854"/>
                  <a:gd name="connsiteY21" fmla="*/ 2301793 h 2315494"/>
                  <a:gd name="connsiteX22" fmla="*/ 634307 w 2206854"/>
                  <a:gd name="connsiteY22" fmla="*/ 2213358 h 2315494"/>
                  <a:gd name="connsiteX23" fmla="*/ 629327 w 2206854"/>
                  <a:gd name="connsiteY23" fmla="*/ 2205885 h 2315494"/>
                  <a:gd name="connsiteX24" fmla="*/ 629327 w 2206854"/>
                  <a:gd name="connsiteY24" fmla="*/ 1955528 h 2315494"/>
                  <a:gd name="connsiteX25" fmla="*/ 267006 w 2206854"/>
                  <a:gd name="connsiteY25" fmla="*/ 2057663 h 2315494"/>
                  <a:gd name="connsiteX26" fmla="*/ 47871 w 2206854"/>
                  <a:gd name="connsiteY26" fmla="*/ 1895741 h 2315494"/>
                  <a:gd name="connsiteX27" fmla="*/ 85223 w 2206854"/>
                  <a:gd name="connsiteY27" fmla="*/ 1067444 h 2315494"/>
                  <a:gd name="connsiteX28" fmla="*/ 402721 w 2206854"/>
                  <a:gd name="connsiteY28" fmla="*/ 199289 h 2315494"/>
                  <a:gd name="connsiteX29" fmla="*/ 781228 w 2206854"/>
                  <a:gd name="connsiteY29" fmla="*/ 27402 h 2315494"/>
                  <a:gd name="connsiteX30" fmla="*/ 1060128 w 2206854"/>
                  <a:gd name="connsiteY30" fmla="*/ 0 h 23154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206854" h="2315494">
                    <a:moveTo>
                      <a:pt x="1061374" y="16201"/>
                    </a:moveTo>
                    <a:cubicBezTo>
                      <a:pt x="1056394" y="16201"/>
                      <a:pt x="540931" y="23674"/>
                      <a:pt x="417668" y="208016"/>
                    </a:cubicBezTo>
                    <a:cubicBezTo>
                      <a:pt x="315572" y="358727"/>
                      <a:pt x="186084" y="713709"/>
                      <a:pt x="101419" y="1069936"/>
                    </a:cubicBezTo>
                    <a:cubicBezTo>
                      <a:pt x="5547" y="1472248"/>
                      <a:pt x="-8149" y="1778653"/>
                      <a:pt x="62821" y="1888262"/>
                    </a:cubicBezTo>
                    <a:cubicBezTo>
                      <a:pt x="118850" y="1974205"/>
                      <a:pt x="189819" y="2026518"/>
                      <a:pt x="271994" y="2041464"/>
                    </a:cubicBezTo>
                    <a:cubicBezTo>
                      <a:pt x="376581" y="2062639"/>
                      <a:pt x="502334" y="2025272"/>
                      <a:pt x="633067" y="1933102"/>
                    </a:cubicBezTo>
                    <a:cubicBezTo>
                      <a:pt x="635557" y="1931856"/>
                      <a:pt x="639292" y="1931856"/>
                      <a:pt x="641783" y="1933102"/>
                    </a:cubicBezTo>
                    <a:cubicBezTo>
                      <a:pt x="644273" y="1934347"/>
                      <a:pt x="645518" y="1936838"/>
                      <a:pt x="645518" y="1939329"/>
                    </a:cubicBezTo>
                    <a:lnTo>
                      <a:pt x="645518" y="2199649"/>
                    </a:lnTo>
                    <a:cubicBezTo>
                      <a:pt x="677890" y="2209614"/>
                      <a:pt x="847220" y="2261926"/>
                      <a:pt x="1098726" y="2286838"/>
                    </a:cubicBezTo>
                    <a:cubicBezTo>
                      <a:pt x="1355212" y="2311748"/>
                      <a:pt x="1753638" y="2314240"/>
                      <a:pt x="2191905" y="2178475"/>
                    </a:cubicBezTo>
                    <a:cubicBezTo>
                      <a:pt x="2188170" y="1977941"/>
                      <a:pt x="2186925" y="1763707"/>
                      <a:pt x="2185680" y="1556946"/>
                    </a:cubicBezTo>
                    <a:cubicBezTo>
                      <a:pt x="2179454" y="898050"/>
                      <a:pt x="2175719" y="274030"/>
                      <a:pt x="2096034" y="168158"/>
                    </a:cubicBezTo>
                    <a:cubicBezTo>
                      <a:pt x="2001408" y="44849"/>
                      <a:pt x="1528278" y="16201"/>
                      <a:pt x="1523298" y="16201"/>
                    </a:cubicBezTo>
                    <a:close/>
                    <a:moveTo>
                      <a:pt x="1060128" y="0"/>
                    </a:moveTo>
                    <a:lnTo>
                      <a:pt x="1523301" y="0"/>
                    </a:lnTo>
                    <a:cubicBezTo>
                      <a:pt x="1543222" y="1246"/>
                      <a:pt x="2008885" y="29893"/>
                      <a:pt x="2106002" y="159432"/>
                    </a:cubicBezTo>
                    <a:cubicBezTo>
                      <a:pt x="2190668" y="269041"/>
                      <a:pt x="2194403" y="894311"/>
                      <a:pt x="2199384" y="1556949"/>
                    </a:cubicBezTo>
                    <a:cubicBezTo>
                      <a:pt x="2200629" y="1766202"/>
                      <a:pt x="2203119" y="1981684"/>
                      <a:pt x="2206854" y="2184710"/>
                    </a:cubicBezTo>
                    <a:cubicBezTo>
                      <a:pt x="2206854" y="2188447"/>
                      <a:pt x="2204364" y="2190938"/>
                      <a:pt x="2200629" y="2192184"/>
                    </a:cubicBezTo>
                    <a:cubicBezTo>
                      <a:pt x="1894337" y="2288092"/>
                      <a:pt x="1605476" y="2315494"/>
                      <a:pt x="1372645" y="2315494"/>
                    </a:cubicBezTo>
                    <a:cubicBezTo>
                      <a:pt x="1269302" y="2315494"/>
                      <a:pt x="1174676" y="2310512"/>
                      <a:pt x="1094990" y="2301793"/>
                    </a:cubicBezTo>
                    <a:cubicBezTo>
                      <a:pt x="814845" y="2274390"/>
                      <a:pt x="636797" y="2213358"/>
                      <a:pt x="634307" y="2213358"/>
                    </a:cubicBezTo>
                    <a:cubicBezTo>
                      <a:pt x="630572" y="2212112"/>
                      <a:pt x="629327" y="2208376"/>
                      <a:pt x="629327" y="2205885"/>
                    </a:cubicBezTo>
                    <a:lnTo>
                      <a:pt x="629327" y="1955528"/>
                    </a:lnTo>
                    <a:cubicBezTo>
                      <a:pt x="498593" y="2042717"/>
                      <a:pt x="372839" y="2078838"/>
                      <a:pt x="267006" y="2057663"/>
                    </a:cubicBezTo>
                    <a:cubicBezTo>
                      <a:pt x="181095" y="2040226"/>
                      <a:pt x="106390" y="1985421"/>
                      <a:pt x="47871" y="1895741"/>
                    </a:cubicBezTo>
                    <a:cubicBezTo>
                      <a:pt x="-57962" y="1733818"/>
                      <a:pt x="37910" y="1261751"/>
                      <a:pt x="85223" y="1067444"/>
                    </a:cubicBezTo>
                    <a:cubicBezTo>
                      <a:pt x="168644" y="708723"/>
                      <a:pt x="300624" y="352493"/>
                      <a:pt x="402721" y="199289"/>
                    </a:cubicBezTo>
                    <a:cubicBezTo>
                      <a:pt x="457505" y="118328"/>
                      <a:pt x="584504" y="59787"/>
                      <a:pt x="781228" y="27402"/>
                    </a:cubicBezTo>
                    <a:cubicBezTo>
                      <a:pt x="926903" y="1246"/>
                      <a:pt x="1058882" y="0"/>
                      <a:pt x="10601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C20EC434-99DF-574D-8AD1-7F71C31F3B9C}"/>
                  </a:ext>
                </a:extLst>
              </p:cNvPr>
              <p:cNvSpPr/>
              <p:nvPr/>
            </p:nvSpPr>
            <p:spPr>
              <a:xfrm>
                <a:off x="5852733" y="11336948"/>
                <a:ext cx="1817610" cy="16263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0" h="1306">
                    <a:moveTo>
                      <a:pt x="189" y="17"/>
                    </a:moveTo>
                    <a:cubicBezTo>
                      <a:pt x="189" y="17"/>
                      <a:pt x="80" y="211"/>
                      <a:pt x="90" y="660"/>
                    </a:cubicBezTo>
                    <a:cubicBezTo>
                      <a:pt x="92" y="749"/>
                      <a:pt x="20" y="1176"/>
                      <a:pt x="0" y="1306"/>
                    </a:cubicBezTo>
                    <a:lnTo>
                      <a:pt x="601" y="1306"/>
                    </a:lnTo>
                    <a:lnTo>
                      <a:pt x="792" y="853"/>
                    </a:lnTo>
                    <a:lnTo>
                      <a:pt x="925" y="1305"/>
                    </a:lnTo>
                    <a:lnTo>
                      <a:pt x="1460" y="1305"/>
                    </a:lnTo>
                    <a:cubicBezTo>
                      <a:pt x="1460" y="1305"/>
                      <a:pt x="1458" y="680"/>
                      <a:pt x="1443" y="0"/>
                    </a:cubicBezTo>
                    <a:cubicBezTo>
                      <a:pt x="755" y="213"/>
                      <a:pt x="189" y="17"/>
                      <a:pt x="189" y="1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E652B274-6767-F443-AF16-8D3380C5858A}"/>
                  </a:ext>
                </a:extLst>
              </p:cNvPr>
              <p:cNvSpPr/>
              <p:nvPr/>
            </p:nvSpPr>
            <p:spPr>
              <a:xfrm>
                <a:off x="5844009" y="11329471"/>
                <a:ext cx="1833805" cy="1642530"/>
              </a:xfrm>
              <a:custGeom>
                <a:avLst/>
                <a:gdLst>
                  <a:gd name="connsiteX0" fmla="*/ 1797696 w 1833805"/>
                  <a:gd name="connsiteY0" fmla="*/ 18693 h 1642530"/>
                  <a:gd name="connsiteX1" fmla="*/ 702157 w 1833805"/>
                  <a:gd name="connsiteY1" fmla="*/ 124540 h 1642530"/>
                  <a:gd name="connsiteX2" fmla="*/ 247757 w 1833805"/>
                  <a:gd name="connsiteY2" fmla="*/ 38617 h 1642530"/>
                  <a:gd name="connsiteX3" fmla="*/ 128244 w 1833805"/>
                  <a:gd name="connsiteY3" fmla="*/ 828115 h 1642530"/>
                  <a:gd name="connsiteX4" fmla="*/ 29895 w 1833805"/>
                  <a:gd name="connsiteY4" fmla="*/ 1546632 h 1642530"/>
                  <a:gd name="connsiteX5" fmla="*/ 17445 w 1833805"/>
                  <a:gd name="connsiteY5" fmla="*/ 1626329 h 1642530"/>
                  <a:gd name="connsiteX6" fmla="*/ 751954 w 1833805"/>
                  <a:gd name="connsiteY6" fmla="*/ 1626329 h 1642530"/>
                  <a:gd name="connsiteX7" fmla="*/ 986001 w 1833805"/>
                  <a:gd name="connsiteY7" fmla="*/ 1065960 h 1642530"/>
                  <a:gd name="connsiteX8" fmla="*/ 994716 w 1833805"/>
                  <a:gd name="connsiteY8" fmla="*/ 1060979 h 1642530"/>
                  <a:gd name="connsiteX9" fmla="*/ 1002186 w 1833805"/>
                  <a:gd name="connsiteY9" fmla="*/ 1067205 h 1642530"/>
                  <a:gd name="connsiteX10" fmla="*/ 1165271 w 1833805"/>
                  <a:gd name="connsiteY10" fmla="*/ 1625084 h 1642530"/>
                  <a:gd name="connsiteX11" fmla="*/ 1818860 w 1833805"/>
                  <a:gd name="connsiteY11" fmla="*/ 1625084 h 1642530"/>
                  <a:gd name="connsiteX12" fmla="*/ 1797696 w 1833805"/>
                  <a:gd name="connsiteY12" fmla="*/ 18693 h 1642530"/>
                  <a:gd name="connsiteX13" fmla="*/ 1803926 w 1833805"/>
                  <a:gd name="connsiteY13" fmla="*/ 0 h 1642530"/>
                  <a:gd name="connsiteX14" fmla="*/ 1810151 w 1833805"/>
                  <a:gd name="connsiteY14" fmla="*/ 1245 h 1642530"/>
                  <a:gd name="connsiteX15" fmla="*/ 1813886 w 1833805"/>
                  <a:gd name="connsiteY15" fmla="*/ 7472 h 1642530"/>
                  <a:gd name="connsiteX16" fmla="*/ 1833805 w 1833805"/>
                  <a:gd name="connsiteY16" fmla="*/ 1632568 h 1642530"/>
                  <a:gd name="connsiteX17" fmla="*/ 1832560 w 1833805"/>
                  <a:gd name="connsiteY17" fmla="*/ 1638794 h 1642530"/>
                  <a:gd name="connsiteX18" fmla="*/ 1826336 w 1833805"/>
                  <a:gd name="connsiteY18" fmla="*/ 1640039 h 1642530"/>
                  <a:gd name="connsiteX19" fmla="*/ 1160290 w 1833805"/>
                  <a:gd name="connsiteY19" fmla="*/ 1640039 h 1642530"/>
                  <a:gd name="connsiteX20" fmla="*/ 1152820 w 1833805"/>
                  <a:gd name="connsiteY20" fmla="*/ 1635058 h 1642530"/>
                  <a:gd name="connsiteX21" fmla="*/ 992222 w 1833805"/>
                  <a:gd name="connsiteY21" fmla="*/ 1093360 h 1642530"/>
                  <a:gd name="connsiteX22" fmla="*/ 764397 w 1833805"/>
                  <a:gd name="connsiteY22" fmla="*/ 1637549 h 1642530"/>
                  <a:gd name="connsiteX23" fmla="*/ 756927 w 1833805"/>
                  <a:gd name="connsiteY23" fmla="*/ 1642530 h 1642530"/>
                  <a:gd name="connsiteX24" fmla="*/ 8715 w 1833805"/>
                  <a:gd name="connsiteY24" fmla="*/ 1642530 h 1642530"/>
                  <a:gd name="connsiteX25" fmla="*/ 2490 w 1833805"/>
                  <a:gd name="connsiteY25" fmla="*/ 1640039 h 1642530"/>
                  <a:gd name="connsiteX26" fmla="*/ 0 w 1833805"/>
                  <a:gd name="connsiteY26" fmla="*/ 1632568 h 1642530"/>
                  <a:gd name="connsiteX27" fmla="*/ 13695 w 1833805"/>
                  <a:gd name="connsiteY27" fmla="*/ 1544153 h 1642530"/>
                  <a:gd name="connsiteX28" fmla="*/ 112045 w 1833805"/>
                  <a:gd name="connsiteY28" fmla="*/ 829359 h 1642530"/>
                  <a:gd name="connsiteX29" fmla="*/ 169313 w 1833805"/>
                  <a:gd name="connsiteY29" fmla="*/ 216679 h 1642530"/>
                  <a:gd name="connsiteX30" fmla="*/ 237785 w 1833805"/>
                  <a:gd name="connsiteY30" fmla="*/ 24906 h 1642530"/>
                  <a:gd name="connsiteX31" fmla="*/ 246499 w 1833805"/>
                  <a:gd name="connsiteY31" fmla="*/ 21170 h 1642530"/>
                  <a:gd name="connsiteX32" fmla="*/ 704639 w 1833805"/>
                  <a:gd name="connsiteY32" fmla="*/ 109585 h 1642530"/>
                  <a:gd name="connsiteX33" fmla="*/ 1803926 w 1833805"/>
                  <a:gd name="connsiteY33" fmla="*/ 0 h 1642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1833805" h="1642530">
                    <a:moveTo>
                      <a:pt x="1797696" y="18693"/>
                    </a:moveTo>
                    <a:cubicBezTo>
                      <a:pt x="1358236" y="151936"/>
                      <a:pt x="959858" y="150691"/>
                      <a:pt x="702157" y="124540"/>
                    </a:cubicBezTo>
                    <a:cubicBezTo>
                      <a:pt x="451926" y="100880"/>
                      <a:pt x="282616" y="48579"/>
                      <a:pt x="247757" y="38617"/>
                    </a:cubicBezTo>
                    <a:cubicBezTo>
                      <a:pt x="227839" y="78466"/>
                      <a:pt x="117040" y="325028"/>
                      <a:pt x="128244" y="828115"/>
                    </a:cubicBezTo>
                    <a:cubicBezTo>
                      <a:pt x="130734" y="925245"/>
                      <a:pt x="64753" y="1329956"/>
                      <a:pt x="29895" y="1546632"/>
                    </a:cubicBezTo>
                    <a:cubicBezTo>
                      <a:pt x="24915" y="1577764"/>
                      <a:pt x="21180" y="1605159"/>
                      <a:pt x="17445" y="1626329"/>
                    </a:cubicBezTo>
                    <a:lnTo>
                      <a:pt x="751954" y="1626329"/>
                    </a:lnTo>
                    <a:lnTo>
                      <a:pt x="986001" y="1065960"/>
                    </a:lnTo>
                    <a:cubicBezTo>
                      <a:pt x="988491" y="1063470"/>
                      <a:pt x="990981" y="1060979"/>
                      <a:pt x="994716" y="1060979"/>
                    </a:cubicBezTo>
                    <a:cubicBezTo>
                      <a:pt x="997206" y="1060979"/>
                      <a:pt x="1000941" y="1063470"/>
                      <a:pt x="1002186" y="1067205"/>
                    </a:cubicBezTo>
                    <a:lnTo>
                      <a:pt x="1165271" y="1625084"/>
                    </a:lnTo>
                    <a:lnTo>
                      <a:pt x="1818860" y="1625084"/>
                    </a:lnTo>
                    <a:cubicBezTo>
                      <a:pt x="1818860" y="1540406"/>
                      <a:pt x="1813880" y="804455"/>
                      <a:pt x="1797696" y="18693"/>
                    </a:cubicBezTo>
                    <a:close/>
                    <a:moveTo>
                      <a:pt x="1803926" y="0"/>
                    </a:moveTo>
                    <a:cubicBezTo>
                      <a:pt x="1805171" y="0"/>
                      <a:pt x="1808906" y="0"/>
                      <a:pt x="1810151" y="1245"/>
                    </a:cubicBezTo>
                    <a:cubicBezTo>
                      <a:pt x="1812641" y="2491"/>
                      <a:pt x="1813886" y="4981"/>
                      <a:pt x="1813886" y="7472"/>
                    </a:cubicBezTo>
                    <a:cubicBezTo>
                      <a:pt x="1831315" y="844303"/>
                      <a:pt x="1833805" y="1625096"/>
                      <a:pt x="1833805" y="1632568"/>
                    </a:cubicBezTo>
                    <a:cubicBezTo>
                      <a:pt x="1833805" y="1635058"/>
                      <a:pt x="1833805" y="1636304"/>
                      <a:pt x="1832560" y="1638794"/>
                    </a:cubicBezTo>
                    <a:cubicBezTo>
                      <a:pt x="1831315" y="1640039"/>
                      <a:pt x="1828825" y="1640039"/>
                      <a:pt x="1826336" y="1640039"/>
                    </a:cubicBezTo>
                    <a:lnTo>
                      <a:pt x="1160290" y="1640039"/>
                    </a:lnTo>
                    <a:cubicBezTo>
                      <a:pt x="1156555" y="1640039"/>
                      <a:pt x="1152820" y="1638794"/>
                      <a:pt x="1152820" y="1635058"/>
                    </a:cubicBezTo>
                    <a:lnTo>
                      <a:pt x="992222" y="1093360"/>
                    </a:lnTo>
                    <a:lnTo>
                      <a:pt x="764397" y="1637549"/>
                    </a:lnTo>
                    <a:cubicBezTo>
                      <a:pt x="763152" y="1640039"/>
                      <a:pt x="760662" y="1642530"/>
                      <a:pt x="756927" y="1642530"/>
                    </a:cubicBezTo>
                    <a:lnTo>
                      <a:pt x="8715" y="1642530"/>
                    </a:lnTo>
                    <a:cubicBezTo>
                      <a:pt x="6225" y="1642530"/>
                      <a:pt x="3735" y="1641285"/>
                      <a:pt x="2490" y="1640039"/>
                    </a:cubicBezTo>
                    <a:cubicBezTo>
                      <a:pt x="0" y="1637549"/>
                      <a:pt x="0" y="1635058"/>
                      <a:pt x="0" y="1632568"/>
                    </a:cubicBezTo>
                    <a:cubicBezTo>
                      <a:pt x="3735" y="1610153"/>
                      <a:pt x="8715" y="1580266"/>
                      <a:pt x="13695" y="1544153"/>
                    </a:cubicBezTo>
                    <a:cubicBezTo>
                      <a:pt x="48553" y="1327473"/>
                      <a:pt x="114535" y="924001"/>
                      <a:pt x="112045" y="829359"/>
                    </a:cubicBezTo>
                    <a:cubicBezTo>
                      <a:pt x="105821" y="539208"/>
                      <a:pt x="139434" y="336227"/>
                      <a:pt x="169313" y="216679"/>
                    </a:cubicBezTo>
                    <a:cubicBezTo>
                      <a:pt x="201681" y="87170"/>
                      <a:pt x="235295" y="27396"/>
                      <a:pt x="237785" y="24906"/>
                    </a:cubicBezTo>
                    <a:cubicBezTo>
                      <a:pt x="239030" y="21170"/>
                      <a:pt x="244010" y="18679"/>
                      <a:pt x="246499" y="21170"/>
                    </a:cubicBezTo>
                    <a:cubicBezTo>
                      <a:pt x="248989" y="21170"/>
                      <a:pt x="425772" y="82189"/>
                      <a:pt x="704639" y="109585"/>
                    </a:cubicBezTo>
                    <a:cubicBezTo>
                      <a:pt x="962343" y="134491"/>
                      <a:pt x="1361971" y="136981"/>
                      <a:pt x="18039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3C01BE13-750A-A04F-A7D0-14D5881F0808}"/>
                  </a:ext>
                </a:extLst>
              </p:cNvPr>
              <p:cNvSpPr/>
              <p:nvPr/>
            </p:nvSpPr>
            <p:spPr>
              <a:xfrm>
                <a:off x="6250141" y="9076288"/>
                <a:ext cx="3906803" cy="24750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37" h="1987">
                    <a:moveTo>
                      <a:pt x="3137" y="1987"/>
                    </a:moveTo>
                    <a:lnTo>
                      <a:pt x="0" y="1987"/>
                    </a:lnTo>
                    <a:lnTo>
                      <a:pt x="0" y="0"/>
                    </a:lnTo>
                    <a:lnTo>
                      <a:pt x="3137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9DDBC414-6759-7746-AE18-AB65C4D15263}"/>
                  </a:ext>
                </a:extLst>
              </p:cNvPr>
              <p:cNvSpPr/>
              <p:nvPr/>
            </p:nvSpPr>
            <p:spPr>
              <a:xfrm>
                <a:off x="6241420" y="9068807"/>
                <a:ext cx="3922998" cy="2489966"/>
              </a:xfrm>
              <a:custGeom>
                <a:avLst/>
                <a:gdLst>
                  <a:gd name="connsiteX0" fmla="*/ 16192 w 3922998"/>
                  <a:gd name="connsiteY0" fmla="*/ 14959 h 2489966"/>
                  <a:gd name="connsiteX1" fmla="*/ 16192 w 3922998"/>
                  <a:gd name="connsiteY1" fmla="*/ 2475016 h 2489966"/>
                  <a:gd name="connsiteX2" fmla="*/ 3906800 w 3922998"/>
                  <a:gd name="connsiteY2" fmla="*/ 2475016 h 2489966"/>
                  <a:gd name="connsiteX3" fmla="*/ 3906800 w 3922998"/>
                  <a:gd name="connsiteY3" fmla="*/ 14959 h 2489966"/>
                  <a:gd name="connsiteX4" fmla="*/ 8718 w 3922998"/>
                  <a:gd name="connsiteY4" fmla="*/ 0 h 2489966"/>
                  <a:gd name="connsiteX5" fmla="*/ 3915526 w 3922998"/>
                  <a:gd name="connsiteY5" fmla="*/ 0 h 2489966"/>
                  <a:gd name="connsiteX6" fmla="*/ 3922998 w 3922998"/>
                  <a:gd name="connsiteY6" fmla="*/ 7474 h 2489966"/>
                  <a:gd name="connsiteX7" fmla="*/ 3922998 w 3922998"/>
                  <a:gd name="connsiteY7" fmla="*/ 2482492 h 2489966"/>
                  <a:gd name="connsiteX8" fmla="*/ 3915526 w 3922998"/>
                  <a:gd name="connsiteY8" fmla="*/ 2489966 h 2489966"/>
                  <a:gd name="connsiteX9" fmla="*/ 8718 w 3922998"/>
                  <a:gd name="connsiteY9" fmla="*/ 2489966 h 2489966"/>
                  <a:gd name="connsiteX10" fmla="*/ 0 w 3922998"/>
                  <a:gd name="connsiteY10" fmla="*/ 2482492 h 2489966"/>
                  <a:gd name="connsiteX11" fmla="*/ 0 w 3922998"/>
                  <a:gd name="connsiteY11" fmla="*/ 7474 h 2489966"/>
                  <a:gd name="connsiteX12" fmla="*/ 8718 w 3922998"/>
                  <a:gd name="connsiteY12" fmla="*/ 0 h 24899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22998" h="2489966">
                    <a:moveTo>
                      <a:pt x="16192" y="14959"/>
                    </a:moveTo>
                    <a:lnTo>
                      <a:pt x="16192" y="2475016"/>
                    </a:lnTo>
                    <a:lnTo>
                      <a:pt x="3906800" y="2475016"/>
                    </a:lnTo>
                    <a:lnTo>
                      <a:pt x="3906800" y="14959"/>
                    </a:lnTo>
                    <a:close/>
                    <a:moveTo>
                      <a:pt x="8718" y="0"/>
                    </a:moveTo>
                    <a:lnTo>
                      <a:pt x="3915526" y="0"/>
                    </a:lnTo>
                    <a:cubicBezTo>
                      <a:pt x="3919262" y="0"/>
                      <a:pt x="3922998" y="3737"/>
                      <a:pt x="3922998" y="7474"/>
                    </a:cubicBezTo>
                    <a:lnTo>
                      <a:pt x="3922998" y="2482492"/>
                    </a:lnTo>
                    <a:cubicBezTo>
                      <a:pt x="3922998" y="2486229"/>
                      <a:pt x="3919262" y="2489966"/>
                      <a:pt x="3915526" y="2489966"/>
                    </a:cubicBezTo>
                    <a:lnTo>
                      <a:pt x="8718" y="2489966"/>
                    </a:lnTo>
                    <a:cubicBezTo>
                      <a:pt x="4982" y="2489966"/>
                      <a:pt x="0" y="2486229"/>
                      <a:pt x="0" y="2482492"/>
                    </a:cubicBezTo>
                    <a:lnTo>
                      <a:pt x="0" y="7474"/>
                    </a:lnTo>
                    <a:cubicBezTo>
                      <a:pt x="0" y="3737"/>
                      <a:pt x="4982" y="0"/>
                      <a:pt x="87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8C4F8841-FE81-E94F-8874-4796328D1941}"/>
                  </a:ext>
                </a:extLst>
              </p:cNvPr>
              <p:cNvSpPr/>
              <p:nvPr/>
            </p:nvSpPr>
            <p:spPr>
              <a:xfrm>
                <a:off x="6365999" y="9188449"/>
                <a:ext cx="3675086" cy="2251936"/>
              </a:xfrm>
              <a:custGeom>
                <a:avLst/>
                <a:gdLst>
                  <a:gd name="connsiteX0" fmla="*/ 16192 w 3675086"/>
                  <a:gd name="connsiteY0" fmla="*/ 14955 h 2251936"/>
                  <a:gd name="connsiteX1" fmla="*/ 16192 w 3675086"/>
                  <a:gd name="connsiteY1" fmla="*/ 2235736 h 2251936"/>
                  <a:gd name="connsiteX2" fmla="*/ 3658887 w 3675086"/>
                  <a:gd name="connsiteY2" fmla="*/ 2235736 h 2251936"/>
                  <a:gd name="connsiteX3" fmla="*/ 3658887 w 3675086"/>
                  <a:gd name="connsiteY3" fmla="*/ 14955 h 2251936"/>
                  <a:gd name="connsiteX4" fmla="*/ 8718 w 3675086"/>
                  <a:gd name="connsiteY4" fmla="*/ 0 h 2251936"/>
                  <a:gd name="connsiteX5" fmla="*/ 3666369 w 3675086"/>
                  <a:gd name="connsiteY5" fmla="*/ 0 h 2251936"/>
                  <a:gd name="connsiteX6" fmla="*/ 3675086 w 3675086"/>
                  <a:gd name="connsiteY6" fmla="*/ 7473 h 2251936"/>
                  <a:gd name="connsiteX7" fmla="*/ 3675086 w 3675086"/>
                  <a:gd name="connsiteY7" fmla="*/ 2243217 h 2251936"/>
                  <a:gd name="connsiteX8" fmla="*/ 3666369 w 3675086"/>
                  <a:gd name="connsiteY8" fmla="*/ 2251936 h 2251936"/>
                  <a:gd name="connsiteX9" fmla="*/ 8718 w 3675086"/>
                  <a:gd name="connsiteY9" fmla="*/ 2251936 h 2251936"/>
                  <a:gd name="connsiteX10" fmla="*/ 0 w 3675086"/>
                  <a:gd name="connsiteY10" fmla="*/ 2243217 h 2251936"/>
                  <a:gd name="connsiteX11" fmla="*/ 0 w 3675086"/>
                  <a:gd name="connsiteY11" fmla="*/ 7473 h 2251936"/>
                  <a:gd name="connsiteX12" fmla="*/ 8718 w 3675086"/>
                  <a:gd name="connsiteY12" fmla="*/ 0 h 2251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675086" h="2251936">
                    <a:moveTo>
                      <a:pt x="16192" y="14955"/>
                    </a:moveTo>
                    <a:lnTo>
                      <a:pt x="16192" y="2235736"/>
                    </a:lnTo>
                    <a:lnTo>
                      <a:pt x="3658887" y="2235736"/>
                    </a:lnTo>
                    <a:lnTo>
                      <a:pt x="3658887" y="14955"/>
                    </a:lnTo>
                    <a:close/>
                    <a:moveTo>
                      <a:pt x="8718" y="0"/>
                    </a:moveTo>
                    <a:lnTo>
                      <a:pt x="3666369" y="0"/>
                    </a:lnTo>
                    <a:cubicBezTo>
                      <a:pt x="3671350" y="0"/>
                      <a:pt x="3675086" y="3737"/>
                      <a:pt x="3675086" y="7473"/>
                    </a:cubicBezTo>
                    <a:lnTo>
                      <a:pt x="3675086" y="2243217"/>
                    </a:lnTo>
                    <a:cubicBezTo>
                      <a:pt x="3675086" y="2248199"/>
                      <a:pt x="3671350" y="2251936"/>
                      <a:pt x="3666369" y="2251936"/>
                    </a:cubicBezTo>
                    <a:lnTo>
                      <a:pt x="8718" y="2251936"/>
                    </a:lnTo>
                    <a:cubicBezTo>
                      <a:pt x="3736" y="2251936"/>
                      <a:pt x="0" y="2248199"/>
                      <a:pt x="0" y="2243217"/>
                    </a:cubicBezTo>
                    <a:lnTo>
                      <a:pt x="0" y="7473"/>
                    </a:lnTo>
                    <a:cubicBezTo>
                      <a:pt x="0" y="3737"/>
                      <a:pt x="3736" y="0"/>
                      <a:pt x="87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48F14C60-8C7B-DB4D-940B-291624442D25}"/>
                  </a:ext>
                </a:extLst>
              </p:cNvPr>
              <p:cNvSpPr/>
              <p:nvPr/>
            </p:nvSpPr>
            <p:spPr>
              <a:xfrm>
                <a:off x="6653777" y="9431464"/>
                <a:ext cx="773637" cy="1470551"/>
              </a:xfrm>
              <a:custGeom>
                <a:avLst/>
                <a:gdLst>
                  <a:gd name="connsiteX0" fmla="*/ 16195 w 773637"/>
                  <a:gd name="connsiteY0" fmla="*/ 16197 h 1470551"/>
                  <a:gd name="connsiteX1" fmla="*/ 16195 w 773637"/>
                  <a:gd name="connsiteY1" fmla="*/ 1454346 h 1470551"/>
                  <a:gd name="connsiteX2" fmla="*/ 758687 w 773637"/>
                  <a:gd name="connsiteY2" fmla="*/ 1454346 h 1470551"/>
                  <a:gd name="connsiteX3" fmla="*/ 758687 w 773637"/>
                  <a:gd name="connsiteY3" fmla="*/ 16197 h 1470551"/>
                  <a:gd name="connsiteX4" fmla="*/ 7463 w 773637"/>
                  <a:gd name="connsiteY4" fmla="*/ 0 h 1470551"/>
                  <a:gd name="connsiteX5" fmla="*/ 766174 w 773637"/>
                  <a:gd name="connsiteY5" fmla="*/ 0 h 1470551"/>
                  <a:gd name="connsiteX6" fmla="*/ 773637 w 773637"/>
                  <a:gd name="connsiteY6" fmla="*/ 8716 h 1470551"/>
                  <a:gd name="connsiteX7" fmla="*/ 773637 w 773637"/>
                  <a:gd name="connsiteY7" fmla="*/ 1463080 h 1470551"/>
                  <a:gd name="connsiteX8" fmla="*/ 766174 w 773637"/>
                  <a:gd name="connsiteY8" fmla="*/ 1470551 h 1470551"/>
                  <a:gd name="connsiteX9" fmla="*/ 7463 w 773637"/>
                  <a:gd name="connsiteY9" fmla="*/ 1470551 h 1470551"/>
                  <a:gd name="connsiteX10" fmla="*/ 0 w 773637"/>
                  <a:gd name="connsiteY10" fmla="*/ 1463080 h 1470551"/>
                  <a:gd name="connsiteX11" fmla="*/ 0 w 773637"/>
                  <a:gd name="connsiteY11" fmla="*/ 8716 h 1470551"/>
                  <a:gd name="connsiteX12" fmla="*/ 7463 w 773637"/>
                  <a:gd name="connsiteY12" fmla="*/ 0 h 147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73637" h="1470551">
                    <a:moveTo>
                      <a:pt x="16195" y="16197"/>
                    </a:moveTo>
                    <a:lnTo>
                      <a:pt x="16195" y="1454346"/>
                    </a:lnTo>
                    <a:lnTo>
                      <a:pt x="758687" y="1454346"/>
                    </a:lnTo>
                    <a:lnTo>
                      <a:pt x="758687" y="16197"/>
                    </a:lnTo>
                    <a:close/>
                    <a:moveTo>
                      <a:pt x="7463" y="0"/>
                    </a:moveTo>
                    <a:lnTo>
                      <a:pt x="766174" y="0"/>
                    </a:lnTo>
                    <a:cubicBezTo>
                      <a:pt x="771150" y="0"/>
                      <a:pt x="773637" y="3736"/>
                      <a:pt x="773637" y="8716"/>
                    </a:cubicBezTo>
                    <a:lnTo>
                      <a:pt x="773637" y="1463080"/>
                    </a:lnTo>
                    <a:cubicBezTo>
                      <a:pt x="773637" y="1466816"/>
                      <a:pt x="771150" y="1470551"/>
                      <a:pt x="766174" y="1470551"/>
                    </a:cubicBezTo>
                    <a:lnTo>
                      <a:pt x="7463" y="1470551"/>
                    </a:lnTo>
                    <a:cubicBezTo>
                      <a:pt x="3732" y="1470551"/>
                      <a:pt x="0" y="1466816"/>
                      <a:pt x="0" y="1463080"/>
                    </a:cubicBezTo>
                    <a:lnTo>
                      <a:pt x="0" y="8716"/>
                    </a:lnTo>
                    <a:cubicBezTo>
                      <a:pt x="0" y="3736"/>
                      <a:pt x="3732" y="0"/>
                      <a:pt x="74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D6F59DB1-4258-264F-8D18-B2D0E67D5F4F}"/>
                  </a:ext>
                </a:extLst>
              </p:cNvPr>
              <p:cNvSpPr/>
              <p:nvPr/>
            </p:nvSpPr>
            <p:spPr>
              <a:xfrm>
                <a:off x="6653777" y="11051562"/>
                <a:ext cx="1670607" cy="162010"/>
              </a:xfrm>
              <a:custGeom>
                <a:avLst/>
                <a:gdLst>
                  <a:gd name="connsiteX0" fmla="*/ 80927 w 1670607"/>
                  <a:gd name="connsiteY0" fmla="*/ 16201 h 162010"/>
                  <a:gd name="connsiteX1" fmla="*/ 34868 w 1670607"/>
                  <a:gd name="connsiteY1" fmla="*/ 35953 h 162010"/>
                  <a:gd name="connsiteX2" fmla="*/ 16195 w 1670607"/>
                  <a:gd name="connsiteY2" fmla="*/ 81628 h 162010"/>
                  <a:gd name="connsiteX3" fmla="*/ 34868 w 1670607"/>
                  <a:gd name="connsiteY3" fmla="*/ 127303 h 162010"/>
                  <a:gd name="connsiteX4" fmla="*/ 80927 w 1670607"/>
                  <a:gd name="connsiteY4" fmla="*/ 147055 h 162010"/>
                  <a:gd name="connsiteX5" fmla="*/ 1588434 w 1670607"/>
                  <a:gd name="connsiteY5" fmla="*/ 147055 h 162010"/>
                  <a:gd name="connsiteX6" fmla="*/ 1635739 w 1670607"/>
                  <a:gd name="connsiteY6" fmla="*/ 127303 h 162010"/>
                  <a:gd name="connsiteX7" fmla="*/ 1654411 w 1670607"/>
                  <a:gd name="connsiteY7" fmla="*/ 81628 h 162010"/>
                  <a:gd name="connsiteX8" fmla="*/ 1635739 w 1670607"/>
                  <a:gd name="connsiteY8" fmla="*/ 35953 h 162010"/>
                  <a:gd name="connsiteX9" fmla="*/ 1588434 w 1670607"/>
                  <a:gd name="connsiteY9" fmla="*/ 16201 h 162010"/>
                  <a:gd name="connsiteX10" fmla="*/ 80916 w 1670607"/>
                  <a:gd name="connsiteY10" fmla="*/ 0 h 162010"/>
                  <a:gd name="connsiteX11" fmla="*/ 1588446 w 1670607"/>
                  <a:gd name="connsiteY11" fmla="*/ 0 h 162010"/>
                  <a:gd name="connsiteX12" fmla="*/ 1645710 w 1670607"/>
                  <a:gd name="connsiteY12" fmla="*/ 23498 h 162010"/>
                  <a:gd name="connsiteX13" fmla="*/ 1670607 w 1670607"/>
                  <a:gd name="connsiteY13" fmla="*/ 81623 h 162010"/>
                  <a:gd name="connsiteX14" fmla="*/ 1645710 w 1670607"/>
                  <a:gd name="connsiteY14" fmla="*/ 138512 h 162010"/>
                  <a:gd name="connsiteX15" fmla="*/ 1588446 w 1670607"/>
                  <a:gd name="connsiteY15" fmla="*/ 162010 h 162010"/>
                  <a:gd name="connsiteX16" fmla="*/ 80916 w 1670607"/>
                  <a:gd name="connsiteY16" fmla="*/ 162010 h 162010"/>
                  <a:gd name="connsiteX17" fmla="*/ 23653 w 1670607"/>
                  <a:gd name="connsiteY17" fmla="*/ 138512 h 162010"/>
                  <a:gd name="connsiteX18" fmla="*/ 0 w 1670607"/>
                  <a:gd name="connsiteY18" fmla="*/ 81623 h 162010"/>
                  <a:gd name="connsiteX19" fmla="*/ 23653 w 1670607"/>
                  <a:gd name="connsiteY19" fmla="*/ 23498 h 162010"/>
                  <a:gd name="connsiteX20" fmla="*/ 80916 w 1670607"/>
                  <a:gd name="connsiteY20" fmla="*/ 0 h 1620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670607" h="162010">
                    <a:moveTo>
                      <a:pt x="80927" y="16201"/>
                    </a:moveTo>
                    <a:cubicBezTo>
                      <a:pt x="63499" y="16201"/>
                      <a:pt x="47316" y="23608"/>
                      <a:pt x="34868" y="35953"/>
                    </a:cubicBezTo>
                    <a:cubicBezTo>
                      <a:pt x="22419" y="47063"/>
                      <a:pt x="16195" y="64345"/>
                      <a:pt x="16195" y="81628"/>
                    </a:cubicBezTo>
                    <a:cubicBezTo>
                      <a:pt x="16195" y="98911"/>
                      <a:pt x="22419" y="114959"/>
                      <a:pt x="34868" y="127303"/>
                    </a:cubicBezTo>
                    <a:cubicBezTo>
                      <a:pt x="47316" y="139648"/>
                      <a:pt x="63499" y="147055"/>
                      <a:pt x="80927" y="147055"/>
                    </a:cubicBezTo>
                    <a:lnTo>
                      <a:pt x="1588434" y="147055"/>
                    </a:lnTo>
                    <a:cubicBezTo>
                      <a:pt x="1605862" y="147055"/>
                      <a:pt x="1622045" y="139648"/>
                      <a:pt x="1635739" y="127303"/>
                    </a:cubicBezTo>
                    <a:cubicBezTo>
                      <a:pt x="1646942" y="114959"/>
                      <a:pt x="1654411" y="98911"/>
                      <a:pt x="1654411" y="81628"/>
                    </a:cubicBezTo>
                    <a:cubicBezTo>
                      <a:pt x="1654411" y="64345"/>
                      <a:pt x="1646942" y="47063"/>
                      <a:pt x="1635739" y="35953"/>
                    </a:cubicBezTo>
                    <a:cubicBezTo>
                      <a:pt x="1622045" y="23608"/>
                      <a:pt x="1605862" y="16201"/>
                      <a:pt x="1588434" y="16201"/>
                    </a:cubicBezTo>
                    <a:close/>
                    <a:moveTo>
                      <a:pt x="80916" y="0"/>
                    </a:moveTo>
                    <a:lnTo>
                      <a:pt x="1588446" y="0"/>
                    </a:lnTo>
                    <a:cubicBezTo>
                      <a:pt x="1609609" y="0"/>
                      <a:pt x="1630772" y="8657"/>
                      <a:pt x="1645710" y="23498"/>
                    </a:cubicBezTo>
                    <a:cubicBezTo>
                      <a:pt x="1661893" y="39575"/>
                      <a:pt x="1670607" y="59362"/>
                      <a:pt x="1670607" y="81623"/>
                    </a:cubicBezTo>
                    <a:cubicBezTo>
                      <a:pt x="1670607" y="103884"/>
                      <a:pt x="1661893" y="122435"/>
                      <a:pt x="1645710" y="138512"/>
                    </a:cubicBezTo>
                    <a:cubicBezTo>
                      <a:pt x="1630772" y="154590"/>
                      <a:pt x="1609609" y="162010"/>
                      <a:pt x="1588446" y="162010"/>
                    </a:cubicBezTo>
                    <a:lnTo>
                      <a:pt x="80916" y="162010"/>
                    </a:lnTo>
                    <a:cubicBezTo>
                      <a:pt x="58509" y="162010"/>
                      <a:pt x="38591" y="154590"/>
                      <a:pt x="23653" y="138512"/>
                    </a:cubicBezTo>
                    <a:cubicBezTo>
                      <a:pt x="8714" y="122435"/>
                      <a:pt x="0" y="103884"/>
                      <a:pt x="0" y="81623"/>
                    </a:cubicBezTo>
                    <a:cubicBezTo>
                      <a:pt x="0" y="59362"/>
                      <a:pt x="8714" y="39575"/>
                      <a:pt x="23653" y="23498"/>
                    </a:cubicBezTo>
                    <a:cubicBezTo>
                      <a:pt x="38591" y="8657"/>
                      <a:pt x="58509" y="0"/>
                      <a:pt x="809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BA7B7C68-1C7B-284B-9B0B-8FE3DC4A9D4B}"/>
                  </a:ext>
                </a:extLst>
              </p:cNvPr>
              <p:cNvSpPr/>
              <p:nvPr/>
            </p:nvSpPr>
            <p:spPr>
              <a:xfrm>
                <a:off x="7544518" y="9431464"/>
                <a:ext cx="774882" cy="1470551"/>
              </a:xfrm>
              <a:custGeom>
                <a:avLst/>
                <a:gdLst>
                  <a:gd name="connsiteX0" fmla="*/ 16195 w 774882"/>
                  <a:gd name="connsiteY0" fmla="*/ 16197 h 1470551"/>
                  <a:gd name="connsiteX1" fmla="*/ 16195 w 774882"/>
                  <a:gd name="connsiteY1" fmla="*/ 1454346 h 1470551"/>
                  <a:gd name="connsiteX2" fmla="*/ 759933 w 774882"/>
                  <a:gd name="connsiteY2" fmla="*/ 1454346 h 1470551"/>
                  <a:gd name="connsiteX3" fmla="*/ 759933 w 774882"/>
                  <a:gd name="connsiteY3" fmla="*/ 16197 h 1470551"/>
                  <a:gd name="connsiteX4" fmla="*/ 7463 w 774882"/>
                  <a:gd name="connsiteY4" fmla="*/ 0 h 1470551"/>
                  <a:gd name="connsiteX5" fmla="*/ 767419 w 774882"/>
                  <a:gd name="connsiteY5" fmla="*/ 0 h 1470551"/>
                  <a:gd name="connsiteX6" fmla="*/ 774882 w 774882"/>
                  <a:gd name="connsiteY6" fmla="*/ 8716 h 1470551"/>
                  <a:gd name="connsiteX7" fmla="*/ 774882 w 774882"/>
                  <a:gd name="connsiteY7" fmla="*/ 1463080 h 1470551"/>
                  <a:gd name="connsiteX8" fmla="*/ 767419 w 774882"/>
                  <a:gd name="connsiteY8" fmla="*/ 1470551 h 1470551"/>
                  <a:gd name="connsiteX9" fmla="*/ 7463 w 774882"/>
                  <a:gd name="connsiteY9" fmla="*/ 1470551 h 1470551"/>
                  <a:gd name="connsiteX10" fmla="*/ 0 w 774882"/>
                  <a:gd name="connsiteY10" fmla="*/ 1463080 h 1470551"/>
                  <a:gd name="connsiteX11" fmla="*/ 0 w 774882"/>
                  <a:gd name="connsiteY11" fmla="*/ 8716 h 1470551"/>
                  <a:gd name="connsiteX12" fmla="*/ 7463 w 774882"/>
                  <a:gd name="connsiteY12" fmla="*/ 0 h 14705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74882" h="1470551">
                    <a:moveTo>
                      <a:pt x="16195" y="16197"/>
                    </a:moveTo>
                    <a:lnTo>
                      <a:pt x="16195" y="1454346"/>
                    </a:lnTo>
                    <a:lnTo>
                      <a:pt x="759933" y="1454346"/>
                    </a:lnTo>
                    <a:lnTo>
                      <a:pt x="759933" y="16197"/>
                    </a:lnTo>
                    <a:close/>
                    <a:moveTo>
                      <a:pt x="7463" y="0"/>
                    </a:moveTo>
                    <a:lnTo>
                      <a:pt x="767419" y="0"/>
                    </a:lnTo>
                    <a:cubicBezTo>
                      <a:pt x="771151" y="0"/>
                      <a:pt x="774882" y="3736"/>
                      <a:pt x="774882" y="8716"/>
                    </a:cubicBezTo>
                    <a:lnTo>
                      <a:pt x="774882" y="1463080"/>
                    </a:lnTo>
                    <a:cubicBezTo>
                      <a:pt x="774882" y="1466816"/>
                      <a:pt x="771151" y="1470551"/>
                      <a:pt x="767419" y="1470551"/>
                    </a:cubicBezTo>
                    <a:lnTo>
                      <a:pt x="7463" y="1470551"/>
                    </a:lnTo>
                    <a:cubicBezTo>
                      <a:pt x="3732" y="1470551"/>
                      <a:pt x="0" y="1466816"/>
                      <a:pt x="0" y="1463080"/>
                    </a:cubicBezTo>
                    <a:lnTo>
                      <a:pt x="0" y="8716"/>
                    </a:lnTo>
                    <a:cubicBezTo>
                      <a:pt x="0" y="3736"/>
                      <a:pt x="3732" y="0"/>
                      <a:pt x="74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9DDBE404-CCC2-214F-A010-A201648A2E6C}"/>
                  </a:ext>
                </a:extLst>
              </p:cNvPr>
              <p:cNvSpPr/>
              <p:nvPr/>
            </p:nvSpPr>
            <p:spPr>
              <a:xfrm>
                <a:off x="6843137" y="10717572"/>
                <a:ext cx="143266" cy="17447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6" h="141">
                    <a:moveTo>
                      <a:pt x="116" y="141"/>
                    </a:moveTo>
                    <a:lnTo>
                      <a:pt x="0" y="141"/>
                    </a:lnTo>
                    <a:lnTo>
                      <a:pt x="0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1A51A46C-223F-AE4E-AEFF-465DA26761A8}"/>
                  </a:ext>
                </a:extLst>
              </p:cNvPr>
              <p:cNvSpPr/>
              <p:nvPr/>
            </p:nvSpPr>
            <p:spPr>
              <a:xfrm>
                <a:off x="6835663" y="10708849"/>
                <a:ext cx="158216" cy="190673"/>
              </a:xfrm>
              <a:custGeom>
                <a:avLst/>
                <a:gdLst>
                  <a:gd name="connsiteX0" fmla="*/ 16195 w 158216"/>
                  <a:gd name="connsiteY0" fmla="*/ 16201 h 190673"/>
                  <a:gd name="connsiteX1" fmla="*/ 16195 w 158216"/>
                  <a:gd name="connsiteY1" fmla="*/ 175718 h 190673"/>
                  <a:gd name="connsiteX2" fmla="*/ 142020 w 158216"/>
                  <a:gd name="connsiteY2" fmla="*/ 175718 h 190673"/>
                  <a:gd name="connsiteX3" fmla="*/ 142020 w 158216"/>
                  <a:gd name="connsiteY3" fmla="*/ 16201 h 190673"/>
                  <a:gd name="connsiteX4" fmla="*/ 7417 w 158216"/>
                  <a:gd name="connsiteY4" fmla="*/ 0 h 190673"/>
                  <a:gd name="connsiteX5" fmla="*/ 150800 w 158216"/>
                  <a:gd name="connsiteY5" fmla="*/ 0 h 190673"/>
                  <a:gd name="connsiteX6" fmla="*/ 158216 w 158216"/>
                  <a:gd name="connsiteY6" fmla="*/ 8667 h 190673"/>
                  <a:gd name="connsiteX7" fmla="*/ 158216 w 158216"/>
                  <a:gd name="connsiteY7" fmla="*/ 183244 h 190673"/>
                  <a:gd name="connsiteX8" fmla="*/ 150800 w 158216"/>
                  <a:gd name="connsiteY8" fmla="*/ 190673 h 190673"/>
                  <a:gd name="connsiteX9" fmla="*/ 7417 w 158216"/>
                  <a:gd name="connsiteY9" fmla="*/ 190673 h 190673"/>
                  <a:gd name="connsiteX10" fmla="*/ 0 w 158216"/>
                  <a:gd name="connsiteY10" fmla="*/ 183244 h 190673"/>
                  <a:gd name="connsiteX11" fmla="*/ 0 w 158216"/>
                  <a:gd name="connsiteY11" fmla="*/ 8667 h 190673"/>
                  <a:gd name="connsiteX12" fmla="*/ 7417 w 158216"/>
                  <a:gd name="connsiteY12" fmla="*/ 0 h 190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8216" h="190673">
                    <a:moveTo>
                      <a:pt x="16195" y="16201"/>
                    </a:moveTo>
                    <a:lnTo>
                      <a:pt x="16195" y="175718"/>
                    </a:lnTo>
                    <a:lnTo>
                      <a:pt x="142020" y="175718"/>
                    </a:lnTo>
                    <a:lnTo>
                      <a:pt x="142020" y="16201"/>
                    </a:lnTo>
                    <a:close/>
                    <a:moveTo>
                      <a:pt x="7417" y="0"/>
                    </a:moveTo>
                    <a:lnTo>
                      <a:pt x="150800" y="0"/>
                    </a:lnTo>
                    <a:cubicBezTo>
                      <a:pt x="154508" y="0"/>
                      <a:pt x="158216" y="3714"/>
                      <a:pt x="158216" y="8667"/>
                    </a:cubicBezTo>
                    <a:lnTo>
                      <a:pt x="158216" y="183244"/>
                    </a:lnTo>
                    <a:cubicBezTo>
                      <a:pt x="158216" y="188197"/>
                      <a:pt x="154508" y="190673"/>
                      <a:pt x="150800" y="190673"/>
                    </a:cubicBezTo>
                    <a:lnTo>
                      <a:pt x="7417" y="190673"/>
                    </a:lnTo>
                    <a:cubicBezTo>
                      <a:pt x="3708" y="190673"/>
                      <a:pt x="0" y="188197"/>
                      <a:pt x="0" y="183244"/>
                    </a:cubicBezTo>
                    <a:lnTo>
                      <a:pt x="0" y="8667"/>
                    </a:lnTo>
                    <a:cubicBezTo>
                      <a:pt x="0" y="3714"/>
                      <a:pt x="3708" y="0"/>
                      <a:pt x="74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8330BAE7-FE51-3A4F-913F-7E554AE1E483}"/>
                  </a:ext>
                </a:extLst>
              </p:cNvPr>
              <p:cNvSpPr/>
              <p:nvPr/>
            </p:nvSpPr>
            <p:spPr>
              <a:xfrm>
                <a:off x="7713946" y="9690676"/>
                <a:ext cx="140774" cy="12013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4" h="965">
                    <a:moveTo>
                      <a:pt x="114" y="965"/>
                    </a:moveTo>
                    <a:lnTo>
                      <a:pt x="0" y="965"/>
                    </a:lnTo>
                    <a:lnTo>
                      <a:pt x="0" y="0"/>
                    </a:lnTo>
                    <a:lnTo>
                      <a:pt x="114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1648FA3A-737C-824D-BBE4-EA1FB847ABCE}"/>
                  </a:ext>
                </a:extLst>
              </p:cNvPr>
              <p:cNvSpPr/>
              <p:nvPr/>
            </p:nvSpPr>
            <p:spPr>
              <a:xfrm>
                <a:off x="7705225" y="9683202"/>
                <a:ext cx="158216" cy="1216320"/>
              </a:xfrm>
              <a:custGeom>
                <a:avLst/>
                <a:gdLst>
                  <a:gd name="connsiteX0" fmla="*/ 16196 w 158216"/>
                  <a:gd name="connsiteY0" fmla="*/ 14955 h 1216320"/>
                  <a:gd name="connsiteX1" fmla="*/ 16196 w 158216"/>
                  <a:gd name="connsiteY1" fmla="*/ 1201365 h 1216320"/>
                  <a:gd name="connsiteX2" fmla="*/ 142021 w 158216"/>
                  <a:gd name="connsiteY2" fmla="*/ 1201365 h 1216320"/>
                  <a:gd name="connsiteX3" fmla="*/ 142021 w 158216"/>
                  <a:gd name="connsiteY3" fmla="*/ 14955 h 1216320"/>
                  <a:gd name="connsiteX4" fmla="*/ 8653 w 158216"/>
                  <a:gd name="connsiteY4" fmla="*/ 0 h 1216320"/>
                  <a:gd name="connsiteX5" fmla="*/ 149564 w 158216"/>
                  <a:gd name="connsiteY5" fmla="*/ 0 h 1216320"/>
                  <a:gd name="connsiteX6" fmla="*/ 158216 w 158216"/>
                  <a:gd name="connsiteY6" fmla="*/ 7470 h 1216320"/>
                  <a:gd name="connsiteX7" fmla="*/ 158216 w 158216"/>
                  <a:gd name="connsiteY7" fmla="*/ 1208850 h 1216320"/>
                  <a:gd name="connsiteX8" fmla="*/ 149564 w 158216"/>
                  <a:gd name="connsiteY8" fmla="*/ 1216320 h 1216320"/>
                  <a:gd name="connsiteX9" fmla="*/ 8653 w 158216"/>
                  <a:gd name="connsiteY9" fmla="*/ 1216320 h 1216320"/>
                  <a:gd name="connsiteX10" fmla="*/ 0 w 158216"/>
                  <a:gd name="connsiteY10" fmla="*/ 1208850 h 1216320"/>
                  <a:gd name="connsiteX11" fmla="*/ 0 w 158216"/>
                  <a:gd name="connsiteY11" fmla="*/ 7470 h 1216320"/>
                  <a:gd name="connsiteX12" fmla="*/ 8653 w 158216"/>
                  <a:gd name="connsiteY12" fmla="*/ 0 h 12163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8216" h="1216320">
                    <a:moveTo>
                      <a:pt x="16196" y="14955"/>
                    </a:moveTo>
                    <a:lnTo>
                      <a:pt x="16196" y="1201365"/>
                    </a:lnTo>
                    <a:lnTo>
                      <a:pt x="142021" y="1201365"/>
                    </a:lnTo>
                    <a:lnTo>
                      <a:pt x="142021" y="14955"/>
                    </a:lnTo>
                    <a:close/>
                    <a:moveTo>
                      <a:pt x="8653" y="0"/>
                    </a:moveTo>
                    <a:lnTo>
                      <a:pt x="149564" y="0"/>
                    </a:lnTo>
                    <a:cubicBezTo>
                      <a:pt x="154508" y="0"/>
                      <a:pt x="158216" y="2490"/>
                      <a:pt x="158216" y="7470"/>
                    </a:cubicBezTo>
                    <a:lnTo>
                      <a:pt x="158216" y="1208850"/>
                    </a:lnTo>
                    <a:cubicBezTo>
                      <a:pt x="158216" y="1213830"/>
                      <a:pt x="154508" y="1216320"/>
                      <a:pt x="149564" y="1216320"/>
                    </a:cubicBezTo>
                    <a:lnTo>
                      <a:pt x="8653" y="1216320"/>
                    </a:lnTo>
                    <a:cubicBezTo>
                      <a:pt x="3708" y="1216320"/>
                      <a:pt x="0" y="1213830"/>
                      <a:pt x="0" y="1208850"/>
                    </a:cubicBezTo>
                    <a:lnTo>
                      <a:pt x="0" y="7470"/>
                    </a:lnTo>
                    <a:cubicBezTo>
                      <a:pt x="0" y="2490"/>
                      <a:pt x="3708" y="0"/>
                      <a:pt x="86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F9F2BCAE-D6E2-174A-8C4A-C18087789028}"/>
                  </a:ext>
                </a:extLst>
              </p:cNvPr>
              <p:cNvSpPr/>
              <p:nvPr/>
            </p:nvSpPr>
            <p:spPr>
              <a:xfrm>
                <a:off x="8517481" y="9421494"/>
                <a:ext cx="14950" cy="18020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1447">
                    <a:moveTo>
                      <a:pt x="7" y="1447"/>
                    </a:moveTo>
                    <a:cubicBezTo>
                      <a:pt x="3" y="1447"/>
                      <a:pt x="0" y="1444"/>
                      <a:pt x="0" y="1440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3" y="3"/>
                      <a:pt x="13" y="7"/>
                    </a:cubicBezTo>
                    <a:lnTo>
                      <a:pt x="13" y="1440"/>
                    </a:lnTo>
                    <a:cubicBezTo>
                      <a:pt x="13" y="1444"/>
                      <a:pt x="11" y="1447"/>
                      <a:pt x="7" y="144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B49A02CB-D003-FD41-9ADA-35903BDF4029}"/>
                  </a:ext>
                </a:extLst>
              </p:cNvPr>
              <p:cNvSpPr/>
              <p:nvPr/>
            </p:nvSpPr>
            <p:spPr>
              <a:xfrm>
                <a:off x="8941047" y="9613413"/>
                <a:ext cx="226734" cy="226814"/>
              </a:xfrm>
              <a:custGeom>
                <a:avLst/>
                <a:gdLst>
                  <a:gd name="connsiteX0" fmla="*/ 113986 w 226734"/>
                  <a:gd name="connsiteY0" fmla="*/ 16201 h 226814"/>
                  <a:gd name="connsiteX1" fmla="*/ 16195 w 226734"/>
                  <a:gd name="connsiteY1" fmla="*/ 114030 h 226814"/>
                  <a:gd name="connsiteX2" fmla="*/ 113986 w 226734"/>
                  <a:gd name="connsiteY2" fmla="*/ 211859 h 226814"/>
                  <a:gd name="connsiteX3" fmla="*/ 210539 w 226734"/>
                  <a:gd name="connsiteY3" fmla="*/ 114030 h 226814"/>
                  <a:gd name="connsiteX4" fmla="*/ 113986 w 226734"/>
                  <a:gd name="connsiteY4" fmla="*/ 16201 h 226814"/>
                  <a:gd name="connsiteX5" fmla="*/ 113986 w 226734"/>
                  <a:gd name="connsiteY5" fmla="*/ 0 h 226814"/>
                  <a:gd name="connsiteX6" fmla="*/ 226734 w 226734"/>
                  <a:gd name="connsiteY6" fmla="*/ 114027 h 226814"/>
                  <a:gd name="connsiteX7" fmla="*/ 113986 w 226734"/>
                  <a:gd name="connsiteY7" fmla="*/ 226814 h 226814"/>
                  <a:gd name="connsiteX8" fmla="*/ 0 w 226734"/>
                  <a:gd name="connsiteY8" fmla="*/ 114027 h 226814"/>
                  <a:gd name="connsiteX9" fmla="*/ 113986 w 226734"/>
                  <a:gd name="connsiteY9" fmla="*/ 0 h 226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6734" h="226814">
                    <a:moveTo>
                      <a:pt x="113986" y="16201"/>
                    </a:moveTo>
                    <a:cubicBezTo>
                      <a:pt x="59520" y="16201"/>
                      <a:pt x="16195" y="60781"/>
                      <a:pt x="16195" y="114030"/>
                    </a:cubicBezTo>
                    <a:cubicBezTo>
                      <a:pt x="16195" y="168517"/>
                      <a:pt x="59520" y="211859"/>
                      <a:pt x="113986" y="211859"/>
                    </a:cubicBezTo>
                    <a:cubicBezTo>
                      <a:pt x="167214" y="211859"/>
                      <a:pt x="210539" y="168517"/>
                      <a:pt x="210539" y="114030"/>
                    </a:cubicBezTo>
                    <a:cubicBezTo>
                      <a:pt x="210539" y="60781"/>
                      <a:pt x="167214" y="16201"/>
                      <a:pt x="113986" y="16201"/>
                    </a:cubicBezTo>
                    <a:close/>
                    <a:moveTo>
                      <a:pt x="113986" y="0"/>
                    </a:moveTo>
                    <a:cubicBezTo>
                      <a:pt x="175936" y="0"/>
                      <a:pt x="226734" y="50816"/>
                      <a:pt x="226734" y="114027"/>
                    </a:cubicBezTo>
                    <a:cubicBezTo>
                      <a:pt x="226734" y="175998"/>
                      <a:pt x="175936" y="226814"/>
                      <a:pt x="113986" y="226814"/>
                    </a:cubicBezTo>
                    <a:cubicBezTo>
                      <a:pt x="50798" y="226814"/>
                      <a:pt x="0" y="175998"/>
                      <a:pt x="0" y="114027"/>
                    </a:cubicBezTo>
                    <a:cubicBezTo>
                      <a:pt x="0" y="50816"/>
                      <a:pt x="50798" y="0"/>
                      <a:pt x="11398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98BBA812-F7C6-0E46-B455-AD788BA84E87}"/>
                  </a:ext>
                </a:extLst>
              </p:cNvPr>
              <p:cNvSpPr/>
              <p:nvPr/>
            </p:nvSpPr>
            <p:spPr>
              <a:xfrm>
                <a:off x="8974687" y="9791624"/>
                <a:ext cx="661515" cy="5695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2" h="458">
                    <a:moveTo>
                      <a:pt x="532" y="0"/>
                    </a:moveTo>
                    <a:cubicBezTo>
                      <a:pt x="465" y="-1"/>
                      <a:pt x="320" y="20"/>
                      <a:pt x="293" y="183"/>
                    </a:cubicBezTo>
                    <a:cubicBezTo>
                      <a:pt x="293" y="183"/>
                      <a:pt x="10" y="213"/>
                      <a:pt x="0" y="458"/>
                    </a:cubicBezTo>
                    <a:lnTo>
                      <a:pt x="532" y="458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0E85AD44-A8B2-E946-A0D6-FA3E945D7141}"/>
                  </a:ext>
                </a:extLst>
              </p:cNvPr>
              <p:cNvSpPr/>
              <p:nvPr/>
            </p:nvSpPr>
            <p:spPr>
              <a:xfrm>
                <a:off x="8965623" y="9782900"/>
                <a:ext cx="676804" cy="585728"/>
              </a:xfrm>
              <a:custGeom>
                <a:avLst/>
                <a:gdLst>
                  <a:gd name="connsiteX0" fmla="*/ 663104 w 676804"/>
                  <a:gd name="connsiteY0" fmla="*/ 16201 h 585728"/>
                  <a:gd name="connsiteX1" fmla="*/ 380854 w 676804"/>
                  <a:gd name="connsiteY1" fmla="*/ 237531 h 585728"/>
                  <a:gd name="connsiteX2" fmla="*/ 374637 w 676804"/>
                  <a:gd name="connsiteY2" fmla="*/ 243749 h 585728"/>
                  <a:gd name="connsiteX3" fmla="*/ 17784 w 676804"/>
                  <a:gd name="connsiteY3" fmla="*/ 569527 h 585728"/>
                  <a:gd name="connsiteX4" fmla="*/ 663104 w 676804"/>
                  <a:gd name="connsiteY4" fmla="*/ 569527 h 585728"/>
                  <a:gd name="connsiteX5" fmla="*/ 669343 w 676804"/>
                  <a:gd name="connsiteY5" fmla="*/ 0 h 585728"/>
                  <a:gd name="connsiteX6" fmla="*/ 676804 w 676804"/>
                  <a:gd name="connsiteY6" fmla="*/ 8705 h 585728"/>
                  <a:gd name="connsiteX7" fmla="*/ 676804 w 676804"/>
                  <a:gd name="connsiteY7" fmla="*/ 578266 h 585728"/>
                  <a:gd name="connsiteX8" fmla="*/ 669343 w 676804"/>
                  <a:gd name="connsiteY8" fmla="*/ 585728 h 585728"/>
                  <a:gd name="connsiteX9" fmla="*/ 7800 w 676804"/>
                  <a:gd name="connsiteY9" fmla="*/ 585728 h 585728"/>
                  <a:gd name="connsiteX10" fmla="*/ 2826 w 676804"/>
                  <a:gd name="connsiteY10" fmla="*/ 583241 h 585728"/>
                  <a:gd name="connsiteX11" fmla="*/ 339 w 676804"/>
                  <a:gd name="connsiteY11" fmla="*/ 578266 h 585728"/>
                  <a:gd name="connsiteX12" fmla="*/ 365929 w 676804"/>
                  <a:gd name="connsiteY12" fmla="*/ 230063 h 585728"/>
                  <a:gd name="connsiteX13" fmla="*/ 669343 w 676804"/>
                  <a:gd name="connsiteY13" fmla="*/ 0 h 585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76804" h="585728">
                    <a:moveTo>
                      <a:pt x="663104" y="16201"/>
                    </a:moveTo>
                    <a:cubicBezTo>
                      <a:pt x="441780" y="17444"/>
                      <a:pt x="392045" y="171630"/>
                      <a:pt x="380854" y="237531"/>
                    </a:cubicBezTo>
                    <a:cubicBezTo>
                      <a:pt x="380854" y="241262"/>
                      <a:pt x="377124" y="243749"/>
                      <a:pt x="374637" y="243749"/>
                    </a:cubicBezTo>
                    <a:cubicBezTo>
                      <a:pt x="370907" y="244992"/>
                      <a:pt x="35191" y="283538"/>
                      <a:pt x="17784" y="569527"/>
                    </a:cubicBezTo>
                    <a:lnTo>
                      <a:pt x="663104" y="569527"/>
                    </a:lnTo>
                    <a:close/>
                    <a:moveTo>
                      <a:pt x="669343" y="0"/>
                    </a:moveTo>
                    <a:cubicBezTo>
                      <a:pt x="673074" y="0"/>
                      <a:pt x="676804" y="3731"/>
                      <a:pt x="676804" y="8705"/>
                    </a:cubicBezTo>
                    <a:lnTo>
                      <a:pt x="676804" y="578266"/>
                    </a:lnTo>
                    <a:cubicBezTo>
                      <a:pt x="676804" y="581997"/>
                      <a:pt x="673074" y="585728"/>
                      <a:pt x="669343" y="585728"/>
                    </a:cubicBezTo>
                    <a:lnTo>
                      <a:pt x="7800" y="585728"/>
                    </a:lnTo>
                    <a:cubicBezTo>
                      <a:pt x="5313" y="585728"/>
                      <a:pt x="4070" y="584484"/>
                      <a:pt x="2826" y="583241"/>
                    </a:cubicBezTo>
                    <a:cubicBezTo>
                      <a:pt x="1583" y="580754"/>
                      <a:pt x="-905" y="579510"/>
                      <a:pt x="339" y="578266"/>
                    </a:cubicBezTo>
                    <a:cubicBezTo>
                      <a:pt x="11531" y="292242"/>
                      <a:pt x="318675" y="236281"/>
                      <a:pt x="365929" y="230063"/>
                    </a:cubicBezTo>
                    <a:cubicBezTo>
                      <a:pt x="404477" y="14923"/>
                      <a:pt x="607168" y="0"/>
                      <a:pt x="6693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A2984AE4-F70B-C142-854F-C1B28050FD1C}"/>
                  </a:ext>
                </a:extLst>
              </p:cNvPr>
              <p:cNvSpPr/>
              <p:nvPr/>
            </p:nvSpPr>
            <p:spPr>
              <a:xfrm>
                <a:off x="8782835" y="9431464"/>
                <a:ext cx="860842" cy="937164"/>
              </a:xfrm>
              <a:custGeom>
                <a:avLst/>
                <a:gdLst>
                  <a:gd name="connsiteX0" fmla="*/ 16195 w 860842"/>
                  <a:gd name="connsiteY0" fmla="*/ 16197 h 937164"/>
                  <a:gd name="connsiteX1" fmla="*/ 16195 w 860842"/>
                  <a:gd name="connsiteY1" fmla="*/ 920959 h 937164"/>
                  <a:gd name="connsiteX2" fmla="*/ 184125 w 860842"/>
                  <a:gd name="connsiteY2" fmla="*/ 920959 h 937164"/>
                  <a:gd name="connsiteX3" fmla="*/ 549838 w 860842"/>
                  <a:gd name="connsiteY3" fmla="*/ 581207 h 937164"/>
                  <a:gd name="connsiteX4" fmla="*/ 845892 w 860842"/>
                  <a:gd name="connsiteY4" fmla="*/ 350971 h 937164"/>
                  <a:gd name="connsiteX5" fmla="*/ 845892 w 860842"/>
                  <a:gd name="connsiteY5" fmla="*/ 16197 h 937164"/>
                  <a:gd name="connsiteX6" fmla="*/ 7464 w 860842"/>
                  <a:gd name="connsiteY6" fmla="*/ 0 h 937164"/>
                  <a:gd name="connsiteX7" fmla="*/ 853378 w 860842"/>
                  <a:gd name="connsiteY7" fmla="*/ 0 h 937164"/>
                  <a:gd name="connsiteX8" fmla="*/ 860842 w 860842"/>
                  <a:gd name="connsiteY8" fmla="*/ 8712 h 937164"/>
                  <a:gd name="connsiteX9" fmla="*/ 860842 w 860842"/>
                  <a:gd name="connsiteY9" fmla="*/ 359682 h 937164"/>
                  <a:gd name="connsiteX10" fmla="*/ 859598 w 860842"/>
                  <a:gd name="connsiteY10" fmla="*/ 364660 h 937164"/>
                  <a:gd name="connsiteX11" fmla="*/ 853378 w 860842"/>
                  <a:gd name="connsiteY11" fmla="*/ 367149 h 937164"/>
                  <a:gd name="connsiteX12" fmla="*/ 563528 w 860842"/>
                  <a:gd name="connsiteY12" fmla="*/ 588683 h 937164"/>
                  <a:gd name="connsiteX13" fmla="*/ 557308 w 860842"/>
                  <a:gd name="connsiteY13" fmla="*/ 594906 h 937164"/>
                  <a:gd name="connsiteX14" fmla="*/ 199039 w 860842"/>
                  <a:gd name="connsiteY14" fmla="*/ 929697 h 937164"/>
                  <a:gd name="connsiteX15" fmla="*/ 191575 w 860842"/>
                  <a:gd name="connsiteY15" fmla="*/ 937164 h 937164"/>
                  <a:gd name="connsiteX16" fmla="*/ 7464 w 860842"/>
                  <a:gd name="connsiteY16" fmla="*/ 937164 h 937164"/>
                  <a:gd name="connsiteX17" fmla="*/ 0 w 860842"/>
                  <a:gd name="connsiteY17" fmla="*/ 929697 h 937164"/>
                  <a:gd name="connsiteX18" fmla="*/ 0 w 860842"/>
                  <a:gd name="connsiteY18" fmla="*/ 8712 h 937164"/>
                  <a:gd name="connsiteX19" fmla="*/ 7464 w 860842"/>
                  <a:gd name="connsiteY19" fmla="*/ 0 h 937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860842" h="937164">
                    <a:moveTo>
                      <a:pt x="16195" y="16197"/>
                    </a:moveTo>
                    <a:lnTo>
                      <a:pt x="16195" y="920959"/>
                    </a:lnTo>
                    <a:lnTo>
                      <a:pt x="184125" y="920959"/>
                    </a:lnTo>
                    <a:cubicBezTo>
                      <a:pt x="201540" y="642188"/>
                      <a:pt x="502569" y="587429"/>
                      <a:pt x="549838" y="581207"/>
                    </a:cubicBezTo>
                    <a:cubicBezTo>
                      <a:pt x="587156" y="373373"/>
                      <a:pt x="774988" y="352216"/>
                      <a:pt x="845892" y="350971"/>
                    </a:cubicBezTo>
                    <a:lnTo>
                      <a:pt x="845892" y="16197"/>
                    </a:lnTo>
                    <a:close/>
                    <a:moveTo>
                      <a:pt x="7464" y="0"/>
                    </a:moveTo>
                    <a:lnTo>
                      <a:pt x="853378" y="0"/>
                    </a:lnTo>
                    <a:cubicBezTo>
                      <a:pt x="857110" y="0"/>
                      <a:pt x="860842" y="3734"/>
                      <a:pt x="860842" y="8712"/>
                    </a:cubicBezTo>
                    <a:lnTo>
                      <a:pt x="860842" y="359682"/>
                    </a:lnTo>
                    <a:cubicBezTo>
                      <a:pt x="860842" y="362171"/>
                      <a:pt x="860842" y="363416"/>
                      <a:pt x="859598" y="364660"/>
                    </a:cubicBezTo>
                    <a:cubicBezTo>
                      <a:pt x="857110" y="365905"/>
                      <a:pt x="855866" y="367149"/>
                      <a:pt x="853378" y="367149"/>
                    </a:cubicBezTo>
                    <a:cubicBezTo>
                      <a:pt x="625728" y="365905"/>
                      <a:pt x="574724" y="521476"/>
                      <a:pt x="563528" y="588683"/>
                    </a:cubicBezTo>
                    <a:cubicBezTo>
                      <a:pt x="563528" y="592417"/>
                      <a:pt x="559796" y="594906"/>
                      <a:pt x="557308" y="594906"/>
                    </a:cubicBezTo>
                    <a:cubicBezTo>
                      <a:pt x="553576" y="596151"/>
                      <a:pt x="211479" y="634733"/>
                      <a:pt x="199039" y="929697"/>
                    </a:cubicBezTo>
                    <a:cubicBezTo>
                      <a:pt x="199039" y="933430"/>
                      <a:pt x="196551" y="937164"/>
                      <a:pt x="191575" y="937164"/>
                    </a:cubicBezTo>
                    <a:lnTo>
                      <a:pt x="7464" y="937164"/>
                    </a:lnTo>
                    <a:cubicBezTo>
                      <a:pt x="3732" y="937164"/>
                      <a:pt x="0" y="933430"/>
                      <a:pt x="0" y="929697"/>
                    </a:cubicBezTo>
                    <a:lnTo>
                      <a:pt x="0" y="8712"/>
                    </a:lnTo>
                    <a:cubicBezTo>
                      <a:pt x="0" y="3734"/>
                      <a:pt x="3732" y="0"/>
                      <a:pt x="74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C34B27AB-FA4B-5F41-AECF-061D221709E9}"/>
                  </a:ext>
                </a:extLst>
              </p:cNvPr>
              <p:cNvSpPr/>
              <p:nvPr/>
            </p:nvSpPr>
            <p:spPr>
              <a:xfrm>
                <a:off x="7105999" y="10239020"/>
                <a:ext cx="158216" cy="660502"/>
              </a:xfrm>
              <a:custGeom>
                <a:avLst/>
                <a:gdLst>
                  <a:gd name="connsiteX0" fmla="*/ 16196 w 158216"/>
                  <a:gd name="connsiteY0" fmla="*/ 16201 h 660502"/>
                  <a:gd name="connsiteX1" fmla="*/ 16196 w 158216"/>
                  <a:gd name="connsiteY1" fmla="*/ 645547 h 660502"/>
                  <a:gd name="connsiteX2" fmla="*/ 142021 w 158216"/>
                  <a:gd name="connsiteY2" fmla="*/ 645547 h 660502"/>
                  <a:gd name="connsiteX3" fmla="*/ 142021 w 158216"/>
                  <a:gd name="connsiteY3" fmla="*/ 16201 h 660502"/>
                  <a:gd name="connsiteX4" fmla="*/ 7417 w 158216"/>
                  <a:gd name="connsiteY4" fmla="*/ 0 h 660502"/>
                  <a:gd name="connsiteX5" fmla="*/ 150800 w 158216"/>
                  <a:gd name="connsiteY5" fmla="*/ 0 h 660502"/>
                  <a:gd name="connsiteX6" fmla="*/ 158216 w 158216"/>
                  <a:gd name="connsiteY6" fmla="*/ 7463 h 660502"/>
                  <a:gd name="connsiteX7" fmla="*/ 158216 w 158216"/>
                  <a:gd name="connsiteY7" fmla="*/ 653039 h 660502"/>
                  <a:gd name="connsiteX8" fmla="*/ 150800 w 158216"/>
                  <a:gd name="connsiteY8" fmla="*/ 660502 h 660502"/>
                  <a:gd name="connsiteX9" fmla="*/ 7417 w 158216"/>
                  <a:gd name="connsiteY9" fmla="*/ 660502 h 660502"/>
                  <a:gd name="connsiteX10" fmla="*/ 0 w 158216"/>
                  <a:gd name="connsiteY10" fmla="*/ 653039 h 660502"/>
                  <a:gd name="connsiteX11" fmla="*/ 0 w 158216"/>
                  <a:gd name="connsiteY11" fmla="*/ 7463 h 660502"/>
                  <a:gd name="connsiteX12" fmla="*/ 7417 w 158216"/>
                  <a:gd name="connsiteY12" fmla="*/ 0 h 660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8216" h="660502">
                    <a:moveTo>
                      <a:pt x="16196" y="16201"/>
                    </a:moveTo>
                    <a:lnTo>
                      <a:pt x="16196" y="645547"/>
                    </a:lnTo>
                    <a:lnTo>
                      <a:pt x="142021" y="645547"/>
                    </a:lnTo>
                    <a:lnTo>
                      <a:pt x="142021" y="16201"/>
                    </a:lnTo>
                    <a:close/>
                    <a:moveTo>
                      <a:pt x="7417" y="0"/>
                    </a:moveTo>
                    <a:lnTo>
                      <a:pt x="150800" y="0"/>
                    </a:lnTo>
                    <a:cubicBezTo>
                      <a:pt x="154508" y="0"/>
                      <a:pt x="158216" y="2488"/>
                      <a:pt x="158216" y="7463"/>
                    </a:cubicBezTo>
                    <a:lnTo>
                      <a:pt x="158216" y="653039"/>
                    </a:lnTo>
                    <a:cubicBezTo>
                      <a:pt x="158216" y="658014"/>
                      <a:pt x="154508" y="660502"/>
                      <a:pt x="150800" y="660502"/>
                    </a:cubicBezTo>
                    <a:lnTo>
                      <a:pt x="7417" y="660502"/>
                    </a:lnTo>
                    <a:cubicBezTo>
                      <a:pt x="3708" y="660502"/>
                      <a:pt x="0" y="658014"/>
                      <a:pt x="0" y="653039"/>
                    </a:cubicBezTo>
                    <a:lnTo>
                      <a:pt x="0" y="7463"/>
                    </a:lnTo>
                    <a:cubicBezTo>
                      <a:pt x="0" y="2488"/>
                      <a:pt x="3708" y="0"/>
                      <a:pt x="74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199A7EEC-AF8A-AB4B-B2DC-ED94A97ED63D}"/>
                  </a:ext>
                </a:extLst>
              </p:cNvPr>
              <p:cNvSpPr/>
              <p:nvPr/>
            </p:nvSpPr>
            <p:spPr>
              <a:xfrm>
                <a:off x="7113474" y="10246498"/>
                <a:ext cx="143266" cy="6455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6" h="519">
                    <a:moveTo>
                      <a:pt x="116" y="519"/>
                    </a:moveTo>
                    <a:lnTo>
                      <a:pt x="0" y="519"/>
                    </a:lnTo>
                    <a:lnTo>
                      <a:pt x="0" y="0"/>
                    </a:lnTo>
                    <a:lnTo>
                      <a:pt x="116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B0E38AAD-65A8-3C4E-BB2F-DE2E7465D12D}"/>
                  </a:ext>
                </a:extLst>
              </p:cNvPr>
              <p:cNvSpPr/>
              <p:nvPr/>
            </p:nvSpPr>
            <p:spPr>
              <a:xfrm>
                <a:off x="7975562" y="10483281"/>
                <a:ext cx="158216" cy="416241"/>
              </a:xfrm>
              <a:custGeom>
                <a:avLst/>
                <a:gdLst>
                  <a:gd name="connsiteX0" fmla="*/ 16195 w 158216"/>
                  <a:gd name="connsiteY0" fmla="*/ 16201 h 416241"/>
                  <a:gd name="connsiteX1" fmla="*/ 16195 w 158216"/>
                  <a:gd name="connsiteY1" fmla="*/ 401286 h 416241"/>
                  <a:gd name="connsiteX2" fmla="*/ 143266 w 158216"/>
                  <a:gd name="connsiteY2" fmla="*/ 401286 h 416241"/>
                  <a:gd name="connsiteX3" fmla="*/ 143266 w 158216"/>
                  <a:gd name="connsiteY3" fmla="*/ 16201 h 416241"/>
                  <a:gd name="connsiteX4" fmla="*/ 8653 w 158216"/>
                  <a:gd name="connsiteY4" fmla="*/ 0 h 416241"/>
                  <a:gd name="connsiteX5" fmla="*/ 150800 w 158216"/>
                  <a:gd name="connsiteY5" fmla="*/ 0 h 416241"/>
                  <a:gd name="connsiteX6" fmla="*/ 158216 w 158216"/>
                  <a:gd name="connsiteY6" fmla="*/ 7455 h 416241"/>
                  <a:gd name="connsiteX7" fmla="*/ 158216 w 158216"/>
                  <a:gd name="connsiteY7" fmla="*/ 408786 h 416241"/>
                  <a:gd name="connsiteX8" fmla="*/ 150800 w 158216"/>
                  <a:gd name="connsiteY8" fmla="*/ 416241 h 416241"/>
                  <a:gd name="connsiteX9" fmla="*/ 8653 w 158216"/>
                  <a:gd name="connsiteY9" fmla="*/ 416241 h 416241"/>
                  <a:gd name="connsiteX10" fmla="*/ 0 w 158216"/>
                  <a:gd name="connsiteY10" fmla="*/ 408786 h 416241"/>
                  <a:gd name="connsiteX11" fmla="*/ 0 w 158216"/>
                  <a:gd name="connsiteY11" fmla="*/ 7455 h 416241"/>
                  <a:gd name="connsiteX12" fmla="*/ 8653 w 158216"/>
                  <a:gd name="connsiteY12" fmla="*/ 0 h 4162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8216" h="416241">
                    <a:moveTo>
                      <a:pt x="16195" y="16201"/>
                    </a:moveTo>
                    <a:lnTo>
                      <a:pt x="16195" y="401286"/>
                    </a:lnTo>
                    <a:lnTo>
                      <a:pt x="143266" y="401286"/>
                    </a:lnTo>
                    <a:lnTo>
                      <a:pt x="143266" y="16201"/>
                    </a:lnTo>
                    <a:close/>
                    <a:moveTo>
                      <a:pt x="8653" y="0"/>
                    </a:moveTo>
                    <a:lnTo>
                      <a:pt x="150800" y="0"/>
                    </a:lnTo>
                    <a:cubicBezTo>
                      <a:pt x="154508" y="0"/>
                      <a:pt x="158216" y="3728"/>
                      <a:pt x="158216" y="7455"/>
                    </a:cubicBezTo>
                    <a:lnTo>
                      <a:pt x="158216" y="408786"/>
                    </a:lnTo>
                    <a:cubicBezTo>
                      <a:pt x="158216" y="413756"/>
                      <a:pt x="154508" y="416241"/>
                      <a:pt x="150800" y="416241"/>
                    </a:cubicBezTo>
                    <a:lnTo>
                      <a:pt x="8653" y="416241"/>
                    </a:lnTo>
                    <a:cubicBezTo>
                      <a:pt x="3708" y="416241"/>
                      <a:pt x="0" y="413756"/>
                      <a:pt x="0" y="408786"/>
                    </a:cubicBezTo>
                    <a:lnTo>
                      <a:pt x="0" y="7455"/>
                    </a:lnTo>
                    <a:cubicBezTo>
                      <a:pt x="0" y="3728"/>
                      <a:pt x="3708" y="0"/>
                      <a:pt x="86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A246364B-4DAD-FA4D-B4E4-7F4A2F7A9520}"/>
                  </a:ext>
                </a:extLst>
              </p:cNvPr>
              <p:cNvSpPr/>
              <p:nvPr/>
            </p:nvSpPr>
            <p:spPr>
              <a:xfrm>
                <a:off x="7984283" y="10490755"/>
                <a:ext cx="142020" cy="4012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5" h="323">
                    <a:moveTo>
                      <a:pt x="115" y="323"/>
                    </a:moveTo>
                    <a:lnTo>
                      <a:pt x="0" y="323"/>
                    </a:lnTo>
                    <a:lnTo>
                      <a:pt x="0" y="0"/>
                    </a:lnTo>
                    <a:lnTo>
                      <a:pt x="115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D756A18D-9D9A-FF4C-83C1-6713112C1423}"/>
                  </a:ext>
                </a:extLst>
              </p:cNvPr>
              <p:cNvSpPr/>
              <p:nvPr/>
            </p:nvSpPr>
            <p:spPr>
              <a:xfrm>
                <a:off x="8786572" y="10575502"/>
                <a:ext cx="85835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0" h="13">
                    <a:moveTo>
                      <a:pt x="683" y="13"/>
                    </a:moveTo>
                    <a:lnTo>
                      <a:pt x="6" y="13"/>
                    </a:lnTo>
                    <a:cubicBezTo>
                      <a:pt x="3" y="13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683" y="0"/>
                    </a:lnTo>
                    <a:cubicBezTo>
                      <a:pt x="687" y="0"/>
                      <a:pt x="690" y="3"/>
                      <a:pt x="690" y="6"/>
                    </a:cubicBezTo>
                    <a:cubicBezTo>
                      <a:pt x="690" y="9"/>
                      <a:pt x="687" y="13"/>
                      <a:pt x="683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FE37B672-6B1A-754D-ACB0-7E08CBB8F541}"/>
                  </a:ext>
                </a:extLst>
              </p:cNvPr>
              <p:cNvSpPr/>
              <p:nvPr/>
            </p:nvSpPr>
            <p:spPr>
              <a:xfrm>
                <a:off x="8786572" y="10776145"/>
                <a:ext cx="85835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0" h="13">
                    <a:moveTo>
                      <a:pt x="683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683" y="0"/>
                    </a:lnTo>
                    <a:cubicBezTo>
                      <a:pt x="687" y="0"/>
                      <a:pt x="690" y="3"/>
                      <a:pt x="690" y="6"/>
                    </a:cubicBezTo>
                    <a:cubicBezTo>
                      <a:pt x="690" y="10"/>
                      <a:pt x="687" y="13"/>
                      <a:pt x="683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0E3C9E9C-1197-EF48-AC6A-603CB025FCEB}"/>
                  </a:ext>
                </a:extLst>
              </p:cNvPr>
              <p:cNvSpPr/>
              <p:nvPr/>
            </p:nvSpPr>
            <p:spPr>
              <a:xfrm>
                <a:off x="5802901" y="10361151"/>
                <a:ext cx="774882" cy="7290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3" h="586">
                    <a:moveTo>
                      <a:pt x="229" y="586"/>
                    </a:moveTo>
                    <a:lnTo>
                      <a:pt x="623" y="283"/>
                    </a:lnTo>
                    <a:cubicBezTo>
                      <a:pt x="604" y="145"/>
                      <a:pt x="527" y="41"/>
                      <a:pt x="491" y="0"/>
                    </a:cubicBezTo>
                    <a:lnTo>
                      <a:pt x="0" y="24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28F6C7AC-7083-2849-ADE3-CE5656D8B811}"/>
                  </a:ext>
                </a:extLst>
              </p:cNvPr>
              <p:cNvSpPr/>
              <p:nvPr/>
            </p:nvSpPr>
            <p:spPr>
              <a:xfrm>
                <a:off x="5794177" y="10352427"/>
                <a:ext cx="792324" cy="7464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7" h="600">
                    <a:moveTo>
                      <a:pt x="236" y="600"/>
                    </a:moveTo>
                    <a:cubicBezTo>
                      <a:pt x="234" y="600"/>
                      <a:pt x="232" y="599"/>
                      <a:pt x="231" y="598"/>
                    </a:cubicBezTo>
                    <a:cubicBezTo>
                      <a:pt x="229" y="595"/>
                      <a:pt x="229" y="591"/>
                      <a:pt x="232" y="588"/>
                    </a:cubicBezTo>
                    <a:lnTo>
                      <a:pt x="624" y="287"/>
                    </a:lnTo>
                    <a:cubicBezTo>
                      <a:pt x="605" y="156"/>
                      <a:pt x="531" y="55"/>
                      <a:pt x="497" y="15"/>
                    </a:cubicBezTo>
                    <a:lnTo>
                      <a:pt x="9" y="258"/>
                    </a:lnTo>
                    <a:cubicBezTo>
                      <a:pt x="6" y="260"/>
                      <a:pt x="2" y="259"/>
                      <a:pt x="1" y="256"/>
                    </a:cubicBezTo>
                    <a:cubicBezTo>
                      <a:pt x="-1" y="253"/>
                      <a:pt x="1" y="248"/>
                      <a:pt x="4" y="247"/>
                    </a:cubicBezTo>
                    <a:lnTo>
                      <a:pt x="495" y="1"/>
                    </a:lnTo>
                    <a:cubicBezTo>
                      <a:pt x="498" y="-1"/>
                      <a:pt x="501" y="0"/>
                      <a:pt x="503" y="3"/>
                    </a:cubicBezTo>
                    <a:cubicBezTo>
                      <a:pt x="537" y="42"/>
                      <a:pt x="618" y="148"/>
                      <a:pt x="637" y="289"/>
                    </a:cubicBezTo>
                    <a:cubicBezTo>
                      <a:pt x="637" y="291"/>
                      <a:pt x="637" y="294"/>
                      <a:pt x="635" y="295"/>
                    </a:cubicBezTo>
                    <a:lnTo>
                      <a:pt x="240" y="599"/>
                    </a:lnTo>
                    <a:cubicBezTo>
                      <a:pt x="238" y="599"/>
                      <a:pt x="237" y="600"/>
                      <a:pt x="236" y="6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69D3B1D7-0411-9B4F-9B78-7A44C9417C71}"/>
                  </a:ext>
                </a:extLst>
              </p:cNvPr>
              <p:cNvSpPr/>
              <p:nvPr/>
            </p:nvSpPr>
            <p:spPr>
              <a:xfrm>
                <a:off x="6414585" y="9972324"/>
                <a:ext cx="774882" cy="7402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3" h="595">
                    <a:moveTo>
                      <a:pt x="623" y="11"/>
                    </a:moveTo>
                    <a:cubicBezTo>
                      <a:pt x="621" y="-38"/>
                      <a:pt x="383" y="94"/>
                      <a:pt x="383" y="94"/>
                    </a:cubicBezTo>
                    <a:cubicBezTo>
                      <a:pt x="383" y="94"/>
                      <a:pt x="303" y="92"/>
                      <a:pt x="258" y="107"/>
                    </a:cubicBezTo>
                    <a:cubicBezTo>
                      <a:pt x="213" y="122"/>
                      <a:pt x="95" y="264"/>
                      <a:pt x="95" y="264"/>
                    </a:cubicBezTo>
                    <a:lnTo>
                      <a:pt x="0" y="312"/>
                    </a:lnTo>
                    <a:cubicBezTo>
                      <a:pt x="36" y="353"/>
                      <a:pt x="113" y="457"/>
                      <a:pt x="132" y="595"/>
                    </a:cubicBezTo>
                    <a:lnTo>
                      <a:pt x="236" y="515"/>
                    </a:lnTo>
                    <a:cubicBezTo>
                      <a:pt x="236" y="515"/>
                      <a:pt x="362" y="501"/>
                      <a:pt x="448" y="444"/>
                    </a:cubicBezTo>
                    <a:cubicBezTo>
                      <a:pt x="554" y="373"/>
                      <a:pt x="483" y="330"/>
                      <a:pt x="483" y="330"/>
                    </a:cubicBezTo>
                    <a:cubicBezTo>
                      <a:pt x="483" y="330"/>
                      <a:pt x="509" y="267"/>
                      <a:pt x="457" y="253"/>
                    </a:cubicBezTo>
                    <a:cubicBezTo>
                      <a:pt x="457" y="253"/>
                      <a:pt x="491" y="206"/>
                      <a:pt x="437" y="176"/>
                    </a:cubicBezTo>
                    <a:cubicBezTo>
                      <a:pt x="437" y="176"/>
                      <a:pt x="624" y="59"/>
                      <a:pt x="623" y="1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CC54691C-74C8-4B4D-98B4-D3A58E8DC325}"/>
                  </a:ext>
                </a:extLst>
              </p:cNvPr>
              <p:cNvSpPr/>
              <p:nvPr/>
            </p:nvSpPr>
            <p:spPr>
              <a:xfrm>
                <a:off x="6405350" y="9964692"/>
                <a:ext cx="790353" cy="756615"/>
              </a:xfrm>
              <a:custGeom>
                <a:avLst/>
                <a:gdLst>
                  <a:gd name="connsiteX0" fmla="*/ 757627 w 790353"/>
                  <a:gd name="connsiteY0" fmla="*/ 16925 h 756615"/>
                  <a:gd name="connsiteX1" fmla="*/ 489335 w 790353"/>
                  <a:gd name="connsiteY1" fmla="*/ 132057 h 756615"/>
                  <a:gd name="connsiteX2" fmla="*/ 485604 w 790353"/>
                  <a:gd name="connsiteY2" fmla="*/ 133302 h 756615"/>
                  <a:gd name="connsiteX3" fmla="*/ 332624 w 790353"/>
                  <a:gd name="connsiteY3" fmla="*/ 149474 h 756615"/>
                  <a:gd name="connsiteX4" fmla="*/ 133626 w 790353"/>
                  <a:gd name="connsiteY4" fmla="*/ 342305 h 756615"/>
                  <a:gd name="connsiteX5" fmla="*/ 131139 w 790353"/>
                  <a:gd name="connsiteY5" fmla="*/ 344793 h 756615"/>
                  <a:gd name="connsiteX6" fmla="*/ 21690 w 790353"/>
                  <a:gd name="connsiteY6" fmla="*/ 399532 h 756615"/>
                  <a:gd name="connsiteX7" fmla="*/ 179645 w 790353"/>
                  <a:gd name="connsiteY7" fmla="*/ 734187 h 756615"/>
                  <a:gd name="connsiteX8" fmla="*/ 297800 w 790353"/>
                  <a:gd name="connsiteY8" fmla="*/ 643370 h 756615"/>
                  <a:gd name="connsiteX9" fmla="*/ 301531 w 790353"/>
                  <a:gd name="connsiteY9" fmla="*/ 642126 h 756615"/>
                  <a:gd name="connsiteX10" fmla="*/ 562715 w 790353"/>
                  <a:gd name="connsiteY10" fmla="*/ 553797 h 756615"/>
                  <a:gd name="connsiteX11" fmla="*/ 631121 w 790353"/>
                  <a:gd name="connsiteY11" fmla="*/ 467956 h 756615"/>
                  <a:gd name="connsiteX12" fmla="*/ 606246 w 790353"/>
                  <a:gd name="connsiteY12" fmla="*/ 425658 h 756615"/>
                  <a:gd name="connsiteX13" fmla="*/ 602515 w 790353"/>
                  <a:gd name="connsiteY13" fmla="*/ 415705 h 756615"/>
                  <a:gd name="connsiteX14" fmla="*/ 605002 w 790353"/>
                  <a:gd name="connsiteY14" fmla="*/ 353502 h 756615"/>
                  <a:gd name="connsiteX15" fmla="*/ 575153 w 790353"/>
                  <a:gd name="connsiteY15" fmla="*/ 331109 h 756615"/>
                  <a:gd name="connsiteX16" fmla="*/ 570178 w 790353"/>
                  <a:gd name="connsiteY16" fmla="*/ 326132 h 756615"/>
                  <a:gd name="connsiteX17" fmla="*/ 571422 w 790353"/>
                  <a:gd name="connsiteY17" fmla="*/ 319912 h 756615"/>
                  <a:gd name="connsiteX18" fmla="*/ 581371 w 790353"/>
                  <a:gd name="connsiteY18" fmla="*/ 271393 h 756615"/>
                  <a:gd name="connsiteX19" fmla="*/ 549034 w 790353"/>
                  <a:gd name="connsiteY19" fmla="*/ 235315 h 756615"/>
                  <a:gd name="connsiteX20" fmla="*/ 544059 w 790353"/>
                  <a:gd name="connsiteY20" fmla="*/ 229095 h 756615"/>
                  <a:gd name="connsiteX21" fmla="*/ 547791 w 790353"/>
                  <a:gd name="connsiteY21" fmla="*/ 220386 h 756615"/>
                  <a:gd name="connsiteX22" fmla="*/ 775394 w 790353"/>
                  <a:gd name="connsiteY22" fmla="*/ 22579 h 756615"/>
                  <a:gd name="connsiteX23" fmla="*/ 774150 w 790353"/>
                  <a:gd name="connsiteY23" fmla="*/ 18847 h 756615"/>
                  <a:gd name="connsiteX24" fmla="*/ 757627 w 790353"/>
                  <a:gd name="connsiteY24" fmla="*/ 16925 h 756615"/>
                  <a:gd name="connsiteX25" fmla="*/ 757009 w 790353"/>
                  <a:gd name="connsiteY25" fmla="*/ 176 h 756615"/>
                  <a:gd name="connsiteX26" fmla="*/ 780397 w 790353"/>
                  <a:gd name="connsiteY26" fmla="*/ 3887 h 756615"/>
                  <a:gd name="connsiteX27" fmla="*/ 790347 w 790353"/>
                  <a:gd name="connsiteY27" fmla="*/ 20061 h 756615"/>
                  <a:gd name="connsiteX28" fmla="*/ 566458 w 790353"/>
                  <a:gd name="connsiteY28" fmla="*/ 226595 h 756615"/>
                  <a:gd name="connsiteX29" fmla="*/ 596310 w 790353"/>
                  <a:gd name="connsiteY29" fmla="*/ 267653 h 756615"/>
                  <a:gd name="connsiteX30" fmla="*/ 588847 w 790353"/>
                  <a:gd name="connsiteY30" fmla="*/ 318664 h 756615"/>
                  <a:gd name="connsiteX31" fmla="*/ 617455 w 790353"/>
                  <a:gd name="connsiteY31" fmla="*/ 344792 h 756615"/>
                  <a:gd name="connsiteX32" fmla="*/ 618699 w 790353"/>
                  <a:gd name="connsiteY32" fmla="*/ 415710 h 756615"/>
                  <a:gd name="connsiteX33" fmla="*/ 646063 w 790353"/>
                  <a:gd name="connsiteY33" fmla="*/ 465477 h 756615"/>
                  <a:gd name="connsiteX34" fmla="*/ 570189 w 790353"/>
                  <a:gd name="connsiteY34" fmla="*/ 566256 h 756615"/>
                  <a:gd name="connsiteX35" fmla="*/ 305254 w 790353"/>
                  <a:gd name="connsiteY35" fmla="*/ 655836 h 756615"/>
                  <a:gd name="connsiteX36" fmla="*/ 178383 w 790353"/>
                  <a:gd name="connsiteY36" fmla="*/ 754127 h 756615"/>
                  <a:gd name="connsiteX37" fmla="*/ 172164 w 790353"/>
                  <a:gd name="connsiteY37" fmla="*/ 756615 h 756615"/>
                  <a:gd name="connsiteX38" fmla="*/ 169676 w 790353"/>
                  <a:gd name="connsiteY38" fmla="*/ 755371 h 756615"/>
                  <a:gd name="connsiteX39" fmla="*/ 164701 w 790353"/>
                  <a:gd name="connsiteY39" fmla="*/ 749150 h 756615"/>
                  <a:gd name="connsiteX40" fmla="*/ 1759 w 790353"/>
                  <a:gd name="connsiteY40" fmla="*/ 400780 h 756615"/>
                  <a:gd name="connsiteX41" fmla="*/ 515 w 790353"/>
                  <a:gd name="connsiteY41" fmla="*/ 393315 h 756615"/>
                  <a:gd name="connsiteX42" fmla="*/ 4247 w 790353"/>
                  <a:gd name="connsiteY42" fmla="*/ 388338 h 756615"/>
                  <a:gd name="connsiteX43" fmla="*/ 121167 w 790353"/>
                  <a:gd name="connsiteY43" fmla="*/ 329862 h 756615"/>
                  <a:gd name="connsiteX44" fmla="*/ 326399 w 790353"/>
                  <a:gd name="connsiteY44" fmla="*/ 133281 h 756615"/>
                  <a:gd name="connsiteX45" fmla="*/ 481877 w 790353"/>
                  <a:gd name="connsiteY45" fmla="*/ 115863 h 756615"/>
                  <a:gd name="connsiteX46" fmla="*/ 757009 w 790353"/>
                  <a:gd name="connsiteY46" fmla="*/ 176 h 7566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790353" h="756615">
                    <a:moveTo>
                      <a:pt x="757627" y="16925"/>
                    </a:moveTo>
                    <a:cubicBezTo>
                      <a:pt x="706445" y="21568"/>
                      <a:pt x="573132" y="86338"/>
                      <a:pt x="489335" y="132057"/>
                    </a:cubicBezTo>
                    <a:cubicBezTo>
                      <a:pt x="488091" y="133302"/>
                      <a:pt x="486847" y="133302"/>
                      <a:pt x="485604" y="133302"/>
                    </a:cubicBezTo>
                    <a:cubicBezTo>
                      <a:pt x="484360" y="133302"/>
                      <a:pt x="387349" y="130813"/>
                      <a:pt x="332624" y="149474"/>
                    </a:cubicBezTo>
                    <a:cubicBezTo>
                      <a:pt x="290337" y="163159"/>
                      <a:pt x="184620" y="281346"/>
                      <a:pt x="133626" y="342305"/>
                    </a:cubicBezTo>
                    <a:cubicBezTo>
                      <a:pt x="133626" y="343549"/>
                      <a:pt x="131139" y="343549"/>
                      <a:pt x="131139" y="344793"/>
                    </a:cubicBezTo>
                    <a:lnTo>
                      <a:pt x="21690" y="399532"/>
                    </a:lnTo>
                    <a:cubicBezTo>
                      <a:pt x="66465" y="451783"/>
                      <a:pt x="154770" y="574946"/>
                      <a:pt x="179645" y="734187"/>
                    </a:cubicBezTo>
                    <a:lnTo>
                      <a:pt x="297800" y="643370"/>
                    </a:lnTo>
                    <a:cubicBezTo>
                      <a:pt x="299043" y="643370"/>
                      <a:pt x="300287" y="642126"/>
                      <a:pt x="301531" y="642126"/>
                    </a:cubicBezTo>
                    <a:cubicBezTo>
                      <a:pt x="304018" y="642126"/>
                      <a:pt x="458242" y="624709"/>
                      <a:pt x="562715" y="553797"/>
                    </a:cubicBezTo>
                    <a:cubicBezTo>
                      <a:pt x="607490" y="523939"/>
                      <a:pt x="632365" y="492838"/>
                      <a:pt x="631121" y="467956"/>
                    </a:cubicBezTo>
                    <a:cubicBezTo>
                      <a:pt x="629877" y="440587"/>
                      <a:pt x="606246" y="426902"/>
                      <a:pt x="606246" y="425658"/>
                    </a:cubicBezTo>
                    <a:cubicBezTo>
                      <a:pt x="602515" y="424414"/>
                      <a:pt x="601271" y="419437"/>
                      <a:pt x="602515" y="415705"/>
                    </a:cubicBezTo>
                    <a:cubicBezTo>
                      <a:pt x="602515" y="415705"/>
                      <a:pt x="617440" y="378383"/>
                      <a:pt x="605002" y="353502"/>
                    </a:cubicBezTo>
                    <a:cubicBezTo>
                      <a:pt x="598784" y="342305"/>
                      <a:pt x="590078" y="334841"/>
                      <a:pt x="575153" y="331109"/>
                    </a:cubicBezTo>
                    <a:cubicBezTo>
                      <a:pt x="572665" y="329864"/>
                      <a:pt x="570178" y="328620"/>
                      <a:pt x="570178" y="326132"/>
                    </a:cubicBezTo>
                    <a:cubicBezTo>
                      <a:pt x="568934" y="323644"/>
                      <a:pt x="570178" y="321156"/>
                      <a:pt x="571422" y="319912"/>
                    </a:cubicBezTo>
                    <a:cubicBezTo>
                      <a:pt x="571422" y="318668"/>
                      <a:pt x="586346" y="296275"/>
                      <a:pt x="581371" y="271393"/>
                    </a:cubicBezTo>
                    <a:cubicBezTo>
                      <a:pt x="578884" y="257708"/>
                      <a:pt x="567690" y="245268"/>
                      <a:pt x="549034" y="235315"/>
                    </a:cubicBezTo>
                    <a:cubicBezTo>
                      <a:pt x="546547" y="234071"/>
                      <a:pt x="545303" y="230339"/>
                      <a:pt x="544059" y="229095"/>
                    </a:cubicBezTo>
                    <a:cubicBezTo>
                      <a:pt x="544059" y="225363"/>
                      <a:pt x="546547" y="222874"/>
                      <a:pt x="547791" y="220386"/>
                    </a:cubicBezTo>
                    <a:cubicBezTo>
                      <a:pt x="716939" y="117129"/>
                      <a:pt x="776638" y="44973"/>
                      <a:pt x="775394" y="22579"/>
                    </a:cubicBezTo>
                    <a:cubicBezTo>
                      <a:pt x="775394" y="20091"/>
                      <a:pt x="775394" y="18847"/>
                      <a:pt x="774150" y="18847"/>
                    </a:cubicBezTo>
                    <a:cubicBezTo>
                      <a:pt x="770575" y="16825"/>
                      <a:pt x="764939" y="16262"/>
                      <a:pt x="757627" y="16925"/>
                    </a:cubicBezTo>
                    <a:close/>
                    <a:moveTo>
                      <a:pt x="757009" y="176"/>
                    </a:moveTo>
                    <a:cubicBezTo>
                      <a:pt x="766948" y="-468"/>
                      <a:pt x="774955" y="621"/>
                      <a:pt x="780397" y="3887"/>
                    </a:cubicBezTo>
                    <a:cubicBezTo>
                      <a:pt x="786616" y="6375"/>
                      <a:pt x="790347" y="12596"/>
                      <a:pt x="790347" y="20061"/>
                    </a:cubicBezTo>
                    <a:cubicBezTo>
                      <a:pt x="791591" y="78537"/>
                      <a:pt x="616211" y="194246"/>
                      <a:pt x="566458" y="226595"/>
                    </a:cubicBezTo>
                    <a:cubicBezTo>
                      <a:pt x="582628" y="237792"/>
                      <a:pt x="592578" y="251478"/>
                      <a:pt x="596310" y="267653"/>
                    </a:cubicBezTo>
                    <a:cubicBezTo>
                      <a:pt x="600041" y="288804"/>
                      <a:pt x="593822" y="307466"/>
                      <a:pt x="588847" y="318664"/>
                    </a:cubicBezTo>
                    <a:cubicBezTo>
                      <a:pt x="601285" y="323641"/>
                      <a:pt x="611236" y="332350"/>
                      <a:pt x="617455" y="344792"/>
                    </a:cubicBezTo>
                    <a:cubicBezTo>
                      <a:pt x="631137" y="370919"/>
                      <a:pt x="622430" y="402024"/>
                      <a:pt x="618699" y="415710"/>
                    </a:cubicBezTo>
                    <a:cubicBezTo>
                      <a:pt x="627405" y="421931"/>
                      <a:pt x="644819" y="439349"/>
                      <a:pt x="646063" y="465477"/>
                    </a:cubicBezTo>
                    <a:cubicBezTo>
                      <a:pt x="647307" y="497826"/>
                      <a:pt x="621186" y="532663"/>
                      <a:pt x="570189" y="566256"/>
                    </a:cubicBezTo>
                    <a:cubicBezTo>
                      <a:pt x="468195" y="634685"/>
                      <a:pt x="325155" y="654592"/>
                      <a:pt x="305254" y="655836"/>
                    </a:cubicBezTo>
                    <a:lnTo>
                      <a:pt x="178383" y="754127"/>
                    </a:lnTo>
                    <a:cubicBezTo>
                      <a:pt x="177139" y="755371"/>
                      <a:pt x="174651" y="756615"/>
                      <a:pt x="172164" y="756615"/>
                    </a:cubicBezTo>
                    <a:cubicBezTo>
                      <a:pt x="172164" y="756615"/>
                      <a:pt x="170920" y="755371"/>
                      <a:pt x="169676" y="755371"/>
                    </a:cubicBezTo>
                    <a:cubicBezTo>
                      <a:pt x="167188" y="754127"/>
                      <a:pt x="164701" y="751638"/>
                      <a:pt x="164701" y="749150"/>
                    </a:cubicBezTo>
                    <a:cubicBezTo>
                      <a:pt x="141068" y="577453"/>
                      <a:pt x="42805" y="448059"/>
                      <a:pt x="1759" y="400780"/>
                    </a:cubicBezTo>
                    <a:cubicBezTo>
                      <a:pt x="515" y="398291"/>
                      <a:pt x="-729" y="397047"/>
                      <a:pt x="515" y="393315"/>
                    </a:cubicBezTo>
                    <a:cubicBezTo>
                      <a:pt x="515" y="392070"/>
                      <a:pt x="3003" y="389582"/>
                      <a:pt x="4247" y="388338"/>
                    </a:cubicBezTo>
                    <a:lnTo>
                      <a:pt x="121167" y="329862"/>
                    </a:lnTo>
                    <a:cubicBezTo>
                      <a:pt x="134849" y="312443"/>
                      <a:pt x="270426" y="150700"/>
                      <a:pt x="326399" y="133281"/>
                    </a:cubicBezTo>
                    <a:cubicBezTo>
                      <a:pt x="379883" y="115863"/>
                      <a:pt x="466951" y="115863"/>
                      <a:pt x="481877" y="115863"/>
                    </a:cubicBezTo>
                    <a:cubicBezTo>
                      <a:pt x="523235" y="94090"/>
                      <a:pt x="687440" y="4684"/>
                      <a:pt x="757009" y="1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AE6C731E-CDF6-E845-B70F-4E3642F81CD7}"/>
                  </a:ext>
                </a:extLst>
              </p:cNvPr>
              <p:cNvSpPr/>
              <p:nvPr/>
            </p:nvSpPr>
            <p:spPr>
              <a:xfrm>
                <a:off x="7335225" y="11552546"/>
                <a:ext cx="1688048" cy="141696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56" h="1138">
                    <a:moveTo>
                      <a:pt x="1349" y="1138"/>
                    </a:moveTo>
                    <a:lnTo>
                      <a:pt x="6" y="1138"/>
                    </a:lnTo>
                    <a:cubicBezTo>
                      <a:pt x="3" y="1138"/>
                      <a:pt x="1" y="1135"/>
                      <a:pt x="0" y="1132"/>
                    </a:cubicBezTo>
                    <a:cubicBezTo>
                      <a:pt x="0" y="1129"/>
                      <a:pt x="2" y="1126"/>
                      <a:pt x="5" y="1125"/>
                    </a:cubicBezTo>
                    <a:lnTo>
                      <a:pt x="686" y="937"/>
                    </a:lnTo>
                    <a:lnTo>
                      <a:pt x="686" y="6"/>
                    </a:lnTo>
                    <a:cubicBezTo>
                      <a:pt x="686" y="2"/>
                      <a:pt x="688" y="0"/>
                      <a:pt x="692" y="0"/>
                    </a:cubicBezTo>
                    <a:cubicBezTo>
                      <a:pt x="695" y="0"/>
                      <a:pt x="699" y="2"/>
                      <a:pt x="699" y="6"/>
                    </a:cubicBezTo>
                    <a:lnTo>
                      <a:pt x="699" y="941"/>
                    </a:lnTo>
                    <a:cubicBezTo>
                      <a:pt x="699" y="944"/>
                      <a:pt x="696" y="946"/>
                      <a:pt x="694" y="948"/>
                    </a:cubicBezTo>
                    <a:lnTo>
                      <a:pt x="53" y="1125"/>
                    </a:lnTo>
                    <a:lnTo>
                      <a:pt x="1302" y="1125"/>
                    </a:lnTo>
                    <a:lnTo>
                      <a:pt x="785" y="982"/>
                    </a:lnTo>
                    <a:cubicBezTo>
                      <a:pt x="782" y="981"/>
                      <a:pt x="780" y="977"/>
                      <a:pt x="781" y="975"/>
                    </a:cubicBezTo>
                    <a:cubicBezTo>
                      <a:pt x="782" y="971"/>
                      <a:pt x="785" y="969"/>
                      <a:pt x="788" y="970"/>
                    </a:cubicBezTo>
                    <a:lnTo>
                      <a:pt x="1351" y="1125"/>
                    </a:lnTo>
                    <a:cubicBezTo>
                      <a:pt x="1354" y="1126"/>
                      <a:pt x="1356" y="1129"/>
                      <a:pt x="1356" y="1132"/>
                    </a:cubicBezTo>
                    <a:cubicBezTo>
                      <a:pt x="1355" y="1135"/>
                      <a:pt x="1353" y="1138"/>
                      <a:pt x="1349" y="113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C8CF264-DDA5-2447-B2A5-CF3469CC7CCB}"/>
                </a:ext>
              </a:extLst>
            </p:cNvPr>
            <p:cNvGrpSpPr/>
            <p:nvPr/>
          </p:nvGrpSpPr>
          <p:grpSpPr>
            <a:xfrm>
              <a:off x="7777481" y="7260532"/>
              <a:ext cx="2269833" cy="1316018"/>
              <a:chOff x="7777481" y="7260532"/>
              <a:chExt cx="2269833" cy="1316018"/>
            </a:xfrm>
          </p:grpSpPr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F55A4774-499C-B445-A362-CF58A8025D2E}"/>
                  </a:ext>
                </a:extLst>
              </p:cNvPr>
              <p:cNvSpPr/>
              <p:nvPr/>
            </p:nvSpPr>
            <p:spPr>
              <a:xfrm>
                <a:off x="7786202" y="7269256"/>
                <a:ext cx="2253637" cy="129981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10" h="1044">
                    <a:moveTo>
                      <a:pt x="1739" y="1044"/>
                    </a:moveTo>
                    <a:lnTo>
                      <a:pt x="973" y="1044"/>
                    </a:lnTo>
                    <a:lnTo>
                      <a:pt x="206" y="1044"/>
                    </a:lnTo>
                    <a:cubicBezTo>
                      <a:pt x="187" y="1044"/>
                      <a:pt x="169" y="1036"/>
                      <a:pt x="156" y="1023"/>
                    </a:cubicBezTo>
                    <a:cubicBezTo>
                      <a:pt x="143" y="1011"/>
                      <a:pt x="136" y="993"/>
                      <a:pt x="136" y="973"/>
                    </a:cubicBezTo>
                    <a:lnTo>
                      <a:pt x="136" y="898"/>
                    </a:lnTo>
                    <a:lnTo>
                      <a:pt x="136" y="823"/>
                    </a:lnTo>
                    <a:lnTo>
                      <a:pt x="68" y="783"/>
                    </a:lnTo>
                    <a:lnTo>
                      <a:pt x="0" y="743"/>
                    </a:lnTo>
                    <a:lnTo>
                      <a:pt x="68" y="696"/>
                    </a:lnTo>
                    <a:lnTo>
                      <a:pt x="136" y="648"/>
                    </a:lnTo>
                    <a:lnTo>
                      <a:pt x="136" y="359"/>
                    </a:lnTo>
                    <a:lnTo>
                      <a:pt x="136" y="71"/>
                    </a:lnTo>
                    <a:cubicBezTo>
                      <a:pt x="136" y="51"/>
                      <a:pt x="143" y="33"/>
                      <a:pt x="156" y="20"/>
                    </a:cubicBezTo>
                    <a:cubicBezTo>
                      <a:pt x="169" y="8"/>
                      <a:pt x="187" y="0"/>
                      <a:pt x="206" y="0"/>
                    </a:cubicBezTo>
                    <a:lnTo>
                      <a:pt x="973" y="0"/>
                    </a:lnTo>
                    <a:lnTo>
                      <a:pt x="1739" y="0"/>
                    </a:lnTo>
                    <a:cubicBezTo>
                      <a:pt x="1758" y="0"/>
                      <a:pt x="1776" y="8"/>
                      <a:pt x="1789" y="20"/>
                    </a:cubicBezTo>
                    <a:cubicBezTo>
                      <a:pt x="1802" y="33"/>
                      <a:pt x="1810" y="51"/>
                      <a:pt x="1810" y="71"/>
                    </a:cubicBezTo>
                    <a:lnTo>
                      <a:pt x="1810" y="522"/>
                    </a:lnTo>
                    <a:lnTo>
                      <a:pt x="1810" y="973"/>
                    </a:lnTo>
                    <a:cubicBezTo>
                      <a:pt x="1810" y="993"/>
                      <a:pt x="1802" y="1011"/>
                      <a:pt x="1789" y="1023"/>
                    </a:cubicBezTo>
                    <a:cubicBezTo>
                      <a:pt x="1776" y="1036"/>
                      <a:pt x="1758" y="1044"/>
                      <a:pt x="1739" y="104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C87883F0-FE5E-4645-AC27-A95B5163EBD4}"/>
                  </a:ext>
                </a:extLst>
              </p:cNvPr>
              <p:cNvSpPr/>
              <p:nvPr/>
            </p:nvSpPr>
            <p:spPr>
              <a:xfrm>
                <a:off x="7777481" y="7260532"/>
                <a:ext cx="2269833" cy="1316018"/>
              </a:xfrm>
              <a:custGeom>
                <a:avLst/>
                <a:gdLst>
                  <a:gd name="connsiteX0" fmla="*/ 265219 w 2269833"/>
                  <a:gd name="connsiteY0" fmla="*/ 16201 h 1316018"/>
                  <a:gd name="connsiteX1" fmla="*/ 207944 w 2269833"/>
                  <a:gd name="connsiteY1" fmla="*/ 39857 h 1316018"/>
                  <a:gd name="connsiteX2" fmla="*/ 185533 w 2269833"/>
                  <a:gd name="connsiteY2" fmla="*/ 97128 h 1316018"/>
                  <a:gd name="connsiteX3" fmla="*/ 185533 w 2269833"/>
                  <a:gd name="connsiteY3" fmla="*/ 815504 h 1316018"/>
                  <a:gd name="connsiteX4" fmla="*/ 181797 w 2269833"/>
                  <a:gd name="connsiteY4" fmla="*/ 821729 h 1316018"/>
                  <a:gd name="connsiteX5" fmla="*/ 23670 w 2269833"/>
                  <a:gd name="connsiteY5" fmla="*/ 933781 h 1316018"/>
                  <a:gd name="connsiteX6" fmla="*/ 180552 w 2269833"/>
                  <a:gd name="connsiteY6" fmla="*/ 1027158 h 1316018"/>
                  <a:gd name="connsiteX7" fmla="*/ 185533 w 2269833"/>
                  <a:gd name="connsiteY7" fmla="*/ 1033383 h 1316018"/>
                  <a:gd name="connsiteX8" fmla="*/ 185533 w 2269833"/>
                  <a:gd name="connsiteY8" fmla="*/ 1220136 h 1316018"/>
                  <a:gd name="connsiteX9" fmla="*/ 207944 w 2269833"/>
                  <a:gd name="connsiteY9" fmla="*/ 1276162 h 1316018"/>
                  <a:gd name="connsiteX10" fmla="*/ 265219 w 2269833"/>
                  <a:gd name="connsiteY10" fmla="*/ 1299817 h 1316018"/>
                  <a:gd name="connsiteX11" fmla="*/ 2173951 w 2269833"/>
                  <a:gd name="connsiteY11" fmla="*/ 1299817 h 1316018"/>
                  <a:gd name="connsiteX12" fmla="*/ 2229980 w 2269833"/>
                  <a:gd name="connsiteY12" fmla="*/ 1276162 h 1316018"/>
                  <a:gd name="connsiteX13" fmla="*/ 2253637 w 2269833"/>
                  <a:gd name="connsiteY13" fmla="*/ 1220136 h 1316018"/>
                  <a:gd name="connsiteX14" fmla="*/ 2253637 w 2269833"/>
                  <a:gd name="connsiteY14" fmla="*/ 97128 h 1316018"/>
                  <a:gd name="connsiteX15" fmla="*/ 2229980 w 2269833"/>
                  <a:gd name="connsiteY15" fmla="*/ 39857 h 1316018"/>
                  <a:gd name="connsiteX16" fmla="*/ 2173951 w 2269833"/>
                  <a:gd name="connsiteY16" fmla="*/ 16201 h 1316018"/>
                  <a:gd name="connsiteX17" fmla="*/ 265208 w 2269833"/>
                  <a:gd name="connsiteY17" fmla="*/ 0 h 1316018"/>
                  <a:gd name="connsiteX18" fmla="*/ 2173960 w 2269833"/>
                  <a:gd name="connsiteY18" fmla="*/ 0 h 1316018"/>
                  <a:gd name="connsiteX19" fmla="*/ 2241195 w 2269833"/>
                  <a:gd name="connsiteY19" fmla="*/ 28636 h 1316018"/>
                  <a:gd name="connsiteX20" fmla="*/ 2269833 w 2269833"/>
                  <a:gd name="connsiteY20" fmla="*/ 97114 h 1316018"/>
                  <a:gd name="connsiteX21" fmla="*/ 2269833 w 2269833"/>
                  <a:gd name="connsiteY21" fmla="*/ 1220149 h 1316018"/>
                  <a:gd name="connsiteX22" fmla="*/ 2241195 w 2269833"/>
                  <a:gd name="connsiteY22" fmla="*/ 1288627 h 1316018"/>
                  <a:gd name="connsiteX23" fmla="*/ 2173960 w 2269833"/>
                  <a:gd name="connsiteY23" fmla="*/ 1316018 h 1316018"/>
                  <a:gd name="connsiteX24" fmla="*/ 265208 w 2269833"/>
                  <a:gd name="connsiteY24" fmla="*/ 1316018 h 1316018"/>
                  <a:gd name="connsiteX25" fmla="*/ 197973 w 2269833"/>
                  <a:gd name="connsiteY25" fmla="*/ 1288627 h 1316018"/>
                  <a:gd name="connsiteX26" fmla="*/ 169335 w 2269833"/>
                  <a:gd name="connsiteY26" fmla="*/ 1220149 h 1316018"/>
                  <a:gd name="connsiteX27" fmla="*/ 169335 w 2269833"/>
                  <a:gd name="connsiteY27" fmla="*/ 1038372 h 1316018"/>
                  <a:gd name="connsiteX28" fmla="*/ 4981 w 2269833"/>
                  <a:gd name="connsiteY28" fmla="*/ 941258 h 1316018"/>
                  <a:gd name="connsiteX29" fmla="*/ 0 w 2269833"/>
                  <a:gd name="connsiteY29" fmla="*/ 935033 h 1316018"/>
                  <a:gd name="connsiteX30" fmla="*/ 4981 w 2269833"/>
                  <a:gd name="connsiteY30" fmla="*/ 927563 h 1316018"/>
                  <a:gd name="connsiteX31" fmla="*/ 169335 w 2269833"/>
                  <a:gd name="connsiteY31" fmla="*/ 811773 h 1316018"/>
                  <a:gd name="connsiteX32" fmla="*/ 169335 w 2269833"/>
                  <a:gd name="connsiteY32" fmla="*/ 97114 h 1316018"/>
                  <a:gd name="connsiteX33" fmla="*/ 197973 w 2269833"/>
                  <a:gd name="connsiteY33" fmla="*/ 28636 h 1316018"/>
                  <a:gd name="connsiteX34" fmla="*/ 265208 w 2269833"/>
                  <a:gd name="connsiteY34" fmla="*/ 0 h 13160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269833" h="1316018">
                    <a:moveTo>
                      <a:pt x="265219" y="16201"/>
                    </a:moveTo>
                    <a:cubicBezTo>
                      <a:pt x="244052" y="16201"/>
                      <a:pt x="224131" y="23671"/>
                      <a:pt x="207944" y="39857"/>
                    </a:cubicBezTo>
                    <a:cubicBezTo>
                      <a:pt x="194248" y="54797"/>
                      <a:pt x="185533" y="74717"/>
                      <a:pt x="185533" y="97128"/>
                    </a:cubicBezTo>
                    <a:lnTo>
                      <a:pt x="185533" y="815504"/>
                    </a:lnTo>
                    <a:cubicBezTo>
                      <a:pt x="185533" y="817994"/>
                      <a:pt x="184288" y="820484"/>
                      <a:pt x="181797" y="821729"/>
                    </a:cubicBezTo>
                    <a:lnTo>
                      <a:pt x="23670" y="933781"/>
                    </a:lnTo>
                    <a:lnTo>
                      <a:pt x="180552" y="1027158"/>
                    </a:lnTo>
                    <a:cubicBezTo>
                      <a:pt x="184288" y="1028403"/>
                      <a:pt x="185533" y="1030893"/>
                      <a:pt x="185533" y="1033383"/>
                    </a:cubicBezTo>
                    <a:lnTo>
                      <a:pt x="185533" y="1220136"/>
                    </a:lnTo>
                    <a:cubicBezTo>
                      <a:pt x="185533" y="1241301"/>
                      <a:pt x="194248" y="1261221"/>
                      <a:pt x="207944" y="1276162"/>
                    </a:cubicBezTo>
                    <a:cubicBezTo>
                      <a:pt x="224131" y="1292347"/>
                      <a:pt x="244052" y="1299817"/>
                      <a:pt x="265219" y="1299817"/>
                    </a:cubicBezTo>
                    <a:lnTo>
                      <a:pt x="2173951" y="1299817"/>
                    </a:lnTo>
                    <a:cubicBezTo>
                      <a:pt x="2195117" y="1299817"/>
                      <a:pt x="2215039" y="1292347"/>
                      <a:pt x="2229980" y="1276162"/>
                    </a:cubicBezTo>
                    <a:cubicBezTo>
                      <a:pt x="2244921" y="1261221"/>
                      <a:pt x="2253637" y="1241301"/>
                      <a:pt x="2253637" y="1220136"/>
                    </a:cubicBezTo>
                    <a:lnTo>
                      <a:pt x="2253637" y="97128"/>
                    </a:lnTo>
                    <a:cubicBezTo>
                      <a:pt x="2253637" y="74717"/>
                      <a:pt x="2244921" y="54797"/>
                      <a:pt x="2229980" y="39857"/>
                    </a:cubicBezTo>
                    <a:cubicBezTo>
                      <a:pt x="2215039" y="23671"/>
                      <a:pt x="2195117" y="16201"/>
                      <a:pt x="2173951" y="16201"/>
                    </a:cubicBezTo>
                    <a:close/>
                    <a:moveTo>
                      <a:pt x="265208" y="0"/>
                    </a:moveTo>
                    <a:lnTo>
                      <a:pt x="2173960" y="0"/>
                    </a:lnTo>
                    <a:cubicBezTo>
                      <a:pt x="2198862" y="0"/>
                      <a:pt x="2223764" y="9961"/>
                      <a:pt x="2241195" y="28636"/>
                    </a:cubicBezTo>
                    <a:cubicBezTo>
                      <a:pt x="2259872" y="46067"/>
                      <a:pt x="2269833" y="70968"/>
                      <a:pt x="2269833" y="97114"/>
                    </a:cubicBezTo>
                    <a:lnTo>
                      <a:pt x="2269833" y="1220149"/>
                    </a:lnTo>
                    <a:cubicBezTo>
                      <a:pt x="2269833" y="1246295"/>
                      <a:pt x="2259872" y="1269951"/>
                      <a:pt x="2241195" y="1288627"/>
                    </a:cubicBezTo>
                    <a:cubicBezTo>
                      <a:pt x="2223764" y="1306058"/>
                      <a:pt x="2198862" y="1316018"/>
                      <a:pt x="2173960" y="1316018"/>
                    </a:cubicBezTo>
                    <a:lnTo>
                      <a:pt x="265208" y="1316018"/>
                    </a:lnTo>
                    <a:cubicBezTo>
                      <a:pt x="240306" y="1316018"/>
                      <a:pt x="215404" y="1306058"/>
                      <a:pt x="197973" y="1288627"/>
                    </a:cubicBezTo>
                    <a:cubicBezTo>
                      <a:pt x="179296" y="1269951"/>
                      <a:pt x="169335" y="1246295"/>
                      <a:pt x="169335" y="1220149"/>
                    </a:cubicBezTo>
                    <a:lnTo>
                      <a:pt x="169335" y="1038372"/>
                    </a:lnTo>
                    <a:lnTo>
                      <a:pt x="4981" y="941258"/>
                    </a:lnTo>
                    <a:cubicBezTo>
                      <a:pt x="2490" y="940013"/>
                      <a:pt x="0" y="937523"/>
                      <a:pt x="0" y="935033"/>
                    </a:cubicBezTo>
                    <a:cubicBezTo>
                      <a:pt x="0" y="932543"/>
                      <a:pt x="2490" y="930053"/>
                      <a:pt x="4981" y="927563"/>
                    </a:cubicBezTo>
                    <a:lnTo>
                      <a:pt x="169335" y="811773"/>
                    </a:lnTo>
                    <a:lnTo>
                      <a:pt x="169335" y="97114"/>
                    </a:lnTo>
                    <a:cubicBezTo>
                      <a:pt x="169335" y="70968"/>
                      <a:pt x="179296" y="46067"/>
                      <a:pt x="197973" y="28636"/>
                    </a:cubicBezTo>
                    <a:cubicBezTo>
                      <a:pt x="215404" y="9961"/>
                      <a:pt x="240306" y="0"/>
                      <a:pt x="2652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BD42C00A-068A-4B47-9940-AD8CAA5C1F66}"/>
                  </a:ext>
                </a:extLst>
              </p:cNvPr>
              <p:cNvSpPr/>
              <p:nvPr/>
            </p:nvSpPr>
            <p:spPr>
              <a:xfrm>
                <a:off x="8193576" y="7463667"/>
                <a:ext cx="606701" cy="9122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8" h="733">
                    <a:moveTo>
                      <a:pt x="0" y="42"/>
                    </a:moveTo>
                    <a:lnTo>
                      <a:pt x="0" y="367"/>
                    </a:lnTo>
                    <a:lnTo>
                      <a:pt x="0" y="691"/>
                    </a:lnTo>
                    <a:cubicBezTo>
                      <a:pt x="0" y="702"/>
                      <a:pt x="5" y="713"/>
                      <a:pt x="13" y="721"/>
                    </a:cubicBezTo>
                    <a:cubicBezTo>
                      <a:pt x="20" y="728"/>
                      <a:pt x="30" y="733"/>
                      <a:pt x="42" y="733"/>
                    </a:cubicBezTo>
                    <a:lnTo>
                      <a:pt x="265" y="733"/>
                    </a:lnTo>
                    <a:lnTo>
                      <a:pt x="488" y="733"/>
                    </a:lnTo>
                    <a:lnTo>
                      <a:pt x="488" y="367"/>
                    </a:lnTo>
                    <a:lnTo>
                      <a:pt x="488" y="0"/>
                    </a:lnTo>
                    <a:lnTo>
                      <a:pt x="265" y="0"/>
                    </a:lnTo>
                    <a:lnTo>
                      <a:pt x="42" y="0"/>
                    </a:lnTo>
                    <a:cubicBezTo>
                      <a:pt x="30" y="0"/>
                      <a:pt x="20" y="5"/>
                      <a:pt x="13" y="12"/>
                    </a:cubicBezTo>
                    <a:cubicBezTo>
                      <a:pt x="5" y="20"/>
                      <a:pt x="0" y="30"/>
                      <a:pt x="0" y="42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00CA2B78-F8A8-714A-BC70-D1058622A7CA}"/>
                  </a:ext>
                </a:extLst>
              </p:cNvPr>
              <p:cNvSpPr/>
              <p:nvPr/>
            </p:nvSpPr>
            <p:spPr>
              <a:xfrm>
                <a:off x="8186101" y="7456190"/>
                <a:ext cx="621650" cy="927195"/>
              </a:xfrm>
              <a:custGeom>
                <a:avLst/>
                <a:gdLst>
                  <a:gd name="connsiteX0" fmla="*/ 59704 w 621650"/>
                  <a:gd name="connsiteY0" fmla="*/ 14955 h 927195"/>
                  <a:gd name="connsiteX1" fmla="*/ 28624 w 621650"/>
                  <a:gd name="connsiteY1" fmla="*/ 28645 h 927195"/>
                  <a:gd name="connsiteX2" fmla="*/ 14949 w 621650"/>
                  <a:gd name="connsiteY2" fmla="*/ 59757 h 927195"/>
                  <a:gd name="connsiteX3" fmla="*/ 14949 w 621650"/>
                  <a:gd name="connsiteY3" fmla="*/ 867437 h 927195"/>
                  <a:gd name="connsiteX4" fmla="*/ 28624 w 621650"/>
                  <a:gd name="connsiteY4" fmla="*/ 898549 h 927195"/>
                  <a:gd name="connsiteX5" fmla="*/ 59704 w 621650"/>
                  <a:gd name="connsiteY5" fmla="*/ 910994 h 927195"/>
                  <a:gd name="connsiteX6" fmla="*/ 606700 w 621650"/>
                  <a:gd name="connsiteY6" fmla="*/ 910994 h 927195"/>
                  <a:gd name="connsiteX7" fmla="*/ 606700 w 621650"/>
                  <a:gd name="connsiteY7" fmla="*/ 14955 h 927195"/>
                  <a:gd name="connsiteX8" fmla="*/ 59679 w 621650"/>
                  <a:gd name="connsiteY8" fmla="*/ 0 h 927195"/>
                  <a:gd name="connsiteX9" fmla="*/ 621650 w 621650"/>
                  <a:gd name="connsiteY9" fmla="*/ 0 h 927195"/>
                  <a:gd name="connsiteX10" fmla="*/ 621650 w 621650"/>
                  <a:gd name="connsiteY10" fmla="*/ 927195 h 927195"/>
                  <a:gd name="connsiteX11" fmla="*/ 59679 w 621650"/>
                  <a:gd name="connsiteY11" fmla="*/ 927195 h 927195"/>
                  <a:gd name="connsiteX12" fmla="*/ 17406 w 621650"/>
                  <a:gd name="connsiteY12" fmla="*/ 909771 h 927195"/>
                  <a:gd name="connsiteX13" fmla="*/ 0 w 621650"/>
                  <a:gd name="connsiteY13" fmla="*/ 867456 h 927195"/>
                  <a:gd name="connsiteX14" fmla="*/ 0 w 621650"/>
                  <a:gd name="connsiteY14" fmla="*/ 59739 h 927195"/>
                  <a:gd name="connsiteX15" fmla="*/ 17406 w 621650"/>
                  <a:gd name="connsiteY15" fmla="*/ 16179 h 927195"/>
                  <a:gd name="connsiteX16" fmla="*/ 59679 w 621650"/>
                  <a:gd name="connsiteY16" fmla="*/ 0 h 927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21650" h="927195">
                    <a:moveTo>
                      <a:pt x="59704" y="14955"/>
                    </a:moveTo>
                    <a:cubicBezTo>
                      <a:pt x="48515" y="14955"/>
                      <a:pt x="37326" y="19933"/>
                      <a:pt x="28624" y="28645"/>
                    </a:cubicBezTo>
                    <a:cubicBezTo>
                      <a:pt x="21165" y="36112"/>
                      <a:pt x="14949" y="47312"/>
                      <a:pt x="14949" y="59757"/>
                    </a:cubicBezTo>
                    <a:lnTo>
                      <a:pt x="14949" y="867437"/>
                    </a:lnTo>
                    <a:cubicBezTo>
                      <a:pt x="14949" y="879882"/>
                      <a:pt x="21165" y="891082"/>
                      <a:pt x="28624" y="898549"/>
                    </a:cubicBezTo>
                    <a:cubicBezTo>
                      <a:pt x="37326" y="907261"/>
                      <a:pt x="48515" y="910994"/>
                      <a:pt x="59704" y="910994"/>
                    </a:cubicBezTo>
                    <a:lnTo>
                      <a:pt x="606700" y="910994"/>
                    </a:lnTo>
                    <a:lnTo>
                      <a:pt x="606700" y="14955"/>
                    </a:lnTo>
                    <a:close/>
                    <a:moveTo>
                      <a:pt x="59679" y="0"/>
                    </a:moveTo>
                    <a:lnTo>
                      <a:pt x="621650" y="0"/>
                    </a:lnTo>
                    <a:lnTo>
                      <a:pt x="621650" y="927195"/>
                    </a:lnTo>
                    <a:lnTo>
                      <a:pt x="59679" y="927195"/>
                    </a:lnTo>
                    <a:cubicBezTo>
                      <a:pt x="43516" y="927195"/>
                      <a:pt x="28596" y="920972"/>
                      <a:pt x="17406" y="909771"/>
                    </a:cubicBezTo>
                    <a:cubicBezTo>
                      <a:pt x="6217" y="898570"/>
                      <a:pt x="0" y="883636"/>
                      <a:pt x="0" y="867456"/>
                    </a:cubicBezTo>
                    <a:lnTo>
                      <a:pt x="0" y="59739"/>
                    </a:lnTo>
                    <a:cubicBezTo>
                      <a:pt x="0" y="43560"/>
                      <a:pt x="6217" y="28625"/>
                      <a:pt x="17406" y="16179"/>
                    </a:cubicBezTo>
                    <a:cubicBezTo>
                      <a:pt x="28596" y="6223"/>
                      <a:pt x="43516" y="0"/>
                      <a:pt x="596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540B8049-8476-0144-B9F7-9821905BB4A5}"/>
                  </a:ext>
                </a:extLst>
              </p:cNvPr>
              <p:cNvSpPr/>
              <p:nvPr/>
            </p:nvSpPr>
            <p:spPr>
              <a:xfrm>
                <a:off x="8970950" y="7463667"/>
                <a:ext cx="49832" cy="9122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" h="733">
                    <a:moveTo>
                      <a:pt x="0" y="0"/>
                    </a:moveTo>
                    <a:lnTo>
                      <a:pt x="0" y="367"/>
                    </a:lnTo>
                    <a:lnTo>
                      <a:pt x="0" y="733"/>
                    </a:lnTo>
                    <a:cubicBezTo>
                      <a:pt x="11" y="733"/>
                      <a:pt x="22" y="728"/>
                      <a:pt x="29" y="721"/>
                    </a:cubicBezTo>
                    <a:cubicBezTo>
                      <a:pt x="36" y="713"/>
                      <a:pt x="41" y="702"/>
                      <a:pt x="41" y="691"/>
                    </a:cubicBezTo>
                    <a:lnTo>
                      <a:pt x="41" y="367"/>
                    </a:lnTo>
                    <a:lnTo>
                      <a:pt x="41" y="42"/>
                    </a:lnTo>
                    <a:cubicBezTo>
                      <a:pt x="41" y="30"/>
                      <a:pt x="36" y="20"/>
                      <a:pt x="29" y="12"/>
                    </a:cubicBezTo>
                    <a:cubicBezTo>
                      <a:pt x="22" y="5"/>
                      <a:pt x="11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FECB7F6C-1919-A34D-91B5-5001EB230E53}"/>
                  </a:ext>
                </a:extLst>
              </p:cNvPr>
              <p:cNvSpPr/>
              <p:nvPr/>
            </p:nvSpPr>
            <p:spPr>
              <a:xfrm>
                <a:off x="8963475" y="7456190"/>
                <a:ext cx="66027" cy="927195"/>
              </a:xfrm>
              <a:custGeom>
                <a:avLst/>
                <a:gdLst>
                  <a:gd name="connsiteX0" fmla="*/ 14946 w 66027"/>
                  <a:gd name="connsiteY0" fmla="*/ 16201 h 927195"/>
                  <a:gd name="connsiteX1" fmla="*/ 14946 w 66027"/>
                  <a:gd name="connsiteY1" fmla="*/ 909747 h 927195"/>
                  <a:gd name="connsiteX2" fmla="*/ 37800 w 66027"/>
                  <a:gd name="connsiteY2" fmla="*/ 898547 h 927195"/>
                  <a:gd name="connsiteX3" fmla="*/ 49828 w 66027"/>
                  <a:gd name="connsiteY3" fmla="*/ 867434 h 927195"/>
                  <a:gd name="connsiteX4" fmla="*/ 49828 w 66027"/>
                  <a:gd name="connsiteY4" fmla="*/ 59759 h 927195"/>
                  <a:gd name="connsiteX5" fmla="*/ 37800 w 66027"/>
                  <a:gd name="connsiteY5" fmla="*/ 28646 h 927195"/>
                  <a:gd name="connsiteX6" fmla="*/ 14946 w 66027"/>
                  <a:gd name="connsiteY6" fmla="*/ 16201 h 927195"/>
                  <a:gd name="connsiteX7" fmla="*/ 0 w 66027"/>
                  <a:gd name="connsiteY7" fmla="*/ 0 h 927195"/>
                  <a:gd name="connsiteX8" fmla="*/ 7336 w 66027"/>
                  <a:gd name="connsiteY8" fmla="*/ 0 h 927195"/>
                  <a:gd name="connsiteX9" fmla="*/ 47686 w 66027"/>
                  <a:gd name="connsiteY9" fmla="*/ 16179 h 927195"/>
                  <a:gd name="connsiteX10" fmla="*/ 66027 w 66027"/>
                  <a:gd name="connsiteY10" fmla="*/ 59739 h 927195"/>
                  <a:gd name="connsiteX11" fmla="*/ 66027 w 66027"/>
                  <a:gd name="connsiteY11" fmla="*/ 867456 h 927195"/>
                  <a:gd name="connsiteX12" fmla="*/ 47686 w 66027"/>
                  <a:gd name="connsiteY12" fmla="*/ 909771 h 927195"/>
                  <a:gd name="connsiteX13" fmla="*/ 7336 w 66027"/>
                  <a:gd name="connsiteY13" fmla="*/ 927195 h 927195"/>
                  <a:gd name="connsiteX14" fmla="*/ 0 w 66027"/>
                  <a:gd name="connsiteY14" fmla="*/ 927195 h 927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027" h="927195">
                    <a:moveTo>
                      <a:pt x="14946" y="16201"/>
                    </a:moveTo>
                    <a:lnTo>
                      <a:pt x="14946" y="909747"/>
                    </a:lnTo>
                    <a:cubicBezTo>
                      <a:pt x="23366" y="908503"/>
                      <a:pt x="30583" y="904769"/>
                      <a:pt x="37800" y="898547"/>
                    </a:cubicBezTo>
                    <a:cubicBezTo>
                      <a:pt x="45017" y="891080"/>
                      <a:pt x="49828" y="879879"/>
                      <a:pt x="49828" y="867434"/>
                    </a:cubicBezTo>
                    <a:lnTo>
                      <a:pt x="49828" y="59759"/>
                    </a:lnTo>
                    <a:cubicBezTo>
                      <a:pt x="49828" y="47314"/>
                      <a:pt x="45017" y="36113"/>
                      <a:pt x="37800" y="28646"/>
                    </a:cubicBezTo>
                    <a:cubicBezTo>
                      <a:pt x="30583" y="21179"/>
                      <a:pt x="23366" y="17446"/>
                      <a:pt x="14946" y="16201"/>
                    </a:cubicBezTo>
                    <a:close/>
                    <a:moveTo>
                      <a:pt x="0" y="0"/>
                    </a:moveTo>
                    <a:lnTo>
                      <a:pt x="7336" y="0"/>
                    </a:lnTo>
                    <a:cubicBezTo>
                      <a:pt x="22009" y="0"/>
                      <a:pt x="37904" y="6223"/>
                      <a:pt x="47686" y="16179"/>
                    </a:cubicBezTo>
                    <a:cubicBezTo>
                      <a:pt x="58691" y="28625"/>
                      <a:pt x="66027" y="43560"/>
                      <a:pt x="66027" y="59739"/>
                    </a:cubicBezTo>
                    <a:lnTo>
                      <a:pt x="66027" y="867456"/>
                    </a:lnTo>
                    <a:cubicBezTo>
                      <a:pt x="66027" y="883636"/>
                      <a:pt x="58691" y="898570"/>
                      <a:pt x="47686" y="909771"/>
                    </a:cubicBezTo>
                    <a:cubicBezTo>
                      <a:pt x="37904" y="920972"/>
                      <a:pt x="22009" y="927195"/>
                      <a:pt x="7336" y="927195"/>
                    </a:cubicBezTo>
                    <a:lnTo>
                      <a:pt x="0" y="927195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CBC365E1-FD3D-B144-9745-B45F672459BE}"/>
                  </a:ext>
                </a:extLst>
              </p:cNvPr>
              <p:cNvSpPr/>
              <p:nvPr/>
            </p:nvSpPr>
            <p:spPr>
              <a:xfrm>
                <a:off x="8801522" y="7463667"/>
                <a:ext cx="168182" cy="9122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6" h="733">
                    <a:moveTo>
                      <a:pt x="0" y="733"/>
                    </a:moveTo>
                    <a:lnTo>
                      <a:pt x="136" y="733"/>
                    </a:lnTo>
                    <a:lnTo>
                      <a:pt x="13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A71E715F-38F7-994C-A3FF-429D742E802F}"/>
                  </a:ext>
                </a:extLst>
              </p:cNvPr>
              <p:cNvSpPr/>
              <p:nvPr/>
            </p:nvSpPr>
            <p:spPr>
              <a:xfrm>
                <a:off x="8794047" y="7456190"/>
                <a:ext cx="183131" cy="927195"/>
              </a:xfrm>
              <a:custGeom>
                <a:avLst/>
                <a:gdLst>
                  <a:gd name="connsiteX0" fmla="*/ 14950 w 183131"/>
                  <a:gd name="connsiteY0" fmla="*/ 14955 h 927195"/>
                  <a:gd name="connsiteX1" fmla="*/ 14950 w 183131"/>
                  <a:gd name="connsiteY1" fmla="*/ 910994 h 927195"/>
                  <a:gd name="connsiteX2" fmla="*/ 166937 w 183131"/>
                  <a:gd name="connsiteY2" fmla="*/ 910994 h 927195"/>
                  <a:gd name="connsiteX3" fmla="*/ 166937 w 183131"/>
                  <a:gd name="connsiteY3" fmla="*/ 14955 h 927195"/>
                  <a:gd name="connsiteX4" fmla="*/ 0 w 183131"/>
                  <a:gd name="connsiteY4" fmla="*/ 0 h 927195"/>
                  <a:gd name="connsiteX5" fmla="*/ 183131 w 183131"/>
                  <a:gd name="connsiteY5" fmla="*/ 0 h 927195"/>
                  <a:gd name="connsiteX6" fmla="*/ 183131 w 183131"/>
                  <a:gd name="connsiteY6" fmla="*/ 927195 h 927195"/>
                  <a:gd name="connsiteX7" fmla="*/ 0 w 183131"/>
                  <a:gd name="connsiteY7" fmla="*/ 927195 h 9271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3131" h="927195">
                    <a:moveTo>
                      <a:pt x="14950" y="14955"/>
                    </a:moveTo>
                    <a:lnTo>
                      <a:pt x="14950" y="910994"/>
                    </a:lnTo>
                    <a:lnTo>
                      <a:pt x="166937" y="910994"/>
                    </a:lnTo>
                    <a:lnTo>
                      <a:pt x="166937" y="14955"/>
                    </a:lnTo>
                    <a:close/>
                    <a:moveTo>
                      <a:pt x="0" y="0"/>
                    </a:moveTo>
                    <a:lnTo>
                      <a:pt x="183131" y="0"/>
                    </a:lnTo>
                    <a:lnTo>
                      <a:pt x="183131" y="927195"/>
                    </a:lnTo>
                    <a:lnTo>
                      <a:pt x="0" y="927195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184EF0D0-6B21-F249-9F9B-CA006B1E4097}"/>
                  </a:ext>
                </a:extLst>
              </p:cNvPr>
              <p:cNvSpPr/>
              <p:nvPr/>
            </p:nvSpPr>
            <p:spPr>
              <a:xfrm>
                <a:off x="8851354" y="7462421"/>
                <a:ext cx="14950" cy="36265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292">
                    <a:moveTo>
                      <a:pt x="6" y="292"/>
                    </a:moveTo>
                    <a:cubicBezTo>
                      <a:pt x="3" y="292"/>
                      <a:pt x="0" y="289"/>
                      <a:pt x="0" y="286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286"/>
                    </a:lnTo>
                    <a:cubicBezTo>
                      <a:pt x="13" y="289"/>
                      <a:pt x="10" y="292"/>
                      <a:pt x="6" y="29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A5E5822D-072B-854F-AFDB-2A70B1071014}"/>
                  </a:ext>
                </a:extLst>
              </p:cNvPr>
              <p:cNvSpPr/>
              <p:nvPr/>
            </p:nvSpPr>
            <p:spPr>
              <a:xfrm>
                <a:off x="8851354" y="7969637"/>
                <a:ext cx="14950" cy="1819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147">
                    <a:moveTo>
                      <a:pt x="6" y="147"/>
                    </a:moveTo>
                    <a:cubicBezTo>
                      <a:pt x="3" y="147"/>
                      <a:pt x="0" y="144"/>
                      <a:pt x="0" y="141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141"/>
                    </a:lnTo>
                    <a:cubicBezTo>
                      <a:pt x="13" y="144"/>
                      <a:pt x="10" y="147"/>
                      <a:pt x="6" y="14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D0789C0D-C82C-8F4C-9FE5-A8F6A2347A1B}"/>
                  </a:ext>
                </a:extLst>
              </p:cNvPr>
              <p:cNvSpPr/>
              <p:nvPr/>
            </p:nvSpPr>
            <p:spPr>
              <a:xfrm>
                <a:off x="8903673" y="8175264"/>
                <a:ext cx="14950" cy="2093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169">
                    <a:moveTo>
                      <a:pt x="6" y="169"/>
                    </a:moveTo>
                    <a:cubicBezTo>
                      <a:pt x="3" y="169"/>
                      <a:pt x="0" y="166"/>
                      <a:pt x="0" y="163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3" y="3"/>
                      <a:pt x="13" y="7"/>
                    </a:cubicBezTo>
                    <a:lnTo>
                      <a:pt x="13" y="163"/>
                    </a:lnTo>
                    <a:cubicBezTo>
                      <a:pt x="13" y="166"/>
                      <a:pt x="10" y="169"/>
                      <a:pt x="6" y="1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AE1ED67F-BD9D-C74D-8BCD-E3DCD97EBE9C}"/>
                  </a:ext>
                </a:extLst>
              </p:cNvPr>
              <p:cNvSpPr/>
              <p:nvPr/>
            </p:nvSpPr>
            <p:spPr>
              <a:xfrm>
                <a:off x="8348054" y="7634401"/>
                <a:ext cx="289024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3" h="12">
                    <a:moveTo>
                      <a:pt x="227" y="12"/>
                    </a:moveTo>
                    <a:lnTo>
                      <a:pt x="6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227" y="0"/>
                    </a:lnTo>
                    <a:cubicBezTo>
                      <a:pt x="230" y="0"/>
                      <a:pt x="233" y="2"/>
                      <a:pt x="233" y="6"/>
                    </a:cubicBezTo>
                    <a:cubicBezTo>
                      <a:pt x="233" y="9"/>
                      <a:pt x="230" y="12"/>
                      <a:pt x="227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4B064D35-2EC5-BC47-8348-F2A77F65AAF7}"/>
                  </a:ext>
                </a:extLst>
              </p:cNvPr>
              <p:cNvSpPr/>
              <p:nvPr/>
            </p:nvSpPr>
            <p:spPr>
              <a:xfrm>
                <a:off x="8295727" y="7709175"/>
                <a:ext cx="39367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7" h="13">
                    <a:moveTo>
                      <a:pt x="310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10" y="0"/>
                    </a:lnTo>
                    <a:cubicBezTo>
                      <a:pt x="314" y="0"/>
                      <a:pt x="317" y="3"/>
                      <a:pt x="317" y="7"/>
                    </a:cubicBezTo>
                    <a:cubicBezTo>
                      <a:pt x="317" y="10"/>
                      <a:pt x="314" y="13"/>
                      <a:pt x="31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8141A5BF-B48A-9C47-8B3B-729E08A34C3E}"/>
                  </a:ext>
                </a:extLst>
              </p:cNvPr>
              <p:cNvSpPr/>
              <p:nvPr/>
            </p:nvSpPr>
            <p:spPr>
              <a:xfrm>
                <a:off x="8390411" y="7943466"/>
                <a:ext cx="20431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5" h="13">
                    <a:moveTo>
                      <a:pt x="158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4"/>
                      <a:pt x="3" y="0"/>
                      <a:pt x="6" y="0"/>
                    </a:cubicBezTo>
                    <a:lnTo>
                      <a:pt x="158" y="0"/>
                    </a:lnTo>
                    <a:cubicBezTo>
                      <a:pt x="162" y="0"/>
                      <a:pt x="165" y="4"/>
                      <a:pt x="165" y="7"/>
                    </a:cubicBezTo>
                    <a:cubicBezTo>
                      <a:pt x="165" y="10"/>
                      <a:pt x="162" y="13"/>
                      <a:pt x="158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22C10A8E-879D-CB4A-985D-8CC8DCB5DF75}"/>
                  </a:ext>
                </a:extLst>
              </p:cNvPr>
              <p:cNvSpPr/>
              <p:nvPr/>
            </p:nvSpPr>
            <p:spPr>
              <a:xfrm>
                <a:off x="8390411" y="8025717"/>
                <a:ext cx="20431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5" h="13">
                    <a:moveTo>
                      <a:pt x="158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158" y="0"/>
                    </a:lnTo>
                    <a:cubicBezTo>
                      <a:pt x="162" y="0"/>
                      <a:pt x="165" y="2"/>
                      <a:pt x="165" y="6"/>
                    </a:cubicBezTo>
                    <a:cubicBezTo>
                      <a:pt x="165" y="10"/>
                      <a:pt x="162" y="13"/>
                      <a:pt x="158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D4843C12-6322-7847-BF58-06ADC8B5AF7C}"/>
                  </a:ext>
                </a:extLst>
              </p:cNvPr>
              <p:cNvSpPr/>
              <p:nvPr/>
            </p:nvSpPr>
            <p:spPr>
              <a:xfrm>
                <a:off x="8293239" y="7853737"/>
                <a:ext cx="397408" cy="287879"/>
              </a:xfrm>
              <a:custGeom>
                <a:avLst/>
                <a:gdLst>
                  <a:gd name="connsiteX0" fmla="*/ 16195 w 397408"/>
                  <a:gd name="connsiteY0" fmla="*/ 16201 h 287879"/>
                  <a:gd name="connsiteX1" fmla="*/ 16195 w 397408"/>
                  <a:gd name="connsiteY1" fmla="*/ 271678 h 287879"/>
                  <a:gd name="connsiteX2" fmla="*/ 382458 w 397408"/>
                  <a:gd name="connsiteY2" fmla="*/ 271678 h 287879"/>
                  <a:gd name="connsiteX3" fmla="*/ 382458 w 397408"/>
                  <a:gd name="connsiteY3" fmla="*/ 16201 h 287879"/>
                  <a:gd name="connsiteX4" fmla="*/ 8694 w 397408"/>
                  <a:gd name="connsiteY4" fmla="*/ 0 h 287879"/>
                  <a:gd name="connsiteX5" fmla="*/ 389957 w 397408"/>
                  <a:gd name="connsiteY5" fmla="*/ 0 h 287879"/>
                  <a:gd name="connsiteX6" fmla="*/ 397408 w 397408"/>
                  <a:gd name="connsiteY6" fmla="*/ 8686 h 287879"/>
                  <a:gd name="connsiteX7" fmla="*/ 397408 w 397408"/>
                  <a:gd name="connsiteY7" fmla="*/ 280434 h 287879"/>
                  <a:gd name="connsiteX8" fmla="*/ 389957 w 397408"/>
                  <a:gd name="connsiteY8" fmla="*/ 287879 h 287879"/>
                  <a:gd name="connsiteX9" fmla="*/ 8694 w 397408"/>
                  <a:gd name="connsiteY9" fmla="*/ 287879 h 287879"/>
                  <a:gd name="connsiteX10" fmla="*/ 0 w 397408"/>
                  <a:gd name="connsiteY10" fmla="*/ 280434 h 287879"/>
                  <a:gd name="connsiteX11" fmla="*/ 0 w 397408"/>
                  <a:gd name="connsiteY11" fmla="*/ 8686 h 287879"/>
                  <a:gd name="connsiteX12" fmla="*/ 8694 w 397408"/>
                  <a:gd name="connsiteY12" fmla="*/ 0 h 287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97408" h="287879">
                    <a:moveTo>
                      <a:pt x="16195" y="16201"/>
                    </a:moveTo>
                    <a:lnTo>
                      <a:pt x="16195" y="271678"/>
                    </a:lnTo>
                    <a:lnTo>
                      <a:pt x="382458" y="271678"/>
                    </a:lnTo>
                    <a:lnTo>
                      <a:pt x="382458" y="16201"/>
                    </a:lnTo>
                    <a:close/>
                    <a:moveTo>
                      <a:pt x="8694" y="0"/>
                    </a:moveTo>
                    <a:lnTo>
                      <a:pt x="389957" y="0"/>
                    </a:lnTo>
                    <a:cubicBezTo>
                      <a:pt x="394924" y="0"/>
                      <a:pt x="397408" y="3723"/>
                      <a:pt x="397408" y="8686"/>
                    </a:cubicBezTo>
                    <a:lnTo>
                      <a:pt x="397408" y="280434"/>
                    </a:lnTo>
                    <a:cubicBezTo>
                      <a:pt x="397408" y="284157"/>
                      <a:pt x="394924" y="287879"/>
                      <a:pt x="389957" y="287879"/>
                    </a:cubicBezTo>
                    <a:lnTo>
                      <a:pt x="8694" y="287879"/>
                    </a:lnTo>
                    <a:cubicBezTo>
                      <a:pt x="3726" y="287879"/>
                      <a:pt x="0" y="284157"/>
                      <a:pt x="0" y="280434"/>
                    </a:cubicBezTo>
                    <a:lnTo>
                      <a:pt x="0" y="8686"/>
                    </a:lnTo>
                    <a:cubicBezTo>
                      <a:pt x="0" y="3723"/>
                      <a:pt x="3726" y="0"/>
                      <a:pt x="86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D5F2BF5F-B29B-C441-A9D4-1D1A469EEDD2}"/>
                  </a:ext>
                </a:extLst>
              </p:cNvPr>
              <p:cNvSpPr/>
              <p:nvPr/>
            </p:nvSpPr>
            <p:spPr>
              <a:xfrm>
                <a:off x="9413515" y="7806377"/>
                <a:ext cx="236860" cy="229306"/>
              </a:xfrm>
              <a:custGeom>
                <a:avLst/>
                <a:gdLst>
                  <a:gd name="connsiteX0" fmla="*/ 117418 w 236860"/>
                  <a:gd name="connsiteY0" fmla="*/ 14955 h 229306"/>
                  <a:gd name="connsiteX1" fmla="*/ 100082 w 236860"/>
                  <a:gd name="connsiteY1" fmla="*/ 23624 h 229306"/>
                  <a:gd name="connsiteX2" fmla="*/ 82746 w 236860"/>
                  <a:gd name="connsiteY2" fmla="*/ 52107 h 229306"/>
                  <a:gd name="connsiteX3" fmla="*/ 72840 w 236860"/>
                  <a:gd name="connsiteY3" fmla="*/ 62014 h 229306"/>
                  <a:gd name="connsiteX4" fmla="*/ 61695 w 236860"/>
                  <a:gd name="connsiteY4" fmla="*/ 68206 h 229306"/>
                  <a:gd name="connsiteX5" fmla="*/ 28261 w 236860"/>
                  <a:gd name="connsiteY5" fmla="*/ 76875 h 229306"/>
                  <a:gd name="connsiteX6" fmla="*/ 14640 w 236860"/>
                  <a:gd name="connsiteY6" fmla="*/ 89259 h 229306"/>
                  <a:gd name="connsiteX7" fmla="*/ 18355 w 236860"/>
                  <a:gd name="connsiteY7" fmla="*/ 107834 h 229306"/>
                  <a:gd name="connsiteX8" fmla="*/ 40644 w 236860"/>
                  <a:gd name="connsiteY8" fmla="*/ 132602 h 229306"/>
                  <a:gd name="connsiteX9" fmla="*/ 46836 w 236860"/>
                  <a:gd name="connsiteY9" fmla="*/ 144986 h 229306"/>
                  <a:gd name="connsiteX10" fmla="*/ 48074 w 236860"/>
                  <a:gd name="connsiteY10" fmla="*/ 158608 h 229306"/>
                  <a:gd name="connsiteX11" fmla="*/ 45597 w 236860"/>
                  <a:gd name="connsiteY11" fmla="*/ 192045 h 229306"/>
                  <a:gd name="connsiteX12" fmla="*/ 54265 w 236860"/>
                  <a:gd name="connsiteY12" fmla="*/ 209382 h 229306"/>
                  <a:gd name="connsiteX13" fmla="*/ 72840 w 236860"/>
                  <a:gd name="connsiteY13" fmla="*/ 210621 h 229306"/>
                  <a:gd name="connsiteX14" fmla="*/ 103797 w 236860"/>
                  <a:gd name="connsiteY14" fmla="*/ 198237 h 229306"/>
                  <a:gd name="connsiteX15" fmla="*/ 129801 w 236860"/>
                  <a:gd name="connsiteY15" fmla="*/ 198237 h 229306"/>
                  <a:gd name="connsiteX16" fmla="*/ 160758 w 236860"/>
                  <a:gd name="connsiteY16" fmla="*/ 210621 h 229306"/>
                  <a:gd name="connsiteX17" fmla="*/ 179332 w 236860"/>
                  <a:gd name="connsiteY17" fmla="*/ 209382 h 229306"/>
                  <a:gd name="connsiteX18" fmla="*/ 188000 w 236860"/>
                  <a:gd name="connsiteY18" fmla="*/ 192045 h 229306"/>
                  <a:gd name="connsiteX19" fmla="*/ 185524 w 236860"/>
                  <a:gd name="connsiteY19" fmla="*/ 158608 h 229306"/>
                  <a:gd name="connsiteX20" fmla="*/ 186762 w 236860"/>
                  <a:gd name="connsiteY20" fmla="*/ 144986 h 229306"/>
                  <a:gd name="connsiteX21" fmla="*/ 194192 w 236860"/>
                  <a:gd name="connsiteY21" fmla="*/ 132602 h 229306"/>
                  <a:gd name="connsiteX22" fmla="*/ 215243 w 236860"/>
                  <a:gd name="connsiteY22" fmla="*/ 107834 h 229306"/>
                  <a:gd name="connsiteX23" fmla="*/ 218958 w 236860"/>
                  <a:gd name="connsiteY23" fmla="*/ 89259 h 229306"/>
                  <a:gd name="connsiteX24" fmla="*/ 205337 w 236860"/>
                  <a:gd name="connsiteY24" fmla="*/ 76875 h 229306"/>
                  <a:gd name="connsiteX25" fmla="*/ 171903 w 236860"/>
                  <a:gd name="connsiteY25" fmla="*/ 68206 h 229306"/>
                  <a:gd name="connsiteX26" fmla="*/ 160758 w 236860"/>
                  <a:gd name="connsiteY26" fmla="*/ 62014 h 229306"/>
                  <a:gd name="connsiteX27" fmla="*/ 150852 w 236860"/>
                  <a:gd name="connsiteY27" fmla="*/ 52107 h 229306"/>
                  <a:gd name="connsiteX28" fmla="*/ 133516 w 236860"/>
                  <a:gd name="connsiteY28" fmla="*/ 23624 h 229306"/>
                  <a:gd name="connsiteX29" fmla="*/ 117418 w 236860"/>
                  <a:gd name="connsiteY29" fmla="*/ 14955 h 229306"/>
                  <a:gd name="connsiteX30" fmla="*/ 118661 w 236860"/>
                  <a:gd name="connsiteY30" fmla="*/ 0 h 229306"/>
                  <a:gd name="connsiteX31" fmla="*/ 148403 w 236860"/>
                  <a:gd name="connsiteY31" fmla="*/ 16114 h 229306"/>
                  <a:gd name="connsiteX32" fmla="*/ 165753 w 236860"/>
                  <a:gd name="connsiteY32" fmla="*/ 44622 h 229306"/>
                  <a:gd name="connsiteX33" fmla="*/ 170710 w 236860"/>
                  <a:gd name="connsiteY33" fmla="*/ 49580 h 229306"/>
                  <a:gd name="connsiteX34" fmla="*/ 178145 w 236860"/>
                  <a:gd name="connsiteY34" fmla="*/ 52059 h 229306"/>
                  <a:gd name="connsiteX35" fmla="*/ 210366 w 236860"/>
                  <a:gd name="connsiteY35" fmla="*/ 60735 h 229306"/>
                  <a:gd name="connsiteX36" fmla="*/ 235152 w 236860"/>
                  <a:gd name="connsiteY36" fmla="*/ 84286 h 229306"/>
                  <a:gd name="connsiteX37" fmla="*/ 228955 w 236860"/>
                  <a:gd name="connsiteY37" fmla="*/ 117752 h 229306"/>
                  <a:gd name="connsiteX38" fmla="*/ 207888 w 236860"/>
                  <a:gd name="connsiteY38" fmla="*/ 142542 h 229306"/>
                  <a:gd name="connsiteX39" fmla="*/ 202931 w 236860"/>
                  <a:gd name="connsiteY39" fmla="*/ 149979 h 229306"/>
                  <a:gd name="connsiteX40" fmla="*/ 202931 w 236860"/>
                  <a:gd name="connsiteY40" fmla="*/ 156176 h 229306"/>
                  <a:gd name="connsiteX41" fmla="*/ 205409 w 236860"/>
                  <a:gd name="connsiteY41" fmla="*/ 190882 h 229306"/>
                  <a:gd name="connsiteX42" fmla="*/ 190538 w 236860"/>
                  <a:gd name="connsiteY42" fmla="*/ 221869 h 229306"/>
                  <a:gd name="connsiteX43" fmla="*/ 157078 w 236860"/>
                  <a:gd name="connsiteY43" fmla="*/ 225588 h 229306"/>
                  <a:gd name="connsiteX44" fmla="*/ 124857 w 236860"/>
                  <a:gd name="connsiteY44" fmla="*/ 213193 h 229306"/>
                  <a:gd name="connsiteX45" fmla="*/ 111225 w 236860"/>
                  <a:gd name="connsiteY45" fmla="*/ 213193 h 229306"/>
                  <a:gd name="connsiteX46" fmla="*/ 80243 w 236860"/>
                  <a:gd name="connsiteY46" fmla="*/ 225588 h 229306"/>
                  <a:gd name="connsiteX47" fmla="*/ 66611 w 236860"/>
                  <a:gd name="connsiteY47" fmla="*/ 229306 h 229306"/>
                  <a:gd name="connsiteX48" fmla="*/ 46783 w 236860"/>
                  <a:gd name="connsiteY48" fmla="*/ 221869 h 229306"/>
                  <a:gd name="connsiteX49" fmla="*/ 31912 w 236860"/>
                  <a:gd name="connsiteY49" fmla="*/ 190882 h 229306"/>
                  <a:gd name="connsiteX50" fmla="*/ 33151 w 236860"/>
                  <a:gd name="connsiteY50" fmla="*/ 156176 h 229306"/>
                  <a:gd name="connsiteX51" fmla="*/ 33151 w 236860"/>
                  <a:gd name="connsiteY51" fmla="*/ 149979 h 229306"/>
                  <a:gd name="connsiteX52" fmla="*/ 29433 w 236860"/>
                  <a:gd name="connsiteY52" fmla="*/ 142542 h 229306"/>
                  <a:gd name="connsiteX53" fmla="*/ 8366 w 236860"/>
                  <a:gd name="connsiteY53" fmla="*/ 117752 h 229306"/>
                  <a:gd name="connsiteX54" fmla="*/ 930 w 236860"/>
                  <a:gd name="connsiteY54" fmla="*/ 84286 h 229306"/>
                  <a:gd name="connsiteX55" fmla="*/ 25716 w 236860"/>
                  <a:gd name="connsiteY55" fmla="*/ 60735 h 229306"/>
                  <a:gd name="connsiteX56" fmla="*/ 59176 w 236860"/>
                  <a:gd name="connsiteY56" fmla="*/ 52059 h 229306"/>
                  <a:gd name="connsiteX57" fmla="*/ 65372 w 236860"/>
                  <a:gd name="connsiteY57" fmla="*/ 49580 h 229306"/>
                  <a:gd name="connsiteX58" fmla="*/ 71568 w 236860"/>
                  <a:gd name="connsiteY58" fmla="*/ 44622 h 229306"/>
                  <a:gd name="connsiteX59" fmla="*/ 87679 w 236860"/>
                  <a:gd name="connsiteY59" fmla="*/ 16114 h 229306"/>
                  <a:gd name="connsiteX60" fmla="*/ 118661 w 236860"/>
                  <a:gd name="connsiteY60" fmla="*/ 0 h 229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236860" h="229306">
                    <a:moveTo>
                      <a:pt x="117418" y="14955"/>
                    </a:moveTo>
                    <a:cubicBezTo>
                      <a:pt x="109988" y="14955"/>
                      <a:pt x="105035" y="18670"/>
                      <a:pt x="100082" y="23624"/>
                    </a:cubicBezTo>
                    <a:lnTo>
                      <a:pt x="82746" y="52107"/>
                    </a:lnTo>
                    <a:cubicBezTo>
                      <a:pt x="80269" y="57061"/>
                      <a:pt x="77793" y="59537"/>
                      <a:pt x="72840" y="62014"/>
                    </a:cubicBezTo>
                    <a:cubicBezTo>
                      <a:pt x="70363" y="64491"/>
                      <a:pt x="65410" y="66968"/>
                      <a:pt x="61695" y="68206"/>
                    </a:cubicBezTo>
                    <a:lnTo>
                      <a:pt x="28261" y="76875"/>
                    </a:lnTo>
                    <a:cubicBezTo>
                      <a:pt x="22070" y="78113"/>
                      <a:pt x="17117" y="83067"/>
                      <a:pt x="14640" y="89259"/>
                    </a:cubicBezTo>
                    <a:cubicBezTo>
                      <a:pt x="13402" y="95451"/>
                      <a:pt x="14640" y="102881"/>
                      <a:pt x="18355" y="107834"/>
                    </a:cubicBezTo>
                    <a:lnTo>
                      <a:pt x="40644" y="132602"/>
                    </a:lnTo>
                    <a:cubicBezTo>
                      <a:pt x="43121" y="136317"/>
                      <a:pt x="45597" y="140033"/>
                      <a:pt x="46836" y="144986"/>
                    </a:cubicBezTo>
                    <a:cubicBezTo>
                      <a:pt x="48074" y="148701"/>
                      <a:pt x="49312" y="153655"/>
                      <a:pt x="48074" y="158608"/>
                    </a:cubicBezTo>
                    <a:lnTo>
                      <a:pt x="45597" y="192045"/>
                    </a:lnTo>
                    <a:cubicBezTo>
                      <a:pt x="45597" y="198237"/>
                      <a:pt x="48074" y="205667"/>
                      <a:pt x="54265" y="209382"/>
                    </a:cubicBezTo>
                    <a:cubicBezTo>
                      <a:pt x="59218" y="213098"/>
                      <a:pt x="66648" y="213098"/>
                      <a:pt x="72840" y="210621"/>
                    </a:cubicBezTo>
                    <a:lnTo>
                      <a:pt x="103797" y="198237"/>
                    </a:lnTo>
                    <a:cubicBezTo>
                      <a:pt x="112465" y="194522"/>
                      <a:pt x="122371" y="194522"/>
                      <a:pt x="129801" y="198237"/>
                    </a:cubicBezTo>
                    <a:lnTo>
                      <a:pt x="160758" y="210621"/>
                    </a:lnTo>
                    <a:cubicBezTo>
                      <a:pt x="166950" y="213098"/>
                      <a:pt x="174379" y="213098"/>
                      <a:pt x="179332" y="209382"/>
                    </a:cubicBezTo>
                    <a:cubicBezTo>
                      <a:pt x="185524" y="205667"/>
                      <a:pt x="188000" y="198237"/>
                      <a:pt x="188000" y="192045"/>
                    </a:cubicBezTo>
                    <a:lnTo>
                      <a:pt x="185524" y="158608"/>
                    </a:lnTo>
                    <a:cubicBezTo>
                      <a:pt x="184286" y="153655"/>
                      <a:pt x="185524" y="148701"/>
                      <a:pt x="186762" y="144986"/>
                    </a:cubicBezTo>
                    <a:cubicBezTo>
                      <a:pt x="188000" y="140033"/>
                      <a:pt x="190477" y="136317"/>
                      <a:pt x="194192" y="132602"/>
                    </a:cubicBezTo>
                    <a:lnTo>
                      <a:pt x="215243" y="107834"/>
                    </a:lnTo>
                    <a:cubicBezTo>
                      <a:pt x="220196" y="102881"/>
                      <a:pt x="220196" y="95451"/>
                      <a:pt x="218958" y="89259"/>
                    </a:cubicBezTo>
                    <a:cubicBezTo>
                      <a:pt x="216481" y="83067"/>
                      <a:pt x="211528" y="78113"/>
                      <a:pt x="205337" y="76875"/>
                    </a:cubicBezTo>
                    <a:lnTo>
                      <a:pt x="171903" y="68206"/>
                    </a:lnTo>
                    <a:cubicBezTo>
                      <a:pt x="168188" y="66968"/>
                      <a:pt x="163235" y="64491"/>
                      <a:pt x="160758" y="62014"/>
                    </a:cubicBezTo>
                    <a:cubicBezTo>
                      <a:pt x="157043" y="59537"/>
                      <a:pt x="153328" y="57061"/>
                      <a:pt x="150852" y="52107"/>
                    </a:cubicBezTo>
                    <a:lnTo>
                      <a:pt x="133516" y="23624"/>
                    </a:lnTo>
                    <a:cubicBezTo>
                      <a:pt x="129801" y="18670"/>
                      <a:pt x="123609" y="14955"/>
                      <a:pt x="117418" y="14955"/>
                    </a:cubicBezTo>
                    <a:close/>
                    <a:moveTo>
                      <a:pt x="118661" y="0"/>
                    </a:moveTo>
                    <a:cubicBezTo>
                      <a:pt x="131053" y="0"/>
                      <a:pt x="140967" y="6198"/>
                      <a:pt x="148403" y="16114"/>
                    </a:cubicBezTo>
                    <a:lnTo>
                      <a:pt x="165753" y="44622"/>
                    </a:lnTo>
                    <a:cubicBezTo>
                      <a:pt x="166992" y="45861"/>
                      <a:pt x="168231" y="48340"/>
                      <a:pt x="170710" y="49580"/>
                    </a:cubicBezTo>
                    <a:cubicBezTo>
                      <a:pt x="171949" y="50819"/>
                      <a:pt x="174428" y="52059"/>
                      <a:pt x="178145" y="52059"/>
                    </a:cubicBezTo>
                    <a:lnTo>
                      <a:pt x="210366" y="60735"/>
                    </a:lnTo>
                    <a:cubicBezTo>
                      <a:pt x="222759" y="64454"/>
                      <a:pt x="231434" y="73130"/>
                      <a:pt x="235152" y="84286"/>
                    </a:cubicBezTo>
                    <a:cubicBezTo>
                      <a:pt x="238870" y="95441"/>
                      <a:pt x="236391" y="109076"/>
                      <a:pt x="228955" y="117752"/>
                    </a:cubicBezTo>
                    <a:lnTo>
                      <a:pt x="207888" y="142542"/>
                    </a:lnTo>
                    <a:cubicBezTo>
                      <a:pt x="205409" y="145021"/>
                      <a:pt x="204170" y="146260"/>
                      <a:pt x="202931" y="149979"/>
                    </a:cubicBezTo>
                    <a:cubicBezTo>
                      <a:pt x="202931" y="152458"/>
                      <a:pt x="201692" y="154937"/>
                      <a:pt x="202931" y="156176"/>
                    </a:cubicBezTo>
                    <a:lnTo>
                      <a:pt x="205409" y="190882"/>
                    </a:lnTo>
                    <a:cubicBezTo>
                      <a:pt x="205409" y="203277"/>
                      <a:pt x="200452" y="214432"/>
                      <a:pt x="190538" y="221869"/>
                    </a:cubicBezTo>
                    <a:cubicBezTo>
                      <a:pt x="179385" y="229306"/>
                      <a:pt x="168231" y="230546"/>
                      <a:pt x="157078" y="225588"/>
                    </a:cubicBezTo>
                    <a:lnTo>
                      <a:pt x="124857" y="213193"/>
                    </a:lnTo>
                    <a:cubicBezTo>
                      <a:pt x="121139" y="210714"/>
                      <a:pt x="116182" y="210714"/>
                      <a:pt x="111225" y="213193"/>
                    </a:cubicBezTo>
                    <a:lnTo>
                      <a:pt x="80243" y="225588"/>
                    </a:lnTo>
                    <a:cubicBezTo>
                      <a:pt x="76526" y="226827"/>
                      <a:pt x="71568" y="229306"/>
                      <a:pt x="66611" y="229306"/>
                    </a:cubicBezTo>
                    <a:cubicBezTo>
                      <a:pt x="59176" y="229306"/>
                      <a:pt x="52979" y="226827"/>
                      <a:pt x="46783" y="221869"/>
                    </a:cubicBezTo>
                    <a:cubicBezTo>
                      <a:pt x="35630" y="214432"/>
                      <a:pt x="30673" y="203277"/>
                      <a:pt x="31912" y="190882"/>
                    </a:cubicBezTo>
                    <a:lnTo>
                      <a:pt x="33151" y="156176"/>
                    </a:lnTo>
                    <a:cubicBezTo>
                      <a:pt x="34390" y="154937"/>
                      <a:pt x="33151" y="152458"/>
                      <a:pt x="33151" y="149979"/>
                    </a:cubicBezTo>
                    <a:cubicBezTo>
                      <a:pt x="31912" y="146260"/>
                      <a:pt x="31912" y="145021"/>
                      <a:pt x="29433" y="142542"/>
                    </a:cubicBezTo>
                    <a:lnTo>
                      <a:pt x="8366" y="117752"/>
                    </a:lnTo>
                    <a:cubicBezTo>
                      <a:pt x="930" y="109076"/>
                      <a:pt x="-1548" y="95441"/>
                      <a:pt x="930" y="84286"/>
                    </a:cubicBezTo>
                    <a:cubicBezTo>
                      <a:pt x="4648" y="73130"/>
                      <a:pt x="14562" y="64454"/>
                      <a:pt x="25716" y="60735"/>
                    </a:cubicBezTo>
                    <a:lnTo>
                      <a:pt x="59176" y="52059"/>
                    </a:lnTo>
                    <a:cubicBezTo>
                      <a:pt x="61654" y="52059"/>
                      <a:pt x="64133" y="50819"/>
                      <a:pt x="65372" y="49580"/>
                    </a:cubicBezTo>
                    <a:cubicBezTo>
                      <a:pt x="67851" y="48340"/>
                      <a:pt x="69090" y="45861"/>
                      <a:pt x="71568" y="44622"/>
                    </a:cubicBezTo>
                    <a:lnTo>
                      <a:pt x="87679" y="16114"/>
                    </a:lnTo>
                    <a:cubicBezTo>
                      <a:pt x="95115" y="6198"/>
                      <a:pt x="106268" y="0"/>
                      <a:pt x="1186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6C879226-AB8D-824A-8764-7D1F6CEB2F3A}"/>
                  </a:ext>
                </a:extLst>
              </p:cNvPr>
              <p:cNvSpPr/>
              <p:nvPr/>
            </p:nvSpPr>
            <p:spPr>
              <a:xfrm>
                <a:off x="9242532" y="7630662"/>
                <a:ext cx="578047" cy="578250"/>
              </a:xfrm>
              <a:custGeom>
                <a:avLst/>
                <a:gdLst>
                  <a:gd name="connsiteX0" fmla="*/ 289648 w 578047"/>
                  <a:gd name="connsiteY0" fmla="*/ 16201 h 578250"/>
                  <a:gd name="connsiteX1" fmla="*/ 16196 w 578047"/>
                  <a:gd name="connsiteY1" fmla="*/ 289749 h 578250"/>
                  <a:gd name="connsiteX2" fmla="*/ 289648 w 578047"/>
                  <a:gd name="connsiteY2" fmla="*/ 563296 h 578250"/>
                  <a:gd name="connsiteX3" fmla="*/ 563099 w 578047"/>
                  <a:gd name="connsiteY3" fmla="*/ 289749 h 578250"/>
                  <a:gd name="connsiteX4" fmla="*/ 289648 w 578047"/>
                  <a:gd name="connsiteY4" fmla="*/ 16201 h 578250"/>
                  <a:gd name="connsiteX5" fmla="*/ 289645 w 578047"/>
                  <a:gd name="connsiteY5" fmla="*/ 0 h 578250"/>
                  <a:gd name="connsiteX6" fmla="*/ 578047 w 578047"/>
                  <a:gd name="connsiteY6" fmla="*/ 289747 h 578250"/>
                  <a:gd name="connsiteX7" fmla="*/ 289645 w 578047"/>
                  <a:gd name="connsiteY7" fmla="*/ 578250 h 578250"/>
                  <a:gd name="connsiteX8" fmla="*/ 0 w 578047"/>
                  <a:gd name="connsiteY8" fmla="*/ 289747 h 578250"/>
                  <a:gd name="connsiteX9" fmla="*/ 289645 w 578047"/>
                  <a:gd name="connsiteY9" fmla="*/ 0 h 578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78047" h="578250">
                    <a:moveTo>
                      <a:pt x="289648" y="16201"/>
                    </a:moveTo>
                    <a:cubicBezTo>
                      <a:pt x="138006" y="16201"/>
                      <a:pt x="16196" y="139298"/>
                      <a:pt x="16196" y="289749"/>
                    </a:cubicBezTo>
                    <a:cubicBezTo>
                      <a:pt x="16196" y="440200"/>
                      <a:pt x="138006" y="563296"/>
                      <a:pt x="289648" y="563296"/>
                    </a:cubicBezTo>
                    <a:cubicBezTo>
                      <a:pt x="440046" y="563296"/>
                      <a:pt x="563099" y="440200"/>
                      <a:pt x="563099" y="289749"/>
                    </a:cubicBezTo>
                    <a:cubicBezTo>
                      <a:pt x="563099" y="139298"/>
                      <a:pt x="440046" y="16201"/>
                      <a:pt x="289648" y="16201"/>
                    </a:cubicBezTo>
                    <a:close/>
                    <a:moveTo>
                      <a:pt x="289645" y="0"/>
                    </a:moveTo>
                    <a:cubicBezTo>
                      <a:pt x="448763" y="0"/>
                      <a:pt x="578047" y="130573"/>
                      <a:pt x="578047" y="289747"/>
                    </a:cubicBezTo>
                    <a:cubicBezTo>
                      <a:pt x="578047" y="448921"/>
                      <a:pt x="448763" y="578250"/>
                      <a:pt x="289645" y="578250"/>
                    </a:cubicBezTo>
                    <a:cubicBezTo>
                      <a:pt x="130527" y="578250"/>
                      <a:pt x="0" y="448921"/>
                      <a:pt x="0" y="289747"/>
                    </a:cubicBezTo>
                    <a:cubicBezTo>
                      <a:pt x="0" y="130573"/>
                      <a:pt x="130527" y="0"/>
                      <a:pt x="2896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F1131123-1695-4F4F-B3C6-64D18261DE1F}"/>
                  </a:ext>
                </a:extLst>
              </p:cNvPr>
              <p:cNvSpPr/>
              <p:nvPr/>
            </p:nvSpPr>
            <p:spPr>
              <a:xfrm>
                <a:off x="9420680" y="7813854"/>
                <a:ext cx="220505" cy="2131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8" h="172">
                    <a:moveTo>
                      <a:pt x="107" y="10"/>
                    </a:moveTo>
                    <a:lnTo>
                      <a:pt x="115" y="21"/>
                    </a:lnTo>
                    <a:lnTo>
                      <a:pt x="122" y="33"/>
                    </a:lnTo>
                    <a:cubicBezTo>
                      <a:pt x="123" y="35"/>
                      <a:pt x="125" y="37"/>
                      <a:pt x="127" y="39"/>
                    </a:cubicBezTo>
                    <a:cubicBezTo>
                      <a:pt x="129" y="41"/>
                      <a:pt x="132" y="42"/>
                      <a:pt x="135" y="43"/>
                    </a:cubicBezTo>
                    <a:lnTo>
                      <a:pt x="148" y="46"/>
                    </a:lnTo>
                    <a:lnTo>
                      <a:pt x="162" y="49"/>
                    </a:lnTo>
                    <a:cubicBezTo>
                      <a:pt x="169" y="51"/>
                      <a:pt x="174" y="57"/>
                      <a:pt x="177" y="64"/>
                    </a:cubicBezTo>
                    <a:cubicBezTo>
                      <a:pt x="179" y="71"/>
                      <a:pt x="178" y="79"/>
                      <a:pt x="173" y="85"/>
                    </a:cubicBezTo>
                    <a:lnTo>
                      <a:pt x="164" y="95"/>
                    </a:lnTo>
                    <a:lnTo>
                      <a:pt x="156" y="105"/>
                    </a:lnTo>
                    <a:cubicBezTo>
                      <a:pt x="154" y="108"/>
                      <a:pt x="152" y="110"/>
                      <a:pt x="151" y="112"/>
                    </a:cubicBezTo>
                    <a:cubicBezTo>
                      <a:pt x="151" y="116"/>
                      <a:pt x="150" y="118"/>
                      <a:pt x="150" y="121"/>
                    </a:cubicBezTo>
                    <a:lnTo>
                      <a:pt x="151" y="134"/>
                    </a:lnTo>
                    <a:lnTo>
                      <a:pt x="152" y="149"/>
                    </a:lnTo>
                    <a:cubicBezTo>
                      <a:pt x="153" y="156"/>
                      <a:pt x="149" y="163"/>
                      <a:pt x="143" y="167"/>
                    </a:cubicBezTo>
                    <a:cubicBezTo>
                      <a:pt x="137" y="172"/>
                      <a:pt x="129" y="173"/>
                      <a:pt x="122" y="170"/>
                    </a:cubicBezTo>
                    <a:lnTo>
                      <a:pt x="110" y="165"/>
                    </a:lnTo>
                    <a:lnTo>
                      <a:pt x="97" y="160"/>
                    </a:lnTo>
                    <a:cubicBezTo>
                      <a:pt x="94" y="159"/>
                      <a:pt x="91" y="158"/>
                      <a:pt x="89" y="158"/>
                    </a:cubicBezTo>
                    <a:cubicBezTo>
                      <a:pt x="86" y="158"/>
                      <a:pt x="83" y="159"/>
                      <a:pt x="80" y="160"/>
                    </a:cubicBezTo>
                    <a:lnTo>
                      <a:pt x="68" y="165"/>
                    </a:lnTo>
                    <a:lnTo>
                      <a:pt x="55" y="170"/>
                    </a:lnTo>
                    <a:cubicBezTo>
                      <a:pt x="48" y="173"/>
                      <a:pt x="40" y="172"/>
                      <a:pt x="35" y="167"/>
                    </a:cubicBezTo>
                    <a:cubicBezTo>
                      <a:pt x="28" y="163"/>
                      <a:pt x="25" y="156"/>
                      <a:pt x="25" y="149"/>
                    </a:cubicBezTo>
                    <a:lnTo>
                      <a:pt x="26" y="134"/>
                    </a:lnTo>
                    <a:lnTo>
                      <a:pt x="27" y="121"/>
                    </a:lnTo>
                    <a:cubicBezTo>
                      <a:pt x="27" y="118"/>
                      <a:pt x="27" y="116"/>
                      <a:pt x="26" y="112"/>
                    </a:cubicBezTo>
                    <a:cubicBezTo>
                      <a:pt x="25" y="110"/>
                      <a:pt x="24" y="108"/>
                      <a:pt x="22" y="105"/>
                    </a:cubicBezTo>
                    <a:lnTo>
                      <a:pt x="13" y="95"/>
                    </a:lnTo>
                    <a:lnTo>
                      <a:pt x="5" y="85"/>
                    </a:lnTo>
                    <a:cubicBezTo>
                      <a:pt x="0" y="79"/>
                      <a:pt x="-1" y="71"/>
                      <a:pt x="0" y="64"/>
                    </a:cubicBezTo>
                    <a:cubicBezTo>
                      <a:pt x="3" y="57"/>
                      <a:pt x="8" y="51"/>
                      <a:pt x="16" y="49"/>
                    </a:cubicBezTo>
                    <a:lnTo>
                      <a:pt x="29" y="46"/>
                    </a:lnTo>
                    <a:lnTo>
                      <a:pt x="42" y="43"/>
                    </a:lnTo>
                    <a:cubicBezTo>
                      <a:pt x="46" y="42"/>
                      <a:pt x="48" y="41"/>
                      <a:pt x="50" y="39"/>
                    </a:cubicBezTo>
                    <a:cubicBezTo>
                      <a:pt x="52" y="37"/>
                      <a:pt x="54" y="35"/>
                      <a:pt x="55" y="33"/>
                    </a:cubicBezTo>
                    <a:lnTo>
                      <a:pt x="63" y="21"/>
                    </a:lnTo>
                    <a:lnTo>
                      <a:pt x="70" y="10"/>
                    </a:lnTo>
                    <a:cubicBezTo>
                      <a:pt x="74" y="4"/>
                      <a:pt x="82" y="0"/>
                      <a:pt x="89" y="0"/>
                    </a:cubicBezTo>
                    <a:cubicBezTo>
                      <a:pt x="96" y="0"/>
                      <a:pt x="103" y="4"/>
                      <a:pt x="107" y="1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CD8AAEA-9822-B84A-894E-1FB867FEEE84}"/>
                </a:ext>
              </a:extLst>
            </p:cNvPr>
            <p:cNvGrpSpPr/>
            <p:nvPr/>
          </p:nvGrpSpPr>
          <p:grpSpPr>
            <a:xfrm>
              <a:off x="11328652" y="8205174"/>
              <a:ext cx="3813950" cy="4766828"/>
              <a:chOff x="11328652" y="8205174"/>
              <a:chExt cx="3813950" cy="4766828"/>
            </a:xfrm>
          </p:grpSpPr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D9E1A386-8F8A-634E-9D7A-E1A085351580}"/>
                  </a:ext>
                </a:extLst>
              </p:cNvPr>
              <p:cNvSpPr/>
              <p:nvPr/>
            </p:nvSpPr>
            <p:spPr>
              <a:xfrm>
                <a:off x="11493674" y="9108690"/>
                <a:ext cx="1827576" cy="18319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8" h="1471">
                    <a:moveTo>
                      <a:pt x="1317" y="855"/>
                    </a:moveTo>
                    <a:lnTo>
                      <a:pt x="969" y="1013"/>
                    </a:lnTo>
                    <a:lnTo>
                      <a:pt x="498" y="428"/>
                    </a:lnTo>
                    <a:cubicBezTo>
                      <a:pt x="498" y="428"/>
                      <a:pt x="529" y="353"/>
                      <a:pt x="482" y="260"/>
                    </a:cubicBezTo>
                    <a:cubicBezTo>
                      <a:pt x="436" y="167"/>
                      <a:pt x="397" y="45"/>
                      <a:pt x="370" y="58"/>
                    </a:cubicBezTo>
                    <a:cubicBezTo>
                      <a:pt x="342" y="70"/>
                      <a:pt x="332" y="154"/>
                      <a:pt x="349" y="214"/>
                    </a:cubicBezTo>
                    <a:cubicBezTo>
                      <a:pt x="349" y="214"/>
                      <a:pt x="262" y="65"/>
                      <a:pt x="223" y="28"/>
                    </a:cubicBezTo>
                    <a:cubicBezTo>
                      <a:pt x="187" y="-7"/>
                      <a:pt x="149" y="33"/>
                      <a:pt x="149" y="33"/>
                    </a:cubicBezTo>
                    <a:cubicBezTo>
                      <a:pt x="149" y="33"/>
                      <a:pt x="122" y="-14"/>
                      <a:pt x="86" y="4"/>
                    </a:cubicBezTo>
                    <a:cubicBezTo>
                      <a:pt x="52" y="23"/>
                      <a:pt x="82" y="80"/>
                      <a:pt x="82" y="80"/>
                    </a:cubicBezTo>
                    <a:cubicBezTo>
                      <a:pt x="82" y="80"/>
                      <a:pt x="47" y="67"/>
                      <a:pt x="30" y="91"/>
                    </a:cubicBezTo>
                    <a:cubicBezTo>
                      <a:pt x="13" y="116"/>
                      <a:pt x="41" y="173"/>
                      <a:pt x="41" y="173"/>
                    </a:cubicBezTo>
                    <a:cubicBezTo>
                      <a:pt x="41" y="173"/>
                      <a:pt x="-17" y="186"/>
                      <a:pt x="5" y="236"/>
                    </a:cubicBezTo>
                    <a:cubicBezTo>
                      <a:pt x="21" y="270"/>
                      <a:pt x="100" y="499"/>
                      <a:pt x="232" y="561"/>
                    </a:cubicBezTo>
                    <a:cubicBezTo>
                      <a:pt x="232" y="561"/>
                      <a:pt x="524" y="1290"/>
                      <a:pt x="858" y="1450"/>
                    </a:cubicBezTo>
                    <a:cubicBezTo>
                      <a:pt x="1018" y="1527"/>
                      <a:pt x="1468" y="1367"/>
                      <a:pt x="1468" y="136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80B028E2-1D2F-AD4A-8139-5D63B5F0433B}"/>
                  </a:ext>
                </a:extLst>
              </p:cNvPr>
              <p:cNvSpPr/>
              <p:nvPr/>
            </p:nvSpPr>
            <p:spPr>
              <a:xfrm>
                <a:off x="11484610" y="9101225"/>
                <a:ext cx="1844439" cy="1848146"/>
              </a:xfrm>
              <a:custGeom>
                <a:avLst/>
                <a:gdLst>
                  <a:gd name="connsiteX0" fmla="*/ 144903 w 1844439"/>
                  <a:gd name="connsiteY0" fmla="*/ 16753 h 1848146"/>
                  <a:gd name="connsiteX1" fmla="*/ 118623 w 1844439"/>
                  <a:gd name="connsiteY1" fmla="*/ 19925 h 1848146"/>
                  <a:gd name="connsiteX2" fmla="*/ 104929 w 1844439"/>
                  <a:gd name="connsiteY2" fmla="*/ 37360 h 1848146"/>
                  <a:gd name="connsiteX3" fmla="*/ 117379 w 1844439"/>
                  <a:gd name="connsiteY3" fmla="*/ 103365 h 1848146"/>
                  <a:gd name="connsiteX4" fmla="*/ 116134 w 1844439"/>
                  <a:gd name="connsiteY4" fmla="*/ 112083 h 1848146"/>
                  <a:gd name="connsiteX5" fmla="*/ 107419 w 1844439"/>
                  <a:gd name="connsiteY5" fmla="*/ 114574 h 1848146"/>
                  <a:gd name="connsiteX6" fmla="*/ 83765 w 1844439"/>
                  <a:gd name="connsiteY6" fmla="*/ 110837 h 1848146"/>
                  <a:gd name="connsiteX7" fmla="*/ 52642 w 1844439"/>
                  <a:gd name="connsiteY7" fmla="*/ 125782 h 1848146"/>
                  <a:gd name="connsiteX8" fmla="*/ 66336 w 1844439"/>
                  <a:gd name="connsiteY8" fmla="*/ 219185 h 1848146"/>
                  <a:gd name="connsiteX9" fmla="*/ 66336 w 1844439"/>
                  <a:gd name="connsiteY9" fmla="*/ 225412 h 1848146"/>
                  <a:gd name="connsiteX10" fmla="*/ 60112 w 1844439"/>
                  <a:gd name="connsiteY10" fmla="*/ 230393 h 1848146"/>
                  <a:gd name="connsiteX11" fmla="*/ 19029 w 1844439"/>
                  <a:gd name="connsiteY11" fmla="*/ 259037 h 1848146"/>
                  <a:gd name="connsiteX12" fmla="*/ 21519 w 1844439"/>
                  <a:gd name="connsiteY12" fmla="*/ 297644 h 1848146"/>
                  <a:gd name="connsiteX13" fmla="*/ 31478 w 1844439"/>
                  <a:gd name="connsiteY13" fmla="*/ 320060 h 1848146"/>
                  <a:gd name="connsiteX14" fmla="*/ 300384 w 1844439"/>
                  <a:gd name="connsiteY14" fmla="*/ 698654 h 1848146"/>
                  <a:gd name="connsiteX15" fmla="*/ 304118 w 1844439"/>
                  <a:gd name="connsiteY15" fmla="*/ 703636 h 1848146"/>
                  <a:gd name="connsiteX16" fmla="*/ 1078466 w 1844439"/>
                  <a:gd name="connsiteY16" fmla="*/ 1805792 h 1848146"/>
                  <a:gd name="connsiteX17" fmla="*/ 1529132 w 1844439"/>
                  <a:gd name="connsiteY17" fmla="*/ 1790848 h 1848146"/>
                  <a:gd name="connsiteX18" fmla="*/ 1826671 w 1844439"/>
                  <a:gd name="connsiteY18" fmla="*/ 1704917 h 1848146"/>
                  <a:gd name="connsiteX19" fmla="*/ 1642421 w 1844439"/>
                  <a:gd name="connsiteY19" fmla="*/ 1082229 h 1848146"/>
                  <a:gd name="connsiteX20" fmla="*/ 1216654 w 1844439"/>
                  <a:gd name="connsiteY20" fmla="*/ 1276508 h 1848146"/>
                  <a:gd name="connsiteX21" fmla="*/ 1206695 w 1844439"/>
                  <a:gd name="connsiteY21" fmla="*/ 1274017 h 1848146"/>
                  <a:gd name="connsiteX22" fmla="*/ 621576 w 1844439"/>
                  <a:gd name="connsiteY22" fmla="*/ 545473 h 1848146"/>
                  <a:gd name="connsiteX23" fmla="*/ 620331 w 1844439"/>
                  <a:gd name="connsiteY23" fmla="*/ 538001 h 1848146"/>
                  <a:gd name="connsiteX24" fmla="*/ 601657 w 1844439"/>
                  <a:gd name="connsiteY24" fmla="*/ 335005 h 1848146"/>
                  <a:gd name="connsiteX25" fmla="*/ 554350 w 1844439"/>
                  <a:gd name="connsiteY25" fmla="*/ 230393 h 1848146"/>
                  <a:gd name="connsiteX26" fmla="*/ 474674 w 1844439"/>
                  <a:gd name="connsiteY26" fmla="*/ 85930 h 1848146"/>
                  <a:gd name="connsiteX27" fmla="*/ 470939 w 1844439"/>
                  <a:gd name="connsiteY27" fmla="*/ 85930 h 1848146"/>
                  <a:gd name="connsiteX28" fmla="*/ 449776 w 1844439"/>
                  <a:gd name="connsiteY28" fmla="*/ 271491 h 1848146"/>
                  <a:gd name="connsiteX29" fmla="*/ 446041 w 1844439"/>
                  <a:gd name="connsiteY29" fmla="*/ 281454 h 1848146"/>
                  <a:gd name="connsiteX30" fmla="*/ 436081 w 1844439"/>
                  <a:gd name="connsiteY30" fmla="*/ 278963 h 1848146"/>
                  <a:gd name="connsiteX31" fmla="*/ 280465 w 1844439"/>
                  <a:gd name="connsiteY31" fmla="*/ 47323 h 1848146"/>
                  <a:gd name="connsiteX32" fmla="*/ 244362 w 1844439"/>
                  <a:gd name="connsiteY32" fmla="*/ 31133 h 1848146"/>
                  <a:gd name="connsiteX33" fmla="*/ 199544 w 1844439"/>
                  <a:gd name="connsiteY33" fmla="*/ 53550 h 1848146"/>
                  <a:gd name="connsiteX34" fmla="*/ 193319 w 1844439"/>
                  <a:gd name="connsiteY34" fmla="*/ 56041 h 1848146"/>
                  <a:gd name="connsiteX35" fmla="*/ 187095 w 1844439"/>
                  <a:gd name="connsiteY35" fmla="*/ 52305 h 1848146"/>
                  <a:gd name="connsiteX36" fmla="*/ 144903 w 1844439"/>
                  <a:gd name="connsiteY36" fmla="*/ 16753 h 1848146"/>
                  <a:gd name="connsiteX37" fmla="*/ 137853 w 1844439"/>
                  <a:gd name="connsiteY37" fmla="*/ 27 h 1848146"/>
                  <a:gd name="connsiteX38" fmla="*/ 195801 w 1844439"/>
                  <a:gd name="connsiteY38" fmla="*/ 36104 h 1848146"/>
                  <a:gd name="connsiteX39" fmla="*/ 244354 w 1844439"/>
                  <a:gd name="connsiteY39" fmla="*/ 16178 h 1848146"/>
                  <a:gd name="connsiteX40" fmla="*/ 291662 w 1844439"/>
                  <a:gd name="connsiteY40" fmla="*/ 36104 h 1848146"/>
                  <a:gd name="connsiteX41" fmla="*/ 426117 w 1844439"/>
                  <a:gd name="connsiteY41" fmla="*/ 231630 h 1848146"/>
                  <a:gd name="connsiteX42" fmla="*/ 464711 w 1844439"/>
                  <a:gd name="connsiteY42" fmla="*/ 70975 h 1848146"/>
                  <a:gd name="connsiteX43" fmla="*/ 480895 w 1844439"/>
                  <a:gd name="connsiteY43" fmla="*/ 70975 h 1848146"/>
                  <a:gd name="connsiteX44" fmla="*/ 568042 w 1844439"/>
                  <a:gd name="connsiteY44" fmla="*/ 224158 h 1848146"/>
                  <a:gd name="connsiteX45" fmla="*/ 615350 w 1844439"/>
                  <a:gd name="connsiteY45" fmla="*/ 327525 h 1848146"/>
                  <a:gd name="connsiteX46" fmla="*/ 636514 w 1844439"/>
                  <a:gd name="connsiteY46" fmla="*/ 539242 h 1848146"/>
                  <a:gd name="connsiteX47" fmla="*/ 1216661 w 1844439"/>
                  <a:gd name="connsiteY47" fmla="*/ 1259077 h 1848146"/>
                  <a:gd name="connsiteX48" fmla="*/ 1643679 w 1844439"/>
                  <a:gd name="connsiteY48" fmla="*/ 1064796 h 1848146"/>
                  <a:gd name="connsiteX49" fmla="*/ 1651149 w 1844439"/>
                  <a:gd name="connsiteY49" fmla="*/ 1064796 h 1848146"/>
                  <a:gd name="connsiteX50" fmla="*/ 1654884 w 1844439"/>
                  <a:gd name="connsiteY50" fmla="*/ 1069778 h 1848146"/>
                  <a:gd name="connsiteX51" fmla="*/ 1844116 w 1844439"/>
                  <a:gd name="connsiteY51" fmla="*/ 1707417 h 1848146"/>
                  <a:gd name="connsiteX52" fmla="*/ 1839136 w 1844439"/>
                  <a:gd name="connsiteY52" fmla="*/ 1717380 h 1848146"/>
                  <a:gd name="connsiteX53" fmla="*/ 1226620 w 1844439"/>
                  <a:gd name="connsiteY53" fmla="*/ 1848146 h 1848146"/>
                  <a:gd name="connsiteX54" fmla="*/ 1071002 w 1844439"/>
                  <a:gd name="connsiteY54" fmla="*/ 1820747 h 1848146"/>
                  <a:gd name="connsiteX55" fmla="*/ 523223 w 1844439"/>
                  <a:gd name="connsiteY55" fmla="*/ 1189335 h 1848146"/>
                  <a:gd name="connsiteX56" fmla="*/ 290418 w 1844439"/>
                  <a:gd name="connsiteY56" fmla="*/ 712351 h 1848146"/>
                  <a:gd name="connsiteX57" fmla="*/ 16528 w 1844439"/>
                  <a:gd name="connsiteY57" fmla="*/ 326280 h 1848146"/>
                  <a:gd name="connsiteX58" fmla="*/ 7814 w 1844439"/>
                  <a:gd name="connsiteY58" fmla="*/ 303863 h 1848146"/>
                  <a:gd name="connsiteX59" fmla="*/ 5324 w 1844439"/>
                  <a:gd name="connsiteY59" fmla="*/ 251557 h 1848146"/>
                  <a:gd name="connsiteX60" fmla="*/ 47652 w 1844439"/>
                  <a:gd name="connsiteY60" fmla="*/ 217931 h 1848146"/>
                  <a:gd name="connsiteX61" fmla="*/ 38937 w 1844439"/>
                  <a:gd name="connsiteY61" fmla="*/ 115809 h 1848146"/>
                  <a:gd name="connsiteX62" fmla="*/ 96205 w 1844439"/>
                  <a:gd name="connsiteY62" fmla="*/ 95883 h 1848146"/>
                  <a:gd name="connsiteX63" fmla="*/ 89980 w 1844439"/>
                  <a:gd name="connsiteY63" fmla="*/ 32368 h 1848146"/>
                  <a:gd name="connsiteX64" fmla="*/ 112390 w 1844439"/>
                  <a:gd name="connsiteY64" fmla="*/ 6215 h 1848146"/>
                  <a:gd name="connsiteX65" fmla="*/ 137853 w 1844439"/>
                  <a:gd name="connsiteY65" fmla="*/ 27 h 18481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</a:cxnLst>
                <a:rect l="l" t="t" r="r" b="b"/>
                <a:pathLst>
                  <a:path w="1844439" h="1848146">
                    <a:moveTo>
                      <a:pt x="144903" y="16753"/>
                    </a:moveTo>
                    <a:cubicBezTo>
                      <a:pt x="136830" y="14788"/>
                      <a:pt x="127960" y="15255"/>
                      <a:pt x="118623" y="19925"/>
                    </a:cubicBezTo>
                    <a:cubicBezTo>
                      <a:pt x="111154" y="23661"/>
                      <a:pt x="107419" y="29888"/>
                      <a:pt x="104929" y="37360"/>
                    </a:cubicBezTo>
                    <a:cubicBezTo>
                      <a:pt x="96215" y="63513"/>
                      <a:pt x="117379" y="103365"/>
                      <a:pt x="117379" y="103365"/>
                    </a:cubicBezTo>
                    <a:cubicBezTo>
                      <a:pt x="118623" y="107101"/>
                      <a:pt x="118623" y="109592"/>
                      <a:pt x="116134" y="112083"/>
                    </a:cubicBezTo>
                    <a:cubicBezTo>
                      <a:pt x="113644" y="114574"/>
                      <a:pt x="111154" y="115819"/>
                      <a:pt x="107419" y="114574"/>
                    </a:cubicBezTo>
                    <a:cubicBezTo>
                      <a:pt x="107419" y="114574"/>
                      <a:pt x="97460" y="110837"/>
                      <a:pt x="83765" y="110837"/>
                    </a:cubicBezTo>
                    <a:cubicBezTo>
                      <a:pt x="72561" y="110837"/>
                      <a:pt x="60112" y="114574"/>
                      <a:pt x="52642" y="125782"/>
                    </a:cubicBezTo>
                    <a:cubicBezTo>
                      <a:pt x="36458" y="146953"/>
                      <a:pt x="56377" y="200504"/>
                      <a:pt x="66336" y="219185"/>
                    </a:cubicBezTo>
                    <a:cubicBezTo>
                      <a:pt x="67581" y="221676"/>
                      <a:pt x="67581" y="224167"/>
                      <a:pt x="66336" y="225412"/>
                    </a:cubicBezTo>
                    <a:cubicBezTo>
                      <a:pt x="65091" y="227903"/>
                      <a:pt x="62602" y="230393"/>
                      <a:pt x="60112" y="230393"/>
                    </a:cubicBezTo>
                    <a:cubicBezTo>
                      <a:pt x="60112" y="230393"/>
                      <a:pt x="30233" y="237866"/>
                      <a:pt x="19029" y="259037"/>
                    </a:cubicBezTo>
                    <a:cubicBezTo>
                      <a:pt x="14049" y="269000"/>
                      <a:pt x="15294" y="282699"/>
                      <a:pt x="21519" y="297644"/>
                    </a:cubicBezTo>
                    <a:cubicBezTo>
                      <a:pt x="24009" y="302625"/>
                      <a:pt x="26498" y="310097"/>
                      <a:pt x="31478" y="320060"/>
                    </a:cubicBezTo>
                    <a:cubicBezTo>
                      <a:pt x="61357" y="397274"/>
                      <a:pt x="157216" y="631404"/>
                      <a:pt x="300384" y="698654"/>
                    </a:cubicBezTo>
                    <a:cubicBezTo>
                      <a:pt x="301629" y="699900"/>
                      <a:pt x="302874" y="701145"/>
                      <a:pt x="304118" y="703636"/>
                    </a:cubicBezTo>
                    <a:cubicBezTo>
                      <a:pt x="307853" y="712353"/>
                      <a:pt x="670129" y="1611514"/>
                      <a:pt x="1078466" y="1805792"/>
                    </a:cubicBezTo>
                    <a:cubicBezTo>
                      <a:pt x="1159387" y="1845644"/>
                      <a:pt x="1315004" y="1839417"/>
                      <a:pt x="1529132" y="1790848"/>
                    </a:cubicBezTo>
                    <a:cubicBezTo>
                      <a:pt x="1671054" y="1757223"/>
                      <a:pt x="1795548" y="1716125"/>
                      <a:pt x="1826671" y="1704917"/>
                    </a:cubicBezTo>
                    <a:lnTo>
                      <a:pt x="1642421" y="1082229"/>
                    </a:lnTo>
                    <a:lnTo>
                      <a:pt x="1216654" y="1276508"/>
                    </a:lnTo>
                    <a:cubicBezTo>
                      <a:pt x="1214164" y="1276508"/>
                      <a:pt x="1209184" y="1276508"/>
                      <a:pt x="1206695" y="1274017"/>
                    </a:cubicBezTo>
                    <a:lnTo>
                      <a:pt x="621576" y="545473"/>
                    </a:lnTo>
                    <a:cubicBezTo>
                      <a:pt x="619086" y="542982"/>
                      <a:pt x="619086" y="539246"/>
                      <a:pt x="620331" y="538001"/>
                    </a:cubicBezTo>
                    <a:cubicBezTo>
                      <a:pt x="620331" y="536756"/>
                      <a:pt x="655189" y="447089"/>
                      <a:pt x="601657" y="335005"/>
                    </a:cubicBezTo>
                    <a:cubicBezTo>
                      <a:pt x="584228" y="301380"/>
                      <a:pt x="569289" y="265264"/>
                      <a:pt x="554350" y="230393"/>
                    </a:cubicBezTo>
                    <a:cubicBezTo>
                      <a:pt x="524472" y="163143"/>
                      <a:pt x="494593" y="93402"/>
                      <a:pt x="474674" y="85930"/>
                    </a:cubicBezTo>
                    <a:cubicBezTo>
                      <a:pt x="473429" y="84685"/>
                      <a:pt x="472184" y="85930"/>
                      <a:pt x="470939" y="85930"/>
                    </a:cubicBezTo>
                    <a:cubicBezTo>
                      <a:pt x="444796" y="98384"/>
                      <a:pt x="428612" y="196768"/>
                      <a:pt x="449776" y="271491"/>
                    </a:cubicBezTo>
                    <a:cubicBezTo>
                      <a:pt x="452265" y="276472"/>
                      <a:pt x="449776" y="280208"/>
                      <a:pt x="446041" y="281454"/>
                    </a:cubicBezTo>
                    <a:cubicBezTo>
                      <a:pt x="442306" y="282699"/>
                      <a:pt x="438571" y="281454"/>
                      <a:pt x="436081" y="278963"/>
                    </a:cubicBezTo>
                    <a:cubicBezTo>
                      <a:pt x="434836" y="276472"/>
                      <a:pt x="327772" y="93402"/>
                      <a:pt x="280465" y="47323"/>
                    </a:cubicBezTo>
                    <a:cubicBezTo>
                      <a:pt x="269260" y="36115"/>
                      <a:pt x="256811" y="31133"/>
                      <a:pt x="244362" y="31133"/>
                    </a:cubicBezTo>
                    <a:cubicBezTo>
                      <a:pt x="219463" y="32379"/>
                      <a:pt x="199544" y="53550"/>
                      <a:pt x="199544" y="53550"/>
                    </a:cubicBezTo>
                    <a:cubicBezTo>
                      <a:pt x="197054" y="54796"/>
                      <a:pt x="195809" y="56041"/>
                      <a:pt x="193319" y="56041"/>
                    </a:cubicBezTo>
                    <a:cubicBezTo>
                      <a:pt x="190830" y="56041"/>
                      <a:pt x="188340" y="54796"/>
                      <a:pt x="187095" y="52305"/>
                    </a:cubicBezTo>
                    <a:cubicBezTo>
                      <a:pt x="186161" y="50437"/>
                      <a:pt x="169121" y="22650"/>
                      <a:pt x="144903" y="16753"/>
                    </a:cubicBezTo>
                    <a:close/>
                    <a:moveTo>
                      <a:pt x="137853" y="27"/>
                    </a:moveTo>
                    <a:cubicBezTo>
                      <a:pt x="162421" y="844"/>
                      <a:pt x="183663" y="20226"/>
                      <a:pt x="195801" y="36104"/>
                    </a:cubicBezTo>
                    <a:cubicBezTo>
                      <a:pt x="204516" y="28632"/>
                      <a:pt x="223190" y="16178"/>
                      <a:pt x="244354" y="16178"/>
                    </a:cubicBezTo>
                    <a:cubicBezTo>
                      <a:pt x="260539" y="14933"/>
                      <a:pt x="276723" y="22405"/>
                      <a:pt x="291662" y="36104"/>
                    </a:cubicBezTo>
                    <a:cubicBezTo>
                      <a:pt x="326521" y="69730"/>
                      <a:pt x="391259" y="174343"/>
                      <a:pt x="426117" y="231630"/>
                    </a:cubicBezTo>
                    <a:cubicBezTo>
                      <a:pt x="418647" y="163134"/>
                      <a:pt x="432342" y="87165"/>
                      <a:pt x="464711" y="70975"/>
                    </a:cubicBezTo>
                    <a:cubicBezTo>
                      <a:pt x="469690" y="68484"/>
                      <a:pt x="475915" y="68484"/>
                      <a:pt x="480895" y="70975"/>
                    </a:cubicBezTo>
                    <a:cubicBezTo>
                      <a:pt x="504549" y="80938"/>
                      <a:pt x="529448" y="135735"/>
                      <a:pt x="568042" y="224158"/>
                    </a:cubicBezTo>
                    <a:cubicBezTo>
                      <a:pt x="582981" y="259029"/>
                      <a:pt x="599165" y="295145"/>
                      <a:pt x="615350" y="327525"/>
                    </a:cubicBezTo>
                    <a:cubicBezTo>
                      <a:pt x="667638" y="433384"/>
                      <a:pt x="643984" y="518070"/>
                      <a:pt x="636514" y="539242"/>
                    </a:cubicBezTo>
                    <a:lnTo>
                      <a:pt x="1216661" y="1259077"/>
                    </a:lnTo>
                    <a:lnTo>
                      <a:pt x="1643679" y="1064796"/>
                    </a:lnTo>
                    <a:cubicBezTo>
                      <a:pt x="1646169" y="1063551"/>
                      <a:pt x="1648659" y="1063551"/>
                      <a:pt x="1651149" y="1064796"/>
                    </a:cubicBezTo>
                    <a:cubicBezTo>
                      <a:pt x="1652394" y="1064796"/>
                      <a:pt x="1654884" y="1067287"/>
                      <a:pt x="1654884" y="1069778"/>
                    </a:cubicBezTo>
                    <a:lnTo>
                      <a:pt x="1844116" y="1707417"/>
                    </a:lnTo>
                    <a:cubicBezTo>
                      <a:pt x="1845361" y="1712399"/>
                      <a:pt x="1842871" y="1716135"/>
                      <a:pt x="1839136" y="1717380"/>
                    </a:cubicBezTo>
                    <a:cubicBezTo>
                      <a:pt x="1820462" y="1724853"/>
                      <a:pt x="1469386" y="1848146"/>
                      <a:pt x="1226620" y="1848146"/>
                    </a:cubicBezTo>
                    <a:cubicBezTo>
                      <a:pt x="1165618" y="1848146"/>
                      <a:pt x="1112085" y="1839428"/>
                      <a:pt x="1071002" y="1820747"/>
                    </a:cubicBezTo>
                    <a:cubicBezTo>
                      <a:pt x="897953" y="1737306"/>
                      <a:pt x="712456" y="1525590"/>
                      <a:pt x="523223" y="1189335"/>
                    </a:cubicBezTo>
                    <a:cubicBezTo>
                      <a:pt x="391259" y="955202"/>
                      <a:pt x="301622" y="739749"/>
                      <a:pt x="290418" y="712351"/>
                    </a:cubicBezTo>
                    <a:cubicBezTo>
                      <a:pt x="143513" y="640118"/>
                      <a:pt x="47652" y="404740"/>
                      <a:pt x="16528" y="326280"/>
                    </a:cubicBezTo>
                    <a:cubicBezTo>
                      <a:pt x="12794" y="316317"/>
                      <a:pt x="9059" y="308845"/>
                      <a:pt x="7814" y="303863"/>
                    </a:cubicBezTo>
                    <a:cubicBezTo>
                      <a:pt x="-2146" y="285182"/>
                      <a:pt x="-2146" y="267747"/>
                      <a:pt x="5324" y="251557"/>
                    </a:cubicBezTo>
                    <a:cubicBezTo>
                      <a:pt x="15283" y="231630"/>
                      <a:pt x="36448" y="222913"/>
                      <a:pt x="47652" y="217931"/>
                    </a:cubicBezTo>
                    <a:cubicBezTo>
                      <a:pt x="38937" y="196760"/>
                      <a:pt x="19018" y="144453"/>
                      <a:pt x="38937" y="115809"/>
                    </a:cubicBezTo>
                    <a:cubicBezTo>
                      <a:pt x="53877" y="94638"/>
                      <a:pt x="80021" y="93392"/>
                      <a:pt x="96205" y="95883"/>
                    </a:cubicBezTo>
                    <a:cubicBezTo>
                      <a:pt x="89980" y="79693"/>
                      <a:pt x="82511" y="53540"/>
                      <a:pt x="89980" y="32368"/>
                    </a:cubicBezTo>
                    <a:cubicBezTo>
                      <a:pt x="93715" y="19914"/>
                      <a:pt x="101185" y="11197"/>
                      <a:pt x="112390" y="6215"/>
                    </a:cubicBezTo>
                    <a:cubicBezTo>
                      <a:pt x="121105" y="1545"/>
                      <a:pt x="129663" y="-245"/>
                      <a:pt x="137853" y="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ADCED354-7FAD-1E40-8128-268E065B8EC1}"/>
                  </a:ext>
                </a:extLst>
              </p:cNvPr>
              <p:cNvSpPr/>
              <p:nvPr/>
            </p:nvSpPr>
            <p:spPr>
              <a:xfrm>
                <a:off x="11336705" y="11774375"/>
                <a:ext cx="3260237" cy="11889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18" h="955">
                    <a:moveTo>
                      <a:pt x="1563" y="31"/>
                    </a:moveTo>
                    <a:cubicBezTo>
                      <a:pt x="1563" y="31"/>
                      <a:pt x="687" y="-64"/>
                      <a:pt x="281" y="79"/>
                    </a:cubicBezTo>
                    <a:cubicBezTo>
                      <a:pt x="-25" y="187"/>
                      <a:pt x="0" y="955"/>
                      <a:pt x="0" y="955"/>
                    </a:cubicBezTo>
                    <a:lnTo>
                      <a:pt x="525" y="955"/>
                    </a:lnTo>
                    <a:lnTo>
                      <a:pt x="525" y="515"/>
                    </a:lnTo>
                    <a:lnTo>
                      <a:pt x="2557" y="515"/>
                    </a:lnTo>
                    <a:cubicBezTo>
                      <a:pt x="2557" y="515"/>
                      <a:pt x="2654" y="432"/>
                      <a:pt x="2603" y="15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616DF3C4-5AD4-2F45-93D5-DE1959C0495E}"/>
                  </a:ext>
                </a:extLst>
              </p:cNvPr>
              <p:cNvSpPr/>
              <p:nvPr/>
            </p:nvSpPr>
            <p:spPr>
              <a:xfrm>
                <a:off x="11328652" y="11767115"/>
                <a:ext cx="3276270" cy="1204887"/>
              </a:xfrm>
              <a:custGeom>
                <a:avLst/>
                <a:gdLst>
                  <a:gd name="connsiteX0" fmla="*/ 1080147 w 3276270"/>
                  <a:gd name="connsiteY0" fmla="*/ 17104 h 1204887"/>
                  <a:gd name="connsiteX1" fmla="*/ 359234 w 3276270"/>
                  <a:gd name="connsiteY1" fmla="*/ 113084 h 1204887"/>
                  <a:gd name="connsiteX2" fmla="*/ 47906 w 3276270"/>
                  <a:gd name="connsiteY2" fmla="*/ 701924 h 1204887"/>
                  <a:gd name="connsiteX3" fmla="*/ 16773 w 3276270"/>
                  <a:gd name="connsiteY3" fmla="*/ 1188683 h 1204887"/>
                  <a:gd name="connsiteX4" fmla="*/ 654374 w 3276270"/>
                  <a:gd name="connsiteY4" fmla="*/ 1188683 h 1204887"/>
                  <a:gd name="connsiteX5" fmla="*/ 654374 w 3276270"/>
                  <a:gd name="connsiteY5" fmla="*/ 648394 h 1204887"/>
                  <a:gd name="connsiteX6" fmla="*/ 661845 w 3276270"/>
                  <a:gd name="connsiteY6" fmla="*/ 639679 h 1204887"/>
                  <a:gd name="connsiteX7" fmla="*/ 3188587 w 3276270"/>
                  <a:gd name="connsiteY7" fmla="*/ 639679 h 1204887"/>
                  <a:gd name="connsiteX8" fmla="*/ 3238399 w 3276270"/>
                  <a:gd name="connsiteY8" fmla="*/ 550046 h 1204887"/>
                  <a:gd name="connsiteX9" fmla="*/ 3243380 w 3276270"/>
                  <a:gd name="connsiteY9" fmla="*/ 206452 h 1204887"/>
                  <a:gd name="connsiteX10" fmla="*/ 1954481 w 3276270"/>
                  <a:gd name="connsiteY10" fmla="*/ 54573 h 1204887"/>
                  <a:gd name="connsiteX11" fmla="*/ 1080147 w 3276270"/>
                  <a:gd name="connsiteY11" fmla="*/ 17104 h 1204887"/>
                  <a:gd name="connsiteX12" fmla="*/ 1079435 w 3276270"/>
                  <a:gd name="connsiteY12" fmla="*/ 1210 h 1204887"/>
                  <a:gd name="connsiteX13" fmla="*/ 1955730 w 3276270"/>
                  <a:gd name="connsiteY13" fmla="*/ 38376 h 1204887"/>
                  <a:gd name="connsiteX14" fmla="*/ 3250861 w 3276270"/>
                  <a:gd name="connsiteY14" fmla="*/ 191504 h 1204887"/>
                  <a:gd name="connsiteX15" fmla="*/ 3257088 w 3276270"/>
                  <a:gd name="connsiteY15" fmla="*/ 197729 h 1204887"/>
                  <a:gd name="connsiteX16" fmla="*/ 3197313 w 3276270"/>
                  <a:gd name="connsiteY16" fmla="*/ 654623 h 1204887"/>
                  <a:gd name="connsiteX17" fmla="*/ 3192331 w 3276270"/>
                  <a:gd name="connsiteY17" fmla="*/ 655868 h 1204887"/>
                  <a:gd name="connsiteX18" fmla="*/ 669317 w 3276270"/>
                  <a:gd name="connsiteY18" fmla="*/ 655868 h 1204887"/>
                  <a:gd name="connsiteX19" fmla="*/ 669317 w 3276270"/>
                  <a:gd name="connsiteY19" fmla="*/ 1196172 h 1204887"/>
                  <a:gd name="connsiteX20" fmla="*/ 661845 w 3276270"/>
                  <a:gd name="connsiteY20" fmla="*/ 1204887 h 1204887"/>
                  <a:gd name="connsiteX21" fmla="*/ 8053 w 3276270"/>
                  <a:gd name="connsiteY21" fmla="*/ 1204887 h 1204887"/>
                  <a:gd name="connsiteX22" fmla="*/ 581 w 3276270"/>
                  <a:gd name="connsiteY22" fmla="*/ 1196172 h 1204887"/>
                  <a:gd name="connsiteX23" fmla="*/ 31714 w 3276270"/>
                  <a:gd name="connsiteY23" fmla="*/ 700685 h 1204887"/>
                  <a:gd name="connsiteX24" fmla="*/ 354251 w 3276270"/>
                  <a:gd name="connsiteY24" fmla="*/ 98133 h 1204887"/>
                  <a:gd name="connsiteX25" fmla="*/ 1079435 w 3276270"/>
                  <a:gd name="connsiteY25" fmla="*/ 1210 h 1204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3276270" h="1204887">
                    <a:moveTo>
                      <a:pt x="1080147" y="17104"/>
                    </a:moveTo>
                    <a:cubicBezTo>
                      <a:pt x="815895" y="22400"/>
                      <a:pt x="546498" y="47260"/>
                      <a:pt x="359234" y="113084"/>
                    </a:cubicBezTo>
                    <a:cubicBezTo>
                      <a:pt x="167456" y="181554"/>
                      <a:pt x="84020" y="471617"/>
                      <a:pt x="47906" y="701924"/>
                    </a:cubicBezTo>
                    <a:cubicBezTo>
                      <a:pt x="13037" y="929742"/>
                      <a:pt x="15528" y="1145111"/>
                      <a:pt x="16773" y="1188683"/>
                    </a:cubicBezTo>
                    <a:lnTo>
                      <a:pt x="654374" y="1188683"/>
                    </a:lnTo>
                    <a:lnTo>
                      <a:pt x="654374" y="648394"/>
                    </a:lnTo>
                    <a:cubicBezTo>
                      <a:pt x="654374" y="643414"/>
                      <a:pt x="658110" y="639679"/>
                      <a:pt x="661845" y="639679"/>
                    </a:cubicBezTo>
                    <a:lnTo>
                      <a:pt x="3188587" y="639679"/>
                    </a:lnTo>
                    <a:cubicBezTo>
                      <a:pt x="3196059" y="633455"/>
                      <a:pt x="3219720" y="607312"/>
                      <a:pt x="3238399" y="550046"/>
                    </a:cubicBezTo>
                    <a:cubicBezTo>
                      <a:pt x="3257079" y="489046"/>
                      <a:pt x="3274514" y="379494"/>
                      <a:pt x="3243380" y="206452"/>
                    </a:cubicBezTo>
                    <a:lnTo>
                      <a:pt x="1954481" y="54573"/>
                    </a:lnTo>
                    <a:cubicBezTo>
                      <a:pt x="1946698" y="53795"/>
                      <a:pt x="1520567" y="8278"/>
                      <a:pt x="1080147" y="17104"/>
                    </a:cubicBezTo>
                    <a:close/>
                    <a:moveTo>
                      <a:pt x="1079435" y="1210"/>
                    </a:moveTo>
                    <a:cubicBezTo>
                      <a:pt x="1522010" y="-7920"/>
                      <a:pt x="1949504" y="37598"/>
                      <a:pt x="1955730" y="38376"/>
                    </a:cubicBezTo>
                    <a:lnTo>
                      <a:pt x="3250861" y="191504"/>
                    </a:lnTo>
                    <a:cubicBezTo>
                      <a:pt x="3254597" y="191504"/>
                      <a:pt x="3257088" y="193994"/>
                      <a:pt x="3257088" y="197729"/>
                    </a:cubicBezTo>
                    <a:cubicBezTo>
                      <a:pt x="3321844" y="545068"/>
                      <a:pt x="3202294" y="649643"/>
                      <a:pt x="3197313" y="654623"/>
                    </a:cubicBezTo>
                    <a:cubicBezTo>
                      <a:pt x="3196067" y="655868"/>
                      <a:pt x="3194822" y="655868"/>
                      <a:pt x="3192331" y="655868"/>
                    </a:cubicBezTo>
                    <a:lnTo>
                      <a:pt x="669317" y="655868"/>
                    </a:lnTo>
                    <a:lnTo>
                      <a:pt x="669317" y="1196172"/>
                    </a:lnTo>
                    <a:cubicBezTo>
                      <a:pt x="669317" y="1201152"/>
                      <a:pt x="666826" y="1204887"/>
                      <a:pt x="661845" y="1204887"/>
                    </a:cubicBezTo>
                    <a:lnTo>
                      <a:pt x="8053" y="1204887"/>
                    </a:lnTo>
                    <a:cubicBezTo>
                      <a:pt x="4317" y="1204887"/>
                      <a:pt x="581" y="1201152"/>
                      <a:pt x="581" y="1196172"/>
                    </a:cubicBezTo>
                    <a:cubicBezTo>
                      <a:pt x="581" y="1194928"/>
                      <a:pt x="-6891" y="953409"/>
                      <a:pt x="31714" y="700685"/>
                    </a:cubicBezTo>
                    <a:cubicBezTo>
                      <a:pt x="85263" y="357081"/>
                      <a:pt x="193605" y="154156"/>
                      <a:pt x="354251" y="98133"/>
                    </a:cubicBezTo>
                    <a:cubicBezTo>
                      <a:pt x="542917" y="31840"/>
                      <a:pt x="813890" y="6689"/>
                      <a:pt x="1079435" y="12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836C80D0-53E3-AE4C-B30E-B29E19012005}"/>
                  </a:ext>
                </a:extLst>
              </p:cNvPr>
              <p:cNvSpPr/>
              <p:nvPr/>
            </p:nvSpPr>
            <p:spPr>
              <a:xfrm>
                <a:off x="13176743" y="8495545"/>
                <a:ext cx="1051448" cy="143441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5" h="1152">
                    <a:moveTo>
                      <a:pt x="845" y="1067"/>
                    </a:moveTo>
                    <a:lnTo>
                      <a:pt x="744" y="676"/>
                    </a:lnTo>
                    <a:cubicBezTo>
                      <a:pt x="807" y="642"/>
                      <a:pt x="823" y="494"/>
                      <a:pt x="804" y="393"/>
                    </a:cubicBezTo>
                    <a:cubicBezTo>
                      <a:pt x="750" y="95"/>
                      <a:pt x="631" y="-48"/>
                      <a:pt x="326" y="15"/>
                    </a:cubicBezTo>
                    <a:cubicBezTo>
                      <a:pt x="157" y="50"/>
                      <a:pt x="3" y="171"/>
                      <a:pt x="0" y="316"/>
                    </a:cubicBezTo>
                    <a:cubicBezTo>
                      <a:pt x="-4" y="460"/>
                      <a:pt x="82" y="818"/>
                      <a:pt x="219" y="875"/>
                    </a:cubicBezTo>
                    <a:cubicBezTo>
                      <a:pt x="264" y="894"/>
                      <a:pt x="350" y="879"/>
                      <a:pt x="417" y="852"/>
                    </a:cubicBezTo>
                    <a:lnTo>
                      <a:pt x="489" y="1152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2AAB9813-1212-344A-8826-8479B35DD128}"/>
                  </a:ext>
                </a:extLst>
              </p:cNvPr>
              <p:cNvSpPr/>
              <p:nvPr/>
            </p:nvSpPr>
            <p:spPr>
              <a:xfrm>
                <a:off x="13169096" y="8486448"/>
                <a:ext cx="1067816" cy="1449738"/>
              </a:xfrm>
              <a:custGeom>
                <a:avLst/>
                <a:gdLst>
                  <a:gd name="connsiteX0" fmla="*/ 529423 w 1067816"/>
                  <a:gd name="connsiteY0" fmla="*/ 17663 h 1449738"/>
                  <a:gd name="connsiteX1" fmla="*/ 414540 w 1067816"/>
                  <a:gd name="connsiteY1" fmla="*/ 34006 h 1449738"/>
                  <a:gd name="connsiteX2" fmla="*/ 15121 w 1067816"/>
                  <a:gd name="connsiteY2" fmla="*/ 401320 h 1449738"/>
                  <a:gd name="connsiteX3" fmla="*/ 283889 w 1067816"/>
                  <a:gd name="connsiteY3" fmla="*/ 1089879 h 1449738"/>
                  <a:gd name="connsiteX4" fmla="*/ 522793 w 1067816"/>
                  <a:gd name="connsiteY4" fmla="*/ 1061241 h 1449738"/>
                  <a:gd name="connsiteX5" fmla="*/ 526526 w 1067816"/>
                  <a:gd name="connsiteY5" fmla="*/ 1061241 h 1449738"/>
                  <a:gd name="connsiteX6" fmla="*/ 530259 w 1067816"/>
                  <a:gd name="connsiteY6" fmla="*/ 1062486 h 1449738"/>
                  <a:gd name="connsiteX7" fmla="*/ 533992 w 1067816"/>
                  <a:gd name="connsiteY7" fmla="*/ 1067467 h 1449738"/>
                  <a:gd name="connsiteX8" fmla="*/ 622337 w 1067816"/>
                  <a:gd name="connsiteY8" fmla="*/ 1432291 h 1449738"/>
                  <a:gd name="connsiteX9" fmla="*/ 1050374 w 1067816"/>
                  <a:gd name="connsiteY9" fmla="*/ 1330190 h 1449738"/>
                  <a:gd name="connsiteX10" fmla="*/ 925945 w 1067816"/>
                  <a:gd name="connsiteY10" fmla="*/ 850814 h 1449738"/>
                  <a:gd name="connsiteX11" fmla="*/ 929677 w 1067816"/>
                  <a:gd name="connsiteY11" fmla="*/ 842098 h 1449738"/>
                  <a:gd name="connsiteX12" fmla="*/ 1000602 w 1067816"/>
                  <a:gd name="connsiteY12" fmla="*/ 702643 h 1449738"/>
                  <a:gd name="connsiteX13" fmla="*/ 1000602 w 1067816"/>
                  <a:gd name="connsiteY13" fmla="*/ 499686 h 1449738"/>
                  <a:gd name="connsiteX14" fmla="*/ 790316 w 1067816"/>
                  <a:gd name="connsiteY14" fmla="*/ 75095 h 1449738"/>
                  <a:gd name="connsiteX15" fmla="*/ 529423 w 1067816"/>
                  <a:gd name="connsiteY15" fmla="*/ 17663 h 1449738"/>
                  <a:gd name="connsiteX16" fmla="*/ 529736 w 1067816"/>
                  <a:gd name="connsiteY16" fmla="*/ 1501 h 1449738"/>
                  <a:gd name="connsiteX17" fmla="*/ 799038 w 1067816"/>
                  <a:gd name="connsiteY17" fmla="*/ 61386 h 1449738"/>
                  <a:gd name="connsiteX18" fmla="*/ 1016798 w 1067816"/>
                  <a:gd name="connsiteY18" fmla="*/ 495946 h 1449738"/>
                  <a:gd name="connsiteX19" fmla="*/ 943382 w 1067816"/>
                  <a:gd name="connsiteY19" fmla="*/ 853307 h 1449738"/>
                  <a:gd name="connsiteX20" fmla="*/ 1067816 w 1067816"/>
                  <a:gd name="connsiteY20" fmla="*/ 1333938 h 1449738"/>
                  <a:gd name="connsiteX21" fmla="*/ 1066572 w 1067816"/>
                  <a:gd name="connsiteY21" fmla="*/ 1340164 h 1449738"/>
                  <a:gd name="connsiteX22" fmla="*/ 1061594 w 1067816"/>
                  <a:gd name="connsiteY22" fmla="*/ 1343899 h 1449738"/>
                  <a:gd name="connsiteX23" fmla="*/ 618609 w 1067816"/>
                  <a:gd name="connsiteY23" fmla="*/ 1449738 h 1449738"/>
                  <a:gd name="connsiteX24" fmla="*/ 616120 w 1067816"/>
                  <a:gd name="connsiteY24" fmla="*/ 1449738 h 1449738"/>
                  <a:gd name="connsiteX25" fmla="*/ 608654 w 1067816"/>
                  <a:gd name="connsiteY25" fmla="*/ 1443512 h 1449738"/>
                  <a:gd name="connsiteX26" fmla="*/ 521551 w 1067816"/>
                  <a:gd name="connsiteY26" fmla="*/ 1079926 h 1449738"/>
                  <a:gd name="connsiteX27" fmla="*/ 277660 w 1067816"/>
                  <a:gd name="connsiteY27" fmla="*/ 1104829 h 1449738"/>
                  <a:gd name="connsiteX28" fmla="*/ 172 w 1067816"/>
                  <a:gd name="connsiteY28" fmla="*/ 401314 h 1449738"/>
                  <a:gd name="connsiteX29" fmla="*/ 412049 w 1067816"/>
                  <a:gd name="connsiteY29" fmla="*/ 17805 h 1449738"/>
                  <a:gd name="connsiteX30" fmla="*/ 529736 w 1067816"/>
                  <a:gd name="connsiteY30" fmla="*/ 1501 h 1449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067816" h="1449738">
                    <a:moveTo>
                      <a:pt x="529423" y="17663"/>
                    </a:moveTo>
                    <a:cubicBezTo>
                      <a:pt x="493552" y="20154"/>
                      <a:pt x="455291" y="25601"/>
                      <a:pt x="414540" y="34006"/>
                    </a:cubicBezTo>
                    <a:cubicBezTo>
                      <a:pt x="225407" y="72605"/>
                      <a:pt x="20098" y="214550"/>
                      <a:pt x="15121" y="401320"/>
                    </a:cubicBezTo>
                    <a:cubicBezTo>
                      <a:pt x="10144" y="591826"/>
                      <a:pt x="123375" y="1023887"/>
                      <a:pt x="283889" y="1089879"/>
                    </a:cubicBezTo>
                    <a:cubicBezTo>
                      <a:pt x="338638" y="1112292"/>
                      <a:pt x="446891" y="1093615"/>
                      <a:pt x="522793" y="1061241"/>
                    </a:cubicBezTo>
                    <a:cubicBezTo>
                      <a:pt x="524037" y="1061241"/>
                      <a:pt x="525282" y="1061241"/>
                      <a:pt x="526526" y="1061241"/>
                    </a:cubicBezTo>
                    <a:cubicBezTo>
                      <a:pt x="527770" y="1061241"/>
                      <a:pt x="529015" y="1061241"/>
                      <a:pt x="530259" y="1062486"/>
                    </a:cubicBezTo>
                    <a:cubicBezTo>
                      <a:pt x="531503" y="1063731"/>
                      <a:pt x="532748" y="1064977"/>
                      <a:pt x="533992" y="1067467"/>
                    </a:cubicBezTo>
                    <a:lnTo>
                      <a:pt x="622337" y="1432291"/>
                    </a:lnTo>
                    <a:lnTo>
                      <a:pt x="1050374" y="1330190"/>
                    </a:lnTo>
                    <a:lnTo>
                      <a:pt x="925945" y="850814"/>
                    </a:lnTo>
                    <a:cubicBezTo>
                      <a:pt x="924700" y="848323"/>
                      <a:pt x="927189" y="844588"/>
                      <a:pt x="929677" y="842098"/>
                    </a:cubicBezTo>
                    <a:cubicBezTo>
                      <a:pt x="963273" y="824666"/>
                      <a:pt x="989404" y="774860"/>
                      <a:pt x="1000602" y="702643"/>
                    </a:cubicBezTo>
                    <a:cubicBezTo>
                      <a:pt x="1013045" y="637896"/>
                      <a:pt x="1013045" y="561943"/>
                      <a:pt x="1000602" y="499686"/>
                    </a:cubicBezTo>
                    <a:cubicBezTo>
                      <a:pt x="959540" y="279297"/>
                      <a:pt x="893593" y="144823"/>
                      <a:pt x="790316" y="75095"/>
                    </a:cubicBezTo>
                    <a:cubicBezTo>
                      <a:pt x="723124" y="29337"/>
                      <a:pt x="637035" y="10193"/>
                      <a:pt x="529423" y="17663"/>
                    </a:cubicBezTo>
                    <a:close/>
                    <a:moveTo>
                      <a:pt x="529736" y="1501"/>
                    </a:moveTo>
                    <a:cubicBezTo>
                      <a:pt x="640152" y="-5853"/>
                      <a:pt x="729044" y="13759"/>
                      <a:pt x="799038" y="61386"/>
                    </a:cubicBezTo>
                    <a:cubicBezTo>
                      <a:pt x="906052" y="133605"/>
                      <a:pt x="975735" y="271818"/>
                      <a:pt x="1016798" y="495946"/>
                    </a:cubicBezTo>
                    <a:cubicBezTo>
                      <a:pt x="1037952" y="611746"/>
                      <a:pt x="1023020" y="802255"/>
                      <a:pt x="943382" y="853307"/>
                    </a:cubicBezTo>
                    <a:lnTo>
                      <a:pt x="1067816" y="1333938"/>
                    </a:lnTo>
                    <a:cubicBezTo>
                      <a:pt x="1067816" y="1336429"/>
                      <a:pt x="1067816" y="1338919"/>
                      <a:pt x="1066572" y="1340164"/>
                    </a:cubicBezTo>
                    <a:cubicBezTo>
                      <a:pt x="1065327" y="1341409"/>
                      <a:pt x="1064083" y="1343899"/>
                      <a:pt x="1061594" y="1343899"/>
                    </a:cubicBezTo>
                    <a:lnTo>
                      <a:pt x="618609" y="1449738"/>
                    </a:lnTo>
                    <a:cubicBezTo>
                      <a:pt x="618609" y="1449738"/>
                      <a:pt x="617365" y="1449738"/>
                      <a:pt x="616120" y="1449738"/>
                    </a:cubicBezTo>
                    <a:cubicBezTo>
                      <a:pt x="613632" y="1449738"/>
                      <a:pt x="609899" y="1447248"/>
                      <a:pt x="608654" y="1443512"/>
                    </a:cubicBezTo>
                    <a:lnTo>
                      <a:pt x="521551" y="1079926"/>
                    </a:lnTo>
                    <a:cubicBezTo>
                      <a:pt x="443157" y="1109810"/>
                      <a:pt x="337388" y="1129732"/>
                      <a:pt x="277660" y="1104829"/>
                    </a:cubicBezTo>
                    <a:cubicBezTo>
                      <a:pt x="98475" y="1030119"/>
                      <a:pt x="-4805" y="573146"/>
                      <a:pt x="172" y="401314"/>
                    </a:cubicBezTo>
                    <a:cubicBezTo>
                      <a:pt x="5149" y="205824"/>
                      <a:pt x="215443" y="57650"/>
                      <a:pt x="412049" y="17805"/>
                    </a:cubicBezTo>
                    <a:cubicBezTo>
                      <a:pt x="453734" y="9400"/>
                      <a:pt x="492931" y="3953"/>
                      <a:pt x="529736" y="150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79161682-8DC0-8840-A25E-8051AFC3EF5F}"/>
                  </a:ext>
                </a:extLst>
              </p:cNvPr>
              <p:cNvSpPr/>
              <p:nvPr/>
            </p:nvSpPr>
            <p:spPr>
              <a:xfrm>
                <a:off x="13118187" y="9668244"/>
                <a:ext cx="1501176" cy="23316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06" h="1872">
                    <a:moveTo>
                      <a:pt x="367" y="196"/>
                    </a:moveTo>
                    <a:cubicBezTo>
                      <a:pt x="354" y="132"/>
                      <a:pt x="364" y="101"/>
                      <a:pt x="432" y="82"/>
                    </a:cubicBezTo>
                    <a:cubicBezTo>
                      <a:pt x="446" y="79"/>
                      <a:pt x="482" y="188"/>
                      <a:pt x="482" y="188"/>
                    </a:cubicBezTo>
                    <a:cubicBezTo>
                      <a:pt x="483" y="92"/>
                      <a:pt x="476" y="69"/>
                      <a:pt x="573" y="46"/>
                    </a:cubicBezTo>
                    <a:cubicBezTo>
                      <a:pt x="664" y="25"/>
                      <a:pt x="858" y="4"/>
                      <a:pt x="908" y="0"/>
                    </a:cubicBezTo>
                    <a:cubicBezTo>
                      <a:pt x="972" y="-4"/>
                      <a:pt x="970" y="115"/>
                      <a:pt x="970" y="115"/>
                    </a:cubicBezTo>
                    <a:cubicBezTo>
                      <a:pt x="970" y="115"/>
                      <a:pt x="1167" y="207"/>
                      <a:pt x="1176" y="506"/>
                    </a:cubicBezTo>
                    <a:cubicBezTo>
                      <a:pt x="1187" y="906"/>
                      <a:pt x="1206" y="1844"/>
                      <a:pt x="1206" y="1844"/>
                    </a:cubicBezTo>
                    <a:cubicBezTo>
                      <a:pt x="1206" y="1844"/>
                      <a:pt x="458" y="1960"/>
                      <a:pt x="133" y="1721"/>
                    </a:cubicBezTo>
                    <a:lnTo>
                      <a:pt x="133" y="816"/>
                    </a:lnTo>
                    <a:lnTo>
                      <a:pt x="0" y="364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FEB5C125-7151-CC4D-A3F4-91C51A7DC477}"/>
                  </a:ext>
                </a:extLst>
              </p:cNvPr>
              <p:cNvSpPr/>
              <p:nvPr/>
            </p:nvSpPr>
            <p:spPr>
              <a:xfrm>
                <a:off x="13110930" y="9660585"/>
                <a:ext cx="1517161" cy="2348081"/>
              </a:xfrm>
              <a:custGeom>
                <a:avLst/>
                <a:gdLst>
                  <a:gd name="connsiteX0" fmla="*/ 1137496 w 1517161"/>
                  <a:gd name="connsiteY0" fmla="*/ 17632 h 2348081"/>
                  <a:gd name="connsiteX1" fmla="*/ 721750 w 1517161"/>
                  <a:gd name="connsiteY1" fmla="*/ 73682 h 2348081"/>
                  <a:gd name="connsiteX2" fmla="*/ 614702 w 1517161"/>
                  <a:gd name="connsiteY2" fmla="*/ 218167 h 2348081"/>
                  <a:gd name="connsiteX3" fmla="*/ 614702 w 1517161"/>
                  <a:gd name="connsiteY3" fmla="*/ 243078 h 2348081"/>
                  <a:gd name="connsiteX4" fmla="*/ 608478 w 1517161"/>
                  <a:gd name="connsiteY4" fmla="*/ 250551 h 2348081"/>
                  <a:gd name="connsiteX5" fmla="*/ 599765 w 1517161"/>
                  <a:gd name="connsiteY5" fmla="*/ 245569 h 2348081"/>
                  <a:gd name="connsiteX6" fmla="*/ 544996 w 1517161"/>
                  <a:gd name="connsiteY6" fmla="*/ 119767 h 2348081"/>
                  <a:gd name="connsiteX7" fmla="*/ 471556 w 1517161"/>
                  <a:gd name="connsiteY7" fmla="*/ 250551 h 2348081"/>
                  <a:gd name="connsiteX8" fmla="*/ 466577 w 1517161"/>
                  <a:gd name="connsiteY8" fmla="*/ 260516 h 2348081"/>
                  <a:gd name="connsiteX9" fmla="*/ 15978 w 1517161"/>
                  <a:gd name="connsiteY9" fmla="*/ 467278 h 2348081"/>
                  <a:gd name="connsiteX10" fmla="*/ 181529 w 1517161"/>
                  <a:gd name="connsiteY10" fmla="*/ 1024043 h 2348081"/>
                  <a:gd name="connsiteX11" fmla="*/ 181529 w 1517161"/>
                  <a:gd name="connsiteY11" fmla="*/ 1025289 h 2348081"/>
                  <a:gd name="connsiteX12" fmla="*/ 181529 w 1517161"/>
                  <a:gd name="connsiteY12" fmla="*/ 2147537 h 2348081"/>
                  <a:gd name="connsiteX13" fmla="*/ 1500962 w 1517161"/>
                  <a:gd name="connsiteY13" fmla="*/ 2298250 h 2348081"/>
                  <a:gd name="connsiteX14" fmla="*/ 1463620 w 1517161"/>
                  <a:gd name="connsiteY14" fmla="*/ 639165 h 2348081"/>
                  <a:gd name="connsiteX15" fmla="*/ 1210936 w 1517161"/>
                  <a:gd name="connsiteY15" fmla="*/ 158380 h 2348081"/>
                  <a:gd name="connsiteX16" fmla="*/ 1207201 w 1517161"/>
                  <a:gd name="connsiteY16" fmla="*/ 150906 h 2348081"/>
                  <a:gd name="connsiteX17" fmla="*/ 1172349 w 1517161"/>
                  <a:gd name="connsiteY17" fmla="*/ 28842 h 2348081"/>
                  <a:gd name="connsiteX18" fmla="*/ 1137496 w 1517161"/>
                  <a:gd name="connsiteY18" fmla="*/ 17632 h 2348081"/>
                  <a:gd name="connsiteX19" fmla="*/ 1138751 w 1517161"/>
                  <a:gd name="connsiteY19" fmla="*/ 185 h 2348081"/>
                  <a:gd name="connsiteX20" fmla="*/ 1183563 w 1517161"/>
                  <a:gd name="connsiteY20" fmla="*/ 16377 h 2348081"/>
                  <a:gd name="connsiteX21" fmla="*/ 1223395 w 1517161"/>
                  <a:gd name="connsiteY21" fmla="*/ 144671 h 2348081"/>
                  <a:gd name="connsiteX22" fmla="*/ 1479818 w 1517161"/>
                  <a:gd name="connsiteY22" fmla="*/ 637916 h 2348081"/>
                  <a:gd name="connsiteX23" fmla="*/ 1517161 w 1517161"/>
                  <a:gd name="connsiteY23" fmla="*/ 2304486 h 2348081"/>
                  <a:gd name="connsiteX24" fmla="*/ 1510937 w 1517161"/>
                  <a:gd name="connsiteY24" fmla="*/ 2311959 h 2348081"/>
                  <a:gd name="connsiteX25" fmla="*/ 1005561 w 1517161"/>
                  <a:gd name="connsiteY25" fmla="*/ 2348081 h 2348081"/>
                  <a:gd name="connsiteX26" fmla="*/ 993113 w 1517161"/>
                  <a:gd name="connsiteY26" fmla="*/ 2348081 h 2348081"/>
                  <a:gd name="connsiteX27" fmla="*/ 170320 w 1517161"/>
                  <a:gd name="connsiteY27" fmla="*/ 2158755 h 2348081"/>
                  <a:gd name="connsiteX28" fmla="*/ 166586 w 1517161"/>
                  <a:gd name="connsiteY28" fmla="*/ 2151281 h 2348081"/>
                  <a:gd name="connsiteX29" fmla="*/ 166586 w 1517161"/>
                  <a:gd name="connsiteY29" fmla="*/ 1025288 h 2348081"/>
                  <a:gd name="connsiteX30" fmla="*/ 1032 w 1517161"/>
                  <a:gd name="connsiteY30" fmla="*/ 463536 h 2348081"/>
                  <a:gd name="connsiteX31" fmla="*/ 3521 w 1517161"/>
                  <a:gd name="connsiteY31" fmla="*/ 454817 h 2348081"/>
                  <a:gd name="connsiteX32" fmla="*/ 455373 w 1517161"/>
                  <a:gd name="connsiteY32" fmla="*/ 246807 h 2348081"/>
                  <a:gd name="connsiteX33" fmla="*/ 543751 w 1517161"/>
                  <a:gd name="connsiteY33" fmla="*/ 102322 h 2348081"/>
                  <a:gd name="connsiteX34" fmla="*/ 601011 w 1517161"/>
                  <a:gd name="connsiteY34" fmla="*/ 194494 h 2348081"/>
                  <a:gd name="connsiteX35" fmla="*/ 719264 w 1517161"/>
                  <a:gd name="connsiteY35" fmla="*/ 57481 h 2348081"/>
                  <a:gd name="connsiteX36" fmla="*/ 1138751 w 1517161"/>
                  <a:gd name="connsiteY36" fmla="*/ 185 h 23480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517161" h="2348081">
                    <a:moveTo>
                      <a:pt x="1137496" y="17632"/>
                    </a:moveTo>
                    <a:cubicBezTo>
                      <a:pt x="1080237" y="21368"/>
                      <a:pt x="836267" y="47525"/>
                      <a:pt x="721750" y="73682"/>
                    </a:cubicBezTo>
                    <a:cubicBezTo>
                      <a:pt x="615946" y="99838"/>
                      <a:pt x="615946" y="119767"/>
                      <a:pt x="614702" y="218167"/>
                    </a:cubicBezTo>
                    <a:cubicBezTo>
                      <a:pt x="614702" y="225640"/>
                      <a:pt x="614702" y="234359"/>
                      <a:pt x="614702" y="243078"/>
                    </a:cubicBezTo>
                    <a:cubicBezTo>
                      <a:pt x="614702" y="246814"/>
                      <a:pt x="612212" y="249306"/>
                      <a:pt x="608478" y="250551"/>
                    </a:cubicBezTo>
                    <a:cubicBezTo>
                      <a:pt x="604744" y="250551"/>
                      <a:pt x="601009" y="248060"/>
                      <a:pt x="599765" y="245569"/>
                    </a:cubicBezTo>
                    <a:cubicBezTo>
                      <a:pt x="581093" y="189519"/>
                      <a:pt x="556199" y="127241"/>
                      <a:pt x="544996" y="119767"/>
                    </a:cubicBezTo>
                    <a:cubicBezTo>
                      <a:pt x="464087" y="143433"/>
                      <a:pt x="456619" y="178309"/>
                      <a:pt x="471556" y="250551"/>
                    </a:cubicBezTo>
                    <a:cubicBezTo>
                      <a:pt x="471556" y="254288"/>
                      <a:pt x="469066" y="258024"/>
                      <a:pt x="466577" y="260516"/>
                    </a:cubicBezTo>
                    <a:lnTo>
                      <a:pt x="15978" y="467278"/>
                    </a:lnTo>
                    <a:lnTo>
                      <a:pt x="181529" y="1024043"/>
                    </a:lnTo>
                    <a:lnTo>
                      <a:pt x="181529" y="1025289"/>
                    </a:lnTo>
                    <a:lnTo>
                      <a:pt x="181529" y="2147537"/>
                    </a:lnTo>
                    <a:cubicBezTo>
                      <a:pt x="561177" y="2422806"/>
                      <a:pt x="1415074" y="2310705"/>
                      <a:pt x="1500962" y="2298250"/>
                    </a:cubicBezTo>
                    <a:cubicBezTo>
                      <a:pt x="1498473" y="2199851"/>
                      <a:pt x="1477312" y="1112478"/>
                      <a:pt x="1463620" y="639165"/>
                    </a:cubicBezTo>
                    <a:cubicBezTo>
                      <a:pt x="1452417" y="275462"/>
                      <a:pt x="1213425" y="159625"/>
                      <a:pt x="1210936" y="158380"/>
                    </a:cubicBezTo>
                    <a:cubicBezTo>
                      <a:pt x="1208446" y="157134"/>
                      <a:pt x="1207201" y="154643"/>
                      <a:pt x="1207201" y="150906"/>
                    </a:cubicBezTo>
                    <a:cubicBezTo>
                      <a:pt x="1207201" y="150906"/>
                      <a:pt x="1207201" y="62472"/>
                      <a:pt x="1172349" y="28842"/>
                    </a:cubicBezTo>
                    <a:cubicBezTo>
                      <a:pt x="1163635" y="18877"/>
                      <a:pt x="1151188" y="15140"/>
                      <a:pt x="1137496" y="17632"/>
                    </a:cubicBezTo>
                    <a:close/>
                    <a:moveTo>
                      <a:pt x="1138751" y="185"/>
                    </a:moveTo>
                    <a:cubicBezTo>
                      <a:pt x="1156178" y="-1061"/>
                      <a:pt x="1172360" y="3922"/>
                      <a:pt x="1183563" y="16377"/>
                    </a:cubicBezTo>
                    <a:cubicBezTo>
                      <a:pt x="1219661" y="50008"/>
                      <a:pt x="1223395" y="125987"/>
                      <a:pt x="1223395" y="144671"/>
                    </a:cubicBezTo>
                    <a:cubicBezTo>
                      <a:pt x="1257004" y="163354"/>
                      <a:pt x="1469860" y="292894"/>
                      <a:pt x="1479818" y="637916"/>
                    </a:cubicBezTo>
                    <a:cubicBezTo>
                      <a:pt x="1494755" y="1131161"/>
                      <a:pt x="1517161" y="2292031"/>
                      <a:pt x="1517161" y="2304486"/>
                    </a:cubicBezTo>
                    <a:cubicBezTo>
                      <a:pt x="1517161" y="2308223"/>
                      <a:pt x="1514671" y="2311959"/>
                      <a:pt x="1510937" y="2311959"/>
                    </a:cubicBezTo>
                    <a:cubicBezTo>
                      <a:pt x="1508448" y="2313205"/>
                      <a:pt x="1280655" y="2348081"/>
                      <a:pt x="1005561" y="2348081"/>
                    </a:cubicBezTo>
                    <a:cubicBezTo>
                      <a:pt x="1001826" y="2348081"/>
                      <a:pt x="998092" y="2348081"/>
                      <a:pt x="993113" y="2348081"/>
                    </a:cubicBezTo>
                    <a:cubicBezTo>
                      <a:pt x="732956" y="2346835"/>
                      <a:pt x="380686" y="2313205"/>
                      <a:pt x="170320" y="2158755"/>
                    </a:cubicBezTo>
                    <a:cubicBezTo>
                      <a:pt x="167831" y="2157509"/>
                      <a:pt x="166586" y="2155018"/>
                      <a:pt x="166586" y="2151281"/>
                    </a:cubicBezTo>
                    <a:lnTo>
                      <a:pt x="166586" y="1025288"/>
                    </a:lnTo>
                    <a:lnTo>
                      <a:pt x="1032" y="463536"/>
                    </a:lnTo>
                    <a:cubicBezTo>
                      <a:pt x="-1458" y="459800"/>
                      <a:pt x="1032" y="456063"/>
                      <a:pt x="3521" y="454817"/>
                    </a:cubicBezTo>
                    <a:lnTo>
                      <a:pt x="455373" y="246807"/>
                    </a:lnTo>
                    <a:cubicBezTo>
                      <a:pt x="441680" y="173319"/>
                      <a:pt x="452883" y="128479"/>
                      <a:pt x="543751" y="102322"/>
                    </a:cubicBezTo>
                    <a:cubicBezTo>
                      <a:pt x="548730" y="101076"/>
                      <a:pt x="564912" y="97339"/>
                      <a:pt x="601011" y="194494"/>
                    </a:cubicBezTo>
                    <a:cubicBezTo>
                      <a:pt x="602255" y="113532"/>
                      <a:pt x="609724" y="83638"/>
                      <a:pt x="719264" y="57481"/>
                    </a:cubicBezTo>
                    <a:cubicBezTo>
                      <a:pt x="833783" y="30079"/>
                      <a:pt x="1080247" y="3922"/>
                      <a:pt x="1138751" y="1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22BDF63D-9686-2F45-BBC9-183866D5D171}"/>
                  </a:ext>
                </a:extLst>
              </p:cNvPr>
              <p:cNvSpPr/>
              <p:nvPr/>
            </p:nvSpPr>
            <p:spPr>
              <a:xfrm>
                <a:off x="13276406" y="10170478"/>
                <a:ext cx="285286" cy="52092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0" h="419">
                    <a:moveTo>
                      <a:pt x="6" y="419"/>
                    </a:moveTo>
                    <a:cubicBezTo>
                      <a:pt x="2" y="419"/>
                      <a:pt x="0" y="416"/>
                      <a:pt x="0" y="412"/>
                    </a:cubicBezTo>
                    <a:cubicBezTo>
                      <a:pt x="0" y="410"/>
                      <a:pt x="37" y="172"/>
                      <a:pt x="220" y="1"/>
                    </a:cubicBezTo>
                    <a:cubicBezTo>
                      <a:pt x="223" y="0"/>
                      <a:pt x="227" y="0"/>
                      <a:pt x="229" y="1"/>
                    </a:cubicBezTo>
                    <a:cubicBezTo>
                      <a:pt x="231" y="4"/>
                      <a:pt x="231" y="8"/>
                      <a:pt x="229" y="10"/>
                    </a:cubicBezTo>
                    <a:cubicBezTo>
                      <a:pt x="49" y="178"/>
                      <a:pt x="13" y="412"/>
                      <a:pt x="13" y="414"/>
                    </a:cubicBezTo>
                    <a:cubicBezTo>
                      <a:pt x="13" y="417"/>
                      <a:pt x="10" y="419"/>
                      <a:pt x="6" y="4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D115C2CC-5A01-EF41-8D1A-189D54CDA46C}"/>
                  </a:ext>
                </a:extLst>
              </p:cNvPr>
              <p:cNvSpPr/>
              <p:nvPr/>
            </p:nvSpPr>
            <p:spPr>
              <a:xfrm>
                <a:off x="13768494" y="10758698"/>
                <a:ext cx="78485" cy="55083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4" h="443">
                    <a:moveTo>
                      <a:pt x="58" y="443"/>
                    </a:moveTo>
                    <a:lnTo>
                      <a:pt x="17" y="443"/>
                    </a:lnTo>
                    <a:cubicBezTo>
                      <a:pt x="13" y="443"/>
                      <a:pt x="10" y="441"/>
                      <a:pt x="10" y="438"/>
                    </a:cubicBezTo>
                    <a:cubicBezTo>
                      <a:pt x="10" y="436"/>
                      <a:pt x="-16" y="212"/>
                      <a:pt x="15" y="5"/>
                    </a:cubicBezTo>
                    <a:cubicBezTo>
                      <a:pt x="16" y="3"/>
                      <a:pt x="19" y="0"/>
                      <a:pt x="23" y="0"/>
                    </a:cubicBezTo>
                    <a:cubicBezTo>
                      <a:pt x="26" y="0"/>
                      <a:pt x="28" y="4"/>
                      <a:pt x="28" y="7"/>
                    </a:cubicBezTo>
                    <a:cubicBezTo>
                      <a:pt x="0" y="194"/>
                      <a:pt x="18" y="395"/>
                      <a:pt x="22" y="431"/>
                    </a:cubicBezTo>
                    <a:lnTo>
                      <a:pt x="58" y="431"/>
                    </a:lnTo>
                    <a:cubicBezTo>
                      <a:pt x="62" y="431"/>
                      <a:pt x="64" y="434"/>
                      <a:pt x="64" y="437"/>
                    </a:cubicBezTo>
                    <a:cubicBezTo>
                      <a:pt x="64" y="441"/>
                      <a:pt x="62" y="443"/>
                      <a:pt x="58" y="4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EFAF7359-67AC-4548-B694-B54820147225}"/>
                  </a:ext>
                </a:extLst>
              </p:cNvPr>
              <p:cNvSpPr/>
              <p:nvPr/>
            </p:nvSpPr>
            <p:spPr>
              <a:xfrm>
                <a:off x="13100749" y="8213898"/>
                <a:ext cx="1380337" cy="12387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09" h="995">
                    <a:moveTo>
                      <a:pt x="74" y="292"/>
                    </a:moveTo>
                    <a:cubicBezTo>
                      <a:pt x="74" y="292"/>
                      <a:pt x="-13" y="354"/>
                      <a:pt x="2" y="442"/>
                    </a:cubicBezTo>
                    <a:cubicBezTo>
                      <a:pt x="18" y="536"/>
                      <a:pt x="152" y="556"/>
                      <a:pt x="263" y="515"/>
                    </a:cubicBezTo>
                    <a:cubicBezTo>
                      <a:pt x="263" y="515"/>
                      <a:pt x="334" y="634"/>
                      <a:pt x="461" y="567"/>
                    </a:cubicBezTo>
                    <a:cubicBezTo>
                      <a:pt x="461" y="567"/>
                      <a:pt x="504" y="678"/>
                      <a:pt x="530" y="672"/>
                    </a:cubicBezTo>
                    <a:cubicBezTo>
                      <a:pt x="556" y="666"/>
                      <a:pt x="624" y="645"/>
                      <a:pt x="624" y="645"/>
                    </a:cubicBezTo>
                    <a:cubicBezTo>
                      <a:pt x="624" y="645"/>
                      <a:pt x="588" y="553"/>
                      <a:pt x="657" y="530"/>
                    </a:cubicBezTo>
                    <a:cubicBezTo>
                      <a:pt x="704" y="515"/>
                      <a:pt x="768" y="546"/>
                      <a:pt x="794" y="656"/>
                    </a:cubicBezTo>
                    <a:cubicBezTo>
                      <a:pt x="819" y="766"/>
                      <a:pt x="717" y="789"/>
                      <a:pt x="717" y="789"/>
                    </a:cubicBezTo>
                    <a:cubicBezTo>
                      <a:pt x="717" y="789"/>
                      <a:pt x="731" y="948"/>
                      <a:pt x="856" y="987"/>
                    </a:cubicBezTo>
                    <a:cubicBezTo>
                      <a:pt x="981" y="1026"/>
                      <a:pt x="970" y="910"/>
                      <a:pt x="970" y="910"/>
                    </a:cubicBezTo>
                    <a:cubicBezTo>
                      <a:pt x="970" y="910"/>
                      <a:pt x="1046" y="927"/>
                      <a:pt x="1071" y="879"/>
                    </a:cubicBezTo>
                    <a:cubicBezTo>
                      <a:pt x="1094" y="835"/>
                      <a:pt x="1053" y="763"/>
                      <a:pt x="1053" y="763"/>
                    </a:cubicBezTo>
                    <a:cubicBezTo>
                      <a:pt x="1053" y="763"/>
                      <a:pt x="1101" y="742"/>
                      <a:pt x="1109" y="687"/>
                    </a:cubicBezTo>
                    <a:cubicBezTo>
                      <a:pt x="1116" y="632"/>
                      <a:pt x="1046" y="561"/>
                      <a:pt x="1046" y="561"/>
                    </a:cubicBezTo>
                    <a:cubicBezTo>
                      <a:pt x="1046" y="561"/>
                      <a:pt x="1092" y="510"/>
                      <a:pt x="1084" y="456"/>
                    </a:cubicBezTo>
                    <a:cubicBezTo>
                      <a:pt x="1076" y="402"/>
                      <a:pt x="991" y="365"/>
                      <a:pt x="991" y="365"/>
                    </a:cubicBezTo>
                    <a:cubicBezTo>
                      <a:pt x="991" y="365"/>
                      <a:pt x="1022" y="283"/>
                      <a:pt x="992" y="234"/>
                    </a:cubicBezTo>
                    <a:cubicBezTo>
                      <a:pt x="962" y="186"/>
                      <a:pt x="871" y="197"/>
                      <a:pt x="871" y="197"/>
                    </a:cubicBezTo>
                    <a:cubicBezTo>
                      <a:pt x="871" y="197"/>
                      <a:pt x="869" y="123"/>
                      <a:pt x="818" y="85"/>
                    </a:cubicBezTo>
                    <a:cubicBezTo>
                      <a:pt x="768" y="47"/>
                      <a:pt x="658" y="90"/>
                      <a:pt x="658" y="90"/>
                    </a:cubicBezTo>
                    <a:cubicBezTo>
                      <a:pt x="658" y="90"/>
                      <a:pt x="631" y="2"/>
                      <a:pt x="553" y="0"/>
                    </a:cubicBezTo>
                    <a:cubicBezTo>
                      <a:pt x="475" y="-2"/>
                      <a:pt x="424" y="69"/>
                      <a:pt x="424" y="69"/>
                    </a:cubicBezTo>
                    <a:cubicBezTo>
                      <a:pt x="424" y="69"/>
                      <a:pt x="347" y="12"/>
                      <a:pt x="292" y="39"/>
                    </a:cubicBezTo>
                    <a:cubicBezTo>
                      <a:pt x="236" y="66"/>
                      <a:pt x="237" y="151"/>
                      <a:pt x="237" y="151"/>
                    </a:cubicBezTo>
                    <a:cubicBezTo>
                      <a:pt x="237" y="151"/>
                      <a:pt x="152" y="112"/>
                      <a:pt x="100" y="152"/>
                    </a:cubicBezTo>
                    <a:cubicBezTo>
                      <a:pt x="49" y="191"/>
                      <a:pt x="74" y="292"/>
                      <a:pt x="74" y="29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BA5DF53F-3480-7E4A-BB92-ECE85A2E8C17}"/>
                  </a:ext>
                </a:extLst>
              </p:cNvPr>
              <p:cNvSpPr/>
              <p:nvPr/>
            </p:nvSpPr>
            <p:spPr>
              <a:xfrm>
                <a:off x="13092534" y="8205174"/>
                <a:ext cx="1396829" cy="1254949"/>
              </a:xfrm>
              <a:custGeom>
                <a:avLst/>
                <a:gdLst>
                  <a:gd name="connsiteX0" fmla="*/ 692782 w 1396829"/>
                  <a:gd name="connsiteY0" fmla="*/ 16201 h 1254949"/>
                  <a:gd name="connsiteX1" fmla="*/ 542179 w 1396829"/>
                  <a:gd name="connsiteY1" fmla="*/ 99614 h 1254949"/>
                  <a:gd name="connsiteX2" fmla="*/ 535956 w 1396829"/>
                  <a:gd name="connsiteY2" fmla="*/ 103349 h 1254949"/>
                  <a:gd name="connsiteX3" fmla="*/ 530977 w 1396829"/>
                  <a:gd name="connsiteY3" fmla="*/ 102104 h 1254949"/>
                  <a:gd name="connsiteX4" fmla="*/ 375395 w 1396829"/>
                  <a:gd name="connsiteY4" fmla="*/ 64755 h 1254949"/>
                  <a:gd name="connsiteX5" fmla="*/ 310673 w 1396829"/>
                  <a:gd name="connsiteY5" fmla="*/ 196720 h 1254949"/>
                  <a:gd name="connsiteX6" fmla="*/ 308184 w 1396829"/>
                  <a:gd name="connsiteY6" fmla="*/ 204190 h 1254949"/>
                  <a:gd name="connsiteX7" fmla="*/ 300716 w 1396829"/>
                  <a:gd name="connsiteY7" fmla="*/ 204190 h 1254949"/>
                  <a:gd name="connsiteX8" fmla="*/ 137666 w 1396829"/>
                  <a:gd name="connsiteY8" fmla="*/ 204190 h 1254949"/>
                  <a:gd name="connsiteX9" fmla="*/ 107794 w 1396829"/>
                  <a:gd name="connsiteY9" fmla="*/ 369770 h 1254949"/>
                  <a:gd name="connsiteX10" fmla="*/ 105305 w 1396829"/>
                  <a:gd name="connsiteY10" fmla="*/ 378485 h 1254949"/>
                  <a:gd name="connsiteX11" fmla="*/ 18179 w 1396829"/>
                  <a:gd name="connsiteY11" fmla="*/ 556514 h 1254949"/>
                  <a:gd name="connsiteX12" fmla="*/ 77923 w 1396829"/>
                  <a:gd name="connsiteY12" fmla="*/ 638682 h 1254949"/>
                  <a:gd name="connsiteX13" fmla="*/ 333077 w 1396829"/>
                  <a:gd name="connsiteY13" fmla="*/ 642417 h 1254949"/>
                  <a:gd name="connsiteX14" fmla="*/ 343034 w 1396829"/>
                  <a:gd name="connsiteY14" fmla="*/ 646151 h 1254949"/>
                  <a:gd name="connsiteX15" fmla="*/ 578274 w 1396829"/>
                  <a:gd name="connsiteY15" fmla="*/ 707155 h 1254949"/>
                  <a:gd name="connsiteX16" fmla="*/ 584497 w 1396829"/>
                  <a:gd name="connsiteY16" fmla="*/ 707155 h 1254949"/>
                  <a:gd name="connsiteX17" fmla="*/ 589476 w 1396829"/>
                  <a:gd name="connsiteY17" fmla="*/ 712134 h 1254949"/>
                  <a:gd name="connsiteX18" fmla="*/ 666645 w 1396829"/>
                  <a:gd name="connsiteY18" fmla="*/ 836630 h 1254949"/>
                  <a:gd name="connsiteX19" fmla="*/ 774930 w 1396829"/>
                  <a:gd name="connsiteY19" fmla="*/ 806751 h 1254949"/>
                  <a:gd name="connsiteX20" fmla="*/ 774930 w 1396829"/>
                  <a:gd name="connsiteY20" fmla="*/ 703420 h 1254949"/>
                  <a:gd name="connsiteX21" fmla="*/ 823471 w 1396829"/>
                  <a:gd name="connsiteY21" fmla="*/ 662336 h 1254949"/>
                  <a:gd name="connsiteX22" fmla="*/ 909352 w 1396829"/>
                  <a:gd name="connsiteY22" fmla="*/ 671051 h 1254949"/>
                  <a:gd name="connsiteX23" fmla="*/ 1003946 w 1396829"/>
                  <a:gd name="connsiteY23" fmla="*/ 824181 h 1254949"/>
                  <a:gd name="connsiteX24" fmla="*/ 990255 w 1396829"/>
                  <a:gd name="connsiteY24" fmla="*/ 937472 h 1254949"/>
                  <a:gd name="connsiteX25" fmla="*/ 910597 w 1396829"/>
                  <a:gd name="connsiteY25" fmla="*/ 997231 h 1254949"/>
                  <a:gd name="connsiteX26" fmla="*/ 1076136 w 1396829"/>
                  <a:gd name="connsiteY26" fmla="*/ 1230038 h 1254949"/>
                  <a:gd name="connsiteX27" fmla="*/ 1179442 w 1396829"/>
                  <a:gd name="connsiteY27" fmla="*/ 1225058 h 1254949"/>
                  <a:gd name="connsiteX28" fmla="*/ 1208070 w 1396829"/>
                  <a:gd name="connsiteY28" fmla="*/ 1142891 h 1254949"/>
                  <a:gd name="connsiteX29" fmla="*/ 1210559 w 1396829"/>
                  <a:gd name="connsiteY29" fmla="*/ 1136666 h 1254949"/>
                  <a:gd name="connsiteX30" fmla="*/ 1218027 w 1396829"/>
                  <a:gd name="connsiteY30" fmla="*/ 1134176 h 1254949"/>
                  <a:gd name="connsiteX31" fmla="*/ 1333780 w 1396829"/>
                  <a:gd name="connsiteY31" fmla="*/ 1099317 h 1254949"/>
                  <a:gd name="connsiteX32" fmla="*/ 1311376 w 1396829"/>
                  <a:gd name="connsiteY32" fmla="*/ 962372 h 1254949"/>
                  <a:gd name="connsiteX33" fmla="*/ 1310131 w 1396829"/>
                  <a:gd name="connsiteY33" fmla="*/ 956147 h 1254949"/>
                  <a:gd name="connsiteX34" fmla="*/ 1315110 w 1396829"/>
                  <a:gd name="connsiteY34" fmla="*/ 949922 h 1254949"/>
                  <a:gd name="connsiteX35" fmla="*/ 1379832 w 1396829"/>
                  <a:gd name="connsiteY35" fmla="*/ 864020 h 1254949"/>
                  <a:gd name="connsiteX36" fmla="*/ 1305153 w 1396829"/>
                  <a:gd name="connsiteY36" fmla="*/ 712134 h 1254949"/>
                  <a:gd name="connsiteX37" fmla="*/ 1305153 w 1396829"/>
                  <a:gd name="connsiteY37" fmla="*/ 702175 h 1254949"/>
                  <a:gd name="connsiteX38" fmla="*/ 1349960 w 1396829"/>
                  <a:gd name="connsiteY38" fmla="*/ 577679 h 1254949"/>
                  <a:gd name="connsiteX39" fmla="*/ 1239186 w 1396829"/>
                  <a:gd name="connsiteY39" fmla="*/ 470612 h 1254949"/>
                  <a:gd name="connsiteX40" fmla="*/ 1235452 w 1396829"/>
                  <a:gd name="connsiteY40" fmla="*/ 460652 h 1254949"/>
                  <a:gd name="connsiteX41" fmla="*/ 1236697 w 1396829"/>
                  <a:gd name="connsiteY41" fmla="*/ 305032 h 1254949"/>
                  <a:gd name="connsiteX42" fmla="*/ 1093561 w 1396829"/>
                  <a:gd name="connsiteY42" fmla="*/ 261458 h 1254949"/>
                  <a:gd name="connsiteX43" fmla="*/ 1087338 w 1396829"/>
                  <a:gd name="connsiteY43" fmla="*/ 260213 h 1254949"/>
                  <a:gd name="connsiteX44" fmla="*/ 1084849 w 1396829"/>
                  <a:gd name="connsiteY44" fmla="*/ 253989 h 1254949"/>
                  <a:gd name="connsiteX45" fmla="*/ 1021371 w 1396829"/>
                  <a:gd name="connsiteY45" fmla="*/ 120778 h 1254949"/>
                  <a:gd name="connsiteX46" fmla="*/ 829694 w 1396829"/>
                  <a:gd name="connsiteY46" fmla="*/ 128248 h 1254949"/>
                  <a:gd name="connsiteX47" fmla="*/ 824716 w 1396829"/>
                  <a:gd name="connsiteY47" fmla="*/ 128248 h 1254949"/>
                  <a:gd name="connsiteX48" fmla="*/ 819737 w 1396829"/>
                  <a:gd name="connsiteY48" fmla="*/ 123268 h 1254949"/>
                  <a:gd name="connsiteX49" fmla="*/ 696516 w 1396829"/>
                  <a:gd name="connsiteY49" fmla="*/ 16201 h 1254949"/>
                  <a:gd name="connsiteX50" fmla="*/ 692782 w 1396829"/>
                  <a:gd name="connsiteY50" fmla="*/ 16201 h 1254949"/>
                  <a:gd name="connsiteX51" fmla="*/ 692783 w 1396829"/>
                  <a:gd name="connsiteY51" fmla="*/ 0 h 1254949"/>
                  <a:gd name="connsiteX52" fmla="*/ 696517 w 1396829"/>
                  <a:gd name="connsiteY52" fmla="*/ 0 h 1254949"/>
                  <a:gd name="connsiteX53" fmla="*/ 832187 w 1396829"/>
                  <a:gd name="connsiteY53" fmla="*/ 110804 h 1254949"/>
                  <a:gd name="connsiteX54" fmla="*/ 1032581 w 1396829"/>
                  <a:gd name="connsiteY54" fmla="*/ 108314 h 1254949"/>
                  <a:gd name="connsiteX55" fmla="*/ 1099794 w 1396829"/>
                  <a:gd name="connsiteY55" fmla="*/ 245263 h 1254949"/>
                  <a:gd name="connsiteX56" fmla="*/ 1249156 w 1396829"/>
                  <a:gd name="connsiteY56" fmla="*/ 296307 h 1254949"/>
                  <a:gd name="connsiteX57" fmla="*/ 1251645 w 1396829"/>
                  <a:gd name="connsiteY57" fmla="*/ 459401 h 1254949"/>
                  <a:gd name="connsiteX58" fmla="*/ 1364911 w 1396829"/>
                  <a:gd name="connsiteY58" fmla="*/ 575185 h 1254949"/>
                  <a:gd name="connsiteX59" fmla="*/ 1320102 w 1396829"/>
                  <a:gd name="connsiteY59" fmla="*/ 707154 h 1254949"/>
                  <a:gd name="connsiteX60" fmla="*/ 1396028 w 1396829"/>
                  <a:gd name="connsiteY60" fmla="*/ 866512 h 1254949"/>
                  <a:gd name="connsiteX61" fmla="*/ 1328815 w 1396829"/>
                  <a:gd name="connsiteY61" fmla="*/ 962377 h 1254949"/>
                  <a:gd name="connsiteX62" fmla="*/ 1347485 w 1396829"/>
                  <a:gd name="connsiteY62" fmla="*/ 1106795 h 1254949"/>
                  <a:gd name="connsiteX63" fmla="*/ 1224262 w 1396829"/>
                  <a:gd name="connsiteY63" fmla="*/ 1151615 h 1254949"/>
                  <a:gd name="connsiteX64" fmla="*/ 1189411 w 1396829"/>
                  <a:gd name="connsiteY64" fmla="*/ 1236274 h 1254949"/>
                  <a:gd name="connsiteX65" fmla="*/ 1130911 w 1396829"/>
                  <a:gd name="connsiteY65" fmla="*/ 1254949 h 1254949"/>
                  <a:gd name="connsiteX66" fmla="*/ 1071166 w 1396829"/>
                  <a:gd name="connsiteY66" fmla="*/ 1244989 h 1254949"/>
                  <a:gd name="connsiteX67" fmla="*/ 893177 w 1396829"/>
                  <a:gd name="connsiteY67" fmla="*/ 992256 h 1254949"/>
                  <a:gd name="connsiteX68" fmla="*/ 899400 w 1396829"/>
                  <a:gd name="connsiteY68" fmla="*/ 983541 h 1254949"/>
                  <a:gd name="connsiteX69" fmla="*/ 976570 w 1396829"/>
                  <a:gd name="connsiteY69" fmla="*/ 928762 h 1254949"/>
                  <a:gd name="connsiteX70" fmla="*/ 987772 w 1396829"/>
                  <a:gd name="connsiteY70" fmla="*/ 827918 h 1254949"/>
                  <a:gd name="connsiteX71" fmla="*/ 900645 w 1396829"/>
                  <a:gd name="connsiteY71" fmla="*/ 684744 h 1254949"/>
                  <a:gd name="connsiteX72" fmla="*/ 828453 w 1396829"/>
                  <a:gd name="connsiteY72" fmla="*/ 676029 h 1254949"/>
                  <a:gd name="connsiteX73" fmla="*/ 788623 w 1396829"/>
                  <a:gd name="connsiteY73" fmla="*/ 709644 h 1254949"/>
                  <a:gd name="connsiteX74" fmla="*/ 792357 w 1396829"/>
                  <a:gd name="connsiteY74" fmla="*/ 809243 h 1254949"/>
                  <a:gd name="connsiteX75" fmla="*/ 792357 w 1396829"/>
                  <a:gd name="connsiteY75" fmla="*/ 815468 h 1254949"/>
                  <a:gd name="connsiteX76" fmla="*/ 786134 w 1396829"/>
                  <a:gd name="connsiteY76" fmla="*/ 819203 h 1254949"/>
                  <a:gd name="connsiteX77" fmla="*/ 669134 w 1396829"/>
                  <a:gd name="connsiteY77" fmla="*/ 852818 h 1254949"/>
                  <a:gd name="connsiteX78" fmla="*/ 578272 w 1396829"/>
                  <a:gd name="connsiteY78" fmla="*/ 725829 h 1254949"/>
                  <a:gd name="connsiteX79" fmla="*/ 333070 w 1396829"/>
                  <a:gd name="connsiteY79" fmla="*/ 659844 h 1254949"/>
                  <a:gd name="connsiteX80" fmla="*/ 70442 w 1396829"/>
                  <a:gd name="connsiteY80" fmla="*/ 652374 h 1254949"/>
                  <a:gd name="connsiteX81" fmla="*/ 1984 w 1396829"/>
                  <a:gd name="connsiteY81" fmla="*/ 560245 h 1254949"/>
                  <a:gd name="connsiteX82" fmla="*/ 41814 w 1396829"/>
                  <a:gd name="connsiteY82" fmla="*/ 419561 h 1254949"/>
                  <a:gd name="connsiteX83" fmla="*/ 91601 w 1396829"/>
                  <a:gd name="connsiteY83" fmla="*/ 368517 h 1254949"/>
                  <a:gd name="connsiteX84" fmla="*/ 127697 w 1396829"/>
                  <a:gd name="connsiteY84" fmla="*/ 191728 h 1254949"/>
                  <a:gd name="connsiteX85" fmla="*/ 295729 w 1396829"/>
                  <a:gd name="connsiteY85" fmla="*/ 185503 h 1254949"/>
                  <a:gd name="connsiteX86" fmla="*/ 367921 w 1396829"/>
                  <a:gd name="connsiteY86" fmla="*/ 51045 h 1254949"/>
                  <a:gd name="connsiteX87" fmla="*/ 534708 w 1396829"/>
                  <a:gd name="connsiteY87" fmla="*/ 83415 h 1254949"/>
                  <a:gd name="connsiteX88" fmla="*/ 692783 w 1396829"/>
                  <a:gd name="connsiteY88" fmla="*/ 0 h 1254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</a:cxnLst>
                <a:rect l="l" t="t" r="r" b="b"/>
                <a:pathLst>
                  <a:path w="1396829" h="1254949">
                    <a:moveTo>
                      <a:pt x="692782" y="16201"/>
                    </a:moveTo>
                    <a:cubicBezTo>
                      <a:pt x="603167" y="16201"/>
                      <a:pt x="542179" y="98369"/>
                      <a:pt x="542179" y="99614"/>
                    </a:cubicBezTo>
                    <a:cubicBezTo>
                      <a:pt x="540934" y="102104"/>
                      <a:pt x="538445" y="102104"/>
                      <a:pt x="535956" y="103349"/>
                    </a:cubicBezTo>
                    <a:cubicBezTo>
                      <a:pt x="534711" y="103349"/>
                      <a:pt x="532222" y="102104"/>
                      <a:pt x="530977" y="102104"/>
                    </a:cubicBezTo>
                    <a:cubicBezTo>
                      <a:pt x="529733" y="100859"/>
                      <a:pt x="438873" y="33631"/>
                      <a:pt x="375395" y="64755"/>
                    </a:cubicBezTo>
                    <a:cubicBezTo>
                      <a:pt x="310673" y="95879"/>
                      <a:pt x="310673" y="195475"/>
                      <a:pt x="310673" y="196720"/>
                    </a:cubicBezTo>
                    <a:cubicBezTo>
                      <a:pt x="310673" y="199210"/>
                      <a:pt x="310673" y="201700"/>
                      <a:pt x="308184" y="204190"/>
                    </a:cubicBezTo>
                    <a:cubicBezTo>
                      <a:pt x="305695" y="205435"/>
                      <a:pt x="303205" y="205435"/>
                      <a:pt x="300716" y="204190"/>
                    </a:cubicBezTo>
                    <a:cubicBezTo>
                      <a:pt x="299471" y="204190"/>
                      <a:pt x="197410" y="159372"/>
                      <a:pt x="137666" y="204190"/>
                    </a:cubicBezTo>
                    <a:cubicBezTo>
                      <a:pt x="79167" y="250254"/>
                      <a:pt x="107794" y="368525"/>
                      <a:pt x="107794" y="369770"/>
                    </a:cubicBezTo>
                    <a:cubicBezTo>
                      <a:pt x="109039" y="373505"/>
                      <a:pt x="107794" y="375995"/>
                      <a:pt x="105305" y="378485"/>
                    </a:cubicBezTo>
                    <a:cubicBezTo>
                      <a:pt x="104061" y="378485"/>
                      <a:pt x="754" y="454427"/>
                      <a:pt x="18179" y="556514"/>
                    </a:cubicBezTo>
                    <a:cubicBezTo>
                      <a:pt x="24403" y="592618"/>
                      <a:pt x="44317" y="620007"/>
                      <a:pt x="77923" y="638682"/>
                    </a:cubicBezTo>
                    <a:cubicBezTo>
                      <a:pt x="138911" y="674786"/>
                      <a:pt x="242217" y="676030"/>
                      <a:pt x="333077" y="642417"/>
                    </a:cubicBezTo>
                    <a:cubicBezTo>
                      <a:pt x="336811" y="641172"/>
                      <a:pt x="340545" y="642417"/>
                      <a:pt x="343034" y="646151"/>
                    </a:cubicBezTo>
                    <a:cubicBezTo>
                      <a:pt x="346768" y="652376"/>
                      <a:pt x="428916" y="785587"/>
                      <a:pt x="578274" y="707155"/>
                    </a:cubicBezTo>
                    <a:cubicBezTo>
                      <a:pt x="580763" y="707155"/>
                      <a:pt x="583253" y="707155"/>
                      <a:pt x="584497" y="707155"/>
                    </a:cubicBezTo>
                    <a:cubicBezTo>
                      <a:pt x="586987" y="708400"/>
                      <a:pt x="589476" y="709644"/>
                      <a:pt x="589476" y="712134"/>
                    </a:cubicBezTo>
                    <a:cubicBezTo>
                      <a:pt x="620592" y="790567"/>
                      <a:pt x="654198" y="840365"/>
                      <a:pt x="666645" y="836630"/>
                    </a:cubicBezTo>
                    <a:cubicBezTo>
                      <a:pt x="692782" y="831651"/>
                      <a:pt x="752526" y="812976"/>
                      <a:pt x="774930" y="806751"/>
                    </a:cubicBezTo>
                    <a:cubicBezTo>
                      <a:pt x="768706" y="788077"/>
                      <a:pt x="756260" y="740768"/>
                      <a:pt x="774930" y="703420"/>
                    </a:cubicBezTo>
                    <a:cubicBezTo>
                      <a:pt x="783642" y="683500"/>
                      <a:pt x="799823" y="668561"/>
                      <a:pt x="823471" y="662336"/>
                    </a:cubicBezTo>
                    <a:cubicBezTo>
                      <a:pt x="850854" y="652376"/>
                      <a:pt x="881970" y="656111"/>
                      <a:pt x="909352" y="671051"/>
                    </a:cubicBezTo>
                    <a:cubicBezTo>
                      <a:pt x="940469" y="688480"/>
                      <a:pt x="981542" y="729564"/>
                      <a:pt x="1003946" y="824181"/>
                    </a:cubicBezTo>
                    <a:cubicBezTo>
                      <a:pt x="1013903" y="867755"/>
                      <a:pt x="1008925" y="906348"/>
                      <a:pt x="990255" y="937472"/>
                    </a:cubicBezTo>
                    <a:cubicBezTo>
                      <a:pt x="965362" y="976066"/>
                      <a:pt x="926778" y="992251"/>
                      <a:pt x="910597" y="997231"/>
                    </a:cubicBezTo>
                    <a:cubicBezTo>
                      <a:pt x="914331" y="1030844"/>
                      <a:pt x="942958" y="1187710"/>
                      <a:pt x="1076136" y="1230038"/>
                    </a:cubicBezTo>
                    <a:cubicBezTo>
                      <a:pt x="1122188" y="1244978"/>
                      <a:pt x="1157039" y="1242488"/>
                      <a:pt x="1179442" y="1225058"/>
                    </a:cubicBezTo>
                    <a:cubicBezTo>
                      <a:pt x="1213048" y="1197669"/>
                      <a:pt x="1208070" y="1142891"/>
                      <a:pt x="1208070" y="1142891"/>
                    </a:cubicBezTo>
                    <a:cubicBezTo>
                      <a:pt x="1208070" y="1140401"/>
                      <a:pt x="1209314" y="1137911"/>
                      <a:pt x="1210559" y="1136666"/>
                    </a:cubicBezTo>
                    <a:cubicBezTo>
                      <a:pt x="1213048" y="1134176"/>
                      <a:pt x="1215538" y="1134176"/>
                      <a:pt x="1218027" y="1134176"/>
                    </a:cubicBezTo>
                    <a:cubicBezTo>
                      <a:pt x="1219272" y="1134176"/>
                      <a:pt x="1306397" y="1152851"/>
                      <a:pt x="1333780" y="1099317"/>
                    </a:cubicBezTo>
                    <a:cubicBezTo>
                      <a:pt x="1359918" y="1048274"/>
                      <a:pt x="1312621" y="962372"/>
                      <a:pt x="1311376" y="962372"/>
                    </a:cubicBezTo>
                    <a:cubicBezTo>
                      <a:pt x="1310131" y="959882"/>
                      <a:pt x="1310131" y="957392"/>
                      <a:pt x="1310131" y="956147"/>
                    </a:cubicBezTo>
                    <a:cubicBezTo>
                      <a:pt x="1311376" y="953657"/>
                      <a:pt x="1312621" y="951167"/>
                      <a:pt x="1315110" y="949922"/>
                    </a:cubicBezTo>
                    <a:cubicBezTo>
                      <a:pt x="1317599" y="949922"/>
                      <a:pt x="1371119" y="926268"/>
                      <a:pt x="1379832" y="864020"/>
                    </a:cubicBezTo>
                    <a:cubicBezTo>
                      <a:pt x="1388545" y="799282"/>
                      <a:pt x="1305153" y="713379"/>
                      <a:pt x="1305153" y="712134"/>
                    </a:cubicBezTo>
                    <a:cubicBezTo>
                      <a:pt x="1301419" y="709644"/>
                      <a:pt x="1301419" y="704665"/>
                      <a:pt x="1305153" y="702175"/>
                    </a:cubicBezTo>
                    <a:cubicBezTo>
                      <a:pt x="1305153" y="700930"/>
                      <a:pt x="1357428" y="639927"/>
                      <a:pt x="1349960" y="577679"/>
                    </a:cubicBezTo>
                    <a:cubicBezTo>
                      <a:pt x="1341248" y="515430"/>
                      <a:pt x="1240431" y="470612"/>
                      <a:pt x="1239186" y="470612"/>
                    </a:cubicBezTo>
                    <a:cubicBezTo>
                      <a:pt x="1235452" y="468122"/>
                      <a:pt x="1234207" y="464387"/>
                      <a:pt x="1235452" y="460652"/>
                    </a:cubicBezTo>
                    <a:cubicBezTo>
                      <a:pt x="1235452" y="459407"/>
                      <a:pt x="1271547" y="361055"/>
                      <a:pt x="1236697" y="305032"/>
                    </a:cubicBezTo>
                    <a:cubicBezTo>
                      <a:pt x="1201846" y="250254"/>
                      <a:pt x="1094806" y="261458"/>
                      <a:pt x="1093561" y="261458"/>
                    </a:cubicBezTo>
                    <a:cubicBezTo>
                      <a:pt x="1091072" y="261458"/>
                      <a:pt x="1088583" y="260213"/>
                      <a:pt x="1087338" y="260213"/>
                    </a:cubicBezTo>
                    <a:cubicBezTo>
                      <a:pt x="1084849" y="258968"/>
                      <a:pt x="1084849" y="256479"/>
                      <a:pt x="1084849" y="253989"/>
                    </a:cubicBezTo>
                    <a:cubicBezTo>
                      <a:pt x="1084849" y="252744"/>
                      <a:pt x="1081115" y="165597"/>
                      <a:pt x="1021371" y="120778"/>
                    </a:cubicBezTo>
                    <a:cubicBezTo>
                      <a:pt x="962873" y="75959"/>
                      <a:pt x="832184" y="127003"/>
                      <a:pt x="829694" y="128248"/>
                    </a:cubicBezTo>
                    <a:cubicBezTo>
                      <a:pt x="828450" y="129493"/>
                      <a:pt x="825960" y="129493"/>
                      <a:pt x="824716" y="128248"/>
                    </a:cubicBezTo>
                    <a:cubicBezTo>
                      <a:pt x="822226" y="127003"/>
                      <a:pt x="820982" y="125758"/>
                      <a:pt x="819737" y="123268"/>
                    </a:cubicBezTo>
                    <a:cubicBezTo>
                      <a:pt x="819737" y="122023"/>
                      <a:pt x="786132" y="18691"/>
                      <a:pt x="696516" y="16201"/>
                    </a:cubicBezTo>
                    <a:cubicBezTo>
                      <a:pt x="694027" y="16201"/>
                      <a:pt x="694027" y="16201"/>
                      <a:pt x="692782" y="16201"/>
                    </a:cubicBezTo>
                    <a:close/>
                    <a:moveTo>
                      <a:pt x="692783" y="0"/>
                    </a:moveTo>
                    <a:cubicBezTo>
                      <a:pt x="694027" y="0"/>
                      <a:pt x="694027" y="0"/>
                      <a:pt x="696517" y="0"/>
                    </a:cubicBezTo>
                    <a:cubicBezTo>
                      <a:pt x="782400" y="2490"/>
                      <a:pt x="822230" y="84660"/>
                      <a:pt x="832187" y="110804"/>
                    </a:cubicBezTo>
                    <a:cubicBezTo>
                      <a:pt x="862060" y="99599"/>
                      <a:pt x="974081" y="64740"/>
                      <a:pt x="1032581" y="108314"/>
                    </a:cubicBezTo>
                    <a:cubicBezTo>
                      <a:pt x="1086102" y="149399"/>
                      <a:pt x="1097304" y="220363"/>
                      <a:pt x="1099794" y="245263"/>
                    </a:cubicBezTo>
                    <a:cubicBezTo>
                      <a:pt x="1127177" y="242773"/>
                      <a:pt x="1215549" y="242773"/>
                      <a:pt x="1249156" y="296307"/>
                    </a:cubicBezTo>
                    <a:cubicBezTo>
                      <a:pt x="1284007" y="349842"/>
                      <a:pt x="1260358" y="434501"/>
                      <a:pt x="1251645" y="459401"/>
                    </a:cubicBezTo>
                    <a:cubicBezTo>
                      <a:pt x="1276538" y="470606"/>
                      <a:pt x="1357443" y="514180"/>
                      <a:pt x="1364911" y="575185"/>
                    </a:cubicBezTo>
                    <a:cubicBezTo>
                      <a:pt x="1372379" y="634944"/>
                      <a:pt x="1333794" y="689724"/>
                      <a:pt x="1320102" y="707154"/>
                    </a:cubicBezTo>
                    <a:cubicBezTo>
                      <a:pt x="1340017" y="727074"/>
                      <a:pt x="1404741" y="804263"/>
                      <a:pt x="1396028" y="866512"/>
                    </a:cubicBezTo>
                    <a:cubicBezTo>
                      <a:pt x="1388560" y="923782"/>
                      <a:pt x="1346241" y="952417"/>
                      <a:pt x="1328815" y="962377"/>
                    </a:cubicBezTo>
                    <a:cubicBezTo>
                      <a:pt x="1341262" y="984786"/>
                      <a:pt x="1373624" y="1058241"/>
                      <a:pt x="1347485" y="1106795"/>
                    </a:cubicBezTo>
                    <a:cubicBezTo>
                      <a:pt x="1320102" y="1159085"/>
                      <a:pt x="1250400" y="1155350"/>
                      <a:pt x="1224262" y="1151615"/>
                    </a:cubicBezTo>
                    <a:cubicBezTo>
                      <a:pt x="1224262" y="1170290"/>
                      <a:pt x="1220528" y="1212619"/>
                      <a:pt x="1189411" y="1236274"/>
                    </a:cubicBezTo>
                    <a:cubicBezTo>
                      <a:pt x="1174475" y="1248724"/>
                      <a:pt x="1155804" y="1254949"/>
                      <a:pt x="1130911" y="1254949"/>
                    </a:cubicBezTo>
                    <a:cubicBezTo>
                      <a:pt x="1113485" y="1254949"/>
                      <a:pt x="1093570" y="1252459"/>
                      <a:pt x="1071166" y="1244989"/>
                    </a:cubicBezTo>
                    <a:cubicBezTo>
                      <a:pt x="913091" y="1195190"/>
                      <a:pt x="893177" y="994746"/>
                      <a:pt x="893177" y="992256"/>
                    </a:cubicBezTo>
                    <a:cubicBezTo>
                      <a:pt x="893177" y="988521"/>
                      <a:pt x="895666" y="984786"/>
                      <a:pt x="899400" y="983541"/>
                    </a:cubicBezTo>
                    <a:cubicBezTo>
                      <a:pt x="900645" y="983541"/>
                      <a:pt x="949187" y="972336"/>
                      <a:pt x="976570" y="928762"/>
                    </a:cubicBezTo>
                    <a:cubicBezTo>
                      <a:pt x="993996" y="901372"/>
                      <a:pt x="997730" y="867757"/>
                      <a:pt x="987772" y="827918"/>
                    </a:cubicBezTo>
                    <a:cubicBezTo>
                      <a:pt x="966613" y="739524"/>
                      <a:pt x="929272" y="700929"/>
                      <a:pt x="900645" y="684744"/>
                    </a:cubicBezTo>
                    <a:cubicBezTo>
                      <a:pt x="878240" y="672294"/>
                      <a:pt x="852102" y="668559"/>
                      <a:pt x="828453" y="676029"/>
                    </a:cubicBezTo>
                    <a:cubicBezTo>
                      <a:pt x="809783" y="682254"/>
                      <a:pt x="796091" y="693459"/>
                      <a:pt x="788623" y="709644"/>
                    </a:cubicBezTo>
                    <a:cubicBezTo>
                      <a:pt x="769953" y="750728"/>
                      <a:pt x="792357" y="807998"/>
                      <a:pt x="792357" y="809243"/>
                    </a:cubicBezTo>
                    <a:cubicBezTo>
                      <a:pt x="792357" y="811733"/>
                      <a:pt x="792357" y="812978"/>
                      <a:pt x="792357" y="815468"/>
                    </a:cubicBezTo>
                    <a:cubicBezTo>
                      <a:pt x="791113" y="817958"/>
                      <a:pt x="788623" y="819203"/>
                      <a:pt x="786134" y="819203"/>
                    </a:cubicBezTo>
                    <a:cubicBezTo>
                      <a:pt x="783645" y="820448"/>
                      <a:pt x="702740" y="845348"/>
                      <a:pt x="669134" y="852818"/>
                    </a:cubicBezTo>
                    <a:cubicBezTo>
                      <a:pt x="635527" y="860287"/>
                      <a:pt x="594453" y="766913"/>
                      <a:pt x="578272" y="725829"/>
                    </a:cubicBezTo>
                    <a:cubicBezTo>
                      <a:pt x="456293" y="784343"/>
                      <a:pt x="366676" y="710889"/>
                      <a:pt x="333070" y="659844"/>
                    </a:cubicBezTo>
                    <a:cubicBezTo>
                      <a:pt x="237229" y="693459"/>
                      <a:pt x="135165" y="690969"/>
                      <a:pt x="70442" y="652374"/>
                    </a:cubicBezTo>
                    <a:cubicBezTo>
                      <a:pt x="33101" y="631209"/>
                      <a:pt x="8208" y="600085"/>
                      <a:pt x="1984" y="560245"/>
                    </a:cubicBezTo>
                    <a:cubicBezTo>
                      <a:pt x="-5484" y="512936"/>
                      <a:pt x="8208" y="464381"/>
                      <a:pt x="41814" y="419561"/>
                    </a:cubicBezTo>
                    <a:cubicBezTo>
                      <a:pt x="61729" y="393417"/>
                      <a:pt x="82889" y="375987"/>
                      <a:pt x="91601" y="368517"/>
                    </a:cubicBezTo>
                    <a:cubicBezTo>
                      <a:pt x="85378" y="343617"/>
                      <a:pt x="67952" y="239038"/>
                      <a:pt x="127697" y="191728"/>
                    </a:cubicBezTo>
                    <a:cubicBezTo>
                      <a:pt x="183708" y="149399"/>
                      <a:pt x="265857" y="174299"/>
                      <a:pt x="295729" y="185503"/>
                    </a:cubicBezTo>
                    <a:cubicBezTo>
                      <a:pt x="296974" y="155624"/>
                      <a:pt x="308176" y="79680"/>
                      <a:pt x="367921" y="51045"/>
                    </a:cubicBezTo>
                    <a:cubicBezTo>
                      <a:pt x="430155" y="19920"/>
                      <a:pt x="511059" y="68475"/>
                      <a:pt x="534708" y="83415"/>
                    </a:cubicBezTo>
                    <a:cubicBezTo>
                      <a:pt x="550889" y="63495"/>
                      <a:pt x="608144" y="0"/>
                      <a:pt x="6927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94F03C96-6798-5640-9158-3803B7DB3FCE}"/>
                  </a:ext>
                </a:extLst>
              </p:cNvPr>
              <p:cNvSpPr/>
              <p:nvPr/>
            </p:nvSpPr>
            <p:spPr>
              <a:xfrm>
                <a:off x="13696238" y="9500006"/>
                <a:ext cx="104647" cy="1557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" h="126">
                    <a:moveTo>
                      <a:pt x="0" y="45"/>
                    </a:moveTo>
                    <a:cubicBezTo>
                      <a:pt x="0" y="45"/>
                      <a:pt x="46" y="28"/>
                      <a:pt x="70" y="3"/>
                    </a:cubicBezTo>
                    <a:cubicBezTo>
                      <a:pt x="95" y="-22"/>
                      <a:pt x="94" y="115"/>
                      <a:pt x="19" y="12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11B514CA-DDF1-B040-8325-7BCADCEF6000}"/>
                  </a:ext>
                </a:extLst>
              </p:cNvPr>
              <p:cNvSpPr/>
              <p:nvPr/>
            </p:nvSpPr>
            <p:spPr>
              <a:xfrm>
                <a:off x="13688301" y="9493089"/>
                <a:ext cx="120554" cy="171421"/>
              </a:xfrm>
              <a:custGeom>
                <a:avLst/>
                <a:gdLst>
                  <a:gd name="connsiteX0" fmla="*/ 101423 w 120554"/>
                  <a:gd name="connsiteY0" fmla="*/ 14396 h 171421"/>
                  <a:gd name="connsiteX1" fmla="*/ 100194 w 120554"/>
                  <a:gd name="connsiteY1" fmla="*/ 15631 h 171421"/>
                  <a:gd name="connsiteX2" fmla="*/ 16657 w 120554"/>
                  <a:gd name="connsiteY2" fmla="*/ 67505 h 171421"/>
                  <a:gd name="connsiteX3" fmla="*/ 37541 w 120554"/>
                  <a:gd name="connsiteY3" fmla="*/ 152727 h 171421"/>
                  <a:gd name="connsiteX4" fmla="*/ 97737 w 120554"/>
                  <a:gd name="connsiteY4" fmla="*/ 81091 h 171421"/>
                  <a:gd name="connsiteX5" fmla="*/ 101423 w 120554"/>
                  <a:gd name="connsiteY5" fmla="*/ 14396 h 171421"/>
                  <a:gd name="connsiteX6" fmla="*/ 100342 w 120554"/>
                  <a:gd name="connsiteY6" fmla="*/ 60 h 171421"/>
                  <a:gd name="connsiteX7" fmla="*/ 107740 w 120554"/>
                  <a:gd name="connsiteY7" fmla="*/ 1916 h 171421"/>
                  <a:gd name="connsiteX8" fmla="*/ 117605 w 120554"/>
                  <a:gd name="connsiteY8" fmla="*/ 66253 h 171421"/>
                  <a:gd name="connsiteX9" fmla="*/ 32522 w 120554"/>
                  <a:gd name="connsiteY9" fmla="*/ 171421 h 171421"/>
                  <a:gd name="connsiteX10" fmla="*/ 31289 w 120554"/>
                  <a:gd name="connsiteY10" fmla="*/ 171421 h 171421"/>
                  <a:gd name="connsiteX11" fmla="*/ 23891 w 120554"/>
                  <a:gd name="connsiteY11" fmla="*/ 166472 h 171421"/>
                  <a:gd name="connsiteX12" fmla="*/ 462 w 120554"/>
                  <a:gd name="connsiteY12" fmla="*/ 66253 h 171421"/>
                  <a:gd name="connsiteX13" fmla="*/ 4161 w 120554"/>
                  <a:gd name="connsiteY13" fmla="*/ 56355 h 171421"/>
                  <a:gd name="connsiteX14" fmla="*/ 89244 w 120554"/>
                  <a:gd name="connsiteY14" fmla="*/ 5627 h 171421"/>
                  <a:gd name="connsiteX15" fmla="*/ 100342 w 120554"/>
                  <a:gd name="connsiteY15" fmla="*/ 60 h 171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20554" h="171421">
                    <a:moveTo>
                      <a:pt x="101423" y="14396"/>
                    </a:moveTo>
                    <a:cubicBezTo>
                      <a:pt x="101423" y="15631"/>
                      <a:pt x="100194" y="15631"/>
                      <a:pt x="100194" y="15631"/>
                    </a:cubicBezTo>
                    <a:cubicBezTo>
                      <a:pt x="74396" y="41568"/>
                      <a:pt x="32627" y="61330"/>
                      <a:pt x="16657" y="67505"/>
                    </a:cubicBezTo>
                    <a:lnTo>
                      <a:pt x="37541" y="152727"/>
                    </a:lnTo>
                    <a:cubicBezTo>
                      <a:pt x="74396" y="142846"/>
                      <a:pt x="91595" y="104558"/>
                      <a:pt x="97737" y="81091"/>
                    </a:cubicBezTo>
                    <a:cubicBezTo>
                      <a:pt x="107565" y="47744"/>
                      <a:pt x="105108" y="21807"/>
                      <a:pt x="101423" y="14396"/>
                    </a:cubicBezTo>
                    <a:close/>
                    <a:moveTo>
                      <a:pt x="100342" y="60"/>
                    </a:moveTo>
                    <a:cubicBezTo>
                      <a:pt x="103733" y="-249"/>
                      <a:pt x="106507" y="679"/>
                      <a:pt x="107740" y="1916"/>
                    </a:cubicBezTo>
                    <a:cubicBezTo>
                      <a:pt x="122537" y="8102"/>
                      <a:pt x="122537" y="41508"/>
                      <a:pt x="117605" y="66253"/>
                    </a:cubicBezTo>
                    <a:cubicBezTo>
                      <a:pt x="110206" y="112032"/>
                      <a:pt x="84312" y="163997"/>
                      <a:pt x="32522" y="171421"/>
                    </a:cubicBezTo>
                    <a:lnTo>
                      <a:pt x="31289" y="171421"/>
                    </a:lnTo>
                    <a:cubicBezTo>
                      <a:pt x="27590" y="171421"/>
                      <a:pt x="25124" y="168946"/>
                      <a:pt x="23891" y="166472"/>
                    </a:cubicBezTo>
                    <a:lnTo>
                      <a:pt x="462" y="66253"/>
                    </a:lnTo>
                    <a:cubicBezTo>
                      <a:pt x="-771" y="62542"/>
                      <a:pt x="462" y="58830"/>
                      <a:pt x="4161" y="56355"/>
                    </a:cubicBezTo>
                    <a:cubicBezTo>
                      <a:pt x="5394" y="56355"/>
                      <a:pt x="60883" y="35322"/>
                      <a:pt x="89244" y="5627"/>
                    </a:cubicBezTo>
                    <a:cubicBezTo>
                      <a:pt x="92943" y="1916"/>
                      <a:pt x="96951" y="369"/>
                      <a:pt x="100342" y="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9E82112B-140B-0E41-AA56-08B1912BB50B}"/>
                  </a:ext>
                </a:extLst>
              </p:cNvPr>
              <p:cNvSpPr/>
              <p:nvPr/>
            </p:nvSpPr>
            <p:spPr>
              <a:xfrm>
                <a:off x="12536406" y="11303300"/>
                <a:ext cx="2000742" cy="103312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07" h="830">
                    <a:moveTo>
                      <a:pt x="1606" y="0"/>
                    </a:moveTo>
                    <a:lnTo>
                      <a:pt x="1047" y="0"/>
                    </a:lnTo>
                    <a:lnTo>
                      <a:pt x="1078" y="383"/>
                    </a:lnTo>
                    <a:lnTo>
                      <a:pt x="501" y="273"/>
                    </a:lnTo>
                    <a:cubicBezTo>
                      <a:pt x="501" y="273"/>
                      <a:pt x="332" y="147"/>
                      <a:pt x="258" y="132"/>
                    </a:cubicBezTo>
                    <a:cubicBezTo>
                      <a:pt x="218" y="124"/>
                      <a:pt x="207" y="169"/>
                      <a:pt x="207" y="169"/>
                    </a:cubicBezTo>
                    <a:cubicBezTo>
                      <a:pt x="207" y="169"/>
                      <a:pt x="159" y="162"/>
                      <a:pt x="146" y="178"/>
                    </a:cubicBezTo>
                    <a:cubicBezTo>
                      <a:pt x="134" y="195"/>
                      <a:pt x="127" y="212"/>
                      <a:pt x="127" y="212"/>
                    </a:cubicBezTo>
                    <a:cubicBezTo>
                      <a:pt x="127" y="212"/>
                      <a:pt x="86" y="214"/>
                      <a:pt x="69" y="223"/>
                    </a:cubicBezTo>
                    <a:cubicBezTo>
                      <a:pt x="53" y="234"/>
                      <a:pt x="56" y="272"/>
                      <a:pt x="56" y="272"/>
                    </a:cubicBezTo>
                    <a:cubicBezTo>
                      <a:pt x="56" y="272"/>
                      <a:pt x="10" y="277"/>
                      <a:pt x="1" y="300"/>
                    </a:cubicBezTo>
                    <a:cubicBezTo>
                      <a:pt x="-7" y="323"/>
                      <a:pt x="15" y="446"/>
                      <a:pt x="135" y="522"/>
                    </a:cubicBezTo>
                    <a:cubicBezTo>
                      <a:pt x="135" y="522"/>
                      <a:pt x="158" y="534"/>
                      <a:pt x="186" y="510"/>
                    </a:cubicBezTo>
                    <a:cubicBezTo>
                      <a:pt x="186" y="510"/>
                      <a:pt x="279" y="568"/>
                      <a:pt x="400" y="531"/>
                    </a:cubicBezTo>
                    <a:cubicBezTo>
                      <a:pt x="400" y="531"/>
                      <a:pt x="868" y="795"/>
                      <a:pt x="1217" y="827"/>
                    </a:cubicBezTo>
                    <a:cubicBezTo>
                      <a:pt x="1442" y="848"/>
                      <a:pt x="1553" y="776"/>
                      <a:pt x="1589" y="544"/>
                    </a:cubicBezTo>
                    <a:cubicBezTo>
                      <a:pt x="1613" y="388"/>
                      <a:pt x="1606" y="0"/>
                      <a:pt x="160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E4B32988-D568-4B49-8EC4-B37A66B6E139}"/>
                  </a:ext>
                </a:extLst>
              </p:cNvPr>
              <p:cNvSpPr/>
              <p:nvPr/>
            </p:nvSpPr>
            <p:spPr>
              <a:xfrm>
                <a:off x="12528312" y="11295823"/>
                <a:ext cx="2017141" cy="1049325"/>
              </a:xfrm>
              <a:custGeom>
                <a:avLst/>
                <a:gdLst>
                  <a:gd name="connsiteX0" fmla="*/ 1320339 w 2017141"/>
                  <a:gd name="connsiteY0" fmla="*/ 14954 h 1049325"/>
                  <a:gd name="connsiteX1" fmla="*/ 1357690 w 2017141"/>
                  <a:gd name="connsiteY1" fmla="*/ 482963 h 1049325"/>
                  <a:gd name="connsiteX2" fmla="*/ 1355200 w 2017141"/>
                  <a:gd name="connsiteY2" fmla="*/ 489187 h 1049325"/>
                  <a:gd name="connsiteX3" fmla="*/ 1348974 w 2017141"/>
                  <a:gd name="connsiteY3" fmla="*/ 491676 h 1049325"/>
                  <a:gd name="connsiteX4" fmla="*/ 630603 w 2017141"/>
                  <a:gd name="connsiteY4" fmla="*/ 354759 h 1049325"/>
                  <a:gd name="connsiteX5" fmla="*/ 626868 w 2017141"/>
                  <a:gd name="connsiteY5" fmla="*/ 353514 h 1049325"/>
                  <a:gd name="connsiteX6" fmla="*/ 328066 w 2017141"/>
                  <a:gd name="connsiteY6" fmla="*/ 179255 h 1049325"/>
                  <a:gd name="connsiteX7" fmla="*/ 274530 w 2017141"/>
                  <a:gd name="connsiteY7" fmla="*/ 220330 h 1049325"/>
                  <a:gd name="connsiteX8" fmla="*/ 264570 w 2017141"/>
                  <a:gd name="connsiteY8" fmla="*/ 225309 h 1049325"/>
                  <a:gd name="connsiteX9" fmla="*/ 197340 w 2017141"/>
                  <a:gd name="connsiteY9" fmla="*/ 234022 h 1049325"/>
                  <a:gd name="connsiteX10" fmla="*/ 173684 w 2017141"/>
                  <a:gd name="connsiteY10" fmla="*/ 275097 h 1049325"/>
                  <a:gd name="connsiteX11" fmla="*/ 166214 w 2017141"/>
                  <a:gd name="connsiteY11" fmla="*/ 280076 h 1049325"/>
                  <a:gd name="connsiteX12" fmla="*/ 98984 w 2017141"/>
                  <a:gd name="connsiteY12" fmla="*/ 292523 h 1049325"/>
                  <a:gd name="connsiteX13" fmla="*/ 85289 w 2017141"/>
                  <a:gd name="connsiteY13" fmla="*/ 344801 h 1049325"/>
                  <a:gd name="connsiteX14" fmla="*/ 79064 w 2017141"/>
                  <a:gd name="connsiteY14" fmla="*/ 353514 h 1049325"/>
                  <a:gd name="connsiteX15" fmla="*/ 16813 w 2017141"/>
                  <a:gd name="connsiteY15" fmla="*/ 383387 h 1049325"/>
                  <a:gd name="connsiteX16" fmla="*/ 179909 w 2017141"/>
                  <a:gd name="connsiteY16" fmla="*/ 650998 h 1049325"/>
                  <a:gd name="connsiteX17" fmla="*/ 234690 w 2017141"/>
                  <a:gd name="connsiteY17" fmla="*/ 636062 h 1049325"/>
                  <a:gd name="connsiteX18" fmla="*/ 243405 w 2017141"/>
                  <a:gd name="connsiteY18" fmla="*/ 636062 h 1049325"/>
                  <a:gd name="connsiteX19" fmla="*/ 504857 w 2017141"/>
                  <a:gd name="connsiteY19" fmla="*/ 660956 h 1049325"/>
                  <a:gd name="connsiteX20" fmla="*/ 506102 w 2017141"/>
                  <a:gd name="connsiteY20" fmla="*/ 660956 h 1049325"/>
                  <a:gd name="connsiteX21" fmla="*/ 511082 w 2017141"/>
                  <a:gd name="connsiteY21" fmla="*/ 662201 h 1049325"/>
                  <a:gd name="connsiteX22" fmla="*/ 855950 w 2017141"/>
                  <a:gd name="connsiteY22" fmla="*/ 830236 h 1049325"/>
                  <a:gd name="connsiteX23" fmla="*/ 1524521 w 2017141"/>
                  <a:gd name="connsiteY23" fmla="*/ 1028144 h 1049325"/>
                  <a:gd name="connsiteX24" fmla="*/ 1978950 w 2017141"/>
                  <a:gd name="connsiteY24" fmla="*/ 683361 h 1049325"/>
                  <a:gd name="connsiteX25" fmla="*/ 2000115 w 2017141"/>
                  <a:gd name="connsiteY25" fmla="*/ 14954 h 1049325"/>
                  <a:gd name="connsiteX26" fmla="*/ 1311628 w 2017141"/>
                  <a:gd name="connsiteY26" fmla="*/ 0 h 1049325"/>
                  <a:gd name="connsiteX27" fmla="*/ 2007596 w 2017141"/>
                  <a:gd name="connsiteY27" fmla="*/ 0 h 1049325"/>
                  <a:gd name="connsiteX28" fmla="*/ 2016311 w 2017141"/>
                  <a:gd name="connsiteY28" fmla="*/ 7469 h 1049325"/>
                  <a:gd name="connsiteX29" fmla="*/ 1993901 w 2017141"/>
                  <a:gd name="connsiteY29" fmla="*/ 685858 h 1049325"/>
                  <a:gd name="connsiteX30" fmla="*/ 1848233 w 2017141"/>
                  <a:gd name="connsiteY30" fmla="*/ 985843 h 1049325"/>
                  <a:gd name="connsiteX31" fmla="*/ 1609188 w 2017141"/>
                  <a:gd name="connsiteY31" fmla="*/ 1049325 h 1049325"/>
                  <a:gd name="connsiteX32" fmla="*/ 1522037 w 2017141"/>
                  <a:gd name="connsiteY32" fmla="*/ 1044346 h 1049325"/>
                  <a:gd name="connsiteX33" fmla="*/ 848480 w 2017141"/>
                  <a:gd name="connsiteY33" fmla="*/ 843941 h 1049325"/>
                  <a:gd name="connsiteX34" fmla="*/ 504853 w 2017141"/>
                  <a:gd name="connsiteY34" fmla="*/ 677145 h 1049325"/>
                  <a:gd name="connsiteX35" fmla="*/ 239663 w 2017141"/>
                  <a:gd name="connsiteY35" fmla="*/ 652249 h 1049325"/>
                  <a:gd name="connsiteX36" fmla="*/ 172432 w 2017141"/>
                  <a:gd name="connsiteY36" fmla="*/ 664697 h 1049325"/>
                  <a:gd name="connsiteX37" fmla="*/ 3109 w 2017141"/>
                  <a:gd name="connsiteY37" fmla="*/ 378404 h 1049325"/>
                  <a:gd name="connsiteX38" fmla="*/ 69095 w 2017141"/>
                  <a:gd name="connsiteY38" fmla="*/ 338572 h 1049325"/>
                  <a:gd name="connsiteX39" fmla="*/ 90261 w 2017141"/>
                  <a:gd name="connsiteY39" fmla="*/ 278824 h 1049325"/>
                  <a:gd name="connsiteX40" fmla="*/ 161227 w 2017141"/>
                  <a:gd name="connsiteY40" fmla="*/ 263887 h 1049325"/>
                  <a:gd name="connsiteX41" fmla="*/ 183637 w 2017141"/>
                  <a:gd name="connsiteY41" fmla="*/ 225300 h 1049325"/>
                  <a:gd name="connsiteX42" fmla="*/ 260829 w 2017141"/>
                  <a:gd name="connsiteY42" fmla="*/ 209118 h 1049325"/>
                  <a:gd name="connsiteX43" fmla="*/ 330550 w 2017141"/>
                  <a:gd name="connsiteY43" fmla="*/ 164307 h 1049325"/>
                  <a:gd name="connsiteX44" fmla="*/ 635581 w 2017141"/>
                  <a:gd name="connsiteY44" fmla="*/ 339817 h 1049325"/>
                  <a:gd name="connsiteX45" fmla="*/ 1341509 w 2017141"/>
                  <a:gd name="connsiteY45" fmla="*/ 473005 h 1049325"/>
                  <a:gd name="connsiteX46" fmla="*/ 1304158 w 2017141"/>
                  <a:gd name="connsiteY46" fmla="*/ 8713 h 1049325"/>
                  <a:gd name="connsiteX47" fmla="*/ 1305403 w 2017141"/>
                  <a:gd name="connsiteY47" fmla="*/ 2490 h 1049325"/>
                  <a:gd name="connsiteX48" fmla="*/ 1311628 w 2017141"/>
                  <a:gd name="connsiteY48" fmla="*/ 0 h 1049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2017141" h="1049325">
                    <a:moveTo>
                      <a:pt x="1320339" y="14954"/>
                    </a:moveTo>
                    <a:lnTo>
                      <a:pt x="1357690" y="482963"/>
                    </a:lnTo>
                    <a:cubicBezTo>
                      <a:pt x="1358934" y="485453"/>
                      <a:pt x="1357690" y="486697"/>
                      <a:pt x="1355200" y="489187"/>
                    </a:cubicBezTo>
                    <a:cubicBezTo>
                      <a:pt x="1353954" y="491676"/>
                      <a:pt x="1351464" y="491676"/>
                      <a:pt x="1348974" y="491676"/>
                    </a:cubicBezTo>
                    <a:lnTo>
                      <a:pt x="630603" y="354759"/>
                    </a:lnTo>
                    <a:cubicBezTo>
                      <a:pt x="629358" y="354759"/>
                      <a:pt x="628113" y="354759"/>
                      <a:pt x="626868" y="353514"/>
                    </a:cubicBezTo>
                    <a:cubicBezTo>
                      <a:pt x="624378" y="352269"/>
                      <a:pt x="417706" y="197926"/>
                      <a:pt x="328066" y="179255"/>
                    </a:cubicBezTo>
                    <a:cubicBezTo>
                      <a:pt x="285735" y="170542"/>
                      <a:pt x="274530" y="217841"/>
                      <a:pt x="274530" y="220330"/>
                    </a:cubicBezTo>
                    <a:cubicBezTo>
                      <a:pt x="272040" y="224065"/>
                      <a:pt x="268305" y="226554"/>
                      <a:pt x="264570" y="225309"/>
                    </a:cubicBezTo>
                    <a:cubicBezTo>
                      <a:pt x="243405" y="222820"/>
                      <a:pt x="206055" y="221575"/>
                      <a:pt x="197340" y="234022"/>
                    </a:cubicBezTo>
                    <a:cubicBezTo>
                      <a:pt x="182399" y="253937"/>
                      <a:pt x="173684" y="275097"/>
                      <a:pt x="173684" y="275097"/>
                    </a:cubicBezTo>
                    <a:cubicBezTo>
                      <a:pt x="172439" y="277587"/>
                      <a:pt x="169949" y="280076"/>
                      <a:pt x="166214" y="280076"/>
                    </a:cubicBezTo>
                    <a:cubicBezTo>
                      <a:pt x="152519" y="280076"/>
                      <a:pt x="113924" y="283810"/>
                      <a:pt x="98984" y="292523"/>
                    </a:cubicBezTo>
                    <a:cubicBezTo>
                      <a:pt x="85289" y="301236"/>
                      <a:pt x="85289" y="334843"/>
                      <a:pt x="85289" y="344801"/>
                    </a:cubicBezTo>
                    <a:cubicBezTo>
                      <a:pt x="85289" y="349780"/>
                      <a:pt x="82799" y="353514"/>
                      <a:pt x="79064" y="353514"/>
                    </a:cubicBezTo>
                    <a:cubicBezTo>
                      <a:pt x="64123" y="354759"/>
                      <a:pt x="24283" y="363471"/>
                      <a:pt x="16813" y="383387"/>
                    </a:cubicBezTo>
                    <a:cubicBezTo>
                      <a:pt x="6853" y="409526"/>
                      <a:pt x="35488" y="557646"/>
                      <a:pt x="179909" y="650998"/>
                    </a:cubicBezTo>
                    <a:cubicBezTo>
                      <a:pt x="181154" y="650998"/>
                      <a:pt x="204810" y="662201"/>
                      <a:pt x="234690" y="636062"/>
                    </a:cubicBezTo>
                    <a:cubicBezTo>
                      <a:pt x="235935" y="634817"/>
                      <a:pt x="239670" y="634817"/>
                      <a:pt x="243405" y="636062"/>
                    </a:cubicBezTo>
                    <a:cubicBezTo>
                      <a:pt x="244650" y="636062"/>
                      <a:pt x="357946" y="705765"/>
                      <a:pt x="504857" y="660956"/>
                    </a:cubicBezTo>
                    <a:lnTo>
                      <a:pt x="506102" y="660956"/>
                    </a:lnTo>
                    <a:cubicBezTo>
                      <a:pt x="507347" y="660956"/>
                      <a:pt x="508592" y="660956"/>
                      <a:pt x="511082" y="662201"/>
                    </a:cubicBezTo>
                    <a:cubicBezTo>
                      <a:pt x="512327" y="662201"/>
                      <a:pt x="657994" y="744351"/>
                      <a:pt x="855950" y="830236"/>
                    </a:cubicBezTo>
                    <a:cubicBezTo>
                      <a:pt x="1036477" y="908652"/>
                      <a:pt x="1300419" y="1008229"/>
                      <a:pt x="1524521" y="1028144"/>
                    </a:cubicBezTo>
                    <a:cubicBezTo>
                      <a:pt x="1808383" y="1055528"/>
                      <a:pt x="1935374" y="958441"/>
                      <a:pt x="1978950" y="683361"/>
                    </a:cubicBezTo>
                    <a:cubicBezTo>
                      <a:pt x="2006340" y="505368"/>
                      <a:pt x="2000115" y="78434"/>
                      <a:pt x="2000115" y="14954"/>
                    </a:cubicBezTo>
                    <a:close/>
                    <a:moveTo>
                      <a:pt x="1311628" y="0"/>
                    </a:moveTo>
                    <a:lnTo>
                      <a:pt x="2007596" y="0"/>
                    </a:lnTo>
                    <a:cubicBezTo>
                      <a:pt x="2012576" y="0"/>
                      <a:pt x="2016311" y="3734"/>
                      <a:pt x="2016311" y="7469"/>
                    </a:cubicBezTo>
                    <a:cubicBezTo>
                      <a:pt x="2016311" y="12448"/>
                      <a:pt x="2023781" y="492921"/>
                      <a:pt x="1993901" y="685858"/>
                    </a:cubicBezTo>
                    <a:cubicBezTo>
                      <a:pt x="1971490" y="832738"/>
                      <a:pt x="1924179" y="928584"/>
                      <a:pt x="1848233" y="985843"/>
                    </a:cubicBezTo>
                    <a:cubicBezTo>
                      <a:pt x="1789717" y="1028164"/>
                      <a:pt x="1712525" y="1049325"/>
                      <a:pt x="1609188" y="1049325"/>
                    </a:cubicBezTo>
                    <a:cubicBezTo>
                      <a:pt x="1581798" y="1049325"/>
                      <a:pt x="1554408" y="1048080"/>
                      <a:pt x="1522037" y="1044346"/>
                    </a:cubicBezTo>
                    <a:cubicBezTo>
                      <a:pt x="1296688" y="1023185"/>
                      <a:pt x="1031498" y="924850"/>
                      <a:pt x="848480" y="843941"/>
                    </a:cubicBezTo>
                    <a:cubicBezTo>
                      <a:pt x="665461" y="765522"/>
                      <a:pt x="527264" y="689592"/>
                      <a:pt x="504853" y="677145"/>
                    </a:cubicBezTo>
                    <a:cubicBezTo>
                      <a:pt x="369146" y="716977"/>
                      <a:pt x="263319" y="665942"/>
                      <a:pt x="239663" y="652249"/>
                    </a:cubicBezTo>
                    <a:cubicBezTo>
                      <a:pt x="203558" y="680879"/>
                      <a:pt x="173677" y="665942"/>
                      <a:pt x="172432" y="664697"/>
                    </a:cubicBezTo>
                    <a:cubicBezTo>
                      <a:pt x="24274" y="570096"/>
                      <a:pt x="-11831" y="414502"/>
                      <a:pt x="3109" y="378404"/>
                    </a:cubicBezTo>
                    <a:cubicBezTo>
                      <a:pt x="13069" y="352265"/>
                      <a:pt x="52910" y="342307"/>
                      <a:pt x="69095" y="338572"/>
                    </a:cubicBezTo>
                    <a:cubicBezTo>
                      <a:pt x="69095" y="323635"/>
                      <a:pt x="70340" y="291272"/>
                      <a:pt x="90261" y="278824"/>
                    </a:cubicBezTo>
                    <a:cubicBezTo>
                      <a:pt x="108936" y="268866"/>
                      <a:pt x="146287" y="265132"/>
                      <a:pt x="161227" y="263887"/>
                    </a:cubicBezTo>
                    <a:cubicBezTo>
                      <a:pt x="163717" y="256419"/>
                      <a:pt x="171187" y="240237"/>
                      <a:pt x="183637" y="225300"/>
                    </a:cubicBezTo>
                    <a:cubicBezTo>
                      <a:pt x="198578" y="205384"/>
                      <a:pt x="242153" y="206629"/>
                      <a:pt x="260829" y="209118"/>
                    </a:cubicBezTo>
                    <a:cubicBezTo>
                      <a:pt x="268299" y="186713"/>
                      <a:pt x="289464" y="155594"/>
                      <a:pt x="330550" y="164307"/>
                    </a:cubicBezTo>
                    <a:cubicBezTo>
                      <a:pt x="420192" y="181734"/>
                      <a:pt x="614415" y="324880"/>
                      <a:pt x="635581" y="339817"/>
                    </a:cubicBezTo>
                    <a:lnTo>
                      <a:pt x="1341509" y="473005"/>
                    </a:lnTo>
                    <a:lnTo>
                      <a:pt x="1304158" y="8713"/>
                    </a:lnTo>
                    <a:cubicBezTo>
                      <a:pt x="1302913" y="6224"/>
                      <a:pt x="1304158" y="3734"/>
                      <a:pt x="1305403" y="2490"/>
                    </a:cubicBezTo>
                    <a:cubicBezTo>
                      <a:pt x="1306648" y="1245"/>
                      <a:pt x="1309138" y="0"/>
                      <a:pt x="13116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C17BD034-3615-DB4D-8E9E-5C8D9081C7EA}"/>
                  </a:ext>
                </a:extLst>
              </p:cNvPr>
              <p:cNvSpPr/>
              <p:nvPr/>
            </p:nvSpPr>
            <p:spPr>
              <a:xfrm>
                <a:off x="11991991" y="12677891"/>
                <a:ext cx="2798048" cy="2853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47" h="230">
                    <a:moveTo>
                      <a:pt x="0" y="230"/>
                    </a:moveTo>
                    <a:lnTo>
                      <a:pt x="2247" y="230"/>
                    </a:lnTo>
                    <a:lnTo>
                      <a:pt x="224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B25A2196-ED15-0742-837E-F2EC8EDFA1BA}"/>
                  </a:ext>
                </a:extLst>
              </p:cNvPr>
              <p:cNvSpPr/>
              <p:nvPr/>
            </p:nvSpPr>
            <p:spPr>
              <a:xfrm>
                <a:off x="11984516" y="12669167"/>
                <a:ext cx="2814244" cy="302834"/>
              </a:xfrm>
              <a:custGeom>
                <a:avLst/>
                <a:gdLst>
                  <a:gd name="connsiteX0" fmla="*/ 14950 w 2814244"/>
                  <a:gd name="connsiteY0" fmla="*/ 16201 h 302834"/>
                  <a:gd name="connsiteX1" fmla="*/ 14950 w 2814244"/>
                  <a:gd name="connsiteY1" fmla="*/ 286633 h 302834"/>
                  <a:gd name="connsiteX2" fmla="*/ 2798049 w 2814244"/>
                  <a:gd name="connsiteY2" fmla="*/ 286633 h 302834"/>
                  <a:gd name="connsiteX3" fmla="*/ 2798049 w 2814244"/>
                  <a:gd name="connsiteY3" fmla="*/ 16201 h 302834"/>
                  <a:gd name="connsiteX4" fmla="*/ 7471 w 2814244"/>
                  <a:gd name="connsiteY4" fmla="*/ 0 h 302834"/>
                  <a:gd name="connsiteX5" fmla="*/ 2805527 w 2814244"/>
                  <a:gd name="connsiteY5" fmla="*/ 0 h 302834"/>
                  <a:gd name="connsiteX6" fmla="*/ 2814244 w 2814244"/>
                  <a:gd name="connsiteY6" fmla="*/ 8688 h 302834"/>
                  <a:gd name="connsiteX7" fmla="*/ 2814244 w 2814244"/>
                  <a:gd name="connsiteY7" fmla="*/ 294146 h 302834"/>
                  <a:gd name="connsiteX8" fmla="*/ 2805527 w 2814244"/>
                  <a:gd name="connsiteY8" fmla="*/ 302834 h 302834"/>
                  <a:gd name="connsiteX9" fmla="*/ 7471 w 2814244"/>
                  <a:gd name="connsiteY9" fmla="*/ 302834 h 302834"/>
                  <a:gd name="connsiteX10" fmla="*/ 0 w 2814244"/>
                  <a:gd name="connsiteY10" fmla="*/ 294146 h 302834"/>
                  <a:gd name="connsiteX11" fmla="*/ 0 w 2814244"/>
                  <a:gd name="connsiteY11" fmla="*/ 8688 h 302834"/>
                  <a:gd name="connsiteX12" fmla="*/ 7471 w 2814244"/>
                  <a:gd name="connsiteY12" fmla="*/ 0 h 30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14244" h="302834">
                    <a:moveTo>
                      <a:pt x="14950" y="16201"/>
                    </a:moveTo>
                    <a:lnTo>
                      <a:pt x="14950" y="286633"/>
                    </a:lnTo>
                    <a:lnTo>
                      <a:pt x="2798049" y="286633"/>
                    </a:lnTo>
                    <a:lnTo>
                      <a:pt x="2798049" y="16201"/>
                    </a:lnTo>
                    <a:close/>
                    <a:moveTo>
                      <a:pt x="7471" y="0"/>
                    </a:moveTo>
                    <a:lnTo>
                      <a:pt x="2805527" y="0"/>
                    </a:lnTo>
                    <a:cubicBezTo>
                      <a:pt x="2810508" y="0"/>
                      <a:pt x="2814244" y="3723"/>
                      <a:pt x="2814244" y="8688"/>
                    </a:cubicBezTo>
                    <a:lnTo>
                      <a:pt x="2814244" y="294146"/>
                    </a:lnTo>
                    <a:cubicBezTo>
                      <a:pt x="2814244" y="299111"/>
                      <a:pt x="2810508" y="302834"/>
                      <a:pt x="2805527" y="302834"/>
                    </a:cubicBezTo>
                    <a:lnTo>
                      <a:pt x="7471" y="302834"/>
                    </a:lnTo>
                    <a:cubicBezTo>
                      <a:pt x="3736" y="302834"/>
                      <a:pt x="0" y="299111"/>
                      <a:pt x="0" y="294146"/>
                    </a:cubicBezTo>
                    <a:lnTo>
                      <a:pt x="0" y="8688"/>
                    </a:lnTo>
                    <a:cubicBezTo>
                      <a:pt x="0" y="3723"/>
                      <a:pt x="3736" y="0"/>
                      <a:pt x="747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9E756154-AEDF-9D4C-947E-648E358E99C4}"/>
                  </a:ext>
                </a:extLst>
              </p:cNvPr>
              <p:cNvSpPr/>
              <p:nvPr/>
            </p:nvSpPr>
            <p:spPr>
              <a:xfrm>
                <a:off x="14782568" y="11907718"/>
                <a:ext cx="277812" cy="8898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4" h="715">
                    <a:moveTo>
                      <a:pt x="78" y="715"/>
                    </a:moveTo>
                    <a:lnTo>
                      <a:pt x="7" y="715"/>
                    </a:lnTo>
                    <a:cubicBezTo>
                      <a:pt x="3" y="715"/>
                      <a:pt x="0" y="712"/>
                      <a:pt x="0" y="708"/>
                    </a:cubicBezTo>
                    <a:cubicBezTo>
                      <a:pt x="0" y="705"/>
                      <a:pt x="3" y="702"/>
                      <a:pt x="7" y="702"/>
                    </a:cubicBezTo>
                    <a:lnTo>
                      <a:pt x="78" y="702"/>
                    </a:lnTo>
                    <a:cubicBezTo>
                      <a:pt x="115" y="702"/>
                      <a:pt x="149" y="688"/>
                      <a:pt x="174" y="661"/>
                    </a:cubicBezTo>
                    <a:cubicBezTo>
                      <a:pt x="199" y="636"/>
                      <a:pt x="212" y="603"/>
                      <a:pt x="212" y="568"/>
                    </a:cubicBezTo>
                    <a:lnTo>
                      <a:pt x="212" y="7"/>
                    </a:lnTo>
                    <a:cubicBezTo>
                      <a:pt x="212" y="3"/>
                      <a:pt x="215" y="0"/>
                      <a:pt x="218" y="0"/>
                    </a:cubicBezTo>
                    <a:cubicBezTo>
                      <a:pt x="222" y="0"/>
                      <a:pt x="224" y="3"/>
                      <a:pt x="224" y="7"/>
                    </a:cubicBezTo>
                    <a:lnTo>
                      <a:pt x="224" y="568"/>
                    </a:lnTo>
                    <a:cubicBezTo>
                      <a:pt x="224" y="606"/>
                      <a:pt x="210" y="642"/>
                      <a:pt x="183" y="670"/>
                    </a:cubicBezTo>
                    <a:cubicBezTo>
                      <a:pt x="156" y="699"/>
                      <a:pt x="118" y="715"/>
                      <a:pt x="78" y="7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A7D51DA3-D323-5A4C-B3C2-7F93BAEB72A0}"/>
                  </a:ext>
                </a:extLst>
              </p:cNvPr>
              <p:cNvSpPr/>
              <p:nvPr/>
            </p:nvSpPr>
            <p:spPr>
              <a:xfrm>
                <a:off x="14964454" y="10058317"/>
                <a:ext cx="170673" cy="18581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8" h="1492">
                    <a:moveTo>
                      <a:pt x="0" y="1492"/>
                    </a:moveTo>
                    <a:lnTo>
                      <a:pt x="138" y="1492"/>
                    </a:lnTo>
                    <a:lnTo>
                      <a:pt x="13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995A5C1B-C23C-7A43-8858-E90505105D17}"/>
                  </a:ext>
                </a:extLst>
              </p:cNvPr>
              <p:cNvSpPr/>
              <p:nvPr/>
            </p:nvSpPr>
            <p:spPr>
              <a:xfrm>
                <a:off x="14956979" y="10049593"/>
                <a:ext cx="185623" cy="1874329"/>
              </a:xfrm>
              <a:custGeom>
                <a:avLst/>
                <a:gdLst>
                  <a:gd name="connsiteX0" fmla="*/ 16195 w 185623"/>
                  <a:gd name="connsiteY0" fmla="*/ 16201 h 1874329"/>
                  <a:gd name="connsiteX1" fmla="*/ 16195 w 185623"/>
                  <a:gd name="connsiteY1" fmla="*/ 1858128 h 1874329"/>
                  <a:gd name="connsiteX2" fmla="*/ 170673 w 185623"/>
                  <a:gd name="connsiteY2" fmla="*/ 1858128 h 1874329"/>
                  <a:gd name="connsiteX3" fmla="*/ 170673 w 185623"/>
                  <a:gd name="connsiteY3" fmla="*/ 16201 h 1874329"/>
                  <a:gd name="connsiteX4" fmla="*/ 7425 w 185623"/>
                  <a:gd name="connsiteY4" fmla="*/ 0 h 1874329"/>
                  <a:gd name="connsiteX5" fmla="*/ 178198 w 185623"/>
                  <a:gd name="connsiteY5" fmla="*/ 0 h 1874329"/>
                  <a:gd name="connsiteX6" fmla="*/ 185623 w 185623"/>
                  <a:gd name="connsiteY6" fmla="*/ 8718 h 1874329"/>
                  <a:gd name="connsiteX7" fmla="*/ 185623 w 185623"/>
                  <a:gd name="connsiteY7" fmla="*/ 1866857 h 1874329"/>
                  <a:gd name="connsiteX8" fmla="*/ 178198 w 185623"/>
                  <a:gd name="connsiteY8" fmla="*/ 1874329 h 1874329"/>
                  <a:gd name="connsiteX9" fmla="*/ 7425 w 185623"/>
                  <a:gd name="connsiteY9" fmla="*/ 1874329 h 1874329"/>
                  <a:gd name="connsiteX10" fmla="*/ 0 w 185623"/>
                  <a:gd name="connsiteY10" fmla="*/ 1866857 h 1874329"/>
                  <a:gd name="connsiteX11" fmla="*/ 0 w 185623"/>
                  <a:gd name="connsiteY11" fmla="*/ 8718 h 1874329"/>
                  <a:gd name="connsiteX12" fmla="*/ 7425 w 185623"/>
                  <a:gd name="connsiteY12" fmla="*/ 0 h 187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5623" h="1874329">
                    <a:moveTo>
                      <a:pt x="16195" y="16201"/>
                    </a:moveTo>
                    <a:lnTo>
                      <a:pt x="16195" y="1858128"/>
                    </a:lnTo>
                    <a:lnTo>
                      <a:pt x="170673" y="1858128"/>
                    </a:lnTo>
                    <a:lnTo>
                      <a:pt x="170673" y="16201"/>
                    </a:lnTo>
                    <a:close/>
                    <a:moveTo>
                      <a:pt x="7425" y="0"/>
                    </a:moveTo>
                    <a:lnTo>
                      <a:pt x="178198" y="0"/>
                    </a:lnTo>
                    <a:cubicBezTo>
                      <a:pt x="181911" y="0"/>
                      <a:pt x="185623" y="3736"/>
                      <a:pt x="185623" y="8718"/>
                    </a:cubicBezTo>
                    <a:lnTo>
                      <a:pt x="185623" y="1866857"/>
                    </a:lnTo>
                    <a:cubicBezTo>
                      <a:pt x="185623" y="1870593"/>
                      <a:pt x="181911" y="1874329"/>
                      <a:pt x="178198" y="1874329"/>
                    </a:cubicBezTo>
                    <a:lnTo>
                      <a:pt x="7425" y="1874329"/>
                    </a:lnTo>
                    <a:cubicBezTo>
                      <a:pt x="2475" y="1874329"/>
                      <a:pt x="0" y="1870593"/>
                      <a:pt x="0" y="1866857"/>
                    </a:cubicBezTo>
                    <a:lnTo>
                      <a:pt x="0" y="8718"/>
                    </a:lnTo>
                    <a:cubicBezTo>
                      <a:pt x="0" y="3736"/>
                      <a:pt x="2475" y="0"/>
                      <a:pt x="74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A9FFC30A-EE5A-A840-80CC-89FE36729568}"/>
                  </a:ext>
                </a:extLst>
              </p:cNvPr>
              <p:cNvSpPr/>
              <p:nvPr/>
            </p:nvSpPr>
            <p:spPr>
              <a:xfrm>
                <a:off x="11866170" y="12402474"/>
                <a:ext cx="3049698" cy="2741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49" h="221">
                    <a:moveTo>
                      <a:pt x="2339" y="221"/>
                    </a:moveTo>
                    <a:lnTo>
                      <a:pt x="1225" y="221"/>
                    </a:lnTo>
                    <a:lnTo>
                      <a:pt x="110" y="221"/>
                    </a:lnTo>
                    <a:cubicBezTo>
                      <a:pt x="79" y="221"/>
                      <a:pt x="52" y="208"/>
                      <a:pt x="32" y="189"/>
                    </a:cubicBezTo>
                    <a:cubicBezTo>
                      <a:pt x="12" y="168"/>
                      <a:pt x="0" y="141"/>
                      <a:pt x="0" y="110"/>
                    </a:cubicBezTo>
                    <a:cubicBezTo>
                      <a:pt x="0" y="80"/>
                      <a:pt x="12" y="52"/>
                      <a:pt x="32" y="32"/>
                    </a:cubicBezTo>
                    <a:cubicBezTo>
                      <a:pt x="52" y="12"/>
                      <a:pt x="79" y="0"/>
                      <a:pt x="110" y="0"/>
                    </a:cubicBezTo>
                    <a:lnTo>
                      <a:pt x="1225" y="0"/>
                    </a:lnTo>
                    <a:lnTo>
                      <a:pt x="2339" y="0"/>
                    </a:lnTo>
                    <a:cubicBezTo>
                      <a:pt x="2370" y="0"/>
                      <a:pt x="2397" y="12"/>
                      <a:pt x="2418" y="32"/>
                    </a:cubicBezTo>
                    <a:cubicBezTo>
                      <a:pt x="2437" y="52"/>
                      <a:pt x="2449" y="80"/>
                      <a:pt x="2449" y="110"/>
                    </a:cubicBezTo>
                    <a:cubicBezTo>
                      <a:pt x="2449" y="141"/>
                      <a:pt x="2437" y="168"/>
                      <a:pt x="2418" y="189"/>
                    </a:cubicBezTo>
                    <a:cubicBezTo>
                      <a:pt x="2397" y="208"/>
                      <a:pt x="2370" y="221"/>
                      <a:pt x="2339" y="22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7ACE91FE-60EF-DD46-8F2D-DC44ACE9B03E}"/>
                  </a:ext>
                </a:extLst>
              </p:cNvPr>
              <p:cNvSpPr/>
              <p:nvPr/>
            </p:nvSpPr>
            <p:spPr>
              <a:xfrm>
                <a:off x="11857449" y="12393751"/>
                <a:ext cx="3067136" cy="290371"/>
              </a:xfrm>
              <a:custGeom>
                <a:avLst/>
                <a:gdLst>
                  <a:gd name="connsiteX0" fmla="*/ 145704 w 3067136"/>
                  <a:gd name="connsiteY0" fmla="*/ 16197 h 290371"/>
                  <a:gd name="connsiteX1" fmla="*/ 53553 w 3067136"/>
                  <a:gd name="connsiteY1" fmla="*/ 54644 h 290371"/>
                  <a:gd name="connsiteX2" fmla="*/ 16195 w 3067136"/>
                  <a:gd name="connsiteY2" fmla="*/ 145181 h 290371"/>
                  <a:gd name="connsiteX3" fmla="*/ 53553 w 3067136"/>
                  <a:gd name="connsiteY3" fmla="*/ 236959 h 290371"/>
                  <a:gd name="connsiteX4" fmla="*/ 145704 w 3067136"/>
                  <a:gd name="connsiteY4" fmla="*/ 274166 h 290371"/>
                  <a:gd name="connsiteX5" fmla="*/ 2921431 w 3067136"/>
                  <a:gd name="connsiteY5" fmla="*/ 274166 h 290371"/>
                  <a:gd name="connsiteX6" fmla="*/ 3013582 w 3067136"/>
                  <a:gd name="connsiteY6" fmla="*/ 236959 h 290371"/>
                  <a:gd name="connsiteX7" fmla="*/ 3050940 w 3067136"/>
                  <a:gd name="connsiteY7" fmla="*/ 145181 h 290371"/>
                  <a:gd name="connsiteX8" fmla="*/ 3013582 w 3067136"/>
                  <a:gd name="connsiteY8" fmla="*/ 54644 h 290371"/>
                  <a:gd name="connsiteX9" fmla="*/ 2921431 w 3067136"/>
                  <a:gd name="connsiteY9" fmla="*/ 16197 h 290371"/>
                  <a:gd name="connsiteX10" fmla="*/ 145698 w 3067136"/>
                  <a:gd name="connsiteY10" fmla="*/ 0 h 290371"/>
                  <a:gd name="connsiteX11" fmla="*/ 2921438 w 3067136"/>
                  <a:gd name="connsiteY11" fmla="*/ 0 h 290371"/>
                  <a:gd name="connsiteX12" fmla="*/ 3024796 w 3067136"/>
                  <a:gd name="connsiteY12" fmla="*/ 43432 h 290371"/>
                  <a:gd name="connsiteX13" fmla="*/ 3067136 w 3067136"/>
                  <a:gd name="connsiteY13" fmla="*/ 145185 h 290371"/>
                  <a:gd name="connsiteX14" fmla="*/ 3024796 w 3067136"/>
                  <a:gd name="connsiteY14" fmla="*/ 248180 h 290371"/>
                  <a:gd name="connsiteX15" fmla="*/ 2921438 w 3067136"/>
                  <a:gd name="connsiteY15" fmla="*/ 290371 h 290371"/>
                  <a:gd name="connsiteX16" fmla="*/ 145698 w 3067136"/>
                  <a:gd name="connsiteY16" fmla="*/ 290371 h 290371"/>
                  <a:gd name="connsiteX17" fmla="*/ 42340 w 3067136"/>
                  <a:gd name="connsiteY17" fmla="*/ 248180 h 290371"/>
                  <a:gd name="connsiteX18" fmla="*/ 0 w 3067136"/>
                  <a:gd name="connsiteY18" fmla="*/ 145185 h 290371"/>
                  <a:gd name="connsiteX19" fmla="*/ 42340 w 3067136"/>
                  <a:gd name="connsiteY19" fmla="*/ 43432 h 290371"/>
                  <a:gd name="connsiteX20" fmla="*/ 145698 w 3067136"/>
                  <a:gd name="connsiteY20" fmla="*/ 0 h 290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067136" h="290371">
                    <a:moveTo>
                      <a:pt x="145704" y="16197"/>
                    </a:moveTo>
                    <a:cubicBezTo>
                      <a:pt x="110836" y="16197"/>
                      <a:pt x="78459" y="29840"/>
                      <a:pt x="53553" y="54644"/>
                    </a:cubicBezTo>
                    <a:cubicBezTo>
                      <a:pt x="29893" y="78209"/>
                      <a:pt x="16195" y="111695"/>
                      <a:pt x="16195" y="145181"/>
                    </a:cubicBezTo>
                    <a:cubicBezTo>
                      <a:pt x="16195" y="179908"/>
                      <a:pt x="29893" y="212154"/>
                      <a:pt x="53553" y="236959"/>
                    </a:cubicBezTo>
                    <a:cubicBezTo>
                      <a:pt x="78459" y="260523"/>
                      <a:pt x="110836" y="274166"/>
                      <a:pt x="145704" y="274166"/>
                    </a:cubicBezTo>
                    <a:lnTo>
                      <a:pt x="2921431" y="274166"/>
                    </a:lnTo>
                    <a:cubicBezTo>
                      <a:pt x="2956299" y="274166"/>
                      <a:pt x="2988676" y="260523"/>
                      <a:pt x="3013582" y="236959"/>
                    </a:cubicBezTo>
                    <a:cubicBezTo>
                      <a:pt x="3037242" y="212154"/>
                      <a:pt x="3050940" y="179908"/>
                      <a:pt x="3050940" y="145181"/>
                    </a:cubicBezTo>
                    <a:cubicBezTo>
                      <a:pt x="3050940" y="111695"/>
                      <a:pt x="3037242" y="78209"/>
                      <a:pt x="3013582" y="54644"/>
                    </a:cubicBezTo>
                    <a:cubicBezTo>
                      <a:pt x="2988676" y="29840"/>
                      <a:pt x="2956299" y="16197"/>
                      <a:pt x="2921431" y="16197"/>
                    </a:cubicBezTo>
                    <a:close/>
                    <a:moveTo>
                      <a:pt x="145698" y="0"/>
                    </a:moveTo>
                    <a:lnTo>
                      <a:pt x="2921438" y="0"/>
                    </a:lnTo>
                    <a:cubicBezTo>
                      <a:pt x="2961287" y="0"/>
                      <a:pt x="2997400" y="16132"/>
                      <a:pt x="3024796" y="43432"/>
                    </a:cubicBezTo>
                    <a:cubicBezTo>
                      <a:pt x="3052193" y="70731"/>
                      <a:pt x="3067136" y="106718"/>
                      <a:pt x="3067136" y="145185"/>
                    </a:cubicBezTo>
                    <a:cubicBezTo>
                      <a:pt x="3067136" y="183653"/>
                      <a:pt x="3052193" y="220881"/>
                      <a:pt x="3024796" y="248180"/>
                    </a:cubicBezTo>
                    <a:cubicBezTo>
                      <a:pt x="2997400" y="275480"/>
                      <a:pt x="2961287" y="290371"/>
                      <a:pt x="2921438" y="290371"/>
                    </a:cubicBezTo>
                    <a:lnTo>
                      <a:pt x="145698" y="290371"/>
                    </a:lnTo>
                    <a:cubicBezTo>
                      <a:pt x="105849" y="290371"/>
                      <a:pt x="69736" y="275480"/>
                      <a:pt x="42340" y="248180"/>
                    </a:cubicBezTo>
                    <a:cubicBezTo>
                      <a:pt x="14943" y="220881"/>
                      <a:pt x="0" y="183653"/>
                      <a:pt x="0" y="145185"/>
                    </a:cubicBezTo>
                    <a:cubicBezTo>
                      <a:pt x="0" y="106718"/>
                      <a:pt x="14943" y="70731"/>
                      <a:pt x="42340" y="43432"/>
                    </a:cubicBezTo>
                    <a:cubicBezTo>
                      <a:pt x="69736" y="16132"/>
                      <a:pt x="105849" y="0"/>
                      <a:pt x="1456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6EEEE326-D2D0-AE41-B7F0-B36299FCCBE8}"/>
                  </a:ext>
                </a:extLst>
              </p:cNvPr>
              <p:cNvSpPr/>
              <p:nvPr/>
            </p:nvSpPr>
            <p:spPr>
              <a:xfrm>
                <a:off x="11866170" y="12402474"/>
                <a:ext cx="3049698" cy="2741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49" h="221">
                    <a:moveTo>
                      <a:pt x="2339" y="221"/>
                    </a:moveTo>
                    <a:lnTo>
                      <a:pt x="1225" y="221"/>
                    </a:lnTo>
                    <a:lnTo>
                      <a:pt x="110" y="221"/>
                    </a:lnTo>
                    <a:cubicBezTo>
                      <a:pt x="79" y="221"/>
                      <a:pt x="52" y="208"/>
                      <a:pt x="32" y="189"/>
                    </a:cubicBezTo>
                    <a:cubicBezTo>
                      <a:pt x="12" y="168"/>
                      <a:pt x="0" y="141"/>
                      <a:pt x="0" y="110"/>
                    </a:cubicBezTo>
                    <a:cubicBezTo>
                      <a:pt x="0" y="80"/>
                      <a:pt x="12" y="52"/>
                      <a:pt x="32" y="32"/>
                    </a:cubicBezTo>
                    <a:cubicBezTo>
                      <a:pt x="52" y="12"/>
                      <a:pt x="79" y="0"/>
                      <a:pt x="110" y="0"/>
                    </a:cubicBezTo>
                    <a:lnTo>
                      <a:pt x="1225" y="0"/>
                    </a:lnTo>
                    <a:lnTo>
                      <a:pt x="2339" y="0"/>
                    </a:lnTo>
                    <a:cubicBezTo>
                      <a:pt x="2370" y="0"/>
                      <a:pt x="2397" y="12"/>
                      <a:pt x="2418" y="32"/>
                    </a:cubicBezTo>
                    <a:cubicBezTo>
                      <a:pt x="2437" y="52"/>
                      <a:pt x="2449" y="80"/>
                      <a:pt x="2449" y="110"/>
                    </a:cubicBezTo>
                    <a:cubicBezTo>
                      <a:pt x="2449" y="141"/>
                      <a:pt x="2437" y="168"/>
                      <a:pt x="2418" y="189"/>
                    </a:cubicBezTo>
                    <a:cubicBezTo>
                      <a:pt x="2397" y="208"/>
                      <a:pt x="2370" y="221"/>
                      <a:pt x="2339" y="221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A5590C35-8BA4-8C4C-8F9F-13720FDD7C2D}"/>
                  </a:ext>
                </a:extLst>
              </p:cNvPr>
              <p:cNvSpPr/>
              <p:nvPr/>
            </p:nvSpPr>
            <p:spPr>
              <a:xfrm>
                <a:off x="14563309" y="9875121"/>
                <a:ext cx="399899" cy="22681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2" h="1821">
                    <a:moveTo>
                      <a:pt x="322" y="161"/>
                    </a:moveTo>
                    <a:lnTo>
                      <a:pt x="322" y="910"/>
                    </a:lnTo>
                    <a:lnTo>
                      <a:pt x="322" y="1660"/>
                    </a:lnTo>
                    <a:cubicBezTo>
                      <a:pt x="322" y="1705"/>
                      <a:pt x="304" y="1744"/>
                      <a:pt x="275" y="1774"/>
                    </a:cubicBezTo>
                    <a:cubicBezTo>
                      <a:pt x="246" y="1802"/>
                      <a:pt x="206" y="1821"/>
                      <a:pt x="161" y="1821"/>
                    </a:cubicBezTo>
                    <a:cubicBezTo>
                      <a:pt x="117" y="1821"/>
                      <a:pt x="77" y="1802"/>
                      <a:pt x="47" y="1774"/>
                    </a:cubicBezTo>
                    <a:cubicBezTo>
                      <a:pt x="19" y="1744"/>
                      <a:pt x="0" y="1705"/>
                      <a:pt x="0" y="1660"/>
                    </a:cubicBezTo>
                    <a:lnTo>
                      <a:pt x="0" y="910"/>
                    </a:lnTo>
                    <a:lnTo>
                      <a:pt x="0" y="161"/>
                    </a:lnTo>
                    <a:cubicBezTo>
                      <a:pt x="0" y="116"/>
                      <a:pt x="19" y="75"/>
                      <a:pt x="47" y="47"/>
                    </a:cubicBezTo>
                    <a:cubicBezTo>
                      <a:pt x="77" y="17"/>
                      <a:pt x="117" y="0"/>
                      <a:pt x="161" y="0"/>
                    </a:cubicBezTo>
                    <a:cubicBezTo>
                      <a:pt x="206" y="0"/>
                      <a:pt x="246" y="17"/>
                      <a:pt x="275" y="47"/>
                    </a:cubicBezTo>
                    <a:cubicBezTo>
                      <a:pt x="304" y="75"/>
                      <a:pt x="322" y="116"/>
                      <a:pt x="322" y="1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617DCA92-0716-0045-9D64-338EE0AFE136}"/>
                  </a:ext>
                </a:extLst>
              </p:cNvPr>
              <p:cNvSpPr/>
              <p:nvPr/>
            </p:nvSpPr>
            <p:spPr>
              <a:xfrm>
                <a:off x="14555834" y="9866398"/>
                <a:ext cx="416094" cy="2284338"/>
              </a:xfrm>
              <a:custGeom>
                <a:avLst/>
                <a:gdLst>
                  <a:gd name="connsiteX0" fmla="*/ 207423 w 416094"/>
                  <a:gd name="connsiteY0" fmla="*/ 16201 h 2284338"/>
                  <a:gd name="connsiteX1" fmla="*/ 72071 w 416094"/>
                  <a:gd name="connsiteY1" fmla="*/ 72250 h 2284338"/>
                  <a:gd name="connsiteX2" fmla="*/ 16192 w 416094"/>
                  <a:gd name="connsiteY2" fmla="*/ 209260 h 2284338"/>
                  <a:gd name="connsiteX3" fmla="*/ 16192 w 416094"/>
                  <a:gd name="connsiteY3" fmla="*/ 2076324 h 2284338"/>
                  <a:gd name="connsiteX4" fmla="*/ 72071 w 416094"/>
                  <a:gd name="connsiteY4" fmla="*/ 2212088 h 2284338"/>
                  <a:gd name="connsiteX5" fmla="*/ 207423 w 416094"/>
                  <a:gd name="connsiteY5" fmla="*/ 2268137 h 2284338"/>
                  <a:gd name="connsiteX6" fmla="*/ 344017 w 416094"/>
                  <a:gd name="connsiteY6" fmla="*/ 2212088 h 2284338"/>
                  <a:gd name="connsiteX7" fmla="*/ 399896 w 416094"/>
                  <a:gd name="connsiteY7" fmla="*/ 2076324 h 2284338"/>
                  <a:gd name="connsiteX8" fmla="*/ 399896 w 416094"/>
                  <a:gd name="connsiteY8" fmla="*/ 209260 h 2284338"/>
                  <a:gd name="connsiteX9" fmla="*/ 344017 w 416094"/>
                  <a:gd name="connsiteY9" fmla="*/ 72250 h 2284338"/>
                  <a:gd name="connsiteX10" fmla="*/ 207423 w 416094"/>
                  <a:gd name="connsiteY10" fmla="*/ 16201 h 2284338"/>
                  <a:gd name="connsiteX11" fmla="*/ 207426 w 416094"/>
                  <a:gd name="connsiteY11" fmla="*/ 0 h 2284338"/>
                  <a:gd name="connsiteX12" fmla="*/ 355232 w 416094"/>
                  <a:gd name="connsiteY12" fmla="*/ 61032 h 2284338"/>
                  <a:gd name="connsiteX13" fmla="*/ 416094 w 416094"/>
                  <a:gd name="connsiteY13" fmla="*/ 209252 h 2284338"/>
                  <a:gd name="connsiteX14" fmla="*/ 416094 w 416094"/>
                  <a:gd name="connsiteY14" fmla="*/ 2076331 h 2284338"/>
                  <a:gd name="connsiteX15" fmla="*/ 355232 w 416094"/>
                  <a:gd name="connsiteY15" fmla="*/ 2223306 h 2284338"/>
                  <a:gd name="connsiteX16" fmla="*/ 207426 w 416094"/>
                  <a:gd name="connsiteY16" fmla="*/ 2284338 h 2284338"/>
                  <a:gd name="connsiteX17" fmla="*/ 60862 w 416094"/>
                  <a:gd name="connsiteY17" fmla="*/ 2223306 h 2284338"/>
                  <a:gd name="connsiteX18" fmla="*/ 0 w 416094"/>
                  <a:gd name="connsiteY18" fmla="*/ 2076331 h 2284338"/>
                  <a:gd name="connsiteX19" fmla="*/ 0 w 416094"/>
                  <a:gd name="connsiteY19" fmla="*/ 209252 h 2284338"/>
                  <a:gd name="connsiteX20" fmla="*/ 60862 w 416094"/>
                  <a:gd name="connsiteY20" fmla="*/ 61032 h 2284338"/>
                  <a:gd name="connsiteX21" fmla="*/ 207426 w 416094"/>
                  <a:gd name="connsiteY21" fmla="*/ 0 h 22843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16094" h="2284338">
                    <a:moveTo>
                      <a:pt x="207423" y="16201"/>
                    </a:moveTo>
                    <a:cubicBezTo>
                      <a:pt x="156511" y="16201"/>
                      <a:pt x="108082" y="36130"/>
                      <a:pt x="72071" y="72250"/>
                    </a:cubicBezTo>
                    <a:cubicBezTo>
                      <a:pt x="36060" y="108371"/>
                      <a:pt x="16192" y="156947"/>
                      <a:pt x="16192" y="209260"/>
                    </a:cubicBezTo>
                    <a:lnTo>
                      <a:pt x="16192" y="2076324"/>
                    </a:lnTo>
                    <a:cubicBezTo>
                      <a:pt x="16192" y="2127391"/>
                      <a:pt x="36060" y="2175967"/>
                      <a:pt x="72071" y="2212088"/>
                    </a:cubicBezTo>
                    <a:cubicBezTo>
                      <a:pt x="108082" y="2248208"/>
                      <a:pt x="156511" y="2268137"/>
                      <a:pt x="207423" y="2268137"/>
                    </a:cubicBezTo>
                    <a:cubicBezTo>
                      <a:pt x="259577" y="2268137"/>
                      <a:pt x="306764" y="2248208"/>
                      <a:pt x="344017" y="2212088"/>
                    </a:cubicBezTo>
                    <a:cubicBezTo>
                      <a:pt x="378786" y="2175967"/>
                      <a:pt x="399896" y="2127391"/>
                      <a:pt x="399896" y="2076324"/>
                    </a:cubicBezTo>
                    <a:lnTo>
                      <a:pt x="399896" y="209260"/>
                    </a:lnTo>
                    <a:cubicBezTo>
                      <a:pt x="399896" y="156947"/>
                      <a:pt x="378786" y="108371"/>
                      <a:pt x="344017" y="72250"/>
                    </a:cubicBezTo>
                    <a:cubicBezTo>
                      <a:pt x="306764" y="36130"/>
                      <a:pt x="259577" y="16201"/>
                      <a:pt x="207423" y="16201"/>
                    </a:cubicBezTo>
                    <a:close/>
                    <a:moveTo>
                      <a:pt x="207426" y="0"/>
                    </a:moveTo>
                    <a:cubicBezTo>
                      <a:pt x="263319" y="0"/>
                      <a:pt x="315486" y="22420"/>
                      <a:pt x="355232" y="61032"/>
                    </a:cubicBezTo>
                    <a:cubicBezTo>
                      <a:pt x="393737" y="100890"/>
                      <a:pt x="416094" y="153203"/>
                      <a:pt x="416094" y="209252"/>
                    </a:cubicBezTo>
                    <a:lnTo>
                      <a:pt x="416094" y="2076331"/>
                    </a:lnTo>
                    <a:cubicBezTo>
                      <a:pt x="416094" y="2132381"/>
                      <a:pt x="393737" y="2184694"/>
                      <a:pt x="355232" y="2223306"/>
                    </a:cubicBezTo>
                    <a:cubicBezTo>
                      <a:pt x="315486" y="2263164"/>
                      <a:pt x="263319" y="2284338"/>
                      <a:pt x="207426" y="2284338"/>
                    </a:cubicBezTo>
                    <a:cubicBezTo>
                      <a:pt x="151533" y="2284338"/>
                      <a:pt x="100608" y="2263164"/>
                      <a:pt x="60862" y="2223306"/>
                    </a:cubicBezTo>
                    <a:cubicBezTo>
                      <a:pt x="21115" y="2184694"/>
                      <a:pt x="0" y="2132381"/>
                      <a:pt x="0" y="2076331"/>
                    </a:cubicBezTo>
                    <a:lnTo>
                      <a:pt x="0" y="209252"/>
                    </a:lnTo>
                    <a:cubicBezTo>
                      <a:pt x="0" y="153203"/>
                      <a:pt x="21115" y="100890"/>
                      <a:pt x="60862" y="61032"/>
                    </a:cubicBezTo>
                    <a:cubicBezTo>
                      <a:pt x="100608" y="22420"/>
                      <a:pt x="151533" y="0"/>
                      <a:pt x="2074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D8CA9FB1-CB36-5E40-8780-020799ACD509}"/>
                  </a:ext>
                </a:extLst>
              </p:cNvPr>
              <p:cNvSpPr/>
              <p:nvPr/>
            </p:nvSpPr>
            <p:spPr>
              <a:xfrm>
                <a:off x="14563309" y="9875121"/>
                <a:ext cx="399899" cy="22681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2" h="1821">
                    <a:moveTo>
                      <a:pt x="322" y="161"/>
                    </a:moveTo>
                    <a:lnTo>
                      <a:pt x="322" y="910"/>
                    </a:lnTo>
                    <a:lnTo>
                      <a:pt x="322" y="1660"/>
                    </a:lnTo>
                    <a:cubicBezTo>
                      <a:pt x="322" y="1705"/>
                      <a:pt x="304" y="1744"/>
                      <a:pt x="275" y="1774"/>
                    </a:cubicBezTo>
                    <a:cubicBezTo>
                      <a:pt x="246" y="1802"/>
                      <a:pt x="206" y="1821"/>
                      <a:pt x="161" y="1821"/>
                    </a:cubicBezTo>
                    <a:cubicBezTo>
                      <a:pt x="117" y="1821"/>
                      <a:pt x="77" y="1802"/>
                      <a:pt x="47" y="1774"/>
                    </a:cubicBezTo>
                    <a:cubicBezTo>
                      <a:pt x="19" y="1744"/>
                      <a:pt x="0" y="1705"/>
                      <a:pt x="0" y="1660"/>
                    </a:cubicBezTo>
                    <a:lnTo>
                      <a:pt x="0" y="910"/>
                    </a:lnTo>
                    <a:lnTo>
                      <a:pt x="0" y="161"/>
                    </a:lnTo>
                    <a:cubicBezTo>
                      <a:pt x="0" y="116"/>
                      <a:pt x="19" y="75"/>
                      <a:pt x="47" y="47"/>
                    </a:cubicBezTo>
                    <a:cubicBezTo>
                      <a:pt x="77" y="17"/>
                      <a:pt x="117" y="0"/>
                      <a:pt x="161" y="0"/>
                    </a:cubicBezTo>
                    <a:cubicBezTo>
                      <a:pt x="206" y="0"/>
                      <a:pt x="246" y="17"/>
                      <a:pt x="275" y="47"/>
                    </a:cubicBezTo>
                    <a:cubicBezTo>
                      <a:pt x="304" y="75"/>
                      <a:pt x="322" y="116"/>
                      <a:pt x="322" y="161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0EEAB7-71E7-5348-9980-F7C7AAD24A44}"/>
                </a:ext>
              </a:extLst>
            </p:cNvPr>
            <p:cNvGrpSpPr/>
            <p:nvPr/>
          </p:nvGrpSpPr>
          <p:grpSpPr>
            <a:xfrm>
              <a:off x="10525698" y="7168311"/>
              <a:ext cx="2317172" cy="1717304"/>
              <a:chOff x="10525698" y="7168311"/>
              <a:chExt cx="2317172" cy="1717304"/>
            </a:xfrm>
          </p:grpSpPr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89F34C1C-CC7C-DA46-9B82-36E1583DF3C7}"/>
                  </a:ext>
                </a:extLst>
              </p:cNvPr>
              <p:cNvSpPr/>
              <p:nvPr/>
            </p:nvSpPr>
            <p:spPr>
              <a:xfrm>
                <a:off x="12067984" y="7177035"/>
                <a:ext cx="766162" cy="17011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16" h="1366">
                    <a:moveTo>
                      <a:pt x="0" y="0"/>
                    </a:moveTo>
                    <a:lnTo>
                      <a:pt x="0" y="605"/>
                    </a:lnTo>
                    <a:lnTo>
                      <a:pt x="0" y="1211"/>
                    </a:lnTo>
                    <a:lnTo>
                      <a:pt x="118" y="1211"/>
                    </a:lnTo>
                    <a:lnTo>
                      <a:pt x="235" y="1211"/>
                    </a:lnTo>
                    <a:lnTo>
                      <a:pt x="289" y="1288"/>
                    </a:lnTo>
                    <a:lnTo>
                      <a:pt x="345" y="1366"/>
                    </a:lnTo>
                    <a:lnTo>
                      <a:pt x="396" y="1288"/>
                    </a:lnTo>
                    <a:lnTo>
                      <a:pt x="447" y="1211"/>
                    </a:lnTo>
                    <a:lnTo>
                      <a:pt x="472" y="1211"/>
                    </a:lnTo>
                    <a:lnTo>
                      <a:pt x="497" y="1211"/>
                    </a:lnTo>
                    <a:cubicBezTo>
                      <a:pt x="530" y="1211"/>
                      <a:pt x="560" y="1197"/>
                      <a:pt x="581" y="1176"/>
                    </a:cubicBezTo>
                    <a:cubicBezTo>
                      <a:pt x="603" y="1154"/>
                      <a:pt x="616" y="1124"/>
                      <a:pt x="616" y="1091"/>
                    </a:cubicBezTo>
                    <a:lnTo>
                      <a:pt x="616" y="605"/>
                    </a:lnTo>
                    <a:lnTo>
                      <a:pt x="616" y="120"/>
                    </a:lnTo>
                    <a:cubicBezTo>
                      <a:pt x="616" y="86"/>
                      <a:pt x="603" y="56"/>
                      <a:pt x="581" y="35"/>
                    </a:cubicBezTo>
                    <a:cubicBezTo>
                      <a:pt x="560" y="13"/>
                      <a:pt x="530" y="0"/>
                      <a:pt x="497" y="0"/>
                    </a:cubicBezTo>
                    <a:lnTo>
                      <a:pt x="248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869DF443-A933-6848-94FE-6E9F1384D1C9}"/>
                  </a:ext>
                </a:extLst>
              </p:cNvPr>
              <p:cNvSpPr/>
              <p:nvPr/>
            </p:nvSpPr>
            <p:spPr>
              <a:xfrm>
                <a:off x="12060513" y="7168311"/>
                <a:ext cx="782357" cy="1717304"/>
              </a:xfrm>
              <a:custGeom>
                <a:avLst/>
                <a:gdLst>
                  <a:gd name="connsiteX0" fmla="*/ 16195 w 782357"/>
                  <a:gd name="connsiteY0" fmla="*/ 16201 h 1717304"/>
                  <a:gd name="connsiteX1" fmla="*/ 16195 w 782357"/>
                  <a:gd name="connsiteY1" fmla="*/ 1508076 h 1717304"/>
                  <a:gd name="connsiteX2" fmla="*/ 299765 w 782357"/>
                  <a:gd name="connsiteY2" fmla="*/ 1508076 h 1717304"/>
                  <a:gd name="connsiteX3" fmla="*/ 304740 w 782357"/>
                  <a:gd name="connsiteY3" fmla="*/ 1511812 h 1717304"/>
                  <a:gd name="connsiteX4" fmla="*/ 435331 w 782357"/>
                  <a:gd name="connsiteY4" fmla="*/ 1694872 h 1717304"/>
                  <a:gd name="connsiteX5" fmla="*/ 557216 w 782357"/>
                  <a:gd name="connsiteY5" fmla="*/ 1511812 h 1717304"/>
                  <a:gd name="connsiteX6" fmla="*/ 563435 w 782357"/>
                  <a:gd name="connsiteY6" fmla="*/ 1508076 h 1717304"/>
                  <a:gd name="connsiteX7" fmla="*/ 625621 w 782357"/>
                  <a:gd name="connsiteY7" fmla="*/ 1508076 h 1717304"/>
                  <a:gd name="connsiteX8" fmla="*/ 725119 w 782357"/>
                  <a:gd name="connsiteY8" fmla="*/ 1466981 h 1717304"/>
                  <a:gd name="connsiteX9" fmla="*/ 766162 w 782357"/>
                  <a:gd name="connsiteY9" fmla="*/ 1367357 h 1717304"/>
                  <a:gd name="connsiteX10" fmla="*/ 766162 w 782357"/>
                  <a:gd name="connsiteY10" fmla="*/ 158166 h 1717304"/>
                  <a:gd name="connsiteX11" fmla="*/ 725119 w 782357"/>
                  <a:gd name="connsiteY11" fmla="*/ 57296 h 1717304"/>
                  <a:gd name="connsiteX12" fmla="*/ 625621 w 782357"/>
                  <a:gd name="connsiteY12" fmla="*/ 16201 h 1717304"/>
                  <a:gd name="connsiteX13" fmla="*/ 7463 w 782357"/>
                  <a:gd name="connsiteY13" fmla="*/ 0 h 1717304"/>
                  <a:gd name="connsiteX14" fmla="*/ 625637 w 782357"/>
                  <a:gd name="connsiteY14" fmla="*/ 0 h 1717304"/>
                  <a:gd name="connsiteX15" fmla="*/ 736336 w 782357"/>
                  <a:gd name="connsiteY15" fmla="*/ 46077 h 1717304"/>
                  <a:gd name="connsiteX16" fmla="*/ 782357 w 782357"/>
                  <a:gd name="connsiteY16" fmla="*/ 158157 h 1717304"/>
                  <a:gd name="connsiteX17" fmla="*/ 782357 w 782357"/>
                  <a:gd name="connsiteY17" fmla="*/ 1367367 h 1717304"/>
                  <a:gd name="connsiteX18" fmla="*/ 736336 w 782357"/>
                  <a:gd name="connsiteY18" fmla="*/ 1478201 h 1717304"/>
                  <a:gd name="connsiteX19" fmla="*/ 625637 w 782357"/>
                  <a:gd name="connsiteY19" fmla="*/ 1524279 h 1717304"/>
                  <a:gd name="connsiteX20" fmla="*/ 568422 w 782357"/>
                  <a:gd name="connsiteY20" fmla="*/ 1524279 h 1717304"/>
                  <a:gd name="connsiteX21" fmla="*/ 442797 w 782357"/>
                  <a:gd name="connsiteY21" fmla="*/ 1713568 h 1717304"/>
                  <a:gd name="connsiteX22" fmla="*/ 436578 w 782357"/>
                  <a:gd name="connsiteY22" fmla="*/ 1717304 h 1717304"/>
                  <a:gd name="connsiteX23" fmla="*/ 429115 w 782357"/>
                  <a:gd name="connsiteY23" fmla="*/ 1713568 h 1717304"/>
                  <a:gd name="connsiteX24" fmla="*/ 294783 w 782357"/>
                  <a:gd name="connsiteY24" fmla="*/ 1524279 h 1717304"/>
                  <a:gd name="connsiteX25" fmla="*/ 7463 w 782357"/>
                  <a:gd name="connsiteY25" fmla="*/ 1524279 h 1717304"/>
                  <a:gd name="connsiteX26" fmla="*/ 0 w 782357"/>
                  <a:gd name="connsiteY26" fmla="*/ 1516807 h 1717304"/>
                  <a:gd name="connsiteX27" fmla="*/ 0 w 782357"/>
                  <a:gd name="connsiteY27" fmla="*/ 8718 h 1717304"/>
                  <a:gd name="connsiteX28" fmla="*/ 7463 w 782357"/>
                  <a:gd name="connsiteY28" fmla="*/ 0 h 17173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2357" h="1717304">
                    <a:moveTo>
                      <a:pt x="16195" y="16201"/>
                    </a:moveTo>
                    <a:lnTo>
                      <a:pt x="16195" y="1508076"/>
                    </a:lnTo>
                    <a:lnTo>
                      <a:pt x="299765" y="1508076"/>
                    </a:lnTo>
                    <a:cubicBezTo>
                      <a:pt x="301008" y="1508076"/>
                      <a:pt x="303496" y="1509322"/>
                      <a:pt x="304740" y="1511812"/>
                    </a:cubicBezTo>
                    <a:lnTo>
                      <a:pt x="435331" y="1694872"/>
                    </a:lnTo>
                    <a:lnTo>
                      <a:pt x="557216" y="1511812"/>
                    </a:lnTo>
                    <a:cubicBezTo>
                      <a:pt x="558460" y="1509322"/>
                      <a:pt x="560947" y="1508076"/>
                      <a:pt x="563435" y="1508076"/>
                    </a:cubicBezTo>
                    <a:lnTo>
                      <a:pt x="625621" y="1508076"/>
                    </a:lnTo>
                    <a:cubicBezTo>
                      <a:pt x="662933" y="1508076"/>
                      <a:pt x="699001" y="1493133"/>
                      <a:pt x="725119" y="1466981"/>
                    </a:cubicBezTo>
                    <a:cubicBezTo>
                      <a:pt x="751237" y="1439585"/>
                      <a:pt x="766162" y="1404716"/>
                      <a:pt x="766162" y="1367357"/>
                    </a:cubicBezTo>
                    <a:lnTo>
                      <a:pt x="766162" y="158166"/>
                    </a:lnTo>
                    <a:cubicBezTo>
                      <a:pt x="766162" y="119562"/>
                      <a:pt x="751237" y="83448"/>
                      <a:pt x="725119" y="57296"/>
                    </a:cubicBezTo>
                    <a:cubicBezTo>
                      <a:pt x="699001" y="29900"/>
                      <a:pt x="662933" y="16201"/>
                      <a:pt x="625621" y="16201"/>
                    </a:cubicBezTo>
                    <a:close/>
                    <a:moveTo>
                      <a:pt x="7463" y="0"/>
                    </a:moveTo>
                    <a:lnTo>
                      <a:pt x="625637" y="0"/>
                    </a:lnTo>
                    <a:cubicBezTo>
                      <a:pt x="666683" y="0"/>
                      <a:pt x="706485" y="16189"/>
                      <a:pt x="736336" y="46077"/>
                    </a:cubicBezTo>
                    <a:cubicBezTo>
                      <a:pt x="764944" y="75965"/>
                      <a:pt x="782357" y="114570"/>
                      <a:pt x="782357" y="158157"/>
                    </a:cubicBezTo>
                    <a:lnTo>
                      <a:pt x="782357" y="1367367"/>
                    </a:lnTo>
                    <a:cubicBezTo>
                      <a:pt x="782357" y="1408463"/>
                      <a:pt x="764944" y="1448314"/>
                      <a:pt x="736336" y="1478201"/>
                    </a:cubicBezTo>
                    <a:cubicBezTo>
                      <a:pt x="706485" y="1508089"/>
                      <a:pt x="666683" y="1524279"/>
                      <a:pt x="625637" y="1524279"/>
                    </a:cubicBezTo>
                    <a:lnTo>
                      <a:pt x="568422" y="1524279"/>
                    </a:lnTo>
                    <a:lnTo>
                      <a:pt x="442797" y="1713568"/>
                    </a:lnTo>
                    <a:cubicBezTo>
                      <a:pt x="440309" y="1716059"/>
                      <a:pt x="437821" y="1717304"/>
                      <a:pt x="436578" y="1717304"/>
                    </a:cubicBezTo>
                    <a:cubicBezTo>
                      <a:pt x="432846" y="1717304"/>
                      <a:pt x="430359" y="1716059"/>
                      <a:pt x="429115" y="1713568"/>
                    </a:cubicBezTo>
                    <a:lnTo>
                      <a:pt x="294783" y="1524279"/>
                    </a:lnTo>
                    <a:lnTo>
                      <a:pt x="7463" y="1524279"/>
                    </a:lnTo>
                    <a:cubicBezTo>
                      <a:pt x="3731" y="1524279"/>
                      <a:pt x="0" y="1520543"/>
                      <a:pt x="0" y="1516807"/>
                    </a:cubicBezTo>
                    <a:lnTo>
                      <a:pt x="0" y="8718"/>
                    </a:lnTo>
                    <a:cubicBezTo>
                      <a:pt x="0" y="3736"/>
                      <a:pt x="3731" y="0"/>
                      <a:pt x="74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7C1DB30B-2AC0-054F-A724-CBD7C071BEAB}"/>
                  </a:ext>
                </a:extLst>
              </p:cNvPr>
              <p:cNvSpPr/>
              <p:nvPr/>
            </p:nvSpPr>
            <p:spPr>
              <a:xfrm>
                <a:off x="10533172" y="7177035"/>
                <a:ext cx="1533566" cy="15079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32" h="1211">
                    <a:moveTo>
                      <a:pt x="0" y="120"/>
                    </a:moveTo>
                    <a:lnTo>
                      <a:pt x="0" y="605"/>
                    </a:lnTo>
                    <a:lnTo>
                      <a:pt x="0" y="1091"/>
                    </a:lnTo>
                    <a:cubicBezTo>
                      <a:pt x="0" y="1124"/>
                      <a:pt x="14" y="1154"/>
                      <a:pt x="35" y="1176"/>
                    </a:cubicBezTo>
                    <a:cubicBezTo>
                      <a:pt x="57" y="1197"/>
                      <a:pt x="87" y="1211"/>
                      <a:pt x="120" y="1211"/>
                    </a:cubicBezTo>
                    <a:lnTo>
                      <a:pt x="676" y="1211"/>
                    </a:lnTo>
                    <a:lnTo>
                      <a:pt x="1232" y="1211"/>
                    </a:lnTo>
                    <a:lnTo>
                      <a:pt x="1232" y="605"/>
                    </a:lnTo>
                    <a:lnTo>
                      <a:pt x="1232" y="0"/>
                    </a:lnTo>
                    <a:lnTo>
                      <a:pt x="676" y="0"/>
                    </a:lnTo>
                    <a:lnTo>
                      <a:pt x="120" y="0"/>
                    </a:lnTo>
                    <a:cubicBezTo>
                      <a:pt x="87" y="0"/>
                      <a:pt x="57" y="13"/>
                      <a:pt x="35" y="35"/>
                    </a:cubicBezTo>
                    <a:cubicBezTo>
                      <a:pt x="14" y="56"/>
                      <a:pt x="0" y="86"/>
                      <a:pt x="0" y="12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92241ED2-51B4-B849-9FA8-8D8D6815EB91}"/>
                  </a:ext>
                </a:extLst>
              </p:cNvPr>
              <p:cNvSpPr/>
              <p:nvPr/>
            </p:nvSpPr>
            <p:spPr>
              <a:xfrm>
                <a:off x="10525698" y="7168311"/>
                <a:ext cx="1549765" cy="1524135"/>
              </a:xfrm>
              <a:custGeom>
                <a:avLst/>
                <a:gdLst>
                  <a:gd name="connsiteX0" fmla="*/ 156854 w 1549765"/>
                  <a:gd name="connsiteY0" fmla="*/ 16201 h 1524135"/>
                  <a:gd name="connsiteX1" fmla="*/ 57272 w 1549765"/>
                  <a:gd name="connsiteY1" fmla="*/ 57293 h 1524135"/>
                  <a:gd name="connsiteX2" fmla="*/ 16195 w 1549765"/>
                  <a:gd name="connsiteY2" fmla="*/ 158153 h 1524135"/>
                  <a:gd name="connsiteX3" fmla="*/ 16195 w 1549765"/>
                  <a:gd name="connsiteY3" fmla="*/ 1367232 h 1524135"/>
                  <a:gd name="connsiteX4" fmla="*/ 57272 w 1549765"/>
                  <a:gd name="connsiteY4" fmla="*/ 1466847 h 1524135"/>
                  <a:gd name="connsiteX5" fmla="*/ 156854 w 1549765"/>
                  <a:gd name="connsiteY5" fmla="*/ 1507938 h 1524135"/>
                  <a:gd name="connsiteX6" fmla="*/ 1533569 w 1549765"/>
                  <a:gd name="connsiteY6" fmla="*/ 1507938 h 1524135"/>
                  <a:gd name="connsiteX7" fmla="*/ 1533569 w 1549765"/>
                  <a:gd name="connsiteY7" fmla="*/ 16201 h 1524135"/>
                  <a:gd name="connsiteX8" fmla="*/ 156844 w 1549765"/>
                  <a:gd name="connsiteY8" fmla="*/ 0 h 1524135"/>
                  <a:gd name="connsiteX9" fmla="*/ 1541052 w 1549765"/>
                  <a:gd name="connsiteY9" fmla="*/ 0 h 1524135"/>
                  <a:gd name="connsiteX10" fmla="*/ 1549765 w 1549765"/>
                  <a:gd name="connsiteY10" fmla="*/ 8717 h 1524135"/>
                  <a:gd name="connsiteX11" fmla="*/ 1549765 w 1549765"/>
                  <a:gd name="connsiteY11" fmla="*/ 1516664 h 1524135"/>
                  <a:gd name="connsiteX12" fmla="*/ 1541052 w 1549765"/>
                  <a:gd name="connsiteY12" fmla="*/ 1524135 h 1524135"/>
                  <a:gd name="connsiteX13" fmla="*/ 156844 w 1549765"/>
                  <a:gd name="connsiteY13" fmla="*/ 1524135 h 1524135"/>
                  <a:gd name="connsiteX14" fmla="*/ 46057 w 1549765"/>
                  <a:gd name="connsiteY14" fmla="*/ 1478062 h 1524135"/>
                  <a:gd name="connsiteX15" fmla="*/ 0 w 1549765"/>
                  <a:gd name="connsiteY15" fmla="*/ 1367239 h 1524135"/>
                  <a:gd name="connsiteX16" fmla="*/ 0 w 1549765"/>
                  <a:gd name="connsiteY16" fmla="*/ 158142 h 1524135"/>
                  <a:gd name="connsiteX17" fmla="*/ 46057 w 1549765"/>
                  <a:gd name="connsiteY17" fmla="*/ 46073 h 1524135"/>
                  <a:gd name="connsiteX18" fmla="*/ 156844 w 1549765"/>
                  <a:gd name="connsiteY18" fmla="*/ 0 h 15241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549765" h="1524135">
                    <a:moveTo>
                      <a:pt x="156854" y="16201"/>
                    </a:moveTo>
                    <a:cubicBezTo>
                      <a:pt x="119511" y="16201"/>
                      <a:pt x="84657" y="29898"/>
                      <a:pt x="57272" y="57293"/>
                    </a:cubicBezTo>
                    <a:cubicBezTo>
                      <a:pt x="31132" y="83441"/>
                      <a:pt x="16195" y="119552"/>
                      <a:pt x="16195" y="158153"/>
                    </a:cubicBezTo>
                    <a:lnTo>
                      <a:pt x="16195" y="1367232"/>
                    </a:lnTo>
                    <a:cubicBezTo>
                      <a:pt x="16195" y="1404587"/>
                      <a:pt x="31132" y="1439453"/>
                      <a:pt x="57272" y="1466847"/>
                    </a:cubicBezTo>
                    <a:cubicBezTo>
                      <a:pt x="84657" y="1492996"/>
                      <a:pt x="119511" y="1507938"/>
                      <a:pt x="156854" y="1507938"/>
                    </a:cubicBezTo>
                    <a:lnTo>
                      <a:pt x="1533569" y="1507938"/>
                    </a:lnTo>
                    <a:lnTo>
                      <a:pt x="1533569" y="16201"/>
                    </a:lnTo>
                    <a:close/>
                    <a:moveTo>
                      <a:pt x="156844" y="0"/>
                    </a:moveTo>
                    <a:lnTo>
                      <a:pt x="1541052" y="0"/>
                    </a:lnTo>
                    <a:cubicBezTo>
                      <a:pt x="1546031" y="0"/>
                      <a:pt x="1549765" y="3736"/>
                      <a:pt x="1549765" y="8717"/>
                    </a:cubicBezTo>
                    <a:lnTo>
                      <a:pt x="1549765" y="1516664"/>
                    </a:lnTo>
                    <a:cubicBezTo>
                      <a:pt x="1549765" y="1520399"/>
                      <a:pt x="1546031" y="1524135"/>
                      <a:pt x="1541052" y="1524135"/>
                    </a:cubicBezTo>
                    <a:lnTo>
                      <a:pt x="156844" y="1524135"/>
                    </a:lnTo>
                    <a:cubicBezTo>
                      <a:pt x="115766" y="1524135"/>
                      <a:pt x="75932" y="1507947"/>
                      <a:pt x="46057" y="1478062"/>
                    </a:cubicBezTo>
                    <a:cubicBezTo>
                      <a:pt x="16182" y="1448177"/>
                      <a:pt x="0" y="1408331"/>
                      <a:pt x="0" y="1367239"/>
                    </a:cubicBezTo>
                    <a:lnTo>
                      <a:pt x="0" y="158142"/>
                    </a:lnTo>
                    <a:cubicBezTo>
                      <a:pt x="0" y="114559"/>
                      <a:pt x="16182" y="75958"/>
                      <a:pt x="46057" y="46073"/>
                    </a:cubicBezTo>
                    <a:cubicBezTo>
                      <a:pt x="75932" y="16188"/>
                      <a:pt x="115766" y="0"/>
                      <a:pt x="156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69D6C39A-3D79-BB47-9317-320DE313F72F}"/>
                  </a:ext>
                </a:extLst>
              </p:cNvPr>
              <p:cNvSpPr/>
              <p:nvPr/>
            </p:nvSpPr>
            <p:spPr>
              <a:xfrm>
                <a:off x="12274789" y="7375185"/>
                <a:ext cx="343839" cy="343959"/>
              </a:xfrm>
              <a:custGeom>
                <a:avLst/>
                <a:gdLst>
                  <a:gd name="connsiteX0" fmla="*/ 171297 w 343839"/>
                  <a:gd name="connsiteY0" fmla="*/ 16201 h 343959"/>
                  <a:gd name="connsiteX1" fmla="*/ 14950 w 343839"/>
                  <a:gd name="connsiteY1" fmla="*/ 172603 h 343959"/>
                  <a:gd name="connsiteX2" fmla="*/ 171297 w 343839"/>
                  <a:gd name="connsiteY2" fmla="*/ 329005 h 343959"/>
                  <a:gd name="connsiteX3" fmla="*/ 327644 w 343839"/>
                  <a:gd name="connsiteY3" fmla="*/ 172603 h 343959"/>
                  <a:gd name="connsiteX4" fmla="*/ 171297 w 343839"/>
                  <a:gd name="connsiteY4" fmla="*/ 16201 h 343959"/>
                  <a:gd name="connsiteX5" fmla="*/ 171299 w 343839"/>
                  <a:gd name="connsiteY5" fmla="*/ 0 h 343959"/>
                  <a:gd name="connsiteX6" fmla="*/ 343839 w 343839"/>
                  <a:gd name="connsiteY6" fmla="*/ 172601 h 343959"/>
                  <a:gd name="connsiteX7" fmla="*/ 171299 w 343839"/>
                  <a:gd name="connsiteY7" fmla="*/ 343959 h 343959"/>
                  <a:gd name="connsiteX8" fmla="*/ 0 w 343839"/>
                  <a:gd name="connsiteY8" fmla="*/ 172601 h 343959"/>
                  <a:gd name="connsiteX9" fmla="*/ 171299 w 343839"/>
                  <a:gd name="connsiteY9" fmla="*/ 0 h 343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3839" h="343959">
                    <a:moveTo>
                      <a:pt x="171297" y="16201"/>
                    </a:moveTo>
                    <a:cubicBezTo>
                      <a:pt x="85678" y="16201"/>
                      <a:pt x="14950" y="85713"/>
                      <a:pt x="14950" y="172603"/>
                    </a:cubicBezTo>
                    <a:cubicBezTo>
                      <a:pt x="14950" y="258252"/>
                      <a:pt x="85678" y="329005"/>
                      <a:pt x="171297" y="329005"/>
                    </a:cubicBezTo>
                    <a:cubicBezTo>
                      <a:pt x="258156" y="329005"/>
                      <a:pt x="327644" y="258252"/>
                      <a:pt x="327644" y="172603"/>
                    </a:cubicBezTo>
                    <a:cubicBezTo>
                      <a:pt x="327644" y="85713"/>
                      <a:pt x="258156" y="16201"/>
                      <a:pt x="171297" y="16201"/>
                    </a:cubicBezTo>
                    <a:close/>
                    <a:moveTo>
                      <a:pt x="171299" y="0"/>
                    </a:moveTo>
                    <a:cubicBezTo>
                      <a:pt x="266879" y="0"/>
                      <a:pt x="343839" y="76987"/>
                      <a:pt x="343839" y="172601"/>
                    </a:cubicBezTo>
                    <a:cubicBezTo>
                      <a:pt x="343839" y="266972"/>
                      <a:pt x="266879" y="343959"/>
                      <a:pt x="171299" y="343959"/>
                    </a:cubicBezTo>
                    <a:cubicBezTo>
                      <a:pt x="76960" y="343959"/>
                      <a:pt x="0" y="266972"/>
                      <a:pt x="0" y="172601"/>
                    </a:cubicBezTo>
                    <a:cubicBezTo>
                      <a:pt x="0" y="76987"/>
                      <a:pt x="76960" y="0"/>
                      <a:pt x="1712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4B1B7A7A-81DC-8C4B-BDAC-1BB307A0E220}"/>
                  </a:ext>
                </a:extLst>
              </p:cNvPr>
              <p:cNvSpPr/>
              <p:nvPr/>
            </p:nvSpPr>
            <p:spPr>
              <a:xfrm>
                <a:off x="12282264" y="8023224"/>
                <a:ext cx="328889" cy="3290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5" h="265">
                    <a:moveTo>
                      <a:pt x="265" y="133"/>
                    </a:moveTo>
                    <a:cubicBezTo>
                      <a:pt x="265" y="206"/>
                      <a:pt x="205" y="265"/>
                      <a:pt x="132" y="265"/>
                    </a:cubicBezTo>
                    <a:cubicBezTo>
                      <a:pt x="59" y="265"/>
                      <a:pt x="0" y="206"/>
                      <a:pt x="0" y="133"/>
                    </a:cubicBezTo>
                    <a:cubicBezTo>
                      <a:pt x="0" y="59"/>
                      <a:pt x="59" y="0"/>
                      <a:pt x="132" y="0"/>
                    </a:cubicBezTo>
                    <a:cubicBezTo>
                      <a:pt x="205" y="0"/>
                      <a:pt x="265" y="59"/>
                      <a:pt x="265" y="13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90574FDE-9F03-2745-B7D9-31FB9744EEA0}"/>
                  </a:ext>
                </a:extLst>
              </p:cNvPr>
              <p:cNvSpPr/>
              <p:nvPr/>
            </p:nvSpPr>
            <p:spPr>
              <a:xfrm>
                <a:off x="12274789" y="8014501"/>
                <a:ext cx="343839" cy="346452"/>
              </a:xfrm>
              <a:custGeom>
                <a:avLst/>
                <a:gdLst>
                  <a:gd name="connsiteX0" fmla="*/ 171297 w 343839"/>
                  <a:gd name="connsiteY0" fmla="*/ 16201 h 346452"/>
                  <a:gd name="connsiteX1" fmla="*/ 14950 w 343839"/>
                  <a:gd name="connsiteY1" fmla="*/ 173847 h 346452"/>
                  <a:gd name="connsiteX2" fmla="*/ 171297 w 343839"/>
                  <a:gd name="connsiteY2" fmla="*/ 330251 h 346452"/>
                  <a:gd name="connsiteX3" fmla="*/ 327644 w 343839"/>
                  <a:gd name="connsiteY3" fmla="*/ 173847 h 346452"/>
                  <a:gd name="connsiteX4" fmla="*/ 171297 w 343839"/>
                  <a:gd name="connsiteY4" fmla="*/ 16201 h 346452"/>
                  <a:gd name="connsiteX5" fmla="*/ 171299 w 343839"/>
                  <a:gd name="connsiteY5" fmla="*/ 0 h 346452"/>
                  <a:gd name="connsiteX6" fmla="*/ 343839 w 343839"/>
                  <a:gd name="connsiteY6" fmla="*/ 173847 h 346452"/>
                  <a:gd name="connsiteX7" fmla="*/ 171299 w 343839"/>
                  <a:gd name="connsiteY7" fmla="*/ 346452 h 346452"/>
                  <a:gd name="connsiteX8" fmla="*/ 0 w 343839"/>
                  <a:gd name="connsiteY8" fmla="*/ 173847 h 346452"/>
                  <a:gd name="connsiteX9" fmla="*/ 171299 w 343839"/>
                  <a:gd name="connsiteY9" fmla="*/ 0 h 3464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43839" h="346452">
                    <a:moveTo>
                      <a:pt x="171297" y="16201"/>
                    </a:moveTo>
                    <a:cubicBezTo>
                      <a:pt x="85678" y="16201"/>
                      <a:pt x="14950" y="86956"/>
                      <a:pt x="14950" y="173847"/>
                    </a:cubicBezTo>
                    <a:cubicBezTo>
                      <a:pt x="14950" y="259497"/>
                      <a:pt x="85678" y="330251"/>
                      <a:pt x="171297" y="330251"/>
                    </a:cubicBezTo>
                    <a:cubicBezTo>
                      <a:pt x="258156" y="330251"/>
                      <a:pt x="327644" y="259497"/>
                      <a:pt x="327644" y="173847"/>
                    </a:cubicBezTo>
                    <a:cubicBezTo>
                      <a:pt x="327644" y="86956"/>
                      <a:pt x="258156" y="16201"/>
                      <a:pt x="171297" y="16201"/>
                    </a:cubicBezTo>
                    <a:close/>
                    <a:moveTo>
                      <a:pt x="171299" y="0"/>
                    </a:moveTo>
                    <a:cubicBezTo>
                      <a:pt x="266879" y="0"/>
                      <a:pt x="343839" y="78231"/>
                      <a:pt x="343839" y="173847"/>
                    </a:cubicBezTo>
                    <a:cubicBezTo>
                      <a:pt x="343839" y="268221"/>
                      <a:pt x="266879" y="346452"/>
                      <a:pt x="171299" y="346452"/>
                    </a:cubicBezTo>
                    <a:cubicBezTo>
                      <a:pt x="76960" y="346452"/>
                      <a:pt x="0" y="268221"/>
                      <a:pt x="0" y="173847"/>
                    </a:cubicBezTo>
                    <a:cubicBezTo>
                      <a:pt x="0" y="78231"/>
                      <a:pt x="76960" y="0"/>
                      <a:pt x="1712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8" name="Freeform 227">
                <a:extLst>
                  <a:ext uri="{FF2B5EF4-FFF2-40B4-BE49-F238E27FC236}">
                    <a16:creationId xmlns:a16="http://schemas.microsoft.com/office/drawing/2014/main" id="{F01A774A-31BC-3441-A7EE-3179A9179E34}"/>
                  </a:ext>
                </a:extLst>
              </p:cNvPr>
              <p:cNvSpPr/>
              <p:nvPr/>
            </p:nvSpPr>
            <p:spPr>
              <a:xfrm>
                <a:off x="12361995" y="8127908"/>
                <a:ext cx="169428" cy="120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7" h="98">
                    <a:moveTo>
                      <a:pt x="45" y="98"/>
                    </a:moveTo>
                    <a:cubicBezTo>
                      <a:pt x="43" y="98"/>
                      <a:pt x="41" y="98"/>
                      <a:pt x="40" y="97"/>
                    </a:cubicBezTo>
                    <a:lnTo>
                      <a:pt x="2" y="58"/>
                    </a:lnTo>
                    <a:cubicBezTo>
                      <a:pt x="-1" y="56"/>
                      <a:pt x="-1" y="51"/>
                      <a:pt x="2" y="49"/>
                    </a:cubicBezTo>
                    <a:cubicBezTo>
                      <a:pt x="4" y="46"/>
                      <a:pt x="9" y="46"/>
                      <a:pt x="11" y="49"/>
                    </a:cubicBezTo>
                    <a:lnTo>
                      <a:pt x="45" y="82"/>
                    </a:lnTo>
                    <a:lnTo>
                      <a:pt x="126" y="1"/>
                    </a:lnTo>
                    <a:cubicBezTo>
                      <a:pt x="128" y="0"/>
                      <a:pt x="133" y="0"/>
                      <a:pt x="135" y="1"/>
                    </a:cubicBezTo>
                    <a:cubicBezTo>
                      <a:pt x="137" y="4"/>
                      <a:pt x="137" y="8"/>
                      <a:pt x="135" y="10"/>
                    </a:cubicBezTo>
                    <a:lnTo>
                      <a:pt x="49" y="97"/>
                    </a:lnTo>
                    <a:cubicBezTo>
                      <a:pt x="48" y="98"/>
                      <a:pt x="46" y="98"/>
                      <a:pt x="45" y="9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9" name="Freeform 228">
                <a:extLst>
                  <a:ext uri="{FF2B5EF4-FFF2-40B4-BE49-F238E27FC236}">
                    <a16:creationId xmlns:a16="http://schemas.microsoft.com/office/drawing/2014/main" id="{D627586C-0784-D34C-BDFA-0603E64C288A}"/>
                  </a:ext>
                </a:extLst>
              </p:cNvPr>
              <p:cNvSpPr/>
              <p:nvPr/>
            </p:nvSpPr>
            <p:spPr>
              <a:xfrm>
                <a:off x="12439234" y="7712913"/>
                <a:ext cx="13704" cy="3103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250">
                    <a:moveTo>
                      <a:pt x="6" y="250"/>
                    </a:moveTo>
                    <a:cubicBezTo>
                      <a:pt x="3" y="250"/>
                      <a:pt x="0" y="247"/>
                      <a:pt x="0" y="243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lnTo>
                      <a:pt x="12" y="243"/>
                    </a:lnTo>
                    <a:cubicBezTo>
                      <a:pt x="12" y="247"/>
                      <a:pt x="10" y="250"/>
                      <a:pt x="6" y="25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542BF3C2-35C3-6C4F-96D5-CC0D9F1938C2}"/>
                  </a:ext>
                </a:extLst>
              </p:cNvPr>
              <p:cNvSpPr/>
              <p:nvPr/>
            </p:nvSpPr>
            <p:spPr>
              <a:xfrm>
                <a:off x="10751183" y="7487346"/>
                <a:ext cx="1111246" cy="165749"/>
              </a:xfrm>
              <a:custGeom>
                <a:avLst/>
                <a:gdLst>
                  <a:gd name="connsiteX0" fmla="*/ 83390 w 1111246"/>
                  <a:gd name="connsiteY0" fmla="*/ 14955 h 165749"/>
                  <a:gd name="connsiteX1" fmla="*/ 36105 w 1111246"/>
                  <a:gd name="connsiteY1" fmla="*/ 35947 h 165749"/>
                  <a:gd name="connsiteX2" fmla="*/ 16195 w 1111246"/>
                  <a:gd name="connsiteY2" fmla="*/ 82869 h 165749"/>
                  <a:gd name="connsiteX3" fmla="*/ 36105 w 1111246"/>
                  <a:gd name="connsiteY3" fmla="*/ 129791 h 165749"/>
                  <a:gd name="connsiteX4" fmla="*/ 83390 w 1111246"/>
                  <a:gd name="connsiteY4" fmla="*/ 149548 h 165749"/>
                  <a:gd name="connsiteX5" fmla="*/ 1029101 w 1111246"/>
                  <a:gd name="connsiteY5" fmla="*/ 149548 h 165749"/>
                  <a:gd name="connsiteX6" fmla="*/ 1076386 w 1111246"/>
                  <a:gd name="connsiteY6" fmla="*/ 129791 h 165749"/>
                  <a:gd name="connsiteX7" fmla="*/ 1096296 w 1111246"/>
                  <a:gd name="connsiteY7" fmla="*/ 82869 h 165749"/>
                  <a:gd name="connsiteX8" fmla="*/ 1076386 w 1111246"/>
                  <a:gd name="connsiteY8" fmla="*/ 35947 h 165749"/>
                  <a:gd name="connsiteX9" fmla="*/ 1029101 w 1111246"/>
                  <a:gd name="connsiteY9" fmla="*/ 14955 h 165749"/>
                  <a:gd name="connsiteX10" fmla="*/ 83375 w 1111246"/>
                  <a:gd name="connsiteY10" fmla="*/ 0 h 165749"/>
                  <a:gd name="connsiteX11" fmla="*/ 1029116 w 1111246"/>
                  <a:gd name="connsiteY11" fmla="*/ 0 h 165749"/>
                  <a:gd name="connsiteX12" fmla="*/ 1087603 w 1111246"/>
                  <a:gd name="connsiteY12" fmla="*/ 24739 h 165749"/>
                  <a:gd name="connsiteX13" fmla="*/ 1111246 w 1111246"/>
                  <a:gd name="connsiteY13" fmla="*/ 82875 h 165749"/>
                  <a:gd name="connsiteX14" fmla="*/ 1087603 w 1111246"/>
                  <a:gd name="connsiteY14" fmla="*/ 141011 h 165749"/>
                  <a:gd name="connsiteX15" fmla="*/ 1029116 w 1111246"/>
                  <a:gd name="connsiteY15" fmla="*/ 165749 h 165749"/>
                  <a:gd name="connsiteX16" fmla="*/ 83375 w 1111246"/>
                  <a:gd name="connsiteY16" fmla="*/ 165749 h 165749"/>
                  <a:gd name="connsiteX17" fmla="*/ 23644 w 1111246"/>
                  <a:gd name="connsiteY17" fmla="*/ 141011 h 165749"/>
                  <a:gd name="connsiteX18" fmla="*/ 0 w 1111246"/>
                  <a:gd name="connsiteY18" fmla="*/ 82875 h 165749"/>
                  <a:gd name="connsiteX19" fmla="*/ 23644 w 1111246"/>
                  <a:gd name="connsiteY19" fmla="*/ 24739 h 165749"/>
                  <a:gd name="connsiteX20" fmla="*/ 83375 w 1111246"/>
                  <a:gd name="connsiteY20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111246" h="165749">
                    <a:moveTo>
                      <a:pt x="83390" y="14955"/>
                    </a:moveTo>
                    <a:cubicBezTo>
                      <a:pt x="65969" y="14955"/>
                      <a:pt x="48548" y="23599"/>
                      <a:pt x="36105" y="35947"/>
                    </a:cubicBezTo>
                    <a:cubicBezTo>
                      <a:pt x="22417" y="48295"/>
                      <a:pt x="16195" y="65582"/>
                      <a:pt x="16195" y="82869"/>
                    </a:cubicBezTo>
                    <a:cubicBezTo>
                      <a:pt x="16195" y="101391"/>
                      <a:pt x="22417" y="118678"/>
                      <a:pt x="36105" y="129791"/>
                    </a:cubicBezTo>
                    <a:cubicBezTo>
                      <a:pt x="48548" y="143374"/>
                      <a:pt x="65969" y="149548"/>
                      <a:pt x="83390" y="149548"/>
                    </a:cubicBezTo>
                    <a:lnTo>
                      <a:pt x="1029101" y="149548"/>
                    </a:lnTo>
                    <a:cubicBezTo>
                      <a:pt x="1046522" y="149548"/>
                      <a:pt x="1063943" y="143374"/>
                      <a:pt x="1076386" y="129791"/>
                    </a:cubicBezTo>
                    <a:cubicBezTo>
                      <a:pt x="1088830" y="118678"/>
                      <a:pt x="1096296" y="101391"/>
                      <a:pt x="1096296" y="82869"/>
                    </a:cubicBezTo>
                    <a:cubicBezTo>
                      <a:pt x="1096296" y="65582"/>
                      <a:pt x="1088830" y="48295"/>
                      <a:pt x="1076386" y="35947"/>
                    </a:cubicBezTo>
                    <a:cubicBezTo>
                      <a:pt x="1063943" y="23599"/>
                      <a:pt x="1046522" y="14955"/>
                      <a:pt x="1029101" y="14955"/>
                    </a:cubicBezTo>
                    <a:close/>
                    <a:moveTo>
                      <a:pt x="83375" y="0"/>
                    </a:moveTo>
                    <a:lnTo>
                      <a:pt x="1029116" y="0"/>
                    </a:lnTo>
                    <a:cubicBezTo>
                      <a:pt x="1051515" y="0"/>
                      <a:pt x="1072670" y="8659"/>
                      <a:pt x="1087603" y="24739"/>
                    </a:cubicBezTo>
                    <a:cubicBezTo>
                      <a:pt x="1103780" y="40819"/>
                      <a:pt x="1111246" y="60610"/>
                      <a:pt x="1111246" y="82875"/>
                    </a:cubicBezTo>
                    <a:cubicBezTo>
                      <a:pt x="1111246" y="105140"/>
                      <a:pt x="1103780" y="126167"/>
                      <a:pt x="1087603" y="141011"/>
                    </a:cubicBezTo>
                    <a:cubicBezTo>
                      <a:pt x="1072670" y="157091"/>
                      <a:pt x="1051515" y="165749"/>
                      <a:pt x="1029116" y="165749"/>
                    </a:cubicBezTo>
                    <a:lnTo>
                      <a:pt x="83375" y="165749"/>
                    </a:lnTo>
                    <a:cubicBezTo>
                      <a:pt x="60975" y="165749"/>
                      <a:pt x="39821" y="157091"/>
                      <a:pt x="23644" y="141011"/>
                    </a:cubicBezTo>
                    <a:cubicBezTo>
                      <a:pt x="8711" y="126167"/>
                      <a:pt x="0" y="105140"/>
                      <a:pt x="0" y="82875"/>
                    </a:cubicBezTo>
                    <a:cubicBezTo>
                      <a:pt x="0" y="60610"/>
                      <a:pt x="8711" y="40819"/>
                      <a:pt x="23644" y="24739"/>
                    </a:cubicBezTo>
                    <a:cubicBezTo>
                      <a:pt x="39821" y="8659"/>
                      <a:pt x="60975" y="0"/>
                      <a:pt x="833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A2BAE8B5-4EC7-F348-A3B5-91811FBA8118}"/>
                  </a:ext>
                </a:extLst>
              </p:cNvPr>
              <p:cNvSpPr/>
              <p:nvPr/>
            </p:nvSpPr>
            <p:spPr>
              <a:xfrm>
                <a:off x="10751183" y="7836290"/>
                <a:ext cx="667744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7" h="13">
                    <a:moveTo>
                      <a:pt x="531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531" y="0"/>
                    </a:lnTo>
                    <a:cubicBezTo>
                      <a:pt x="534" y="0"/>
                      <a:pt x="537" y="3"/>
                      <a:pt x="537" y="6"/>
                    </a:cubicBezTo>
                    <a:cubicBezTo>
                      <a:pt x="537" y="10"/>
                      <a:pt x="534" y="13"/>
                      <a:pt x="531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B48680CC-3755-C84F-A6A2-313837542166}"/>
                  </a:ext>
                </a:extLst>
              </p:cNvPr>
              <p:cNvSpPr/>
              <p:nvPr/>
            </p:nvSpPr>
            <p:spPr>
              <a:xfrm>
                <a:off x="10751183" y="8010762"/>
                <a:ext cx="1114984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96" h="13">
                    <a:moveTo>
                      <a:pt x="890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890" y="0"/>
                    </a:lnTo>
                    <a:cubicBezTo>
                      <a:pt x="893" y="0"/>
                      <a:pt x="896" y="3"/>
                      <a:pt x="896" y="6"/>
                    </a:cubicBezTo>
                    <a:cubicBezTo>
                      <a:pt x="896" y="10"/>
                      <a:pt x="893" y="13"/>
                      <a:pt x="89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20DB4BD5-327F-E043-AB64-AAD0D871F7E0}"/>
                  </a:ext>
                </a:extLst>
              </p:cNvPr>
              <p:cNvSpPr/>
              <p:nvPr/>
            </p:nvSpPr>
            <p:spPr>
              <a:xfrm>
                <a:off x="10751183" y="8183988"/>
                <a:ext cx="1114984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96" h="13">
                    <a:moveTo>
                      <a:pt x="890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890" y="0"/>
                    </a:lnTo>
                    <a:cubicBezTo>
                      <a:pt x="893" y="0"/>
                      <a:pt x="896" y="3"/>
                      <a:pt x="896" y="6"/>
                    </a:cubicBezTo>
                    <a:cubicBezTo>
                      <a:pt x="896" y="10"/>
                      <a:pt x="893" y="13"/>
                      <a:pt x="89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F732CFD1-0E4E-A942-BF3B-508C76128355}"/>
                  </a:ext>
                </a:extLst>
              </p:cNvPr>
              <p:cNvSpPr/>
              <p:nvPr/>
            </p:nvSpPr>
            <p:spPr>
              <a:xfrm>
                <a:off x="10758657" y="7494823"/>
                <a:ext cx="1096297" cy="1507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1" h="122">
                    <a:moveTo>
                      <a:pt x="821" y="122"/>
                    </a:moveTo>
                    <a:lnTo>
                      <a:pt x="441" y="122"/>
                    </a:lnTo>
                    <a:lnTo>
                      <a:pt x="61" y="122"/>
                    </a:lnTo>
                    <a:cubicBezTo>
                      <a:pt x="44" y="122"/>
                      <a:pt x="29" y="115"/>
                      <a:pt x="18" y="104"/>
                    </a:cubicBezTo>
                    <a:cubicBezTo>
                      <a:pt x="7" y="93"/>
                      <a:pt x="0" y="78"/>
                      <a:pt x="0" y="61"/>
                    </a:cubicBezTo>
                    <a:cubicBezTo>
                      <a:pt x="0" y="44"/>
                      <a:pt x="7" y="29"/>
                      <a:pt x="18" y="18"/>
                    </a:cubicBezTo>
                    <a:cubicBezTo>
                      <a:pt x="29" y="7"/>
                      <a:pt x="44" y="0"/>
                      <a:pt x="61" y="0"/>
                    </a:cubicBezTo>
                    <a:lnTo>
                      <a:pt x="441" y="0"/>
                    </a:lnTo>
                    <a:lnTo>
                      <a:pt x="821" y="0"/>
                    </a:lnTo>
                    <a:cubicBezTo>
                      <a:pt x="837" y="0"/>
                      <a:pt x="852" y="7"/>
                      <a:pt x="863" y="18"/>
                    </a:cubicBezTo>
                    <a:cubicBezTo>
                      <a:pt x="874" y="29"/>
                      <a:pt x="881" y="44"/>
                      <a:pt x="881" y="61"/>
                    </a:cubicBezTo>
                    <a:cubicBezTo>
                      <a:pt x="881" y="78"/>
                      <a:pt x="874" y="93"/>
                      <a:pt x="863" y="104"/>
                    </a:cubicBezTo>
                    <a:cubicBezTo>
                      <a:pt x="852" y="115"/>
                      <a:pt x="837" y="122"/>
                      <a:pt x="821" y="122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77621E4-3D38-4946-BF38-0DBC40E32F6D}"/>
                </a:ext>
              </a:extLst>
            </p:cNvPr>
            <p:cNvGrpSpPr/>
            <p:nvPr/>
          </p:nvGrpSpPr>
          <p:grpSpPr>
            <a:xfrm>
              <a:off x="15324487" y="7148371"/>
              <a:ext cx="2269077" cy="5823626"/>
              <a:chOff x="15324487" y="7148371"/>
              <a:chExt cx="2269077" cy="5823626"/>
            </a:xfrm>
          </p:grpSpPr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2A594E7D-49F8-8245-85D0-573BB9CFBEDF}"/>
                  </a:ext>
                </a:extLst>
              </p:cNvPr>
              <p:cNvSpPr/>
              <p:nvPr/>
            </p:nvSpPr>
            <p:spPr>
              <a:xfrm>
                <a:off x="15324487" y="7444974"/>
                <a:ext cx="1325522" cy="16986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65" h="1364">
                    <a:moveTo>
                      <a:pt x="1064" y="687"/>
                    </a:moveTo>
                    <a:cubicBezTo>
                      <a:pt x="1063" y="685"/>
                      <a:pt x="1044" y="512"/>
                      <a:pt x="908" y="343"/>
                    </a:cubicBezTo>
                    <a:cubicBezTo>
                      <a:pt x="828" y="243"/>
                      <a:pt x="724" y="164"/>
                      <a:pt x="600" y="107"/>
                    </a:cubicBezTo>
                    <a:cubicBezTo>
                      <a:pt x="445" y="36"/>
                      <a:pt x="257" y="0"/>
                      <a:pt x="41" y="0"/>
                    </a:cubicBezTo>
                    <a:lnTo>
                      <a:pt x="36" y="0"/>
                    </a:lnTo>
                    <a:lnTo>
                      <a:pt x="34" y="5"/>
                    </a:lnTo>
                    <a:cubicBezTo>
                      <a:pt x="33" y="9"/>
                      <a:pt x="-80" y="423"/>
                      <a:pt x="112" y="769"/>
                    </a:cubicBezTo>
                    <a:cubicBezTo>
                      <a:pt x="106" y="783"/>
                      <a:pt x="79" y="844"/>
                      <a:pt x="61" y="921"/>
                    </a:cubicBezTo>
                    <a:cubicBezTo>
                      <a:pt x="27" y="1067"/>
                      <a:pt x="49" y="1154"/>
                      <a:pt x="72" y="1202"/>
                    </a:cubicBezTo>
                    <a:cubicBezTo>
                      <a:pt x="104" y="1266"/>
                      <a:pt x="162" y="1307"/>
                      <a:pt x="244" y="1324"/>
                    </a:cubicBezTo>
                    <a:cubicBezTo>
                      <a:pt x="348" y="1345"/>
                      <a:pt x="457" y="1364"/>
                      <a:pt x="561" y="1364"/>
                    </a:cubicBezTo>
                    <a:cubicBezTo>
                      <a:pt x="685" y="1364"/>
                      <a:pt x="802" y="1338"/>
                      <a:pt x="892" y="1262"/>
                    </a:cubicBezTo>
                    <a:cubicBezTo>
                      <a:pt x="1017" y="1156"/>
                      <a:pt x="1075" y="962"/>
                      <a:pt x="1064" y="68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E6635DD3-3D97-AE40-B375-3C8822F77F4D}"/>
                  </a:ext>
                </a:extLst>
              </p:cNvPr>
              <p:cNvSpPr/>
              <p:nvPr/>
            </p:nvSpPr>
            <p:spPr>
              <a:xfrm>
                <a:off x="15521323" y="7382663"/>
                <a:ext cx="793569" cy="13372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8" h="1074">
                    <a:moveTo>
                      <a:pt x="187" y="5"/>
                    </a:moveTo>
                    <a:cubicBezTo>
                      <a:pt x="18" y="17"/>
                      <a:pt x="0" y="52"/>
                      <a:pt x="0" y="308"/>
                    </a:cubicBezTo>
                    <a:cubicBezTo>
                      <a:pt x="0" y="522"/>
                      <a:pt x="23" y="734"/>
                      <a:pt x="180" y="761"/>
                    </a:cubicBezTo>
                    <a:cubicBezTo>
                      <a:pt x="213" y="766"/>
                      <a:pt x="250" y="761"/>
                      <a:pt x="288" y="748"/>
                    </a:cubicBezTo>
                    <a:lnTo>
                      <a:pt x="288" y="1074"/>
                    </a:lnTo>
                    <a:lnTo>
                      <a:pt x="596" y="939"/>
                    </a:lnTo>
                    <a:lnTo>
                      <a:pt x="596" y="616"/>
                    </a:lnTo>
                    <a:cubicBezTo>
                      <a:pt x="634" y="562"/>
                      <a:pt x="644" y="350"/>
                      <a:pt x="634" y="276"/>
                    </a:cubicBezTo>
                    <a:cubicBezTo>
                      <a:pt x="599" y="26"/>
                      <a:pt x="500" y="-17"/>
                      <a:pt x="187" y="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3" name="Freeform 342">
                <a:extLst>
                  <a:ext uri="{FF2B5EF4-FFF2-40B4-BE49-F238E27FC236}">
                    <a16:creationId xmlns:a16="http://schemas.microsoft.com/office/drawing/2014/main" id="{8EC44D4A-9AA5-BC46-83D0-4F1974EADF55}"/>
                  </a:ext>
                </a:extLst>
              </p:cNvPr>
              <p:cNvSpPr/>
              <p:nvPr/>
            </p:nvSpPr>
            <p:spPr>
              <a:xfrm>
                <a:off x="15513848" y="7374626"/>
                <a:ext cx="808599" cy="1357703"/>
              </a:xfrm>
              <a:custGeom>
                <a:avLst/>
                <a:gdLst>
                  <a:gd name="connsiteX0" fmla="*/ 383172 w 808599"/>
                  <a:gd name="connsiteY0" fmla="*/ 17324 h 1357703"/>
                  <a:gd name="connsiteX1" fmla="*/ 241320 w 808599"/>
                  <a:gd name="connsiteY1" fmla="*/ 24231 h 1357703"/>
                  <a:gd name="connsiteX2" fmla="*/ 14949 w 808599"/>
                  <a:gd name="connsiteY2" fmla="*/ 392766 h 1357703"/>
                  <a:gd name="connsiteX3" fmla="*/ 233858 w 808599"/>
                  <a:gd name="connsiteY3" fmla="*/ 948060 h 1357703"/>
                  <a:gd name="connsiteX4" fmla="*/ 363213 w 808599"/>
                  <a:gd name="connsiteY4" fmla="*/ 933119 h 1357703"/>
                  <a:gd name="connsiteX5" fmla="*/ 373163 w 808599"/>
                  <a:gd name="connsiteY5" fmla="*/ 930629 h 1357703"/>
                  <a:gd name="connsiteX6" fmla="*/ 373163 w 808599"/>
                  <a:gd name="connsiteY6" fmla="*/ 1335271 h 1357703"/>
                  <a:gd name="connsiteX7" fmla="*/ 741327 w 808599"/>
                  <a:gd name="connsiteY7" fmla="*/ 1172169 h 1357703"/>
                  <a:gd name="connsiteX8" fmla="*/ 741327 w 808599"/>
                  <a:gd name="connsiteY8" fmla="*/ 773752 h 1357703"/>
                  <a:gd name="connsiteX9" fmla="*/ 742571 w 808599"/>
                  <a:gd name="connsiteY9" fmla="*/ 771262 h 1357703"/>
                  <a:gd name="connsiteX10" fmla="*/ 787348 w 808599"/>
                  <a:gd name="connsiteY10" fmla="*/ 352925 h 1357703"/>
                  <a:gd name="connsiteX11" fmla="*/ 644311 w 808599"/>
                  <a:gd name="connsiteY11" fmla="*/ 64072 h 1357703"/>
                  <a:gd name="connsiteX12" fmla="*/ 383172 w 808599"/>
                  <a:gd name="connsiteY12" fmla="*/ 17324 h 1357703"/>
                  <a:gd name="connsiteX13" fmla="*/ 367546 w 808599"/>
                  <a:gd name="connsiteY13" fmla="*/ 267 h 1357703"/>
                  <a:gd name="connsiteX14" fmla="*/ 651791 w 808599"/>
                  <a:gd name="connsiteY14" fmla="*/ 49118 h 1357703"/>
                  <a:gd name="connsiteX15" fmla="*/ 803544 w 808599"/>
                  <a:gd name="connsiteY15" fmla="*/ 350428 h 1357703"/>
                  <a:gd name="connsiteX16" fmla="*/ 757520 w 808599"/>
                  <a:gd name="connsiteY16" fmla="*/ 776248 h 1357703"/>
                  <a:gd name="connsiteX17" fmla="*/ 757520 w 808599"/>
                  <a:gd name="connsiteY17" fmla="*/ 1182146 h 1357703"/>
                  <a:gd name="connsiteX18" fmla="*/ 356992 w 808599"/>
                  <a:gd name="connsiteY18" fmla="*/ 1357703 h 1357703"/>
                  <a:gd name="connsiteX19" fmla="*/ 356992 w 808599"/>
                  <a:gd name="connsiteY19" fmla="*/ 951805 h 1357703"/>
                  <a:gd name="connsiteX20" fmla="*/ 231361 w 808599"/>
                  <a:gd name="connsiteY20" fmla="*/ 963011 h 1357703"/>
                  <a:gd name="connsiteX21" fmla="*/ 0 w 808599"/>
                  <a:gd name="connsiteY21" fmla="*/ 391516 h 1357703"/>
                  <a:gd name="connsiteX22" fmla="*/ 240068 w 808599"/>
                  <a:gd name="connsiteY22" fmla="*/ 6785 h 1357703"/>
                  <a:gd name="connsiteX23" fmla="*/ 367546 w 808599"/>
                  <a:gd name="connsiteY23" fmla="*/ 267 h 1357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808599" h="1357703">
                    <a:moveTo>
                      <a:pt x="383172" y="17324"/>
                    </a:moveTo>
                    <a:cubicBezTo>
                      <a:pt x="341446" y="17850"/>
                      <a:pt x="294493" y="20184"/>
                      <a:pt x="241320" y="24231"/>
                    </a:cubicBezTo>
                    <a:cubicBezTo>
                      <a:pt x="37337" y="37926"/>
                      <a:pt x="14949" y="76523"/>
                      <a:pt x="14949" y="392766"/>
                    </a:cubicBezTo>
                    <a:cubicBezTo>
                      <a:pt x="14949" y="649247"/>
                      <a:pt x="41069" y="916933"/>
                      <a:pt x="233858" y="948060"/>
                    </a:cubicBezTo>
                    <a:cubicBezTo>
                      <a:pt x="271171" y="954285"/>
                      <a:pt x="315948" y="949305"/>
                      <a:pt x="363213" y="933119"/>
                    </a:cubicBezTo>
                    <a:lnTo>
                      <a:pt x="373163" y="930629"/>
                    </a:lnTo>
                    <a:lnTo>
                      <a:pt x="373163" y="1335271"/>
                    </a:lnTo>
                    <a:lnTo>
                      <a:pt x="741327" y="1172169"/>
                    </a:lnTo>
                    <a:lnTo>
                      <a:pt x="741327" y="773752"/>
                    </a:lnTo>
                    <a:lnTo>
                      <a:pt x="742571" y="771262"/>
                    </a:lnTo>
                    <a:cubicBezTo>
                      <a:pt x="787348" y="707765"/>
                      <a:pt x="801030" y="446303"/>
                      <a:pt x="787348" y="352925"/>
                    </a:cubicBezTo>
                    <a:cubicBezTo>
                      <a:pt x="766203" y="193558"/>
                      <a:pt x="723914" y="110139"/>
                      <a:pt x="644311" y="64072"/>
                    </a:cubicBezTo>
                    <a:cubicBezTo>
                      <a:pt x="586475" y="30456"/>
                      <a:pt x="508349" y="15749"/>
                      <a:pt x="383172" y="17324"/>
                    </a:cubicBezTo>
                    <a:close/>
                    <a:moveTo>
                      <a:pt x="367546" y="267"/>
                    </a:moveTo>
                    <a:cubicBezTo>
                      <a:pt x="487133" y="-2009"/>
                      <a:pt x="582756" y="9897"/>
                      <a:pt x="651791" y="49118"/>
                    </a:cubicBezTo>
                    <a:cubicBezTo>
                      <a:pt x="736374" y="97676"/>
                      <a:pt x="781154" y="187322"/>
                      <a:pt x="803544" y="350428"/>
                    </a:cubicBezTo>
                    <a:cubicBezTo>
                      <a:pt x="817226" y="446300"/>
                      <a:pt x="803544" y="706523"/>
                      <a:pt x="757520" y="776248"/>
                    </a:cubicBezTo>
                    <a:lnTo>
                      <a:pt x="757520" y="1182146"/>
                    </a:lnTo>
                    <a:lnTo>
                      <a:pt x="356992" y="1357703"/>
                    </a:lnTo>
                    <a:lnTo>
                      <a:pt x="356992" y="951805"/>
                    </a:lnTo>
                    <a:cubicBezTo>
                      <a:pt x="312213" y="964256"/>
                      <a:pt x="268677" y="969236"/>
                      <a:pt x="231361" y="963011"/>
                    </a:cubicBezTo>
                    <a:cubicBezTo>
                      <a:pt x="26121" y="929394"/>
                      <a:pt x="0" y="655475"/>
                      <a:pt x="0" y="391516"/>
                    </a:cubicBezTo>
                    <a:cubicBezTo>
                      <a:pt x="0" y="79000"/>
                      <a:pt x="16170" y="22971"/>
                      <a:pt x="240068" y="6785"/>
                    </a:cubicBezTo>
                    <a:cubicBezTo>
                      <a:pt x="285159" y="3361"/>
                      <a:pt x="327684" y="1026"/>
                      <a:pt x="367546" y="26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79A188F1-1F63-E142-BF05-F538CCC05B95}"/>
                  </a:ext>
                </a:extLst>
              </p:cNvPr>
              <p:cNvSpPr/>
              <p:nvPr/>
            </p:nvSpPr>
            <p:spPr>
              <a:xfrm>
                <a:off x="15366844" y="7148371"/>
                <a:ext cx="1281916" cy="11602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30" h="932">
                    <a:moveTo>
                      <a:pt x="985" y="477"/>
                    </a:moveTo>
                    <a:cubicBezTo>
                      <a:pt x="955" y="344"/>
                      <a:pt x="910" y="238"/>
                      <a:pt x="852" y="160"/>
                    </a:cubicBezTo>
                    <a:cubicBezTo>
                      <a:pt x="779" y="62"/>
                      <a:pt x="684" y="8"/>
                      <a:pt x="572" y="1"/>
                    </a:cubicBezTo>
                    <a:cubicBezTo>
                      <a:pt x="447" y="-7"/>
                      <a:pt x="383" y="30"/>
                      <a:pt x="369" y="40"/>
                    </a:cubicBezTo>
                    <a:cubicBezTo>
                      <a:pt x="351" y="33"/>
                      <a:pt x="267" y="5"/>
                      <a:pt x="171" y="42"/>
                    </a:cubicBezTo>
                    <a:cubicBezTo>
                      <a:pt x="40" y="93"/>
                      <a:pt x="0" y="241"/>
                      <a:pt x="0" y="243"/>
                    </a:cubicBezTo>
                    <a:lnTo>
                      <a:pt x="0" y="244"/>
                    </a:lnTo>
                    <a:lnTo>
                      <a:pt x="0" y="246"/>
                    </a:lnTo>
                    <a:cubicBezTo>
                      <a:pt x="0" y="248"/>
                      <a:pt x="11" y="297"/>
                      <a:pt x="77" y="338"/>
                    </a:cubicBezTo>
                    <a:cubicBezTo>
                      <a:pt x="161" y="391"/>
                      <a:pt x="293" y="405"/>
                      <a:pt x="469" y="380"/>
                    </a:cubicBezTo>
                    <a:cubicBezTo>
                      <a:pt x="470" y="406"/>
                      <a:pt x="477" y="485"/>
                      <a:pt x="539" y="536"/>
                    </a:cubicBezTo>
                    <a:lnTo>
                      <a:pt x="549" y="544"/>
                    </a:lnTo>
                    <a:lnTo>
                      <a:pt x="549" y="531"/>
                    </a:lnTo>
                    <a:cubicBezTo>
                      <a:pt x="549" y="530"/>
                      <a:pt x="552" y="441"/>
                      <a:pt x="608" y="435"/>
                    </a:cubicBezTo>
                    <a:cubicBezTo>
                      <a:pt x="645" y="431"/>
                      <a:pt x="670" y="456"/>
                      <a:pt x="680" y="508"/>
                    </a:cubicBezTo>
                    <a:cubicBezTo>
                      <a:pt x="689" y="553"/>
                      <a:pt x="686" y="588"/>
                      <a:pt x="669" y="608"/>
                    </a:cubicBezTo>
                    <a:cubicBezTo>
                      <a:pt x="657" y="623"/>
                      <a:pt x="638" y="631"/>
                      <a:pt x="612" y="631"/>
                    </a:cubicBezTo>
                    <a:lnTo>
                      <a:pt x="605" y="631"/>
                    </a:lnTo>
                    <a:lnTo>
                      <a:pt x="606" y="637"/>
                    </a:lnTo>
                    <a:cubicBezTo>
                      <a:pt x="606" y="640"/>
                      <a:pt x="612" y="701"/>
                      <a:pt x="666" y="769"/>
                    </a:cubicBezTo>
                    <a:cubicBezTo>
                      <a:pt x="756" y="881"/>
                      <a:pt x="910" y="919"/>
                      <a:pt x="1022" y="931"/>
                    </a:cubicBezTo>
                    <a:lnTo>
                      <a:pt x="1029" y="932"/>
                    </a:lnTo>
                    <a:lnTo>
                      <a:pt x="1030" y="925"/>
                    </a:lnTo>
                    <a:cubicBezTo>
                      <a:pt x="1030" y="924"/>
                      <a:pt x="1037" y="700"/>
                      <a:pt x="985" y="4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E15EA010-BB64-A945-ADBD-9DF1CF9B30CC}"/>
                  </a:ext>
                </a:extLst>
              </p:cNvPr>
              <p:cNvSpPr/>
              <p:nvPr/>
            </p:nvSpPr>
            <p:spPr>
              <a:xfrm>
                <a:off x="15872636" y="8260008"/>
                <a:ext cx="79731" cy="623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" h="51">
                    <a:moveTo>
                      <a:pt x="6" y="51"/>
                    </a:moveTo>
                    <a:cubicBezTo>
                      <a:pt x="3" y="51"/>
                      <a:pt x="1" y="49"/>
                      <a:pt x="0" y="47"/>
                    </a:cubicBezTo>
                    <a:cubicBezTo>
                      <a:pt x="-1" y="43"/>
                      <a:pt x="1" y="39"/>
                      <a:pt x="4" y="38"/>
                    </a:cubicBezTo>
                    <a:cubicBezTo>
                      <a:pt x="4" y="38"/>
                      <a:pt x="35" y="27"/>
                      <a:pt x="53" y="2"/>
                    </a:cubicBezTo>
                    <a:cubicBezTo>
                      <a:pt x="55" y="0"/>
                      <a:pt x="59" y="-1"/>
                      <a:pt x="62" y="1"/>
                    </a:cubicBezTo>
                    <a:cubicBezTo>
                      <a:pt x="65" y="3"/>
                      <a:pt x="65" y="7"/>
                      <a:pt x="64" y="10"/>
                    </a:cubicBezTo>
                    <a:cubicBezTo>
                      <a:pt x="44" y="38"/>
                      <a:pt x="9" y="50"/>
                      <a:pt x="8" y="50"/>
                    </a:cubicBezTo>
                    <a:cubicBezTo>
                      <a:pt x="7" y="50"/>
                      <a:pt x="7" y="51"/>
                      <a:pt x="6" y="5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BD55B09A-35F7-1E44-BD7B-B1A228151C27}"/>
                  </a:ext>
                </a:extLst>
              </p:cNvPr>
              <p:cNvSpPr/>
              <p:nvPr/>
            </p:nvSpPr>
            <p:spPr>
              <a:xfrm>
                <a:off x="15564925" y="10346192"/>
                <a:ext cx="1704243" cy="26170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69" h="2101">
                    <a:moveTo>
                      <a:pt x="10" y="22"/>
                    </a:moveTo>
                    <a:cubicBezTo>
                      <a:pt x="-11" y="482"/>
                      <a:pt x="-10" y="1225"/>
                      <a:pt x="116" y="2100"/>
                    </a:cubicBezTo>
                    <a:lnTo>
                      <a:pt x="612" y="2100"/>
                    </a:lnTo>
                    <a:lnTo>
                      <a:pt x="632" y="1374"/>
                    </a:lnTo>
                    <a:lnTo>
                      <a:pt x="861" y="2101"/>
                    </a:lnTo>
                    <a:lnTo>
                      <a:pt x="1369" y="2101"/>
                    </a:lnTo>
                    <a:cubicBezTo>
                      <a:pt x="1369" y="2101"/>
                      <a:pt x="1362" y="836"/>
                      <a:pt x="1150" y="286"/>
                    </a:cubicBezTo>
                    <a:cubicBezTo>
                      <a:pt x="1108" y="176"/>
                      <a:pt x="1037" y="73"/>
                      <a:pt x="985" y="0"/>
                    </a:cubicBezTo>
                    <a:cubicBezTo>
                      <a:pt x="490" y="145"/>
                      <a:pt x="124" y="58"/>
                      <a:pt x="10" y="2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4" name="Freeform 343">
                <a:extLst>
                  <a:ext uri="{FF2B5EF4-FFF2-40B4-BE49-F238E27FC236}">
                    <a16:creationId xmlns:a16="http://schemas.microsoft.com/office/drawing/2014/main" id="{7E603395-A1FE-EA43-9044-1BFCA8947EA4}"/>
                  </a:ext>
                </a:extLst>
              </p:cNvPr>
              <p:cNvSpPr/>
              <p:nvPr/>
            </p:nvSpPr>
            <p:spPr>
              <a:xfrm>
                <a:off x="15556915" y="10338247"/>
                <a:ext cx="1719729" cy="2633750"/>
              </a:xfrm>
              <a:custGeom>
                <a:avLst/>
                <a:gdLst>
                  <a:gd name="connsiteX0" fmla="*/ 1231727 w 1719729"/>
                  <a:gd name="connsiteY0" fmla="*/ 17918 h 2633750"/>
                  <a:gd name="connsiteX1" fmla="*/ 27935 w 1719729"/>
                  <a:gd name="connsiteY1" fmla="*/ 46568 h 2633750"/>
                  <a:gd name="connsiteX2" fmla="*/ 161136 w 1719729"/>
                  <a:gd name="connsiteY2" fmla="*/ 2616306 h 2633750"/>
                  <a:gd name="connsiteX3" fmla="*/ 762410 w 1719729"/>
                  <a:gd name="connsiteY3" fmla="*/ 2616306 h 2633750"/>
                  <a:gd name="connsiteX4" fmla="*/ 788552 w 1719729"/>
                  <a:gd name="connsiteY4" fmla="*/ 1719451 h 2633750"/>
                  <a:gd name="connsiteX5" fmla="*/ 794777 w 1719729"/>
                  <a:gd name="connsiteY5" fmla="*/ 1711978 h 2633750"/>
                  <a:gd name="connsiteX6" fmla="*/ 803491 w 1719729"/>
                  <a:gd name="connsiteY6" fmla="*/ 1716960 h 2633750"/>
                  <a:gd name="connsiteX7" fmla="*/ 1086077 w 1719729"/>
                  <a:gd name="connsiteY7" fmla="*/ 2617552 h 2633750"/>
                  <a:gd name="connsiteX8" fmla="*/ 1704779 w 1719729"/>
                  <a:gd name="connsiteY8" fmla="*/ 2617552 h 2633750"/>
                  <a:gd name="connsiteX9" fmla="*/ 1433397 w 1719729"/>
                  <a:gd name="connsiteY9" fmla="*/ 366695 h 2633750"/>
                  <a:gd name="connsiteX10" fmla="*/ 1231727 w 1719729"/>
                  <a:gd name="connsiteY10" fmla="*/ 17918 h 2633750"/>
                  <a:gd name="connsiteX11" fmla="*/ 1231733 w 1719729"/>
                  <a:gd name="connsiteY11" fmla="*/ 467 h 2633750"/>
                  <a:gd name="connsiteX12" fmla="*/ 1240447 w 1719729"/>
                  <a:gd name="connsiteY12" fmla="*/ 4204 h 2633750"/>
                  <a:gd name="connsiteX13" fmla="*/ 1447099 w 1719729"/>
                  <a:gd name="connsiteY13" fmla="*/ 361703 h 2633750"/>
                  <a:gd name="connsiteX14" fmla="*/ 1719729 w 1719729"/>
                  <a:gd name="connsiteY14" fmla="*/ 2625030 h 2633750"/>
                  <a:gd name="connsiteX15" fmla="*/ 1717239 w 1719729"/>
                  <a:gd name="connsiteY15" fmla="*/ 2631259 h 2633750"/>
                  <a:gd name="connsiteX16" fmla="*/ 1712259 w 1719729"/>
                  <a:gd name="connsiteY16" fmla="*/ 2633750 h 2633750"/>
                  <a:gd name="connsiteX17" fmla="*/ 1079856 w 1719729"/>
                  <a:gd name="connsiteY17" fmla="*/ 2633750 h 2633750"/>
                  <a:gd name="connsiteX18" fmla="*/ 1071141 w 1719729"/>
                  <a:gd name="connsiteY18" fmla="*/ 2627522 h 2633750"/>
                  <a:gd name="connsiteX19" fmla="*/ 801000 w 1719729"/>
                  <a:gd name="connsiteY19" fmla="*/ 1766784 h 2633750"/>
                  <a:gd name="connsiteX20" fmla="*/ 777347 w 1719729"/>
                  <a:gd name="connsiteY20" fmla="*/ 2623785 h 2633750"/>
                  <a:gd name="connsiteX21" fmla="*/ 769878 w 1719729"/>
                  <a:gd name="connsiteY21" fmla="*/ 2631259 h 2633750"/>
                  <a:gd name="connsiteX22" fmla="*/ 152413 w 1719729"/>
                  <a:gd name="connsiteY22" fmla="*/ 2631259 h 2633750"/>
                  <a:gd name="connsiteX23" fmla="*/ 143698 w 1719729"/>
                  <a:gd name="connsiteY23" fmla="*/ 2625030 h 2633750"/>
                  <a:gd name="connsiteX24" fmla="*/ 11740 w 1719729"/>
                  <a:gd name="connsiteY24" fmla="*/ 34099 h 2633750"/>
                  <a:gd name="connsiteX25" fmla="*/ 15475 w 1719729"/>
                  <a:gd name="connsiteY25" fmla="*/ 29117 h 2633750"/>
                  <a:gd name="connsiteX26" fmla="*/ 22944 w 1719729"/>
                  <a:gd name="connsiteY26" fmla="*/ 27871 h 2633750"/>
                  <a:gd name="connsiteX27" fmla="*/ 1231733 w 1719729"/>
                  <a:gd name="connsiteY27" fmla="*/ 467 h 2633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719729" h="2633750">
                    <a:moveTo>
                      <a:pt x="1231727" y="17918"/>
                    </a:moveTo>
                    <a:cubicBezTo>
                      <a:pt x="625474" y="193552"/>
                      <a:pt x="168606" y="87673"/>
                      <a:pt x="27935" y="46568"/>
                    </a:cubicBezTo>
                    <a:cubicBezTo>
                      <a:pt x="4282" y="627032"/>
                      <a:pt x="6772" y="1541326"/>
                      <a:pt x="161136" y="2616306"/>
                    </a:cubicBezTo>
                    <a:lnTo>
                      <a:pt x="762410" y="2616306"/>
                    </a:lnTo>
                    <a:lnTo>
                      <a:pt x="788552" y="1719451"/>
                    </a:lnTo>
                    <a:cubicBezTo>
                      <a:pt x="788552" y="1715714"/>
                      <a:pt x="791042" y="1711978"/>
                      <a:pt x="794777" y="1711978"/>
                    </a:cubicBezTo>
                    <a:cubicBezTo>
                      <a:pt x="798511" y="1711978"/>
                      <a:pt x="802246" y="1713223"/>
                      <a:pt x="803491" y="1716960"/>
                    </a:cubicBezTo>
                    <a:lnTo>
                      <a:pt x="1086077" y="2617552"/>
                    </a:lnTo>
                    <a:lnTo>
                      <a:pt x="1704779" y="2617552"/>
                    </a:lnTo>
                    <a:cubicBezTo>
                      <a:pt x="1703535" y="2495480"/>
                      <a:pt x="1683617" y="1018160"/>
                      <a:pt x="1433397" y="366695"/>
                    </a:cubicBezTo>
                    <a:cubicBezTo>
                      <a:pt x="1383601" y="237149"/>
                      <a:pt x="1303929" y="118814"/>
                      <a:pt x="1231727" y="17918"/>
                    </a:cubicBezTo>
                    <a:close/>
                    <a:moveTo>
                      <a:pt x="1231733" y="467"/>
                    </a:moveTo>
                    <a:cubicBezTo>
                      <a:pt x="1235467" y="-779"/>
                      <a:pt x="1237957" y="467"/>
                      <a:pt x="1240447" y="4204"/>
                    </a:cubicBezTo>
                    <a:cubicBezTo>
                      <a:pt x="1312649" y="106346"/>
                      <a:pt x="1394813" y="227173"/>
                      <a:pt x="1447099" y="361703"/>
                    </a:cubicBezTo>
                    <a:cubicBezTo>
                      <a:pt x="1708525" y="1039331"/>
                      <a:pt x="1719729" y="2610083"/>
                      <a:pt x="1719729" y="2625030"/>
                    </a:cubicBezTo>
                    <a:cubicBezTo>
                      <a:pt x="1719729" y="2627522"/>
                      <a:pt x="1718485" y="2630013"/>
                      <a:pt x="1717239" y="2631259"/>
                    </a:cubicBezTo>
                    <a:cubicBezTo>
                      <a:pt x="1715995" y="2632504"/>
                      <a:pt x="1714749" y="2633750"/>
                      <a:pt x="1712259" y="2633750"/>
                    </a:cubicBezTo>
                    <a:lnTo>
                      <a:pt x="1079856" y="2633750"/>
                    </a:lnTo>
                    <a:cubicBezTo>
                      <a:pt x="1074876" y="2633750"/>
                      <a:pt x="1072386" y="2631259"/>
                      <a:pt x="1071141" y="2627522"/>
                    </a:cubicBezTo>
                    <a:lnTo>
                      <a:pt x="801000" y="1766784"/>
                    </a:lnTo>
                    <a:lnTo>
                      <a:pt x="777347" y="2623785"/>
                    </a:lnTo>
                    <a:cubicBezTo>
                      <a:pt x="777347" y="2628768"/>
                      <a:pt x="773613" y="2631259"/>
                      <a:pt x="769878" y="2631259"/>
                    </a:cubicBezTo>
                    <a:lnTo>
                      <a:pt x="152413" y="2631259"/>
                    </a:lnTo>
                    <a:cubicBezTo>
                      <a:pt x="148678" y="2631259"/>
                      <a:pt x="144943" y="2630013"/>
                      <a:pt x="143698" y="2625030"/>
                    </a:cubicBezTo>
                    <a:cubicBezTo>
                      <a:pt x="-10668" y="1541324"/>
                      <a:pt x="-13158" y="618304"/>
                      <a:pt x="11740" y="34099"/>
                    </a:cubicBezTo>
                    <a:cubicBezTo>
                      <a:pt x="11740" y="32854"/>
                      <a:pt x="12985" y="30362"/>
                      <a:pt x="15475" y="29117"/>
                    </a:cubicBezTo>
                    <a:cubicBezTo>
                      <a:pt x="16720" y="26625"/>
                      <a:pt x="20454" y="26625"/>
                      <a:pt x="22944" y="27871"/>
                    </a:cubicBezTo>
                    <a:cubicBezTo>
                      <a:pt x="148678" y="67732"/>
                      <a:pt x="611777" y="182330"/>
                      <a:pt x="1231733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BBE8B772-19C3-9549-954B-8FBCA3E7ACB7}"/>
                  </a:ext>
                </a:extLst>
              </p:cNvPr>
              <p:cNvSpPr/>
              <p:nvPr/>
            </p:nvSpPr>
            <p:spPr>
              <a:xfrm>
                <a:off x="15400481" y="8490560"/>
                <a:ext cx="2185119" cy="19553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55" h="1570">
                    <a:moveTo>
                      <a:pt x="1245" y="153"/>
                    </a:moveTo>
                    <a:cubicBezTo>
                      <a:pt x="1094" y="91"/>
                      <a:pt x="887" y="-46"/>
                      <a:pt x="639" y="16"/>
                    </a:cubicBezTo>
                    <a:cubicBezTo>
                      <a:pt x="435" y="68"/>
                      <a:pt x="121" y="319"/>
                      <a:pt x="24" y="575"/>
                    </a:cubicBezTo>
                    <a:cubicBezTo>
                      <a:pt x="-78" y="848"/>
                      <a:pt x="179" y="1013"/>
                      <a:pt x="179" y="1013"/>
                    </a:cubicBezTo>
                    <a:cubicBezTo>
                      <a:pt x="179" y="1013"/>
                      <a:pt x="155" y="1196"/>
                      <a:pt x="142" y="1512"/>
                    </a:cubicBezTo>
                    <a:cubicBezTo>
                      <a:pt x="256" y="1548"/>
                      <a:pt x="622" y="1635"/>
                      <a:pt x="1117" y="1490"/>
                    </a:cubicBezTo>
                    <a:cubicBezTo>
                      <a:pt x="984" y="1056"/>
                      <a:pt x="1101" y="627"/>
                      <a:pt x="1101" y="627"/>
                    </a:cubicBezTo>
                    <a:lnTo>
                      <a:pt x="1301" y="707"/>
                    </a:lnTo>
                    <a:lnTo>
                      <a:pt x="1610" y="873"/>
                    </a:lnTo>
                    <a:cubicBezTo>
                      <a:pt x="1610" y="873"/>
                      <a:pt x="1899" y="586"/>
                      <a:pt x="1662" y="402"/>
                    </a:cubicBezTo>
                    <a:cubicBezTo>
                      <a:pt x="1614" y="364"/>
                      <a:pt x="1358" y="200"/>
                      <a:pt x="1245" y="15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5" name="Freeform 344">
                <a:extLst>
                  <a:ext uri="{FF2B5EF4-FFF2-40B4-BE49-F238E27FC236}">
                    <a16:creationId xmlns:a16="http://schemas.microsoft.com/office/drawing/2014/main" id="{91B7A725-8DB5-4948-BB26-B53825348B78}"/>
                  </a:ext>
                </a:extLst>
              </p:cNvPr>
              <p:cNvSpPr/>
              <p:nvPr/>
            </p:nvSpPr>
            <p:spPr>
              <a:xfrm>
                <a:off x="15392457" y="8481930"/>
                <a:ext cx="2201107" cy="1970196"/>
              </a:xfrm>
              <a:custGeom>
                <a:avLst/>
                <a:gdLst>
                  <a:gd name="connsiteX0" fmla="*/ 986659 w 2201107"/>
                  <a:gd name="connsiteY0" fmla="*/ 16030 h 1970196"/>
                  <a:gd name="connsiteX1" fmla="*/ 806123 w 2201107"/>
                  <a:gd name="connsiteY1" fmla="*/ 34789 h 1970196"/>
                  <a:gd name="connsiteX2" fmla="*/ 45382 w 2201107"/>
                  <a:gd name="connsiteY2" fmla="*/ 727248 h 1970196"/>
                  <a:gd name="connsiteX3" fmla="*/ 235878 w 2201107"/>
                  <a:gd name="connsiteY3" fmla="*/ 1262782 h 1970196"/>
                  <a:gd name="connsiteX4" fmla="*/ 238369 w 2201107"/>
                  <a:gd name="connsiteY4" fmla="*/ 1270255 h 1970196"/>
                  <a:gd name="connsiteX5" fmla="*/ 192301 w 2201107"/>
                  <a:gd name="connsiteY5" fmla="*/ 1884252 h 1970196"/>
                  <a:gd name="connsiteX6" fmla="*/ 1388820 w 2201107"/>
                  <a:gd name="connsiteY6" fmla="*/ 1858098 h 1970196"/>
                  <a:gd name="connsiteX7" fmla="*/ 1371388 w 2201107"/>
                  <a:gd name="connsiteY7" fmla="*/ 787029 h 1970196"/>
                  <a:gd name="connsiteX8" fmla="*/ 1375123 w 2201107"/>
                  <a:gd name="connsiteY8" fmla="*/ 782047 h 1970196"/>
                  <a:gd name="connsiteX9" fmla="*/ 1382594 w 2201107"/>
                  <a:gd name="connsiteY9" fmla="*/ 782047 h 1970196"/>
                  <a:gd name="connsiteX10" fmla="*/ 1630364 w 2201107"/>
                  <a:gd name="connsiteY10" fmla="*/ 880436 h 1970196"/>
                  <a:gd name="connsiteX11" fmla="*/ 1631608 w 2201107"/>
                  <a:gd name="connsiteY11" fmla="*/ 880436 h 1970196"/>
                  <a:gd name="connsiteX12" fmla="*/ 2011358 w 2201107"/>
                  <a:gd name="connsiteY12" fmla="*/ 1084686 h 1970196"/>
                  <a:gd name="connsiteX13" fmla="*/ 2184424 w 2201107"/>
                  <a:gd name="connsiteY13" fmla="*/ 712303 h 1970196"/>
                  <a:gd name="connsiteX14" fmla="*/ 2073612 w 2201107"/>
                  <a:gd name="connsiteY14" fmla="*/ 514280 h 1970196"/>
                  <a:gd name="connsiteX15" fmla="*/ 1555660 w 2201107"/>
                  <a:gd name="connsiteY15" fmla="*/ 205413 h 1970196"/>
                  <a:gd name="connsiteX16" fmla="*/ 1446092 w 2201107"/>
                  <a:gd name="connsiteY16" fmla="*/ 156841 h 1970196"/>
                  <a:gd name="connsiteX17" fmla="*/ 986659 w 2201107"/>
                  <a:gd name="connsiteY17" fmla="*/ 16030 h 1970196"/>
                  <a:gd name="connsiteX18" fmla="*/ 986951 w 2201107"/>
                  <a:gd name="connsiteY18" fmla="*/ 374 h 1970196"/>
                  <a:gd name="connsiteX19" fmla="*/ 1453566 w 2201107"/>
                  <a:gd name="connsiteY19" fmla="*/ 141887 h 1970196"/>
                  <a:gd name="connsiteX20" fmla="*/ 1560644 w 2201107"/>
                  <a:gd name="connsiteY20" fmla="*/ 191705 h 1970196"/>
                  <a:gd name="connsiteX21" fmla="*/ 2082336 w 2201107"/>
                  <a:gd name="connsiteY21" fmla="*/ 501820 h 1970196"/>
                  <a:gd name="connsiteX22" fmla="*/ 2200620 w 2201107"/>
                  <a:gd name="connsiteY22" fmla="*/ 711054 h 1970196"/>
                  <a:gd name="connsiteX23" fmla="*/ 2017592 w 2201107"/>
                  <a:gd name="connsiteY23" fmla="*/ 1100878 h 1970196"/>
                  <a:gd name="connsiteX24" fmla="*/ 2008876 w 2201107"/>
                  <a:gd name="connsiteY24" fmla="*/ 1102123 h 1970196"/>
                  <a:gd name="connsiteX25" fmla="*/ 1624144 w 2201107"/>
                  <a:gd name="connsiteY25" fmla="*/ 894134 h 1970196"/>
                  <a:gd name="connsiteX26" fmla="*/ 1385086 w 2201107"/>
                  <a:gd name="connsiteY26" fmla="*/ 799481 h 1970196"/>
                  <a:gd name="connsiteX27" fmla="*/ 1406254 w 2201107"/>
                  <a:gd name="connsiteY27" fmla="*/ 1860597 h 1970196"/>
                  <a:gd name="connsiteX28" fmla="*/ 1405008 w 2201107"/>
                  <a:gd name="connsiteY28" fmla="*/ 1866824 h 1970196"/>
                  <a:gd name="connsiteX29" fmla="*/ 1401272 w 2201107"/>
                  <a:gd name="connsiteY29" fmla="*/ 1870561 h 1970196"/>
                  <a:gd name="connsiteX30" fmla="*/ 720210 w 2201107"/>
                  <a:gd name="connsiteY30" fmla="*/ 1970196 h 1970196"/>
                  <a:gd name="connsiteX31" fmla="*/ 181088 w 2201107"/>
                  <a:gd name="connsiteY31" fmla="*/ 1897960 h 1970196"/>
                  <a:gd name="connsiteX32" fmla="*/ 176107 w 2201107"/>
                  <a:gd name="connsiteY32" fmla="*/ 1889242 h 1970196"/>
                  <a:gd name="connsiteX33" fmla="*/ 222176 w 2201107"/>
                  <a:gd name="connsiteY33" fmla="*/ 1272749 h 1970196"/>
                  <a:gd name="connsiteX34" fmla="*/ 30432 w 2201107"/>
                  <a:gd name="connsiteY34" fmla="*/ 721018 h 1970196"/>
                  <a:gd name="connsiteX35" fmla="*/ 365361 w 2201107"/>
                  <a:gd name="connsiteY35" fmla="*/ 273904 h 1970196"/>
                  <a:gd name="connsiteX36" fmla="*/ 802386 w 2201107"/>
                  <a:gd name="connsiteY36" fmla="*/ 19834 h 1970196"/>
                  <a:gd name="connsiteX37" fmla="*/ 986951 w 2201107"/>
                  <a:gd name="connsiteY37" fmla="*/ 374 h 1970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2201107" h="1970196">
                    <a:moveTo>
                      <a:pt x="986659" y="16030"/>
                    </a:moveTo>
                    <a:cubicBezTo>
                      <a:pt x="928608" y="13928"/>
                      <a:pt x="868377" y="19221"/>
                      <a:pt x="806123" y="34789"/>
                    </a:cubicBezTo>
                    <a:cubicBezTo>
                      <a:pt x="550883" y="99552"/>
                      <a:pt x="163664" y="414645"/>
                      <a:pt x="45382" y="727248"/>
                    </a:cubicBezTo>
                    <a:cubicBezTo>
                      <a:pt x="-77881" y="1057287"/>
                      <a:pt x="232143" y="1260292"/>
                      <a:pt x="235878" y="1262782"/>
                    </a:cubicBezTo>
                    <a:cubicBezTo>
                      <a:pt x="237124" y="1264028"/>
                      <a:pt x="239614" y="1266519"/>
                      <a:pt x="238369" y="1270255"/>
                    </a:cubicBezTo>
                    <a:cubicBezTo>
                      <a:pt x="238369" y="1272746"/>
                      <a:pt x="209732" y="1499414"/>
                      <a:pt x="192301" y="1884252"/>
                    </a:cubicBezTo>
                    <a:cubicBezTo>
                      <a:pt x="326769" y="1925351"/>
                      <a:pt x="781222" y="2032458"/>
                      <a:pt x="1388820" y="1858098"/>
                    </a:cubicBezTo>
                    <a:cubicBezTo>
                      <a:pt x="1228204" y="1325054"/>
                      <a:pt x="1370143" y="792010"/>
                      <a:pt x="1371388" y="787029"/>
                    </a:cubicBezTo>
                    <a:cubicBezTo>
                      <a:pt x="1371388" y="784538"/>
                      <a:pt x="1372633" y="782047"/>
                      <a:pt x="1375123" y="782047"/>
                    </a:cubicBezTo>
                    <a:cubicBezTo>
                      <a:pt x="1377614" y="780801"/>
                      <a:pt x="1380104" y="780801"/>
                      <a:pt x="1382594" y="782047"/>
                    </a:cubicBezTo>
                    <a:lnTo>
                      <a:pt x="1630364" y="880436"/>
                    </a:lnTo>
                    <a:cubicBezTo>
                      <a:pt x="1631608" y="880436"/>
                      <a:pt x="1631608" y="880436"/>
                      <a:pt x="1631608" y="880436"/>
                    </a:cubicBezTo>
                    <a:lnTo>
                      <a:pt x="2011358" y="1084686"/>
                    </a:lnTo>
                    <a:cubicBezTo>
                      <a:pt x="2038748" y="1056041"/>
                      <a:pt x="2195628" y="882927"/>
                      <a:pt x="2184424" y="712303"/>
                    </a:cubicBezTo>
                    <a:cubicBezTo>
                      <a:pt x="2180688" y="635086"/>
                      <a:pt x="2142090" y="569078"/>
                      <a:pt x="2073612" y="514280"/>
                    </a:cubicBezTo>
                    <a:cubicBezTo>
                      <a:pt x="2011358" y="465708"/>
                      <a:pt x="1695108" y="263948"/>
                      <a:pt x="1555660" y="205413"/>
                    </a:cubicBezTo>
                    <a:cubicBezTo>
                      <a:pt x="1520798" y="191714"/>
                      <a:pt x="1484690" y="174277"/>
                      <a:pt x="1446092" y="156841"/>
                    </a:cubicBezTo>
                    <a:cubicBezTo>
                      <a:pt x="1315360" y="95193"/>
                      <a:pt x="1160815" y="22335"/>
                      <a:pt x="986659" y="16030"/>
                    </a:cubicBezTo>
                    <a:close/>
                    <a:moveTo>
                      <a:pt x="986951" y="374"/>
                    </a:moveTo>
                    <a:cubicBezTo>
                      <a:pt x="1164551" y="6212"/>
                      <a:pt x="1320964" y="79304"/>
                      <a:pt x="1453566" y="141887"/>
                    </a:cubicBezTo>
                    <a:cubicBezTo>
                      <a:pt x="1490920" y="160569"/>
                      <a:pt x="1528272" y="176760"/>
                      <a:pt x="1560644" y="191705"/>
                    </a:cubicBezTo>
                    <a:cubicBezTo>
                      <a:pt x="1702584" y="248995"/>
                      <a:pt x="2020082" y="453248"/>
                      <a:pt x="2082336" y="501820"/>
                    </a:cubicBezTo>
                    <a:cubicBezTo>
                      <a:pt x="2155796" y="559110"/>
                      <a:pt x="2195638" y="628855"/>
                      <a:pt x="2200620" y="711054"/>
                    </a:cubicBezTo>
                    <a:cubicBezTo>
                      <a:pt x="2211824" y="905343"/>
                      <a:pt x="2026306" y="1092160"/>
                      <a:pt x="2017592" y="1100878"/>
                    </a:cubicBezTo>
                    <a:cubicBezTo>
                      <a:pt x="2016346" y="1103368"/>
                      <a:pt x="2011366" y="1103368"/>
                      <a:pt x="2008876" y="1102123"/>
                    </a:cubicBezTo>
                    <a:lnTo>
                      <a:pt x="1624144" y="894134"/>
                    </a:lnTo>
                    <a:lnTo>
                      <a:pt x="1385086" y="799481"/>
                    </a:lnTo>
                    <a:cubicBezTo>
                      <a:pt x="1366410" y="870471"/>
                      <a:pt x="1254353" y="1366157"/>
                      <a:pt x="1406254" y="1860597"/>
                    </a:cubicBezTo>
                    <a:cubicBezTo>
                      <a:pt x="1406254" y="1863088"/>
                      <a:pt x="1406254" y="1864334"/>
                      <a:pt x="1405008" y="1866824"/>
                    </a:cubicBezTo>
                    <a:cubicBezTo>
                      <a:pt x="1403764" y="1868070"/>
                      <a:pt x="1402518" y="1870561"/>
                      <a:pt x="1401272" y="1870561"/>
                    </a:cubicBezTo>
                    <a:cubicBezTo>
                      <a:pt x="1142295" y="1946533"/>
                      <a:pt x="910709" y="1970196"/>
                      <a:pt x="720210" y="1970196"/>
                    </a:cubicBezTo>
                    <a:cubicBezTo>
                      <a:pt x="447536" y="1970196"/>
                      <a:pt x="257038" y="1921624"/>
                      <a:pt x="181088" y="1897960"/>
                    </a:cubicBezTo>
                    <a:cubicBezTo>
                      <a:pt x="178597" y="1896715"/>
                      <a:pt x="176107" y="1894224"/>
                      <a:pt x="176107" y="1889242"/>
                    </a:cubicBezTo>
                    <a:cubicBezTo>
                      <a:pt x="192293" y="1530555"/>
                      <a:pt x="218440" y="1307621"/>
                      <a:pt x="222176" y="1272749"/>
                    </a:cubicBezTo>
                    <a:cubicBezTo>
                      <a:pt x="184823" y="1246594"/>
                      <a:pt x="-90341" y="1041096"/>
                      <a:pt x="30432" y="721018"/>
                    </a:cubicBezTo>
                    <a:cubicBezTo>
                      <a:pt x="86461" y="571565"/>
                      <a:pt x="205989" y="413394"/>
                      <a:pt x="365361" y="273904"/>
                    </a:cubicBezTo>
                    <a:cubicBezTo>
                      <a:pt x="511036" y="146869"/>
                      <a:pt x="674142" y="52216"/>
                      <a:pt x="802386" y="19834"/>
                    </a:cubicBezTo>
                    <a:cubicBezTo>
                      <a:pt x="866197" y="3955"/>
                      <a:pt x="927751" y="-1572"/>
                      <a:pt x="986951" y="37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0F5FF9D3-198A-8947-A429-7E261795A6A7}"/>
                  </a:ext>
                </a:extLst>
              </p:cNvPr>
              <p:cNvSpPr/>
              <p:nvPr/>
            </p:nvSpPr>
            <p:spPr>
              <a:xfrm>
                <a:off x="16262569" y="11631058"/>
                <a:ext cx="98418" cy="4386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" h="353">
                    <a:moveTo>
                      <a:pt x="74" y="353"/>
                    </a:moveTo>
                    <a:cubicBezTo>
                      <a:pt x="71" y="353"/>
                      <a:pt x="68" y="351"/>
                      <a:pt x="67" y="348"/>
                    </a:cubicBezTo>
                    <a:lnTo>
                      <a:pt x="0" y="7"/>
                    </a:lnTo>
                    <a:cubicBezTo>
                      <a:pt x="0" y="5"/>
                      <a:pt x="1" y="1"/>
                      <a:pt x="5" y="0"/>
                    </a:cubicBezTo>
                    <a:cubicBezTo>
                      <a:pt x="9" y="0"/>
                      <a:pt x="12" y="1"/>
                      <a:pt x="13" y="5"/>
                    </a:cubicBezTo>
                    <a:lnTo>
                      <a:pt x="80" y="346"/>
                    </a:lnTo>
                    <a:cubicBezTo>
                      <a:pt x="81" y="349"/>
                      <a:pt x="78" y="352"/>
                      <a:pt x="76" y="353"/>
                    </a:cubicBezTo>
                    <a:cubicBezTo>
                      <a:pt x="75" y="353"/>
                      <a:pt x="74" y="353"/>
                      <a:pt x="74" y="35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6B37E760-5F4C-1144-970D-74B7CA23672F}"/>
                  </a:ext>
                </a:extLst>
              </p:cNvPr>
              <p:cNvSpPr/>
              <p:nvPr/>
            </p:nvSpPr>
            <p:spPr>
              <a:xfrm>
                <a:off x="15594824" y="8615183"/>
                <a:ext cx="365017" cy="18095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4" h="1453">
                    <a:moveTo>
                      <a:pt x="160" y="1453"/>
                    </a:moveTo>
                    <a:cubicBezTo>
                      <a:pt x="158" y="1453"/>
                      <a:pt x="155" y="1451"/>
                      <a:pt x="154" y="1449"/>
                    </a:cubicBezTo>
                    <a:cubicBezTo>
                      <a:pt x="153" y="1443"/>
                      <a:pt x="112" y="1316"/>
                      <a:pt x="154" y="932"/>
                    </a:cubicBezTo>
                    <a:cubicBezTo>
                      <a:pt x="156" y="916"/>
                      <a:pt x="136" y="889"/>
                      <a:pt x="111" y="856"/>
                    </a:cubicBezTo>
                    <a:cubicBezTo>
                      <a:pt x="59" y="785"/>
                      <a:pt x="-19" y="678"/>
                      <a:pt x="4" y="536"/>
                    </a:cubicBezTo>
                    <a:cubicBezTo>
                      <a:pt x="17" y="451"/>
                      <a:pt x="68" y="335"/>
                      <a:pt x="155" y="192"/>
                    </a:cubicBezTo>
                    <a:cubicBezTo>
                      <a:pt x="220" y="86"/>
                      <a:pt x="282" y="4"/>
                      <a:pt x="282" y="2"/>
                    </a:cubicBezTo>
                    <a:cubicBezTo>
                      <a:pt x="285" y="0"/>
                      <a:pt x="288" y="0"/>
                      <a:pt x="292" y="1"/>
                    </a:cubicBezTo>
                    <a:cubicBezTo>
                      <a:pt x="294" y="4"/>
                      <a:pt x="295" y="7"/>
                      <a:pt x="293" y="10"/>
                    </a:cubicBezTo>
                    <a:cubicBezTo>
                      <a:pt x="290" y="14"/>
                      <a:pt x="48" y="339"/>
                      <a:pt x="16" y="538"/>
                    </a:cubicBezTo>
                    <a:cubicBezTo>
                      <a:pt x="-6" y="675"/>
                      <a:pt x="71" y="779"/>
                      <a:pt x="121" y="848"/>
                    </a:cubicBezTo>
                    <a:cubicBezTo>
                      <a:pt x="149" y="886"/>
                      <a:pt x="169" y="913"/>
                      <a:pt x="167" y="933"/>
                    </a:cubicBezTo>
                    <a:cubicBezTo>
                      <a:pt x="126" y="1314"/>
                      <a:pt x="166" y="1443"/>
                      <a:pt x="166" y="1445"/>
                    </a:cubicBezTo>
                    <a:cubicBezTo>
                      <a:pt x="167" y="1448"/>
                      <a:pt x="166" y="1452"/>
                      <a:pt x="162" y="1453"/>
                    </a:cubicBezTo>
                    <a:cubicBezTo>
                      <a:pt x="161" y="1453"/>
                      <a:pt x="161" y="1453"/>
                      <a:pt x="160" y="145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6DE6514C-9741-F243-A072-C98C749E1C88}"/>
                  </a:ext>
                </a:extLst>
              </p:cNvPr>
              <p:cNvSpPr/>
              <p:nvPr/>
            </p:nvSpPr>
            <p:spPr>
              <a:xfrm>
                <a:off x="15841491" y="8501776"/>
                <a:ext cx="362525" cy="19503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2" h="1566">
                    <a:moveTo>
                      <a:pt x="189" y="1566"/>
                    </a:moveTo>
                    <a:cubicBezTo>
                      <a:pt x="186" y="1566"/>
                      <a:pt x="184" y="1564"/>
                      <a:pt x="183" y="1562"/>
                    </a:cubicBezTo>
                    <a:cubicBezTo>
                      <a:pt x="127" y="1374"/>
                      <a:pt x="137" y="1139"/>
                      <a:pt x="144" y="1048"/>
                    </a:cubicBezTo>
                    <a:cubicBezTo>
                      <a:pt x="146" y="1026"/>
                      <a:pt x="138" y="1004"/>
                      <a:pt x="123" y="989"/>
                    </a:cubicBezTo>
                    <a:cubicBezTo>
                      <a:pt x="75" y="942"/>
                      <a:pt x="-31" y="810"/>
                      <a:pt x="8" y="614"/>
                    </a:cubicBezTo>
                    <a:cubicBezTo>
                      <a:pt x="49" y="406"/>
                      <a:pt x="278" y="7"/>
                      <a:pt x="279" y="3"/>
                    </a:cubicBezTo>
                    <a:cubicBezTo>
                      <a:pt x="281" y="0"/>
                      <a:pt x="286" y="-1"/>
                      <a:pt x="289" y="1"/>
                    </a:cubicBezTo>
                    <a:cubicBezTo>
                      <a:pt x="292" y="3"/>
                      <a:pt x="292" y="6"/>
                      <a:pt x="290" y="9"/>
                    </a:cubicBezTo>
                    <a:cubicBezTo>
                      <a:pt x="289" y="14"/>
                      <a:pt x="61" y="411"/>
                      <a:pt x="21" y="617"/>
                    </a:cubicBezTo>
                    <a:cubicBezTo>
                      <a:pt x="-17" y="807"/>
                      <a:pt x="86" y="934"/>
                      <a:pt x="132" y="980"/>
                    </a:cubicBezTo>
                    <a:cubicBezTo>
                      <a:pt x="150" y="998"/>
                      <a:pt x="159" y="1023"/>
                      <a:pt x="157" y="1048"/>
                    </a:cubicBezTo>
                    <a:cubicBezTo>
                      <a:pt x="150" y="1139"/>
                      <a:pt x="139" y="1372"/>
                      <a:pt x="195" y="1558"/>
                    </a:cubicBezTo>
                    <a:cubicBezTo>
                      <a:pt x="196" y="1562"/>
                      <a:pt x="194" y="1565"/>
                      <a:pt x="191" y="1566"/>
                    </a:cubicBezTo>
                    <a:cubicBezTo>
                      <a:pt x="190" y="1566"/>
                      <a:pt x="190" y="1566"/>
                      <a:pt x="189" y="15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D70491A4-C294-AA4F-9438-EE73CB15F84A}"/>
                  </a:ext>
                </a:extLst>
              </p:cNvPr>
              <p:cNvSpPr/>
              <p:nvPr/>
            </p:nvSpPr>
            <p:spPr>
              <a:xfrm>
                <a:off x="16116811" y="8483083"/>
                <a:ext cx="287778" cy="19603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2" h="1574">
                    <a:moveTo>
                      <a:pt x="189" y="1574"/>
                    </a:moveTo>
                    <a:cubicBezTo>
                      <a:pt x="186" y="1574"/>
                      <a:pt x="184" y="1572"/>
                      <a:pt x="183" y="1569"/>
                    </a:cubicBezTo>
                    <a:cubicBezTo>
                      <a:pt x="144" y="1404"/>
                      <a:pt x="142" y="1142"/>
                      <a:pt x="143" y="1037"/>
                    </a:cubicBezTo>
                    <a:cubicBezTo>
                      <a:pt x="144" y="1006"/>
                      <a:pt x="132" y="976"/>
                      <a:pt x="110" y="955"/>
                    </a:cubicBezTo>
                    <a:cubicBezTo>
                      <a:pt x="71" y="915"/>
                      <a:pt x="3" y="832"/>
                      <a:pt x="0" y="726"/>
                    </a:cubicBezTo>
                    <a:cubicBezTo>
                      <a:pt x="-5" y="493"/>
                      <a:pt x="217" y="9"/>
                      <a:pt x="220" y="4"/>
                    </a:cubicBezTo>
                    <a:cubicBezTo>
                      <a:pt x="221" y="1"/>
                      <a:pt x="225" y="-1"/>
                      <a:pt x="228" y="1"/>
                    </a:cubicBezTo>
                    <a:cubicBezTo>
                      <a:pt x="232" y="2"/>
                      <a:pt x="233" y="6"/>
                      <a:pt x="232" y="10"/>
                    </a:cubicBezTo>
                    <a:cubicBezTo>
                      <a:pt x="229" y="14"/>
                      <a:pt x="8" y="495"/>
                      <a:pt x="13" y="726"/>
                    </a:cubicBezTo>
                    <a:cubicBezTo>
                      <a:pt x="16" y="827"/>
                      <a:pt x="81" y="907"/>
                      <a:pt x="120" y="946"/>
                    </a:cubicBezTo>
                    <a:cubicBezTo>
                      <a:pt x="143" y="970"/>
                      <a:pt x="157" y="1003"/>
                      <a:pt x="156" y="1037"/>
                    </a:cubicBezTo>
                    <a:cubicBezTo>
                      <a:pt x="155" y="1142"/>
                      <a:pt x="157" y="1402"/>
                      <a:pt x="195" y="1567"/>
                    </a:cubicBezTo>
                    <a:cubicBezTo>
                      <a:pt x="196" y="1569"/>
                      <a:pt x="194" y="1573"/>
                      <a:pt x="190" y="157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362F1440-9460-C548-B117-A36714125A06}"/>
                  </a:ext>
                </a:extLst>
              </p:cNvPr>
              <p:cNvSpPr/>
              <p:nvPr/>
            </p:nvSpPr>
            <p:spPr>
              <a:xfrm>
                <a:off x="16407080" y="8526701"/>
                <a:ext cx="199327" cy="15116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1" h="1214">
                    <a:moveTo>
                      <a:pt x="155" y="1214"/>
                    </a:moveTo>
                    <a:cubicBezTo>
                      <a:pt x="151" y="1214"/>
                      <a:pt x="148" y="1211"/>
                      <a:pt x="148" y="1208"/>
                    </a:cubicBezTo>
                    <a:cubicBezTo>
                      <a:pt x="148" y="1205"/>
                      <a:pt x="139" y="987"/>
                      <a:pt x="122" y="921"/>
                    </a:cubicBezTo>
                    <a:cubicBezTo>
                      <a:pt x="122" y="918"/>
                      <a:pt x="113" y="912"/>
                      <a:pt x="105" y="905"/>
                    </a:cubicBezTo>
                    <a:cubicBezTo>
                      <a:pt x="79" y="884"/>
                      <a:pt x="30" y="845"/>
                      <a:pt x="13" y="762"/>
                    </a:cubicBezTo>
                    <a:cubicBezTo>
                      <a:pt x="-21" y="609"/>
                      <a:pt x="17" y="411"/>
                      <a:pt x="54" y="272"/>
                    </a:cubicBezTo>
                    <a:cubicBezTo>
                      <a:pt x="94" y="121"/>
                      <a:pt x="143" y="5"/>
                      <a:pt x="143" y="4"/>
                    </a:cubicBezTo>
                    <a:cubicBezTo>
                      <a:pt x="145" y="1"/>
                      <a:pt x="148" y="-1"/>
                      <a:pt x="151" y="1"/>
                    </a:cubicBezTo>
                    <a:cubicBezTo>
                      <a:pt x="155" y="2"/>
                      <a:pt x="156" y="6"/>
                      <a:pt x="155" y="9"/>
                    </a:cubicBezTo>
                    <a:cubicBezTo>
                      <a:pt x="155" y="10"/>
                      <a:pt x="106" y="125"/>
                      <a:pt x="66" y="275"/>
                    </a:cubicBezTo>
                    <a:cubicBezTo>
                      <a:pt x="30" y="413"/>
                      <a:pt x="-8" y="609"/>
                      <a:pt x="25" y="758"/>
                    </a:cubicBezTo>
                    <a:cubicBezTo>
                      <a:pt x="42" y="837"/>
                      <a:pt x="87" y="873"/>
                      <a:pt x="113" y="895"/>
                    </a:cubicBezTo>
                    <a:cubicBezTo>
                      <a:pt x="125" y="905"/>
                      <a:pt x="133" y="911"/>
                      <a:pt x="134" y="918"/>
                    </a:cubicBezTo>
                    <a:cubicBezTo>
                      <a:pt x="151" y="985"/>
                      <a:pt x="160" y="1198"/>
                      <a:pt x="161" y="1207"/>
                    </a:cubicBezTo>
                    <a:cubicBezTo>
                      <a:pt x="161" y="1211"/>
                      <a:pt x="158" y="1213"/>
                      <a:pt x="155" y="12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3EE44ABF-A79C-2141-8CE0-EF547B2F792F}"/>
                  </a:ext>
                </a:extLst>
              </p:cNvPr>
              <p:cNvSpPr/>
              <p:nvPr/>
            </p:nvSpPr>
            <p:spPr>
              <a:xfrm>
                <a:off x="16671188" y="8600229"/>
                <a:ext cx="123333" cy="9334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0" h="750">
                    <a:moveTo>
                      <a:pt x="44" y="750"/>
                    </a:moveTo>
                    <a:cubicBezTo>
                      <a:pt x="41" y="750"/>
                      <a:pt x="38" y="748"/>
                      <a:pt x="38" y="745"/>
                    </a:cubicBezTo>
                    <a:cubicBezTo>
                      <a:pt x="-71" y="410"/>
                      <a:pt x="86" y="8"/>
                      <a:pt x="87" y="4"/>
                    </a:cubicBezTo>
                    <a:cubicBezTo>
                      <a:pt x="89" y="1"/>
                      <a:pt x="92" y="-1"/>
                      <a:pt x="95" y="1"/>
                    </a:cubicBezTo>
                    <a:cubicBezTo>
                      <a:pt x="99" y="2"/>
                      <a:pt x="100" y="5"/>
                      <a:pt x="99" y="9"/>
                    </a:cubicBezTo>
                    <a:cubicBezTo>
                      <a:pt x="98" y="13"/>
                      <a:pt x="-57" y="411"/>
                      <a:pt x="50" y="742"/>
                    </a:cubicBezTo>
                    <a:cubicBezTo>
                      <a:pt x="51" y="745"/>
                      <a:pt x="49" y="748"/>
                      <a:pt x="46" y="750"/>
                    </a:cubicBezTo>
                    <a:cubicBezTo>
                      <a:pt x="45" y="750"/>
                      <a:pt x="45" y="750"/>
                      <a:pt x="44" y="75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B5B02244-58E9-654F-8810-D5BDC6BA5130}"/>
                  </a:ext>
                </a:extLst>
              </p:cNvPr>
              <p:cNvSpPr/>
              <p:nvPr/>
            </p:nvSpPr>
            <p:spPr>
              <a:xfrm>
                <a:off x="16844353" y="8709897"/>
                <a:ext cx="191852" cy="6006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5" h="483">
                    <a:moveTo>
                      <a:pt x="7" y="483"/>
                    </a:moveTo>
                    <a:cubicBezTo>
                      <a:pt x="3" y="483"/>
                      <a:pt x="0" y="480"/>
                      <a:pt x="0" y="477"/>
                    </a:cubicBezTo>
                    <a:cubicBezTo>
                      <a:pt x="0" y="473"/>
                      <a:pt x="-7" y="161"/>
                      <a:pt x="144" y="1"/>
                    </a:cubicBezTo>
                    <a:cubicBezTo>
                      <a:pt x="147" y="0"/>
                      <a:pt x="151" y="0"/>
                      <a:pt x="153" y="1"/>
                    </a:cubicBezTo>
                    <a:cubicBezTo>
                      <a:pt x="156" y="4"/>
                      <a:pt x="156" y="8"/>
                      <a:pt x="153" y="11"/>
                    </a:cubicBezTo>
                    <a:cubicBezTo>
                      <a:pt x="6" y="166"/>
                      <a:pt x="13" y="473"/>
                      <a:pt x="13" y="477"/>
                    </a:cubicBezTo>
                    <a:cubicBezTo>
                      <a:pt x="13" y="480"/>
                      <a:pt x="10" y="483"/>
                      <a:pt x="7" y="4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8DB6FC69-5328-1A40-A02B-F639EEBFF064}"/>
                  </a:ext>
                </a:extLst>
              </p:cNvPr>
              <p:cNvSpPr/>
              <p:nvPr/>
            </p:nvSpPr>
            <p:spPr>
              <a:xfrm>
                <a:off x="17008798" y="8863183"/>
                <a:ext cx="579293" cy="5146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6" h="414">
                    <a:moveTo>
                      <a:pt x="7" y="414"/>
                    </a:moveTo>
                    <a:cubicBezTo>
                      <a:pt x="5" y="414"/>
                      <a:pt x="5" y="413"/>
                      <a:pt x="4" y="413"/>
                    </a:cubicBezTo>
                    <a:cubicBezTo>
                      <a:pt x="1" y="412"/>
                      <a:pt x="0" y="409"/>
                      <a:pt x="0" y="407"/>
                    </a:cubicBezTo>
                    <a:cubicBezTo>
                      <a:pt x="1" y="404"/>
                      <a:pt x="30" y="114"/>
                      <a:pt x="220" y="1"/>
                    </a:cubicBezTo>
                    <a:cubicBezTo>
                      <a:pt x="223" y="-1"/>
                      <a:pt x="227" y="0"/>
                      <a:pt x="229" y="3"/>
                    </a:cubicBezTo>
                    <a:cubicBezTo>
                      <a:pt x="231" y="6"/>
                      <a:pt x="230" y="10"/>
                      <a:pt x="227" y="12"/>
                    </a:cubicBezTo>
                    <a:cubicBezTo>
                      <a:pt x="69" y="106"/>
                      <a:pt x="25" y="327"/>
                      <a:pt x="15" y="391"/>
                    </a:cubicBezTo>
                    <a:cubicBezTo>
                      <a:pt x="197" y="229"/>
                      <a:pt x="459" y="301"/>
                      <a:pt x="461" y="302"/>
                    </a:cubicBezTo>
                    <a:cubicBezTo>
                      <a:pt x="465" y="303"/>
                      <a:pt x="466" y="307"/>
                      <a:pt x="466" y="309"/>
                    </a:cubicBezTo>
                    <a:cubicBezTo>
                      <a:pt x="465" y="313"/>
                      <a:pt x="461" y="315"/>
                      <a:pt x="458" y="314"/>
                    </a:cubicBezTo>
                    <a:cubicBezTo>
                      <a:pt x="455" y="313"/>
                      <a:pt x="188" y="240"/>
                      <a:pt x="11" y="412"/>
                    </a:cubicBezTo>
                    <a:cubicBezTo>
                      <a:pt x="10" y="413"/>
                      <a:pt x="8" y="414"/>
                      <a:pt x="7" y="4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D7C57BAE-C03A-064F-A316-1983DFEA6488}"/>
                  </a:ext>
                </a:extLst>
              </p:cNvPr>
              <p:cNvSpPr/>
              <p:nvPr/>
            </p:nvSpPr>
            <p:spPr>
              <a:xfrm>
                <a:off x="16678663" y="9370398"/>
                <a:ext cx="723805" cy="7290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2" h="586">
                    <a:moveTo>
                      <a:pt x="228" y="586"/>
                    </a:moveTo>
                    <a:lnTo>
                      <a:pt x="582" y="168"/>
                    </a:lnTo>
                    <a:cubicBezTo>
                      <a:pt x="582" y="168"/>
                      <a:pt x="547" y="103"/>
                      <a:pt x="434" y="43"/>
                    </a:cubicBezTo>
                    <a:cubicBezTo>
                      <a:pt x="351" y="-1"/>
                      <a:pt x="272" y="0"/>
                      <a:pt x="272" y="0"/>
                    </a:cubicBezTo>
                    <a:lnTo>
                      <a:pt x="0" y="429"/>
                    </a:lnTo>
                    <a:cubicBezTo>
                      <a:pt x="28" y="469"/>
                      <a:pt x="97" y="552"/>
                      <a:pt x="228" y="586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C51C16F2-597C-F642-B521-F21D8DD36518}"/>
                  </a:ext>
                </a:extLst>
              </p:cNvPr>
              <p:cNvSpPr/>
              <p:nvPr/>
            </p:nvSpPr>
            <p:spPr>
              <a:xfrm>
                <a:off x="16671499" y="9362919"/>
                <a:ext cx="738132" cy="745247"/>
              </a:xfrm>
              <a:custGeom>
                <a:avLst/>
                <a:gdLst>
                  <a:gd name="connsiteX0" fmla="*/ 349169 w 738132"/>
                  <a:gd name="connsiteY0" fmla="*/ 16203 h 745247"/>
                  <a:gd name="connsiteX1" fmla="*/ 17130 w 738132"/>
                  <a:gd name="connsiteY1" fmla="*/ 541192 h 745247"/>
                  <a:gd name="connsiteX2" fmla="*/ 288233 w 738132"/>
                  <a:gd name="connsiteY2" fmla="*/ 727800 h 745247"/>
                  <a:gd name="connsiteX3" fmla="*/ 721001 w 738132"/>
                  <a:gd name="connsiteY3" fmla="*/ 215251 h 745247"/>
                  <a:gd name="connsiteX4" fmla="*/ 543169 w 738132"/>
                  <a:gd name="connsiteY4" fmla="*/ 68453 h 745247"/>
                  <a:gd name="connsiteX5" fmla="*/ 349169 w 738132"/>
                  <a:gd name="connsiteY5" fmla="*/ 16203 h 745247"/>
                  <a:gd name="connsiteX6" fmla="*/ 344193 w 738132"/>
                  <a:gd name="connsiteY6" fmla="*/ 2 h 745247"/>
                  <a:gd name="connsiteX7" fmla="*/ 550645 w 738132"/>
                  <a:gd name="connsiteY7" fmla="*/ 54745 h 745247"/>
                  <a:gd name="connsiteX8" fmla="*/ 737199 w 738132"/>
                  <a:gd name="connsiteY8" fmla="*/ 212751 h 745247"/>
                  <a:gd name="connsiteX9" fmla="*/ 737199 w 738132"/>
                  <a:gd name="connsiteY9" fmla="*/ 221460 h 745247"/>
                  <a:gd name="connsiteX10" fmla="*/ 295689 w 738132"/>
                  <a:gd name="connsiteY10" fmla="*/ 741515 h 745247"/>
                  <a:gd name="connsiteX11" fmla="*/ 290713 w 738132"/>
                  <a:gd name="connsiteY11" fmla="*/ 745247 h 745247"/>
                  <a:gd name="connsiteX12" fmla="*/ 288225 w 738132"/>
                  <a:gd name="connsiteY12" fmla="*/ 745247 h 745247"/>
                  <a:gd name="connsiteX13" fmla="*/ 933 w 738132"/>
                  <a:gd name="connsiteY13" fmla="*/ 544939 h 745247"/>
                  <a:gd name="connsiteX14" fmla="*/ 933 w 738132"/>
                  <a:gd name="connsiteY14" fmla="*/ 536230 h 745247"/>
                  <a:gd name="connsiteX15" fmla="*/ 337973 w 738132"/>
                  <a:gd name="connsiteY15" fmla="*/ 3734 h 745247"/>
                  <a:gd name="connsiteX16" fmla="*/ 344193 w 738132"/>
                  <a:gd name="connsiteY16" fmla="*/ 2 h 745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38132" h="745247">
                    <a:moveTo>
                      <a:pt x="349169" y="16203"/>
                    </a:moveTo>
                    <a:lnTo>
                      <a:pt x="17130" y="541192"/>
                    </a:lnTo>
                    <a:cubicBezTo>
                      <a:pt x="54438" y="594687"/>
                      <a:pt x="137759" y="686746"/>
                      <a:pt x="288233" y="727800"/>
                    </a:cubicBezTo>
                    <a:lnTo>
                      <a:pt x="721001" y="215251"/>
                    </a:lnTo>
                    <a:cubicBezTo>
                      <a:pt x="709809" y="197834"/>
                      <a:pt x="660067" y="130656"/>
                      <a:pt x="543169" y="68453"/>
                    </a:cubicBezTo>
                    <a:cubicBezTo>
                      <a:pt x="454873" y="21179"/>
                      <a:pt x="367823" y="16203"/>
                      <a:pt x="349169" y="16203"/>
                    </a:cubicBezTo>
                    <a:close/>
                    <a:moveTo>
                      <a:pt x="344193" y="2"/>
                    </a:moveTo>
                    <a:cubicBezTo>
                      <a:pt x="349167" y="2"/>
                      <a:pt x="446175" y="-1242"/>
                      <a:pt x="550645" y="54745"/>
                    </a:cubicBezTo>
                    <a:cubicBezTo>
                      <a:pt x="692427" y="128149"/>
                      <a:pt x="734711" y="209019"/>
                      <a:pt x="737199" y="212751"/>
                    </a:cubicBezTo>
                    <a:cubicBezTo>
                      <a:pt x="738443" y="215240"/>
                      <a:pt x="738443" y="218972"/>
                      <a:pt x="737199" y="221460"/>
                    </a:cubicBezTo>
                    <a:lnTo>
                      <a:pt x="295689" y="741515"/>
                    </a:lnTo>
                    <a:cubicBezTo>
                      <a:pt x="294445" y="744003"/>
                      <a:pt x="293201" y="745247"/>
                      <a:pt x="290713" y="745247"/>
                    </a:cubicBezTo>
                    <a:cubicBezTo>
                      <a:pt x="289469" y="745247"/>
                      <a:pt x="289469" y="745247"/>
                      <a:pt x="288225" y="745247"/>
                    </a:cubicBezTo>
                    <a:cubicBezTo>
                      <a:pt x="125303" y="701702"/>
                      <a:pt x="38243" y="600926"/>
                      <a:pt x="933" y="544939"/>
                    </a:cubicBezTo>
                    <a:cubicBezTo>
                      <a:pt x="-311" y="542451"/>
                      <a:pt x="-311" y="538718"/>
                      <a:pt x="933" y="536230"/>
                    </a:cubicBezTo>
                    <a:lnTo>
                      <a:pt x="337973" y="3734"/>
                    </a:lnTo>
                    <a:cubicBezTo>
                      <a:pt x="339217" y="1246"/>
                      <a:pt x="341705" y="2"/>
                      <a:pt x="344193" y="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7EF131E2-4B56-C64B-9271-CA30999BF69A}"/>
                  </a:ext>
                </a:extLst>
              </p:cNvPr>
              <p:cNvSpPr/>
              <p:nvPr/>
            </p:nvSpPr>
            <p:spPr>
              <a:xfrm>
                <a:off x="16451929" y="9905031"/>
                <a:ext cx="550640" cy="7277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3" h="585">
                    <a:moveTo>
                      <a:pt x="182" y="0"/>
                    </a:moveTo>
                    <a:lnTo>
                      <a:pt x="119" y="100"/>
                    </a:lnTo>
                    <a:cubicBezTo>
                      <a:pt x="119" y="100"/>
                      <a:pt x="44" y="144"/>
                      <a:pt x="18" y="261"/>
                    </a:cubicBezTo>
                    <a:cubicBezTo>
                      <a:pt x="-4" y="355"/>
                      <a:pt x="-11" y="471"/>
                      <a:pt x="27" y="445"/>
                    </a:cubicBezTo>
                    <a:cubicBezTo>
                      <a:pt x="65" y="420"/>
                      <a:pt x="106" y="339"/>
                      <a:pt x="106" y="339"/>
                    </a:cubicBezTo>
                    <a:cubicBezTo>
                      <a:pt x="106" y="339"/>
                      <a:pt x="153" y="496"/>
                      <a:pt x="241" y="563"/>
                    </a:cubicBezTo>
                    <a:cubicBezTo>
                      <a:pt x="330" y="631"/>
                      <a:pt x="313" y="520"/>
                      <a:pt x="313" y="520"/>
                    </a:cubicBezTo>
                    <a:cubicBezTo>
                      <a:pt x="313" y="520"/>
                      <a:pt x="343" y="556"/>
                      <a:pt x="376" y="555"/>
                    </a:cubicBezTo>
                    <a:cubicBezTo>
                      <a:pt x="409" y="554"/>
                      <a:pt x="401" y="508"/>
                      <a:pt x="401" y="508"/>
                    </a:cubicBezTo>
                    <a:cubicBezTo>
                      <a:pt x="401" y="508"/>
                      <a:pt x="443" y="527"/>
                      <a:pt x="443" y="477"/>
                    </a:cubicBezTo>
                    <a:cubicBezTo>
                      <a:pt x="442" y="431"/>
                      <a:pt x="347" y="232"/>
                      <a:pt x="347" y="232"/>
                    </a:cubicBezTo>
                    <a:lnTo>
                      <a:pt x="410" y="157"/>
                    </a:lnTo>
                    <a:cubicBezTo>
                      <a:pt x="279" y="123"/>
                      <a:pt x="210" y="40"/>
                      <a:pt x="18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23086CA0-9904-C242-9B9A-BBC9483426A0}"/>
                  </a:ext>
                </a:extLst>
              </p:cNvPr>
              <p:cNvSpPr/>
              <p:nvPr/>
            </p:nvSpPr>
            <p:spPr>
              <a:xfrm>
                <a:off x="16444369" y="9896304"/>
                <a:ext cx="565674" cy="743999"/>
              </a:xfrm>
              <a:custGeom>
                <a:avLst/>
                <a:gdLst>
                  <a:gd name="connsiteX0" fmla="*/ 235026 w 565674"/>
                  <a:gd name="connsiteY0" fmla="*/ 22432 h 743999"/>
                  <a:gd name="connsiteX1" fmla="*/ 160453 w 565674"/>
                  <a:gd name="connsiteY1" fmla="*/ 138127 h 743999"/>
                  <a:gd name="connsiteX2" fmla="*/ 157967 w 565674"/>
                  <a:gd name="connsiteY2" fmla="*/ 140615 h 743999"/>
                  <a:gd name="connsiteX3" fmla="*/ 37406 w 565674"/>
                  <a:gd name="connsiteY3" fmla="*/ 335928 h 743999"/>
                  <a:gd name="connsiteX4" fmla="*/ 26220 w 565674"/>
                  <a:gd name="connsiteY4" fmla="*/ 558610 h 743999"/>
                  <a:gd name="connsiteX5" fmla="*/ 36163 w 565674"/>
                  <a:gd name="connsiteY5" fmla="*/ 556122 h 743999"/>
                  <a:gd name="connsiteX6" fmla="*/ 130623 w 565674"/>
                  <a:gd name="connsiteY6" fmla="*/ 426742 h 743999"/>
                  <a:gd name="connsiteX7" fmla="*/ 139324 w 565674"/>
                  <a:gd name="connsiteY7" fmla="*/ 423010 h 743999"/>
                  <a:gd name="connsiteX8" fmla="*/ 146781 w 565674"/>
                  <a:gd name="connsiteY8" fmla="*/ 427986 h 743999"/>
                  <a:gd name="connsiteX9" fmla="*/ 313329 w 565674"/>
                  <a:gd name="connsiteY9" fmla="*/ 702917 h 743999"/>
                  <a:gd name="connsiteX10" fmla="*/ 375474 w 565674"/>
                  <a:gd name="connsiteY10" fmla="*/ 725310 h 743999"/>
                  <a:gd name="connsiteX11" fmla="*/ 387902 w 565674"/>
                  <a:gd name="connsiteY11" fmla="*/ 656888 h 743999"/>
                  <a:gd name="connsiteX12" fmla="*/ 392874 w 565674"/>
                  <a:gd name="connsiteY12" fmla="*/ 648180 h 743999"/>
                  <a:gd name="connsiteX13" fmla="*/ 402818 w 565674"/>
                  <a:gd name="connsiteY13" fmla="*/ 650668 h 743999"/>
                  <a:gd name="connsiteX14" fmla="*/ 473662 w 565674"/>
                  <a:gd name="connsiteY14" fmla="*/ 691721 h 743999"/>
                  <a:gd name="connsiteX15" fmla="*/ 474906 w 565674"/>
                  <a:gd name="connsiteY15" fmla="*/ 691721 h 743999"/>
                  <a:gd name="connsiteX16" fmla="*/ 491062 w 565674"/>
                  <a:gd name="connsiteY16" fmla="*/ 683013 h 743999"/>
                  <a:gd name="connsiteX17" fmla="*/ 497278 w 565674"/>
                  <a:gd name="connsiteY17" fmla="*/ 643204 h 743999"/>
                  <a:gd name="connsiteX18" fmla="*/ 499764 w 565674"/>
                  <a:gd name="connsiteY18" fmla="*/ 634496 h 743999"/>
                  <a:gd name="connsiteX19" fmla="*/ 508464 w 565674"/>
                  <a:gd name="connsiteY19" fmla="*/ 633252 h 743999"/>
                  <a:gd name="connsiteX20" fmla="*/ 538292 w 565674"/>
                  <a:gd name="connsiteY20" fmla="*/ 633252 h 743999"/>
                  <a:gd name="connsiteX21" fmla="*/ 549478 w 565674"/>
                  <a:gd name="connsiteY21" fmla="*/ 602151 h 743999"/>
                  <a:gd name="connsiteX22" fmla="*/ 431404 w 565674"/>
                  <a:gd name="connsiteY22" fmla="*/ 301095 h 743999"/>
                  <a:gd name="connsiteX23" fmla="*/ 432646 w 565674"/>
                  <a:gd name="connsiteY23" fmla="*/ 292387 h 743999"/>
                  <a:gd name="connsiteX24" fmla="*/ 503492 w 565674"/>
                  <a:gd name="connsiteY24" fmla="*/ 209037 h 743999"/>
                  <a:gd name="connsiteX25" fmla="*/ 235026 w 565674"/>
                  <a:gd name="connsiteY25" fmla="*/ 22432 h 743999"/>
                  <a:gd name="connsiteX26" fmla="*/ 233778 w 565674"/>
                  <a:gd name="connsiteY26" fmla="*/ 0 h 743999"/>
                  <a:gd name="connsiteX27" fmla="*/ 241236 w 565674"/>
                  <a:gd name="connsiteY27" fmla="*/ 3732 h 743999"/>
                  <a:gd name="connsiteX28" fmla="*/ 519680 w 565674"/>
                  <a:gd name="connsiteY28" fmla="*/ 196575 h 743999"/>
                  <a:gd name="connsiteX29" fmla="*/ 524652 w 565674"/>
                  <a:gd name="connsiteY29" fmla="*/ 201552 h 743999"/>
                  <a:gd name="connsiteX30" fmla="*/ 522166 w 565674"/>
                  <a:gd name="connsiteY30" fmla="*/ 209016 h 743999"/>
                  <a:gd name="connsiteX31" fmla="*/ 447582 w 565674"/>
                  <a:gd name="connsiteY31" fmla="*/ 298595 h 743999"/>
                  <a:gd name="connsiteX32" fmla="*/ 565674 w 565674"/>
                  <a:gd name="connsiteY32" fmla="*/ 602166 h 743999"/>
                  <a:gd name="connsiteX33" fmla="*/ 548270 w 565674"/>
                  <a:gd name="connsiteY33" fmla="*/ 646956 h 743999"/>
                  <a:gd name="connsiteX34" fmla="*/ 514708 w 565674"/>
                  <a:gd name="connsiteY34" fmla="*/ 651932 h 743999"/>
                  <a:gd name="connsiteX35" fmla="*/ 503520 w 565674"/>
                  <a:gd name="connsiteY35" fmla="*/ 694233 h 743999"/>
                  <a:gd name="connsiteX36" fmla="*/ 474930 w 565674"/>
                  <a:gd name="connsiteY36" fmla="*/ 707919 h 743999"/>
                  <a:gd name="connsiteX37" fmla="*/ 405320 w 565674"/>
                  <a:gd name="connsiteY37" fmla="*/ 675571 h 743999"/>
                  <a:gd name="connsiteX38" fmla="*/ 384188 w 565674"/>
                  <a:gd name="connsiteY38" fmla="*/ 739022 h 743999"/>
                  <a:gd name="connsiteX39" fmla="*/ 365542 w 565674"/>
                  <a:gd name="connsiteY39" fmla="*/ 743999 h 743999"/>
                  <a:gd name="connsiteX40" fmla="*/ 303389 w 565674"/>
                  <a:gd name="connsiteY40" fmla="*/ 715384 h 743999"/>
                  <a:gd name="connsiteX41" fmla="*/ 136820 w 565674"/>
                  <a:gd name="connsiteY41" fmla="*/ 450381 h 743999"/>
                  <a:gd name="connsiteX42" fmla="*/ 44834 w 565674"/>
                  <a:gd name="connsiteY42" fmla="*/ 569819 h 743999"/>
                  <a:gd name="connsiteX43" fmla="*/ 17487 w 565674"/>
                  <a:gd name="connsiteY43" fmla="*/ 572307 h 743999"/>
                  <a:gd name="connsiteX44" fmla="*/ 21216 w 565674"/>
                  <a:gd name="connsiteY44" fmla="*/ 332187 h 743999"/>
                  <a:gd name="connsiteX45" fmla="*/ 149250 w 565674"/>
                  <a:gd name="connsiteY45" fmla="*/ 128147 h 743999"/>
                  <a:gd name="connsiteX46" fmla="*/ 227563 w 565674"/>
                  <a:gd name="connsiteY46" fmla="*/ 3732 h 743999"/>
                  <a:gd name="connsiteX47" fmla="*/ 233778 w 565674"/>
                  <a:gd name="connsiteY47" fmla="*/ 0 h 743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565674" h="743999">
                    <a:moveTo>
                      <a:pt x="235026" y="22432"/>
                    </a:moveTo>
                    <a:lnTo>
                      <a:pt x="160453" y="138127"/>
                    </a:lnTo>
                    <a:cubicBezTo>
                      <a:pt x="160453" y="139371"/>
                      <a:pt x="159210" y="139371"/>
                      <a:pt x="157967" y="140615"/>
                    </a:cubicBezTo>
                    <a:cubicBezTo>
                      <a:pt x="157967" y="140615"/>
                      <a:pt x="68478" y="195352"/>
                      <a:pt x="37406" y="335928"/>
                    </a:cubicBezTo>
                    <a:cubicBezTo>
                      <a:pt x="10062" y="452867"/>
                      <a:pt x="10062" y="547413"/>
                      <a:pt x="26220" y="558610"/>
                    </a:cubicBezTo>
                    <a:cubicBezTo>
                      <a:pt x="28706" y="559854"/>
                      <a:pt x="31192" y="559854"/>
                      <a:pt x="36163" y="556122"/>
                    </a:cubicBezTo>
                    <a:cubicBezTo>
                      <a:pt x="80907" y="526265"/>
                      <a:pt x="130623" y="427986"/>
                      <a:pt x="130623" y="426742"/>
                    </a:cubicBezTo>
                    <a:cubicBezTo>
                      <a:pt x="133109" y="424254"/>
                      <a:pt x="135595" y="423010"/>
                      <a:pt x="139324" y="423010"/>
                    </a:cubicBezTo>
                    <a:cubicBezTo>
                      <a:pt x="143052" y="423010"/>
                      <a:pt x="145538" y="424254"/>
                      <a:pt x="146781" y="427986"/>
                    </a:cubicBezTo>
                    <a:cubicBezTo>
                      <a:pt x="146781" y="430474"/>
                      <a:pt x="206440" y="622055"/>
                      <a:pt x="313329" y="702917"/>
                    </a:cubicBezTo>
                    <a:cubicBezTo>
                      <a:pt x="341916" y="724066"/>
                      <a:pt x="363044" y="732774"/>
                      <a:pt x="375474" y="725310"/>
                    </a:cubicBezTo>
                    <a:cubicBezTo>
                      <a:pt x="392874" y="715358"/>
                      <a:pt x="390388" y="670573"/>
                      <a:pt x="387902" y="656888"/>
                    </a:cubicBezTo>
                    <a:cubicBezTo>
                      <a:pt x="387902" y="653156"/>
                      <a:pt x="389146" y="649424"/>
                      <a:pt x="392874" y="648180"/>
                    </a:cubicBezTo>
                    <a:cubicBezTo>
                      <a:pt x="396602" y="645692"/>
                      <a:pt x="400332" y="646936"/>
                      <a:pt x="402818" y="650668"/>
                    </a:cubicBezTo>
                    <a:cubicBezTo>
                      <a:pt x="402818" y="650668"/>
                      <a:pt x="436376" y="691721"/>
                      <a:pt x="473662" y="691721"/>
                    </a:cubicBezTo>
                    <a:lnTo>
                      <a:pt x="474906" y="691721"/>
                    </a:lnTo>
                    <a:cubicBezTo>
                      <a:pt x="481120" y="691721"/>
                      <a:pt x="487334" y="689233"/>
                      <a:pt x="491062" y="683013"/>
                    </a:cubicBezTo>
                    <a:cubicBezTo>
                      <a:pt x="499764" y="671817"/>
                      <a:pt x="498520" y="650668"/>
                      <a:pt x="497278" y="643204"/>
                    </a:cubicBezTo>
                    <a:cubicBezTo>
                      <a:pt x="497278" y="639472"/>
                      <a:pt x="497278" y="636984"/>
                      <a:pt x="499764" y="634496"/>
                    </a:cubicBezTo>
                    <a:cubicBezTo>
                      <a:pt x="502248" y="632008"/>
                      <a:pt x="505978" y="632008"/>
                      <a:pt x="508464" y="633252"/>
                    </a:cubicBezTo>
                    <a:cubicBezTo>
                      <a:pt x="513436" y="635740"/>
                      <a:pt x="528350" y="640716"/>
                      <a:pt x="538292" y="633252"/>
                    </a:cubicBezTo>
                    <a:cubicBezTo>
                      <a:pt x="545750" y="629520"/>
                      <a:pt x="549478" y="618323"/>
                      <a:pt x="549478" y="602151"/>
                    </a:cubicBezTo>
                    <a:cubicBezTo>
                      <a:pt x="549478" y="558610"/>
                      <a:pt x="471176" y="386933"/>
                      <a:pt x="431404" y="301095"/>
                    </a:cubicBezTo>
                    <a:cubicBezTo>
                      <a:pt x="430162" y="297363"/>
                      <a:pt x="430162" y="294875"/>
                      <a:pt x="432646" y="292387"/>
                    </a:cubicBezTo>
                    <a:lnTo>
                      <a:pt x="503492" y="209037"/>
                    </a:lnTo>
                    <a:cubicBezTo>
                      <a:pt x="356830" y="166740"/>
                      <a:pt x="273556" y="78413"/>
                      <a:pt x="235026" y="22432"/>
                    </a:cubicBezTo>
                    <a:close/>
                    <a:moveTo>
                      <a:pt x="233778" y="0"/>
                    </a:moveTo>
                    <a:cubicBezTo>
                      <a:pt x="236264" y="0"/>
                      <a:pt x="238750" y="1244"/>
                      <a:pt x="241236" y="3732"/>
                    </a:cubicBezTo>
                    <a:cubicBezTo>
                      <a:pt x="277285" y="58475"/>
                      <a:pt x="361812" y="155518"/>
                      <a:pt x="519680" y="196575"/>
                    </a:cubicBezTo>
                    <a:cubicBezTo>
                      <a:pt x="522166" y="197819"/>
                      <a:pt x="523410" y="200307"/>
                      <a:pt x="524652" y="201552"/>
                    </a:cubicBezTo>
                    <a:cubicBezTo>
                      <a:pt x="525896" y="205284"/>
                      <a:pt x="524652" y="207772"/>
                      <a:pt x="522166" y="209016"/>
                    </a:cubicBezTo>
                    <a:lnTo>
                      <a:pt x="447582" y="298595"/>
                    </a:lnTo>
                    <a:cubicBezTo>
                      <a:pt x="463742" y="334675"/>
                      <a:pt x="564430" y="547424"/>
                      <a:pt x="565674" y="602166"/>
                    </a:cubicBezTo>
                    <a:cubicBezTo>
                      <a:pt x="565674" y="623317"/>
                      <a:pt x="559458" y="638247"/>
                      <a:pt x="548270" y="646956"/>
                    </a:cubicBezTo>
                    <a:cubicBezTo>
                      <a:pt x="535840" y="654420"/>
                      <a:pt x="523410" y="654420"/>
                      <a:pt x="514708" y="651932"/>
                    </a:cubicBezTo>
                    <a:cubicBezTo>
                      <a:pt x="514708" y="664374"/>
                      <a:pt x="513464" y="681792"/>
                      <a:pt x="503520" y="694233"/>
                    </a:cubicBezTo>
                    <a:cubicBezTo>
                      <a:pt x="497306" y="701698"/>
                      <a:pt x="487360" y="706675"/>
                      <a:pt x="474930" y="707919"/>
                    </a:cubicBezTo>
                    <a:cubicBezTo>
                      <a:pt x="447582" y="707919"/>
                      <a:pt x="421478" y="689257"/>
                      <a:pt x="405320" y="675571"/>
                    </a:cubicBezTo>
                    <a:cubicBezTo>
                      <a:pt x="406562" y="696722"/>
                      <a:pt x="402834" y="727825"/>
                      <a:pt x="384188" y="739022"/>
                    </a:cubicBezTo>
                    <a:cubicBezTo>
                      <a:pt x="377972" y="742755"/>
                      <a:pt x="371756" y="743999"/>
                      <a:pt x="365542" y="743999"/>
                    </a:cubicBezTo>
                    <a:cubicBezTo>
                      <a:pt x="349382" y="743999"/>
                      <a:pt x="328250" y="735290"/>
                      <a:pt x="303389" y="715384"/>
                    </a:cubicBezTo>
                    <a:cubicBezTo>
                      <a:pt x="211403" y="644467"/>
                      <a:pt x="155466" y="501391"/>
                      <a:pt x="136820" y="450381"/>
                    </a:cubicBezTo>
                    <a:cubicBezTo>
                      <a:pt x="119417" y="480240"/>
                      <a:pt x="82125" y="544936"/>
                      <a:pt x="44834" y="569819"/>
                    </a:cubicBezTo>
                    <a:cubicBezTo>
                      <a:pt x="32403" y="578528"/>
                      <a:pt x="23702" y="576039"/>
                      <a:pt x="17487" y="572307"/>
                    </a:cubicBezTo>
                    <a:cubicBezTo>
                      <a:pt x="-13590" y="551156"/>
                      <a:pt x="2570" y="416789"/>
                      <a:pt x="21216" y="332187"/>
                    </a:cubicBezTo>
                    <a:cubicBezTo>
                      <a:pt x="52292" y="194087"/>
                      <a:pt x="135577" y="136856"/>
                      <a:pt x="149250" y="128147"/>
                    </a:cubicBezTo>
                    <a:lnTo>
                      <a:pt x="227563" y="3732"/>
                    </a:lnTo>
                    <a:cubicBezTo>
                      <a:pt x="228806" y="1244"/>
                      <a:pt x="231292" y="0"/>
                      <a:pt x="2337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E2A3AF3B-E091-8340-B545-89B336F72C5B}"/>
                  </a:ext>
                </a:extLst>
              </p:cNvPr>
              <p:cNvSpPr/>
              <p:nvPr/>
            </p:nvSpPr>
            <p:spPr>
              <a:xfrm>
                <a:off x="16911626" y="9522438"/>
                <a:ext cx="328889" cy="2666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5" h="215">
                    <a:moveTo>
                      <a:pt x="258" y="215"/>
                    </a:moveTo>
                    <a:cubicBezTo>
                      <a:pt x="257" y="215"/>
                      <a:pt x="256" y="215"/>
                      <a:pt x="256" y="214"/>
                    </a:cubicBezTo>
                    <a:cubicBezTo>
                      <a:pt x="96" y="146"/>
                      <a:pt x="2" y="11"/>
                      <a:pt x="1" y="10"/>
                    </a:cubicBezTo>
                    <a:cubicBezTo>
                      <a:pt x="-1" y="7"/>
                      <a:pt x="-1" y="3"/>
                      <a:pt x="3" y="1"/>
                    </a:cubicBezTo>
                    <a:cubicBezTo>
                      <a:pt x="6" y="-1"/>
                      <a:pt x="9" y="-1"/>
                      <a:pt x="11" y="3"/>
                    </a:cubicBezTo>
                    <a:cubicBezTo>
                      <a:pt x="12" y="4"/>
                      <a:pt x="105" y="136"/>
                      <a:pt x="261" y="203"/>
                    </a:cubicBezTo>
                    <a:cubicBezTo>
                      <a:pt x="264" y="204"/>
                      <a:pt x="265" y="207"/>
                      <a:pt x="264" y="211"/>
                    </a:cubicBezTo>
                    <a:cubicBezTo>
                      <a:pt x="263" y="214"/>
                      <a:pt x="261" y="215"/>
                      <a:pt x="258" y="2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4B5CDEF9-0EC3-3D43-8081-44774DE0ED36}"/>
                  </a:ext>
                </a:extLst>
              </p:cNvPr>
              <p:cNvSpPr/>
              <p:nvPr/>
            </p:nvSpPr>
            <p:spPr>
              <a:xfrm>
                <a:off x="16770852" y="9741775"/>
                <a:ext cx="308956" cy="2305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9" h="186">
                    <a:moveTo>
                      <a:pt x="242" y="186"/>
                    </a:moveTo>
                    <a:cubicBezTo>
                      <a:pt x="242" y="186"/>
                      <a:pt x="241" y="186"/>
                      <a:pt x="240" y="186"/>
                    </a:cubicBezTo>
                    <a:cubicBezTo>
                      <a:pt x="73" y="129"/>
                      <a:pt x="4" y="14"/>
                      <a:pt x="1" y="9"/>
                    </a:cubicBezTo>
                    <a:cubicBezTo>
                      <a:pt x="-1" y="6"/>
                      <a:pt x="0" y="3"/>
                      <a:pt x="3" y="1"/>
                    </a:cubicBezTo>
                    <a:cubicBezTo>
                      <a:pt x="6" y="-1"/>
                      <a:pt x="10" y="0"/>
                      <a:pt x="12" y="3"/>
                    </a:cubicBezTo>
                    <a:cubicBezTo>
                      <a:pt x="12" y="3"/>
                      <a:pt x="30" y="32"/>
                      <a:pt x="67" y="68"/>
                    </a:cubicBezTo>
                    <a:cubicBezTo>
                      <a:pt x="101" y="100"/>
                      <a:pt x="160" y="145"/>
                      <a:pt x="245" y="174"/>
                    </a:cubicBezTo>
                    <a:cubicBezTo>
                      <a:pt x="248" y="175"/>
                      <a:pt x="250" y="179"/>
                      <a:pt x="248" y="182"/>
                    </a:cubicBezTo>
                    <a:cubicBezTo>
                      <a:pt x="248" y="185"/>
                      <a:pt x="245" y="186"/>
                      <a:pt x="242" y="18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B08CE29-74D1-9D4D-98F8-8B2CBDD8E2B4}"/>
                </a:ext>
              </a:extLst>
            </p:cNvPr>
            <p:cNvGrpSpPr/>
            <p:nvPr/>
          </p:nvGrpSpPr>
          <p:grpSpPr>
            <a:xfrm>
              <a:off x="17020009" y="6629940"/>
              <a:ext cx="2061786" cy="1886791"/>
              <a:chOff x="17020009" y="6629940"/>
              <a:chExt cx="2061786" cy="1886791"/>
            </a:xfrm>
          </p:grpSpPr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48B1D8E7-0D08-EC43-9AF0-FF35CF7D54E5}"/>
                  </a:ext>
                </a:extLst>
              </p:cNvPr>
              <p:cNvSpPr/>
              <p:nvPr/>
            </p:nvSpPr>
            <p:spPr>
              <a:xfrm>
                <a:off x="17034959" y="6638664"/>
                <a:ext cx="2038115" cy="18705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37" h="1502">
                    <a:moveTo>
                      <a:pt x="1517" y="1502"/>
                    </a:moveTo>
                    <a:lnTo>
                      <a:pt x="921" y="1502"/>
                    </a:lnTo>
                    <a:lnTo>
                      <a:pt x="326" y="1502"/>
                    </a:lnTo>
                    <a:cubicBezTo>
                      <a:pt x="293" y="1502"/>
                      <a:pt x="262" y="1489"/>
                      <a:pt x="241" y="1467"/>
                    </a:cubicBezTo>
                    <a:cubicBezTo>
                      <a:pt x="219" y="1445"/>
                      <a:pt x="205" y="1415"/>
                      <a:pt x="205" y="1382"/>
                    </a:cubicBezTo>
                    <a:lnTo>
                      <a:pt x="205" y="1199"/>
                    </a:lnTo>
                    <a:lnTo>
                      <a:pt x="205" y="1016"/>
                    </a:lnTo>
                    <a:lnTo>
                      <a:pt x="102" y="954"/>
                    </a:lnTo>
                    <a:lnTo>
                      <a:pt x="0" y="891"/>
                    </a:lnTo>
                    <a:lnTo>
                      <a:pt x="102" y="820"/>
                    </a:lnTo>
                    <a:lnTo>
                      <a:pt x="205" y="749"/>
                    </a:lnTo>
                    <a:lnTo>
                      <a:pt x="205" y="434"/>
                    </a:lnTo>
                    <a:lnTo>
                      <a:pt x="205" y="120"/>
                    </a:lnTo>
                    <a:cubicBezTo>
                      <a:pt x="205" y="87"/>
                      <a:pt x="219" y="57"/>
                      <a:pt x="241" y="35"/>
                    </a:cubicBezTo>
                    <a:cubicBezTo>
                      <a:pt x="262" y="13"/>
                      <a:pt x="293" y="0"/>
                      <a:pt x="326" y="0"/>
                    </a:cubicBezTo>
                    <a:lnTo>
                      <a:pt x="921" y="0"/>
                    </a:lnTo>
                    <a:lnTo>
                      <a:pt x="1517" y="0"/>
                    </a:lnTo>
                    <a:cubicBezTo>
                      <a:pt x="1550" y="0"/>
                      <a:pt x="1580" y="13"/>
                      <a:pt x="1602" y="35"/>
                    </a:cubicBezTo>
                    <a:cubicBezTo>
                      <a:pt x="1623" y="57"/>
                      <a:pt x="1637" y="87"/>
                      <a:pt x="1637" y="120"/>
                    </a:cubicBezTo>
                    <a:lnTo>
                      <a:pt x="1637" y="751"/>
                    </a:lnTo>
                    <a:lnTo>
                      <a:pt x="1637" y="1382"/>
                    </a:lnTo>
                    <a:cubicBezTo>
                      <a:pt x="1637" y="1415"/>
                      <a:pt x="1623" y="1445"/>
                      <a:pt x="1602" y="1467"/>
                    </a:cubicBezTo>
                    <a:cubicBezTo>
                      <a:pt x="1580" y="1489"/>
                      <a:pt x="1550" y="1502"/>
                      <a:pt x="1517" y="1502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8" name="Freeform 347">
                <a:extLst>
                  <a:ext uri="{FF2B5EF4-FFF2-40B4-BE49-F238E27FC236}">
                    <a16:creationId xmlns:a16="http://schemas.microsoft.com/office/drawing/2014/main" id="{1C576C3B-2731-8A4C-9F3F-4BD6D3A40331}"/>
                  </a:ext>
                </a:extLst>
              </p:cNvPr>
              <p:cNvSpPr/>
              <p:nvPr/>
            </p:nvSpPr>
            <p:spPr>
              <a:xfrm>
                <a:off x="17020009" y="6629940"/>
                <a:ext cx="2061786" cy="1886791"/>
              </a:xfrm>
              <a:custGeom>
                <a:avLst/>
                <a:gdLst>
                  <a:gd name="connsiteX0" fmla="*/ 420836 w 2061786"/>
                  <a:gd name="connsiteY0" fmla="*/ 16201 h 1886791"/>
                  <a:gd name="connsiteX1" fmla="*/ 319988 w 2061786"/>
                  <a:gd name="connsiteY1" fmla="*/ 57299 h 1886791"/>
                  <a:gd name="connsiteX2" fmla="*/ 278902 w 2061786"/>
                  <a:gd name="connsiteY2" fmla="*/ 158176 h 1886791"/>
                  <a:gd name="connsiteX3" fmla="*/ 278902 w 2061786"/>
                  <a:gd name="connsiteY3" fmla="*/ 946510 h 1886791"/>
                  <a:gd name="connsiteX4" fmla="*/ 28654 w 2061786"/>
                  <a:gd name="connsiteY4" fmla="*/ 1118374 h 1886791"/>
                  <a:gd name="connsiteX5" fmla="*/ 278902 w 2061786"/>
                  <a:gd name="connsiteY5" fmla="*/ 1270312 h 1886791"/>
                  <a:gd name="connsiteX6" fmla="*/ 278902 w 2061786"/>
                  <a:gd name="connsiteY6" fmla="*/ 1729861 h 1886791"/>
                  <a:gd name="connsiteX7" fmla="*/ 319988 w 2061786"/>
                  <a:gd name="connsiteY7" fmla="*/ 1829493 h 1886791"/>
                  <a:gd name="connsiteX8" fmla="*/ 420836 w 2061786"/>
                  <a:gd name="connsiteY8" fmla="*/ 1871836 h 1886791"/>
                  <a:gd name="connsiteX9" fmla="*/ 1903658 w 2061786"/>
                  <a:gd name="connsiteY9" fmla="*/ 1871836 h 1886791"/>
                  <a:gd name="connsiteX10" fmla="*/ 2003260 w 2061786"/>
                  <a:gd name="connsiteY10" fmla="*/ 1829493 h 1886791"/>
                  <a:gd name="connsiteX11" fmla="*/ 2045590 w 2061786"/>
                  <a:gd name="connsiteY11" fmla="*/ 1729861 h 1886791"/>
                  <a:gd name="connsiteX12" fmla="*/ 2045590 w 2061786"/>
                  <a:gd name="connsiteY12" fmla="*/ 158176 h 1886791"/>
                  <a:gd name="connsiteX13" fmla="*/ 2003260 w 2061786"/>
                  <a:gd name="connsiteY13" fmla="*/ 57299 h 1886791"/>
                  <a:gd name="connsiteX14" fmla="*/ 1903658 w 2061786"/>
                  <a:gd name="connsiteY14" fmla="*/ 16201 h 1886791"/>
                  <a:gd name="connsiteX15" fmla="*/ 420824 w 2061786"/>
                  <a:gd name="connsiteY15" fmla="*/ 0 h 1886791"/>
                  <a:gd name="connsiteX16" fmla="*/ 1903666 w 2061786"/>
                  <a:gd name="connsiteY16" fmla="*/ 0 h 1886791"/>
                  <a:gd name="connsiteX17" fmla="*/ 2014474 w 2061786"/>
                  <a:gd name="connsiteY17" fmla="*/ 46080 h 1886791"/>
                  <a:gd name="connsiteX18" fmla="*/ 2061786 w 2061786"/>
                  <a:gd name="connsiteY18" fmla="*/ 158167 h 1886791"/>
                  <a:gd name="connsiteX19" fmla="*/ 2061786 w 2061786"/>
                  <a:gd name="connsiteY19" fmla="*/ 1729870 h 1886791"/>
                  <a:gd name="connsiteX20" fmla="*/ 2014474 w 2061786"/>
                  <a:gd name="connsiteY20" fmla="*/ 1841956 h 1886791"/>
                  <a:gd name="connsiteX21" fmla="*/ 1903666 w 2061786"/>
                  <a:gd name="connsiteY21" fmla="*/ 1886791 h 1886791"/>
                  <a:gd name="connsiteX22" fmla="*/ 420824 w 2061786"/>
                  <a:gd name="connsiteY22" fmla="*/ 1886791 h 1886791"/>
                  <a:gd name="connsiteX23" fmla="*/ 310014 w 2061786"/>
                  <a:gd name="connsiteY23" fmla="*/ 1841956 h 1886791"/>
                  <a:gd name="connsiteX24" fmla="*/ 262704 w 2061786"/>
                  <a:gd name="connsiteY24" fmla="*/ 1729870 h 1886791"/>
                  <a:gd name="connsiteX25" fmla="*/ 262704 w 2061786"/>
                  <a:gd name="connsiteY25" fmla="*/ 1279033 h 1886791"/>
                  <a:gd name="connsiteX26" fmla="*/ 0 w 2061786"/>
                  <a:gd name="connsiteY26" fmla="*/ 1118375 h 1886791"/>
                  <a:gd name="connsiteX27" fmla="*/ 262704 w 2061786"/>
                  <a:gd name="connsiteY27" fmla="*/ 937791 h 1886791"/>
                  <a:gd name="connsiteX28" fmla="*/ 262704 w 2061786"/>
                  <a:gd name="connsiteY28" fmla="*/ 158167 h 1886791"/>
                  <a:gd name="connsiteX29" fmla="*/ 310014 w 2061786"/>
                  <a:gd name="connsiteY29" fmla="*/ 46080 h 1886791"/>
                  <a:gd name="connsiteX30" fmla="*/ 420824 w 2061786"/>
                  <a:gd name="connsiteY30" fmla="*/ 0 h 188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2061786" h="1886791">
                    <a:moveTo>
                      <a:pt x="420836" y="16201"/>
                    </a:moveTo>
                    <a:cubicBezTo>
                      <a:pt x="382240" y="16201"/>
                      <a:pt x="346134" y="31146"/>
                      <a:pt x="319988" y="57299"/>
                    </a:cubicBezTo>
                    <a:cubicBezTo>
                      <a:pt x="292598" y="84698"/>
                      <a:pt x="278902" y="119569"/>
                      <a:pt x="278902" y="158176"/>
                    </a:cubicBezTo>
                    <a:lnTo>
                      <a:pt x="278902" y="946510"/>
                    </a:lnTo>
                    <a:lnTo>
                      <a:pt x="28654" y="1118374"/>
                    </a:lnTo>
                    <a:lnTo>
                      <a:pt x="278902" y="1270312"/>
                    </a:lnTo>
                    <a:lnTo>
                      <a:pt x="278902" y="1729861"/>
                    </a:lnTo>
                    <a:cubicBezTo>
                      <a:pt x="278902" y="1767223"/>
                      <a:pt x="292598" y="1803339"/>
                      <a:pt x="319988" y="1829493"/>
                    </a:cubicBezTo>
                    <a:cubicBezTo>
                      <a:pt x="346134" y="1856891"/>
                      <a:pt x="382240" y="1871836"/>
                      <a:pt x="420836" y="1871836"/>
                    </a:cubicBezTo>
                    <a:lnTo>
                      <a:pt x="1903658" y="1871836"/>
                    </a:lnTo>
                    <a:cubicBezTo>
                      <a:pt x="1941008" y="1871836"/>
                      <a:pt x="1977114" y="1856891"/>
                      <a:pt x="2003260" y="1829493"/>
                    </a:cubicBezTo>
                    <a:cubicBezTo>
                      <a:pt x="2029404" y="1803339"/>
                      <a:pt x="2045590" y="1767223"/>
                      <a:pt x="2045590" y="1729861"/>
                    </a:cubicBezTo>
                    <a:lnTo>
                      <a:pt x="2045590" y="158176"/>
                    </a:lnTo>
                    <a:cubicBezTo>
                      <a:pt x="2045590" y="119569"/>
                      <a:pt x="2029404" y="84698"/>
                      <a:pt x="2003260" y="57299"/>
                    </a:cubicBezTo>
                    <a:cubicBezTo>
                      <a:pt x="1977114" y="31146"/>
                      <a:pt x="1941008" y="16201"/>
                      <a:pt x="1903658" y="16201"/>
                    </a:cubicBezTo>
                    <a:close/>
                    <a:moveTo>
                      <a:pt x="420824" y="0"/>
                    </a:moveTo>
                    <a:lnTo>
                      <a:pt x="1903666" y="0"/>
                    </a:lnTo>
                    <a:cubicBezTo>
                      <a:pt x="1945996" y="0"/>
                      <a:pt x="1984592" y="17436"/>
                      <a:pt x="2014474" y="46080"/>
                    </a:cubicBezTo>
                    <a:cubicBezTo>
                      <a:pt x="2044354" y="75970"/>
                      <a:pt x="2061786" y="115823"/>
                      <a:pt x="2061786" y="158167"/>
                    </a:cubicBezTo>
                    <a:lnTo>
                      <a:pt x="2061786" y="1729870"/>
                    </a:lnTo>
                    <a:cubicBezTo>
                      <a:pt x="2061786" y="1772214"/>
                      <a:pt x="2044354" y="1812067"/>
                      <a:pt x="2014474" y="1841956"/>
                    </a:cubicBezTo>
                    <a:cubicBezTo>
                      <a:pt x="1984592" y="1871846"/>
                      <a:pt x="1945996" y="1886791"/>
                      <a:pt x="1903666" y="1886791"/>
                    </a:cubicBezTo>
                    <a:lnTo>
                      <a:pt x="420824" y="1886791"/>
                    </a:lnTo>
                    <a:cubicBezTo>
                      <a:pt x="378492" y="1886791"/>
                      <a:pt x="338650" y="1871846"/>
                      <a:pt x="310014" y="1841956"/>
                    </a:cubicBezTo>
                    <a:cubicBezTo>
                      <a:pt x="278888" y="1812067"/>
                      <a:pt x="262704" y="1772214"/>
                      <a:pt x="262704" y="1729870"/>
                    </a:cubicBezTo>
                    <a:lnTo>
                      <a:pt x="262704" y="1279033"/>
                    </a:lnTo>
                    <a:lnTo>
                      <a:pt x="0" y="1118375"/>
                    </a:lnTo>
                    <a:lnTo>
                      <a:pt x="262704" y="937791"/>
                    </a:lnTo>
                    <a:lnTo>
                      <a:pt x="262704" y="158167"/>
                    </a:lnTo>
                    <a:cubicBezTo>
                      <a:pt x="262704" y="115823"/>
                      <a:pt x="278888" y="75970"/>
                      <a:pt x="310014" y="46080"/>
                    </a:cubicBezTo>
                    <a:cubicBezTo>
                      <a:pt x="338650" y="17436"/>
                      <a:pt x="378492" y="0"/>
                      <a:pt x="4208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D416D92A-1387-874F-8F43-7C2077A3E081}"/>
                  </a:ext>
                </a:extLst>
              </p:cNvPr>
              <p:cNvSpPr/>
              <p:nvPr/>
            </p:nvSpPr>
            <p:spPr>
              <a:xfrm>
                <a:off x="18091391" y="8096752"/>
                <a:ext cx="209293" cy="2093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9" h="169">
                    <a:moveTo>
                      <a:pt x="169" y="85"/>
                    </a:moveTo>
                    <a:cubicBezTo>
                      <a:pt x="169" y="131"/>
                      <a:pt x="132" y="169"/>
                      <a:pt x="85" y="169"/>
                    </a:cubicBezTo>
                    <a:cubicBezTo>
                      <a:pt x="38" y="169"/>
                      <a:pt x="0" y="131"/>
                      <a:pt x="0" y="85"/>
                    </a:cubicBezTo>
                    <a:cubicBezTo>
                      <a:pt x="0" y="38"/>
                      <a:pt x="38" y="0"/>
                      <a:pt x="85" y="0"/>
                    </a:cubicBezTo>
                    <a:cubicBezTo>
                      <a:pt x="132" y="0"/>
                      <a:pt x="169" y="38"/>
                      <a:pt x="169" y="8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A3AE2E0F-6DD5-2943-8B4B-DEF83FA16212}"/>
                  </a:ext>
                </a:extLst>
              </p:cNvPr>
              <p:cNvSpPr/>
              <p:nvPr/>
            </p:nvSpPr>
            <p:spPr>
              <a:xfrm>
                <a:off x="18083916" y="8089275"/>
                <a:ext cx="225488" cy="225568"/>
              </a:xfrm>
              <a:custGeom>
                <a:avLst/>
                <a:gdLst>
                  <a:gd name="connsiteX0" fmla="*/ 112744 w 225488"/>
                  <a:gd name="connsiteY0" fmla="*/ 16201 h 225568"/>
                  <a:gd name="connsiteX1" fmla="*/ 16196 w 225488"/>
                  <a:gd name="connsiteY1" fmla="*/ 112784 h 225568"/>
                  <a:gd name="connsiteX2" fmla="*/ 112744 w 225488"/>
                  <a:gd name="connsiteY2" fmla="*/ 209367 h 225568"/>
                  <a:gd name="connsiteX3" fmla="*/ 209292 w 225488"/>
                  <a:gd name="connsiteY3" fmla="*/ 112784 h 225568"/>
                  <a:gd name="connsiteX4" fmla="*/ 112744 w 225488"/>
                  <a:gd name="connsiteY4" fmla="*/ 16201 h 225568"/>
                  <a:gd name="connsiteX5" fmla="*/ 112744 w 225488"/>
                  <a:gd name="connsiteY5" fmla="*/ 0 h 225568"/>
                  <a:gd name="connsiteX6" fmla="*/ 225488 w 225488"/>
                  <a:gd name="connsiteY6" fmla="*/ 112784 h 225568"/>
                  <a:gd name="connsiteX7" fmla="*/ 112744 w 225488"/>
                  <a:gd name="connsiteY7" fmla="*/ 225568 h 225568"/>
                  <a:gd name="connsiteX8" fmla="*/ 0 w 225488"/>
                  <a:gd name="connsiteY8" fmla="*/ 112784 h 225568"/>
                  <a:gd name="connsiteX9" fmla="*/ 112744 w 225488"/>
                  <a:gd name="connsiteY9" fmla="*/ 0 h 2255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25488" h="225568">
                    <a:moveTo>
                      <a:pt x="112744" y="16201"/>
                    </a:moveTo>
                    <a:cubicBezTo>
                      <a:pt x="59518" y="16201"/>
                      <a:pt x="16196" y="59540"/>
                      <a:pt x="16196" y="112784"/>
                    </a:cubicBezTo>
                    <a:cubicBezTo>
                      <a:pt x="16196" y="166029"/>
                      <a:pt x="59518" y="209367"/>
                      <a:pt x="112744" y="209367"/>
                    </a:cubicBezTo>
                    <a:cubicBezTo>
                      <a:pt x="165970" y="209367"/>
                      <a:pt x="209292" y="166029"/>
                      <a:pt x="209292" y="112784"/>
                    </a:cubicBezTo>
                    <a:cubicBezTo>
                      <a:pt x="209292" y="59540"/>
                      <a:pt x="165970" y="16201"/>
                      <a:pt x="112744" y="16201"/>
                    </a:cubicBezTo>
                    <a:close/>
                    <a:moveTo>
                      <a:pt x="112744" y="0"/>
                    </a:moveTo>
                    <a:cubicBezTo>
                      <a:pt x="174692" y="0"/>
                      <a:pt x="225488" y="50815"/>
                      <a:pt x="225488" y="112784"/>
                    </a:cubicBezTo>
                    <a:cubicBezTo>
                      <a:pt x="225488" y="174753"/>
                      <a:pt x="174692" y="225568"/>
                      <a:pt x="112744" y="225568"/>
                    </a:cubicBezTo>
                    <a:cubicBezTo>
                      <a:pt x="50796" y="225568"/>
                      <a:pt x="0" y="174753"/>
                      <a:pt x="0" y="112784"/>
                    </a:cubicBezTo>
                    <a:cubicBezTo>
                      <a:pt x="0" y="50815"/>
                      <a:pt x="50796" y="0"/>
                      <a:pt x="1127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087DC506-09A7-734C-A642-4EF3B4023851}"/>
                  </a:ext>
                </a:extLst>
              </p:cNvPr>
              <p:cNvSpPr/>
              <p:nvPr/>
            </p:nvSpPr>
            <p:spPr>
              <a:xfrm>
                <a:off x="17843478" y="7204448"/>
                <a:ext cx="715084" cy="8424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5" h="677">
                    <a:moveTo>
                      <a:pt x="574" y="313"/>
                    </a:moveTo>
                    <a:cubicBezTo>
                      <a:pt x="554" y="104"/>
                      <a:pt x="428" y="0"/>
                      <a:pt x="288" y="0"/>
                    </a:cubicBezTo>
                    <a:cubicBezTo>
                      <a:pt x="149" y="0"/>
                      <a:pt x="19" y="111"/>
                      <a:pt x="1" y="313"/>
                    </a:cubicBezTo>
                    <a:cubicBezTo>
                      <a:pt x="-15" y="508"/>
                      <a:pt x="157" y="677"/>
                      <a:pt x="157" y="677"/>
                    </a:cubicBezTo>
                    <a:lnTo>
                      <a:pt x="419" y="677"/>
                    </a:lnTo>
                    <a:cubicBezTo>
                      <a:pt x="419" y="677"/>
                      <a:pt x="592" y="501"/>
                      <a:pt x="574" y="31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09770B8D-6227-3143-83BE-37232B1B4C00}"/>
                  </a:ext>
                </a:extLst>
              </p:cNvPr>
              <p:cNvSpPr/>
              <p:nvPr/>
            </p:nvSpPr>
            <p:spPr>
              <a:xfrm>
                <a:off x="17835942" y="7196974"/>
                <a:ext cx="731559" cy="857406"/>
              </a:xfrm>
              <a:custGeom>
                <a:avLst/>
                <a:gdLst>
                  <a:gd name="connsiteX0" fmla="*/ 365702 w 731559"/>
                  <a:gd name="connsiteY0" fmla="*/ 14955 h 857406"/>
                  <a:gd name="connsiteX1" fmla="*/ 17500 w 731559"/>
                  <a:gd name="connsiteY1" fmla="*/ 396971 h 857406"/>
                  <a:gd name="connsiteX2" fmla="*/ 205280 w 731559"/>
                  <a:gd name="connsiteY2" fmla="*/ 841205 h 857406"/>
                  <a:gd name="connsiteX3" fmla="*/ 524880 w 731559"/>
                  <a:gd name="connsiteY3" fmla="*/ 841205 h 857406"/>
                  <a:gd name="connsiteX4" fmla="*/ 713902 w 731559"/>
                  <a:gd name="connsiteY4" fmla="*/ 396971 h 857406"/>
                  <a:gd name="connsiteX5" fmla="*/ 365702 w 731559"/>
                  <a:gd name="connsiteY5" fmla="*/ 14955 h 857406"/>
                  <a:gd name="connsiteX6" fmla="*/ 365702 w 731559"/>
                  <a:gd name="connsiteY6" fmla="*/ 0 h 857406"/>
                  <a:gd name="connsiteX7" fmla="*/ 730098 w 731559"/>
                  <a:gd name="connsiteY7" fmla="*/ 395726 h 857406"/>
                  <a:gd name="connsiteX8" fmla="*/ 533598 w 731559"/>
                  <a:gd name="connsiteY8" fmla="*/ 854917 h 857406"/>
                  <a:gd name="connsiteX9" fmla="*/ 532354 w 731559"/>
                  <a:gd name="connsiteY9" fmla="*/ 857406 h 857406"/>
                  <a:gd name="connsiteX10" fmla="*/ 199050 w 731559"/>
                  <a:gd name="connsiteY10" fmla="*/ 857406 h 857406"/>
                  <a:gd name="connsiteX11" fmla="*/ 196562 w 731559"/>
                  <a:gd name="connsiteY11" fmla="*/ 854917 h 857406"/>
                  <a:gd name="connsiteX12" fmla="*/ 1306 w 731559"/>
                  <a:gd name="connsiteY12" fmla="*/ 395726 h 857406"/>
                  <a:gd name="connsiteX13" fmla="*/ 365702 w 731559"/>
                  <a:gd name="connsiteY13" fmla="*/ 0 h 8574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31559" h="857406">
                    <a:moveTo>
                      <a:pt x="365702" y="14955"/>
                    </a:moveTo>
                    <a:cubicBezTo>
                      <a:pt x="180408" y="14955"/>
                      <a:pt x="37398" y="171744"/>
                      <a:pt x="17500" y="396971"/>
                    </a:cubicBezTo>
                    <a:cubicBezTo>
                      <a:pt x="-1154" y="620955"/>
                      <a:pt x="182896" y="818807"/>
                      <a:pt x="205280" y="841205"/>
                    </a:cubicBezTo>
                    <a:lnTo>
                      <a:pt x="524880" y="841205"/>
                    </a:lnTo>
                    <a:cubicBezTo>
                      <a:pt x="547264" y="817563"/>
                      <a:pt x="733800" y="612244"/>
                      <a:pt x="713902" y="396971"/>
                    </a:cubicBezTo>
                    <a:cubicBezTo>
                      <a:pt x="691518" y="165522"/>
                      <a:pt x="554724" y="14955"/>
                      <a:pt x="365702" y="14955"/>
                    </a:cubicBezTo>
                    <a:close/>
                    <a:moveTo>
                      <a:pt x="365702" y="0"/>
                    </a:moveTo>
                    <a:cubicBezTo>
                      <a:pt x="563446" y="0"/>
                      <a:pt x="706468" y="155553"/>
                      <a:pt x="730098" y="395726"/>
                    </a:cubicBezTo>
                    <a:cubicBezTo>
                      <a:pt x="751240" y="632166"/>
                      <a:pt x="536086" y="852429"/>
                      <a:pt x="533598" y="854917"/>
                    </a:cubicBezTo>
                    <a:lnTo>
                      <a:pt x="532354" y="857406"/>
                    </a:lnTo>
                    <a:lnTo>
                      <a:pt x="199050" y="857406"/>
                    </a:lnTo>
                    <a:lnTo>
                      <a:pt x="196562" y="854917"/>
                    </a:lnTo>
                    <a:cubicBezTo>
                      <a:pt x="195318" y="852429"/>
                      <a:pt x="-18594" y="639633"/>
                      <a:pt x="1306" y="395726"/>
                    </a:cubicBezTo>
                    <a:cubicBezTo>
                      <a:pt x="21204" y="161775"/>
                      <a:pt x="171688" y="0"/>
                      <a:pt x="3657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8D4CDBE6-9E19-7B48-9C67-0AAE6A07E2AE}"/>
                  </a:ext>
                </a:extLst>
              </p:cNvPr>
              <p:cNvSpPr/>
              <p:nvPr/>
            </p:nvSpPr>
            <p:spPr>
              <a:xfrm>
                <a:off x="18039068" y="8048149"/>
                <a:ext cx="325152" cy="697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2" h="57">
                    <a:moveTo>
                      <a:pt x="262" y="0"/>
                    </a:moveTo>
                    <a:lnTo>
                      <a:pt x="0" y="0"/>
                    </a:lnTo>
                    <a:lnTo>
                      <a:pt x="0" y="57"/>
                    </a:lnTo>
                    <a:lnTo>
                      <a:pt x="262" y="57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CFBEEA01-181E-4946-B3FD-5AC65F57A6F5}"/>
                  </a:ext>
                </a:extLst>
              </p:cNvPr>
              <p:cNvSpPr/>
              <p:nvPr/>
            </p:nvSpPr>
            <p:spPr>
              <a:xfrm>
                <a:off x="18030348" y="8039425"/>
                <a:ext cx="341346" cy="85990"/>
              </a:xfrm>
              <a:custGeom>
                <a:avLst/>
                <a:gdLst>
                  <a:gd name="connsiteX0" fmla="*/ 16194 w 341346"/>
                  <a:gd name="connsiteY0" fmla="*/ 16201 h 85990"/>
                  <a:gd name="connsiteX1" fmla="*/ 16194 w 341346"/>
                  <a:gd name="connsiteY1" fmla="*/ 69789 h 85990"/>
                  <a:gd name="connsiteX2" fmla="*/ 325150 w 341346"/>
                  <a:gd name="connsiteY2" fmla="*/ 69789 h 85990"/>
                  <a:gd name="connsiteX3" fmla="*/ 325150 w 341346"/>
                  <a:gd name="connsiteY3" fmla="*/ 16201 h 85990"/>
                  <a:gd name="connsiteX4" fmla="*/ 0 w 341346"/>
                  <a:gd name="connsiteY4" fmla="*/ 0 h 85990"/>
                  <a:gd name="connsiteX5" fmla="*/ 341346 w 341346"/>
                  <a:gd name="connsiteY5" fmla="*/ 0 h 85990"/>
                  <a:gd name="connsiteX6" fmla="*/ 341346 w 341346"/>
                  <a:gd name="connsiteY6" fmla="*/ 85990 h 85990"/>
                  <a:gd name="connsiteX7" fmla="*/ 0 w 341346"/>
                  <a:gd name="connsiteY7" fmla="*/ 85990 h 85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1346" h="85990">
                    <a:moveTo>
                      <a:pt x="16194" y="16201"/>
                    </a:moveTo>
                    <a:lnTo>
                      <a:pt x="16194" y="69789"/>
                    </a:lnTo>
                    <a:lnTo>
                      <a:pt x="325150" y="69789"/>
                    </a:lnTo>
                    <a:lnTo>
                      <a:pt x="325150" y="16201"/>
                    </a:lnTo>
                    <a:close/>
                    <a:moveTo>
                      <a:pt x="0" y="0"/>
                    </a:moveTo>
                    <a:lnTo>
                      <a:pt x="341346" y="0"/>
                    </a:lnTo>
                    <a:lnTo>
                      <a:pt x="341346" y="85990"/>
                    </a:lnTo>
                    <a:lnTo>
                      <a:pt x="0" y="8599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0F94AFED-FB12-FD45-B922-CAE67B3D7890}"/>
                  </a:ext>
                </a:extLst>
              </p:cNvPr>
              <p:cNvSpPr/>
              <p:nvPr/>
            </p:nvSpPr>
            <p:spPr>
              <a:xfrm>
                <a:off x="18039068" y="8119184"/>
                <a:ext cx="325152" cy="67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2" h="55">
                    <a:moveTo>
                      <a:pt x="0" y="0"/>
                    </a:moveTo>
                    <a:lnTo>
                      <a:pt x="0" y="6"/>
                    </a:lnTo>
                    <a:lnTo>
                      <a:pt x="0" y="13"/>
                    </a:lnTo>
                    <a:cubicBezTo>
                      <a:pt x="0" y="25"/>
                      <a:pt x="5" y="35"/>
                      <a:pt x="12" y="43"/>
                    </a:cubicBezTo>
                    <a:cubicBezTo>
                      <a:pt x="20" y="50"/>
                      <a:pt x="30" y="55"/>
                      <a:pt x="42" y="55"/>
                    </a:cubicBezTo>
                    <a:lnTo>
                      <a:pt x="131" y="55"/>
                    </a:lnTo>
                    <a:lnTo>
                      <a:pt x="219" y="55"/>
                    </a:lnTo>
                    <a:cubicBezTo>
                      <a:pt x="231" y="55"/>
                      <a:pt x="242" y="50"/>
                      <a:pt x="249" y="43"/>
                    </a:cubicBezTo>
                    <a:cubicBezTo>
                      <a:pt x="257" y="35"/>
                      <a:pt x="262" y="25"/>
                      <a:pt x="262" y="13"/>
                    </a:cubicBezTo>
                    <a:lnTo>
                      <a:pt x="262" y="6"/>
                    </a:lnTo>
                    <a:lnTo>
                      <a:pt x="262" y="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191A1868-7F15-794E-92D7-2D0B2075606E}"/>
                  </a:ext>
                </a:extLst>
              </p:cNvPr>
              <p:cNvSpPr/>
              <p:nvPr/>
            </p:nvSpPr>
            <p:spPr>
              <a:xfrm>
                <a:off x="18030348" y="8110460"/>
                <a:ext cx="341346" cy="84744"/>
              </a:xfrm>
              <a:custGeom>
                <a:avLst/>
                <a:gdLst>
                  <a:gd name="connsiteX0" fmla="*/ 16194 w 341346"/>
                  <a:gd name="connsiteY0" fmla="*/ 16201 h 84744"/>
                  <a:gd name="connsiteX1" fmla="*/ 16194 w 341346"/>
                  <a:gd name="connsiteY1" fmla="*/ 24722 h 84744"/>
                  <a:gd name="connsiteX2" fmla="*/ 29842 w 341346"/>
                  <a:gd name="connsiteY2" fmla="*/ 55153 h 84744"/>
                  <a:gd name="connsiteX3" fmla="*/ 60864 w 341346"/>
                  <a:gd name="connsiteY3" fmla="*/ 68543 h 84744"/>
                  <a:gd name="connsiteX4" fmla="*/ 280486 w 341346"/>
                  <a:gd name="connsiteY4" fmla="*/ 68543 h 84744"/>
                  <a:gd name="connsiteX5" fmla="*/ 312748 w 341346"/>
                  <a:gd name="connsiteY5" fmla="*/ 55153 h 84744"/>
                  <a:gd name="connsiteX6" fmla="*/ 326396 w 341346"/>
                  <a:gd name="connsiteY6" fmla="*/ 24722 h 84744"/>
                  <a:gd name="connsiteX7" fmla="*/ 326396 w 341346"/>
                  <a:gd name="connsiteY7" fmla="*/ 16201 h 84744"/>
                  <a:gd name="connsiteX8" fmla="*/ 0 w 341346"/>
                  <a:gd name="connsiteY8" fmla="*/ 0 h 84744"/>
                  <a:gd name="connsiteX9" fmla="*/ 341346 w 341346"/>
                  <a:gd name="connsiteY9" fmla="*/ 0 h 84744"/>
                  <a:gd name="connsiteX10" fmla="*/ 341346 w 341346"/>
                  <a:gd name="connsiteY10" fmla="*/ 24564 h 84744"/>
                  <a:gd name="connsiteX11" fmla="*/ 323968 w 341346"/>
                  <a:gd name="connsiteY11" fmla="*/ 66322 h 84744"/>
                  <a:gd name="connsiteX12" fmla="*/ 280524 w 341346"/>
                  <a:gd name="connsiteY12" fmla="*/ 84744 h 84744"/>
                  <a:gd name="connsiteX13" fmla="*/ 60820 w 341346"/>
                  <a:gd name="connsiteY13" fmla="*/ 84744 h 84744"/>
                  <a:gd name="connsiteX14" fmla="*/ 18618 w 341346"/>
                  <a:gd name="connsiteY14" fmla="*/ 66322 h 84744"/>
                  <a:gd name="connsiteX15" fmla="*/ 0 w 341346"/>
                  <a:gd name="connsiteY15" fmla="*/ 24564 h 84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41346" h="84744">
                    <a:moveTo>
                      <a:pt x="16194" y="16201"/>
                    </a:moveTo>
                    <a:lnTo>
                      <a:pt x="16194" y="24722"/>
                    </a:lnTo>
                    <a:cubicBezTo>
                      <a:pt x="16194" y="35677"/>
                      <a:pt x="21158" y="46633"/>
                      <a:pt x="29842" y="55153"/>
                    </a:cubicBezTo>
                    <a:cubicBezTo>
                      <a:pt x="38528" y="63674"/>
                      <a:pt x="49696" y="68543"/>
                      <a:pt x="60864" y="68543"/>
                    </a:cubicBezTo>
                    <a:lnTo>
                      <a:pt x="280486" y="68543"/>
                    </a:lnTo>
                    <a:cubicBezTo>
                      <a:pt x="292894" y="68543"/>
                      <a:pt x="304062" y="63674"/>
                      <a:pt x="312748" y="55153"/>
                    </a:cubicBezTo>
                    <a:cubicBezTo>
                      <a:pt x="321432" y="46633"/>
                      <a:pt x="326396" y="35677"/>
                      <a:pt x="326396" y="24722"/>
                    </a:cubicBezTo>
                    <a:lnTo>
                      <a:pt x="326396" y="16201"/>
                    </a:lnTo>
                    <a:close/>
                    <a:moveTo>
                      <a:pt x="0" y="0"/>
                    </a:moveTo>
                    <a:lnTo>
                      <a:pt x="341346" y="0"/>
                    </a:lnTo>
                    <a:lnTo>
                      <a:pt x="341346" y="24564"/>
                    </a:lnTo>
                    <a:cubicBezTo>
                      <a:pt x="341346" y="40530"/>
                      <a:pt x="335140" y="55268"/>
                      <a:pt x="323968" y="66322"/>
                    </a:cubicBezTo>
                    <a:cubicBezTo>
                      <a:pt x="312796" y="77375"/>
                      <a:pt x="296660" y="84744"/>
                      <a:pt x="280524" y="84744"/>
                    </a:cubicBezTo>
                    <a:lnTo>
                      <a:pt x="60820" y="84744"/>
                    </a:lnTo>
                    <a:cubicBezTo>
                      <a:pt x="44684" y="84744"/>
                      <a:pt x="29790" y="77375"/>
                      <a:pt x="18618" y="66322"/>
                    </a:cubicBezTo>
                    <a:cubicBezTo>
                      <a:pt x="7446" y="55268"/>
                      <a:pt x="0" y="40530"/>
                      <a:pt x="0" y="2456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3" name="Freeform 352">
                <a:extLst>
                  <a:ext uri="{FF2B5EF4-FFF2-40B4-BE49-F238E27FC236}">
                    <a16:creationId xmlns:a16="http://schemas.microsoft.com/office/drawing/2014/main" id="{6D115E7C-6509-BD4A-86D6-529E36022C29}"/>
                  </a:ext>
                </a:extLst>
              </p:cNvPr>
              <p:cNvSpPr/>
              <p:nvPr/>
            </p:nvSpPr>
            <p:spPr>
              <a:xfrm>
                <a:off x="18034084" y="7569593"/>
                <a:ext cx="333872" cy="483537"/>
              </a:xfrm>
              <a:custGeom>
                <a:avLst/>
                <a:gdLst>
                  <a:gd name="connsiteX0" fmla="*/ 162570 w 333872"/>
                  <a:gd name="connsiteY0" fmla="*/ 14959 h 483537"/>
                  <a:gd name="connsiteX1" fmla="*/ 99664 w 333872"/>
                  <a:gd name="connsiteY1" fmla="*/ 110516 h 483537"/>
                  <a:gd name="connsiteX2" fmla="*/ 157636 w 333872"/>
                  <a:gd name="connsiteY2" fmla="*/ 310315 h 483537"/>
                  <a:gd name="connsiteX3" fmla="*/ 224244 w 333872"/>
                  <a:gd name="connsiteY3" fmla="*/ 103070 h 483537"/>
                  <a:gd name="connsiteX4" fmla="*/ 162570 w 333872"/>
                  <a:gd name="connsiteY4" fmla="*/ 14959 h 483537"/>
                  <a:gd name="connsiteX5" fmla="*/ 162592 w 333872"/>
                  <a:gd name="connsiteY5" fmla="*/ 0 h 483537"/>
                  <a:gd name="connsiteX6" fmla="*/ 240786 w 333872"/>
                  <a:gd name="connsiteY6" fmla="*/ 103171 h 483537"/>
                  <a:gd name="connsiteX7" fmla="*/ 166316 w 333872"/>
                  <a:gd name="connsiteY7" fmla="*/ 325673 h 483537"/>
                  <a:gd name="connsiteX8" fmla="*/ 333872 w 333872"/>
                  <a:gd name="connsiteY8" fmla="*/ 469864 h 483537"/>
                  <a:gd name="connsiteX9" fmla="*/ 326426 w 333872"/>
                  <a:gd name="connsiteY9" fmla="*/ 483537 h 483537"/>
                  <a:gd name="connsiteX10" fmla="*/ 157628 w 333872"/>
                  <a:gd name="connsiteY10" fmla="*/ 339346 h 483537"/>
                  <a:gd name="connsiteX11" fmla="*/ 8688 w 333872"/>
                  <a:gd name="connsiteY11" fmla="*/ 483537 h 483537"/>
                  <a:gd name="connsiteX12" fmla="*/ 0 w 333872"/>
                  <a:gd name="connsiteY12" fmla="*/ 469864 h 483537"/>
                  <a:gd name="connsiteX13" fmla="*/ 147698 w 333872"/>
                  <a:gd name="connsiteY13" fmla="*/ 325673 h 483537"/>
                  <a:gd name="connsiteX14" fmla="*/ 83158 w 333872"/>
                  <a:gd name="connsiteY14" fmla="*/ 110630 h 483537"/>
                  <a:gd name="connsiteX15" fmla="*/ 106740 w 333872"/>
                  <a:gd name="connsiteY15" fmla="*/ 27347 h 483537"/>
                  <a:gd name="connsiteX16" fmla="*/ 162592 w 333872"/>
                  <a:gd name="connsiteY16" fmla="*/ 0 h 483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33872" h="483537">
                    <a:moveTo>
                      <a:pt x="162570" y="14959"/>
                    </a:moveTo>
                    <a:cubicBezTo>
                      <a:pt x="131734" y="14959"/>
                      <a:pt x="99664" y="44743"/>
                      <a:pt x="99664" y="110516"/>
                    </a:cubicBezTo>
                    <a:cubicBezTo>
                      <a:pt x="99664" y="181252"/>
                      <a:pt x="120632" y="250748"/>
                      <a:pt x="157636" y="310315"/>
                    </a:cubicBezTo>
                    <a:cubicBezTo>
                      <a:pt x="194640" y="253230"/>
                      <a:pt x="224244" y="183734"/>
                      <a:pt x="224244" y="103070"/>
                    </a:cubicBezTo>
                    <a:cubicBezTo>
                      <a:pt x="224244" y="45984"/>
                      <a:pt x="193406" y="14959"/>
                      <a:pt x="162570" y="14959"/>
                    </a:cubicBezTo>
                    <a:close/>
                    <a:moveTo>
                      <a:pt x="162592" y="0"/>
                    </a:moveTo>
                    <a:cubicBezTo>
                      <a:pt x="201068" y="0"/>
                      <a:pt x="240786" y="34805"/>
                      <a:pt x="240786" y="103171"/>
                    </a:cubicBezTo>
                    <a:cubicBezTo>
                      <a:pt x="240786" y="190183"/>
                      <a:pt x="208514" y="266008"/>
                      <a:pt x="166316" y="325673"/>
                    </a:cubicBezTo>
                    <a:cubicBezTo>
                      <a:pt x="207274" y="385338"/>
                      <a:pt x="264368" y="436302"/>
                      <a:pt x="333872" y="469864"/>
                    </a:cubicBezTo>
                    <a:lnTo>
                      <a:pt x="326426" y="483537"/>
                    </a:lnTo>
                    <a:cubicBezTo>
                      <a:pt x="256920" y="449976"/>
                      <a:pt x="198586" y="399011"/>
                      <a:pt x="157628" y="339346"/>
                    </a:cubicBezTo>
                    <a:cubicBezTo>
                      <a:pt x="90604" y="430087"/>
                      <a:pt x="9930" y="482294"/>
                      <a:pt x="8688" y="483537"/>
                    </a:cubicBezTo>
                    <a:lnTo>
                      <a:pt x="0" y="469864"/>
                    </a:lnTo>
                    <a:cubicBezTo>
                      <a:pt x="1242" y="469864"/>
                      <a:pt x="83158" y="416414"/>
                      <a:pt x="147698" y="325673"/>
                    </a:cubicBezTo>
                    <a:cubicBezTo>
                      <a:pt x="106740" y="261036"/>
                      <a:pt x="83158" y="186454"/>
                      <a:pt x="83158" y="110630"/>
                    </a:cubicBezTo>
                    <a:cubicBezTo>
                      <a:pt x="83158" y="75825"/>
                      <a:pt x="90604" y="48478"/>
                      <a:pt x="106740" y="27347"/>
                    </a:cubicBezTo>
                    <a:cubicBezTo>
                      <a:pt x="121634" y="9944"/>
                      <a:pt x="141492" y="0"/>
                      <a:pt x="1625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00285B8E-3628-D14B-A77F-77F23C3FA8AE}"/>
                  </a:ext>
                </a:extLst>
              </p:cNvPr>
              <p:cNvSpPr/>
              <p:nvPr/>
            </p:nvSpPr>
            <p:spPr>
              <a:xfrm>
                <a:off x="18039068" y="8048149"/>
                <a:ext cx="325152" cy="138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2" h="112">
                    <a:moveTo>
                      <a:pt x="0" y="0"/>
                    </a:moveTo>
                    <a:lnTo>
                      <a:pt x="0" y="28"/>
                    </a:lnTo>
                    <a:lnTo>
                      <a:pt x="0" y="57"/>
                    </a:lnTo>
                    <a:lnTo>
                      <a:pt x="0" y="63"/>
                    </a:lnTo>
                    <a:lnTo>
                      <a:pt x="0" y="70"/>
                    </a:lnTo>
                    <a:cubicBezTo>
                      <a:pt x="0" y="82"/>
                      <a:pt x="5" y="92"/>
                      <a:pt x="12" y="100"/>
                    </a:cubicBezTo>
                    <a:cubicBezTo>
                      <a:pt x="20" y="107"/>
                      <a:pt x="30" y="112"/>
                      <a:pt x="42" y="112"/>
                    </a:cubicBezTo>
                    <a:lnTo>
                      <a:pt x="131" y="112"/>
                    </a:lnTo>
                    <a:lnTo>
                      <a:pt x="219" y="112"/>
                    </a:lnTo>
                    <a:cubicBezTo>
                      <a:pt x="231" y="112"/>
                      <a:pt x="242" y="107"/>
                      <a:pt x="249" y="100"/>
                    </a:cubicBezTo>
                    <a:cubicBezTo>
                      <a:pt x="257" y="92"/>
                      <a:pt x="262" y="82"/>
                      <a:pt x="262" y="70"/>
                    </a:cubicBezTo>
                    <a:lnTo>
                      <a:pt x="262" y="63"/>
                    </a:lnTo>
                    <a:lnTo>
                      <a:pt x="262" y="57"/>
                    </a:lnTo>
                    <a:lnTo>
                      <a:pt x="262" y="28"/>
                    </a:lnTo>
                    <a:lnTo>
                      <a:pt x="262" y="0"/>
                    </a:lnTo>
                    <a:lnTo>
                      <a:pt x="131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EAC6FA39-4F7C-604E-BA99-55851A2D24D5}"/>
                  </a:ext>
                </a:extLst>
              </p:cNvPr>
              <p:cNvSpPr/>
              <p:nvPr/>
            </p:nvSpPr>
            <p:spPr>
              <a:xfrm>
                <a:off x="18196037" y="6850523"/>
                <a:ext cx="14950" cy="1981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160">
                    <a:moveTo>
                      <a:pt x="6" y="160"/>
                    </a:moveTo>
                    <a:cubicBezTo>
                      <a:pt x="3" y="160"/>
                      <a:pt x="0" y="158"/>
                      <a:pt x="0" y="154"/>
                    </a:cubicBezTo>
                    <a:lnTo>
                      <a:pt x="0" y="6"/>
                    </a:lnTo>
                    <a:cubicBezTo>
                      <a:pt x="0" y="2"/>
                      <a:pt x="3" y="0"/>
                      <a:pt x="6" y="0"/>
                    </a:cubicBezTo>
                    <a:cubicBezTo>
                      <a:pt x="10" y="0"/>
                      <a:pt x="13" y="2"/>
                      <a:pt x="13" y="6"/>
                    </a:cubicBezTo>
                    <a:lnTo>
                      <a:pt x="13" y="154"/>
                    </a:lnTo>
                    <a:cubicBezTo>
                      <a:pt x="13" y="158"/>
                      <a:pt x="10" y="160"/>
                      <a:pt x="6" y="1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F2541EAB-FC7D-BD40-94EE-7A773449CD6F}"/>
                  </a:ext>
                </a:extLst>
              </p:cNvPr>
              <p:cNvSpPr/>
              <p:nvPr/>
            </p:nvSpPr>
            <p:spPr>
              <a:xfrm>
                <a:off x="18529910" y="7042438"/>
                <a:ext cx="145758" cy="1458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8" h="118">
                    <a:moveTo>
                      <a:pt x="6" y="118"/>
                    </a:moveTo>
                    <a:cubicBezTo>
                      <a:pt x="4" y="118"/>
                      <a:pt x="3" y="117"/>
                      <a:pt x="2" y="115"/>
                    </a:cubicBezTo>
                    <a:cubicBezTo>
                      <a:pt x="-1" y="113"/>
                      <a:pt x="-1" y="109"/>
                      <a:pt x="2" y="107"/>
                    </a:cubicBezTo>
                    <a:lnTo>
                      <a:pt x="107" y="2"/>
                    </a:lnTo>
                    <a:cubicBezTo>
                      <a:pt x="109" y="-1"/>
                      <a:pt x="113" y="-1"/>
                      <a:pt x="116" y="2"/>
                    </a:cubicBezTo>
                    <a:cubicBezTo>
                      <a:pt x="118" y="4"/>
                      <a:pt x="118" y="9"/>
                      <a:pt x="116" y="11"/>
                    </a:cubicBezTo>
                    <a:lnTo>
                      <a:pt x="11" y="115"/>
                    </a:lnTo>
                    <a:cubicBezTo>
                      <a:pt x="9" y="117"/>
                      <a:pt x="8" y="118"/>
                      <a:pt x="6" y="11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FC6DB53A-2C0F-274F-8DA7-46F6EB907627}"/>
                  </a:ext>
                </a:extLst>
              </p:cNvPr>
              <p:cNvSpPr/>
              <p:nvPr/>
            </p:nvSpPr>
            <p:spPr>
              <a:xfrm>
                <a:off x="18666947" y="7508532"/>
                <a:ext cx="199327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1" h="13">
                    <a:moveTo>
                      <a:pt x="155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155" y="0"/>
                    </a:lnTo>
                    <a:cubicBezTo>
                      <a:pt x="158" y="0"/>
                      <a:pt x="161" y="2"/>
                      <a:pt x="161" y="6"/>
                    </a:cubicBezTo>
                    <a:cubicBezTo>
                      <a:pt x="161" y="10"/>
                      <a:pt x="158" y="13"/>
                      <a:pt x="155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900C7C38-1DD7-8544-8C96-74ADCDCC3A44}"/>
                  </a:ext>
                </a:extLst>
              </p:cNvPr>
              <p:cNvSpPr/>
              <p:nvPr/>
            </p:nvSpPr>
            <p:spPr>
              <a:xfrm>
                <a:off x="17537014" y="7504793"/>
                <a:ext cx="199327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1" h="13">
                    <a:moveTo>
                      <a:pt x="155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55" y="0"/>
                    </a:lnTo>
                    <a:cubicBezTo>
                      <a:pt x="158" y="0"/>
                      <a:pt x="161" y="3"/>
                      <a:pt x="161" y="6"/>
                    </a:cubicBezTo>
                    <a:cubicBezTo>
                      <a:pt x="161" y="10"/>
                      <a:pt x="158" y="13"/>
                      <a:pt x="155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54A9258B-FB84-D741-85E2-B4091089AB53}"/>
                  </a:ext>
                </a:extLst>
              </p:cNvPr>
              <p:cNvSpPr/>
              <p:nvPr/>
            </p:nvSpPr>
            <p:spPr>
              <a:xfrm>
                <a:off x="17731354" y="7041196"/>
                <a:ext cx="145758" cy="14456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8" h="117">
                    <a:moveTo>
                      <a:pt x="111" y="117"/>
                    </a:moveTo>
                    <a:cubicBezTo>
                      <a:pt x="109" y="117"/>
                      <a:pt x="107" y="116"/>
                      <a:pt x="106" y="115"/>
                    </a:cubicBezTo>
                    <a:lnTo>
                      <a:pt x="1" y="10"/>
                    </a:lnTo>
                    <a:cubicBezTo>
                      <a:pt x="0" y="8"/>
                      <a:pt x="0" y="4"/>
                      <a:pt x="1" y="1"/>
                    </a:cubicBezTo>
                    <a:cubicBezTo>
                      <a:pt x="3" y="0"/>
                      <a:pt x="7" y="0"/>
                      <a:pt x="10" y="1"/>
                    </a:cubicBezTo>
                    <a:lnTo>
                      <a:pt x="115" y="106"/>
                    </a:lnTo>
                    <a:cubicBezTo>
                      <a:pt x="118" y="109"/>
                      <a:pt x="118" y="112"/>
                      <a:pt x="115" y="115"/>
                    </a:cubicBezTo>
                    <a:cubicBezTo>
                      <a:pt x="114" y="116"/>
                      <a:pt x="112" y="117"/>
                      <a:pt x="111" y="1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288" name="Freeform 287">
            <a:extLst>
              <a:ext uri="{FF2B5EF4-FFF2-40B4-BE49-F238E27FC236}">
                <a16:creationId xmlns:a16="http://schemas.microsoft.com/office/drawing/2014/main" id="{E35091C9-5AA6-9F4E-90AE-3B0C36F13099}"/>
              </a:ext>
            </a:extLst>
          </p:cNvPr>
          <p:cNvSpPr/>
          <p:nvPr/>
        </p:nvSpPr>
        <p:spPr>
          <a:xfrm>
            <a:off x="3089567" y="3610326"/>
            <a:ext cx="7377579" cy="192791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923" h="1548">
                <a:moveTo>
                  <a:pt x="5923" y="1548"/>
                </a:moveTo>
                <a:lnTo>
                  <a:pt x="667" y="1548"/>
                </a:lnTo>
                <a:cubicBezTo>
                  <a:pt x="298" y="1548"/>
                  <a:pt x="0" y="1249"/>
                  <a:pt x="0" y="881"/>
                </a:cubicBezTo>
                <a:lnTo>
                  <a:pt x="0" y="0"/>
                </a:lnTo>
                <a:lnTo>
                  <a:pt x="4967" y="0"/>
                </a:lnTo>
                <a:cubicBezTo>
                  <a:pt x="5495" y="0"/>
                  <a:pt x="5923" y="428"/>
                  <a:pt x="5923" y="956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90" name="Freeform 289">
            <a:extLst>
              <a:ext uri="{FF2B5EF4-FFF2-40B4-BE49-F238E27FC236}">
                <a16:creationId xmlns:a16="http://schemas.microsoft.com/office/drawing/2014/main" id="{1BBD8285-CB1A-004C-BFD9-1CC49837194D}"/>
              </a:ext>
            </a:extLst>
          </p:cNvPr>
          <p:cNvSpPr/>
          <p:nvPr/>
        </p:nvSpPr>
        <p:spPr>
          <a:xfrm>
            <a:off x="2545156" y="3420900"/>
            <a:ext cx="1528583" cy="15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28" h="1228">
                <a:moveTo>
                  <a:pt x="1228" y="614"/>
                </a:moveTo>
                <a:cubicBezTo>
                  <a:pt x="1228" y="953"/>
                  <a:pt x="953" y="1228"/>
                  <a:pt x="614" y="1228"/>
                </a:cubicBezTo>
                <a:cubicBezTo>
                  <a:pt x="275" y="1228"/>
                  <a:pt x="0" y="953"/>
                  <a:pt x="0" y="614"/>
                </a:cubicBezTo>
                <a:cubicBezTo>
                  <a:pt x="0" y="275"/>
                  <a:pt x="275" y="0"/>
                  <a:pt x="614" y="0"/>
                </a:cubicBezTo>
                <a:cubicBezTo>
                  <a:pt x="953" y="0"/>
                  <a:pt x="1228" y="275"/>
                  <a:pt x="1228" y="614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92" name="Freeform 291">
            <a:extLst>
              <a:ext uri="{FF2B5EF4-FFF2-40B4-BE49-F238E27FC236}">
                <a16:creationId xmlns:a16="http://schemas.microsoft.com/office/drawing/2014/main" id="{4B7E1FC2-EC49-364B-8D37-8CBA67754188}"/>
              </a:ext>
            </a:extLst>
          </p:cNvPr>
          <p:cNvSpPr/>
          <p:nvPr/>
        </p:nvSpPr>
        <p:spPr>
          <a:xfrm>
            <a:off x="2727042" y="3604095"/>
            <a:ext cx="1164815" cy="116397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36" h="935">
                <a:moveTo>
                  <a:pt x="936" y="467"/>
                </a:moveTo>
                <a:cubicBezTo>
                  <a:pt x="936" y="725"/>
                  <a:pt x="726" y="935"/>
                  <a:pt x="468" y="935"/>
                </a:cubicBezTo>
                <a:cubicBezTo>
                  <a:pt x="209" y="935"/>
                  <a:pt x="0" y="725"/>
                  <a:pt x="0" y="467"/>
                </a:cubicBezTo>
                <a:cubicBezTo>
                  <a:pt x="0" y="209"/>
                  <a:pt x="209" y="0"/>
                  <a:pt x="468" y="0"/>
                </a:cubicBezTo>
                <a:cubicBezTo>
                  <a:pt x="726" y="0"/>
                  <a:pt x="936" y="209"/>
                  <a:pt x="936" y="467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66" name="Freeform 365">
            <a:extLst>
              <a:ext uri="{FF2B5EF4-FFF2-40B4-BE49-F238E27FC236}">
                <a16:creationId xmlns:a16="http://schemas.microsoft.com/office/drawing/2014/main" id="{5EE69294-7CF2-3B4D-8D70-25CDBC0EE656}"/>
              </a:ext>
            </a:extLst>
          </p:cNvPr>
          <p:cNvSpPr/>
          <p:nvPr/>
        </p:nvSpPr>
        <p:spPr>
          <a:xfrm>
            <a:off x="14454925" y="3610326"/>
            <a:ext cx="7377579" cy="192791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923" h="1548">
                <a:moveTo>
                  <a:pt x="5923" y="1548"/>
                </a:moveTo>
                <a:lnTo>
                  <a:pt x="667" y="1548"/>
                </a:lnTo>
                <a:cubicBezTo>
                  <a:pt x="298" y="1548"/>
                  <a:pt x="0" y="1249"/>
                  <a:pt x="0" y="881"/>
                </a:cubicBezTo>
                <a:lnTo>
                  <a:pt x="0" y="0"/>
                </a:lnTo>
                <a:lnTo>
                  <a:pt x="4967" y="0"/>
                </a:lnTo>
                <a:cubicBezTo>
                  <a:pt x="5495" y="0"/>
                  <a:pt x="5923" y="428"/>
                  <a:pt x="5923" y="956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68" name="Freeform 367">
            <a:extLst>
              <a:ext uri="{FF2B5EF4-FFF2-40B4-BE49-F238E27FC236}">
                <a16:creationId xmlns:a16="http://schemas.microsoft.com/office/drawing/2014/main" id="{3D111013-2AE0-4B4D-A7B5-DC6A4C636E9F}"/>
              </a:ext>
            </a:extLst>
          </p:cNvPr>
          <p:cNvSpPr/>
          <p:nvPr/>
        </p:nvSpPr>
        <p:spPr>
          <a:xfrm>
            <a:off x="13910514" y="3420900"/>
            <a:ext cx="1528583" cy="152912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228" h="1228">
                <a:moveTo>
                  <a:pt x="1228" y="614"/>
                </a:moveTo>
                <a:cubicBezTo>
                  <a:pt x="1228" y="953"/>
                  <a:pt x="953" y="1228"/>
                  <a:pt x="614" y="1228"/>
                </a:cubicBezTo>
                <a:cubicBezTo>
                  <a:pt x="275" y="1228"/>
                  <a:pt x="0" y="953"/>
                  <a:pt x="0" y="614"/>
                </a:cubicBezTo>
                <a:cubicBezTo>
                  <a:pt x="0" y="275"/>
                  <a:pt x="275" y="0"/>
                  <a:pt x="614" y="0"/>
                </a:cubicBezTo>
                <a:cubicBezTo>
                  <a:pt x="953" y="0"/>
                  <a:pt x="1228" y="275"/>
                  <a:pt x="1228" y="614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70" name="Freeform 369">
            <a:extLst>
              <a:ext uri="{FF2B5EF4-FFF2-40B4-BE49-F238E27FC236}">
                <a16:creationId xmlns:a16="http://schemas.microsoft.com/office/drawing/2014/main" id="{ACD29495-84C4-1841-A356-29FC6324F86A}"/>
              </a:ext>
            </a:extLst>
          </p:cNvPr>
          <p:cNvSpPr/>
          <p:nvPr/>
        </p:nvSpPr>
        <p:spPr>
          <a:xfrm>
            <a:off x="14092399" y="3604095"/>
            <a:ext cx="1163569" cy="116397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35" h="935">
                <a:moveTo>
                  <a:pt x="935" y="467"/>
                </a:moveTo>
                <a:cubicBezTo>
                  <a:pt x="935" y="725"/>
                  <a:pt x="726" y="935"/>
                  <a:pt x="468" y="935"/>
                </a:cubicBezTo>
                <a:cubicBezTo>
                  <a:pt x="210" y="935"/>
                  <a:pt x="0" y="725"/>
                  <a:pt x="0" y="467"/>
                </a:cubicBezTo>
                <a:cubicBezTo>
                  <a:pt x="0" y="209"/>
                  <a:pt x="210" y="0"/>
                  <a:pt x="468" y="0"/>
                </a:cubicBezTo>
                <a:cubicBezTo>
                  <a:pt x="726" y="0"/>
                  <a:pt x="935" y="209"/>
                  <a:pt x="935" y="467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E5043396-A27F-2849-B5D7-4A5132843440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5027468A-31C0-F441-A413-14A9B63A8A39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AA6C81DC-45A9-3748-8E43-031A12E361F4}"/>
              </a:ext>
            </a:extLst>
          </p:cNvPr>
          <p:cNvSpPr txBox="1"/>
          <p:nvPr/>
        </p:nvSpPr>
        <p:spPr>
          <a:xfrm>
            <a:off x="4265112" y="3731946"/>
            <a:ext cx="5826740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4156C6A5-2375-0848-B6C2-4E239DC3B937}"/>
              </a:ext>
            </a:extLst>
          </p:cNvPr>
          <p:cNvSpPr txBox="1"/>
          <p:nvPr/>
        </p:nvSpPr>
        <p:spPr>
          <a:xfrm>
            <a:off x="4265113" y="4402137"/>
            <a:ext cx="5826741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031BA4C8-8282-0B40-8805-250127BE9BD7}"/>
              </a:ext>
            </a:extLst>
          </p:cNvPr>
          <p:cNvSpPr txBox="1"/>
          <p:nvPr/>
        </p:nvSpPr>
        <p:spPr>
          <a:xfrm>
            <a:off x="15639358" y="3732458"/>
            <a:ext cx="5826741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AE3A5FDA-47FF-1140-9E9E-A8C7F9DD41B8}"/>
              </a:ext>
            </a:extLst>
          </p:cNvPr>
          <p:cNvSpPr txBox="1"/>
          <p:nvPr/>
        </p:nvSpPr>
        <p:spPr>
          <a:xfrm>
            <a:off x="15639358" y="4414829"/>
            <a:ext cx="5826742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6A46E63E-FBE0-914A-97B8-BEAE8D59505D}"/>
              </a:ext>
            </a:extLst>
          </p:cNvPr>
          <p:cNvSpPr txBox="1"/>
          <p:nvPr/>
        </p:nvSpPr>
        <p:spPr>
          <a:xfrm>
            <a:off x="2737395" y="3585452"/>
            <a:ext cx="1137424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A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7B5D9AAC-8764-0246-A129-044D9079F0FB}"/>
              </a:ext>
            </a:extLst>
          </p:cNvPr>
          <p:cNvSpPr txBox="1"/>
          <p:nvPr/>
        </p:nvSpPr>
        <p:spPr>
          <a:xfrm>
            <a:off x="14100846" y="3589595"/>
            <a:ext cx="1137424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484873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D68601D-97D7-1C4C-9FA7-E5DCA91AFCDB}"/>
              </a:ext>
            </a:extLst>
          </p:cNvPr>
          <p:cNvGrpSpPr/>
          <p:nvPr/>
        </p:nvGrpSpPr>
        <p:grpSpPr>
          <a:xfrm>
            <a:off x="5809127" y="7133417"/>
            <a:ext cx="12759395" cy="5839831"/>
            <a:chOff x="5809127" y="7133417"/>
            <a:chExt cx="12759395" cy="583983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1A42CA5-C160-CC4B-81E1-3A86D1D3D6F9}"/>
                </a:ext>
              </a:extLst>
            </p:cNvPr>
            <p:cNvGrpSpPr/>
            <p:nvPr/>
          </p:nvGrpSpPr>
          <p:grpSpPr>
            <a:xfrm>
              <a:off x="6058285" y="11040346"/>
              <a:ext cx="1745580" cy="864879"/>
              <a:chOff x="6058285" y="11040346"/>
              <a:chExt cx="1745580" cy="864879"/>
            </a:xfrm>
          </p:grpSpPr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9A26ED6E-CE42-5642-91D1-526F9C7CA62F}"/>
                  </a:ext>
                </a:extLst>
              </p:cNvPr>
              <p:cNvSpPr/>
              <p:nvPr/>
            </p:nvSpPr>
            <p:spPr>
              <a:xfrm>
                <a:off x="6353541" y="11150014"/>
                <a:ext cx="1441381" cy="7477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58" h="601">
                    <a:moveTo>
                      <a:pt x="1158" y="0"/>
                    </a:moveTo>
                    <a:lnTo>
                      <a:pt x="0" y="0"/>
                    </a:lnTo>
                    <a:lnTo>
                      <a:pt x="0" y="601"/>
                    </a:lnTo>
                    <a:lnTo>
                      <a:pt x="1158" y="601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E0BF10D8-57CF-4242-9FED-682F57574E6B}"/>
                  </a:ext>
                </a:extLst>
              </p:cNvPr>
              <p:cNvSpPr/>
              <p:nvPr/>
            </p:nvSpPr>
            <p:spPr>
              <a:xfrm>
                <a:off x="6346067" y="11142533"/>
                <a:ext cx="1456331" cy="762692"/>
              </a:xfrm>
              <a:custGeom>
                <a:avLst/>
                <a:gdLst>
                  <a:gd name="connsiteX0" fmla="*/ 14946 w 1456331"/>
                  <a:gd name="connsiteY0" fmla="*/ 14955 h 762692"/>
                  <a:gd name="connsiteX1" fmla="*/ 14946 w 1456331"/>
                  <a:gd name="connsiteY1" fmla="*/ 747738 h 762692"/>
                  <a:gd name="connsiteX2" fmla="*/ 1441378 w 1456331"/>
                  <a:gd name="connsiteY2" fmla="*/ 747738 h 762692"/>
                  <a:gd name="connsiteX3" fmla="*/ 1441378 w 1456331"/>
                  <a:gd name="connsiteY3" fmla="*/ 14955 h 762692"/>
                  <a:gd name="connsiteX4" fmla="*/ 0 w 1456331"/>
                  <a:gd name="connsiteY4" fmla="*/ 0 h 762692"/>
                  <a:gd name="connsiteX5" fmla="*/ 1456331 w 1456331"/>
                  <a:gd name="connsiteY5" fmla="*/ 0 h 762692"/>
                  <a:gd name="connsiteX6" fmla="*/ 1456331 w 1456331"/>
                  <a:gd name="connsiteY6" fmla="*/ 762692 h 762692"/>
                  <a:gd name="connsiteX7" fmla="*/ 0 w 1456331"/>
                  <a:gd name="connsiteY7" fmla="*/ 762692 h 7626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56331" h="762692">
                    <a:moveTo>
                      <a:pt x="14946" y="14955"/>
                    </a:moveTo>
                    <a:lnTo>
                      <a:pt x="14946" y="747738"/>
                    </a:lnTo>
                    <a:lnTo>
                      <a:pt x="1441378" y="747738"/>
                    </a:lnTo>
                    <a:lnTo>
                      <a:pt x="1441378" y="14955"/>
                    </a:lnTo>
                    <a:close/>
                    <a:moveTo>
                      <a:pt x="0" y="0"/>
                    </a:moveTo>
                    <a:lnTo>
                      <a:pt x="1456331" y="0"/>
                    </a:lnTo>
                    <a:lnTo>
                      <a:pt x="1456331" y="762692"/>
                    </a:lnTo>
                    <a:lnTo>
                      <a:pt x="0" y="762692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465F5D21-4492-3048-AFEE-593E8782213E}"/>
                  </a:ext>
                </a:extLst>
              </p:cNvPr>
              <p:cNvSpPr/>
              <p:nvPr/>
            </p:nvSpPr>
            <p:spPr>
              <a:xfrm>
                <a:off x="6353541" y="11150014"/>
                <a:ext cx="1441381" cy="7477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58" h="601">
                    <a:moveTo>
                      <a:pt x="1158" y="0"/>
                    </a:moveTo>
                    <a:lnTo>
                      <a:pt x="0" y="0"/>
                    </a:lnTo>
                    <a:lnTo>
                      <a:pt x="0" y="601"/>
                    </a:lnTo>
                    <a:lnTo>
                      <a:pt x="1158" y="601"/>
                    </a:lnTo>
                    <a:close/>
                  </a:path>
                </a:pathLst>
              </a:custGeom>
              <a:solidFill>
                <a:srgbClr val="262626">
                  <a:alpha val="20000"/>
                </a:srgb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2CE57C0E-4ED3-0D40-8CAE-E726FFC10DF5}"/>
                  </a:ext>
                </a:extLst>
              </p:cNvPr>
              <p:cNvSpPr/>
              <p:nvPr/>
            </p:nvSpPr>
            <p:spPr>
              <a:xfrm>
                <a:off x="6252632" y="11047823"/>
                <a:ext cx="1543532" cy="2068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40" h="167">
                    <a:moveTo>
                      <a:pt x="1168" y="0"/>
                    </a:moveTo>
                    <a:lnTo>
                      <a:pt x="642" y="0"/>
                    </a:lnTo>
                    <a:lnTo>
                      <a:pt x="116" y="0"/>
                    </a:lnTo>
                    <a:cubicBezTo>
                      <a:pt x="102" y="0"/>
                      <a:pt x="88" y="4"/>
                      <a:pt x="76" y="12"/>
                    </a:cubicBezTo>
                    <a:cubicBezTo>
                      <a:pt x="64" y="20"/>
                      <a:pt x="54" y="32"/>
                      <a:pt x="49" y="45"/>
                    </a:cubicBezTo>
                    <a:lnTo>
                      <a:pt x="25" y="106"/>
                    </a:lnTo>
                    <a:lnTo>
                      <a:pt x="0" y="167"/>
                    </a:lnTo>
                    <a:lnTo>
                      <a:pt x="604" y="167"/>
                    </a:lnTo>
                    <a:lnTo>
                      <a:pt x="1208" y="167"/>
                    </a:lnTo>
                    <a:lnTo>
                      <a:pt x="1221" y="133"/>
                    </a:lnTo>
                    <a:lnTo>
                      <a:pt x="1235" y="100"/>
                    </a:lnTo>
                    <a:cubicBezTo>
                      <a:pt x="1245" y="76"/>
                      <a:pt x="1240" y="50"/>
                      <a:pt x="1228" y="32"/>
                    </a:cubicBezTo>
                    <a:cubicBezTo>
                      <a:pt x="1215" y="13"/>
                      <a:pt x="1193" y="0"/>
                      <a:pt x="11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A2EA95C3-834B-C740-A4D3-C32B827BAE1F}"/>
                  </a:ext>
                </a:extLst>
              </p:cNvPr>
              <p:cNvSpPr/>
              <p:nvPr/>
            </p:nvSpPr>
            <p:spPr>
              <a:xfrm>
                <a:off x="6241419" y="11040346"/>
                <a:ext cx="1562446" cy="221829"/>
              </a:xfrm>
              <a:custGeom>
                <a:avLst/>
                <a:gdLst>
                  <a:gd name="connsiteX0" fmla="*/ 155615 w 1562446"/>
                  <a:gd name="connsiteY0" fmla="*/ 14954 h 221829"/>
                  <a:gd name="connsiteX1" fmla="*/ 109558 w 1562446"/>
                  <a:gd name="connsiteY1" fmla="*/ 28574 h 221829"/>
                  <a:gd name="connsiteX2" fmla="*/ 78439 w 1562446"/>
                  <a:gd name="connsiteY2" fmla="*/ 66958 h 221829"/>
                  <a:gd name="connsiteX3" fmla="*/ 22424 w 1562446"/>
                  <a:gd name="connsiteY3" fmla="*/ 206873 h 221829"/>
                  <a:gd name="connsiteX4" fmla="*/ 1509930 w 1562446"/>
                  <a:gd name="connsiteY4" fmla="*/ 206873 h 221829"/>
                  <a:gd name="connsiteX5" fmla="*/ 1541049 w 1562446"/>
                  <a:gd name="connsiteY5" fmla="*/ 128867 h 221829"/>
                  <a:gd name="connsiteX6" fmla="*/ 1533581 w 1562446"/>
                  <a:gd name="connsiteY6" fmla="*/ 50861 h 221829"/>
                  <a:gd name="connsiteX7" fmla="*/ 1465118 w 1562446"/>
                  <a:gd name="connsiteY7" fmla="*/ 14954 h 221829"/>
                  <a:gd name="connsiteX8" fmla="*/ 155600 w 1562446"/>
                  <a:gd name="connsiteY8" fmla="*/ 0 h 221829"/>
                  <a:gd name="connsiteX9" fmla="*/ 1465129 w 1562446"/>
                  <a:gd name="connsiteY9" fmla="*/ 0 h 221829"/>
                  <a:gd name="connsiteX10" fmla="*/ 1546041 w 1562446"/>
                  <a:gd name="connsiteY10" fmla="*/ 43374 h 221829"/>
                  <a:gd name="connsiteX11" fmla="*/ 1554754 w 1562446"/>
                  <a:gd name="connsiteY11" fmla="*/ 133841 h 221829"/>
                  <a:gd name="connsiteX12" fmla="*/ 1519900 w 1562446"/>
                  <a:gd name="connsiteY12" fmla="*/ 221829 h 221829"/>
                  <a:gd name="connsiteX13" fmla="*/ 0 w 1562446"/>
                  <a:gd name="connsiteY13" fmla="*/ 221829 h 221829"/>
                  <a:gd name="connsiteX14" fmla="*/ 64730 w 1562446"/>
                  <a:gd name="connsiteY14" fmla="*/ 60724 h 221829"/>
                  <a:gd name="connsiteX15" fmla="*/ 100829 w 1562446"/>
                  <a:gd name="connsiteY15" fmla="*/ 16110 h 221829"/>
                  <a:gd name="connsiteX16" fmla="*/ 155600 w 1562446"/>
                  <a:gd name="connsiteY16" fmla="*/ 0 h 221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562446" h="221829">
                    <a:moveTo>
                      <a:pt x="155615" y="14954"/>
                    </a:moveTo>
                    <a:cubicBezTo>
                      <a:pt x="139433" y="14954"/>
                      <a:pt x="123251" y="18669"/>
                      <a:pt x="109558" y="28574"/>
                    </a:cubicBezTo>
                    <a:cubicBezTo>
                      <a:pt x="95866" y="38480"/>
                      <a:pt x="84663" y="50861"/>
                      <a:pt x="78439" y="66958"/>
                    </a:cubicBezTo>
                    <a:lnTo>
                      <a:pt x="22424" y="206873"/>
                    </a:lnTo>
                    <a:lnTo>
                      <a:pt x="1509930" y="206873"/>
                    </a:lnTo>
                    <a:lnTo>
                      <a:pt x="1541049" y="128867"/>
                    </a:lnTo>
                    <a:cubicBezTo>
                      <a:pt x="1552252" y="101627"/>
                      <a:pt x="1549763" y="74387"/>
                      <a:pt x="1533581" y="50861"/>
                    </a:cubicBezTo>
                    <a:cubicBezTo>
                      <a:pt x="1518643" y="27336"/>
                      <a:pt x="1492503" y="14954"/>
                      <a:pt x="1465118" y="14954"/>
                    </a:cubicBezTo>
                    <a:close/>
                    <a:moveTo>
                      <a:pt x="155600" y="0"/>
                    </a:moveTo>
                    <a:lnTo>
                      <a:pt x="1465129" y="0"/>
                    </a:lnTo>
                    <a:cubicBezTo>
                      <a:pt x="1497494" y="0"/>
                      <a:pt x="1527369" y="16110"/>
                      <a:pt x="1546041" y="43374"/>
                    </a:cubicBezTo>
                    <a:cubicBezTo>
                      <a:pt x="1564713" y="69399"/>
                      <a:pt x="1567202" y="102859"/>
                      <a:pt x="1554754" y="133841"/>
                    </a:cubicBezTo>
                    <a:lnTo>
                      <a:pt x="1519900" y="221829"/>
                    </a:lnTo>
                    <a:lnTo>
                      <a:pt x="0" y="221829"/>
                    </a:lnTo>
                    <a:lnTo>
                      <a:pt x="64730" y="60724"/>
                    </a:lnTo>
                    <a:cubicBezTo>
                      <a:pt x="72199" y="43374"/>
                      <a:pt x="84647" y="27264"/>
                      <a:pt x="100829" y="16110"/>
                    </a:cubicBezTo>
                    <a:cubicBezTo>
                      <a:pt x="118256" y="4957"/>
                      <a:pt x="135683" y="0"/>
                      <a:pt x="1556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8" name="Freeform 77">
                <a:extLst>
                  <a:ext uri="{FF2B5EF4-FFF2-40B4-BE49-F238E27FC236}">
                    <a16:creationId xmlns:a16="http://schemas.microsoft.com/office/drawing/2014/main" id="{55907D17-5B24-6644-945F-B8A47002BF07}"/>
                  </a:ext>
                </a:extLst>
              </p:cNvPr>
              <p:cNvSpPr/>
              <p:nvPr/>
            </p:nvSpPr>
            <p:spPr>
              <a:xfrm>
                <a:off x="7154585" y="11255943"/>
                <a:ext cx="601717" cy="2168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4" h="175">
                    <a:moveTo>
                      <a:pt x="70" y="0"/>
                    </a:moveTo>
                    <a:lnTo>
                      <a:pt x="0" y="175"/>
                    </a:lnTo>
                    <a:lnTo>
                      <a:pt x="413" y="175"/>
                    </a:lnTo>
                    <a:lnTo>
                      <a:pt x="484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91DDFCCA-AC0A-DD44-B37B-4557FDD36E82}"/>
                  </a:ext>
                </a:extLst>
              </p:cNvPr>
              <p:cNvSpPr/>
              <p:nvPr/>
            </p:nvSpPr>
            <p:spPr>
              <a:xfrm>
                <a:off x="7143373" y="11248462"/>
                <a:ext cx="624142" cy="231799"/>
              </a:xfrm>
              <a:custGeom>
                <a:avLst/>
                <a:gdLst>
                  <a:gd name="connsiteX0" fmla="*/ 104470 w 624142"/>
                  <a:gd name="connsiteY0" fmla="*/ 14959 h 231799"/>
                  <a:gd name="connsiteX1" fmla="*/ 22424 w 624142"/>
                  <a:gd name="connsiteY1" fmla="*/ 216848 h 231799"/>
                  <a:gd name="connsiteX2" fmla="*/ 519671 w 624142"/>
                  <a:gd name="connsiteY2" fmla="*/ 216848 h 231799"/>
                  <a:gd name="connsiteX3" fmla="*/ 601717 w 624142"/>
                  <a:gd name="connsiteY3" fmla="*/ 14959 h 231799"/>
                  <a:gd name="connsiteX4" fmla="*/ 93249 w 624142"/>
                  <a:gd name="connsiteY4" fmla="*/ 0 h 231799"/>
                  <a:gd name="connsiteX5" fmla="*/ 624142 w 624142"/>
                  <a:gd name="connsiteY5" fmla="*/ 0 h 231799"/>
                  <a:gd name="connsiteX6" fmla="*/ 529651 w 624142"/>
                  <a:gd name="connsiteY6" fmla="*/ 231799 h 231799"/>
                  <a:gd name="connsiteX7" fmla="*/ 0 w 624142"/>
                  <a:gd name="connsiteY7" fmla="*/ 231799 h 231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24142" h="231799">
                    <a:moveTo>
                      <a:pt x="104470" y="14959"/>
                    </a:moveTo>
                    <a:lnTo>
                      <a:pt x="22424" y="216848"/>
                    </a:lnTo>
                    <a:lnTo>
                      <a:pt x="519671" y="216848"/>
                    </a:lnTo>
                    <a:lnTo>
                      <a:pt x="601717" y="14959"/>
                    </a:lnTo>
                    <a:close/>
                    <a:moveTo>
                      <a:pt x="93249" y="0"/>
                    </a:moveTo>
                    <a:lnTo>
                      <a:pt x="624142" y="0"/>
                    </a:lnTo>
                    <a:lnTo>
                      <a:pt x="529651" y="231799"/>
                    </a:lnTo>
                    <a:lnTo>
                      <a:pt x="0" y="231799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1" name="Freeform 80">
                <a:extLst>
                  <a:ext uri="{FF2B5EF4-FFF2-40B4-BE49-F238E27FC236}">
                    <a16:creationId xmlns:a16="http://schemas.microsoft.com/office/drawing/2014/main" id="{9D3F27C5-30F4-F14D-8444-A174A5BB4583}"/>
                  </a:ext>
                </a:extLst>
              </p:cNvPr>
              <p:cNvSpPr/>
              <p:nvPr/>
            </p:nvSpPr>
            <p:spPr>
              <a:xfrm>
                <a:off x="6164181" y="11255943"/>
                <a:ext cx="576802" cy="2168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4" h="175">
                    <a:moveTo>
                      <a:pt x="464" y="0"/>
                    </a:moveTo>
                    <a:lnTo>
                      <a:pt x="71" y="0"/>
                    </a:lnTo>
                    <a:lnTo>
                      <a:pt x="0" y="175"/>
                    </a:lnTo>
                    <a:lnTo>
                      <a:pt x="393" y="175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E51DFE39-14D1-4B47-BFA2-8E16A6C74F18}"/>
                  </a:ext>
                </a:extLst>
              </p:cNvPr>
              <p:cNvSpPr/>
              <p:nvPr/>
            </p:nvSpPr>
            <p:spPr>
              <a:xfrm>
                <a:off x="6152969" y="11248462"/>
                <a:ext cx="599226" cy="231799"/>
              </a:xfrm>
              <a:custGeom>
                <a:avLst/>
                <a:gdLst>
                  <a:gd name="connsiteX0" fmla="*/ 104462 w 599226"/>
                  <a:gd name="connsiteY0" fmla="*/ 14959 h 231799"/>
                  <a:gd name="connsiteX1" fmla="*/ 22424 w 599226"/>
                  <a:gd name="connsiteY1" fmla="*/ 216848 h 231799"/>
                  <a:gd name="connsiteX2" fmla="*/ 494763 w 599226"/>
                  <a:gd name="connsiteY2" fmla="*/ 216848 h 231799"/>
                  <a:gd name="connsiteX3" fmla="*/ 576801 w 599226"/>
                  <a:gd name="connsiteY3" fmla="*/ 14959 h 231799"/>
                  <a:gd name="connsiteX4" fmla="*/ 94484 w 599226"/>
                  <a:gd name="connsiteY4" fmla="*/ 0 h 231799"/>
                  <a:gd name="connsiteX5" fmla="*/ 599226 w 599226"/>
                  <a:gd name="connsiteY5" fmla="*/ 0 h 231799"/>
                  <a:gd name="connsiteX6" fmla="*/ 505986 w 599226"/>
                  <a:gd name="connsiteY6" fmla="*/ 231799 h 231799"/>
                  <a:gd name="connsiteX7" fmla="*/ 0 w 599226"/>
                  <a:gd name="connsiteY7" fmla="*/ 231799 h 231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9226" h="231799">
                    <a:moveTo>
                      <a:pt x="104462" y="14959"/>
                    </a:moveTo>
                    <a:lnTo>
                      <a:pt x="22424" y="216848"/>
                    </a:lnTo>
                    <a:lnTo>
                      <a:pt x="494763" y="216848"/>
                    </a:lnTo>
                    <a:lnTo>
                      <a:pt x="576801" y="14959"/>
                    </a:lnTo>
                    <a:close/>
                    <a:moveTo>
                      <a:pt x="94484" y="0"/>
                    </a:moveTo>
                    <a:lnTo>
                      <a:pt x="599226" y="0"/>
                    </a:lnTo>
                    <a:lnTo>
                      <a:pt x="505986" y="231799"/>
                    </a:lnTo>
                    <a:lnTo>
                      <a:pt x="0" y="231799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4" name="Freeform 83">
                <a:extLst>
                  <a:ext uri="{FF2B5EF4-FFF2-40B4-BE49-F238E27FC236}">
                    <a16:creationId xmlns:a16="http://schemas.microsoft.com/office/drawing/2014/main" id="{CB17768B-7099-D444-ACEA-A319DF8ABD59}"/>
                  </a:ext>
                </a:extLst>
              </p:cNvPr>
              <p:cNvSpPr/>
              <p:nvPr/>
            </p:nvSpPr>
            <p:spPr>
              <a:xfrm>
                <a:off x="6653777" y="11255943"/>
                <a:ext cx="586768" cy="2168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2" h="175">
                    <a:moveTo>
                      <a:pt x="402" y="175"/>
                    </a:moveTo>
                    <a:lnTo>
                      <a:pt x="472" y="0"/>
                    </a:lnTo>
                    <a:lnTo>
                      <a:pt x="71" y="0"/>
                    </a:lnTo>
                    <a:lnTo>
                      <a:pt x="0" y="175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A58EC663-B710-494E-9026-2DF38B9BBEF7}"/>
                  </a:ext>
                </a:extLst>
              </p:cNvPr>
              <p:cNvSpPr/>
              <p:nvPr/>
            </p:nvSpPr>
            <p:spPr>
              <a:xfrm>
                <a:off x="6642565" y="11248462"/>
                <a:ext cx="610438" cy="231799"/>
              </a:xfrm>
              <a:custGeom>
                <a:avLst/>
                <a:gdLst>
                  <a:gd name="connsiteX0" fmla="*/ 104468 w 610438"/>
                  <a:gd name="connsiteY0" fmla="*/ 14959 h 231799"/>
                  <a:gd name="connsiteX1" fmla="*/ 23670 w 610438"/>
                  <a:gd name="connsiteY1" fmla="*/ 216848 h 231799"/>
                  <a:gd name="connsiteX2" fmla="*/ 505971 w 610438"/>
                  <a:gd name="connsiteY2" fmla="*/ 216848 h 231799"/>
                  <a:gd name="connsiteX3" fmla="*/ 586768 w 610438"/>
                  <a:gd name="connsiteY3" fmla="*/ 14959 h 231799"/>
                  <a:gd name="connsiteX4" fmla="*/ 94488 w 610438"/>
                  <a:gd name="connsiteY4" fmla="*/ 0 h 231799"/>
                  <a:gd name="connsiteX5" fmla="*/ 610438 w 610438"/>
                  <a:gd name="connsiteY5" fmla="*/ 0 h 231799"/>
                  <a:gd name="connsiteX6" fmla="*/ 515951 w 610438"/>
                  <a:gd name="connsiteY6" fmla="*/ 231799 h 231799"/>
                  <a:gd name="connsiteX7" fmla="*/ 0 w 610438"/>
                  <a:gd name="connsiteY7" fmla="*/ 231799 h 231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0438" h="231799">
                    <a:moveTo>
                      <a:pt x="104468" y="14959"/>
                    </a:moveTo>
                    <a:lnTo>
                      <a:pt x="23670" y="216848"/>
                    </a:lnTo>
                    <a:lnTo>
                      <a:pt x="505971" y="216848"/>
                    </a:lnTo>
                    <a:lnTo>
                      <a:pt x="586768" y="14959"/>
                    </a:lnTo>
                    <a:close/>
                    <a:moveTo>
                      <a:pt x="94488" y="0"/>
                    </a:moveTo>
                    <a:lnTo>
                      <a:pt x="610438" y="0"/>
                    </a:lnTo>
                    <a:lnTo>
                      <a:pt x="515951" y="231799"/>
                    </a:lnTo>
                    <a:lnTo>
                      <a:pt x="0" y="231799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51D7FFBF-7F1E-2C44-AD35-9E8F72C2E422}"/>
                  </a:ext>
                </a:extLst>
              </p:cNvPr>
              <p:cNvSpPr/>
              <p:nvPr/>
            </p:nvSpPr>
            <p:spPr>
              <a:xfrm>
                <a:off x="6069501" y="11474033"/>
                <a:ext cx="583031" cy="2355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9" h="190">
                    <a:moveTo>
                      <a:pt x="76" y="0"/>
                    </a:moveTo>
                    <a:lnTo>
                      <a:pt x="0" y="190"/>
                    </a:lnTo>
                    <a:lnTo>
                      <a:pt x="392" y="190"/>
                    </a:lnTo>
                    <a:lnTo>
                      <a:pt x="469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419E3535-70DA-DB44-B3DE-E3C2F3CF2EA3}"/>
                  </a:ext>
                </a:extLst>
              </p:cNvPr>
              <p:cNvSpPr/>
              <p:nvPr/>
            </p:nvSpPr>
            <p:spPr>
              <a:xfrm>
                <a:off x="6058285" y="11466556"/>
                <a:ext cx="606701" cy="250492"/>
              </a:xfrm>
              <a:custGeom>
                <a:avLst/>
                <a:gdLst>
                  <a:gd name="connsiteX0" fmla="*/ 110681 w 606701"/>
                  <a:gd name="connsiteY0" fmla="*/ 14955 h 250492"/>
                  <a:gd name="connsiteX1" fmla="*/ 21182 w 606701"/>
                  <a:gd name="connsiteY1" fmla="*/ 235538 h 250492"/>
                  <a:gd name="connsiteX2" fmla="*/ 494779 w 606701"/>
                  <a:gd name="connsiteY2" fmla="*/ 235538 h 250492"/>
                  <a:gd name="connsiteX3" fmla="*/ 583034 w 606701"/>
                  <a:gd name="connsiteY3" fmla="*/ 14955 h 250492"/>
                  <a:gd name="connsiteX4" fmla="*/ 100703 w 606701"/>
                  <a:gd name="connsiteY4" fmla="*/ 0 h 250492"/>
                  <a:gd name="connsiteX5" fmla="*/ 606701 w 606701"/>
                  <a:gd name="connsiteY5" fmla="*/ 0 h 250492"/>
                  <a:gd name="connsiteX6" fmla="*/ 504756 w 606701"/>
                  <a:gd name="connsiteY6" fmla="*/ 250492 h 250492"/>
                  <a:gd name="connsiteX7" fmla="*/ 0 w 606701"/>
                  <a:gd name="connsiteY7" fmla="*/ 250492 h 250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06701" h="250492">
                    <a:moveTo>
                      <a:pt x="110681" y="14955"/>
                    </a:moveTo>
                    <a:lnTo>
                      <a:pt x="21182" y="235538"/>
                    </a:lnTo>
                    <a:lnTo>
                      <a:pt x="494779" y="235538"/>
                    </a:lnTo>
                    <a:lnTo>
                      <a:pt x="583034" y="14955"/>
                    </a:lnTo>
                    <a:close/>
                    <a:moveTo>
                      <a:pt x="100703" y="0"/>
                    </a:moveTo>
                    <a:lnTo>
                      <a:pt x="606701" y="0"/>
                    </a:lnTo>
                    <a:lnTo>
                      <a:pt x="504756" y="250492"/>
                    </a:lnTo>
                    <a:lnTo>
                      <a:pt x="0" y="250492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F269145A-2F2A-BF4E-A93B-139377ACD4FE}"/>
                  </a:ext>
                </a:extLst>
              </p:cNvPr>
              <p:cNvSpPr/>
              <p:nvPr/>
            </p:nvSpPr>
            <p:spPr>
              <a:xfrm>
                <a:off x="6557851" y="11474033"/>
                <a:ext cx="595488" cy="2355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9" h="190">
                    <a:moveTo>
                      <a:pt x="77" y="0"/>
                    </a:moveTo>
                    <a:lnTo>
                      <a:pt x="0" y="190"/>
                    </a:lnTo>
                    <a:lnTo>
                      <a:pt x="402" y="190"/>
                    </a:lnTo>
                    <a:lnTo>
                      <a:pt x="479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F1853936-2CAD-E147-9041-5317AE49C235}"/>
                  </a:ext>
                </a:extLst>
              </p:cNvPr>
              <p:cNvSpPr/>
              <p:nvPr/>
            </p:nvSpPr>
            <p:spPr>
              <a:xfrm>
                <a:off x="6547885" y="11466556"/>
                <a:ext cx="616667" cy="250492"/>
              </a:xfrm>
              <a:custGeom>
                <a:avLst/>
                <a:gdLst>
                  <a:gd name="connsiteX0" fmla="*/ 111926 w 616667"/>
                  <a:gd name="connsiteY0" fmla="*/ 14955 h 250492"/>
                  <a:gd name="connsiteX1" fmla="*/ 22424 w 616667"/>
                  <a:gd name="connsiteY1" fmla="*/ 235538 h 250492"/>
                  <a:gd name="connsiteX2" fmla="*/ 504740 w 616667"/>
                  <a:gd name="connsiteY2" fmla="*/ 235538 h 250492"/>
                  <a:gd name="connsiteX3" fmla="*/ 594242 w 616667"/>
                  <a:gd name="connsiteY3" fmla="*/ 14955 h 250492"/>
                  <a:gd name="connsiteX4" fmla="*/ 100706 w 616667"/>
                  <a:gd name="connsiteY4" fmla="*/ 0 h 250492"/>
                  <a:gd name="connsiteX5" fmla="*/ 616667 w 616667"/>
                  <a:gd name="connsiteY5" fmla="*/ 0 h 250492"/>
                  <a:gd name="connsiteX6" fmla="*/ 514718 w 616667"/>
                  <a:gd name="connsiteY6" fmla="*/ 250492 h 250492"/>
                  <a:gd name="connsiteX7" fmla="*/ 0 w 616667"/>
                  <a:gd name="connsiteY7" fmla="*/ 250492 h 250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6667" h="250492">
                    <a:moveTo>
                      <a:pt x="111926" y="14955"/>
                    </a:moveTo>
                    <a:lnTo>
                      <a:pt x="22424" y="235538"/>
                    </a:lnTo>
                    <a:lnTo>
                      <a:pt x="504740" y="235538"/>
                    </a:lnTo>
                    <a:lnTo>
                      <a:pt x="594242" y="14955"/>
                    </a:lnTo>
                    <a:close/>
                    <a:moveTo>
                      <a:pt x="100706" y="0"/>
                    </a:moveTo>
                    <a:lnTo>
                      <a:pt x="616667" y="0"/>
                    </a:lnTo>
                    <a:lnTo>
                      <a:pt x="514718" y="250492"/>
                    </a:lnTo>
                    <a:lnTo>
                      <a:pt x="0" y="250492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D3D7DE33-23D7-4B48-9877-C209A4592473}"/>
                  </a:ext>
                </a:extLst>
              </p:cNvPr>
              <p:cNvSpPr/>
              <p:nvPr/>
            </p:nvSpPr>
            <p:spPr>
              <a:xfrm>
                <a:off x="7058656" y="11474033"/>
                <a:ext cx="609192" cy="2355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0" h="190">
                    <a:moveTo>
                      <a:pt x="0" y="190"/>
                    </a:moveTo>
                    <a:lnTo>
                      <a:pt x="414" y="190"/>
                    </a:lnTo>
                    <a:lnTo>
                      <a:pt x="490" y="0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62E8296A-6EF9-4540-82D6-588B65A9DCDD}"/>
                  </a:ext>
                </a:extLst>
              </p:cNvPr>
              <p:cNvSpPr/>
              <p:nvPr/>
            </p:nvSpPr>
            <p:spPr>
              <a:xfrm>
                <a:off x="7047447" y="11466556"/>
                <a:ext cx="631616" cy="250492"/>
              </a:xfrm>
              <a:custGeom>
                <a:avLst/>
                <a:gdLst>
                  <a:gd name="connsiteX0" fmla="*/ 111931 w 631616"/>
                  <a:gd name="connsiteY0" fmla="*/ 14955 h 250492"/>
                  <a:gd name="connsiteX1" fmla="*/ 22424 w 631616"/>
                  <a:gd name="connsiteY1" fmla="*/ 235538 h 250492"/>
                  <a:gd name="connsiteX2" fmla="*/ 519685 w 631616"/>
                  <a:gd name="connsiteY2" fmla="*/ 235538 h 250492"/>
                  <a:gd name="connsiteX3" fmla="*/ 609192 w 631616"/>
                  <a:gd name="connsiteY3" fmla="*/ 14955 h 250492"/>
                  <a:gd name="connsiteX4" fmla="*/ 101954 w 631616"/>
                  <a:gd name="connsiteY4" fmla="*/ 0 h 250492"/>
                  <a:gd name="connsiteX5" fmla="*/ 631616 w 631616"/>
                  <a:gd name="connsiteY5" fmla="*/ 0 h 250492"/>
                  <a:gd name="connsiteX6" fmla="*/ 530906 w 631616"/>
                  <a:gd name="connsiteY6" fmla="*/ 250492 h 250492"/>
                  <a:gd name="connsiteX7" fmla="*/ 0 w 631616"/>
                  <a:gd name="connsiteY7" fmla="*/ 250492 h 2504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1616" h="250492">
                    <a:moveTo>
                      <a:pt x="111931" y="14955"/>
                    </a:moveTo>
                    <a:lnTo>
                      <a:pt x="22424" y="235538"/>
                    </a:lnTo>
                    <a:lnTo>
                      <a:pt x="519685" y="235538"/>
                    </a:lnTo>
                    <a:lnTo>
                      <a:pt x="609192" y="14955"/>
                    </a:lnTo>
                    <a:close/>
                    <a:moveTo>
                      <a:pt x="101954" y="0"/>
                    </a:moveTo>
                    <a:lnTo>
                      <a:pt x="631616" y="0"/>
                    </a:lnTo>
                    <a:lnTo>
                      <a:pt x="530906" y="250492"/>
                    </a:lnTo>
                    <a:lnTo>
                      <a:pt x="0" y="250492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54350C5A-0BE0-9C4A-978E-D22639204B21}"/>
                  </a:ext>
                </a:extLst>
              </p:cNvPr>
              <p:cNvSpPr/>
              <p:nvPr/>
            </p:nvSpPr>
            <p:spPr>
              <a:xfrm>
                <a:off x="6876774" y="11305792"/>
                <a:ext cx="118350" cy="1096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6" h="89">
                    <a:moveTo>
                      <a:pt x="68" y="5"/>
                    </a:moveTo>
                    <a:lnTo>
                      <a:pt x="70" y="12"/>
                    </a:lnTo>
                    <a:lnTo>
                      <a:pt x="72" y="20"/>
                    </a:lnTo>
                    <a:cubicBezTo>
                      <a:pt x="72" y="20"/>
                      <a:pt x="73" y="21"/>
                      <a:pt x="74" y="22"/>
                    </a:cubicBezTo>
                    <a:cubicBezTo>
                      <a:pt x="74" y="23"/>
                      <a:pt x="75" y="24"/>
                      <a:pt x="76" y="24"/>
                    </a:cubicBezTo>
                    <a:lnTo>
                      <a:pt x="83" y="27"/>
                    </a:lnTo>
                    <a:lnTo>
                      <a:pt x="91" y="30"/>
                    </a:lnTo>
                    <a:cubicBezTo>
                      <a:pt x="94" y="31"/>
                      <a:pt x="96" y="34"/>
                      <a:pt x="96" y="37"/>
                    </a:cubicBezTo>
                    <a:cubicBezTo>
                      <a:pt x="96" y="40"/>
                      <a:pt x="93" y="43"/>
                      <a:pt x="90" y="46"/>
                    </a:cubicBezTo>
                    <a:lnTo>
                      <a:pt x="83" y="52"/>
                    </a:lnTo>
                    <a:lnTo>
                      <a:pt x="75" y="57"/>
                    </a:lnTo>
                    <a:cubicBezTo>
                      <a:pt x="74" y="58"/>
                      <a:pt x="74" y="59"/>
                      <a:pt x="72" y="60"/>
                    </a:cubicBezTo>
                    <a:cubicBezTo>
                      <a:pt x="72" y="61"/>
                      <a:pt x="71" y="62"/>
                      <a:pt x="70" y="64"/>
                    </a:cubicBezTo>
                    <a:lnTo>
                      <a:pt x="69" y="72"/>
                    </a:lnTo>
                    <a:lnTo>
                      <a:pt x="66" y="80"/>
                    </a:lnTo>
                    <a:cubicBezTo>
                      <a:pt x="65" y="83"/>
                      <a:pt x="62" y="86"/>
                      <a:pt x="59" y="88"/>
                    </a:cubicBezTo>
                    <a:cubicBezTo>
                      <a:pt x="55" y="89"/>
                      <a:pt x="51" y="90"/>
                      <a:pt x="48" y="88"/>
                    </a:cubicBezTo>
                    <a:lnTo>
                      <a:pt x="42" y="84"/>
                    </a:lnTo>
                    <a:lnTo>
                      <a:pt x="36" y="81"/>
                    </a:lnTo>
                    <a:cubicBezTo>
                      <a:pt x="35" y="80"/>
                      <a:pt x="34" y="80"/>
                      <a:pt x="33" y="80"/>
                    </a:cubicBezTo>
                    <a:cubicBezTo>
                      <a:pt x="31" y="80"/>
                      <a:pt x="29" y="80"/>
                      <a:pt x="28" y="80"/>
                    </a:cubicBezTo>
                    <a:lnTo>
                      <a:pt x="20" y="83"/>
                    </a:lnTo>
                    <a:lnTo>
                      <a:pt x="11" y="85"/>
                    </a:lnTo>
                    <a:cubicBezTo>
                      <a:pt x="7" y="86"/>
                      <a:pt x="4" y="85"/>
                      <a:pt x="2" y="83"/>
                    </a:cubicBezTo>
                    <a:cubicBezTo>
                      <a:pt x="0" y="81"/>
                      <a:pt x="-1" y="78"/>
                      <a:pt x="1" y="74"/>
                    </a:cubicBezTo>
                    <a:lnTo>
                      <a:pt x="4" y="66"/>
                    </a:lnTo>
                    <a:lnTo>
                      <a:pt x="8" y="58"/>
                    </a:lnTo>
                    <a:cubicBezTo>
                      <a:pt x="8" y="57"/>
                      <a:pt x="9" y="56"/>
                      <a:pt x="9" y="54"/>
                    </a:cubicBezTo>
                    <a:cubicBezTo>
                      <a:pt x="9" y="53"/>
                      <a:pt x="9" y="52"/>
                      <a:pt x="8" y="51"/>
                    </a:cubicBezTo>
                    <a:lnTo>
                      <a:pt x="5" y="45"/>
                    </a:lnTo>
                    <a:lnTo>
                      <a:pt x="2" y="38"/>
                    </a:lnTo>
                    <a:cubicBezTo>
                      <a:pt x="1" y="35"/>
                      <a:pt x="1" y="32"/>
                      <a:pt x="3" y="29"/>
                    </a:cubicBezTo>
                    <a:cubicBezTo>
                      <a:pt x="6" y="26"/>
                      <a:pt x="9" y="23"/>
                      <a:pt x="13" y="23"/>
                    </a:cubicBezTo>
                    <a:lnTo>
                      <a:pt x="22" y="21"/>
                    </a:lnTo>
                    <a:lnTo>
                      <a:pt x="30" y="20"/>
                    </a:lnTo>
                    <a:cubicBezTo>
                      <a:pt x="31" y="20"/>
                      <a:pt x="33" y="20"/>
                      <a:pt x="34" y="19"/>
                    </a:cubicBezTo>
                    <a:cubicBezTo>
                      <a:pt x="35" y="19"/>
                      <a:pt x="37" y="17"/>
                      <a:pt x="37" y="17"/>
                    </a:cubicBezTo>
                    <a:lnTo>
                      <a:pt x="44" y="10"/>
                    </a:lnTo>
                    <a:lnTo>
                      <a:pt x="51" y="4"/>
                    </a:lnTo>
                    <a:cubicBezTo>
                      <a:pt x="54" y="1"/>
                      <a:pt x="57" y="-1"/>
                      <a:pt x="61" y="0"/>
                    </a:cubicBezTo>
                    <a:cubicBezTo>
                      <a:pt x="64" y="0"/>
                      <a:pt x="67" y="2"/>
                      <a:pt x="68" y="5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D42F7F4C-1FF2-1C4A-B5C7-3FFF69BBE945}"/>
                  </a:ext>
                </a:extLst>
              </p:cNvPr>
              <p:cNvSpPr/>
              <p:nvPr/>
            </p:nvSpPr>
            <p:spPr>
              <a:xfrm>
                <a:off x="6869299" y="11298001"/>
                <a:ext cx="133300" cy="124937"/>
              </a:xfrm>
              <a:custGeom>
                <a:avLst/>
                <a:gdLst>
                  <a:gd name="connsiteX0" fmla="*/ 82639 w 133300"/>
                  <a:gd name="connsiteY0" fmla="*/ 15265 h 124937"/>
                  <a:gd name="connsiteX1" fmla="*/ 75255 w 133300"/>
                  <a:gd name="connsiteY1" fmla="*/ 17725 h 124937"/>
                  <a:gd name="connsiteX2" fmla="*/ 58024 w 133300"/>
                  <a:gd name="connsiteY2" fmla="*/ 33716 h 124937"/>
                  <a:gd name="connsiteX3" fmla="*/ 53101 w 133300"/>
                  <a:gd name="connsiteY3" fmla="*/ 38636 h 124937"/>
                  <a:gd name="connsiteX4" fmla="*/ 45716 w 133300"/>
                  <a:gd name="connsiteY4" fmla="*/ 39866 h 124937"/>
                  <a:gd name="connsiteX5" fmla="*/ 23562 w 133300"/>
                  <a:gd name="connsiteY5" fmla="*/ 43556 h 124937"/>
                  <a:gd name="connsiteX6" fmla="*/ 17408 w 133300"/>
                  <a:gd name="connsiteY6" fmla="*/ 47246 h 124937"/>
                  <a:gd name="connsiteX7" fmla="*/ 16177 w 133300"/>
                  <a:gd name="connsiteY7" fmla="*/ 52166 h 124937"/>
                  <a:gd name="connsiteX8" fmla="*/ 23562 w 133300"/>
                  <a:gd name="connsiteY8" fmla="*/ 66927 h 124937"/>
                  <a:gd name="connsiteX9" fmla="*/ 26023 w 133300"/>
                  <a:gd name="connsiteY9" fmla="*/ 74307 h 124937"/>
                  <a:gd name="connsiteX10" fmla="*/ 23562 w 133300"/>
                  <a:gd name="connsiteY10" fmla="*/ 82917 h 124937"/>
                  <a:gd name="connsiteX11" fmla="*/ 14946 w 133300"/>
                  <a:gd name="connsiteY11" fmla="*/ 102598 h 124937"/>
                  <a:gd name="connsiteX12" fmla="*/ 14946 w 133300"/>
                  <a:gd name="connsiteY12" fmla="*/ 105058 h 124937"/>
                  <a:gd name="connsiteX13" fmla="*/ 19869 w 133300"/>
                  <a:gd name="connsiteY13" fmla="*/ 105058 h 124937"/>
                  <a:gd name="connsiteX14" fmla="*/ 39562 w 133300"/>
                  <a:gd name="connsiteY14" fmla="*/ 100138 h 124937"/>
                  <a:gd name="connsiteX15" fmla="*/ 45716 w 133300"/>
                  <a:gd name="connsiteY15" fmla="*/ 97678 h 124937"/>
                  <a:gd name="connsiteX16" fmla="*/ 48177 w 133300"/>
                  <a:gd name="connsiteY16" fmla="*/ 97678 h 124937"/>
                  <a:gd name="connsiteX17" fmla="*/ 55562 w 133300"/>
                  <a:gd name="connsiteY17" fmla="*/ 101368 h 124937"/>
                  <a:gd name="connsiteX18" fmla="*/ 70331 w 133300"/>
                  <a:gd name="connsiteY18" fmla="*/ 109978 h 124937"/>
                  <a:gd name="connsiteX19" fmla="*/ 76485 w 133300"/>
                  <a:gd name="connsiteY19" fmla="*/ 109978 h 124937"/>
                  <a:gd name="connsiteX20" fmla="*/ 81409 w 133300"/>
                  <a:gd name="connsiteY20" fmla="*/ 103828 h 124937"/>
                  <a:gd name="connsiteX21" fmla="*/ 87562 w 133300"/>
                  <a:gd name="connsiteY21" fmla="*/ 84147 h 124937"/>
                  <a:gd name="connsiteX22" fmla="*/ 90024 w 133300"/>
                  <a:gd name="connsiteY22" fmla="*/ 76767 h 124937"/>
                  <a:gd name="connsiteX23" fmla="*/ 96178 w 133300"/>
                  <a:gd name="connsiteY23" fmla="*/ 71847 h 124937"/>
                  <a:gd name="connsiteX24" fmla="*/ 113409 w 133300"/>
                  <a:gd name="connsiteY24" fmla="*/ 58316 h 124937"/>
                  <a:gd name="connsiteX25" fmla="*/ 117101 w 133300"/>
                  <a:gd name="connsiteY25" fmla="*/ 53396 h 124937"/>
                  <a:gd name="connsiteX26" fmla="*/ 117101 w 133300"/>
                  <a:gd name="connsiteY26" fmla="*/ 52166 h 124937"/>
                  <a:gd name="connsiteX27" fmla="*/ 98639 w 133300"/>
                  <a:gd name="connsiteY27" fmla="*/ 44786 h 124937"/>
                  <a:gd name="connsiteX28" fmla="*/ 92486 w 133300"/>
                  <a:gd name="connsiteY28" fmla="*/ 39866 h 124937"/>
                  <a:gd name="connsiteX29" fmla="*/ 88793 w 133300"/>
                  <a:gd name="connsiteY29" fmla="*/ 33716 h 124937"/>
                  <a:gd name="connsiteX30" fmla="*/ 83870 w 133300"/>
                  <a:gd name="connsiteY30" fmla="*/ 16495 h 124937"/>
                  <a:gd name="connsiteX31" fmla="*/ 82639 w 133300"/>
                  <a:gd name="connsiteY31" fmla="*/ 15265 h 124937"/>
                  <a:gd name="connsiteX32" fmla="*/ 83930 w 133300"/>
                  <a:gd name="connsiteY32" fmla="*/ 314 h 124937"/>
                  <a:gd name="connsiteX33" fmla="*/ 98741 w 133300"/>
                  <a:gd name="connsiteY33" fmla="*/ 12653 h 124937"/>
                  <a:gd name="connsiteX34" fmla="*/ 103678 w 133300"/>
                  <a:gd name="connsiteY34" fmla="*/ 29927 h 124937"/>
                  <a:gd name="connsiteX35" fmla="*/ 101210 w 133300"/>
                  <a:gd name="connsiteY35" fmla="*/ 37331 h 124937"/>
                  <a:gd name="connsiteX36" fmla="*/ 103678 w 133300"/>
                  <a:gd name="connsiteY36" fmla="*/ 31161 h 124937"/>
                  <a:gd name="connsiteX37" fmla="*/ 122192 w 133300"/>
                  <a:gd name="connsiteY37" fmla="*/ 37331 h 124937"/>
                  <a:gd name="connsiteX38" fmla="*/ 133300 w 133300"/>
                  <a:gd name="connsiteY38" fmla="*/ 53371 h 124937"/>
                  <a:gd name="connsiteX39" fmla="*/ 122192 w 133300"/>
                  <a:gd name="connsiteY39" fmla="*/ 70646 h 124937"/>
                  <a:gd name="connsiteX40" fmla="*/ 104912 w 133300"/>
                  <a:gd name="connsiteY40" fmla="*/ 84219 h 124937"/>
                  <a:gd name="connsiteX41" fmla="*/ 102444 w 133300"/>
                  <a:gd name="connsiteY41" fmla="*/ 86686 h 124937"/>
                  <a:gd name="connsiteX42" fmla="*/ 101210 w 133300"/>
                  <a:gd name="connsiteY42" fmla="*/ 89154 h 124937"/>
                  <a:gd name="connsiteX43" fmla="*/ 96272 w 133300"/>
                  <a:gd name="connsiteY43" fmla="*/ 108896 h 124937"/>
                  <a:gd name="connsiteX44" fmla="*/ 82696 w 133300"/>
                  <a:gd name="connsiteY44" fmla="*/ 123703 h 124937"/>
                  <a:gd name="connsiteX45" fmla="*/ 72822 w 133300"/>
                  <a:gd name="connsiteY45" fmla="*/ 124937 h 124937"/>
                  <a:gd name="connsiteX46" fmla="*/ 62947 w 133300"/>
                  <a:gd name="connsiteY46" fmla="*/ 123703 h 124937"/>
                  <a:gd name="connsiteX47" fmla="*/ 48136 w 133300"/>
                  <a:gd name="connsiteY47" fmla="*/ 113832 h 124937"/>
                  <a:gd name="connsiteX48" fmla="*/ 46902 w 133300"/>
                  <a:gd name="connsiteY48" fmla="*/ 113832 h 124937"/>
                  <a:gd name="connsiteX49" fmla="*/ 44434 w 133300"/>
                  <a:gd name="connsiteY49" fmla="*/ 113832 h 124937"/>
                  <a:gd name="connsiteX50" fmla="*/ 23451 w 133300"/>
                  <a:gd name="connsiteY50" fmla="*/ 120001 h 124937"/>
                  <a:gd name="connsiteX51" fmla="*/ 4937 w 133300"/>
                  <a:gd name="connsiteY51" fmla="*/ 116300 h 124937"/>
                  <a:gd name="connsiteX52" fmla="*/ 1235 w 133300"/>
                  <a:gd name="connsiteY52" fmla="*/ 96558 h 124937"/>
                  <a:gd name="connsiteX53" fmla="*/ 9874 w 133300"/>
                  <a:gd name="connsiteY53" fmla="*/ 76815 h 124937"/>
                  <a:gd name="connsiteX54" fmla="*/ 9874 w 133300"/>
                  <a:gd name="connsiteY54" fmla="*/ 74347 h 124937"/>
                  <a:gd name="connsiteX55" fmla="*/ 9874 w 133300"/>
                  <a:gd name="connsiteY55" fmla="*/ 73114 h 124937"/>
                  <a:gd name="connsiteX56" fmla="*/ 2469 w 133300"/>
                  <a:gd name="connsiteY56" fmla="*/ 58307 h 124937"/>
                  <a:gd name="connsiteX57" fmla="*/ 4937 w 133300"/>
                  <a:gd name="connsiteY57" fmla="*/ 38565 h 124937"/>
                  <a:gd name="connsiteX58" fmla="*/ 22217 w 133300"/>
                  <a:gd name="connsiteY58" fmla="*/ 28693 h 124937"/>
                  <a:gd name="connsiteX59" fmla="*/ 43199 w 133300"/>
                  <a:gd name="connsiteY59" fmla="*/ 24992 h 124937"/>
                  <a:gd name="connsiteX60" fmla="*/ 45668 w 133300"/>
                  <a:gd name="connsiteY60" fmla="*/ 24992 h 124937"/>
                  <a:gd name="connsiteX61" fmla="*/ 48136 w 133300"/>
                  <a:gd name="connsiteY61" fmla="*/ 22524 h 124937"/>
                  <a:gd name="connsiteX62" fmla="*/ 64182 w 133300"/>
                  <a:gd name="connsiteY62" fmla="*/ 6483 h 124937"/>
                  <a:gd name="connsiteX63" fmla="*/ 83930 w 133300"/>
                  <a:gd name="connsiteY63" fmla="*/ 314 h 1249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133300" h="124937">
                    <a:moveTo>
                      <a:pt x="82639" y="15265"/>
                    </a:moveTo>
                    <a:cubicBezTo>
                      <a:pt x="80178" y="15265"/>
                      <a:pt x="77716" y="15265"/>
                      <a:pt x="75255" y="17725"/>
                    </a:cubicBezTo>
                    <a:lnTo>
                      <a:pt x="58024" y="33716"/>
                    </a:lnTo>
                    <a:cubicBezTo>
                      <a:pt x="56793" y="34946"/>
                      <a:pt x="55562" y="36176"/>
                      <a:pt x="53101" y="38636"/>
                    </a:cubicBezTo>
                    <a:cubicBezTo>
                      <a:pt x="50639" y="38636"/>
                      <a:pt x="48177" y="39866"/>
                      <a:pt x="45716" y="39866"/>
                    </a:cubicBezTo>
                    <a:lnTo>
                      <a:pt x="23562" y="43556"/>
                    </a:lnTo>
                    <a:cubicBezTo>
                      <a:pt x="22331" y="43556"/>
                      <a:pt x="18639" y="46016"/>
                      <a:pt x="17408" y="47246"/>
                    </a:cubicBezTo>
                    <a:cubicBezTo>
                      <a:pt x="16177" y="49706"/>
                      <a:pt x="16177" y="50936"/>
                      <a:pt x="16177" y="52166"/>
                    </a:cubicBezTo>
                    <a:lnTo>
                      <a:pt x="23562" y="66927"/>
                    </a:lnTo>
                    <a:cubicBezTo>
                      <a:pt x="24793" y="69387"/>
                      <a:pt x="26023" y="71847"/>
                      <a:pt x="26023" y="74307"/>
                    </a:cubicBezTo>
                    <a:cubicBezTo>
                      <a:pt x="26023" y="76767"/>
                      <a:pt x="24793" y="80457"/>
                      <a:pt x="23562" y="82917"/>
                    </a:cubicBezTo>
                    <a:lnTo>
                      <a:pt x="14946" y="102598"/>
                    </a:lnTo>
                    <a:cubicBezTo>
                      <a:pt x="14946" y="102598"/>
                      <a:pt x="14946" y="103828"/>
                      <a:pt x="14946" y="105058"/>
                    </a:cubicBezTo>
                    <a:cubicBezTo>
                      <a:pt x="16177" y="106288"/>
                      <a:pt x="17408" y="106288"/>
                      <a:pt x="19869" y="105058"/>
                    </a:cubicBezTo>
                    <a:lnTo>
                      <a:pt x="39562" y="100138"/>
                    </a:lnTo>
                    <a:cubicBezTo>
                      <a:pt x="42023" y="98908"/>
                      <a:pt x="44485" y="97678"/>
                      <a:pt x="45716" y="97678"/>
                    </a:cubicBezTo>
                    <a:cubicBezTo>
                      <a:pt x="46947" y="97678"/>
                      <a:pt x="48177" y="97678"/>
                      <a:pt x="48177" y="97678"/>
                    </a:cubicBezTo>
                    <a:cubicBezTo>
                      <a:pt x="50639" y="98908"/>
                      <a:pt x="53101" y="100138"/>
                      <a:pt x="55562" y="101368"/>
                    </a:cubicBezTo>
                    <a:lnTo>
                      <a:pt x="70331" y="109978"/>
                    </a:lnTo>
                    <a:cubicBezTo>
                      <a:pt x="72793" y="111208"/>
                      <a:pt x="74024" y="109978"/>
                      <a:pt x="76485" y="109978"/>
                    </a:cubicBezTo>
                    <a:cubicBezTo>
                      <a:pt x="78947" y="108748"/>
                      <a:pt x="80178" y="106288"/>
                      <a:pt x="81409" y="103828"/>
                    </a:cubicBezTo>
                    <a:lnTo>
                      <a:pt x="87562" y="84147"/>
                    </a:lnTo>
                    <a:cubicBezTo>
                      <a:pt x="87562" y="81687"/>
                      <a:pt x="88793" y="79227"/>
                      <a:pt x="90024" y="76767"/>
                    </a:cubicBezTo>
                    <a:cubicBezTo>
                      <a:pt x="92486" y="74307"/>
                      <a:pt x="93716" y="73077"/>
                      <a:pt x="96178" y="71847"/>
                    </a:cubicBezTo>
                    <a:lnTo>
                      <a:pt x="113409" y="58316"/>
                    </a:lnTo>
                    <a:cubicBezTo>
                      <a:pt x="117101" y="55856"/>
                      <a:pt x="117101" y="53396"/>
                      <a:pt x="117101" y="53396"/>
                    </a:cubicBezTo>
                    <a:cubicBezTo>
                      <a:pt x="117101" y="52166"/>
                      <a:pt x="117101" y="52166"/>
                      <a:pt x="117101" y="52166"/>
                    </a:cubicBezTo>
                    <a:lnTo>
                      <a:pt x="98639" y="44786"/>
                    </a:lnTo>
                    <a:cubicBezTo>
                      <a:pt x="96178" y="43556"/>
                      <a:pt x="93716" y="42326"/>
                      <a:pt x="92486" y="39866"/>
                    </a:cubicBezTo>
                    <a:cubicBezTo>
                      <a:pt x="90024" y="38636"/>
                      <a:pt x="90024" y="36176"/>
                      <a:pt x="88793" y="33716"/>
                    </a:cubicBezTo>
                    <a:lnTo>
                      <a:pt x="83870" y="16495"/>
                    </a:lnTo>
                    <a:cubicBezTo>
                      <a:pt x="83870" y="16495"/>
                      <a:pt x="83870" y="15265"/>
                      <a:pt x="82639" y="15265"/>
                    </a:cubicBezTo>
                    <a:close/>
                    <a:moveTo>
                      <a:pt x="83930" y="314"/>
                    </a:moveTo>
                    <a:cubicBezTo>
                      <a:pt x="90101" y="1548"/>
                      <a:pt x="96272" y="5250"/>
                      <a:pt x="98741" y="12653"/>
                    </a:cubicBezTo>
                    <a:lnTo>
                      <a:pt x="103678" y="29927"/>
                    </a:lnTo>
                    <a:lnTo>
                      <a:pt x="101210" y="37331"/>
                    </a:lnTo>
                    <a:lnTo>
                      <a:pt x="103678" y="31161"/>
                    </a:lnTo>
                    <a:lnTo>
                      <a:pt x="122192" y="37331"/>
                    </a:lnTo>
                    <a:cubicBezTo>
                      <a:pt x="128363" y="39799"/>
                      <a:pt x="133300" y="45968"/>
                      <a:pt x="133300" y="53371"/>
                    </a:cubicBezTo>
                    <a:cubicBezTo>
                      <a:pt x="132066" y="59541"/>
                      <a:pt x="128363" y="65710"/>
                      <a:pt x="122192" y="70646"/>
                    </a:cubicBezTo>
                    <a:lnTo>
                      <a:pt x="104912" y="84219"/>
                    </a:lnTo>
                    <a:cubicBezTo>
                      <a:pt x="103678" y="84219"/>
                      <a:pt x="103678" y="85452"/>
                      <a:pt x="102444" y="86686"/>
                    </a:cubicBezTo>
                    <a:cubicBezTo>
                      <a:pt x="102444" y="86686"/>
                      <a:pt x="101210" y="87920"/>
                      <a:pt x="101210" y="89154"/>
                    </a:cubicBezTo>
                    <a:lnTo>
                      <a:pt x="96272" y="108896"/>
                    </a:lnTo>
                    <a:cubicBezTo>
                      <a:pt x="93804" y="113832"/>
                      <a:pt x="90101" y="120001"/>
                      <a:pt x="82696" y="123703"/>
                    </a:cubicBezTo>
                    <a:cubicBezTo>
                      <a:pt x="80227" y="124937"/>
                      <a:pt x="76524" y="124937"/>
                      <a:pt x="72822" y="124937"/>
                    </a:cubicBezTo>
                    <a:cubicBezTo>
                      <a:pt x="69119" y="124937"/>
                      <a:pt x="66650" y="124937"/>
                      <a:pt x="62947" y="123703"/>
                    </a:cubicBezTo>
                    <a:lnTo>
                      <a:pt x="48136" y="113832"/>
                    </a:lnTo>
                    <a:lnTo>
                      <a:pt x="46902" y="113832"/>
                    </a:lnTo>
                    <a:cubicBezTo>
                      <a:pt x="45668" y="113832"/>
                      <a:pt x="45668" y="113832"/>
                      <a:pt x="44434" y="113832"/>
                    </a:cubicBezTo>
                    <a:lnTo>
                      <a:pt x="23451" y="120001"/>
                    </a:lnTo>
                    <a:cubicBezTo>
                      <a:pt x="16046" y="122469"/>
                      <a:pt x="8640" y="120001"/>
                      <a:pt x="4937" y="116300"/>
                    </a:cubicBezTo>
                    <a:cubicBezTo>
                      <a:pt x="0" y="110130"/>
                      <a:pt x="-1235" y="102727"/>
                      <a:pt x="1235" y="96558"/>
                    </a:cubicBezTo>
                    <a:lnTo>
                      <a:pt x="9874" y="76815"/>
                    </a:lnTo>
                    <a:cubicBezTo>
                      <a:pt x="9874" y="75581"/>
                      <a:pt x="9874" y="74347"/>
                      <a:pt x="9874" y="74347"/>
                    </a:cubicBezTo>
                    <a:lnTo>
                      <a:pt x="9874" y="73114"/>
                    </a:lnTo>
                    <a:lnTo>
                      <a:pt x="2469" y="58307"/>
                    </a:lnTo>
                    <a:cubicBezTo>
                      <a:pt x="0" y="52137"/>
                      <a:pt x="0" y="44734"/>
                      <a:pt x="4937" y="38565"/>
                    </a:cubicBezTo>
                    <a:cubicBezTo>
                      <a:pt x="8640" y="33629"/>
                      <a:pt x="14811" y="29927"/>
                      <a:pt x="22217" y="28693"/>
                    </a:cubicBezTo>
                    <a:lnTo>
                      <a:pt x="43199" y="24992"/>
                    </a:lnTo>
                    <a:cubicBezTo>
                      <a:pt x="44434" y="24992"/>
                      <a:pt x="45668" y="24992"/>
                      <a:pt x="45668" y="24992"/>
                    </a:cubicBezTo>
                    <a:cubicBezTo>
                      <a:pt x="46902" y="23758"/>
                      <a:pt x="48136" y="22524"/>
                      <a:pt x="48136" y="22524"/>
                    </a:cubicBezTo>
                    <a:lnTo>
                      <a:pt x="64182" y="6483"/>
                    </a:lnTo>
                    <a:cubicBezTo>
                      <a:pt x="70353" y="1548"/>
                      <a:pt x="76524" y="-920"/>
                      <a:pt x="83930" y="3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9" name="Freeform 98">
                <a:extLst>
                  <a:ext uri="{FF2B5EF4-FFF2-40B4-BE49-F238E27FC236}">
                    <a16:creationId xmlns:a16="http://schemas.microsoft.com/office/drawing/2014/main" id="{C08F158E-2C87-5143-A277-2C0B185D7FE0}"/>
                  </a:ext>
                </a:extLst>
              </p:cNvPr>
              <p:cNvSpPr/>
              <p:nvPr/>
            </p:nvSpPr>
            <p:spPr>
              <a:xfrm>
                <a:off x="7296606" y="11537588"/>
                <a:ext cx="110875" cy="1109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" h="90">
                    <a:moveTo>
                      <a:pt x="88" y="45"/>
                    </a:moveTo>
                    <a:cubicBezTo>
                      <a:pt x="83" y="70"/>
                      <a:pt x="59" y="90"/>
                      <a:pt x="35" y="90"/>
                    </a:cubicBezTo>
                    <a:cubicBezTo>
                      <a:pt x="11" y="90"/>
                      <a:pt x="-5" y="70"/>
                      <a:pt x="1" y="45"/>
                    </a:cubicBezTo>
                    <a:cubicBezTo>
                      <a:pt x="6" y="20"/>
                      <a:pt x="30" y="-1"/>
                      <a:pt x="54" y="0"/>
                    </a:cubicBezTo>
                    <a:cubicBezTo>
                      <a:pt x="79" y="0"/>
                      <a:pt x="94" y="20"/>
                      <a:pt x="88" y="4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858CA705-AC33-DD47-8314-A60CBBAA1FC8}"/>
                  </a:ext>
                </a:extLst>
              </p:cNvPr>
              <p:cNvSpPr/>
              <p:nvPr/>
            </p:nvSpPr>
            <p:spPr>
              <a:xfrm>
                <a:off x="6398390" y="11145029"/>
                <a:ext cx="710101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1" h="12">
                    <a:moveTo>
                      <a:pt x="565" y="12"/>
                    </a:moveTo>
                    <a:lnTo>
                      <a:pt x="7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565" y="0"/>
                    </a:lnTo>
                    <a:cubicBezTo>
                      <a:pt x="569" y="0"/>
                      <a:pt x="571" y="3"/>
                      <a:pt x="571" y="6"/>
                    </a:cubicBezTo>
                    <a:cubicBezTo>
                      <a:pt x="571" y="9"/>
                      <a:pt x="569" y="12"/>
                      <a:pt x="565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5896B63-53A2-A847-B82A-8ECB883F06B5}"/>
                </a:ext>
              </a:extLst>
            </p:cNvPr>
            <p:cNvGrpSpPr/>
            <p:nvPr/>
          </p:nvGrpSpPr>
          <p:grpSpPr>
            <a:xfrm>
              <a:off x="10042331" y="7704190"/>
              <a:ext cx="2670977" cy="407517"/>
              <a:chOff x="10042331" y="7704190"/>
              <a:chExt cx="2670977" cy="407517"/>
            </a:xfrm>
          </p:grpSpPr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1FA04BA1-02EC-BA46-A3E5-A8F4D83D224D}"/>
                  </a:ext>
                </a:extLst>
              </p:cNvPr>
              <p:cNvSpPr/>
              <p:nvPr/>
            </p:nvSpPr>
            <p:spPr>
              <a:xfrm>
                <a:off x="10049805" y="7711667"/>
                <a:ext cx="2656024" cy="3925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33" h="316">
                    <a:moveTo>
                      <a:pt x="2044" y="316"/>
                    </a:moveTo>
                    <a:lnTo>
                      <a:pt x="1067" y="316"/>
                    </a:lnTo>
                    <a:lnTo>
                      <a:pt x="89" y="316"/>
                    </a:lnTo>
                    <a:cubicBezTo>
                      <a:pt x="64" y="316"/>
                      <a:pt x="42" y="306"/>
                      <a:pt x="26" y="290"/>
                    </a:cubicBezTo>
                    <a:cubicBezTo>
                      <a:pt x="9" y="273"/>
                      <a:pt x="0" y="251"/>
                      <a:pt x="0" y="226"/>
                    </a:cubicBezTo>
                    <a:lnTo>
                      <a:pt x="0" y="158"/>
                    </a:lnTo>
                    <a:lnTo>
                      <a:pt x="0" y="90"/>
                    </a:lnTo>
                    <a:cubicBezTo>
                      <a:pt x="0" y="65"/>
                      <a:pt x="9" y="42"/>
                      <a:pt x="26" y="26"/>
                    </a:cubicBezTo>
                    <a:cubicBezTo>
                      <a:pt x="42" y="10"/>
                      <a:pt x="64" y="0"/>
                      <a:pt x="89" y="0"/>
                    </a:cubicBezTo>
                    <a:lnTo>
                      <a:pt x="1067" y="0"/>
                    </a:lnTo>
                    <a:lnTo>
                      <a:pt x="2044" y="0"/>
                    </a:lnTo>
                    <a:cubicBezTo>
                      <a:pt x="2069" y="0"/>
                      <a:pt x="2091" y="10"/>
                      <a:pt x="2107" y="26"/>
                    </a:cubicBezTo>
                    <a:cubicBezTo>
                      <a:pt x="2124" y="42"/>
                      <a:pt x="2133" y="65"/>
                      <a:pt x="2133" y="90"/>
                    </a:cubicBezTo>
                    <a:lnTo>
                      <a:pt x="2133" y="158"/>
                    </a:lnTo>
                    <a:lnTo>
                      <a:pt x="2133" y="226"/>
                    </a:lnTo>
                    <a:cubicBezTo>
                      <a:pt x="2133" y="251"/>
                      <a:pt x="2124" y="273"/>
                      <a:pt x="2107" y="290"/>
                    </a:cubicBezTo>
                    <a:cubicBezTo>
                      <a:pt x="2091" y="306"/>
                      <a:pt x="2069" y="316"/>
                      <a:pt x="2044" y="31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081C9150-06CC-CF40-87CB-10D59CDA8318}"/>
                  </a:ext>
                </a:extLst>
              </p:cNvPr>
              <p:cNvSpPr/>
              <p:nvPr/>
            </p:nvSpPr>
            <p:spPr>
              <a:xfrm>
                <a:off x="10042331" y="7704190"/>
                <a:ext cx="2670977" cy="407517"/>
              </a:xfrm>
              <a:custGeom>
                <a:avLst/>
                <a:gdLst>
                  <a:gd name="connsiteX0" fmla="*/ 118301 w 2670977"/>
                  <a:gd name="connsiteY0" fmla="*/ 14954 h 407517"/>
                  <a:gd name="connsiteX1" fmla="*/ 44834 w 2670977"/>
                  <a:gd name="connsiteY1" fmla="*/ 46007 h 407517"/>
                  <a:gd name="connsiteX2" fmla="*/ 14949 w 2670977"/>
                  <a:gd name="connsiteY2" fmla="*/ 119293 h 407517"/>
                  <a:gd name="connsiteX3" fmla="*/ 14949 w 2670977"/>
                  <a:gd name="connsiteY3" fmla="*/ 288222 h 407517"/>
                  <a:gd name="connsiteX4" fmla="*/ 44834 w 2670977"/>
                  <a:gd name="connsiteY4" fmla="*/ 361508 h 407517"/>
                  <a:gd name="connsiteX5" fmla="*/ 118301 w 2670977"/>
                  <a:gd name="connsiteY5" fmla="*/ 392561 h 407517"/>
                  <a:gd name="connsiteX6" fmla="*/ 2552676 w 2670977"/>
                  <a:gd name="connsiteY6" fmla="*/ 392561 h 407517"/>
                  <a:gd name="connsiteX7" fmla="*/ 2626143 w 2670977"/>
                  <a:gd name="connsiteY7" fmla="*/ 361508 h 407517"/>
                  <a:gd name="connsiteX8" fmla="*/ 2657273 w 2670977"/>
                  <a:gd name="connsiteY8" fmla="*/ 288222 h 407517"/>
                  <a:gd name="connsiteX9" fmla="*/ 2657273 w 2670977"/>
                  <a:gd name="connsiteY9" fmla="*/ 119293 h 407517"/>
                  <a:gd name="connsiteX10" fmla="*/ 2626143 w 2670977"/>
                  <a:gd name="connsiteY10" fmla="*/ 46007 h 407517"/>
                  <a:gd name="connsiteX11" fmla="*/ 2552676 w 2670977"/>
                  <a:gd name="connsiteY11" fmla="*/ 14954 h 407517"/>
                  <a:gd name="connsiteX12" fmla="*/ 118295 w 2670977"/>
                  <a:gd name="connsiteY12" fmla="*/ 0 h 407517"/>
                  <a:gd name="connsiteX13" fmla="*/ 2552682 w 2670977"/>
                  <a:gd name="connsiteY13" fmla="*/ 0 h 407517"/>
                  <a:gd name="connsiteX14" fmla="*/ 2637356 w 2670977"/>
                  <a:gd name="connsiteY14" fmla="*/ 34788 h 407517"/>
                  <a:gd name="connsiteX15" fmla="*/ 2670977 w 2670977"/>
                  <a:gd name="connsiteY15" fmla="*/ 119274 h 407517"/>
                  <a:gd name="connsiteX16" fmla="*/ 2670977 w 2670977"/>
                  <a:gd name="connsiteY16" fmla="*/ 288244 h 407517"/>
                  <a:gd name="connsiteX17" fmla="*/ 2637356 w 2670977"/>
                  <a:gd name="connsiteY17" fmla="*/ 372729 h 407517"/>
                  <a:gd name="connsiteX18" fmla="*/ 2552682 w 2670977"/>
                  <a:gd name="connsiteY18" fmla="*/ 407517 h 407517"/>
                  <a:gd name="connsiteX19" fmla="*/ 118295 w 2670977"/>
                  <a:gd name="connsiteY19" fmla="*/ 407517 h 407517"/>
                  <a:gd name="connsiteX20" fmla="*/ 34866 w 2670977"/>
                  <a:gd name="connsiteY20" fmla="*/ 372729 h 407517"/>
                  <a:gd name="connsiteX21" fmla="*/ 0 w 2670977"/>
                  <a:gd name="connsiteY21" fmla="*/ 288244 h 407517"/>
                  <a:gd name="connsiteX22" fmla="*/ 0 w 2670977"/>
                  <a:gd name="connsiteY22" fmla="*/ 119274 h 407517"/>
                  <a:gd name="connsiteX23" fmla="*/ 34866 w 2670977"/>
                  <a:gd name="connsiteY23" fmla="*/ 34788 h 407517"/>
                  <a:gd name="connsiteX24" fmla="*/ 118295 w 2670977"/>
                  <a:gd name="connsiteY24" fmla="*/ 0 h 407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670977" h="407517">
                    <a:moveTo>
                      <a:pt x="118301" y="14954"/>
                    </a:moveTo>
                    <a:cubicBezTo>
                      <a:pt x="90906" y="14954"/>
                      <a:pt x="64757" y="26133"/>
                      <a:pt x="44834" y="46007"/>
                    </a:cubicBezTo>
                    <a:cubicBezTo>
                      <a:pt x="24911" y="65882"/>
                      <a:pt x="14949" y="90724"/>
                      <a:pt x="14949" y="119293"/>
                    </a:cubicBezTo>
                    <a:lnTo>
                      <a:pt x="14949" y="288222"/>
                    </a:lnTo>
                    <a:cubicBezTo>
                      <a:pt x="14949" y="315549"/>
                      <a:pt x="24911" y="342876"/>
                      <a:pt x="44834" y="361508"/>
                    </a:cubicBezTo>
                    <a:cubicBezTo>
                      <a:pt x="64757" y="381382"/>
                      <a:pt x="90906" y="392561"/>
                      <a:pt x="118301" y="392561"/>
                    </a:cubicBezTo>
                    <a:lnTo>
                      <a:pt x="2552676" y="392561"/>
                    </a:lnTo>
                    <a:cubicBezTo>
                      <a:pt x="2580070" y="392561"/>
                      <a:pt x="2606219" y="381382"/>
                      <a:pt x="2626143" y="361508"/>
                    </a:cubicBezTo>
                    <a:cubicBezTo>
                      <a:pt x="2646066" y="342876"/>
                      <a:pt x="2657273" y="315549"/>
                      <a:pt x="2657273" y="288222"/>
                    </a:cubicBezTo>
                    <a:lnTo>
                      <a:pt x="2657273" y="119293"/>
                    </a:lnTo>
                    <a:cubicBezTo>
                      <a:pt x="2657273" y="90724"/>
                      <a:pt x="2646066" y="65882"/>
                      <a:pt x="2626143" y="46007"/>
                    </a:cubicBezTo>
                    <a:cubicBezTo>
                      <a:pt x="2606219" y="26133"/>
                      <a:pt x="2580070" y="14954"/>
                      <a:pt x="2552676" y="14954"/>
                    </a:cubicBezTo>
                    <a:close/>
                    <a:moveTo>
                      <a:pt x="118295" y="0"/>
                    </a:moveTo>
                    <a:lnTo>
                      <a:pt x="2552682" y="0"/>
                    </a:lnTo>
                    <a:cubicBezTo>
                      <a:pt x="2585057" y="0"/>
                      <a:pt x="2614943" y="12425"/>
                      <a:pt x="2637356" y="34788"/>
                    </a:cubicBezTo>
                    <a:cubicBezTo>
                      <a:pt x="2659770" y="57152"/>
                      <a:pt x="2670977" y="86970"/>
                      <a:pt x="2670977" y="119274"/>
                    </a:cubicBezTo>
                    <a:lnTo>
                      <a:pt x="2670977" y="288244"/>
                    </a:lnTo>
                    <a:cubicBezTo>
                      <a:pt x="2670977" y="320547"/>
                      <a:pt x="2659770" y="350365"/>
                      <a:pt x="2637356" y="372729"/>
                    </a:cubicBezTo>
                    <a:cubicBezTo>
                      <a:pt x="2614943" y="395093"/>
                      <a:pt x="2585057" y="407517"/>
                      <a:pt x="2552682" y="407517"/>
                    </a:cubicBezTo>
                    <a:lnTo>
                      <a:pt x="118295" y="407517"/>
                    </a:lnTo>
                    <a:cubicBezTo>
                      <a:pt x="87165" y="407517"/>
                      <a:pt x="57280" y="395093"/>
                      <a:pt x="34866" y="372729"/>
                    </a:cubicBezTo>
                    <a:cubicBezTo>
                      <a:pt x="11207" y="350365"/>
                      <a:pt x="0" y="320547"/>
                      <a:pt x="0" y="288244"/>
                    </a:cubicBezTo>
                    <a:lnTo>
                      <a:pt x="0" y="119274"/>
                    </a:lnTo>
                    <a:cubicBezTo>
                      <a:pt x="0" y="86970"/>
                      <a:pt x="11207" y="57152"/>
                      <a:pt x="34866" y="34788"/>
                    </a:cubicBezTo>
                    <a:cubicBezTo>
                      <a:pt x="57280" y="12425"/>
                      <a:pt x="87165" y="0"/>
                      <a:pt x="1182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213E5F9B-F6E6-4B45-B9F6-62D2B72216CC}"/>
                  </a:ext>
                </a:extLst>
              </p:cNvPr>
              <p:cNvSpPr/>
              <p:nvPr/>
            </p:nvSpPr>
            <p:spPr>
              <a:xfrm>
                <a:off x="12119062" y="7830059"/>
                <a:ext cx="377475" cy="154532"/>
              </a:xfrm>
              <a:custGeom>
                <a:avLst/>
                <a:gdLst>
                  <a:gd name="connsiteX0" fmla="*/ 14949 w 377475"/>
                  <a:gd name="connsiteY0" fmla="*/ 16201 h 154532"/>
                  <a:gd name="connsiteX1" fmla="*/ 14949 w 377475"/>
                  <a:gd name="connsiteY1" fmla="*/ 140824 h 154532"/>
                  <a:gd name="connsiteX2" fmla="*/ 362525 w 377475"/>
                  <a:gd name="connsiteY2" fmla="*/ 140824 h 154532"/>
                  <a:gd name="connsiteX3" fmla="*/ 362525 w 377475"/>
                  <a:gd name="connsiteY3" fmla="*/ 16201 h 154532"/>
                  <a:gd name="connsiteX4" fmla="*/ 7450 w 377475"/>
                  <a:gd name="connsiteY4" fmla="*/ 0 h 154532"/>
                  <a:gd name="connsiteX5" fmla="*/ 370025 w 377475"/>
                  <a:gd name="connsiteY5" fmla="*/ 0 h 154532"/>
                  <a:gd name="connsiteX6" fmla="*/ 377475 w 377475"/>
                  <a:gd name="connsiteY6" fmla="*/ 7418 h 154532"/>
                  <a:gd name="connsiteX7" fmla="*/ 377475 w 377475"/>
                  <a:gd name="connsiteY7" fmla="*/ 148351 h 154532"/>
                  <a:gd name="connsiteX8" fmla="*/ 370025 w 377475"/>
                  <a:gd name="connsiteY8" fmla="*/ 154532 h 154532"/>
                  <a:gd name="connsiteX9" fmla="*/ 7450 w 377475"/>
                  <a:gd name="connsiteY9" fmla="*/ 154532 h 154532"/>
                  <a:gd name="connsiteX10" fmla="*/ 0 w 377475"/>
                  <a:gd name="connsiteY10" fmla="*/ 148351 h 154532"/>
                  <a:gd name="connsiteX11" fmla="*/ 0 w 377475"/>
                  <a:gd name="connsiteY11" fmla="*/ 7418 h 154532"/>
                  <a:gd name="connsiteX12" fmla="*/ 7450 w 377475"/>
                  <a:gd name="connsiteY12" fmla="*/ 0 h 154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7475" h="154532">
                    <a:moveTo>
                      <a:pt x="14949" y="16201"/>
                    </a:moveTo>
                    <a:lnTo>
                      <a:pt x="14949" y="140824"/>
                    </a:lnTo>
                    <a:lnTo>
                      <a:pt x="362525" y="140824"/>
                    </a:lnTo>
                    <a:lnTo>
                      <a:pt x="362525" y="16201"/>
                    </a:lnTo>
                    <a:close/>
                    <a:moveTo>
                      <a:pt x="7450" y="0"/>
                    </a:moveTo>
                    <a:lnTo>
                      <a:pt x="370025" y="0"/>
                    </a:lnTo>
                    <a:cubicBezTo>
                      <a:pt x="373750" y="0"/>
                      <a:pt x="377475" y="3709"/>
                      <a:pt x="377475" y="7418"/>
                    </a:cubicBezTo>
                    <a:lnTo>
                      <a:pt x="377475" y="148351"/>
                    </a:lnTo>
                    <a:cubicBezTo>
                      <a:pt x="377475" y="152060"/>
                      <a:pt x="373750" y="154532"/>
                      <a:pt x="370025" y="154532"/>
                    </a:cubicBezTo>
                    <a:lnTo>
                      <a:pt x="7450" y="154532"/>
                    </a:lnTo>
                    <a:cubicBezTo>
                      <a:pt x="3725" y="154532"/>
                      <a:pt x="0" y="152060"/>
                      <a:pt x="0" y="148351"/>
                    </a:cubicBezTo>
                    <a:lnTo>
                      <a:pt x="0" y="7418"/>
                    </a:lnTo>
                    <a:cubicBezTo>
                      <a:pt x="0" y="3709"/>
                      <a:pt x="3725" y="0"/>
                      <a:pt x="74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C457718D-A63E-7C46-B053-6D210C8F4BD1}"/>
                  </a:ext>
                </a:extLst>
              </p:cNvPr>
              <p:cNvSpPr/>
              <p:nvPr/>
            </p:nvSpPr>
            <p:spPr>
              <a:xfrm>
                <a:off x="10898186" y="7818839"/>
                <a:ext cx="14950" cy="1856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150">
                    <a:moveTo>
                      <a:pt x="7" y="150"/>
                    </a:moveTo>
                    <a:cubicBezTo>
                      <a:pt x="4" y="150"/>
                      <a:pt x="0" y="147"/>
                      <a:pt x="0" y="144"/>
                    </a:cubicBezTo>
                    <a:lnTo>
                      <a:pt x="0" y="6"/>
                    </a:lnTo>
                    <a:cubicBezTo>
                      <a:pt x="0" y="3"/>
                      <a:pt x="4" y="0"/>
                      <a:pt x="7" y="0"/>
                    </a:cubicBezTo>
                    <a:cubicBezTo>
                      <a:pt x="10" y="0"/>
                      <a:pt x="13" y="3"/>
                      <a:pt x="13" y="6"/>
                    </a:cubicBezTo>
                    <a:lnTo>
                      <a:pt x="13" y="144"/>
                    </a:lnTo>
                    <a:cubicBezTo>
                      <a:pt x="13" y="147"/>
                      <a:pt x="10" y="150"/>
                      <a:pt x="7" y="15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6AFA2536-8447-E742-8347-A21D1C35E295}"/>
                  </a:ext>
                </a:extLst>
              </p:cNvPr>
              <p:cNvSpPr/>
              <p:nvPr/>
            </p:nvSpPr>
            <p:spPr>
              <a:xfrm>
                <a:off x="11833779" y="7818839"/>
                <a:ext cx="13704" cy="1856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150">
                    <a:moveTo>
                      <a:pt x="6" y="150"/>
                    </a:moveTo>
                    <a:cubicBezTo>
                      <a:pt x="2" y="150"/>
                      <a:pt x="0" y="147"/>
                      <a:pt x="0" y="144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lnTo>
                      <a:pt x="12" y="144"/>
                    </a:lnTo>
                    <a:cubicBezTo>
                      <a:pt x="12" y="147"/>
                      <a:pt x="9" y="150"/>
                      <a:pt x="6" y="15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9CA8B8D5-D382-CE4E-A109-CB5D0A17F6A6}"/>
                  </a:ext>
                </a:extLst>
              </p:cNvPr>
              <p:cNvSpPr/>
              <p:nvPr/>
            </p:nvSpPr>
            <p:spPr>
              <a:xfrm>
                <a:off x="10458425" y="7825070"/>
                <a:ext cx="13704" cy="1732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140">
                    <a:moveTo>
                      <a:pt x="6" y="140"/>
                    </a:moveTo>
                    <a:cubicBezTo>
                      <a:pt x="2" y="140"/>
                      <a:pt x="0" y="137"/>
                      <a:pt x="0" y="134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lnTo>
                      <a:pt x="12" y="134"/>
                    </a:lnTo>
                    <a:cubicBezTo>
                      <a:pt x="12" y="137"/>
                      <a:pt x="9" y="140"/>
                      <a:pt x="6" y="14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931082EC-0102-CC44-AF6E-B24CDB57B938}"/>
                  </a:ext>
                </a:extLst>
              </p:cNvPr>
              <p:cNvSpPr/>
              <p:nvPr/>
            </p:nvSpPr>
            <p:spPr>
              <a:xfrm>
                <a:off x="10378694" y="7904833"/>
                <a:ext cx="171919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9" h="12">
                    <a:moveTo>
                      <a:pt x="133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33" y="0"/>
                    </a:lnTo>
                    <a:cubicBezTo>
                      <a:pt x="137" y="0"/>
                      <a:pt x="139" y="3"/>
                      <a:pt x="139" y="6"/>
                    </a:cubicBezTo>
                    <a:cubicBezTo>
                      <a:pt x="139" y="9"/>
                      <a:pt x="137" y="12"/>
                      <a:pt x="13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2E3EDA92-776A-B24C-ADC7-4EB80A77A970}"/>
                  </a:ext>
                </a:extLst>
              </p:cNvPr>
              <p:cNvSpPr/>
              <p:nvPr/>
            </p:nvSpPr>
            <p:spPr>
              <a:xfrm>
                <a:off x="11288122" y="7904833"/>
                <a:ext cx="171919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9" h="12">
                    <a:moveTo>
                      <a:pt x="133" y="12"/>
                    </a:moveTo>
                    <a:lnTo>
                      <a:pt x="6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133" y="0"/>
                    </a:lnTo>
                    <a:cubicBezTo>
                      <a:pt x="136" y="0"/>
                      <a:pt x="139" y="3"/>
                      <a:pt x="139" y="6"/>
                    </a:cubicBezTo>
                    <a:cubicBezTo>
                      <a:pt x="139" y="9"/>
                      <a:pt x="136" y="12"/>
                      <a:pt x="13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44B4283-BDFF-A54A-9AD8-C6FD1D5A0B64}"/>
                </a:ext>
              </a:extLst>
            </p:cNvPr>
            <p:cNvGrpSpPr/>
            <p:nvPr/>
          </p:nvGrpSpPr>
          <p:grpSpPr>
            <a:xfrm>
              <a:off x="5892598" y="8271224"/>
              <a:ext cx="6820710" cy="2375313"/>
              <a:chOff x="5892598" y="8271224"/>
              <a:chExt cx="6820710" cy="2375313"/>
            </a:xfrm>
          </p:grpSpPr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4F4AA99-78CB-5C4C-BD89-120A85226E63}"/>
                  </a:ext>
                </a:extLst>
              </p:cNvPr>
              <p:cNvSpPr/>
              <p:nvPr/>
            </p:nvSpPr>
            <p:spPr>
              <a:xfrm>
                <a:off x="5900073" y="8278701"/>
                <a:ext cx="6805760" cy="23603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64" h="1895">
                    <a:moveTo>
                      <a:pt x="5279" y="1895"/>
                    </a:moveTo>
                    <a:lnTo>
                      <a:pt x="2732" y="1895"/>
                    </a:lnTo>
                    <a:lnTo>
                      <a:pt x="186" y="1895"/>
                    </a:lnTo>
                    <a:cubicBezTo>
                      <a:pt x="135" y="1895"/>
                      <a:pt x="88" y="1874"/>
                      <a:pt x="54" y="1840"/>
                    </a:cubicBezTo>
                    <a:cubicBezTo>
                      <a:pt x="21" y="1806"/>
                      <a:pt x="0" y="1760"/>
                      <a:pt x="0" y="1709"/>
                    </a:cubicBezTo>
                    <a:lnTo>
                      <a:pt x="0" y="947"/>
                    </a:lnTo>
                    <a:lnTo>
                      <a:pt x="0" y="185"/>
                    </a:lnTo>
                    <a:cubicBezTo>
                      <a:pt x="0" y="134"/>
                      <a:pt x="21" y="88"/>
                      <a:pt x="54" y="54"/>
                    </a:cubicBezTo>
                    <a:cubicBezTo>
                      <a:pt x="88" y="21"/>
                      <a:pt x="135" y="0"/>
                      <a:pt x="186" y="0"/>
                    </a:cubicBezTo>
                    <a:lnTo>
                      <a:pt x="2732" y="0"/>
                    </a:lnTo>
                    <a:lnTo>
                      <a:pt x="5279" y="0"/>
                    </a:lnTo>
                    <a:cubicBezTo>
                      <a:pt x="5330" y="0"/>
                      <a:pt x="5377" y="21"/>
                      <a:pt x="5411" y="54"/>
                    </a:cubicBezTo>
                    <a:cubicBezTo>
                      <a:pt x="5444" y="88"/>
                      <a:pt x="5464" y="134"/>
                      <a:pt x="5464" y="185"/>
                    </a:cubicBezTo>
                    <a:lnTo>
                      <a:pt x="5464" y="947"/>
                    </a:lnTo>
                    <a:lnTo>
                      <a:pt x="5464" y="1709"/>
                    </a:lnTo>
                    <a:cubicBezTo>
                      <a:pt x="5464" y="1760"/>
                      <a:pt x="5444" y="1806"/>
                      <a:pt x="5411" y="1840"/>
                    </a:cubicBezTo>
                    <a:cubicBezTo>
                      <a:pt x="5377" y="1874"/>
                      <a:pt x="5330" y="1895"/>
                      <a:pt x="5279" y="189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1FC04D60-3FE3-5348-95B2-B22FFBCDC02D}"/>
                  </a:ext>
                </a:extLst>
              </p:cNvPr>
              <p:cNvSpPr/>
              <p:nvPr/>
            </p:nvSpPr>
            <p:spPr>
              <a:xfrm>
                <a:off x="5892598" y="8271224"/>
                <a:ext cx="6820710" cy="2375313"/>
              </a:xfrm>
              <a:custGeom>
                <a:avLst/>
                <a:gdLst>
                  <a:gd name="connsiteX0" fmla="*/ 239152 w 6820710"/>
                  <a:gd name="connsiteY0" fmla="*/ 14955 h 2375313"/>
                  <a:gd name="connsiteX1" fmla="*/ 80965 w 6820710"/>
                  <a:gd name="connsiteY1" fmla="*/ 80970 h 2375313"/>
                  <a:gd name="connsiteX2" fmla="*/ 14950 w 6820710"/>
                  <a:gd name="connsiteY2" fmla="*/ 237912 h 2375313"/>
                  <a:gd name="connsiteX3" fmla="*/ 14950 w 6820710"/>
                  <a:gd name="connsiteY3" fmla="*/ 2136157 h 2375313"/>
                  <a:gd name="connsiteX4" fmla="*/ 80965 w 6820710"/>
                  <a:gd name="connsiteY4" fmla="*/ 2294344 h 2375313"/>
                  <a:gd name="connsiteX5" fmla="*/ 239152 w 6820710"/>
                  <a:gd name="connsiteY5" fmla="*/ 2360359 h 2375313"/>
                  <a:gd name="connsiteX6" fmla="*/ 6582804 w 6820710"/>
                  <a:gd name="connsiteY6" fmla="*/ 2360359 h 2375313"/>
                  <a:gd name="connsiteX7" fmla="*/ 6740991 w 6820710"/>
                  <a:gd name="connsiteY7" fmla="*/ 2294344 h 2375313"/>
                  <a:gd name="connsiteX8" fmla="*/ 6807006 w 6820710"/>
                  <a:gd name="connsiteY8" fmla="*/ 2136157 h 2375313"/>
                  <a:gd name="connsiteX9" fmla="*/ 6807006 w 6820710"/>
                  <a:gd name="connsiteY9" fmla="*/ 237912 h 2375313"/>
                  <a:gd name="connsiteX10" fmla="*/ 6740991 w 6820710"/>
                  <a:gd name="connsiteY10" fmla="*/ 80970 h 2375313"/>
                  <a:gd name="connsiteX11" fmla="*/ 6582804 w 6820710"/>
                  <a:gd name="connsiteY11" fmla="*/ 14955 h 2375313"/>
                  <a:gd name="connsiteX12" fmla="*/ 239149 w 6820710"/>
                  <a:gd name="connsiteY12" fmla="*/ 0 h 2375313"/>
                  <a:gd name="connsiteX13" fmla="*/ 6582807 w 6820710"/>
                  <a:gd name="connsiteY13" fmla="*/ 0 h 2375313"/>
                  <a:gd name="connsiteX14" fmla="*/ 6752204 w 6820710"/>
                  <a:gd name="connsiteY14" fmla="*/ 69752 h 2375313"/>
                  <a:gd name="connsiteX15" fmla="*/ 6820710 w 6820710"/>
                  <a:gd name="connsiteY15" fmla="*/ 237905 h 2375313"/>
                  <a:gd name="connsiteX16" fmla="*/ 6820710 w 6820710"/>
                  <a:gd name="connsiteY16" fmla="*/ 2136162 h 2375313"/>
                  <a:gd name="connsiteX17" fmla="*/ 6752204 w 6820710"/>
                  <a:gd name="connsiteY17" fmla="*/ 2305561 h 2375313"/>
                  <a:gd name="connsiteX18" fmla="*/ 6582807 w 6820710"/>
                  <a:gd name="connsiteY18" fmla="*/ 2375313 h 2375313"/>
                  <a:gd name="connsiteX19" fmla="*/ 239149 w 6820710"/>
                  <a:gd name="connsiteY19" fmla="*/ 2375313 h 2375313"/>
                  <a:gd name="connsiteX20" fmla="*/ 69752 w 6820710"/>
                  <a:gd name="connsiteY20" fmla="*/ 2305561 h 2375313"/>
                  <a:gd name="connsiteX21" fmla="*/ 0 w 6820710"/>
                  <a:gd name="connsiteY21" fmla="*/ 2136162 h 2375313"/>
                  <a:gd name="connsiteX22" fmla="*/ 0 w 6820710"/>
                  <a:gd name="connsiteY22" fmla="*/ 237905 h 2375313"/>
                  <a:gd name="connsiteX23" fmla="*/ 69752 w 6820710"/>
                  <a:gd name="connsiteY23" fmla="*/ 69752 h 2375313"/>
                  <a:gd name="connsiteX24" fmla="*/ 239149 w 6820710"/>
                  <a:gd name="connsiteY24" fmla="*/ 0 h 2375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820710" h="2375313">
                    <a:moveTo>
                      <a:pt x="239152" y="14955"/>
                    </a:moveTo>
                    <a:cubicBezTo>
                      <a:pt x="179365" y="14955"/>
                      <a:pt x="123314" y="37375"/>
                      <a:pt x="80965" y="80970"/>
                    </a:cubicBezTo>
                    <a:cubicBezTo>
                      <a:pt x="38616" y="122074"/>
                      <a:pt x="14950" y="179370"/>
                      <a:pt x="14950" y="237912"/>
                    </a:cubicBezTo>
                    <a:lnTo>
                      <a:pt x="14950" y="2136157"/>
                    </a:lnTo>
                    <a:cubicBezTo>
                      <a:pt x="14950" y="2195944"/>
                      <a:pt x="38616" y="2251994"/>
                      <a:pt x="80965" y="2294344"/>
                    </a:cubicBezTo>
                    <a:cubicBezTo>
                      <a:pt x="123314" y="2336693"/>
                      <a:pt x="179365" y="2360359"/>
                      <a:pt x="239152" y="2360359"/>
                    </a:cubicBezTo>
                    <a:lnTo>
                      <a:pt x="6582804" y="2360359"/>
                    </a:lnTo>
                    <a:cubicBezTo>
                      <a:pt x="6642592" y="2360359"/>
                      <a:pt x="6698642" y="2336693"/>
                      <a:pt x="6740991" y="2294344"/>
                    </a:cubicBezTo>
                    <a:cubicBezTo>
                      <a:pt x="6783340" y="2251994"/>
                      <a:pt x="6807006" y="2195944"/>
                      <a:pt x="6807006" y="2136157"/>
                    </a:cubicBezTo>
                    <a:lnTo>
                      <a:pt x="6807006" y="237912"/>
                    </a:lnTo>
                    <a:cubicBezTo>
                      <a:pt x="6807006" y="179370"/>
                      <a:pt x="6783340" y="122074"/>
                      <a:pt x="6740991" y="80970"/>
                    </a:cubicBezTo>
                    <a:cubicBezTo>
                      <a:pt x="6698642" y="37375"/>
                      <a:pt x="6642592" y="14955"/>
                      <a:pt x="6582804" y="14955"/>
                    </a:cubicBezTo>
                    <a:close/>
                    <a:moveTo>
                      <a:pt x="239149" y="0"/>
                    </a:moveTo>
                    <a:lnTo>
                      <a:pt x="6582807" y="0"/>
                    </a:lnTo>
                    <a:cubicBezTo>
                      <a:pt x="6646331" y="0"/>
                      <a:pt x="6706118" y="23666"/>
                      <a:pt x="6752204" y="69752"/>
                    </a:cubicBezTo>
                    <a:cubicBezTo>
                      <a:pt x="6797044" y="114593"/>
                      <a:pt x="6820710" y="174381"/>
                      <a:pt x="6820710" y="237905"/>
                    </a:cubicBezTo>
                    <a:lnTo>
                      <a:pt x="6820710" y="2136162"/>
                    </a:lnTo>
                    <a:cubicBezTo>
                      <a:pt x="6820710" y="2199687"/>
                      <a:pt x="6797044" y="2259474"/>
                      <a:pt x="6752204" y="2305561"/>
                    </a:cubicBezTo>
                    <a:cubicBezTo>
                      <a:pt x="6706118" y="2349156"/>
                      <a:pt x="6646331" y="2375313"/>
                      <a:pt x="6582807" y="2375313"/>
                    </a:cubicBezTo>
                    <a:lnTo>
                      <a:pt x="239149" y="2375313"/>
                    </a:lnTo>
                    <a:cubicBezTo>
                      <a:pt x="175625" y="2375313"/>
                      <a:pt x="114592" y="2349156"/>
                      <a:pt x="69752" y="2305561"/>
                    </a:cubicBezTo>
                    <a:cubicBezTo>
                      <a:pt x="24912" y="2259474"/>
                      <a:pt x="0" y="2199687"/>
                      <a:pt x="0" y="2136162"/>
                    </a:cubicBezTo>
                    <a:lnTo>
                      <a:pt x="0" y="237905"/>
                    </a:lnTo>
                    <a:cubicBezTo>
                      <a:pt x="0" y="174381"/>
                      <a:pt x="24912" y="114593"/>
                      <a:pt x="69752" y="69752"/>
                    </a:cubicBezTo>
                    <a:cubicBezTo>
                      <a:pt x="114592" y="23666"/>
                      <a:pt x="175625" y="0"/>
                      <a:pt x="2391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2D4E1C7B-08F7-5743-BCA3-D4887F338A72}"/>
                  </a:ext>
                </a:extLst>
              </p:cNvPr>
              <p:cNvSpPr/>
              <p:nvPr/>
            </p:nvSpPr>
            <p:spPr>
              <a:xfrm>
                <a:off x="8309434" y="8564088"/>
                <a:ext cx="12458" cy="17883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1436">
                    <a:moveTo>
                      <a:pt x="5" y="1436"/>
                    </a:moveTo>
                    <a:cubicBezTo>
                      <a:pt x="2" y="1436"/>
                      <a:pt x="0" y="1434"/>
                      <a:pt x="0" y="1430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9" y="0"/>
                      <a:pt x="11" y="3"/>
                      <a:pt x="11" y="6"/>
                    </a:cubicBezTo>
                    <a:lnTo>
                      <a:pt x="11" y="1430"/>
                    </a:lnTo>
                    <a:cubicBezTo>
                      <a:pt x="11" y="1434"/>
                      <a:pt x="9" y="1436"/>
                      <a:pt x="5" y="143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78CF1776-61CE-414E-865F-7E826082C5D3}"/>
                  </a:ext>
                </a:extLst>
              </p:cNvPr>
              <p:cNvSpPr/>
              <p:nvPr/>
            </p:nvSpPr>
            <p:spPr>
              <a:xfrm>
                <a:off x="10389903" y="8564088"/>
                <a:ext cx="13704" cy="17883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1436">
                    <a:moveTo>
                      <a:pt x="6" y="1436"/>
                    </a:moveTo>
                    <a:cubicBezTo>
                      <a:pt x="3" y="1436"/>
                      <a:pt x="0" y="1434"/>
                      <a:pt x="0" y="1430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lnTo>
                      <a:pt x="12" y="1430"/>
                    </a:lnTo>
                    <a:cubicBezTo>
                      <a:pt x="12" y="1434"/>
                      <a:pt x="9" y="1436"/>
                      <a:pt x="6" y="143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42FF49E9-2582-CE41-9ADB-972466F79435}"/>
                  </a:ext>
                </a:extLst>
              </p:cNvPr>
              <p:cNvSpPr/>
              <p:nvPr/>
            </p:nvSpPr>
            <p:spPr>
              <a:xfrm>
                <a:off x="6186605" y="8769716"/>
                <a:ext cx="1893603" cy="486029"/>
              </a:xfrm>
              <a:custGeom>
                <a:avLst/>
                <a:gdLst>
                  <a:gd name="connsiteX0" fmla="*/ 242778 w 1893603"/>
                  <a:gd name="connsiteY0" fmla="*/ 16201 h 486029"/>
                  <a:gd name="connsiteX1" fmla="*/ 80933 w 1893603"/>
                  <a:gd name="connsiteY1" fmla="*/ 83314 h 486029"/>
                  <a:gd name="connsiteX2" fmla="*/ 14950 w 1893603"/>
                  <a:gd name="connsiteY2" fmla="*/ 243640 h 486029"/>
                  <a:gd name="connsiteX3" fmla="*/ 80933 w 1893603"/>
                  <a:gd name="connsiteY3" fmla="*/ 405208 h 486029"/>
                  <a:gd name="connsiteX4" fmla="*/ 242778 w 1893603"/>
                  <a:gd name="connsiteY4" fmla="*/ 472321 h 486029"/>
                  <a:gd name="connsiteX5" fmla="*/ 1649582 w 1893603"/>
                  <a:gd name="connsiteY5" fmla="*/ 472321 h 486029"/>
                  <a:gd name="connsiteX6" fmla="*/ 1811426 w 1893603"/>
                  <a:gd name="connsiteY6" fmla="*/ 405208 h 486029"/>
                  <a:gd name="connsiteX7" fmla="*/ 1878654 w 1893603"/>
                  <a:gd name="connsiteY7" fmla="*/ 243640 h 486029"/>
                  <a:gd name="connsiteX8" fmla="*/ 1811426 w 1893603"/>
                  <a:gd name="connsiteY8" fmla="*/ 83314 h 486029"/>
                  <a:gd name="connsiteX9" fmla="*/ 1649582 w 1893603"/>
                  <a:gd name="connsiteY9" fmla="*/ 16201 h 486029"/>
                  <a:gd name="connsiteX10" fmla="*/ 242770 w 1893603"/>
                  <a:gd name="connsiteY10" fmla="*/ 0 h 486029"/>
                  <a:gd name="connsiteX11" fmla="*/ 1649589 w 1893603"/>
                  <a:gd name="connsiteY11" fmla="*/ 0 h 486029"/>
                  <a:gd name="connsiteX12" fmla="*/ 1821395 w 1893603"/>
                  <a:gd name="connsiteY12" fmla="*/ 72096 h 486029"/>
                  <a:gd name="connsiteX13" fmla="*/ 1893603 w 1893603"/>
                  <a:gd name="connsiteY13" fmla="*/ 243636 h 486029"/>
                  <a:gd name="connsiteX14" fmla="*/ 1821395 w 1893603"/>
                  <a:gd name="connsiteY14" fmla="*/ 415176 h 486029"/>
                  <a:gd name="connsiteX15" fmla="*/ 1649589 w 1893603"/>
                  <a:gd name="connsiteY15" fmla="*/ 486029 h 486029"/>
                  <a:gd name="connsiteX16" fmla="*/ 242770 w 1893603"/>
                  <a:gd name="connsiteY16" fmla="*/ 486029 h 486029"/>
                  <a:gd name="connsiteX17" fmla="*/ 70964 w 1893603"/>
                  <a:gd name="connsiteY17" fmla="*/ 415176 h 486029"/>
                  <a:gd name="connsiteX18" fmla="*/ 0 w 1893603"/>
                  <a:gd name="connsiteY18" fmla="*/ 243636 h 486029"/>
                  <a:gd name="connsiteX19" fmla="*/ 70964 w 1893603"/>
                  <a:gd name="connsiteY19" fmla="*/ 72096 h 486029"/>
                  <a:gd name="connsiteX20" fmla="*/ 242770 w 1893603"/>
                  <a:gd name="connsiteY20" fmla="*/ 0 h 4860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93603" h="486029">
                    <a:moveTo>
                      <a:pt x="242778" y="16201"/>
                    </a:moveTo>
                    <a:cubicBezTo>
                      <a:pt x="181775" y="16201"/>
                      <a:pt x="124507" y="39815"/>
                      <a:pt x="80933" y="83314"/>
                    </a:cubicBezTo>
                    <a:cubicBezTo>
                      <a:pt x="38604" y="125570"/>
                      <a:pt x="14950" y="182741"/>
                      <a:pt x="14950" y="243640"/>
                    </a:cubicBezTo>
                    <a:cubicBezTo>
                      <a:pt x="14950" y="304538"/>
                      <a:pt x="38604" y="361709"/>
                      <a:pt x="80933" y="405208"/>
                    </a:cubicBezTo>
                    <a:cubicBezTo>
                      <a:pt x="124507" y="447464"/>
                      <a:pt x="181775" y="472321"/>
                      <a:pt x="242778" y="472321"/>
                    </a:cubicBezTo>
                    <a:lnTo>
                      <a:pt x="1649582" y="472321"/>
                    </a:lnTo>
                    <a:cubicBezTo>
                      <a:pt x="1710585" y="472321"/>
                      <a:pt x="1767853" y="447464"/>
                      <a:pt x="1811426" y="405208"/>
                    </a:cubicBezTo>
                    <a:cubicBezTo>
                      <a:pt x="1855000" y="361709"/>
                      <a:pt x="1878654" y="304538"/>
                      <a:pt x="1878654" y="243640"/>
                    </a:cubicBezTo>
                    <a:cubicBezTo>
                      <a:pt x="1878654" y="182741"/>
                      <a:pt x="1855000" y="125570"/>
                      <a:pt x="1811426" y="83314"/>
                    </a:cubicBezTo>
                    <a:cubicBezTo>
                      <a:pt x="1767853" y="39815"/>
                      <a:pt x="1710585" y="16201"/>
                      <a:pt x="1649582" y="16201"/>
                    </a:cubicBezTo>
                    <a:close/>
                    <a:moveTo>
                      <a:pt x="242770" y="0"/>
                    </a:moveTo>
                    <a:lnTo>
                      <a:pt x="1649589" y="0"/>
                    </a:lnTo>
                    <a:cubicBezTo>
                      <a:pt x="1714327" y="0"/>
                      <a:pt x="1776576" y="26104"/>
                      <a:pt x="1821395" y="72096"/>
                    </a:cubicBezTo>
                    <a:cubicBezTo>
                      <a:pt x="1867459" y="118089"/>
                      <a:pt x="1893603" y="177755"/>
                      <a:pt x="1893603" y="243636"/>
                    </a:cubicBezTo>
                    <a:cubicBezTo>
                      <a:pt x="1893603" y="308274"/>
                      <a:pt x="1867459" y="369183"/>
                      <a:pt x="1821395" y="415176"/>
                    </a:cubicBezTo>
                    <a:cubicBezTo>
                      <a:pt x="1776576" y="461168"/>
                      <a:pt x="1714327" y="486029"/>
                      <a:pt x="1649589" y="486029"/>
                    </a:cubicBezTo>
                    <a:lnTo>
                      <a:pt x="242770" y="486029"/>
                    </a:lnTo>
                    <a:cubicBezTo>
                      <a:pt x="178031" y="486029"/>
                      <a:pt x="117028" y="461168"/>
                      <a:pt x="70964" y="415176"/>
                    </a:cubicBezTo>
                    <a:cubicBezTo>
                      <a:pt x="24900" y="369183"/>
                      <a:pt x="0" y="308274"/>
                      <a:pt x="0" y="243636"/>
                    </a:cubicBezTo>
                    <a:cubicBezTo>
                      <a:pt x="0" y="177755"/>
                      <a:pt x="24900" y="118089"/>
                      <a:pt x="70964" y="72096"/>
                    </a:cubicBezTo>
                    <a:cubicBezTo>
                      <a:pt x="117028" y="26104"/>
                      <a:pt x="178031" y="0"/>
                      <a:pt x="2427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8610FAE1-F63E-384E-8621-94AC53F6A966}"/>
                  </a:ext>
                </a:extLst>
              </p:cNvPr>
              <p:cNvSpPr/>
              <p:nvPr/>
            </p:nvSpPr>
            <p:spPr>
              <a:xfrm>
                <a:off x="6192834" y="8778439"/>
                <a:ext cx="1879900" cy="4710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10" h="379">
                    <a:moveTo>
                      <a:pt x="1320" y="379"/>
                    </a:moveTo>
                    <a:lnTo>
                      <a:pt x="755" y="379"/>
                    </a:lnTo>
                    <a:lnTo>
                      <a:pt x="190" y="379"/>
                    </a:lnTo>
                    <a:cubicBezTo>
                      <a:pt x="138" y="379"/>
                      <a:pt x="90" y="357"/>
                      <a:pt x="56" y="323"/>
                    </a:cubicBezTo>
                    <a:cubicBezTo>
                      <a:pt x="22" y="289"/>
                      <a:pt x="0" y="241"/>
                      <a:pt x="0" y="189"/>
                    </a:cubicBezTo>
                    <a:cubicBezTo>
                      <a:pt x="0" y="136"/>
                      <a:pt x="22" y="89"/>
                      <a:pt x="56" y="55"/>
                    </a:cubicBezTo>
                    <a:cubicBezTo>
                      <a:pt x="90" y="21"/>
                      <a:pt x="138" y="0"/>
                      <a:pt x="190" y="0"/>
                    </a:cubicBezTo>
                    <a:lnTo>
                      <a:pt x="755" y="0"/>
                    </a:lnTo>
                    <a:lnTo>
                      <a:pt x="1320" y="0"/>
                    </a:lnTo>
                    <a:cubicBezTo>
                      <a:pt x="1373" y="0"/>
                      <a:pt x="1420" y="21"/>
                      <a:pt x="1454" y="55"/>
                    </a:cubicBezTo>
                    <a:cubicBezTo>
                      <a:pt x="1488" y="89"/>
                      <a:pt x="1510" y="136"/>
                      <a:pt x="1510" y="189"/>
                    </a:cubicBezTo>
                    <a:cubicBezTo>
                      <a:pt x="1510" y="241"/>
                      <a:pt x="1488" y="289"/>
                      <a:pt x="1454" y="323"/>
                    </a:cubicBezTo>
                    <a:cubicBezTo>
                      <a:pt x="1420" y="357"/>
                      <a:pt x="1373" y="379"/>
                      <a:pt x="1320" y="37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A81656F5-D273-8D45-BE79-81A474205DDD}"/>
                  </a:ext>
                </a:extLst>
              </p:cNvPr>
              <p:cNvSpPr/>
              <p:nvPr/>
            </p:nvSpPr>
            <p:spPr>
              <a:xfrm>
                <a:off x="6383437" y="8889354"/>
                <a:ext cx="214276" cy="248000"/>
              </a:xfrm>
              <a:custGeom>
                <a:avLst/>
                <a:gdLst>
                  <a:gd name="connsiteX0" fmla="*/ 105296 w 214276"/>
                  <a:gd name="connsiteY0" fmla="*/ 18693 h 248000"/>
                  <a:gd name="connsiteX1" fmla="*/ 61015 w 214276"/>
                  <a:gd name="connsiteY1" fmla="*/ 135901 h 248000"/>
                  <a:gd name="connsiteX2" fmla="*/ 58555 w 214276"/>
                  <a:gd name="connsiteY2" fmla="*/ 142070 h 248000"/>
                  <a:gd name="connsiteX3" fmla="*/ 155727 w 214276"/>
                  <a:gd name="connsiteY3" fmla="*/ 142070 h 248000"/>
                  <a:gd name="connsiteX4" fmla="*/ 105296 w 214276"/>
                  <a:gd name="connsiteY4" fmla="*/ 18693 h 248000"/>
                  <a:gd name="connsiteX5" fmla="*/ 99087 w 214276"/>
                  <a:gd name="connsiteY5" fmla="*/ 0 h 248000"/>
                  <a:gd name="connsiteX6" fmla="*/ 112712 w 214276"/>
                  <a:gd name="connsiteY6" fmla="*/ 0 h 248000"/>
                  <a:gd name="connsiteX7" fmla="*/ 115189 w 214276"/>
                  <a:gd name="connsiteY7" fmla="*/ 1240 h 248000"/>
                  <a:gd name="connsiteX8" fmla="*/ 214276 w 214276"/>
                  <a:gd name="connsiteY8" fmla="*/ 245520 h 248000"/>
                  <a:gd name="connsiteX9" fmla="*/ 214276 w 214276"/>
                  <a:gd name="connsiteY9" fmla="*/ 246760 h 248000"/>
                  <a:gd name="connsiteX10" fmla="*/ 213038 w 214276"/>
                  <a:gd name="connsiteY10" fmla="*/ 248000 h 248000"/>
                  <a:gd name="connsiteX11" fmla="*/ 199413 w 214276"/>
                  <a:gd name="connsiteY11" fmla="*/ 248000 h 248000"/>
                  <a:gd name="connsiteX12" fmla="*/ 198175 w 214276"/>
                  <a:gd name="connsiteY12" fmla="*/ 246760 h 248000"/>
                  <a:gd name="connsiteX13" fmla="*/ 162255 w 214276"/>
                  <a:gd name="connsiteY13" fmla="*/ 156240 h 248000"/>
                  <a:gd name="connsiteX14" fmla="*/ 53260 w 214276"/>
                  <a:gd name="connsiteY14" fmla="*/ 156240 h 248000"/>
                  <a:gd name="connsiteX15" fmla="*/ 16102 w 214276"/>
                  <a:gd name="connsiteY15" fmla="*/ 246760 h 248000"/>
                  <a:gd name="connsiteX16" fmla="*/ 14863 w 214276"/>
                  <a:gd name="connsiteY16" fmla="*/ 248000 h 248000"/>
                  <a:gd name="connsiteX17" fmla="*/ 2477 w 214276"/>
                  <a:gd name="connsiteY17" fmla="*/ 248000 h 248000"/>
                  <a:gd name="connsiteX18" fmla="*/ 1239 w 214276"/>
                  <a:gd name="connsiteY18" fmla="*/ 246760 h 248000"/>
                  <a:gd name="connsiteX19" fmla="*/ 0 w 214276"/>
                  <a:gd name="connsiteY19" fmla="*/ 245520 h 248000"/>
                  <a:gd name="connsiteX20" fmla="*/ 97849 w 214276"/>
                  <a:gd name="connsiteY20" fmla="*/ 1240 h 248000"/>
                  <a:gd name="connsiteX21" fmla="*/ 99087 w 214276"/>
                  <a:gd name="connsiteY21" fmla="*/ 0 h 24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214276" h="248000">
                    <a:moveTo>
                      <a:pt x="105296" y="18693"/>
                    </a:moveTo>
                    <a:cubicBezTo>
                      <a:pt x="100376" y="35966"/>
                      <a:pt x="81926" y="80382"/>
                      <a:pt x="61015" y="135901"/>
                    </a:cubicBezTo>
                    <a:lnTo>
                      <a:pt x="58555" y="142070"/>
                    </a:lnTo>
                    <a:lnTo>
                      <a:pt x="155727" y="142070"/>
                    </a:lnTo>
                    <a:cubicBezTo>
                      <a:pt x="127437" y="74213"/>
                      <a:pt x="112676" y="35966"/>
                      <a:pt x="105296" y="18693"/>
                    </a:cubicBezTo>
                    <a:close/>
                    <a:moveTo>
                      <a:pt x="99087" y="0"/>
                    </a:moveTo>
                    <a:lnTo>
                      <a:pt x="112712" y="0"/>
                    </a:lnTo>
                    <a:cubicBezTo>
                      <a:pt x="112712" y="0"/>
                      <a:pt x="113950" y="0"/>
                      <a:pt x="115189" y="1240"/>
                    </a:cubicBezTo>
                    <a:lnTo>
                      <a:pt x="214276" y="245520"/>
                    </a:lnTo>
                    <a:lnTo>
                      <a:pt x="214276" y="246760"/>
                    </a:lnTo>
                    <a:cubicBezTo>
                      <a:pt x="214276" y="248000"/>
                      <a:pt x="213038" y="248000"/>
                      <a:pt x="213038" y="248000"/>
                    </a:cubicBezTo>
                    <a:lnTo>
                      <a:pt x="199413" y="248000"/>
                    </a:lnTo>
                    <a:cubicBezTo>
                      <a:pt x="199413" y="248000"/>
                      <a:pt x="198175" y="248000"/>
                      <a:pt x="198175" y="246760"/>
                    </a:cubicBezTo>
                    <a:lnTo>
                      <a:pt x="162255" y="156240"/>
                    </a:lnTo>
                    <a:lnTo>
                      <a:pt x="53260" y="156240"/>
                    </a:lnTo>
                    <a:lnTo>
                      <a:pt x="16102" y="246760"/>
                    </a:lnTo>
                    <a:cubicBezTo>
                      <a:pt x="16102" y="248000"/>
                      <a:pt x="14863" y="248000"/>
                      <a:pt x="14863" y="248000"/>
                    </a:cubicBezTo>
                    <a:lnTo>
                      <a:pt x="2477" y="248000"/>
                    </a:lnTo>
                    <a:cubicBezTo>
                      <a:pt x="1239" y="248000"/>
                      <a:pt x="1239" y="248000"/>
                      <a:pt x="1239" y="246760"/>
                    </a:cubicBezTo>
                    <a:cubicBezTo>
                      <a:pt x="0" y="246760"/>
                      <a:pt x="0" y="246760"/>
                      <a:pt x="0" y="245520"/>
                    </a:cubicBezTo>
                    <a:lnTo>
                      <a:pt x="97849" y="1240"/>
                    </a:lnTo>
                    <a:cubicBezTo>
                      <a:pt x="97849" y="0"/>
                      <a:pt x="99087" y="0"/>
                      <a:pt x="990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9A493534-E01E-004F-8CD1-C824200ABEB9}"/>
                  </a:ext>
                </a:extLst>
              </p:cNvPr>
              <p:cNvSpPr/>
              <p:nvPr/>
            </p:nvSpPr>
            <p:spPr>
              <a:xfrm>
                <a:off x="6717312" y="8946680"/>
                <a:ext cx="185623" cy="1906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0" h="154">
                    <a:moveTo>
                      <a:pt x="149" y="69"/>
                    </a:moveTo>
                    <a:lnTo>
                      <a:pt x="82" y="69"/>
                    </a:lnTo>
                    <a:lnTo>
                      <a:pt x="82" y="1"/>
                    </a:lnTo>
                    <a:cubicBezTo>
                      <a:pt x="82" y="0"/>
                      <a:pt x="80" y="0"/>
                      <a:pt x="80" y="0"/>
                    </a:cubicBezTo>
                    <a:lnTo>
                      <a:pt x="71" y="0"/>
                    </a:lnTo>
                    <a:cubicBezTo>
                      <a:pt x="70" y="0"/>
                      <a:pt x="69" y="0"/>
                      <a:pt x="69" y="1"/>
                    </a:cubicBezTo>
                    <a:lnTo>
                      <a:pt x="69" y="69"/>
                    </a:lnTo>
                    <a:lnTo>
                      <a:pt x="1" y="69"/>
                    </a:lnTo>
                    <a:cubicBezTo>
                      <a:pt x="1" y="69"/>
                      <a:pt x="0" y="69"/>
                      <a:pt x="0" y="70"/>
                    </a:cubicBezTo>
                    <a:lnTo>
                      <a:pt x="0" y="79"/>
                    </a:lnTo>
                    <a:cubicBezTo>
                      <a:pt x="0" y="80"/>
                      <a:pt x="1" y="80"/>
                      <a:pt x="1" y="80"/>
                    </a:cubicBezTo>
                    <a:lnTo>
                      <a:pt x="69" y="80"/>
                    </a:lnTo>
                    <a:lnTo>
                      <a:pt x="69" y="153"/>
                    </a:lnTo>
                    <a:cubicBezTo>
                      <a:pt x="69" y="153"/>
                      <a:pt x="70" y="154"/>
                      <a:pt x="71" y="154"/>
                    </a:cubicBezTo>
                    <a:lnTo>
                      <a:pt x="80" y="154"/>
                    </a:lnTo>
                    <a:lnTo>
                      <a:pt x="82" y="153"/>
                    </a:lnTo>
                    <a:lnTo>
                      <a:pt x="82" y="80"/>
                    </a:lnTo>
                    <a:lnTo>
                      <a:pt x="149" y="80"/>
                    </a:lnTo>
                    <a:cubicBezTo>
                      <a:pt x="150" y="80"/>
                      <a:pt x="150" y="80"/>
                      <a:pt x="150" y="79"/>
                    </a:cubicBezTo>
                    <a:lnTo>
                      <a:pt x="150" y="70"/>
                    </a:lnTo>
                    <a:cubicBezTo>
                      <a:pt x="150" y="69"/>
                      <a:pt x="150" y="69"/>
                      <a:pt x="149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29A11AEB-68B9-504E-93DE-4332D2BF3E53}"/>
                  </a:ext>
                </a:extLst>
              </p:cNvPr>
              <p:cNvSpPr/>
              <p:nvPr/>
            </p:nvSpPr>
            <p:spPr>
              <a:xfrm>
                <a:off x="7048693" y="8889354"/>
                <a:ext cx="173165" cy="248000"/>
              </a:xfrm>
              <a:custGeom>
                <a:avLst/>
                <a:gdLst>
                  <a:gd name="connsiteX0" fmla="*/ 14950 w 173165"/>
                  <a:gd name="connsiteY0" fmla="*/ 123377 h 248000"/>
                  <a:gd name="connsiteX1" fmla="*/ 14950 w 173165"/>
                  <a:gd name="connsiteY1" fmla="*/ 233045 h 248000"/>
                  <a:gd name="connsiteX2" fmla="*/ 87813 w 173165"/>
                  <a:gd name="connsiteY2" fmla="*/ 233045 h 248000"/>
                  <a:gd name="connsiteX3" fmla="*/ 156970 w 173165"/>
                  <a:gd name="connsiteY3" fmla="*/ 177595 h 248000"/>
                  <a:gd name="connsiteX4" fmla="*/ 86578 w 173165"/>
                  <a:gd name="connsiteY4" fmla="*/ 123377 h 248000"/>
                  <a:gd name="connsiteX5" fmla="*/ 14950 w 173165"/>
                  <a:gd name="connsiteY5" fmla="*/ 13708 h 248000"/>
                  <a:gd name="connsiteX6" fmla="*/ 14950 w 173165"/>
                  <a:gd name="connsiteY6" fmla="*/ 107175 h 248000"/>
                  <a:gd name="connsiteX7" fmla="*/ 88999 w 173165"/>
                  <a:gd name="connsiteY7" fmla="*/ 107175 h 248000"/>
                  <a:gd name="connsiteX8" fmla="*/ 147004 w 173165"/>
                  <a:gd name="connsiteY8" fmla="*/ 61671 h 248000"/>
                  <a:gd name="connsiteX9" fmla="*/ 87765 w 173165"/>
                  <a:gd name="connsiteY9" fmla="*/ 13708 h 248000"/>
                  <a:gd name="connsiteX10" fmla="*/ 1237 w 173165"/>
                  <a:gd name="connsiteY10" fmla="*/ 0 h 248000"/>
                  <a:gd name="connsiteX11" fmla="*/ 90293 w 173165"/>
                  <a:gd name="connsiteY11" fmla="*/ 0 h 248000"/>
                  <a:gd name="connsiteX12" fmla="*/ 163270 w 173165"/>
                  <a:gd name="connsiteY12" fmla="*/ 62000 h 248000"/>
                  <a:gd name="connsiteX13" fmla="*/ 126163 w 173165"/>
                  <a:gd name="connsiteY13" fmla="*/ 115320 h 248000"/>
                  <a:gd name="connsiteX14" fmla="*/ 173165 w 173165"/>
                  <a:gd name="connsiteY14" fmla="*/ 176080 h 248000"/>
                  <a:gd name="connsiteX15" fmla="*/ 90293 w 173165"/>
                  <a:gd name="connsiteY15" fmla="*/ 248000 h 248000"/>
                  <a:gd name="connsiteX16" fmla="*/ 1237 w 173165"/>
                  <a:gd name="connsiteY16" fmla="*/ 248000 h 248000"/>
                  <a:gd name="connsiteX17" fmla="*/ 0 w 173165"/>
                  <a:gd name="connsiteY17" fmla="*/ 246760 h 248000"/>
                  <a:gd name="connsiteX18" fmla="*/ 0 w 173165"/>
                  <a:gd name="connsiteY18" fmla="*/ 2480 h 248000"/>
                  <a:gd name="connsiteX19" fmla="*/ 1237 w 173165"/>
                  <a:gd name="connsiteY19" fmla="*/ 0 h 24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73165" h="248000">
                    <a:moveTo>
                      <a:pt x="14950" y="123377"/>
                    </a:moveTo>
                    <a:lnTo>
                      <a:pt x="14950" y="233045"/>
                    </a:lnTo>
                    <a:lnTo>
                      <a:pt x="87813" y="233045"/>
                    </a:lnTo>
                    <a:cubicBezTo>
                      <a:pt x="108807" y="233045"/>
                      <a:pt x="156970" y="228116"/>
                      <a:pt x="156970" y="177595"/>
                    </a:cubicBezTo>
                    <a:cubicBezTo>
                      <a:pt x="156970" y="143093"/>
                      <a:pt x="131036" y="123377"/>
                      <a:pt x="86578" y="123377"/>
                    </a:cubicBezTo>
                    <a:close/>
                    <a:moveTo>
                      <a:pt x="14950" y="13708"/>
                    </a:moveTo>
                    <a:lnTo>
                      <a:pt x="14950" y="107175"/>
                    </a:lnTo>
                    <a:lnTo>
                      <a:pt x="88999" y="107175"/>
                    </a:lnTo>
                    <a:cubicBezTo>
                      <a:pt x="114916" y="107175"/>
                      <a:pt x="147004" y="99796"/>
                      <a:pt x="147004" y="61671"/>
                    </a:cubicBezTo>
                    <a:cubicBezTo>
                      <a:pt x="147004" y="32155"/>
                      <a:pt x="126024" y="13708"/>
                      <a:pt x="87765" y="13708"/>
                    </a:cubicBezTo>
                    <a:close/>
                    <a:moveTo>
                      <a:pt x="1237" y="0"/>
                    </a:moveTo>
                    <a:lnTo>
                      <a:pt x="90293" y="0"/>
                    </a:lnTo>
                    <a:cubicBezTo>
                      <a:pt x="136058" y="0"/>
                      <a:pt x="163270" y="22320"/>
                      <a:pt x="163270" y="62000"/>
                    </a:cubicBezTo>
                    <a:cubicBezTo>
                      <a:pt x="163270" y="91760"/>
                      <a:pt x="145954" y="107880"/>
                      <a:pt x="126163" y="115320"/>
                    </a:cubicBezTo>
                    <a:cubicBezTo>
                      <a:pt x="149664" y="121520"/>
                      <a:pt x="173165" y="141360"/>
                      <a:pt x="173165" y="176080"/>
                    </a:cubicBezTo>
                    <a:cubicBezTo>
                      <a:pt x="173165" y="220720"/>
                      <a:pt x="141006" y="248000"/>
                      <a:pt x="90293" y="248000"/>
                    </a:cubicBezTo>
                    <a:lnTo>
                      <a:pt x="1237" y="248000"/>
                    </a:lnTo>
                    <a:cubicBezTo>
                      <a:pt x="0" y="248000"/>
                      <a:pt x="0" y="246760"/>
                      <a:pt x="0" y="246760"/>
                    </a:cubicBezTo>
                    <a:lnTo>
                      <a:pt x="0" y="2480"/>
                    </a:lnTo>
                    <a:cubicBezTo>
                      <a:pt x="0" y="0"/>
                      <a:pt x="0" y="0"/>
                      <a:pt x="12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BCBC3196-D999-8B45-A992-65CB9C4AD732}"/>
                  </a:ext>
                </a:extLst>
              </p:cNvPr>
              <p:cNvSpPr/>
              <p:nvPr/>
            </p:nvSpPr>
            <p:spPr>
              <a:xfrm>
                <a:off x="7352666" y="9073792"/>
                <a:ext cx="18562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0" h="12">
                    <a:moveTo>
                      <a:pt x="148" y="0"/>
                    </a:moveTo>
                    <a:lnTo>
                      <a:pt x="1" y="0"/>
                    </a:lnTo>
                    <a:cubicBezTo>
                      <a:pt x="0" y="0"/>
                      <a:pt x="0" y="0"/>
                      <a:pt x="0" y="2"/>
                    </a:cubicBezTo>
                    <a:lnTo>
                      <a:pt x="0" y="10"/>
                    </a:lnTo>
                    <a:cubicBezTo>
                      <a:pt x="0" y="12"/>
                      <a:pt x="0" y="12"/>
                      <a:pt x="1" y="12"/>
                    </a:cubicBezTo>
                    <a:lnTo>
                      <a:pt x="148" y="12"/>
                    </a:lnTo>
                    <a:cubicBezTo>
                      <a:pt x="149" y="12"/>
                      <a:pt x="150" y="12"/>
                      <a:pt x="150" y="10"/>
                    </a:cubicBezTo>
                    <a:lnTo>
                      <a:pt x="150" y="2"/>
                    </a:lnTo>
                    <a:cubicBezTo>
                      <a:pt x="150" y="0"/>
                      <a:pt x="149" y="0"/>
                      <a:pt x="1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1E4C81A1-A402-2B4B-847D-CBD779449A41}"/>
                  </a:ext>
                </a:extLst>
              </p:cNvPr>
              <p:cNvSpPr/>
              <p:nvPr/>
            </p:nvSpPr>
            <p:spPr>
              <a:xfrm>
                <a:off x="7352666" y="8991545"/>
                <a:ext cx="18562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0" h="12">
                    <a:moveTo>
                      <a:pt x="148" y="0"/>
                    </a:moveTo>
                    <a:lnTo>
                      <a:pt x="1" y="0"/>
                    </a:lnTo>
                    <a:cubicBezTo>
                      <a:pt x="0" y="0"/>
                      <a:pt x="0" y="1"/>
                      <a:pt x="0" y="2"/>
                    </a:cubicBezTo>
                    <a:lnTo>
                      <a:pt x="0" y="10"/>
                    </a:lnTo>
                    <a:cubicBezTo>
                      <a:pt x="0" y="11"/>
                      <a:pt x="0" y="12"/>
                      <a:pt x="1" y="12"/>
                    </a:cubicBezTo>
                    <a:lnTo>
                      <a:pt x="148" y="12"/>
                    </a:lnTo>
                    <a:cubicBezTo>
                      <a:pt x="149" y="12"/>
                      <a:pt x="150" y="11"/>
                      <a:pt x="150" y="10"/>
                    </a:cubicBezTo>
                    <a:lnTo>
                      <a:pt x="150" y="2"/>
                    </a:lnTo>
                    <a:cubicBezTo>
                      <a:pt x="150" y="1"/>
                      <a:pt x="149" y="0"/>
                      <a:pt x="1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CF0C19D1-ECF9-7043-89A2-7A9D602A60D3}"/>
                  </a:ext>
                </a:extLst>
              </p:cNvPr>
              <p:cNvSpPr/>
              <p:nvPr/>
            </p:nvSpPr>
            <p:spPr>
              <a:xfrm>
                <a:off x="7669094" y="8885615"/>
                <a:ext cx="213030" cy="2567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2" h="207">
                    <a:moveTo>
                      <a:pt x="171" y="148"/>
                    </a:moveTo>
                    <a:lnTo>
                      <a:pt x="160" y="148"/>
                    </a:lnTo>
                    <a:lnTo>
                      <a:pt x="159" y="148"/>
                    </a:lnTo>
                    <a:cubicBezTo>
                      <a:pt x="147" y="180"/>
                      <a:pt x="126" y="194"/>
                      <a:pt x="92" y="194"/>
                    </a:cubicBezTo>
                    <a:cubicBezTo>
                      <a:pt x="37" y="194"/>
                      <a:pt x="13" y="148"/>
                      <a:pt x="13" y="104"/>
                    </a:cubicBezTo>
                    <a:cubicBezTo>
                      <a:pt x="13" y="36"/>
                      <a:pt x="56" y="11"/>
                      <a:pt x="92" y="11"/>
                    </a:cubicBezTo>
                    <a:cubicBezTo>
                      <a:pt x="135" y="11"/>
                      <a:pt x="152" y="38"/>
                      <a:pt x="159" y="59"/>
                    </a:cubicBezTo>
                    <a:cubicBezTo>
                      <a:pt x="159" y="60"/>
                      <a:pt x="160" y="60"/>
                      <a:pt x="160" y="60"/>
                    </a:cubicBezTo>
                    <a:lnTo>
                      <a:pt x="171" y="60"/>
                    </a:lnTo>
                    <a:lnTo>
                      <a:pt x="172" y="60"/>
                    </a:lnTo>
                    <a:lnTo>
                      <a:pt x="172" y="59"/>
                    </a:lnTo>
                    <a:cubicBezTo>
                      <a:pt x="163" y="21"/>
                      <a:pt x="134" y="0"/>
                      <a:pt x="92" y="0"/>
                    </a:cubicBezTo>
                    <a:cubicBezTo>
                      <a:pt x="37" y="0"/>
                      <a:pt x="0" y="41"/>
                      <a:pt x="0" y="104"/>
                    </a:cubicBezTo>
                    <a:cubicBezTo>
                      <a:pt x="0" y="166"/>
                      <a:pt x="36" y="207"/>
                      <a:pt x="91" y="207"/>
                    </a:cubicBezTo>
                    <a:cubicBezTo>
                      <a:pt x="132" y="207"/>
                      <a:pt x="159" y="187"/>
                      <a:pt x="172" y="150"/>
                    </a:cubicBezTo>
                    <a:cubicBezTo>
                      <a:pt x="172" y="149"/>
                      <a:pt x="172" y="148"/>
                      <a:pt x="172" y="148"/>
                    </a:cubicBezTo>
                    <a:cubicBezTo>
                      <a:pt x="171" y="148"/>
                      <a:pt x="171" y="148"/>
                      <a:pt x="171" y="14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84C18384-CCA2-0943-B2DB-476E0DDB2125}"/>
                  </a:ext>
                </a:extLst>
              </p:cNvPr>
              <p:cNvSpPr/>
              <p:nvPr/>
            </p:nvSpPr>
            <p:spPr>
              <a:xfrm>
                <a:off x="7062397" y="9585996"/>
                <a:ext cx="919394" cy="158271"/>
              </a:xfrm>
              <a:custGeom>
                <a:avLst/>
                <a:gdLst>
                  <a:gd name="connsiteX0" fmla="*/ 78396 w 919394"/>
                  <a:gd name="connsiteY0" fmla="*/ 16201 h 158271"/>
                  <a:gd name="connsiteX1" fmla="*/ 33610 w 919394"/>
                  <a:gd name="connsiteY1" fmla="*/ 33477 h 158271"/>
                  <a:gd name="connsiteX2" fmla="*/ 14949 w 919394"/>
                  <a:gd name="connsiteY2" fmla="*/ 79136 h 158271"/>
                  <a:gd name="connsiteX3" fmla="*/ 33610 w 919394"/>
                  <a:gd name="connsiteY3" fmla="*/ 123560 h 158271"/>
                  <a:gd name="connsiteX4" fmla="*/ 78396 w 919394"/>
                  <a:gd name="connsiteY4" fmla="*/ 142070 h 158271"/>
                  <a:gd name="connsiteX5" fmla="*/ 840998 w 919394"/>
                  <a:gd name="connsiteY5" fmla="*/ 142070 h 158271"/>
                  <a:gd name="connsiteX6" fmla="*/ 885783 w 919394"/>
                  <a:gd name="connsiteY6" fmla="*/ 123560 h 158271"/>
                  <a:gd name="connsiteX7" fmla="*/ 904444 w 919394"/>
                  <a:gd name="connsiteY7" fmla="*/ 79136 h 158271"/>
                  <a:gd name="connsiteX8" fmla="*/ 885783 w 919394"/>
                  <a:gd name="connsiteY8" fmla="*/ 33477 h 158271"/>
                  <a:gd name="connsiteX9" fmla="*/ 840998 w 919394"/>
                  <a:gd name="connsiteY9" fmla="*/ 16201 h 158271"/>
                  <a:gd name="connsiteX10" fmla="*/ 78379 w 919394"/>
                  <a:gd name="connsiteY10" fmla="*/ 0 h 158271"/>
                  <a:gd name="connsiteX11" fmla="*/ 841016 w 919394"/>
                  <a:gd name="connsiteY11" fmla="*/ 0 h 158271"/>
                  <a:gd name="connsiteX12" fmla="*/ 895756 w 919394"/>
                  <a:gd name="connsiteY12" fmla="*/ 23493 h 158271"/>
                  <a:gd name="connsiteX13" fmla="*/ 919394 w 919394"/>
                  <a:gd name="connsiteY13" fmla="*/ 79136 h 158271"/>
                  <a:gd name="connsiteX14" fmla="*/ 895756 w 919394"/>
                  <a:gd name="connsiteY14" fmla="*/ 134778 h 158271"/>
                  <a:gd name="connsiteX15" fmla="*/ 841016 w 919394"/>
                  <a:gd name="connsiteY15" fmla="*/ 158271 h 158271"/>
                  <a:gd name="connsiteX16" fmla="*/ 78379 w 919394"/>
                  <a:gd name="connsiteY16" fmla="*/ 158271 h 158271"/>
                  <a:gd name="connsiteX17" fmla="*/ 22394 w 919394"/>
                  <a:gd name="connsiteY17" fmla="*/ 134778 h 158271"/>
                  <a:gd name="connsiteX18" fmla="*/ 0 w 919394"/>
                  <a:gd name="connsiteY18" fmla="*/ 79136 h 158271"/>
                  <a:gd name="connsiteX19" fmla="*/ 22394 w 919394"/>
                  <a:gd name="connsiteY19" fmla="*/ 23493 h 158271"/>
                  <a:gd name="connsiteX20" fmla="*/ 78379 w 919394"/>
                  <a:gd name="connsiteY20" fmla="*/ 0 h 158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19394" h="158271">
                    <a:moveTo>
                      <a:pt x="78396" y="16201"/>
                    </a:moveTo>
                    <a:cubicBezTo>
                      <a:pt x="62223" y="16201"/>
                      <a:pt x="46050" y="22371"/>
                      <a:pt x="33610" y="33477"/>
                    </a:cubicBezTo>
                    <a:cubicBezTo>
                      <a:pt x="21169" y="45817"/>
                      <a:pt x="14949" y="61859"/>
                      <a:pt x="14949" y="79136"/>
                    </a:cubicBezTo>
                    <a:cubicBezTo>
                      <a:pt x="14949" y="96412"/>
                      <a:pt x="21169" y="111220"/>
                      <a:pt x="33610" y="123560"/>
                    </a:cubicBezTo>
                    <a:cubicBezTo>
                      <a:pt x="46050" y="135900"/>
                      <a:pt x="62223" y="142070"/>
                      <a:pt x="78396" y="142070"/>
                    </a:cubicBezTo>
                    <a:lnTo>
                      <a:pt x="840998" y="142070"/>
                    </a:lnTo>
                    <a:cubicBezTo>
                      <a:pt x="857170" y="142070"/>
                      <a:pt x="873343" y="135900"/>
                      <a:pt x="885783" y="123560"/>
                    </a:cubicBezTo>
                    <a:cubicBezTo>
                      <a:pt x="896980" y="111220"/>
                      <a:pt x="904444" y="96412"/>
                      <a:pt x="904444" y="79136"/>
                    </a:cubicBezTo>
                    <a:cubicBezTo>
                      <a:pt x="904444" y="61859"/>
                      <a:pt x="896980" y="45817"/>
                      <a:pt x="885783" y="33477"/>
                    </a:cubicBezTo>
                    <a:cubicBezTo>
                      <a:pt x="873343" y="22371"/>
                      <a:pt x="857170" y="16201"/>
                      <a:pt x="840998" y="16201"/>
                    </a:cubicBezTo>
                    <a:close/>
                    <a:moveTo>
                      <a:pt x="78379" y="0"/>
                    </a:moveTo>
                    <a:lnTo>
                      <a:pt x="841016" y="0"/>
                    </a:lnTo>
                    <a:cubicBezTo>
                      <a:pt x="862165" y="0"/>
                      <a:pt x="880827" y="8655"/>
                      <a:pt x="895756" y="23493"/>
                    </a:cubicBezTo>
                    <a:cubicBezTo>
                      <a:pt x="910685" y="38331"/>
                      <a:pt x="919394" y="58115"/>
                      <a:pt x="919394" y="79136"/>
                    </a:cubicBezTo>
                    <a:cubicBezTo>
                      <a:pt x="919394" y="100156"/>
                      <a:pt x="910685" y="119940"/>
                      <a:pt x="895756" y="134778"/>
                    </a:cubicBezTo>
                    <a:cubicBezTo>
                      <a:pt x="880827" y="149616"/>
                      <a:pt x="862165" y="158271"/>
                      <a:pt x="841016" y="158271"/>
                    </a:cubicBezTo>
                    <a:lnTo>
                      <a:pt x="78379" y="158271"/>
                    </a:lnTo>
                    <a:cubicBezTo>
                      <a:pt x="57229" y="158271"/>
                      <a:pt x="37323" y="149616"/>
                      <a:pt x="22394" y="134778"/>
                    </a:cubicBezTo>
                    <a:cubicBezTo>
                      <a:pt x="7465" y="119940"/>
                      <a:pt x="0" y="100156"/>
                      <a:pt x="0" y="79136"/>
                    </a:cubicBezTo>
                    <a:cubicBezTo>
                      <a:pt x="0" y="58115"/>
                      <a:pt x="7465" y="38331"/>
                      <a:pt x="22394" y="23493"/>
                    </a:cubicBezTo>
                    <a:cubicBezTo>
                      <a:pt x="37323" y="8655"/>
                      <a:pt x="57229" y="0"/>
                      <a:pt x="783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8D832FE4-5E2C-F046-9204-5B05EF42B444}"/>
                  </a:ext>
                </a:extLst>
              </p:cNvPr>
              <p:cNvSpPr/>
              <p:nvPr/>
            </p:nvSpPr>
            <p:spPr>
              <a:xfrm>
                <a:off x="7059902" y="9903784"/>
                <a:ext cx="924377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3" h="12">
                    <a:moveTo>
                      <a:pt x="737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737" y="0"/>
                    </a:lnTo>
                    <a:cubicBezTo>
                      <a:pt x="740" y="0"/>
                      <a:pt x="743" y="3"/>
                      <a:pt x="743" y="6"/>
                    </a:cubicBezTo>
                    <a:cubicBezTo>
                      <a:pt x="743" y="10"/>
                      <a:pt x="740" y="12"/>
                      <a:pt x="737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7D072377-B40D-C84C-84A3-C7CD27AB2FEF}"/>
                  </a:ext>
                </a:extLst>
              </p:cNvPr>
              <p:cNvSpPr/>
              <p:nvPr/>
            </p:nvSpPr>
            <p:spPr>
              <a:xfrm>
                <a:off x="7059902" y="10078257"/>
                <a:ext cx="924377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3" h="12">
                    <a:moveTo>
                      <a:pt x="737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737" y="0"/>
                    </a:lnTo>
                    <a:cubicBezTo>
                      <a:pt x="740" y="0"/>
                      <a:pt x="743" y="2"/>
                      <a:pt x="743" y="6"/>
                    </a:cubicBezTo>
                    <a:cubicBezTo>
                      <a:pt x="743" y="9"/>
                      <a:pt x="740" y="12"/>
                      <a:pt x="737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6A0A373A-5FEC-C843-83F8-51F52135C39E}"/>
                  </a:ext>
                </a:extLst>
              </p:cNvPr>
              <p:cNvSpPr/>
              <p:nvPr/>
            </p:nvSpPr>
            <p:spPr>
              <a:xfrm>
                <a:off x="6290006" y="9539886"/>
                <a:ext cx="619158" cy="5994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8" h="482">
                    <a:moveTo>
                      <a:pt x="441" y="482"/>
                    </a:moveTo>
                    <a:lnTo>
                      <a:pt x="249" y="482"/>
                    </a:lnTo>
                    <a:lnTo>
                      <a:pt x="57" y="482"/>
                    </a:lnTo>
                    <a:cubicBezTo>
                      <a:pt x="42" y="482"/>
                      <a:pt x="27" y="475"/>
                      <a:pt x="17" y="465"/>
                    </a:cubicBezTo>
                    <a:cubicBezTo>
                      <a:pt x="6" y="454"/>
                      <a:pt x="0" y="441"/>
                      <a:pt x="0" y="425"/>
                    </a:cubicBezTo>
                    <a:lnTo>
                      <a:pt x="0" y="241"/>
                    </a:lnTo>
                    <a:lnTo>
                      <a:pt x="0" y="57"/>
                    </a:lnTo>
                    <a:cubicBezTo>
                      <a:pt x="0" y="41"/>
                      <a:pt x="6" y="26"/>
                      <a:pt x="17" y="16"/>
                    </a:cubicBezTo>
                    <a:cubicBezTo>
                      <a:pt x="27" y="6"/>
                      <a:pt x="42" y="0"/>
                      <a:pt x="57" y="0"/>
                    </a:cubicBezTo>
                    <a:lnTo>
                      <a:pt x="249" y="0"/>
                    </a:lnTo>
                    <a:lnTo>
                      <a:pt x="441" y="0"/>
                    </a:lnTo>
                    <a:cubicBezTo>
                      <a:pt x="456" y="0"/>
                      <a:pt x="470" y="6"/>
                      <a:pt x="481" y="16"/>
                    </a:cubicBezTo>
                    <a:cubicBezTo>
                      <a:pt x="491" y="26"/>
                      <a:pt x="498" y="41"/>
                      <a:pt x="498" y="57"/>
                    </a:cubicBezTo>
                    <a:lnTo>
                      <a:pt x="498" y="241"/>
                    </a:lnTo>
                    <a:lnTo>
                      <a:pt x="498" y="425"/>
                    </a:lnTo>
                    <a:cubicBezTo>
                      <a:pt x="498" y="441"/>
                      <a:pt x="491" y="454"/>
                      <a:pt x="481" y="465"/>
                    </a:cubicBezTo>
                    <a:cubicBezTo>
                      <a:pt x="470" y="475"/>
                      <a:pt x="456" y="482"/>
                      <a:pt x="441" y="4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07E14FEB-C985-0241-9E55-38397A2FA61B}"/>
                  </a:ext>
                </a:extLst>
              </p:cNvPr>
              <p:cNvSpPr/>
              <p:nvPr/>
            </p:nvSpPr>
            <p:spPr>
              <a:xfrm>
                <a:off x="6282531" y="9531162"/>
                <a:ext cx="634108" cy="615637"/>
              </a:xfrm>
              <a:custGeom>
                <a:avLst/>
                <a:gdLst>
                  <a:gd name="connsiteX0" fmla="*/ 78355 w 634108"/>
                  <a:gd name="connsiteY0" fmla="*/ 16201 h 615637"/>
                  <a:gd name="connsiteX1" fmla="*/ 33599 w 634108"/>
                  <a:gd name="connsiteY1" fmla="*/ 33611 h 615637"/>
                  <a:gd name="connsiteX2" fmla="*/ 14950 w 634108"/>
                  <a:gd name="connsiteY2" fmla="*/ 79624 h 615637"/>
                  <a:gd name="connsiteX3" fmla="*/ 14950 w 634108"/>
                  <a:gd name="connsiteY3" fmla="*/ 537260 h 615637"/>
                  <a:gd name="connsiteX4" fmla="*/ 33599 w 634108"/>
                  <a:gd name="connsiteY4" fmla="*/ 582029 h 615637"/>
                  <a:gd name="connsiteX5" fmla="*/ 78355 w 634108"/>
                  <a:gd name="connsiteY5" fmla="*/ 600683 h 615637"/>
                  <a:gd name="connsiteX6" fmla="*/ 555755 w 634108"/>
                  <a:gd name="connsiteY6" fmla="*/ 600683 h 615637"/>
                  <a:gd name="connsiteX7" fmla="*/ 600511 w 634108"/>
                  <a:gd name="connsiteY7" fmla="*/ 582029 h 615637"/>
                  <a:gd name="connsiteX8" fmla="*/ 619159 w 634108"/>
                  <a:gd name="connsiteY8" fmla="*/ 537260 h 615637"/>
                  <a:gd name="connsiteX9" fmla="*/ 619159 w 634108"/>
                  <a:gd name="connsiteY9" fmla="*/ 79624 h 615637"/>
                  <a:gd name="connsiteX10" fmla="*/ 600511 w 634108"/>
                  <a:gd name="connsiteY10" fmla="*/ 33611 h 615637"/>
                  <a:gd name="connsiteX11" fmla="*/ 555755 w 634108"/>
                  <a:gd name="connsiteY11" fmla="*/ 16201 h 615637"/>
                  <a:gd name="connsiteX12" fmla="*/ 78331 w 634108"/>
                  <a:gd name="connsiteY12" fmla="*/ 0 h 615637"/>
                  <a:gd name="connsiteX13" fmla="*/ 555777 w 634108"/>
                  <a:gd name="connsiteY13" fmla="*/ 0 h 615637"/>
                  <a:gd name="connsiteX14" fmla="*/ 610485 w 634108"/>
                  <a:gd name="connsiteY14" fmla="*/ 23631 h 615637"/>
                  <a:gd name="connsiteX15" fmla="*/ 634108 w 634108"/>
                  <a:gd name="connsiteY15" fmla="*/ 79598 h 615637"/>
                  <a:gd name="connsiteX16" fmla="*/ 634108 w 634108"/>
                  <a:gd name="connsiteY16" fmla="*/ 537283 h 615637"/>
                  <a:gd name="connsiteX17" fmla="*/ 610485 w 634108"/>
                  <a:gd name="connsiteY17" fmla="*/ 592006 h 615637"/>
                  <a:gd name="connsiteX18" fmla="*/ 555777 w 634108"/>
                  <a:gd name="connsiteY18" fmla="*/ 615637 h 615637"/>
                  <a:gd name="connsiteX19" fmla="*/ 78331 w 634108"/>
                  <a:gd name="connsiteY19" fmla="*/ 615637 h 615637"/>
                  <a:gd name="connsiteX20" fmla="*/ 22381 w 634108"/>
                  <a:gd name="connsiteY20" fmla="*/ 592006 h 615637"/>
                  <a:gd name="connsiteX21" fmla="*/ 0 w 634108"/>
                  <a:gd name="connsiteY21" fmla="*/ 537283 h 615637"/>
                  <a:gd name="connsiteX22" fmla="*/ 0 w 634108"/>
                  <a:gd name="connsiteY22" fmla="*/ 79598 h 615637"/>
                  <a:gd name="connsiteX23" fmla="*/ 22381 w 634108"/>
                  <a:gd name="connsiteY23" fmla="*/ 23631 h 615637"/>
                  <a:gd name="connsiteX24" fmla="*/ 78331 w 634108"/>
                  <a:gd name="connsiteY24" fmla="*/ 0 h 6156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34108" h="615637">
                    <a:moveTo>
                      <a:pt x="78355" y="16201"/>
                    </a:moveTo>
                    <a:cubicBezTo>
                      <a:pt x="62193" y="16201"/>
                      <a:pt x="46031" y="22419"/>
                      <a:pt x="33599" y="33611"/>
                    </a:cubicBezTo>
                    <a:cubicBezTo>
                      <a:pt x="21166" y="46047"/>
                      <a:pt x="14950" y="62213"/>
                      <a:pt x="14950" y="79624"/>
                    </a:cubicBezTo>
                    <a:lnTo>
                      <a:pt x="14950" y="537260"/>
                    </a:lnTo>
                    <a:cubicBezTo>
                      <a:pt x="14950" y="553427"/>
                      <a:pt x="21166" y="569594"/>
                      <a:pt x="33599" y="582029"/>
                    </a:cubicBezTo>
                    <a:cubicBezTo>
                      <a:pt x="46031" y="593222"/>
                      <a:pt x="62193" y="600683"/>
                      <a:pt x="78355" y="600683"/>
                    </a:cubicBezTo>
                    <a:lnTo>
                      <a:pt x="555755" y="600683"/>
                    </a:lnTo>
                    <a:cubicBezTo>
                      <a:pt x="571917" y="600683"/>
                      <a:pt x="588079" y="593222"/>
                      <a:pt x="600511" y="582029"/>
                    </a:cubicBezTo>
                    <a:cubicBezTo>
                      <a:pt x="611700" y="569594"/>
                      <a:pt x="619159" y="553427"/>
                      <a:pt x="619159" y="537260"/>
                    </a:cubicBezTo>
                    <a:lnTo>
                      <a:pt x="619159" y="79624"/>
                    </a:lnTo>
                    <a:cubicBezTo>
                      <a:pt x="619159" y="62213"/>
                      <a:pt x="611700" y="46047"/>
                      <a:pt x="600511" y="33611"/>
                    </a:cubicBezTo>
                    <a:cubicBezTo>
                      <a:pt x="588079" y="22419"/>
                      <a:pt x="571917" y="16201"/>
                      <a:pt x="555755" y="16201"/>
                    </a:cubicBezTo>
                    <a:close/>
                    <a:moveTo>
                      <a:pt x="78331" y="0"/>
                    </a:moveTo>
                    <a:lnTo>
                      <a:pt x="555777" y="0"/>
                    </a:lnTo>
                    <a:cubicBezTo>
                      <a:pt x="576914" y="0"/>
                      <a:pt x="595564" y="8706"/>
                      <a:pt x="610485" y="23631"/>
                    </a:cubicBezTo>
                    <a:cubicBezTo>
                      <a:pt x="625405" y="38555"/>
                      <a:pt x="634108" y="58454"/>
                      <a:pt x="634108" y="79598"/>
                    </a:cubicBezTo>
                    <a:lnTo>
                      <a:pt x="634108" y="537283"/>
                    </a:lnTo>
                    <a:cubicBezTo>
                      <a:pt x="634108" y="558426"/>
                      <a:pt x="625405" y="578326"/>
                      <a:pt x="610485" y="592006"/>
                    </a:cubicBezTo>
                    <a:cubicBezTo>
                      <a:pt x="595564" y="608175"/>
                      <a:pt x="576914" y="615637"/>
                      <a:pt x="555777" y="615637"/>
                    </a:cubicBezTo>
                    <a:lnTo>
                      <a:pt x="78331" y="615637"/>
                    </a:lnTo>
                    <a:cubicBezTo>
                      <a:pt x="57194" y="615637"/>
                      <a:pt x="37301" y="608175"/>
                      <a:pt x="22381" y="592006"/>
                    </a:cubicBezTo>
                    <a:cubicBezTo>
                      <a:pt x="7460" y="578326"/>
                      <a:pt x="0" y="558426"/>
                      <a:pt x="0" y="537283"/>
                    </a:cubicBezTo>
                    <a:lnTo>
                      <a:pt x="0" y="79598"/>
                    </a:lnTo>
                    <a:cubicBezTo>
                      <a:pt x="0" y="58454"/>
                      <a:pt x="7460" y="38555"/>
                      <a:pt x="22381" y="23631"/>
                    </a:cubicBezTo>
                    <a:cubicBezTo>
                      <a:pt x="37301" y="8706"/>
                      <a:pt x="57194" y="0"/>
                      <a:pt x="783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C68BE052-F499-1E45-A8EF-F5D5D5F74D8E}"/>
                  </a:ext>
                </a:extLst>
              </p:cNvPr>
              <p:cNvSpPr/>
              <p:nvPr/>
            </p:nvSpPr>
            <p:spPr>
              <a:xfrm>
                <a:off x="6378457" y="9726816"/>
                <a:ext cx="447239" cy="2492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0" h="201">
                    <a:moveTo>
                      <a:pt x="113" y="201"/>
                    </a:moveTo>
                    <a:cubicBezTo>
                      <a:pt x="111" y="201"/>
                      <a:pt x="109" y="199"/>
                      <a:pt x="108" y="197"/>
                    </a:cubicBezTo>
                    <a:lnTo>
                      <a:pt x="55" y="110"/>
                    </a:lnTo>
                    <a:lnTo>
                      <a:pt x="6" y="110"/>
                    </a:lnTo>
                    <a:cubicBezTo>
                      <a:pt x="3" y="110"/>
                      <a:pt x="0" y="107"/>
                      <a:pt x="0" y="104"/>
                    </a:cubicBezTo>
                    <a:cubicBezTo>
                      <a:pt x="0" y="100"/>
                      <a:pt x="3" y="98"/>
                      <a:pt x="6" y="98"/>
                    </a:cubicBezTo>
                    <a:lnTo>
                      <a:pt x="57" y="98"/>
                    </a:lnTo>
                    <a:cubicBezTo>
                      <a:pt x="60" y="98"/>
                      <a:pt x="62" y="99"/>
                      <a:pt x="63" y="101"/>
                    </a:cubicBezTo>
                    <a:lnTo>
                      <a:pt x="109" y="177"/>
                    </a:lnTo>
                    <a:lnTo>
                      <a:pt x="135" y="6"/>
                    </a:lnTo>
                    <a:cubicBezTo>
                      <a:pt x="135" y="3"/>
                      <a:pt x="138" y="0"/>
                      <a:pt x="140" y="0"/>
                    </a:cubicBezTo>
                    <a:lnTo>
                      <a:pt x="354" y="0"/>
                    </a:lnTo>
                    <a:cubicBezTo>
                      <a:pt x="357" y="0"/>
                      <a:pt x="360" y="4"/>
                      <a:pt x="360" y="7"/>
                    </a:cubicBezTo>
                    <a:cubicBezTo>
                      <a:pt x="360" y="10"/>
                      <a:pt x="357" y="13"/>
                      <a:pt x="354" y="13"/>
                    </a:cubicBezTo>
                    <a:lnTo>
                      <a:pt x="146" y="13"/>
                    </a:lnTo>
                    <a:lnTo>
                      <a:pt x="119" y="195"/>
                    </a:lnTo>
                    <a:cubicBezTo>
                      <a:pt x="119" y="197"/>
                      <a:pt x="116" y="200"/>
                      <a:pt x="114" y="20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F1521B68-E4B1-B34A-B5F0-199A2D036726}"/>
                  </a:ext>
                </a:extLst>
              </p:cNvPr>
              <p:cNvSpPr/>
              <p:nvPr/>
            </p:nvSpPr>
            <p:spPr>
              <a:xfrm>
                <a:off x="8660748" y="8671264"/>
                <a:ext cx="955522" cy="13297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68" h="1068">
                    <a:moveTo>
                      <a:pt x="0" y="60"/>
                    </a:moveTo>
                    <a:lnTo>
                      <a:pt x="0" y="535"/>
                    </a:lnTo>
                    <a:lnTo>
                      <a:pt x="0" y="1008"/>
                    </a:lnTo>
                    <a:cubicBezTo>
                      <a:pt x="0" y="1025"/>
                      <a:pt x="6" y="1040"/>
                      <a:pt x="17" y="1051"/>
                    </a:cubicBezTo>
                    <a:cubicBezTo>
                      <a:pt x="28" y="1062"/>
                      <a:pt x="43" y="1068"/>
                      <a:pt x="60" y="1068"/>
                    </a:cubicBezTo>
                    <a:lnTo>
                      <a:pt x="414" y="1068"/>
                    </a:lnTo>
                    <a:lnTo>
                      <a:pt x="768" y="1068"/>
                    </a:lnTo>
                    <a:lnTo>
                      <a:pt x="768" y="535"/>
                    </a:lnTo>
                    <a:lnTo>
                      <a:pt x="768" y="0"/>
                    </a:lnTo>
                    <a:lnTo>
                      <a:pt x="414" y="0"/>
                    </a:lnTo>
                    <a:lnTo>
                      <a:pt x="60" y="0"/>
                    </a:lnTo>
                    <a:cubicBezTo>
                      <a:pt x="43" y="0"/>
                      <a:pt x="28" y="7"/>
                      <a:pt x="17" y="18"/>
                    </a:cubicBezTo>
                    <a:cubicBezTo>
                      <a:pt x="6" y="28"/>
                      <a:pt x="0" y="43"/>
                      <a:pt x="0" y="6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9B3B7F68-7BB2-7746-8DD9-622B12BA5193}"/>
                  </a:ext>
                </a:extLst>
              </p:cNvPr>
              <p:cNvSpPr/>
              <p:nvPr/>
            </p:nvSpPr>
            <p:spPr>
              <a:xfrm>
                <a:off x="8652027" y="8663786"/>
                <a:ext cx="971718" cy="1345928"/>
              </a:xfrm>
              <a:custGeom>
                <a:avLst/>
                <a:gdLst>
                  <a:gd name="connsiteX0" fmla="*/ 83379 w 971718"/>
                  <a:gd name="connsiteY0" fmla="*/ 14955 h 1345928"/>
                  <a:gd name="connsiteX1" fmla="*/ 36101 w 971718"/>
                  <a:gd name="connsiteY1" fmla="*/ 34876 h 1345928"/>
                  <a:gd name="connsiteX2" fmla="*/ 16195 w 971718"/>
                  <a:gd name="connsiteY2" fmla="*/ 82188 h 1345928"/>
                  <a:gd name="connsiteX3" fmla="*/ 16195 w 971718"/>
                  <a:gd name="connsiteY3" fmla="*/ 1262494 h 1345928"/>
                  <a:gd name="connsiteX4" fmla="*/ 36101 w 971718"/>
                  <a:gd name="connsiteY4" fmla="*/ 1309806 h 1345928"/>
                  <a:gd name="connsiteX5" fmla="*/ 83379 w 971718"/>
                  <a:gd name="connsiteY5" fmla="*/ 1329727 h 1345928"/>
                  <a:gd name="connsiteX6" fmla="*/ 956768 w 971718"/>
                  <a:gd name="connsiteY6" fmla="*/ 1329727 h 1345928"/>
                  <a:gd name="connsiteX7" fmla="*/ 956768 w 971718"/>
                  <a:gd name="connsiteY7" fmla="*/ 14955 h 1345928"/>
                  <a:gd name="connsiteX8" fmla="*/ 83361 w 971718"/>
                  <a:gd name="connsiteY8" fmla="*/ 0 h 1345928"/>
                  <a:gd name="connsiteX9" fmla="*/ 964253 w 971718"/>
                  <a:gd name="connsiteY9" fmla="*/ 0 h 1345928"/>
                  <a:gd name="connsiteX10" fmla="*/ 971718 w 971718"/>
                  <a:gd name="connsiteY10" fmla="*/ 7470 h 1345928"/>
                  <a:gd name="connsiteX11" fmla="*/ 971718 w 971718"/>
                  <a:gd name="connsiteY11" fmla="*/ 1337212 h 1345928"/>
                  <a:gd name="connsiteX12" fmla="*/ 964253 w 971718"/>
                  <a:gd name="connsiteY12" fmla="*/ 1345928 h 1345928"/>
                  <a:gd name="connsiteX13" fmla="*/ 83361 w 971718"/>
                  <a:gd name="connsiteY13" fmla="*/ 1345928 h 1345928"/>
                  <a:gd name="connsiteX14" fmla="*/ 24884 w 971718"/>
                  <a:gd name="connsiteY14" fmla="*/ 1321026 h 1345928"/>
                  <a:gd name="connsiteX15" fmla="*/ 0 w 971718"/>
                  <a:gd name="connsiteY15" fmla="*/ 1262508 h 1345928"/>
                  <a:gd name="connsiteX16" fmla="*/ 0 w 971718"/>
                  <a:gd name="connsiteY16" fmla="*/ 82175 h 1345928"/>
                  <a:gd name="connsiteX17" fmla="*/ 24884 w 971718"/>
                  <a:gd name="connsiteY17" fmla="*/ 23656 h 1345928"/>
                  <a:gd name="connsiteX18" fmla="*/ 83361 w 971718"/>
                  <a:gd name="connsiteY18" fmla="*/ 0 h 1345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971718" h="1345928">
                    <a:moveTo>
                      <a:pt x="83379" y="14955"/>
                    </a:moveTo>
                    <a:cubicBezTo>
                      <a:pt x="64717" y="14955"/>
                      <a:pt x="48543" y="22425"/>
                      <a:pt x="36101" y="34876"/>
                    </a:cubicBezTo>
                    <a:cubicBezTo>
                      <a:pt x="22416" y="47326"/>
                      <a:pt x="16195" y="63512"/>
                      <a:pt x="16195" y="82188"/>
                    </a:cubicBezTo>
                    <a:lnTo>
                      <a:pt x="16195" y="1262494"/>
                    </a:lnTo>
                    <a:cubicBezTo>
                      <a:pt x="16195" y="1281170"/>
                      <a:pt x="22416" y="1298601"/>
                      <a:pt x="36101" y="1309806"/>
                    </a:cubicBezTo>
                    <a:cubicBezTo>
                      <a:pt x="48543" y="1323502"/>
                      <a:pt x="64717" y="1329727"/>
                      <a:pt x="83379" y="1329727"/>
                    </a:cubicBezTo>
                    <a:lnTo>
                      <a:pt x="956768" y="1329727"/>
                    </a:lnTo>
                    <a:lnTo>
                      <a:pt x="956768" y="14955"/>
                    </a:lnTo>
                    <a:close/>
                    <a:moveTo>
                      <a:pt x="83361" y="0"/>
                    </a:moveTo>
                    <a:lnTo>
                      <a:pt x="964253" y="0"/>
                    </a:lnTo>
                    <a:cubicBezTo>
                      <a:pt x="969230" y="0"/>
                      <a:pt x="971718" y="2490"/>
                      <a:pt x="971718" y="7470"/>
                    </a:cubicBezTo>
                    <a:lnTo>
                      <a:pt x="971718" y="1337212"/>
                    </a:lnTo>
                    <a:cubicBezTo>
                      <a:pt x="971718" y="1342193"/>
                      <a:pt x="969230" y="1345928"/>
                      <a:pt x="964253" y="1345928"/>
                    </a:cubicBezTo>
                    <a:lnTo>
                      <a:pt x="83361" y="1345928"/>
                    </a:lnTo>
                    <a:cubicBezTo>
                      <a:pt x="60966" y="1345928"/>
                      <a:pt x="39814" y="1337212"/>
                      <a:pt x="24884" y="1321026"/>
                    </a:cubicBezTo>
                    <a:cubicBezTo>
                      <a:pt x="8709" y="1306086"/>
                      <a:pt x="0" y="1284919"/>
                      <a:pt x="0" y="1262508"/>
                    </a:cubicBezTo>
                    <a:lnTo>
                      <a:pt x="0" y="82175"/>
                    </a:lnTo>
                    <a:cubicBezTo>
                      <a:pt x="0" y="59764"/>
                      <a:pt x="8709" y="39842"/>
                      <a:pt x="24884" y="23656"/>
                    </a:cubicBezTo>
                    <a:cubicBezTo>
                      <a:pt x="39814" y="8716"/>
                      <a:pt x="60966" y="0"/>
                      <a:pt x="833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F576A567-798A-BD4F-AF62-B59E1C5DF98C}"/>
                  </a:ext>
                </a:extLst>
              </p:cNvPr>
              <p:cNvSpPr/>
              <p:nvPr/>
            </p:nvSpPr>
            <p:spPr>
              <a:xfrm>
                <a:off x="9617512" y="8671264"/>
                <a:ext cx="82222" cy="13297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" h="1068">
                    <a:moveTo>
                      <a:pt x="0" y="1068"/>
                    </a:moveTo>
                    <a:lnTo>
                      <a:pt x="67" y="1068"/>
                    </a:lnTo>
                    <a:lnTo>
                      <a:pt x="67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4FD4AA28-374E-E641-86F4-A38C8DEDE290}"/>
                  </a:ext>
                </a:extLst>
              </p:cNvPr>
              <p:cNvSpPr/>
              <p:nvPr/>
            </p:nvSpPr>
            <p:spPr>
              <a:xfrm>
                <a:off x="9610041" y="8663786"/>
                <a:ext cx="97172" cy="1345928"/>
              </a:xfrm>
              <a:custGeom>
                <a:avLst/>
                <a:gdLst>
                  <a:gd name="connsiteX0" fmla="*/ 14946 w 97172"/>
                  <a:gd name="connsiteY0" fmla="*/ 14955 h 1345928"/>
                  <a:gd name="connsiteX1" fmla="*/ 14946 w 97172"/>
                  <a:gd name="connsiteY1" fmla="*/ 1329727 h 1345928"/>
                  <a:gd name="connsiteX2" fmla="*/ 82219 w 97172"/>
                  <a:gd name="connsiteY2" fmla="*/ 1329727 h 1345928"/>
                  <a:gd name="connsiteX3" fmla="*/ 82219 w 97172"/>
                  <a:gd name="connsiteY3" fmla="*/ 14955 h 1345928"/>
                  <a:gd name="connsiteX4" fmla="*/ 7380 w 97172"/>
                  <a:gd name="connsiteY4" fmla="*/ 0 h 1345928"/>
                  <a:gd name="connsiteX5" fmla="*/ 89792 w 97172"/>
                  <a:gd name="connsiteY5" fmla="*/ 0 h 1345928"/>
                  <a:gd name="connsiteX6" fmla="*/ 97172 w 97172"/>
                  <a:gd name="connsiteY6" fmla="*/ 7470 h 1345928"/>
                  <a:gd name="connsiteX7" fmla="*/ 97172 w 97172"/>
                  <a:gd name="connsiteY7" fmla="*/ 1337212 h 1345928"/>
                  <a:gd name="connsiteX8" fmla="*/ 89792 w 97172"/>
                  <a:gd name="connsiteY8" fmla="*/ 1345928 h 1345928"/>
                  <a:gd name="connsiteX9" fmla="*/ 7380 w 97172"/>
                  <a:gd name="connsiteY9" fmla="*/ 1345928 h 1345928"/>
                  <a:gd name="connsiteX10" fmla="*/ 0 w 97172"/>
                  <a:gd name="connsiteY10" fmla="*/ 1337212 h 1345928"/>
                  <a:gd name="connsiteX11" fmla="*/ 0 w 97172"/>
                  <a:gd name="connsiteY11" fmla="*/ 7470 h 1345928"/>
                  <a:gd name="connsiteX12" fmla="*/ 7380 w 97172"/>
                  <a:gd name="connsiteY12" fmla="*/ 0 h 1345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7172" h="1345928">
                    <a:moveTo>
                      <a:pt x="14946" y="14955"/>
                    </a:moveTo>
                    <a:lnTo>
                      <a:pt x="14946" y="1329727"/>
                    </a:lnTo>
                    <a:lnTo>
                      <a:pt x="82219" y="1329727"/>
                    </a:lnTo>
                    <a:lnTo>
                      <a:pt x="82219" y="14955"/>
                    </a:lnTo>
                    <a:close/>
                    <a:moveTo>
                      <a:pt x="7380" y="0"/>
                    </a:moveTo>
                    <a:lnTo>
                      <a:pt x="89792" y="0"/>
                    </a:lnTo>
                    <a:cubicBezTo>
                      <a:pt x="93482" y="0"/>
                      <a:pt x="97172" y="2490"/>
                      <a:pt x="97172" y="7470"/>
                    </a:cubicBezTo>
                    <a:lnTo>
                      <a:pt x="97172" y="1337212"/>
                    </a:lnTo>
                    <a:cubicBezTo>
                      <a:pt x="97172" y="1342193"/>
                      <a:pt x="93482" y="1345928"/>
                      <a:pt x="89792" y="1345928"/>
                    </a:cubicBezTo>
                    <a:lnTo>
                      <a:pt x="7380" y="1345928"/>
                    </a:lnTo>
                    <a:cubicBezTo>
                      <a:pt x="3690" y="1345928"/>
                      <a:pt x="0" y="1342193"/>
                      <a:pt x="0" y="1337212"/>
                    </a:cubicBezTo>
                    <a:lnTo>
                      <a:pt x="0" y="7470"/>
                    </a:lnTo>
                    <a:cubicBezTo>
                      <a:pt x="0" y="2490"/>
                      <a:pt x="3690" y="0"/>
                      <a:pt x="73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DA324008-5EA0-AF49-BFC6-2DBA72C86954}"/>
                  </a:ext>
                </a:extLst>
              </p:cNvPr>
              <p:cNvSpPr/>
              <p:nvPr/>
            </p:nvSpPr>
            <p:spPr>
              <a:xfrm>
                <a:off x="9700980" y="8671264"/>
                <a:ext cx="279057" cy="13297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5" h="1068">
                    <a:moveTo>
                      <a:pt x="0" y="1068"/>
                    </a:moveTo>
                    <a:lnTo>
                      <a:pt x="225" y="1068"/>
                    </a:lnTo>
                    <a:lnTo>
                      <a:pt x="22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2E650854-D902-6C40-83DB-4F1DA088C5BE}"/>
                  </a:ext>
                </a:extLst>
              </p:cNvPr>
              <p:cNvSpPr/>
              <p:nvPr/>
            </p:nvSpPr>
            <p:spPr>
              <a:xfrm>
                <a:off x="9693509" y="8663786"/>
                <a:ext cx="294007" cy="1345928"/>
              </a:xfrm>
              <a:custGeom>
                <a:avLst/>
                <a:gdLst>
                  <a:gd name="connsiteX0" fmla="*/ 14946 w 294007"/>
                  <a:gd name="connsiteY0" fmla="*/ 14955 h 1345928"/>
                  <a:gd name="connsiteX1" fmla="*/ 14946 w 294007"/>
                  <a:gd name="connsiteY1" fmla="*/ 1329727 h 1345928"/>
                  <a:gd name="connsiteX2" fmla="*/ 277808 w 294007"/>
                  <a:gd name="connsiteY2" fmla="*/ 1329727 h 1345928"/>
                  <a:gd name="connsiteX3" fmla="*/ 277808 w 294007"/>
                  <a:gd name="connsiteY3" fmla="*/ 14955 h 1345928"/>
                  <a:gd name="connsiteX4" fmla="*/ 7443 w 294007"/>
                  <a:gd name="connsiteY4" fmla="*/ 0 h 1345928"/>
                  <a:gd name="connsiteX5" fmla="*/ 286564 w 294007"/>
                  <a:gd name="connsiteY5" fmla="*/ 0 h 1345928"/>
                  <a:gd name="connsiteX6" fmla="*/ 294007 w 294007"/>
                  <a:gd name="connsiteY6" fmla="*/ 7470 h 1345928"/>
                  <a:gd name="connsiteX7" fmla="*/ 294007 w 294007"/>
                  <a:gd name="connsiteY7" fmla="*/ 1337212 h 1345928"/>
                  <a:gd name="connsiteX8" fmla="*/ 286564 w 294007"/>
                  <a:gd name="connsiteY8" fmla="*/ 1345928 h 1345928"/>
                  <a:gd name="connsiteX9" fmla="*/ 7443 w 294007"/>
                  <a:gd name="connsiteY9" fmla="*/ 1345928 h 1345928"/>
                  <a:gd name="connsiteX10" fmla="*/ 0 w 294007"/>
                  <a:gd name="connsiteY10" fmla="*/ 1337212 h 1345928"/>
                  <a:gd name="connsiteX11" fmla="*/ 0 w 294007"/>
                  <a:gd name="connsiteY11" fmla="*/ 7470 h 1345928"/>
                  <a:gd name="connsiteX12" fmla="*/ 7443 w 294007"/>
                  <a:gd name="connsiteY12" fmla="*/ 0 h 1345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94007" h="1345928">
                    <a:moveTo>
                      <a:pt x="14946" y="14955"/>
                    </a:moveTo>
                    <a:lnTo>
                      <a:pt x="14946" y="1329727"/>
                    </a:lnTo>
                    <a:lnTo>
                      <a:pt x="277808" y="1329727"/>
                    </a:lnTo>
                    <a:lnTo>
                      <a:pt x="277808" y="14955"/>
                    </a:lnTo>
                    <a:close/>
                    <a:moveTo>
                      <a:pt x="7443" y="0"/>
                    </a:moveTo>
                    <a:lnTo>
                      <a:pt x="286564" y="0"/>
                    </a:lnTo>
                    <a:cubicBezTo>
                      <a:pt x="290285" y="0"/>
                      <a:pt x="294007" y="2490"/>
                      <a:pt x="294007" y="7470"/>
                    </a:cubicBezTo>
                    <a:lnTo>
                      <a:pt x="294007" y="1337212"/>
                    </a:lnTo>
                    <a:cubicBezTo>
                      <a:pt x="294007" y="1342193"/>
                      <a:pt x="290285" y="1345928"/>
                      <a:pt x="286564" y="1345928"/>
                    </a:cubicBezTo>
                    <a:lnTo>
                      <a:pt x="7443" y="1345928"/>
                    </a:lnTo>
                    <a:cubicBezTo>
                      <a:pt x="2481" y="1345928"/>
                      <a:pt x="0" y="1342193"/>
                      <a:pt x="0" y="1337212"/>
                    </a:cubicBezTo>
                    <a:lnTo>
                      <a:pt x="0" y="7470"/>
                    </a:lnTo>
                    <a:cubicBezTo>
                      <a:pt x="0" y="2490"/>
                      <a:pt x="2481" y="0"/>
                      <a:pt x="74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6BFDECE2-CE23-5349-B201-3FA1A6598F05}"/>
                  </a:ext>
                </a:extLst>
              </p:cNvPr>
              <p:cNvSpPr/>
              <p:nvPr/>
            </p:nvSpPr>
            <p:spPr>
              <a:xfrm>
                <a:off x="9981287" y="8671264"/>
                <a:ext cx="85960" cy="13297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" h="1068">
                    <a:moveTo>
                      <a:pt x="10" y="0"/>
                    </a:moveTo>
                    <a:lnTo>
                      <a:pt x="5" y="0"/>
                    </a:lnTo>
                    <a:lnTo>
                      <a:pt x="0" y="0"/>
                    </a:lnTo>
                    <a:lnTo>
                      <a:pt x="0" y="535"/>
                    </a:lnTo>
                    <a:lnTo>
                      <a:pt x="0" y="1068"/>
                    </a:lnTo>
                    <a:lnTo>
                      <a:pt x="5" y="1068"/>
                    </a:lnTo>
                    <a:lnTo>
                      <a:pt x="10" y="1068"/>
                    </a:lnTo>
                    <a:cubicBezTo>
                      <a:pt x="27" y="1068"/>
                      <a:pt x="42" y="1062"/>
                      <a:pt x="52" y="1051"/>
                    </a:cubicBezTo>
                    <a:cubicBezTo>
                      <a:pt x="63" y="1040"/>
                      <a:pt x="70" y="1025"/>
                      <a:pt x="70" y="1008"/>
                    </a:cubicBezTo>
                    <a:lnTo>
                      <a:pt x="70" y="535"/>
                    </a:lnTo>
                    <a:lnTo>
                      <a:pt x="70" y="60"/>
                    </a:lnTo>
                    <a:cubicBezTo>
                      <a:pt x="70" y="43"/>
                      <a:pt x="63" y="28"/>
                      <a:pt x="52" y="18"/>
                    </a:cubicBezTo>
                    <a:cubicBezTo>
                      <a:pt x="42" y="7"/>
                      <a:pt x="27" y="0"/>
                      <a:pt x="1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55E8970A-C4D2-1D4F-99B9-9D92EA242114}"/>
                  </a:ext>
                </a:extLst>
              </p:cNvPr>
              <p:cNvSpPr/>
              <p:nvPr/>
            </p:nvSpPr>
            <p:spPr>
              <a:xfrm>
                <a:off x="9972566" y="8663786"/>
                <a:ext cx="102155" cy="1345928"/>
              </a:xfrm>
              <a:custGeom>
                <a:avLst/>
                <a:gdLst>
                  <a:gd name="connsiteX0" fmla="*/ 16196 w 102155"/>
                  <a:gd name="connsiteY0" fmla="*/ 14955 h 1345928"/>
                  <a:gd name="connsiteX1" fmla="*/ 16196 w 102155"/>
                  <a:gd name="connsiteY1" fmla="*/ 1329727 h 1345928"/>
                  <a:gd name="connsiteX2" fmla="*/ 21093 w 102155"/>
                  <a:gd name="connsiteY2" fmla="*/ 1329727 h 1345928"/>
                  <a:gd name="connsiteX3" fmla="*/ 67617 w 102155"/>
                  <a:gd name="connsiteY3" fmla="*/ 1309806 h 1345928"/>
                  <a:gd name="connsiteX4" fmla="*/ 87206 w 102155"/>
                  <a:gd name="connsiteY4" fmla="*/ 1262494 h 1345928"/>
                  <a:gd name="connsiteX5" fmla="*/ 87206 w 102155"/>
                  <a:gd name="connsiteY5" fmla="*/ 82188 h 1345928"/>
                  <a:gd name="connsiteX6" fmla="*/ 67617 w 102155"/>
                  <a:gd name="connsiteY6" fmla="*/ 34876 h 1345928"/>
                  <a:gd name="connsiteX7" fmla="*/ 21093 w 102155"/>
                  <a:gd name="connsiteY7" fmla="*/ 14955 h 1345928"/>
                  <a:gd name="connsiteX8" fmla="*/ 8615 w 102155"/>
                  <a:gd name="connsiteY8" fmla="*/ 0 h 1345928"/>
                  <a:gd name="connsiteX9" fmla="*/ 20923 w 102155"/>
                  <a:gd name="connsiteY9" fmla="*/ 0 h 1345928"/>
                  <a:gd name="connsiteX10" fmla="*/ 77539 w 102155"/>
                  <a:gd name="connsiteY10" fmla="*/ 23656 h 1345928"/>
                  <a:gd name="connsiteX11" fmla="*/ 102155 w 102155"/>
                  <a:gd name="connsiteY11" fmla="*/ 82175 h 1345928"/>
                  <a:gd name="connsiteX12" fmla="*/ 102155 w 102155"/>
                  <a:gd name="connsiteY12" fmla="*/ 1262508 h 1345928"/>
                  <a:gd name="connsiteX13" fmla="*/ 77539 w 102155"/>
                  <a:gd name="connsiteY13" fmla="*/ 1321026 h 1345928"/>
                  <a:gd name="connsiteX14" fmla="*/ 20923 w 102155"/>
                  <a:gd name="connsiteY14" fmla="*/ 1345928 h 1345928"/>
                  <a:gd name="connsiteX15" fmla="*/ 8615 w 102155"/>
                  <a:gd name="connsiteY15" fmla="*/ 1345928 h 1345928"/>
                  <a:gd name="connsiteX16" fmla="*/ 0 w 102155"/>
                  <a:gd name="connsiteY16" fmla="*/ 1337212 h 1345928"/>
                  <a:gd name="connsiteX17" fmla="*/ 0 w 102155"/>
                  <a:gd name="connsiteY17" fmla="*/ 7470 h 1345928"/>
                  <a:gd name="connsiteX18" fmla="*/ 8615 w 102155"/>
                  <a:gd name="connsiteY18" fmla="*/ 0 h 1345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02155" h="1345928">
                    <a:moveTo>
                      <a:pt x="16196" y="14955"/>
                    </a:moveTo>
                    <a:lnTo>
                      <a:pt x="16196" y="1329727"/>
                    </a:lnTo>
                    <a:lnTo>
                      <a:pt x="21093" y="1329727"/>
                    </a:lnTo>
                    <a:cubicBezTo>
                      <a:pt x="39458" y="1329727"/>
                      <a:pt x="55374" y="1323502"/>
                      <a:pt x="67617" y="1309806"/>
                    </a:cubicBezTo>
                    <a:cubicBezTo>
                      <a:pt x="79860" y="1298601"/>
                      <a:pt x="87206" y="1281170"/>
                      <a:pt x="87206" y="1262494"/>
                    </a:cubicBezTo>
                    <a:lnTo>
                      <a:pt x="87206" y="82188"/>
                    </a:lnTo>
                    <a:cubicBezTo>
                      <a:pt x="87206" y="63512"/>
                      <a:pt x="79860" y="47326"/>
                      <a:pt x="67617" y="34876"/>
                    </a:cubicBezTo>
                    <a:cubicBezTo>
                      <a:pt x="55374" y="22425"/>
                      <a:pt x="39458" y="14955"/>
                      <a:pt x="21093" y="14955"/>
                    </a:cubicBezTo>
                    <a:close/>
                    <a:moveTo>
                      <a:pt x="8615" y="0"/>
                    </a:moveTo>
                    <a:lnTo>
                      <a:pt x="20923" y="0"/>
                    </a:lnTo>
                    <a:cubicBezTo>
                      <a:pt x="43077" y="0"/>
                      <a:pt x="62770" y="8716"/>
                      <a:pt x="77539" y="23656"/>
                    </a:cubicBezTo>
                    <a:cubicBezTo>
                      <a:pt x="93540" y="39842"/>
                      <a:pt x="102155" y="59764"/>
                      <a:pt x="102155" y="82175"/>
                    </a:cubicBezTo>
                    <a:lnTo>
                      <a:pt x="102155" y="1262508"/>
                    </a:lnTo>
                    <a:cubicBezTo>
                      <a:pt x="102155" y="1284919"/>
                      <a:pt x="93540" y="1306086"/>
                      <a:pt x="77539" y="1321026"/>
                    </a:cubicBezTo>
                    <a:cubicBezTo>
                      <a:pt x="62770" y="1337212"/>
                      <a:pt x="43077" y="1345928"/>
                      <a:pt x="20923" y="1345928"/>
                    </a:cubicBezTo>
                    <a:lnTo>
                      <a:pt x="8615" y="1345928"/>
                    </a:lnTo>
                    <a:cubicBezTo>
                      <a:pt x="3692" y="1345928"/>
                      <a:pt x="0" y="1342193"/>
                      <a:pt x="0" y="1337212"/>
                    </a:cubicBezTo>
                    <a:lnTo>
                      <a:pt x="0" y="7470"/>
                    </a:lnTo>
                    <a:cubicBezTo>
                      <a:pt x="0" y="2490"/>
                      <a:pt x="3692" y="0"/>
                      <a:pt x="86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BA85027A-8BF2-9849-BEEC-5B08390BC508}"/>
                  </a:ext>
                </a:extLst>
              </p:cNvPr>
              <p:cNvSpPr/>
              <p:nvPr/>
            </p:nvSpPr>
            <p:spPr>
              <a:xfrm>
                <a:off x="8815226" y="8970359"/>
                <a:ext cx="576802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4" h="12">
                    <a:moveTo>
                      <a:pt x="457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457" y="0"/>
                    </a:lnTo>
                    <a:cubicBezTo>
                      <a:pt x="461" y="0"/>
                      <a:pt x="464" y="2"/>
                      <a:pt x="464" y="6"/>
                    </a:cubicBezTo>
                    <a:cubicBezTo>
                      <a:pt x="464" y="9"/>
                      <a:pt x="461" y="12"/>
                      <a:pt x="457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F45A7C5B-1C50-6E45-90BC-093BA7EF5E64}"/>
                  </a:ext>
                </a:extLst>
              </p:cNvPr>
              <p:cNvSpPr/>
              <p:nvPr/>
            </p:nvSpPr>
            <p:spPr>
              <a:xfrm>
                <a:off x="8954754" y="8896831"/>
                <a:ext cx="297744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0" h="12">
                    <a:moveTo>
                      <a:pt x="234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34" y="0"/>
                    </a:lnTo>
                    <a:cubicBezTo>
                      <a:pt x="237" y="0"/>
                      <a:pt x="240" y="3"/>
                      <a:pt x="240" y="6"/>
                    </a:cubicBezTo>
                    <a:cubicBezTo>
                      <a:pt x="240" y="10"/>
                      <a:pt x="237" y="12"/>
                      <a:pt x="234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142887E3-1315-854E-A6CE-CDA716622017}"/>
                  </a:ext>
                </a:extLst>
              </p:cNvPr>
              <p:cNvSpPr/>
              <p:nvPr/>
            </p:nvSpPr>
            <p:spPr>
              <a:xfrm>
                <a:off x="8822700" y="9073792"/>
                <a:ext cx="561852" cy="573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2" h="47">
                    <a:moveTo>
                      <a:pt x="429" y="47"/>
                    </a:moveTo>
                    <a:lnTo>
                      <a:pt x="226" y="47"/>
                    </a:lnTo>
                    <a:lnTo>
                      <a:pt x="24" y="47"/>
                    </a:lnTo>
                    <a:cubicBezTo>
                      <a:pt x="17" y="47"/>
                      <a:pt x="11" y="45"/>
                      <a:pt x="7" y="40"/>
                    </a:cubicBezTo>
                    <a:cubicBezTo>
                      <a:pt x="2" y="36"/>
                      <a:pt x="0" y="30"/>
                      <a:pt x="0" y="24"/>
                    </a:cubicBezTo>
                    <a:cubicBezTo>
                      <a:pt x="0" y="17"/>
                      <a:pt x="2" y="11"/>
                      <a:pt x="7" y="7"/>
                    </a:cubicBezTo>
                    <a:cubicBezTo>
                      <a:pt x="11" y="2"/>
                      <a:pt x="17" y="0"/>
                      <a:pt x="24" y="0"/>
                    </a:cubicBezTo>
                    <a:lnTo>
                      <a:pt x="226" y="0"/>
                    </a:lnTo>
                    <a:lnTo>
                      <a:pt x="429" y="0"/>
                    </a:lnTo>
                    <a:cubicBezTo>
                      <a:pt x="435" y="0"/>
                      <a:pt x="441" y="2"/>
                      <a:pt x="445" y="7"/>
                    </a:cubicBezTo>
                    <a:cubicBezTo>
                      <a:pt x="449" y="11"/>
                      <a:pt x="452" y="17"/>
                      <a:pt x="452" y="24"/>
                    </a:cubicBezTo>
                    <a:cubicBezTo>
                      <a:pt x="452" y="30"/>
                      <a:pt x="449" y="36"/>
                      <a:pt x="445" y="40"/>
                    </a:cubicBezTo>
                    <a:cubicBezTo>
                      <a:pt x="441" y="45"/>
                      <a:pt x="435" y="47"/>
                      <a:pt x="429" y="4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4B1EFD07-0B01-B241-BAFE-7AD7C66F31D0}"/>
                  </a:ext>
                </a:extLst>
              </p:cNvPr>
              <p:cNvSpPr/>
              <p:nvPr/>
            </p:nvSpPr>
            <p:spPr>
              <a:xfrm>
                <a:off x="8815226" y="9066318"/>
                <a:ext cx="576802" cy="72281"/>
              </a:xfrm>
              <a:custGeom>
                <a:avLst/>
                <a:gdLst>
                  <a:gd name="connsiteX0" fmla="*/ 37322 w 576802"/>
                  <a:gd name="connsiteY0" fmla="*/ 14955 h 72281"/>
                  <a:gd name="connsiteX1" fmla="*/ 21164 w 576802"/>
                  <a:gd name="connsiteY1" fmla="*/ 21008 h 72281"/>
                  <a:gd name="connsiteX2" fmla="*/ 14949 w 576802"/>
                  <a:gd name="connsiteY2" fmla="*/ 36746 h 72281"/>
                  <a:gd name="connsiteX3" fmla="*/ 21164 w 576802"/>
                  <a:gd name="connsiteY3" fmla="*/ 51274 h 72281"/>
                  <a:gd name="connsiteX4" fmla="*/ 37322 w 576802"/>
                  <a:gd name="connsiteY4" fmla="*/ 57327 h 72281"/>
                  <a:gd name="connsiteX5" fmla="*/ 540722 w 576802"/>
                  <a:gd name="connsiteY5" fmla="*/ 57327 h 72281"/>
                  <a:gd name="connsiteX6" fmla="*/ 555637 w 576802"/>
                  <a:gd name="connsiteY6" fmla="*/ 51274 h 72281"/>
                  <a:gd name="connsiteX7" fmla="*/ 561852 w 576802"/>
                  <a:gd name="connsiteY7" fmla="*/ 36746 h 72281"/>
                  <a:gd name="connsiteX8" fmla="*/ 555637 w 576802"/>
                  <a:gd name="connsiteY8" fmla="*/ 21008 h 72281"/>
                  <a:gd name="connsiteX9" fmla="*/ 540722 w 576802"/>
                  <a:gd name="connsiteY9" fmla="*/ 14955 h 72281"/>
                  <a:gd name="connsiteX10" fmla="*/ 37293 w 576802"/>
                  <a:gd name="connsiteY10" fmla="*/ 0 h 72281"/>
                  <a:gd name="connsiteX11" fmla="*/ 540752 w 576802"/>
                  <a:gd name="connsiteY11" fmla="*/ 0 h 72281"/>
                  <a:gd name="connsiteX12" fmla="*/ 565614 w 576802"/>
                  <a:gd name="connsiteY12" fmla="*/ 9801 h 72281"/>
                  <a:gd name="connsiteX13" fmla="*/ 576802 w 576802"/>
                  <a:gd name="connsiteY13" fmla="*/ 36753 h 72281"/>
                  <a:gd name="connsiteX14" fmla="*/ 565614 w 576802"/>
                  <a:gd name="connsiteY14" fmla="*/ 62480 h 72281"/>
                  <a:gd name="connsiteX15" fmla="*/ 540752 w 576802"/>
                  <a:gd name="connsiteY15" fmla="*/ 72281 h 72281"/>
                  <a:gd name="connsiteX16" fmla="*/ 37293 w 576802"/>
                  <a:gd name="connsiteY16" fmla="*/ 72281 h 72281"/>
                  <a:gd name="connsiteX17" fmla="*/ 9945 w 576802"/>
                  <a:gd name="connsiteY17" fmla="*/ 62480 h 72281"/>
                  <a:gd name="connsiteX18" fmla="*/ 0 w 576802"/>
                  <a:gd name="connsiteY18" fmla="*/ 36753 h 72281"/>
                  <a:gd name="connsiteX19" fmla="*/ 9945 w 576802"/>
                  <a:gd name="connsiteY19" fmla="*/ 9801 h 72281"/>
                  <a:gd name="connsiteX20" fmla="*/ 37293 w 576802"/>
                  <a:gd name="connsiteY20" fmla="*/ 0 h 72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76802" h="72281">
                    <a:moveTo>
                      <a:pt x="37322" y="14955"/>
                    </a:moveTo>
                    <a:cubicBezTo>
                      <a:pt x="31107" y="14955"/>
                      <a:pt x="26136" y="17376"/>
                      <a:pt x="21164" y="21008"/>
                    </a:cubicBezTo>
                    <a:cubicBezTo>
                      <a:pt x="17435" y="24640"/>
                      <a:pt x="14949" y="30693"/>
                      <a:pt x="14949" y="36746"/>
                    </a:cubicBezTo>
                    <a:cubicBezTo>
                      <a:pt x="14949" y="41589"/>
                      <a:pt x="17435" y="46431"/>
                      <a:pt x="21164" y="51274"/>
                    </a:cubicBezTo>
                    <a:cubicBezTo>
                      <a:pt x="26136" y="54906"/>
                      <a:pt x="31107" y="57327"/>
                      <a:pt x="37322" y="57327"/>
                    </a:cubicBezTo>
                    <a:lnTo>
                      <a:pt x="540722" y="57327"/>
                    </a:lnTo>
                    <a:cubicBezTo>
                      <a:pt x="545694" y="57327"/>
                      <a:pt x="550665" y="54906"/>
                      <a:pt x="555637" y="51274"/>
                    </a:cubicBezTo>
                    <a:cubicBezTo>
                      <a:pt x="559366" y="46431"/>
                      <a:pt x="561852" y="41589"/>
                      <a:pt x="561852" y="36746"/>
                    </a:cubicBezTo>
                    <a:cubicBezTo>
                      <a:pt x="561852" y="30693"/>
                      <a:pt x="559366" y="24640"/>
                      <a:pt x="555637" y="21008"/>
                    </a:cubicBezTo>
                    <a:cubicBezTo>
                      <a:pt x="550665" y="17376"/>
                      <a:pt x="545694" y="14955"/>
                      <a:pt x="540722" y="14955"/>
                    </a:cubicBezTo>
                    <a:close/>
                    <a:moveTo>
                      <a:pt x="37293" y="0"/>
                    </a:moveTo>
                    <a:lnTo>
                      <a:pt x="540752" y="0"/>
                    </a:lnTo>
                    <a:cubicBezTo>
                      <a:pt x="550697" y="0"/>
                      <a:pt x="559398" y="3675"/>
                      <a:pt x="565614" y="9801"/>
                    </a:cubicBezTo>
                    <a:cubicBezTo>
                      <a:pt x="573073" y="17151"/>
                      <a:pt x="576802" y="26952"/>
                      <a:pt x="576802" y="36753"/>
                    </a:cubicBezTo>
                    <a:cubicBezTo>
                      <a:pt x="576802" y="46554"/>
                      <a:pt x="573073" y="55130"/>
                      <a:pt x="565614" y="62480"/>
                    </a:cubicBezTo>
                    <a:cubicBezTo>
                      <a:pt x="559398" y="68606"/>
                      <a:pt x="550697" y="72281"/>
                      <a:pt x="540752" y="72281"/>
                    </a:cubicBezTo>
                    <a:lnTo>
                      <a:pt x="37293" y="72281"/>
                    </a:lnTo>
                    <a:cubicBezTo>
                      <a:pt x="27348" y="72281"/>
                      <a:pt x="17404" y="68606"/>
                      <a:pt x="9945" y="62480"/>
                    </a:cubicBezTo>
                    <a:cubicBezTo>
                      <a:pt x="3729" y="55130"/>
                      <a:pt x="0" y="46554"/>
                      <a:pt x="0" y="36753"/>
                    </a:cubicBezTo>
                    <a:cubicBezTo>
                      <a:pt x="0" y="26952"/>
                      <a:pt x="3729" y="17151"/>
                      <a:pt x="9945" y="9801"/>
                    </a:cubicBezTo>
                    <a:cubicBezTo>
                      <a:pt x="17404" y="3675"/>
                      <a:pt x="27348" y="0"/>
                      <a:pt x="372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3" name="Freeform 152">
                <a:extLst>
                  <a:ext uri="{FF2B5EF4-FFF2-40B4-BE49-F238E27FC236}">
                    <a16:creationId xmlns:a16="http://schemas.microsoft.com/office/drawing/2014/main" id="{95C1A623-7D18-8E4A-A088-F6544C843CEE}"/>
                  </a:ext>
                </a:extLst>
              </p:cNvPr>
              <p:cNvSpPr/>
              <p:nvPr/>
            </p:nvSpPr>
            <p:spPr>
              <a:xfrm>
                <a:off x="8822700" y="9468847"/>
                <a:ext cx="561852" cy="3676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2" h="296">
                    <a:moveTo>
                      <a:pt x="63" y="296"/>
                    </a:moveTo>
                    <a:lnTo>
                      <a:pt x="226" y="296"/>
                    </a:lnTo>
                    <a:lnTo>
                      <a:pt x="388" y="296"/>
                    </a:lnTo>
                    <a:cubicBezTo>
                      <a:pt x="406" y="296"/>
                      <a:pt x="422" y="289"/>
                      <a:pt x="434" y="277"/>
                    </a:cubicBezTo>
                    <a:cubicBezTo>
                      <a:pt x="445" y="266"/>
                      <a:pt x="452" y="250"/>
                      <a:pt x="452" y="233"/>
                    </a:cubicBezTo>
                    <a:lnTo>
                      <a:pt x="452" y="116"/>
                    </a:lnTo>
                    <a:lnTo>
                      <a:pt x="452" y="0"/>
                    </a:lnTo>
                    <a:lnTo>
                      <a:pt x="226" y="0"/>
                    </a:lnTo>
                    <a:lnTo>
                      <a:pt x="0" y="0"/>
                    </a:lnTo>
                    <a:lnTo>
                      <a:pt x="0" y="116"/>
                    </a:lnTo>
                    <a:lnTo>
                      <a:pt x="0" y="233"/>
                    </a:lnTo>
                    <a:cubicBezTo>
                      <a:pt x="0" y="250"/>
                      <a:pt x="7" y="266"/>
                      <a:pt x="18" y="277"/>
                    </a:cubicBezTo>
                    <a:cubicBezTo>
                      <a:pt x="30" y="289"/>
                      <a:pt x="46" y="296"/>
                      <a:pt x="63" y="29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5F6DCD44-DF27-CC40-8BE0-90E86CC29D9D}"/>
                  </a:ext>
                </a:extLst>
              </p:cNvPr>
              <p:cNvSpPr/>
              <p:nvPr/>
            </p:nvSpPr>
            <p:spPr>
              <a:xfrm>
                <a:off x="8815226" y="9461373"/>
                <a:ext cx="576802" cy="382592"/>
              </a:xfrm>
              <a:custGeom>
                <a:avLst/>
                <a:gdLst>
                  <a:gd name="connsiteX0" fmla="*/ 14949 w 576802"/>
                  <a:gd name="connsiteY0" fmla="*/ 14955 h 382592"/>
                  <a:gd name="connsiteX1" fmla="*/ 14949 w 576802"/>
                  <a:gd name="connsiteY1" fmla="*/ 296853 h 382592"/>
                  <a:gd name="connsiteX2" fmla="*/ 36079 w 576802"/>
                  <a:gd name="connsiteY2" fmla="*/ 346527 h 382592"/>
                  <a:gd name="connsiteX3" fmla="*/ 85798 w 576802"/>
                  <a:gd name="connsiteY3" fmla="*/ 367638 h 382592"/>
                  <a:gd name="connsiteX4" fmla="*/ 489760 w 576802"/>
                  <a:gd name="connsiteY4" fmla="*/ 367638 h 382592"/>
                  <a:gd name="connsiteX5" fmla="*/ 540722 w 576802"/>
                  <a:gd name="connsiteY5" fmla="*/ 346527 h 382592"/>
                  <a:gd name="connsiteX6" fmla="*/ 561852 w 576802"/>
                  <a:gd name="connsiteY6" fmla="*/ 296853 h 382592"/>
                  <a:gd name="connsiteX7" fmla="*/ 561852 w 576802"/>
                  <a:gd name="connsiteY7" fmla="*/ 14955 h 382592"/>
                  <a:gd name="connsiteX8" fmla="*/ 7459 w 576802"/>
                  <a:gd name="connsiteY8" fmla="*/ 0 h 382592"/>
                  <a:gd name="connsiteX9" fmla="*/ 569343 w 576802"/>
                  <a:gd name="connsiteY9" fmla="*/ 0 h 382592"/>
                  <a:gd name="connsiteX10" fmla="*/ 576802 w 576802"/>
                  <a:gd name="connsiteY10" fmla="*/ 7453 h 382592"/>
                  <a:gd name="connsiteX11" fmla="*/ 576802 w 576802"/>
                  <a:gd name="connsiteY11" fmla="*/ 296881 h 382592"/>
                  <a:gd name="connsiteX12" fmla="*/ 551940 w 576802"/>
                  <a:gd name="connsiteY12" fmla="*/ 357748 h 382592"/>
                  <a:gd name="connsiteX13" fmla="*/ 489784 w 576802"/>
                  <a:gd name="connsiteY13" fmla="*/ 382592 h 382592"/>
                  <a:gd name="connsiteX14" fmla="*/ 85774 w 576802"/>
                  <a:gd name="connsiteY14" fmla="*/ 382592 h 382592"/>
                  <a:gd name="connsiteX15" fmla="*/ 24862 w 576802"/>
                  <a:gd name="connsiteY15" fmla="*/ 357748 h 382592"/>
                  <a:gd name="connsiteX16" fmla="*/ 0 w 576802"/>
                  <a:gd name="connsiteY16" fmla="*/ 296881 h 382592"/>
                  <a:gd name="connsiteX17" fmla="*/ 0 w 576802"/>
                  <a:gd name="connsiteY17" fmla="*/ 7453 h 382592"/>
                  <a:gd name="connsiteX18" fmla="*/ 7459 w 576802"/>
                  <a:gd name="connsiteY18" fmla="*/ 0 h 38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6802" h="382592">
                    <a:moveTo>
                      <a:pt x="14949" y="14955"/>
                    </a:moveTo>
                    <a:lnTo>
                      <a:pt x="14949" y="296853"/>
                    </a:lnTo>
                    <a:cubicBezTo>
                      <a:pt x="14949" y="315481"/>
                      <a:pt x="22407" y="332866"/>
                      <a:pt x="36079" y="346527"/>
                    </a:cubicBezTo>
                    <a:cubicBezTo>
                      <a:pt x="49752" y="360187"/>
                      <a:pt x="67153" y="367638"/>
                      <a:pt x="85798" y="367638"/>
                    </a:cubicBezTo>
                    <a:lnTo>
                      <a:pt x="489760" y="367638"/>
                    </a:lnTo>
                    <a:cubicBezTo>
                      <a:pt x="509648" y="367638"/>
                      <a:pt x="527049" y="360187"/>
                      <a:pt x="540722" y="346527"/>
                    </a:cubicBezTo>
                    <a:cubicBezTo>
                      <a:pt x="554394" y="332866"/>
                      <a:pt x="561852" y="315481"/>
                      <a:pt x="561852" y="296853"/>
                    </a:cubicBezTo>
                    <a:lnTo>
                      <a:pt x="561852" y="14955"/>
                    </a:lnTo>
                    <a:close/>
                    <a:moveTo>
                      <a:pt x="7459" y="0"/>
                    </a:moveTo>
                    <a:lnTo>
                      <a:pt x="569343" y="0"/>
                    </a:lnTo>
                    <a:cubicBezTo>
                      <a:pt x="574316" y="0"/>
                      <a:pt x="576802" y="3727"/>
                      <a:pt x="576802" y="7453"/>
                    </a:cubicBezTo>
                    <a:lnTo>
                      <a:pt x="576802" y="296881"/>
                    </a:lnTo>
                    <a:cubicBezTo>
                      <a:pt x="576802" y="319241"/>
                      <a:pt x="568100" y="341600"/>
                      <a:pt x="551940" y="357748"/>
                    </a:cubicBezTo>
                    <a:cubicBezTo>
                      <a:pt x="534536" y="373897"/>
                      <a:pt x="513404" y="382592"/>
                      <a:pt x="489784" y="382592"/>
                    </a:cubicBezTo>
                    <a:lnTo>
                      <a:pt x="85774" y="382592"/>
                    </a:lnTo>
                    <a:cubicBezTo>
                      <a:pt x="63398" y="382592"/>
                      <a:pt x="42266" y="373897"/>
                      <a:pt x="24862" y="357748"/>
                    </a:cubicBezTo>
                    <a:cubicBezTo>
                      <a:pt x="8702" y="341600"/>
                      <a:pt x="0" y="319241"/>
                      <a:pt x="0" y="296881"/>
                    </a:cubicBezTo>
                    <a:lnTo>
                      <a:pt x="0" y="7453"/>
                    </a:lnTo>
                    <a:cubicBezTo>
                      <a:pt x="0" y="3727"/>
                      <a:pt x="3729" y="0"/>
                      <a:pt x="745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4F8A79D1-4ECB-2F46-ABF2-02B188A45A06}"/>
                  </a:ext>
                </a:extLst>
              </p:cNvPr>
              <p:cNvSpPr/>
              <p:nvPr/>
            </p:nvSpPr>
            <p:spPr>
              <a:xfrm>
                <a:off x="8822700" y="9289393"/>
                <a:ext cx="561852" cy="1782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2" h="144">
                    <a:moveTo>
                      <a:pt x="0" y="64"/>
                    </a:moveTo>
                    <a:lnTo>
                      <a:pt x="0" y="104"/>
                    </a:lnTo>
                    <a:lnTo>
                      <a:pt x="0" y="144"/>
                    </a:lnTo>
                    <a:lnTo>
                      <a:pt x="226" y="144"/>
                    </a:lnTo>
                    <a:lnTo>
                      <a:pt x="452" y="144"/>
                    </a:lnTo>
                    <a:lnTo>
                      <a:pt x="452" y="104"/>
                    </a:lnTo>
                    <a:lnTo>
                      <a:pt x="452" y="64"/>
                    </a:lnTo>
                    <a:cubicBezTo>
                      <a:pt x="452" y="46"/>
                      <a:pt x="445" y="30"/>
                      <a:pt x="434" y="18"/>
                    </a:cubicBezTo>
                    <a:cubicBezTo>
                      <a:pt x="422" y="7"/>
                      <a:pt x="406" y="0"/>
                      <a:pt x="388" y="0"/>
                    </a:cubicBezTo>
                    <a:lnTo>
                      <a:pt x="226" y="0"/>
                    </a:lnTo>
                    <a:lnTo>
                      <a:pt x="63" y="0"/>
                    </a:lnTo>
                    <a:cubicBezTo>
                      <a:pt x="46" y="0"/>
                      <a:pt x="30" y="7"/>
                      <a:pt x="18" y="18"/>
                    </a:cubicBezTo>
                    <a:cubicBezTo>
                      <a:pt x="7" y="30"/>
                      <a:pt x="0" y="46"/>
                      <a:pt x="0" y="6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C38A09B6-FEDE-4749-8F48-066821E8AC72}"/>
                  </a:ext>
                </a:extLst>
              </p:cNvPr>
              <p:cNvSpPr/>
              <p:nvPr/>
            </p:nvSpPr>
            <p:spPr>
              <a:xfrm>
                <a:off x="8815226" y="9281916"/>
                <a:ext cx="576802" cy="193166"/>
              </a:xfrm>
              <a:custGeom>
                <a:avLst/>
                <a:gdLst>
                  <a:gd name="connsiteX0" fmla="*/ 85798 w 576802"/>
                  <a:gd name="connsiteY0" fmla="*/ 14955 h 193166"/>
                  <a:gd name="connsiteX1" fmla="*/ 36079 w 576802"/>
                  <a:gd name="connsiteY1" fmla="*/ 35980 h 193166"/>
                  <a:gd name="connsiteX2" fmla="*/ 14949 w 576802"/>
                  <a:gd name="connsiteY2" fmla="*/ 86689 h 193166"/>
                  <a:gd name="connsiteX3" fmla="*/ 14949 w 576802"/>
                  <a:gd name="connsiteY3" fmla="*/ 178211 h 193166"/>
                  <a:gd name="connsiteX4" fmla="*/ 561852 w 576802"/>
                  <a:gd name="connsiteY4" fmla="*/ 178211 h 193166"/>
                  <a:gd name="connsiteX5" fmla="*/ 561852 w 576802"/>
                  <a:gd name="connsiteY5" fmla="*/ 86689 h 193166"/>
                  <a:gd name="connsiteX6" fmla="*/ 540722 w 576802"/>
                  <a:gd name="connsiteY6" fmla="*/ 35980 h 193166"/>
                  <a:gd name="connsiteX7" fmla="*/ 489760 w 576802"/>
                  <a:gd name="connsiteY7" fmla="*/ 14955 h 193166"/>
                  <a:gd name="connsiteX8" fmla="*/ 85774 w 576802"/>
                  <a:gd name="connsiteY8" fmla="*/ 0 h 193166"/>
                  <a:gd name="connsiteX9" fmla="*/ 489784 w 576802"/>
                  <a:gd name="connsiteY9" fmla="*/ 0 h 193166"/>
                  <a:gd name="connsiteX10" fmla="*/ 551940 w 576802"/>
                  <a:gd name="connsiteY10" fmla="*/ 24765 h 193166"/>
                  <a:gd name="connsiteX11" fmla="*/ 576802 w 576802"/>
                  <a:gd name="connsiteY11" fmla="*/ 86677 h 193166"/>
                  <a:gd name="connsiteX12" fmla="*/ 576802 w 576802"/>
                  <a:gd name="connsiteY12" fmla="*/ 185737 h 193166"/>
                  <a:gd name="connsiteX13" fmla="*/ 569343 w 576802"/>
                  <a:gd name="connsiteY13" fmla="*/ 193166 h 193166"/>
                  <a:gd name="connsiteX14" fmla="*/ 7459 w 576802"/>
                  <a:gd name="connsiteY14" fmla="*/ 193166 h 193166"/>
                  <a:gd name="connsiteX15" fmla="*/ 0 w 576802"/>
                  <a:gd name="connsiteY15" fmla="*/ 185737 h 193166"/>
                  <a:gd name="connsiteX16" fmla="*/ 0 w 576802"/>
                  <a:gd name="connsiteY16" fmla="*/ 86677 h 193166"/>
                  <a:gd name="connsiteX17" fmla="*/ 24862 w 576802"/>
                  <a:gd name="connsiteY17" fmla="*/ 24765 h 193166"/>
                  <a:gd name="connsiteX18" fmla="*/ 85774 w 576802"/>
                  <a:gd name="connsiteY18" fmla="*/ 0 h 193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76802" h="193166">
                    <a:moveTo>
                      <a:pt x="85798" y="14955"/>
                    </a:moveTo>
                    <a:cubicBezTo>
                      <a:pt x="67153" y="14955"/>
                      <a:pt x="49752" y="22376"/>
                      <a:pt x="36079" y="35980"/>
                    </a:cubicBezTo>
                    <a:cubicBezTo>
                      <a:pt x="22407" y="49585"/>
                      <a:pt x="14949" y="66900"/>
                      <a:pt x="14949" y="86689"/>
                    </a:cubicBezTo>
                    <a:lnTo>
                      <a:pt x="14949" y="178211"/>
                    </a:lnTo>
                    <a:lnTo>
                      <a:pt x="561852" y="178211"/>
                    </a:lnTo>
                    <a:lnTo>
                      <a:pt x="561852" y="86689"/>
                    </a:lnTo>
                    <a:cubicBezTo>
                      <a:pt x="561852" y="66900"/>
                      <a:pt x="554394" y="49585"/>
                      <a:pt x="540722" y="35980"/>
                    </a:cubicBezTo>
                    <a:cubicBezTo>
                      <a:pt x="527049" y="22376"/>
                      <a:pt x="509648" y="14955"/>
                      <a:pt x="489760" y="14955"/>
                    </a:cubicBezTo>
                    <a:close/>
                    <a:moveTo>
                      <a:pt x="85774" y="0"/>
                    </a:moveTo>
                    <a:lnTo>
                      <a:pt x="489784" y="0"/>
                    </a:lnTo>
                    <a:cubicBezTo>
                      <a:pt x="513404" y="0"/>
                      <a:pt x="534536" y="8668"/>
                      <a:pt x="551940" y="24765"/>
                    </a:cubicBezTo>
                    <a:cubicBezTo>
                      <a:pt x="568100" y="42100"/>
                      <a:pt x="576802" y="63150"/>
                      <a:pt x="576802" y="86677"/>
                    </a:cubicBezTo>
                    <a:lnTo>
                      <a:pt x="576802" y="185737"/>
                    </a:lnTo>
                    <a:cubicBezTo>
                      <a:pt x="576802" y="189451"/>
                      <a:pt x="574316" y="193166"/>
                      <a:pt x="569343" y="193166"/>
                    </a:cubicBezTo>
                    <a:lnTo>
                      <a:pt x="7459" y="193166"/>
                    </a:lnTo>
                    <a:cubicBezTo>
                      <a:pt x="3729" y="193166"/>
                      <a:pt x="0" y="189451"/>
                      <a:pt x="0" y="185737"/>
                    </a:cubicBezTo>
                    <a:lnTo>
                      <a:pt x="0" y="86677"/>
                    </a:lnTo>
                    <a:cubicBezTo>
                      <a:pt x="0" y="63150"/>
                      <a:pt x="8702" y="42100"/>
                      <a:pt x="24862" y="24765"/>
                    </a:cubicBezTo>
                    <a:cubicBezTo>
                      <a:pt x="42266" y="8668"/>
                      <a:pt x="63398" y="0"/>
                      <a:pt x="857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D29F7375-DE89-834E-B87C-8ECA0811FAFC}"/>
                  </a:ext>
                </a:extLst>
              </p:cNvPr>
              <p:cNvSpPr/>
              <p:nvPr/>
            </p:nvSpPr>
            <p:spPr>
              <a:xfrm>
                <a:off x="8822700" y="9289393"/>
                <a:ext cx="561852" cy="1782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2" h="144">
                    <a:moveTo>
                      <a:pt x="0" y="64"/>
                    </a:moveTo>
                    <a:lnTo>
                      <a:pt x="0" y="104"/>
                    </a:lnTo>
                    <a:lnTo>
                      <a:pt x="0" y="144"/>
                    </a:lnTo>
                    <a:lnTo>
                      <a:pt x="226" y="144"/>
                    </a:lnTo>
                    <a:lnTo>
                      <a:pt x="452" y="144"/>
                    </a:lnTo>
                    <a:lnTo>
                      <a:pt x="452" y="104"/>
                    </a:lnTo>
                    <a:lnTo>
                      <a:pt x="452" y="64"/>
                    </a:lnTo>
                    <a:cubicBezTo>
                      <a:pt x="452" y="46"/>
                      <a:pt x="445" y="30"/>
                      <a:pt x="434" y="18"/>
                    </a:cubicBezTo>
                    <a:cubicBezTo>
                      <a:pt x="422" y="7"/>
                      <a:pt x="406" y="0"/>
                      <a:pt x="388" y="0"/>
                    </a:cubicBezTo>
                    <a:lnTo>
                      <a:pt x="226" y="0"/>
                    </a:lnTo>
                    <a:lnTo>
                      <a:pt x="63" y="0"/>
                    </a:lnTo>
                    <a:cubicBezTo>
                      <a:pt x="46" y="0"/>
                      <a:pt x="30" y="7"/>
                      <a:pt x="18" y="18"/>
                    </a:cubicBezTo>
                    <a:cubicBezTo>
                      <a:pt x="7" y="30"/>
                      <a:pt x="0" y="46"/>
                      <a:pt x="0" y="64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1A90E644-ED45-6140-B5B8-32AD6E4F1A65}"/>
                  </a:ext>
                </a:extLst>
              </p:cNvPr>
              <p:cNvSpPr/>
              <p:nvPr/>
            </p:nvSpPr>
            <p:spPr>
              <a:xfrm>
                <a:off x="8880007" y="9365413"/>
                <a:ext cx="194344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7" h="12">
                    <a:moveTo>
                      <a:pt x="151" y="12"/>
                    </a:moveTo>
                    <a:lnTo>
                      <a:pt x="5" y="12"/>
                    </a:ln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151" y="0"/>
                    </a:lnTo>
                    <a:cubicBezTo>
                      <a:pt x="155" y="0"/>
                      <a:pt x="157" y="3"/>
                      <a:pt x="157" y="6"/>
                    </a:cubicBezTo>
                    <a:cubicBezTo>
                      <a:pt x="157" y="10"/>
                      <a:pt x="155" y="12"/>
                      <a:pt x="15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108A26DE-D74C-ED44-B637-1433CBDFE02F}"/>
                  </a:ext>
                </a:extLst>
              </p:cNvPr>
              <p:cNvSpPr/>
              <p:nvPr/>
            </p:nvSpPr>
            <p:spPr>
              <a:xfrm>
                <a:off x="9132903" y="9365413"/>
                <a:ext cx="195589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8" h="12">
                    <a:moveTo>
                      <a:pt x="152" y="12"/>
                    </a:moveTo>
                    <a:lnTo>
                      <a:pt x="6" y="12"/>
                    </a:ln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152" y="0"/>
                    </a:lnTo>
                    <a:cubicBezTo>
                      <a:pt x="155" y="0"/>
                      <a:pt x="158" y="3"/>
                      <a:pt x="158" y="6"/>
                    </a:cubicBezTo>
                    <a:cubicBezTo>
                      <a:pt x="158" y="10"/>
                      <a:pt x="155" y="12"/>
                      <a:pt x="15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94826E37-43CF-1D47-9E45-93BD342494F6}"/>
                  </a:ext>
                </a:extLst>
              </p:cNvPr>
              <p:cNvSpPr/>
              <p:nvPr/>
            </p:nvSpPr>
            <p:spPr>
              <a:xfrm>
                <a:off x="8989633" y="9538639"/>
                <a:ext cx="227980" cy="2193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4" h="177">
                    <a:moveTo>
                      <a:pt x="109" y="10"/>
                    </a:moveTo>
                    <a:lnTo>
                      <a:pt x="117" y="23"/>
                    </a:lnTo>
                    <a:lnTo>
                      <a:pt x="125" y="37"/>
                    </a:lnTo>
                    <a:cubicBezTo>
                      <a:pt x="127" y="39"/>
                      <a:pt x="129" y="41"/>
                      <a:pt x="131" y="42"/>
                    </a:cubicBezTo>
                    <a:cubicBezTo>
                      <a:pt x="133" y="44"/>
                      <a:pt x="135" y="45"/>
                      <a:pt x="137" y="46"/>
                    </a:cubicBezTo>
                    <a:lnTo>
                      <a:pt x="153" y="49"/>
                    </a:lnTo>
                    <a:lnTo>
                      <a:pt x="169" y="53"/>
                    </a:lnTo>
                    <a:cubicBezTo>
                      <a:pt x="176" y="55"/>
                      <a:pt x="181" y="60"/>
                      <a:pt x="183" y="66"/>
                    </a:cubicBezTo>
                    <a:cubicBezTo>
                      <a:pt x="185" y="73"/>
                      <a:pt x="184" y="80"/>
                      <a:pt x="179" y="86"/>
                    </a:cubicBezTo>
                    <a:lnTo>
                      <a:pt x="169" y="97"/>
                    </a:lnTo>
                    <a:lnTo>
                      <a:pt x="158" y="109"/>
                    </a:lnTo>
                    <a:cubicBezTo>
                      <a:pt x="157" y="111"/>
                      <a:pt x="155" y="114"/>
                      <a:pt x="155" y="116"/>
                    </a:cubicBezTo>
                    <a:cubicBezTo>
                      <a:pt x="154" y="118"/>
                      <a:pt x="153" y="121"/>
                      <a:pt x="154" y="123"/>
                    </a:cubicBezTo>
                    <a:lnTo>
                      <a:pt x="155" y="140"/>
                    </a:lnTo>
                    <a:lnTo>
                      <a:pt x="157" y="156"/>
                    </a:lnTo>
                    <a:cubicBezTo>
                      <a:pt x="157" y="163"/>
                      <a:pt x="153" y="170"/>
                      <a:pt x="148" y="174"/>
                    </a:cubicBezTo>
                    <a:cubicBezTo>
                      <a:pt x="143" y="177"/>
                      <a:pt x="136" y="179"/>
                      <a:pt x="129" y="175"/>
                    </a:cubicBezTo>
                    <a:lnTo>
                      <a:pt x="114" y="169"/>
                    </a:lnTo>
                    <a:lnTo>
                      <a:pt x="100" y="163"/>
                    </a:lnTo>
                    <a:cubicBezTo>
                      <a:pt x="97" y="162"/>
                      <a:pt x="95" y="161"/>
                      <a:pt x="92" y="161"/>
                    </a:cubicBezTo>
                    <a:cubicBezTo>
                      <a:pt x="89" y="161"/>
                      <a:pt x="87" y="162"/>
                      <a:pt x="84" y="163"/>
                    </a:cubicBezTo>
                    <a:lnTo>
                      <a:pt x="70" y="169"/>
                    </a:lnTo>
                    <a:lnTo>
                      <a:pt x="55" y="175"/>
                    </a:lnTo>
                    <a:cubicBezTo>
                      <a:pt x="48" y="179"/>
                      <a:pt x="41" y="177"/>
                      <a:pt x="36" y="174"/>
                    </a:cubicBezTo>
                    <a:cubicBezTo>
                      <a:pt x="31" y="170"/>
                      <a:pt x="27" y="163"/>
                      <a:pt x="27" y="156"/>
                    </a:cubicBezTo>
                    <a:lnTo>
                      <a:pt x="29" y="140"/>
                    </a:lnTo>
                    <a:lnTo>
                      <a:pt x="30" y="123"/>
                    </a:lnTo>
                    <a:cubicBezTo>
                      <a:pt x="31" y="121"/>
                      <a:pt x="30" y="118"/>
                      <a:pt x="29" y="116"/>
                    </a:cubicBezTo>
                    <a:cubicBezTo>
                      <a:pt x="29" y="114"/>
                      <a:pt x="27" y="111"/>
                      <a:pt x="26" y="109"/>
                    </a:cubicBezTo>
                    <a:lnTo>
                      <a:pt x="15" y="97"/>
                    </a:lnTo>
                    <a:lnTo>
                      <a:pt x="5" y="86"/>
                    </a:lnTo>
                    <a:cubicBezTo>
                      <a:pt x="0" y="80"/>
                      <a:pt x="-1" y="73"/>
                      <a:pt x="1" y="66"/>
                    </a:cubicBezTo>
                    <a:cubicBezTo>
                      <a:pt x="3" y="60"/>
                      <a:pt x="8" y="55"/>
                      <a:pt x="15" y="53"/>
                    </a:cubicBezTo>
                    <a:lnTo>
                      <a:pt x="31" y="49"/>
                    </a:lnTo>
                    <a:lnTo>
                      <a:pt x="46" y="46"/>
                    </a:lnTo>
                    <a:cubicBezTo>
                      <a:pt x="49" y="45"/>
                      <a:pt x="51" y="44"/>
                      <a:pt x="53" y="42"/>
                    </a:cubicBezTo>
                    <a:cubicBezTo>
                      <a:pt x="55" y="41"/>
                      <a:pt x="57" y="39"/>
                      <a:pt x="59" y="37"/>
                    </a:cubicBezTo>
                    <a:lnTo>
                      <a:pt x="67" y="23"/>
                    </a:lnTo>
                    <a:lnTo>
                      <a:pt x="75" y="10"/>
                    </a:lnTo>
                    <a:cubicBezTo>
                      <a:pt x="79" y="3"/>
                      <a:pt x="85" y="0"/>
                      <a:pt x="92" y="0"/>
                    </a:cubicBezTo>
                    <a:cubicBezTo>
                      <a:pt x="98" y="0"/>
                      <a:pt x="105" y="3"/>
                      <a:pt x="109" y="1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71B9AA33-7E68-C345-8C94-A3B081A1AD11}"/>
                  </a:ext>
                </a:extLst>
              </p:cNvPr>
              <p:cNvSpPr/>
              <p:nvPr/>
            </p:nvSpPr>
            <p:spPr>
              <a:xfrm>
                <a:off x="8980444" y="9531162"/>
                <a:ext cx="243648" cy="235537"/>
              </a:xfrm>
              <a:custGeom>
                <a:avLst/>
                <a:gdLst>
                  <a:gd name="connsiteX0" fmla="*/ 123179 w 243648"/>
                  <a:gd name="connsiteY0" fmla="*/ 14955 h 235537"/>
                  <a:gd name="connsiteX1" fmla="*/ 109555 w 243648"/>
                  <a:gd name="connsiteY1" fmla="*/ 23626 h 235537"/>
                  <a:gd name="connsiteX2" fmla="*/ 88500 w 243648"/>
                  <a:gd name="connsiteY2" fmla="*/ 57070 h 235537"/>
                  <a:gd name="connsiteX3" fmla="*/ 79830 w 243648"/>
                  <a:gd name="connsiteY3" fmla="*/ 65741 h 235537"/>
                  <a:gd name="connsiteX4" fmla="*/ 68683 w 243648"/>
                  <a:gd name="connsiteY4" fmla="*/ 70696 h 235537"/>
                  <a:gd name="connsiteX5" fmla="*/ 29049 w 243648"/>
                  <a:gd name="connsiteY5" fmla="*/ 80605 h 235537"/>
                  <a:gd name="connsiteX6" fmla="*/ 17903 w 243648"/>
                  <a:gd name="connsiteY6" fmla="*/ 92992 h 235537"/>
                  <a:gd name="connsiteX7" fmla="*/ 20380 w 243648"/>
                  <a:gd name="connsiteY7" fmla="*/ 107856 h 235537"/>
                  <a:gd name="connsiteX8" fmla="*/ 46389 w 243648"/>
                  <a:gd name="connsiteY8" fmla="*/ 137584 h 235537"/>
                  <a:gd name="connsiteX9" fmla="*/ 52582 w 243648"/>
                  <a:gd name="connsiteY9" fmla="*/ 148732 h 235537"/>
                  <a:gd name="connsiteX10" fmla="*/ 53820 w 243648"/>
                  <a:gd name="connsiteY10" fmla="*/ 161119 h 235537"/>
                  <a:gd name="connsiteX11" fmla="*/ 50105 w 243648"/>
                  <a:gd name="connsiteY11" fmla="*/ 200757 h 235537"/>
                  <a:gd name="connsiteX12" fmla="*/ 57536 w 243648"/>
                  <a:gd name="connsiteY12" fmla="*/ 216860 h 235537"/>
                  <a:gd name="connsiteX13" fmla="*/ 74876 w 243648"/>
                  <a:gd name="connsiteY13" fmla="*/ 218098 h 235537"/>
                  <a:gd name="connsiteX14" fmla="*/ 110794 w 243648"/>
                  <a:gd name="connsiteY14" fmla="*/ 203234 h 235537"/>
                  <a:gd name="connsiteX15" fmla="*/ 135564 w 243648"/>
                  <a:gd name="connsiteY15" fmla="*/ 203234 h 235537"/>
                  <a:gd name="connsiteX16" fmla="*/ 171482 w 243648"/>
                  <a:gd name="connsiteY16" fmla="*/ 218098 h 235537"/>
                  <a:gd name="connsiteX17" fmla="*/ 188822 w 243648"/>
                  <a:gd name="connsiteY17" fmla="*/ 216860 h 235537"/>
                  <a:gd name="connsiteX18" fmla="*/ 195015 w 243648"/>
                  <a:gd name="connsiteY18" fmla="*/ 200757 h 235537"/>
                  <a:gd name="connsiteX19" fmla="*/ 192538 w 243648"/>
                  <a:gd name="connsiteY19" fmla="*/ 161119 h 235537"/>
                  <a:gd name="connsiteX20" fmla="*/ 193776 w 243648"/>
                  <a:gd name="connsiteY20" fmla="*/ 148732 h 235537"/>
                  <a:gd name="connsiteX21" fmla="*/ 199969 w 243648"/>
                  <a:gd name="connsiteY21" fmla="*/ 137584 h 235537"/>
                  <a:gd name="connsiteX22" fmla="*/ 225978 w 243648"/>
                  <a:gd name="connsiteY22" fmla="*/ 107856 h 235537"/>
                  <a:gd name="connsiteX23" fmla="*/ 228455 w 243648"/>
                  <a:gd name="connsiteY23" fmla="*/ 92992 h 235537"/>
                  <a:gd name="connsiteX24" fmla="*/ 217309 w 243648"/>
                  <a:gd name="connsiteY24" fmla="*/ 80605 h 235537"/>
                  <a:gd name="connsiteX25" fmla="*/ 177675 w 243648"/>
                  <a:gd name="connsiteY25" fmla="*/ 70696 h 235537"/>
                  <a:gd name="connsiteX26" fmla="*/ 166528 w 243648"/>
                  <a:gd name="connsiteY26" fmla="*/ 65741 h 235537"/>
                  <a:gd name="connsiteX27" fmla="*/ 157858 w 243648"/>
                  <a:gd name="connsiteY27" fmla="*/ 57070 h 235537"/>
                  <a:gd name="connsiteX28" fmla="*/ 138042 w 243648"/>
                  <a:gd name="connsiteY28" fmla="*/ 23626 h 235537"/>
                  <a:gd name="connsiteX29" fmla="*/ 123179 w 243648"/>
                  <a:gd name="connsiteY29" fmla="*/ 14955 h 235537"/>
                  <a:gd name="connsiteX30" fmla="*/ 121937 w 243648"/>
                  <a:gd name="connsiteY30" fmla="*/ 0 h 235537"/>
                  <a:gd name="connsiteX31" fmla="*/ 149205 w 243648"/>
                  <a:gd name="connsiteY31" fmla="*/ 14876 h 235537"/>
                  <a:gd name="connsiteX32" fmla="*/ 170276 w 243648"/>
                  <a:gd name="connsiteY32" fmla="*/ 49587 h 235537"/>
                  <a:gd name="connsiteX33" fmla="*/ 175234 w 243648"/>
                  <a:gd name="connsiteY33" fmla="*/ 53306 h 235537"/>
                  <a:gd name="connsiteX34" fmla="*/ 180192 w 243648"/>
                  <a:gd name="connsiteY34" fmla="*/ 57025 h 235537"/>
                  <a:gd name="connsiteX35" fmla="*/ 218615 w 243648"/>
                  <a:gd name="connsiteY35" fmla="*/ 66942 h 235537"/>
                  <a:gd name="connsiteX36" fmla="*/ 242165 w 243648"/>
                  <a:gd name="connsiteY36" fmla="*/ 88016 h 235537"/>
                  <a:gd name="connsiteX37" fmla="*/ 235968 w 243648"/>
                  <a:gd name="connsiteY37" fmla="*/ 117768 h 235537"/>
                  <a:gd name="connsiteX38" fmla="*/ 209939 w 243648"/>
                  <a:gd name="connsiteY38" fmla="*/ 147521 h 235537"/>
                  <a:gd name="connsiteX39" fmla="*/ 207460 w 243648"/>
                  <a:gd name="connsiteY39" fmla="*/ 153719 h 235537"/>
                  <a:gd name="connsiteX40" fmla="*/ 206221 w 243648"/>
                  <a:gd name="connsiteY40" fmla="*/ 159917 h 235537"/>
                  <a:gd name="connsiteX41" fmla="*/ 209939 w 243648"/>
                  <a:gd name="connsiteY41" fmla="*/ 199587 h 235537"/>
                  <a:gd name="connsiteX42" fmla="*/ 196305 w 243648"/>
                  <a:gd name="connsiteY42" fmla="*/ 229339 h 235537"/>
                  <a:gd name="connsiteX43" fmla="*/ 164079 w 243648"/>
                  <a:gd name="connsiteY43" fmla="*/ 231818 h 235537"/>
                  <a:gd name="connsiteX44" fmla="*/ 128134 w 243648"/>
                  <a:gd name="connsiteY44" fmla="*/ 216942 h 235537"/>
                  <a:gd name="connsiteX45" fmla="*/ 115739 w 243648"/>
                  <a:gd name="connsiteY45" fmla="*/ 216942 h 235537"/>
                  <a:gd name="connsiteX46" fmla="*/ 78555 w 243648"/>
                  <a:gd name="connsiteY46" fmla="*/ 231818 h 235537"/>
                  <a:gd name="connsiteX47" fmla="*/ 66161 w 243648"/>
                  <a:gd name="connsiteY47" fmla="*/ 235537 h 235537"/>
                  <a:gd name="connsiteX48" fmla="*/ 47569 w 243648"/>
                  <a:gd name="connsiteY48" fmla="*/ 229339 h 235537"/>
                  <a:gd name="connsiteX49" fmla="*/ 33935 w 243648"/>
                  <a:gd name="connsiteY49" fmla="*/ 199587 h 235537"/>
                  <a:gd name="connsiteX50" fmla="*/ 37653 w 243648"/>
                  <a:gd name="connsiteY50" fmla="*/ 159917 h 235537"/>
                  <a:gd name="connsiteX51" fmla="*/ 37653 w 243648"/>
                  <a:gd name="connsiteY51" fmla="*/ 153719 h 235537"/>
                  <a:gd name="connsiteX52" fmla="*/ 33935 w 243648"/>
                  <a:gd name="connsiteY52" fmla="*/ 147521 h 235537"/>
                  <a:gd name="connsiteX53" fmla="*/ 7906 w 243648"/>
                  <a:gd name="connsiteY53" fmla="*/ 117768 h 235537"/>
                  <a:gd name="connsiteX54" fmla="*/ 1708 w 243648"/>
                  <a:gd name="connsiteY54" fmla="*/ 88016 h 235537"/>
                  <a:gd name="connsiteX55" fmla="*/ 24019 w 243648"/>
                  <a:gd name="connsiteY55" fmla="*/ 66942 h 235537"/>
                  <a:gd name="connsiteX56" fmla="*/ 63682 w 243648"/>
                  <a:gd name="connsiteY56" fmla="*/ 57025 h 235537"/>
                  <a:gd name="connsiteX57" fmla="*/ 68640 w 243648"/>
                  <a:gd name="connsiteY57" fmla="*/ 53306 h 235537"/>
                  <a:gd name="connsiteX58" fmla="*/ 73598 w 243648"/>
                  <a:gd name="connsiteY58" fmla="*/ 49587 h 235537"/>
                  <a:gd name="connsiteX59" fmla="*/ 94668 w 243648"/>
                  <a:gd name="connsiteY59" fmla="*/ 14876 h 235537"/>
                  <a:gd name="connsiteX60" fmla="*/ 121937 w 243648"/>
                  <a:gd name="connsiteY60" fmla="*/ 0 h 235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243648" h="235537">
                    <a:moveTo>
                      <a:pt x="123179" y="14955"/>
                    </a:moveTo>
                    <a:cubicBezTo>
                      <a:pt x="116986" y="14955"/>
                      <a:pt x="112032" y="17432"/>
                      <a:pt x="109555" y="23626"/>
                    </a:cubicBezTo>
                    <a:lnTo>
                      <a:pt x="88500" y="57070"/>
                    </a:lnTo>
                    <a:cubicBezTo>
                      <a:pt x="86023" y="60786"/>
                      <a:pt x="82307" y="63263"/>
                      <a:pt x="79830" y="65741"/>
                    </a:cubicBezTo>
                    <a:cubicBezTo>
                      <a:pt x="76114" y="68218"/>
                      <a:pt x="72399" y="70696"/>
                      <a:pt x="68683" y="70696"/>
                    </a:cubicBezTo>
                    <a:lnTo>
                      <a:pt x="29049" y="80605"/>
                    </a:lnTo>
                    <a:cubicBezTo>
                      <a:pt x="22857" y="81844"/>
                      <a:pt x="19141" y="86798"/>
                      <a:pt x="17903" y="92992"/>
                    </a:cubicBezTo>
                    <a:cubicBezTo>
                      <a:pt x="15425" y="97946"/>
                      <a:pt x="16664" y="102901"/>
                      <a:pt x="20380" y="107856"/>
                    </a:cubicBezTo>
                    <a:lnTo>
                      <a:pt x="46389" y="137584"/>
                    </a:lnTo>
                    <a:cubicBezTo>
                      <a:pt x="48866" y="141300"/>
                      <a:pt x="51343" y="145016"/>
                      <a:pt x="52582" y="148732"/>
                    </a:cubicBezTo>
                    <a:cubicBezTo>
                      <a:pt x="53820" y="152448"/>
                      <a:pt x="55059" y="157403"/>
                      <a:pt x="53820" y="161119"/>
                    </a:cubicBezTo>
                    <a:lnTo>
                      <a:pt x="50105" y="200757"/>
                    </a:lnTo>
                    <a:cubicBezTo>
                      <a:pt x="50105" y="206950"/>
                      <a:pt x="52582" y="213144"/>
                      <a:pt x="57536" y="216860"/>
                    </a:cubicBezTo>
                    <a:cubicBezTo>
                      <a:pt x="62490" y="220576"/>
                      <a:pt x="68683" y="220576"/>
                      <a:pt x="74876" y="218098"/>
                    </a:cubicBezTo>
                    <a:lnTo>
                      <a:pt x="110794" y="203234"/>
                    </a:lnTo>
                    <a:cubicBezTo>
                      <a:pt x="118225" y="199518"/>
                      <a:pt x="128133" y="199518"/>
                      <a:pt x="135564" y="203234"/>
                    </a:cubicBezTo>
                    <a:lnTo>
                      <a:pt x="171482" y="218098"/>
                    </a:lnTo>
                    <a:cubicBezTo>
                      <a:pt x="177675" y="220576"/>
                      <a:pt x="183868" y="220576"/>
                      <a:pt x="188822" y="216860"/>
                    </a:cubicBezTo>
                    <a:cubicBezTo>
                      <a:pt x="192538" y="213144"/>
                      <a:pt x="196253" y="206950"/>
                      <a:pt x="195015" y="200757"/>
                    </a:cubicBezTo>
                    <a:lnTo>
                      <a:pt x="192538" y="161119"/>
                    </a:lnTo>
                    <a:cubicBezTo>
                      <a:pt x="191299" y="157403"/>
                      <a:pt x="192538" y="152448"/>
                      <a:pt x="193776" y="148732"/>
                    </a:cubicBezTo>
                    <a:cubicBezTo>
                      <a:pt x="195015" y="145016"/>
                      <a:pt x="197492" y="141300"/>
                      <a:pt x="199969" y="137584"/>
                    </a:cubicBezTo>
                    <a:lnTo>
                      <a:pt x="225978" y="107856"/>
                    </a:lnTo>
                    <a:cubicBezTo>
                      <a:pt x="229694" y="102901"/>
                      <a:pt x="230933" y="97946"/>
                      <a:pt x="228455" y="92992"/>
                    </a:cubicBezTo>
                    <a:cubicBezTo>
                      <a:pt x="227217" y="86798"/>
                      <a:pt x="222263" y="81844"/>
                      <a:pt x="217309" y="80605"/>
                    </a:cubicBezTo>
                    <a:lnTo>
                      <a:pt x="177675" y="70696"/>
                    </a:lnTo>
                    <a:cubicBezTo>
                      <a:pt x="173959" y="70696"/>
                      <a:pt x="170244" y="68218"/>
                      <a:pt x="166528" y="65741"/>
                    </a:cubicBezTo>
                    <a:cubicBezTo>
                      <a:pt x="164051" y="63263"/>
                      <a:pt x="160335" y="60786"/>
                      <a:pt x="157858" y="57070"/>
                    </a:cubicBezTo>
                    <a:lnTo>
                      <a:pt x="138042" y="23626"/>
                    </a:lnTo>
                    <a:cubicBezTo>
                      <a:pt x="134326" y="17432"/>
                      <a:pt x="128133" y="14955"/>
                      <a:pt x="123179" y="14955"/>
                    </a:cubicBezTo>
                    <a:close/>
                    <a:moveTo>
                      <a:pt x="121937" y="0"/>
                    </a:moveTo>
                    <a:cubicBezTo>
                      <a:pt x="133092" y="0"/>
                      <a:pt x="143008" y="6198"/>
                      <a:pt x="149205" y="14876"/>
                    </a:cubicBezTo>
                    <a:lnTo>
                      <a:pt x="170276" y="49587"/>
                    </a:lnTo>
                    <a:cubicBezTo>
                      <a:pt x="170276" y="50826"/>
                      <a:pt x="172755" y="53306"/>
                      <a:pt x="175234" y="53306"/>
                    </a:cubicBezTo>
                    <a:cubicBezTo>
                      <a:pt x="176473" y="54545"/>
                      <a:pt x="177713" y="55785"/>
                      <a:pt x="180192" y="57025"/>
                    </a:cubicBezTo>
                    <a:lnTo>
                      <a:pt x="218615" y="66942"/>
                    </a:lnTo>
                    <a:cubicBezTo>
                      <a:pt x="229770" y="68182"/>
                      <a:pt x="238447" y="76859"/>
                      <a:pt x="242165" y="88016"/>
                    </a:cubicBezTo>
                    <a:cubicBezTo>
                      <a:pt x="245883" y="97934"/>
                      <a:pt x="242165" y="109091"/>
                      <a:pt x="235968" y="117768"/>
                    </a:cubicBezTo>
                    <a:lnTo>
                      <a:pt x="209939" y="147521"/>
                    </a:lnTo>
                    <a:cubicBezTo>
                      <a:pt x="208699" y="150000"/>
                      <a:pt x="207460" y="151240"/>
                      <a:pt x="207460" y="153719"/>
                    </a:cubicBezTo>
                    <a:cubicBezTo>
                      <a:pt x="206221" y="156198"/>
                      <a:pt x="204981" y="158678"/>
                      <a:pt x="206221" y="159917"/>
                    </a:cubicBezTo>
                    <a:lnTo>
                      <a:pt x="209939" y="199587"/>
                    </a:lnTo>
                    <a:cubicBezTo>
                      <a:pt x="209939" y="210744"/>
                      <a:pt x="204981" y="221901"/>
                      <a:pt x="196305" y="229339"/>
                    </a:cubicBezTo>
                    <a:cubicBezTo>
                      <a:pt x="186389" y="235537"/>
                      <a:pt x="175234" y="236777"/>
                      <a:pt x="164079" y="231818"/>
                    </a:cubicBezTo>
                    <a:lnTo>
                      <a:pt x="128134" y="216942"/>
                    </a:lnTo>
                    <a:cubicBezTo>
                      <a:pt x="124416" y="214463"/>
                      <a:pt x="119458" y="214463"/>
                      <a:pt x="115739" y="216942"/>
                    </a:cubicBezTo>
                    <a:lnTo>
                      <a:pt x="78555" y="231818"/>
                    </a:lnTo>
                    <a:cubicBezTo>
                      <a:pt x="74837" y="234297"/>
                      <a:pt x="71119" y="235537"/>
                      <a:pt x="66161" y="235537"/>
                    </a:cubicBezTo>
                    <a:cubicBezTo>
                      <a:pt x="59963" y="235537"/>
                      <a:pt x="53766" y="231818"/>
                      <a:pt x="47569" y="229339"/>
                    </a:cubicBezTo>
                    <a:cubicBezTo>
                      <a:pt x="38892" y="221901"/>
                      <a:pt x="33935" y="210744"/>
                      <a:pt x="33935" y="199587"/>
                    </a:cubicBezTo>
                    <a:lnTo>
                      <a:pt x="37653" y="159917"/>
                    </a:lnTo>
                    <a:cubicBezTo>
                      <a:pt x="37653" y="158678"/>
                      <a:pt x="37653" y="156198"/>
                      <a:pt x="37653" y="153719"/>
                    </a:cubicBezTo>
                    <a:cubicBezTo>
                      <a:pt x="36414" y="151240"/>
                      <a:pt x="35174" y="150000"/>
                      <a:pt x="33935" y="147521"/>
                    </a:cubicBezTo>
                    <a:lnTo>
                      <a:pt x="7906" y="117768"/>
                    </a:lnTo>
                    <a:cubicBezTo>
                      <a:pt x="469" y="109091"/>
                      <a:pt x="-2010" y="97934"/>
                      <a:pt x="1708" y="88016"/>
                    </a:cubicBezTo>
                    <a:cubicBezTo>
                      <a:pt x="4187" y="76859"/>
                      <a:pt x="14103" y="68182"/>
                      <a:pt x="24019" y="66942"/>
                    </a:cubicBezTo>
                    <a:lnTo>
                      <a:pt x="63682" y="57025"/>
                    </a:lnTo>
                    <a:cubicBezTo>
                      <a:pt x="64921" y="55785"/>
                      <a:pt x="67400" y="54545"/>
                      <a:pt x="68640" y="53306"/>
                    </a:cubicBezTo>
                    <a:cubicBezTo>
                      <a:pt x="71119" y="53306"/>
                      <a:pt x="73598" y="50826"/>
                      <a:pt x="73598" y="49587"/>
                    </a:cubicBezTo>
                    <a:lnTo>
                      <a:pt x="94668" y="14876"/>
                    </a:lnTo>
                    <a:cubicBezTo>
                      <a:pt x="99626" y="6198"/>
                      <a:pt x="110782" y="0"/>
                      <a:pt x="12193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167BA4A6-03C2-D445-A600-0249BF333A38}"/>
                  </a:ext>
                </a:extLst>
              </p:cNvPr>
              <p:cNvSpPr/>
              <p:nvPr/>
            </p:nvSpPr>
            <p:spPr>
              <a:xfrm>
                <a:off x="9151589" y="10004726"/>
                <a:ext cx="166936" cy="2417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5" h="195">
                    <a:moveTo>
                      <a:pt x="135" y="195"/>
                    </a:moveTo>
                    <a:lnTo>
                      <a:pt x="69" y="144"/>
                    </a:lnTo>
                    <a:lnTo>
                      <a:pt x="0" y="195"/>
                    </a:lnTo>
                    <a:lnTo>
                      <a:pt x="0" y="0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5A52B3B7-BBAB-BD4F-956E-76D267D30961}"/>
                  </a:ext>
                </a:extLst>
              </p:cNvPr>
              <p:cNvSpPr/>
              <p:nvPr/>
            </p:nvSpPr>
            <p:spPr>
              <a:xfrm>
                <a:off x="9144111" y="9997248"/>
                <a:ext cx="180640" cy="256723"/>
              </a:xfrm>
              <a:custGeom>
                <a:avLst/>
                <a:gdLst>
                  <a:gd name="connsiteX0" fmla="*/ 14953 w 180640"/>
                  <a:gd name="connsiteY0" fmla="*/ 14958 h 256723"/>
                  <a:gd name="connsiteX1" fmla="*/ 14953 w 180640"/>
                  <a:gd name="connsiteY1" fmla="*/ 234294 h 256723"/>
                  <a:gd name="connsiteX2" fmla="*/ 87857 w 180640"/>
                  <a:gd name="connsiteY2" fmla="*/ 181009 h 256723"/>
                  <a:gd name="connsiteX3" fmla="*/ 96507 w 180640"/>
                  <a:gd name="connsiteY3" fmla="*/ 181009 h 256723"/>
                  <a:gd name="connsiteX4" fmla="*/ 166940 w 180640"/>
                  <a:gd name="connsiteY4" fmla="*/ 234294 h 256723"/>
                  <a:gd name="connsiteX5" fmla="*/ 166940 w 180640"/>
                  <a:gd name="connsiteY5" fmla="*/ 14958 h 256723"/>
                  <a:gd name="connsiteX6" fmla="*/ 7424 w 180640"/>
                  <a:gd name="connsiteY6" fmla="*/ 0 h 256723"/>
                  <a:gd name="connsiteX7" fmla="*/ 174454 w 180640"/>
                  <a:gd name="connsiteY7" fmla="*/ 0 h 256723"/>
                  <a:gd name="connsiteX8" fmla="*/ 180640 w 180640"/>
                  <a:gd name="connsiteY8" fmla="*/ 7441 h 256723"/>
                  <a:gd name="connsiteX9" fmla="*/ 180640 w 180640"/>
                  <a:gd name="connsiteY9" fmla="*/ 249282 h 256723"/>
                  <a:gd name="connsiteX10" fmla="*/ 176928 w 180640"/>
                  <a:gd name="connsiteY10" fmla="*/ 255483 h 256723"/>
                  <a:gd name="connsiteX11" fmla="*/ 169505 w 180640"/>
                  <a:gd name="connsiteY11" fmla="*/ 255483 h 256723"/>
                  <a:gd name="connsiteX12" fmla="*/ 92795 w 180640"/>
                  <a:gd name="connsiteY12" fmla="*/ 195953 h 256723"/>
                  <a:gd name="connsiteX13" fmla="*/ 12373 w 180640"/>
                  <a:gd name="connsiteY13" fmla="*/ 255483 h 256723"/>
                  <a:gd name="connsiteX14" fmla="*/ 7424 w 180640"/>
                  <a:gd name="connsiteY14" fmla="*/ 256723 h 256723"/>
                  <a:gd name="connsiteX15" fmla="*/ 3712 w 180640"/>
                  <a:gd name="connsiteY15" fmla="*/ 255483 h 256723"/>
                  <a:gd name="connsiteX16" fmla="*/ 0 w 180640"/>
                  <a:gd name="connsiteY16" fmla="*/ 249282 h 256723"/>
                  <a:gd name="connsiteX17" fmla="*/ 0 w 180640"/>
                  <a:gd name="connsiteY17" fmla="*/ 7441 h 256723"/>
                  <a:gd name="connsiteX18" fmla="*/ 7424 w 180640"/>
                  <a:gd name="connsiteY18" fmla="*/ 0 h 256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0640" h="256723">
                    <a:moveTo>
                      <a:pt x="14953" y="14958"/>
                    </a:moveTo>
                    <a:lnTo>
                      <a:pt x="14953" y="234294"/>
                    </a:lnTo>
                    <a:lnTo>
                      <a:pt x="87857" y="181009"/>
                    </a:lnTo>
                    <a:cubicBezTo>
                      <a:pt x="91564" y="178531"/>
                      <a:pt x="94036" y="178531"/>
                      <a:pt x="96507" y="181009"/>
                    </a:cubicBezTo>
                    <a:lnTo>
                      <a:pt x="166940" y="234294"/>
                    </a:lnTo>
                    <a:lnTo>
                      <a:pt x="166940" y="14958"/>
                    </a:lnTo>
                    <a:close/>
                    <a:moveTo>
                      <a:pt x="7424" y="0"/>
                    </a:moveTo>
                    <a:lnTo>
                      <a:pt x="174454" y="0"/>
                    </a:lnTo>
                    <a:cubicBezTo>
                      <a:pt x="178165" y="0"/>
                      <a:pt x="180640" y="2480"/>
                      <a:pt x="180640" y="7441"/>
                    </a:cubicBezTo>
                    <a:lnTo>
                      <a:pt x="180640" y="249282"/>
                    </a:lnTo>
                    <a:cubicBezTo>
                      <a:pt x="180640" y="251762"/>
                      <a:pt x="179403" y="254243"/>
                      <a:pt x="176928" y="255483"/>
                    </a:cubicBezTo>
                    <a:cubicBezTo>
                      <a:pt x="174454" y="256723"/>
                      <a:pt x="171979" y="256723"/>
                      <a:pt x="169505" y="255483"/>
                    </a:cubicBezTo>
                    <a:lnTo>
                      <a:pt x="92795" y="195953"/>
                    </a:lnTo>
                    <a:lnTo>
                      <a:pt x="12373" y="255483"/>
                    </a:lnTo>
                    <a:cubicBezTo>
                      <a:pt x="11135" y="255483"/>
                      <a:pt x="8661" y="256723"/>
                      <a:pt x="7424" y="256723"/>
                    </a:cubicBezTo>
                    <a:cubicBezTo>
                      <a:pt x="6186" y="256723"/>
                      <a:pt x="4949" y="255483"/>
                      <a:pt x="3712" y="255483"/>
                    </a:cubicBezTo>
                    <a:cubicBezTo>
                      <a:pt x="1237" y="254243"/>
                      <a:pt x="0" y="251762"/>
                      <a:pt x="0" y="249282"/>
                    </a:cubicBezTo>
                    <a:lnTo>
                      <a:pt x="0" y="7441"/>
                    </a:lnTo>
                    <a:cubicBezTo>
                      <a:pt x="0" y="2480"/>
                      <a:pt x="2475" y="0"/>
                      <a:pt x="74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8" name="Freeform 167">
                <a:extLst>
                  <a:ext uri="{FF2B5EF4-FFF2-40B4-BE49-F238E27FC236}">
                    <a16:creationId xmlns:a16="http://schemas.microsoft.com/office/drawing/2014/main" id="{79BBC275-8325-084D-A0B4-6D1A7D6AA386}"/>
                  </a:ext>
                </a:extLst>
              </p:cNvPr>
              <p:cNvSpPr/>
              <p:nvPr/>
            </p:nvSpPr>
            <p:spPr>
              <a:xfrm>
                <a:off x="9151589" y="10004726"/>
                <a:ext cx="166936" cy="2417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5" h="195">
                    <a:moveTo>
                      <a:pt x="135" y="195"/>
                    </a:moveTo>
                    <a:lnTo>
                      <a:pt x="69" y="144"/>
                    </a:lnTo>
                    <a:lnTo>
                      <a:pt x="0" y="195"/>
                    </a:lnTo>
                    <a:lnTo>
                      <a:pt x="0" y="0"/>
                    </a:lnTo>
                    <a:lnTo>
                      <a:pt x="135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65226C34-C6B5-D34F-BF8B-C98F54879C20}"/>
                  </a:ext>
                </a:extLst>
              </p:cNvPr>
              <p:cNvSpPr/>
              <p:nvPr/>
            </p:nvSpPr>
            <p:spPr>
              <a:xfrm>
                <a:off x="9788189" y="8670017"/>
                <a:ext cx="13704" cy="4935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397">
                    <a:moveTo>
                      <a:pt x="6" y="397"/>
                    </a:moveTo>
                    <a:cubicBezTo>
                      <a:pt x="3" y="397"/>
                      <a:pt x="0" y="394"/>
                      <a:pt x="0" y="391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lnTo>
                      <a:pt x="12" y="391"/>
                    </a:lnTo>
                    <a:cubicBezTo>
                      <a:pt x="12" y="394"/>
                      <a:pt x="10" y="397"/>
                      <a:pt x="6" y="39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2CDA7066-1429-5243-99DE-46B1ABACF792}"/>
                  </a:ext>
                </a:extLst>
              </p:cNvPr>
              <p:cNvSpPr/>
              <p:nvPr/>
            </p:nvSpPr>
            <p:spPr>
              <a:xfrm>
                <a:off x="9895324" y="9443922"/>
                <a:ext cx="13704" cy="563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453">
                    <a:moveTo>
                      <a:pt x="6" y="453"/>
                    </a:moveTo>
                    <a:cubicBezTo>
                      <a:pt x="3" y="453"/>
                      <a:pt x="0" y="451"/>
                      <a:pt x="0" y="447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lnTo>
                      <a:pt x="12" y="447"/>
                    </a:lnTo>
                    <a:cubicBezTo>
                      <a:pt x="12" y="451"/>
                      <a:pt x="10" y="453"/>
                      <a:pt x="6" y="45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1" name="Freeform 170">
                <a:extLst>
                  <a:ext uri="{FF2B5EF4-FFF2-40B4-BE49-F238E27FC236}">
                    <a16:creationId xmlns:a16="http://schemas.microsoft.com/office/drawing/2014/main" id="{393ECB15-EFCF-1544-8A40-F3562AB3B418}"/>
                  </a:ext>
                </a:extLst>
              </p:cNvPr>
              <p:cNvSpPr/>
              <p:nvPr/>
            </p:nvSpPr>
            <p:spPr>
              <a:xfrm>
                <a:off x="9788189" y="9522438"/>
                <a:ext cx="13704" cy="265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214">
                    <a:moveTo>
                      <a:pt x="6" y="214"/>
                    </a:moveTo>
                    <a:cubicBezTo>
                      <a:pt x="3" y="214"/>
                      <a:pt x="0" y="211"/>
                      <a:pt x="0" y="207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lnTo>
                      <a:pt x="12" y="207"/>
                    </a:lnTo>
                    <a:cubicBezTo>
                      <a:pt x="12" y="211"/>
                      <a:pt x="10" y="214"/>
                      <a:pt x="6" y="2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2" name="Freeform 171">
                <a:extLst>
                  <a:ext uri="{FF2B5EF4-FFF2-40B4-BE49-F238E27FC236}">
                    <a16:creationId xmlns:a16="http://schemas.microsoft.com/office/drawing/2014/main" id="{1D842E31-A77A-414A-9BAE-FAC1915168B1}"/>
                  </a:ext>
                </a:extLst>
              </p:cNvPr>
              <p:cNvSpPr/>
              <p:nvPr/>
            </p:nvSpPr>
            <p:spPr>
              <a:xfrm>
                <a:off x="9895324" y="8805856"/>
                <a:ext cx="13704" cy="2716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219">
                    <a:moveTo>
                      <a:pt x="6" y="219"/>
                    </a:moveTo>
                    <a:cubicBezTo>
                      <a:pt x="3" y="219"/>
                      <a:pt x="0" y="216"/>
                      <a:pt x="0" y="212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lnTo>
                      <a:pt x="12" y="212"/>
                    </a:lnTo>
                    <a:cubicBezTo>
                      <a:pt x="12" y="216"/>
                      <a:pt x="10" y="219"/>
                      <a:pt x="6" y="2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16F54BC0-E7D1-BC4E-A585-A9B66E590EE1}"/>
                  </a:ext>
                </a:extLst>
              </p:cNvPr>
              <p:cNvSpPr/>
              <p:nvPr/>
            </p:nvSpPr>
            <p:spPr>
              <a:xfrm>
                <a:off x="10934314" y="8991545"/>
                <a:ext cx="891987" cy="11328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7" h="910">
                    <a:moveTo>
                      <a:pt x="645" y="910"/>
                    </a:moveTo>
                    <a:lnTo>
                      <a:pt x="359" y="910"/>
                    </a:lnTo>
                    <a:lnTo>
                      <a:pt x="73" y="910"/>
                    </a:lnTo>
                    <a:cubicBezTo>
                      <a:pt x="53" y="910"/>
                      <a:pt x="34" y="902"/>
                      <a:pt x="22" y="890"/>
                    </a:cubicBezTo>
                    <a:cubicBezTo>
                      <a:pt x="8" y="876"/>
                      <a:pt x="0" y="859"/>
                      <a:pt x="0" y="838"/>
                    </a:cubicBezTo>
                    <a:lnTo>
                      <a:pt x="0" y="456"/>
                    </a:lnTo>
                    <a:lnTo>
                      <a:pt x="0" y="73"/>
                    </a:lnTo>
                    <a:cubicBezTo>
                      <a:pt x="0" y="52"/>
                      <a:pt x="8" y="35"/>
                      <a:pt x="22" y="21"/>
                    </a:cubicBezTo>
                    <a:cubicBezTo>
                      <a:pt x="34" y="8"/>
                      <a:pt x="53" y="0"/>
                      <a:pt x="73" y="0"/>
                    </a:cubicBezTo>
                    <a:lnTo>
                      <a:pt x="359" y="0"/>
                    </a:lnTo>
                    <a:lnTo>
                      <a:pt x="645" y="0"/>
                    </a:lnTo>
                    <a:cubicBezTo>
                      <a:pt x="664" y="0"/>
                      <a:pt x="683" y="8"/>
                      <a:pt x="696" y="21"/>
                    </a:cubicBezTo>
                    <a:cubicBezTo>
                      <a:pt x="709" y="35"/>
                      <a:pt x="717" y="52"/>
                      <a:pt x="717" y="73"/>
                    </a:cubicBezTo>
                    <a:lnTo>
                      <a:pt x="717" y="456"/>
                    </a:lnTo>
                    <a:lnTo>
                      <a:pt x="717" y="838"/>
                    </a:lnTo>
                    <a:cubicBezTo>
                      <a:pt x="717" y="859"/>
                      <a:pt x="709" y="876"/>
                      <a:pt x="696" y="890"/>
                    </a:cubicBezTo>
                    <a:cubicBezTo>
                      <a:pt x="683" y="902"/>
                      <a:pt x="664" y="910"/>
                      <a:pt x="645" y="91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6EF2A6F0-768E-AC4F-928D-FF90BE7DEBB7}"/>
                  </a:ext>
                </a:extLst>
              </p:cNvPr>
              <p:cNvSpPr/>
              <p:nvPr/>
            </p:nvSpPr>
            <p:spPr>
              <a:xfrm>
                <a:off x="10926843" y="8984067"/>
                <a:ext cx="906936" cy="1149023"/>
              </a:xfrm>
              <a:custGeom>
                <a:avLst/>
                <a:gdLst>
                  <a:gd name="connsiteX0" fmla="*/ 98296 w 906936"/>
                  <a:gd name="connsiteY0" fmla="*/ 16201 h 1149023"/>
                  <a:gd name="connsiteX1" fmla="*/ 39826 w 906936"/>
                  <a:gd name="connsiteY1" fmla="*/ 39853 h 1149023"/>
                  <a:gd name="connsiteX2" fmla="*/ 14946 w 906936"/>
                  <a:gd name="connsiteY2" fmla="*/ 98361 h 1149023"/>
                  <a:gd name="connsiteX3" fmla="*/ 14946 w 906936"/>
                  <a:gd name="connsiteY3" fmla="*/ 1050665 h 1149023"/>
                  <a:gd name="connsiteX4" fmla="*/ 39826 w 906936"/>
                  <a:gd name="connsiteY4" fmla="*/ 1109172 h 1149023"/>
                  <a:gd name="connsiteX5" fmla="*/ 98296 w 906936"/>
                  <a:gd name="connsiteY5" fmla="*/ 1134069 h 1149023"/>
                  <a:gd name="connsiteX6" fmla="*/ 809877 w 906936"/>
                  <a:gd name="connsiteY6" fmla="*/ 1134069 h 1149023"/>
                  <a:gd name="connsiteX7" fmla="*/ 867103 w 906936"/>
                  <a:gd name="connsiteY7" fmla="*/ 1109172 h 1149023"/>
                  <a:gd name="connsiteX8" fmla="*/ 891983 w 906936"/>
                  <a:gd name="connsiteY8" fmla="*/ 1050665 h 1149023"/>
                  <a:gd name="connsiteX9" fmla="*/ 891983 w 906936"/>
                  <a:gd name="connsiteY9" fmla="*/ 98361 h 1149023"/>
                  <a:gd name="connsiteX10" fmla="*/ 867103 w 906936"/>
                  <a:gd name="connsiteY10" fmla="*/ 39853 h 1149023"/>
                  <a:gd name="connsiteX11" fmla="*/ 809877 w 906936"/>
                  <a:gd name="connsiteY11" fmla="*/ 16201 h 1149023"/>
                  <a:gd name="connsiteX12" fmla="*/ 98283 w 906936"/>
                  <a:gd name="connsiteY12" fmla="*/ 0 h 1149023"/>
                  <a:gd name="connsiteX13" fmla="*/ 809898 w 906936"/>
                  <a:gd name="connsiteY13" fmla="*/ 0 h 1149023"/>
                  <a:gd name="connsiteX14" fmla="*/ 878322 w 906936"/>
                  <a:gd name="connsiteY14" fmla="*/ 28632 h 1149023"/>
                  <a:gd name="connsiteX15" fmla="*/ 906936 w 906936"/>
                  <a:gd name="connsiteY15" fmla="*/ 98345 h 1149023"/>
                  <a:gd name="connsiteX16" fmla="*/ 906936 w 906936"/>
                  <a:gd name="connsiteY16" fmla="*/ 1050678 h 1149023"/>
                  <a:gd name="connsiteX17" fmla="*/ 878322 w 906936"/>
                  <a:gd name="connsiteY17" fmla="*/ 1120391 h 1149023"/>
                  <a:gd name="connsiteX18" fmla="*/ 809898 w 906936"/>
                  <a:gd name="connsiteY18" fmla="*/ 1149023 h 1149023"/>
                  <a:gd name="connsiteX19" fmla="*/ 98283 w 906936"/>
                  <a:gd name="connsiteY19" fmla="*/ 1149023 h 1149023"/>
                  <a:gd name="connsiteX20" fmla="*/ 28614 w 906936"/>
                  <a:gd name="connsiteY20" fmla="*/ 1120391 h 1149023"/>
                  <a:gd name="connsiteX21" fmla="*/ 0 w 906936"/>
                  <a:gd name="connsiteY21" fmla="*/ 1050678 h 1149023"/>
                  <a:gd name="connsiteX22" fmla="*/ 0 w 906936"/>
                  <a:gd name="connsiteY22" fmla="*/ 98345 h 1149023"/>
                  <a:gd name="connsiteX23" fmla="*/ 28614 w 906936"/>
                  <a:gd name="connsiteY23" fmla="*/ 28632 h 1149023"/>
                  <a:gd name="connsiteX24" fmla="*/ 98283 w 906936"/>
                  <a:gd name="connsiteY24" fmla="*/ 0 h 1149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06936" h="1149023">
                    <a:moveTo>
                      <a:pt x="98296" y="16201"/>
                    </a:moveTo>
                    <a:cubicBezTo>
                      <a:pt x="75903" y="16201"/>
                      <a:pt x="54755" y="23670"/>
                      <a:pt x="39826" y="39853"/>
                    </a:cubicBezTo>
                    <a:cubicBezTo>
                      <a:pt x="23654" y="54791"/>
                      <a:pt x="14946" y="75953"/>
                      <a:pt x="14946" y="98361"/>
                    </a:cubicBezTo>
                    <a:lnTo>
                      <a:pt x="14946" y="1050665"/>
                    </a:lnTo>
                    <a:cubicBezTo>
                      <a:pt x="14946" y="1073072"/>
                      <a:pt x="23654" y="1092989"/>
                      <a:pt x="39826" y="1109172"/>
                    </a:cubicBezTo>
                    <a:cubicBezTo>
                      <a:pt x="54755" y="1125355"/>
                      <a:pt x="75903" y="1134069"/>
                      <a:pt x="98296" y="1134069"/>
                    </a:cubicBezTo>
                    <a:lnTo>
                      <a:pt x="809877" y="1134069"/>
                    </a:lnTo>
                    <a:cubicBezTo>
                      <a:pt x="832270" y="1134069"/>
                      <a:pt x="852174" y="1125355"/>
                      <a:pt x="867103" y="1109172"/>
                    </a:cubicBezTo>
                    <a:cubicBezTo>
                      <a:pt x="883275" y="1092989"/>
                      <a:pt x="891983" y="1073072"/>
                      <a:pt x="891983" y="1050665"/>
                    </a:cubicBezTo>
                    <a:lnTo>
                      <a:pt x="891983" y="98361"/>
                    </a:lnTo>
                    <a:cubicBezTo>
                      <a:pt x="891983" y="75953"/>
                      <a:pt x="883275" y="54791"/>
                      <a:pt x="867103" y="39853"/>
                    </a:cubicBezTo>
                    <a:cubicBezTo>
                      <a:pt x="852174" y="23670"/>
                      <a:pt x="832270" y="16201"/>
                      <a:pt x="809877" y="16201"/>
                    </a:cubicBezTo>
                    <a:close/>
                    <a:moveTo>
                      <a:pt x="98283" y="0"/>
                    </a:moveTo>
                    <a:lnTo>
                      <a:pt x="809898" y="0"/>
                    </a:lnTo>
                    <a:cubicBezTo>
                      <a:pt x="834779" y="0"/>
                      <a:pt x="859661" y="9959"/>
                      <a:pt x="878322" y="28632"/>
                    </a:cubicBezTo>
                    <a:cubicBezTo>
                      <a:pt x="896983" y="47305"/>
                      <a:pt x="906936" y="72203"/>
                      <a:pt x="906936" y="98345"/>
                    </a:cubicBezTo>
                    <a:lnTo>
                      <a:pt x="906936" y="1050678"/>
                    </a:lnTo>
                    <a:cubicBezTo>
                      <a:pt x="906936" y="1076820"/>
                      <a:pt x="896983" y="1101718"/>
                      <a:pt x="878322" y="1120391"/>
                    </a:cubicBezTo>
                    <a:cubicBezTo>
                      <a:pt x="859661" y="1139064"/>
                      <a:pt x="834779" y="1149023"/>
                      <a:pt x="809898" y="1149023"/>
                    </a:cubicBezTo>
                    <a:lnTo>
                      <a:pt x="98283" y="1149023"/>
                    </a:lnTo>
                    <a:cubicBezTo>
                      <a:pt x="72157" y="1149023"/>
                      <a:pt x="47275" y="1139064"/>
                      <a:pt x="28614" y="1120391"/>
                    </a:cubicBezTo>
                    <a:cubicBezTo>
                      <a:pt x="11197" y="1101718"/>
                      <a:pt x="0" y="1076820"/>
                      <a:pt x="0" y="1050678"/>
                    </a:cubicBezTo>
                    <a:lnTo>
                      <a:pt x="0" y="98345"/>
                    </a:lnTo>
                    <a:cubicBezTo>
                      <a:pt x="0" y="72203"/>
                      <a:pt x="11197" y="47305"/>
                      <a:pt x="28614" y="28632"/>
                    </a:cubicBezTo>
                    <a:cubicBezTo>
                      <a:pt x="47275" y="9959"/>
                      <a:pt x="72157" y="0"/>
                      <a:pt x="982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3CC08603-2613-284D-81B0-D395E386669F}"/>
                  </a:ext>
                </a:extLst>
              </p:cNvPr>
              <p:cNvSpPr/>
              <p:nvPr/>
            </p:nvSpPr>
            <p:spPr>
              <a:xfrm>
                <a:off x="10934314" y="8991545"/>
                <a:ext cx="891987" cy="11328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7" h="910">
                    <a:moveTo>
                      <a:pt x="645" y="910"/>
                    </a:moveTo>
                    <a:lnTo>
                      <a:pt x="359" y="910"/>
                    </a:lnTo>
                    <a:lnTo>
                      <a:pt x="73" y="910"/>
                    </a:lnTo>
                    <a:cubicBezTo>
                      <a:pt x="53" y="910"/>
                      <a:pt x="34" y="902"/>
                      <a:pt x="22" y="890"/>
                    </a:cubicBezTo>
                    <a:cubicBezTo>
                      <a:pt x="8" y="876"/>
                      <a:pt x="0" y="859"/>
                      <a:pt x="0" y="838"/>
                    </a:cubicBezTo>
                    <a:lnTo>
                      <a:pt x="0" y="456"/>
                    </a:lnTo>
                    <a:lnTo>
                      <a:pt x="0" y="73"/>
                    </a:lnTo>
                    <a:cubicBezTo>
                      <a:pt x="0" y="52"/>
                      <a:pt x="8" y="35"/>
                      <a:pt x="22" y="21"/>
                    </a:cubicBezTo>
                    <a:cubicBezTo>
                      <a:pt x="34" y="8"/>
                      <a:pt x="53" y="0"/>
                      <a:pt x="73" y="0"/>
                    </a:cubicBezTo>
                    <a:lnTo>
                      <a:pt x="359" y="0"/>
                    </a:lnTo>
                    <a:lnTo>
                      <a:pt x="645" y="0"/>
                    </a:lnTo>
                    <a:cubicBezTo>
                      <a:pt x="664" y="0"/>
                      <a:pt x="683" y="8"/>
                      <a:pt x="696" y="21"/>
                    </a:cubicBezTo>
                    <a:cubicBezTo>
                      <a:pt x="709" y="35"/>
                      <a:pt x="717" y="52"/>
                      <a:pt x="717" y="73"/>
                    </a:cubicBezTo>
                    <a:lnTo>
                      <a:pt x="717" y="456"/>
                    </a:lnTo>
                    <a:lnTo>
                      <a:pt x="717" y="838"/>
                    </a:lnTo>
                    <a:cubicBezTo>
                      <a:pt x="717" y="859"/>
                      <a:pt x="709" y="876"/>
                      <a:pt x="696" y="890"/>
                    </a:cubicBezTo>
                    <a:cubicBezTo>
                      <a:pt x="683" y="902"/>
                      <a:pt x="664" y="910"/>
                      <a:pt x="645" y="91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1C2BE4F4-B3BA-4E4C-9114-763DFC675B1B}"/>
                  </a:ext>
                </a:extLst>
              </p:cNvPr>
              <p:cNvSpPr/>
              <p:nvPr/>
            </p:nvSpPr>
            <p:spPr>
              <a:xfrm>
                <a:off x="10736237" y="8792148"/>
                <a:ext cx="891987" cy="11328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7" h="910">
                    <a:moveTo>
                      <a:pt x="645" y="910"/>
                    </a:moveTo>
                    <a:lnTo>
                      <a:pt x="359" y="910"/>
                    </a:lnTo>
                    <a:lnTo>
                      <a:pt x="73" y="910"/>
                    </a:lnTo>
                    <a:cubicBezTo>
                      <a:pt x="53" y="910"/>
                      <a:pt x="35" y="902"/>
                      <a:pt x="22" y="889"/>
                    </a:cubicBezTo>
                    <a:cubicBezTo>
                      <a:pt x="9" y="876"/>
                      <a:pt x="0" y="858"/>
                      <a:pt x="0" y="838"/>
                    </a:cubicBezTo>
                    <a:lnTo>
                      <a:pt x="0" y="455"/>
                    </a:lnTo>
                    <a:lnTo>
                      <a:pt x="0" y="72"/>
                    </a:lnTo>
                    <a:cubicBezTo>
                      <a:pt x="0" y="52"/>
                      <a:pt x="9" y="34"/>
                      <a:pt x="22" y="21"/>
                    </a:cubicBezTo>
                    <a:cubicBezTo>
                      <a:pt x="35" y="8"/>
                      <a:pt x="53" y="0"/>
                      <a:pt x="73" y="0"/>
                    </a:cubicBezTo>
                    <a:lnTo>
                      <a:pt x="359" y="0"/>
                    </a:lnTo>
                    <a:lnTo>
                      <a:pt x="645" y="0"/>
                    </a:lnTo>
                    <a:cubicBezTo>
                      <a:pt x="664" y="0"/>
                      <a:pt x="683" y="8"/>
                      <a:pt x="696" y="21"/>
                    </a:cubicBezTo>
                    <a:cubicBezTo>
                      <a:pt x="709" y="34"/>
                      <a:pt x="717" y="52"/>
                      <a:pt x="717" y="72"/>
                    </a:cubicBezTo>
                    <a:lnTo>
                      <a:pt x="717" y="455"/>
                    </a:lnTo>
                    <a:lnTo>
                      <a:pt x="717" y="838"/>
                    </a:lnTo>
                    <a:cubicBezTo>
                      <a:pt x="717" y="858"/>
                      <a:pt x="709" y="876"/>
                      <a:pt x="696" y="889"/>
                    </a:cubicBezTo>
                    <a:cubicBezTo>
                      <a:pt x="683" y="902"/>
                      <a:pt x="664" y="910"/>
                      <a:pt x="645" y="91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FBA010F9-0AE5-3146-AAEB-F141757188E0}"/>
                  </a:ext>
                </a:extLst>
              </p:cNvPr>
              <p:cNvSpPr/>
              <p:nvPr/>
            </p:nvSpPr>
            <p:spPr>
              <a:xfrm>
                <a:off x="10728762" y="8783424"/>
                <a:ext cx="906936" cy="1149023"/>
              </a:xfrm>
              <a:custGeom>
                <a:avLst/>
                <a:gdLst>
                  <a:gd name="connsiteX0" fmla="*/ 98299 w 906936"/>
                  <a:gd name="connsiteY0" fmla="*/ 16198 h 1149023"/>
                  <a:gd name="connsiteX1" fmla="*/ 39829 w 906936"/>
                  <a:gd name="connsiteY1" fmla="*/ 39850 h 1149023"/>
                  <a:gd name="connsiteX2" fmla="*/ 14949 w 906936"/>
                  <a:gd name="connsiteY2" fmla="*/ 98358 h 1149023"/>
                  <a:gd name="connsiteX3" fmla="*/ 14949 w 906936"/>
                  <a:gd name="connsiteY3" fmla="*/ 1051906 h 1149023"/>
                  <a:gd name="connsiteX4" fmla="*/ 39829 w 906936"/>
                  <a:gd name="connsiteY4" fmla="*/ 1109169 h 1149023"/>
                  <a:gd name="connsiteX5" fmla="*/ 98299 w 906936"/>
                  <a:gd name="connsiteY5" fmla="*/ 1134066 h 1149023"/>
                  <a:gd name="connsiteX6" fmla="*/ 809880 w 906936"/>
                  <a:gd name="connsiteY6" fmla="*/ 1134066 h 1149023"/>
                  <a:gd name="connsiteX7" fmla="*/ 867106 w 906936"/>
                  <a:gd name="connsiteY7" fmla="*/ 1109169 h 1149023"/>
                  <a:gd name="connsiteX8" fmla="*/ 891986 w 906936"/>
                  <a:gd name="connsiteY8" fmla="*/ 1051906 h 1149023"/>
                  <a:gd name="connsiteX9" fmla="*/ 891986 w 906936"/>
                  <a:gd name="connsiteY9" fmla="*/ 98358 h 1149023"/>
                  <a:gd name="connsiteX10" fmla="*/ 867106 w 906936"/>
                  <a:gd name="connsiteY10" fmla="*/ 39850 h 1149023"/>
                  <a:gd name="connsiteX11" fmla="*/ 809880 w 906936"/>
                  <a:gd name="connsiteY11" fmla="*/ 16198 h 1149023"/>
                  <a:gd name="connsiteX12" fmla="*/ 98282 w 906936"/>
                  <a:gd name="connsiteY12" fmla="*/ 0 h 1149023"/>
                  <a:gd name="connsiteX13" fmla="*/ 809898 w 906936"/>
                  <a:gd name="connsiteY13" fmla="*/ 0 h 1149023"/>
                  <a:gd name="connsiteX14" fmla="*/ 878322 w 906936"/>
                  <a:gd name="connsiteY14" fmla="*/ 29877 h 1149023"/>
                  <a:gd name="connsiteX15" fmla="*/ 906936 w 906936"/>
                  <a:gd name="connsiteY15" fmla="*/ 98345 h 1149023"/>
                  <a:gd name="connsiteX16" fmla="*/ 906936 w 906936"/>
                  <a:gd name="connsiteY16" fmla="*/ 1051922 h 1149023"/>
                  <a:gd name="connsiteX17" fmla="*/ 878322 w 906936"/>
                  <a:gd name="connsiteY17" fmla="*/ 1120391 h 1149023"/>
                  <a:gd name="connsiteX18" fmla="*/ 809898 w 906936"/>
                  <a:gd name="connsiteY18" fmla="*/ 1149023 h 1149023"/>
                  <a:gd name="connsiteX19" fmla="*/ 98282 w 906936"/>
                  <a:gd name="connsiteY19" fmla="*/ 1149023 h 1149023"/>
                  <a:gd name="connsiteX20" fmla="*/ 28614 w 906936"/>
                  <a:gd name="connsiteY20" fmla="*/ 1120391 h 1149023"/>
                  <a:gd name="connsiteX21" fmla="*/ 0 w 906936"/>
                  <a:gd name="connsiteY21" fmla="*/ 1051922 h 1149023"/>
                  <a:gd name="connsiteX22" fmla="*/ 0 w 906936"/>
                  <a:gd name="connsiteY22" fmla="*/ 98345 h 1149023"/>
                  <a:gd name="connsiteX23" fmla="*/ 28614 w 906936"/>
                  <a:gd name="connsiteY23" fmla="*/ 29877 h 1149023"/>
                  <a:gd name="connsiteX24" fmla="*/ 98282 w 906936"/>
                  <a:gd name="connsiteY24" fmla="*/ 0 h 1149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906936" h="1149023">
                    <a:moveTo>
                      <a:pt x="98299" y="16198"/>
                    </a:moveTo>
                    <a:cubicBezTo>
                      <a:pt x="75906" y="16198"/>
                      <a:pt x="54758" y="24912"/>
                      <a:pt x="39829" y="39850"/>
                    </a:cubicBezTo>
                    <a:cubicBezTo>
                      <a:pt x="23657" y="54788"/>
                      <a:pt x="14949" y="77195"/>
                      <a:pt x="14949" y="98358"/>
                    </a:cubicBezTo>
                    <a:lnTo>
                      <a:pt x="14949" y="1051906"/>
                    </a:lnTo>
                    <a:cubicBezTo>
                      <a:pt x="14949" y="1074314"/>
                      <a:pt x="23657" y="1094231"/>
                      <a:pt x="39829" y="1109169"/>
                    </a:cubicBezTo>
                    <a:cubicBezTo>
                      <a:pt x="54758" y="1125352"/>
                      <a:pt x="75906" y="1134066"/>
                      <a:pt x="98299" y="1134066"/>
                    </a:cubicBezTo>
                    <a:lnTo>
                      <a:pt x="809880" y="1134066"/>
                    </a:lnTo>
                    <a:cubicBezTo>
                      <a:pt x="832273" y="1134066"/>
                      <a:pt x="852177" y="1125352"/>
                      <a:pt x="867106" y="1109169"/>
                    </a:cubicBezTo>
                    <a:cubicBezTo>
                      <a:pt x="883278" y="1094231"/>
                      <a:pt x="891986" y="1074314"/>
                      <a:pt x="891986" y="1051906"/>
                    </a:cubicBezTo>
                    <a:lnTo>
                      <a:pt x="891986" y="98358"/>
                    </a:lnTo>
                    <a:cubicBezTo>
                      <a:pt x="891986" y="77195"/>
                      <a:pt x="883278" y="54788"/>
                      <a:pt x="867106" y="39850"/>
                    </a:cubicBezTo>
                    <a:cubicBezTo>
                      <a:pt x="852177" y="24912"/>
                      <a:pt x="832273" y="16198"/>
                      <a:pt x="809880" y="16198"/>
                    </a:cubicBezTo>
                    <a:close/>
                    <a:moveTo>
                      <a:pt x="98282" y="0"/>
                    </a:moveTo>
                    <a:lnTo>
                      <a:pt x="809898" y="0"/>
                    </a:lnTo>
                    <a:cubicBezTo>
                      <a:pt x="836023" y="0"/>
                      <a:pt x="859661" y="11204"/>
                      <a:pt x="878322" y="29877"/>
                    </a:cubicBezTo>
                    <a:cubicBezTo>
                      <a:pt x="896983" y="47305"/>
                      <a:pt x="906936" y="72203"/>
                      <a:pt x="906936" y="98345"/>
                    </a:cubicBezTo>
                    <a:lnTo>
                      <a:pt x="906936" y="1051922"/>
                    </a:lnTo>
                    <a:cubicBezTo>
                      <a:pt x="906936" y="1078065"/>
                      <a:pt x="896983" y="1101718"/>
                      <a:pt x="878322" y="1120391"/>
                    </a:cubicBezTo>
                    <a:cubicBezTo>
                      <a:pt x="859661" y="1139064"/>
                      <a:pt x="836023" y="1149023"/>
                      <a:pt x="809898" y="1149023"/>
                    </a:cubicBezTo>
                    <a:lnTo>
                      <a:pt x="98282" y="1149023"/>
                    </a:lnTo>
                    <a:cubicBezTo>
                      <a:pt x="72157" y="1149023"/>
                      <a:pt x="47275" y="1139064"/>
                      <a:pt x="28614" y="1120391"/>
                    </a:cubicBezTo>
                    <a:cubicBezTo>
                      <a:pt x="11197" y="1101718"/>
                      <a:pt x="0" y="1078065"/>
                      <a:pt x="0" y="1051922"/>
                    </a:cubicBezTo>
                    <a:lnTo>
                      <a:pt x="0" y="98345"/>
                    </a:lnTo>
                    <a:cubicBezTo>
                      <a:pt x="0" y="72203"/>
                      <a:pt x="11197" y="47305"/>
                      <a:pt x="28614" y="29877"/>
                    </a:cubicBezTo>
                    <a:cubicBezTo>
                      <a:pt x="47275" y="11204"/>
                      <a:pt x="72157" y="0"/>
                      <a:pt x="982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3E90D772-B236-FB43-A277-D2464529B50A}"/>
                  </a:ext>
                </a:extLst>
              </p:cNvPr>
              <p:cNvSpPr/>
              <p:nvPr/>
            </p:nvSpPr>
            <p:spPr>
              <a:xfrm>
                <a:off x="10921856" y="8992791"/>
                <a:ext cx="520741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9" h="12">
                    <a:moveTo>
                      <a:pt x="413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413" y="0"/>
                    </a:lnTo>
                    <a:cubicBezTo>
                      <a:pt x="417" y="0"/>
                      <a:pt x="419" y="3"/>
                      <a:pt x="419" y="6"/>
                    </a:cubicBezTo>
                    <a:cubicBezTo>
                      <a:pt x="419" y="10"/>
                      <a:pt x="417" y="12"/>
                      <a:pt x="41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3D7B01E9-1563-DB4D-BF82-5A7BE843CBEC}"/>
                  </a:ext>
                </a:extLst>
              </p:cNvPr>
              <p:cNvSpPr/>
              <p:nvPr/>
            </p:nvSpPr>
            <p:spPr>
              <a:xfrm>
                <a:off x="10921856" y="9172248"/>
                <a:ext cx="520741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9" h="12">
                    <a:moveTo>
                      <a:pt x="413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413" y="0"/>
                    </a:lnTo>
                    <a:cubicBezTo>
                      <a:pt x="417" y="0"/>
                      <a:pt x="419" y="3"/>
                      <a:pt x="419" y="6"/>
                    </a:cubicBezTo>
                    <a:cubicBezTo>
                      <a:pt x="419" y="9"/>
                      <a:pt x="417" y="12"/>
                      <a:pt x="41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C0A7172D-E8F0-E948-A5EE-0DED32B8F9F5}"/>
                  </a:ext>
                </a:extLst>
              </p:cNvPr>
              <p:cNvSpPr/>
              <p:nvPr/>
            </p:nvSpPr>
            <p:spPr>
              <a:xfrm>
                <a:off x="10921856" y="9351705"/>
                <a:ext cx="520741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9" h="12">
                    <a:moveTo>
                      <a:pt x="413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413" y="0"/>
                    </a:lnTo>
                    <a:cubicBezTo>
                      <a:pt x="417" y="0"/>
                      <a:pt x="419" y="2"/>
                      <a:pt x="419" y="6"/>
                    </a:cubicBezTo>
                    <a:cubicBezTo>
                      <a:pt x="419" y="9"/>
                      <a:pt x="417" y="12"/>
                      <a:pt x="41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A9279D02-81D5-144F-B109-4451F412CFA0}"/>
                  </a:ext>
                </a:extLst>
              </p:cNvPr>
              <p:cNvSpPr/>
              <p:nvPr/>
            </p:nvSpPr>
            <p:spPr>
              <a:xfrm>
                <a:off x="10921856" y="9531162"/>
                <a:ext cx="520741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9" h="12">
                    <a:moveTo>
                      <a:pt x="413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413" y="0"/>
                    </a:lnTo>
                    <a:cubicBezTo>
                      <a:pt x="417" y="0"/>
                      <a:pt x="419" y="2"/>
                      <a:pt x="419" y="6"/>
                    </a:cubicBezTo>
                    <a:cubicBezTo>
                      <a:pt x="419" y="9"/>
                      <a:pt x="417" y="12"/>
                      <a:pt x="41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71E480D2-888E-1F40-8564-9BF3494E8445}"/>
                  </a:ext>
                </a:extLst>
              </p:cNvPr>
              <p:cNvSpPr/>
              <p:nvPr/>
            </p:nvSpPr>
            <p:spPr>
              <a:xfrm>
                <a:off x="10921856" y="9710619"/>
                <a:ext cx="520741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9" h="12">
                    <a:moveTo>
                      <a:pt x="413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413" y="0"/>
                    </a:lnTo>
                    <a:cubicBezTo>
                      <a:pt x="417" y="0"/>
                      <a:pt x="419" y="2"/>
                      <a:pt x="419" y="6"/>
                    </a:cubicBezTo>
                    <a:cubicBezTo>
                      <a:pt x="419" y="9"/>
                      <a:pt x="417" y="12"/>
                      <a:pt x="41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49F00DC9-B4DC-F343-B799-AA85A3837913}"/>
                  </a:ext>
                </a:extLst>
              </p:cNvPr>
              <p:cNvSpPr/>
              <p:nvPr/>
            </p:nvSpPr>
            <p:spPr>
              <a:xfrm>
                <a:off x="12114082" y="8964128"/>
                <a:ext cx="249158" cy="248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1" h="200">
                    <a:moveTo>
                      <a:pt x="201" y="100"/>
                    </a:moveTo>
                    <a:cubicBezTo>
                      <a:pt x="201" y="155"/>
                      <a:pt x="156" y="200"/>
                      <a:pt x="101" y="200"/>
                    </a:cubicBezTo>
                    <a:cubicBezTo>
                      <a:pt x="45" y="200"/>
                      <a:pt x="0" y="155"/>
                      <a:pt x="0" y="100"/>
                    </a:cubicBezTo>
                    <a:cubicBezTo>
                      <a:pt x="0" y="45"/>
                      <a:pt x="45" y="0"/>
                      <a:pt x="101" y="0"/>
                    </a:cubicBezTo>
                    <a:cubicBezTo>
                      <a:pt x="156" y="0"/>
                      <a:pt x="201" y="45"/>
                      <a:pt x="201" y="1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89FB5008-E972-044A-8BC6-139DE0F02FD7}"/>
                  </a:ext>
                </a:extLst>
              </p:cNvPr>
              <p:cNvSpPr/>
              <p:nvPr/>
            </p:nvSpPr>
            <p:spPr>
              <a:xfrm>
                <a:off x="12106607" y="8956650"/>
                <a:ext cx="264108" cy="262954"/>
              </a:xfrm>
              <a:custGeom>
                <a:avLst/>
                <a:gdLst>
                  <a:gd name="connsiteX0" fmla="*/ 132673 w 264108"/>
                  <a:gd name="connsiteY0" fmla="*/ 14955 h 262954"/>
                  <a:gd name="connsiteX1" fmla="*/ 16192 w 264108"/>
                  <a:gd name="connsiteY1" fmla="*/ 131478 h 262954"/>
                  <a:gd name="connsiteX2" fmla="*/ 132673 w 264108"/>
                  <a:gd name="connsiteY2" fmla="*/ 248000 h 262954"/>
                  <a:gd name="connsiteX3" fmla="*/ 249155 w 264108"/>
                  <a:gd name="connsiteY3" fmla="*/ 131478 h 262954"/>
                  <a:gd name="connsiteX4" fmla="*/ 132673 w 264108"/>
                  <a:gd name="connsiteY4" fmla="*/ 14955 h 262954"/>
                  <a:gd name="connsiteX5" fmla="*/ 132674 w 264108"/>
                  <a:gd name="connsiteY5" fmla="*/ 0 h 262954"/>
                  <a:gd name="connsiteX6" fmla="*/ 264108 w 264108"/>
                  <a:gd name="connsiteY6" fmla="*/ 131477 h 262954"/>
                  <a:gd name="connsiteX7" fmla="*/ 132674 w 264108"/>
                  <a:gd name="connsiteY7" fmla="*/ 262954 h 262954"/>
                  <a:gd name="connsiteX8" fmla="*/ 0 w 264108"/>
                  <a:gd name="connsiteY8" fmla="*/ 131477 h 262954"/>
                  <a:gd name="connsiteX9" fmla="*/ 132674 w 264108"/>
                  <a:gd name="connsiteY9" fmla="*/ 0 h 262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4108" h="262954">
                    <a:moveTo>
                      <a:pt x="132673" y="14955"/>
                    </a:moveTo>
                    <a:cubicBezTo>
                      <a:pt x="68237" y="14955"/>
                      <a:pt x="16192" y="67018"/>
                      <a:pt x="16192" y="131478"/>
                    </a:cubicBezTo>
                    <a:cubicBezTo>
                      <a:pt x="16192" y="195937"/>
                      <a:pt x="68237" y="248000"/>
                      <a:pt x="132673" y="248000"/>
                    </a:cubicBezTo>
                    <a:cubicBezTo>
                      <a:pt x="197110" y="248000"/>
                      <a:pt x="249155" y="195937"/>
                      <a:pt x="249155" y="131478"/>
                    </a:cubicBezTo>
                    <a:cubicBezTo>
                      <a:pt x="249155" y="67018"/>
                      <a:pt x="197110" y="14955"/>
                      <a:pt x="132673" y="14955"/>
                    </a:cubicBezTo>
                    <a:close/>
                    <a:moveTo>
                      <a:pt x="132674" y="0"/>
                    </a:moveTo>
                    <a:cubicBezTo>
                      <a:pt x="205831" y="0"/>
                      <a:pt x="264108" y="58296"/>
                      <a:pt x="264108" y="131477"/>
                    </a:cubicBezTo>
                    <a:cubicBezTo>
                      <a:pt x="264108" y="204658"/>
                      <a:pt x="205831" y="262954"/>
                      <a:pt x="132674" y="262954"/>
                    </a:cubicBezTo>
                    <a:cubicBezTo>
                      <a:pt x="59517" y="262954"/>
                      <a:pt x="0" y="204658"/>
                      <a:pt x="0" y="131477"/>
                    </a:cubicBezTo>
                    <a:cubicBezTo>
                      <a:pt x="0" y="58296"/>
                      <a:pt x="59517" y="0"/>
                      <a:pt x="1326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C6DFE57E-55D4-7442-9D0A-024420B8B573}"/>
                  </a:ext>
                </a:extLst>
              </p:cNvPr>
              <p:cNvSpPr/>
              <p:nvPr/>
            </p:nvSpPr>
            <p:spPr>
              <a:xfrm>
                <a:off x="12106607" y="9350459"/>
                <a:ext cx="264108" cy="262954"/>
              </a:xfrm>
              <a:custGeom>
                <a:avLst/>
                <a:gdLst>
                  <a:gd name="connsiteX0" fmla="*/ 132673 w 264108"/>
                  <a:gd name="connsiteY0" fmla="*/ 14954 h 262954"/>
                  <a:gd name="connsiteX1" fmla="*/ 16192 w 264108"/>
                  <a:gd name="connsiteY1" fmla="*/ 131477 h 262954"/>
                  <a:gd name="connsiteX2" fmla="*/ 132673 w 264108"/>
                  <a:gd name="connsiteY2" fmla="*/ 247999 h 262954"/>
                  <a:gd name="connsiteX3" fmla="*/ 249155 w 264108"/>
                  <a:gd name="connsiteY3" fmla="*/ 131477 h 262954"/>
                  <a:gd name="connsiteX4" fmla="*/ 132673 w 264108"/>
                  <a:gd name="connsiteY4" fmla="*/ 14954 h 262954"/>
                  <a:gd name="connsiteX5" fmla="*/ 132674 w 264108"/>
                  <a:gd name="connsiteY5" fmla="*/ 0 h 262954"/>
                  <a:gd name="connsiteX6" fmla="*/ 264108 w 264108"/>
                  <a:gd name="connsiteY6" fmla="*/ 131477 h 262954"/>
                  <a:gd name="connsiteX7" fmla="*/ 132674 w 264108"/>
                  <a:gd name="connsiteY7" fmla="*/ 262954 h 262954"/>
                  <a:gd name="connsiteX8" fmla="*/ 0 w 264108"/>
                  <a:gd name="connsiteY8" fmla="*/ 131477 h 262954"/>
                  <a:gd name="connsiteX9" fmla="*/ 132674 w 264108"/>
                  <a:gd name="connsiteY9" fmla="*/ 0 h 262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4108" h="262954">
                    <a:moveTo>
                      <a:pt x="132673" y="14954"/>
                    </a:moveTo>
                    <a:cubicBezTo>
                      <a:pt x="68237" y="14954"/>
                      <a:pt x="16192" y="67017"/>
                      <a:pt x="16192" y="131477"/>
                    </a:cubicBezTo>
                    <a:cubicBezTo>
                      <a:pt x="16192" y="195936"/>
                      <a:pt x="68237" y="247999"/>
                      <a:pt x="132673" y="247999"/>
                    </a:cubicBezTo>
                    <a:cubicBezTo>
                      <a:pt x="197110" y="247999"/>
                      <a:pt x="249155" y="195936"/>
                      <a:pt x="249155" y="131477"/>
                    </a:cubicBezTo>
                    <a:cubicBezTo>
                      <a:pt x="249155" y="67017"/>
                      <a:pt x="197110" y="14954"/>
                      <a:pt x="132673" y="14954"/>
                    </a:cubicBezTo>
                    <a:close/>
                    <a:moveTo>
                      <a:pt x="132674" y="0"/>
                    </a:moveTo>
                    <a:cubicBezTo>
                      <a:pt x="205831" y="0"/>
                      <a:pt x="264108" y="59537"/>
                      <a:pt x="264108" y="131477"/>
                    </a:cubicBezTo>
                    <a:cubicBezTo>
                      <a:pt x="264108" y="203417"/>
                      <a:pt x="205831" y="262954"/>
                      <a:pt x="132674" y="262954"/>
                    </a:cubicBezTo>
                    <a:cubicBezTo>
                      <a:pt x="59517" y="262954"/>
                      <a:pt x="0" y="203417"/>
                      <a:pt x="0" y="131477"/>
                    </a:cubicBezTo>
                    <a:cubicBezTo>
                      <a:pt x="0" y="59537"/>
                      <a:pt x="59517" y="0"/>
                      <a:pt x="1326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E90611EE-F9A5-484F-B222-93A06CBF71CD}"/>
                  </a:ext>
                </a:extLst>
              </p:cNvPr>
              <p:cNvSpPr/>
              <p:nvPr/>
            </p:nvSpPr>
            <p:spPr>
              <a:xfrm>
                <a:off x="12114082" y="9751741"/>
                <a:ext cx="249158" cy="248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1" h="200">
                    <a:moveTo>
                      <a:pt x="201" y="100"/>
                    </a:moveTo>
                    <a:cubicBezTo>
                      <a:pt x="201" y="155"/>
                      <a:pt x="156" y="200"/>
                      <a:pt x="101" y="200"/>
                    </a:cubicBezTo>
                    <a:cubicBezTo>
                      <a:pt x="45" y="200"/>
                      <a:pt x="0" y="155"/>
                      <a:pt x="0" y="100"/>
                    </a:cubicBezTo>
                    <a:cubicBezTo>
                      <a:pt x="0" y="45"/>
                      <a:pt x="45" y="0"/>
                      <a:pt x="101" y="0"/>
                    </a:cubicBezTo>
                    <a:cubicBezTo>
                      <a:pt x="156" y="0"/>
                      <a:pt x="201" y="45"/>
                      <a:pt x="201" y="10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05638D9A-01F1-4C40-8997-29D402804724}"/>
                  </a:ext>
                </a:extLst>
              </p:cNvPr>
              <p:cNvSpPr/>
              <p:nvPr/>
            </p:nvSpPr>
            <p:spPr>
              <a:xfrm>
                <a:off x="12106607" y="9743017"/>
                <a:ext cx="264108" cy="264201"/>
              </a:xfrm>
              <a:custGeom>
                <a:avLst/>
                <a:gdLst>
                  <a:gd name="connsiteX0" fmla="*/ 132673 w 264108"/>
                  <a:gd name="connsiteY0" fmla="*/ 16201 h 264201"/>
                  <a:gd name="connsiteX1" fmla="*/ 16192 w 264108"/>
                  <a:gd name="connsiteY1" fmla="*/ 132723 h 264201"/>
                  <a:gd name="connsiteX2" fmla="*/ 132673 w 264108"/>
                  <a:gd name="connsiteY2" fmla="*/ 249246 h 264201"/>
                  <a:gd name="connsiteX3" fmla="*/ 249155 w 264108"/>
                  <a:gd name="connsiteY3" fmla="*/ 132723 h 264201"/>
                  <a:gd name="connsiteX4" fmla="*/ 132673 w 264108"/>
                  <a:gd name="connsiteY4" fmla="*/ 16201 h 264201"/>
                  <a:gd name="connsiteX5" fmla="*/ 132674 w 264108"/>
                  <a:gd name="connsiteY5" fmla="*/ 0 h 264201"/>
                  <a:gd name="connsiteX6" fmla="*/ 264108 w 264108"/>
                  <a:gd name="connsiteY6" fmla="*/ 132721 h 264201"/>
                  <a:gd name="connsiteX7" fmla="*/ 132674 w 264108"/>
                  <a:gd name="connsiteY7" fmla="*/ 264201 h 264201"/>
                  <a:gd name="connsiteX8" fmla="*/ 0 w 264108"/>
                  <a:gd name="connsiteY8" fmla="*/ 132721 h 264201"/>
                  <a:gd name="connsiteX9" fmla="*/ 132674 w 264108"/>
                  <a:gd name="connsiteY9" fmla="*/ 0 h 2642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4108" h="264201">
                    <a:moveTo>
                      <a:pt x="132673" y="16201"/>
                    </a:moveTo>
                    <a:cubicBezTo>
                      <a:pt x="68237" y="16201"/>
                      <a:pt x="16192" y="68264"/>
                      <a:pt x="16192" y="132723"/>
                    </a:cubicBezTo>
                    <a:cubicBezTo>
                      <a:pt x="16192" y="197183"/>
                      <a:pt x="68237" y="249246"/>
                      <a:pt x="132673" y="249246"/>
                    </a:cubicBezTo>
                    <a:cubicBezTo>
                      <a:pt x="197110" y="249246"/>
                      <a:pt x="249155" y="197183"/>
                      <a:pt x="249155" y="132723"/>
                    </a:cubicBezTo>
                    <a:cubicBezTo>
                      <a:pt x="249155" y="68264"/>
                      <a:pt x="197110" y="16201"/>
                      <a:pt x="132673" y="16201"/>
                    </a:cubicBezTo>
                    <a:close/>
                    <a:moveTo>
                      <a:pt x="132674" y="0"/>
                    </a:moveTo>
                    <a:cubicBezTo>
                      <a:pt x="205831" y="0"/>
                      <a:pt x="264108" y="59538"/>
                      <a:pt x="264108" y="132721"/>
                    </a:cubicBezTo>
                    <a:cubicBezTo>
                      <a:pt x="264108" y="204663"/>
                      <a:pt x="205831" y="264201"/>
                      <a:pt x="132674" y="264201"/>
                    </a:cubicBezTo>
                    <a:cubicBezTo>
                      <a:pt x="59517" y="264201"/>
                      <a:pt x="0" y="204663"/>
                      <a:pt x="0" y="132721"/>
                    </a:cubicBezTo>
                    <a:cubicBezTo>
                      <a:pt x="0" y="59538"/>
                      <a:pt x="59517" y="0"/>
                      <a:pt x="1326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04207C79-9035-0B4B-B10E-5C59E1A40946}"/>
                  </a:ext>
                </a:extLst>
              </p:cNvPr>
              <p:cNvSpPr/>
              <p:nvPr/>
            </p:nvSpPr>
            <p:spPr>
              <a:xfrm>
                <a:off x="12114082" y="9357936"/>
                <a:ext cx="249158" cy="2480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1" h="200">
                    <a:moveTo>
                      <a:pt x="201" y="100"/>
                    </a:moveTo>
                    <a:cubicBezTo>
                      <a:pt x="201" y="155"/>
                      <a:pt x="156" y="200"/>
                      <a:pt x="101" y="200"/>
                    </a:cubicBezTo>
                    <a:cubicBezTo>
                      <a:pt x="45" y="200"/>
                      <a:pt x="0" y="155"/>
                      <a:pt x="0" y="100"/>
                    </a:cubicBezTo>
                    <a:cubicBezTo>
                      <a:pt x="0" y="44"/>
                      <a:pt x="45" y="0"/>
                      <a:pt x="101" y="0"/>
                    </a:cubicBezTo>
                    <a:cubicBezTo>
                      <a:pt x="156" y="0"/>
                      <a:pt x="201" y="44"/>
                      <a:pt x="201" y="10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631B1B95-9428-0F4D-9570-7A7ABF8FF4A2}"/>
                  </a:ext>
                </a:extLst>
              </p:cNvPr>
              <p:cNvSpPr/>
              <p:nvPr/>
            </p:nvSpPr>
            <p:spPr>
              <a:xfrm>
                <a:off x="12177618" y="9830257"/>
                <a:ext cx="120842" cy="9471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" h="77">
                    <a:moveTo>
                      <a:pt x="27" y="77"/>
                    </a:moveTo>
                    <a:cubicBezTo>
                      <a:pt x="25" y="77"/>
                      <a:pt x="24" y="76"/>
                      <a:pt x="22" y="75"/>
                    </a:cubicBezTo>
                    <a:lnTo>
                      <a:pt x="2" y="54"/>
                    </a:lnTo>
                    <a:cubicBezTo>
                      <a:pt x="-1" y="51"/>
                      <a:pt x="-1" y="48"/>
                      <a:pt x="2" y="45"/>
                    </a:cubicBezTo>
                    <a:cubicBezTo>
                      <a:pt x="4" y="43"/>
                      <a:pt x="8" y="43"/>
                      <a:pt x="10" y="45"/>
                    </a:cubicBezTo>
                    <a:lnTo>
                      <a:pt x="27" y="62"/>
                    </a:lnTo>
                    <a:lnTo>
                      <a:pt x="87" y="1"/>
                    </a:lnTo>
                    <a:cubicBezTo>
                      <a:pt x="90" y="0"/>
                      <a:pt x="94" y="0"/>
                      <a:pt x="96" y="1"/>
                    </a:cubicBezTo>
                    <a:cubicBezTo>
                      <a:pt x="98" y="4"/>
                      <a:pt x="98" y="8"/>
                      <a:pt x="96" y="10"/>
                    </a:cubicBezTo>
                    <a:lnTo>
                      <a:pt x="31" y="75"/>
                    </a:lnTo>
                    <a:cubicBezTo>
                      <a:pt x="30" y="76"/>
                      <a:pt x="28" y="77"/>
                      <a:pt x="27" y="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B31B1CA1-4306-C34E-AA56-6743D7D0306A}"/>
                  </a:ext>
                </a:extLst>
              </p:cNvPr>
              <p:cNvSpPr/>
              <p:nvPr/>
            </p:nvSpPr>
            <p:spPr>
              <a:xfrm>
                <a:off x="12177618" y="9036405"/>
                <a:ext cx="120842" cy="9471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" h="77">
                    <a:moveTo>
                      <a:pt x="27" y="77"/>
                    </a:moveTo>
                    <a:cubicBezTo>
                      <a:pt x="25" y="77"/>
                      <a:pt x="24" y="76"/>
                      <a:pt x="22" y="75"/>
                    </a:cubicBezTo>
                    <a:lnTo>
                      <a:pt x="2" y="54"/>
                    </a:lnTo>
                    <a:cubicBezTo>
                      <a:pt x="-1" y="52"/>
                      <a:pt x="-1" y="48"/>
                      <a:pt x="2" y="46"/>
                    </a:cubicBezTo>
                    <a:cubicBezTo>
                      <a:pt x="4" y="43"/>
                      <a:pt x="8" y="43"/>
                      <a:pt x="10" y="46"/>
                    </a:cubicBezTo>
                    <a:lnTo>
                      <a:pt x="27" y="62"/>
                    </a:lnTo>
                    <a:lnTo>
                      <a:pt x="87" y="2"/>
                    </a:lnTo>
                    <a:cubicBezTo>
                      <a:pt x="90" y="-1"/>
                      <a:pt x="94" y="-1"/>
                      <a:pt x="96" y="2"/>
                    </a:cubicBezTo>
                    <a:cubicBezTo>
                      <a:pt x="98" y="4"/>
                      <a:pt x="98" y="8"/>
                      <a:pt x="96" y="10"/>
                    </a:cubicBezTo>
                    <a:lnTo>
                      <a:pt x="31" y="75"/>
                    </a:lnTo>
                    <a:cubicBezTo>
                      <a:pt x="30" y="76"/>
                      <a:pt x="28" y="77"/>
                      <a:pt x="27" y="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9FDC15F-FEFE-FD46-8911-CC09474331F2}"/>
                </a:ext>
              </a:extLst>
            </p:cNvPr>
            <p:cNvGrpSpPr/>
            <p:nvPr/>
          </p:nvGrpSpPr>
          <p:grpSpPr>
            <a:xfrm>
              <a:off x="7828559" y="10774899"/>
              <a:ext cx="3434481" cy="2198349"/>
              <a:chOff x="7828559" y="10774899"/>
              <a:chExt cx="3434481" cy="2198349"/>
            </a:xfrm>
          </p:grpSpPr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2F89F4FA-85B9-F746-AAC2-2EB730CB6D34}"/>
                  </a:ext>
                </a:extLst>
              </p:cNvPr>
              <p:cNvSpPr/>
              <p:nvPr/>
            </p:nvSpPr>
            <p:spPr>
              <a:xfrm>
                <a:off x="8772865" y="10847180"/>
                <a:ext cx="1047711" cy="13745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2" h="1104">
                    <a:moveTo>
                      <a:pt x="624" y="96"/>
                    </a:moveTo>
                    <a:cubicBezTo>
                      <a:pt x="531" y="-51"/>
                      <a:pt x="279" y="-19"/>
                      <a:pt x="123" y="122"/>
                    </a:cubicBezTo>
                    <a:cubicBezTo>
                      <a:pt x="-32" y="263"/>
                      <a:pt x="-36" y="484"/>
                      <a:pt x="83" y="657"/>
                    </a:cubicBezTo>
                    <a:cubicBezTo>
                      <a:pt x="119" y="708"/>
                      <a:pt x="165" y="748"/>
                      <a:pt x="217" y="777"/>
                    </a:cubicBezTo>
                    <a:lnTo>
                      <a:pt x="117" y="1104"/>
                    </a:lnTo>
                    <a:lnTo>
                      <a:pt x="510" y="1104"/>
                    </a:lnTo>
                    <a:lnTo>
                      <a:pt x="589" y="844"/>
                    </a:lnTo>
                    <a:cubicBezTo>
                      <a:pt x="726" y="834"/>
                      <a:pt x="802" y="785"/>
                      <a:pt x="831" y="721"/>
                    </a:cubicBezTo>
                    <a:cubicBezTo>
                      <a:pt x="887" y="603"/>
                      <a:pt x="717" y="243"/>
                      <a:pt x="624" y="9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68E38396-9645-6B49-B100-25AC56374507}"/>
                  </a:ext>
                </a:extLst>
              </p:cNvPr>
              <p:cNvSpPr/>
              <p:nvPr/>
            </p:nvSpPr>
            <p:spPr>
              <a:xfrm>
                <a:off x="8766573" y="10839645"/>
                <a:ext cx="1063375" cy="1388356"/>
              </a:xfrm>
              <a:custGeom>
                <a:avLst/>
                <a:gdLst>
                  <a:gd name="connsiteX0" fmla="*/ 481062 w 1063375"/>
                  <a:gd name="connsiteY0" fmla="*/ 18591 h 1388356"/>
                  <a:gd name="connsiteX1" fmla="*/ 165576 w 1063375"/>
                  <a:gd name="connsiteY1" fmla="*/ 165667 h 1388356"/>
                  <a:gd name="connsiteX2" fmla="*/ 117048 w 1063375"/>
                  <a:gd name="connsiteY2" fmla="*/ 820583 h 1388356"/>
                  <a:gd name="connsiteX3" fmla="*/ 280051 w 1063375"/>
                  <a:gd name="connsiteY3" fmla="*/ 968748 h 1388356"/>
                  <a:gd name="connsiteX4" fmla="*/ 283783 w 1063375"/>
                  <a:gd name="connsiteY4" fmla="*/ 977464 h 1388356"/>
                  <a:gd name="connsiteX5" fmla="*/ 161843 w 1063375"/>
                  <a:gd name="connsiteY5" fmla="*/ 1374647 h 1388356"/>
                  <a:gd name="connsiteX6" fmla="*/ 634674 w 1063375"/>
                  <a:gd name="connsiteY6" fmla="*/ 1374647 h 1388356"/>
                  <a:gd name="connsiteX7" fmla="*/ 732973 w 1063375"/>
                  <a:gd name="connsiteY7" fmla="*/ 1055904 h 1388356"/>
                  <a:gd name="connsiteX8" fmla="*/ 739194 w 1063375"/>
                  <a:gd name="connsiteY8" fmla="*/ 1050924 h 1388356"/>
                  <a:gd name="connsiteX9" fmla="*/ 1034092 w 1063375"/>
                  <a:gd name="connsiteY9" fmla="*/ 902759 h 1388356"/>
                  <a:gd name="connsiteX10" fmla="*/ 776523 w 1063375"/>
                  <a:gd name="connsiteY10" fmla="*/ 132049 h 1388356"/>
                  <a:gd name="connsiteX11" fmla="*/ 588635 w 1063375"/>
                  <a:gd name="connsiteY11" fmla="*/ 18746 h 1388356"/>
                  <a:gd name="connsiteX12" fmla="*/ 481062 w 1063375"/>
                  <a:gd name="connsiteY12" fmla="*/ 18591 h 1388356"/>
                  <a:gd name="connsiteX13" fmla="*/ 480572 w 1063375"/>
                  <a:gd name="connsiteY13" fmla="*/ 3345 h 1388356"/>
                  <a:gd name="connsiteX14" fmla="*/ 591123 w 1063375"/>
                  <a:gd name="connsiteY14" fmla="*/ 3792 h 1388356"/>
                  <a:gd name="connsiteX15" fmla="*/ 790216 w 1063375"/>
                  <a:gd name="connsiteY15" fmla="*/ 123323 h 1388356"/>
                  <a:gd name="connsiteX16" fmla="*/ 1049038 w 1063375"/>
                  <a:gd name="connsiteY16" fmla="*/ 907743 h 1388356"/>
                  <a:gd name="connsiteX17" fmla="*/ 746665 w 1063375"/>
                  <a:gd name="connsiteY17" fmla="*/ 1064627 h 1388356"/>
                  <a:gd name="connsiteX18" fmla="*/ 648362 w 1063375"/>
                  <a:gd name="connsiteY18" fmla="*/ 1383376 h 1388356"/>
                  <a:gd name="connsiteX19" fmla="*/ 642141 w 1063375"/>
                  <a:gd name="connsiteY19" fmla="*/ 1388356 h 1388356"/>
                  <a:gd name="connsiteX20" fmla="*/ 153117 w 1063375"/>
                  <a:gd name="connsiteY20" fmla="*/ 1388356 h 1388356"/>
                  <a:gd name="connsiteX21" fmla="*/ 146895 w 1063375"/>
                  <a:gd name="connsiteY21" fmla="*/ 1385866 h 1388356"/>
                  <a:gd name="connsiteX22" fmla="*/ 145651 w 1063375"/>
                  <a:gd name="connsiteY22" fmla="*/ 1379640 h 1388356"/>
                  <a:gd name="connsiteX23" fmla="*/ 268840 w 1063375"/>
                  <a:gd name="connsiteY23" fmla="*/ 978714 h 1388356"/>
                  <a:gd name="connsiteX24" fmla="*/ 104588 w 1063375"/>
                  <a:gd name="connsiteY24" fmla="*/ 829301 h 1388356"/>
                  <a:gd name="connsiteX25" fmla="*/ 156850 w 1063375"/>
                  <a:gd name="connsiteY25" fmla="*/ 154451 h 1388356"/>
                  <a:gd name="connsiteX26" fmla="*/ 480572 w 1063375"/>
                  <a:gd name="connsiteY26" fmla="*/ 3345 h 13883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063375" h="1388356">
                    <a:moveTo>
                      <a:pt x="481062" y="18591"/>
                    </a:moveTo>
                    <a:cubicBezTo>
                      <a:pt x="370651" y="31898"/>
                      <a:pt x="255165" y="84425"/>
                      <a:pt x="165576" y="165667"/>
                    </a:cubicBezTo>
                    <a:cubicBezTo>
                      <a:pt x="-17335" y="330018"/>
                      <a:pt x="-37244" y="598957"/>
                      <a:pt x="117048" y="820583"/>
                    </a:cubicBezTo>
                    <a:cubicBezTo>
                      <a:pt x="158110" y="880347"/>
                      <a:pt x="212859" y="930151"/>
                      <a:pt x="280051" y="968748"/>
                    </a:cubicBezTo>
                    <a:cubicBezTo>
                      <a:pt x="282539" y="969993"/>
                      <a:pt x="285028" y="973729"/>
                      <a:pt x="283783" y="977464"/>
                    </a:cubicBezTo>
                    <a:lnTo>
                      <a:pt x="161843" y="1374647"/>
                    </a:lnTo>
                    <a:lnTo>
                      <a:pt x="634674" y="1374647"/>
                    </a:lnTo>
                    <a:lnTo>
                      <a:pt x="732973" y="1055904"/>
                    </a:lnTo>
                    <a:cubicBezTo>
                      <a:pt x="732973" y="1053414"/>
                      <a:pt x="736706" y="1050924"/>
                      <a:pt x="739194" y="1050924"/>
                    </a:cubicBezTo>
                    <a:cubicBezTo>
                      <a:pt x="932060" y="1037228"/>
                      <a:pt x="1005473" y="962523"/>
                      <a:pt x="1034092" y="902759"/>
                    </a:cubicBezTo>
                    <a:cubicBezTo>
                      <a:pt x="1100039" y="764554"/>
                      <a:pt x="903441" y="333754"/>
                      <a:pt x="776523" y="132049"/>
                    </a:cubicBezTo>
                    <a:cubicBezTo>
                      <a:pt x="736706" y="68550"/>
                      <a:pt x="672003" y="29952"/>
                      <a:pt x="588635" y="18746"/>
                    </a:cubicBezTo>
                    <a:cubicBezTo>
                      <a:pt x="554106" y="14077"/>
                      <a:pt x="517866" y="14155"/>
                      <a:pt x="481062" y="18591"/>
                    </a:cubicBezTo>
                    <a:close/>
                    <a:moveTo>
                      <a:pt x="480572" y="3345"/>
                    </a:moveTo>
                    <a:cubicBezTo>
                      <a:pt x="518407" y="-1188"/>
                      <a:pt x="555660" y="-1188"/>
                      <a:pt x="591123" y="3792"/>
                    </a:cubicBezTo>
                    <a:cubicBezTo>
                      <a:pt x="679471" y="16243"/>
                      <a:pt x="747909" y="57332"/>
                      <a:pt x="790216" y="123323"/>
                    </a:cubicBezTo>
                    <a:cubicBezTo>
                      <a:pt x="910917" y="316315"/>
                      <a:pt x="1119965" y="759575"/>
                      <a:pt x="1049038" y="907743"/>
                    </a:cubicBezTo>
                    <a:cubicBezTo>
                      <a:pt x="1019174" y="972489"/>
                      <a:pt x="942025" y="1050931"/>
                      <a:pt x="746665" y="1064627"/>
                    </a:cubicBezTo>
                    <a:lnTo>
                      <a:pt x="648362" y="1383376"/>
                    </a:lnTo>
                    <a:cubicBezTo>
                      <a:pt x="648362" y="1387111"/>
                      <a:pt x="644629" y="1388356"/>
                      <a:pt x="642141" y="1388356"/>
                    </a:cubicBezTo>
                    <a:lnTo>
                      <a:pt x="153117" y="1388356"/>
                    </a:lnTo>
                    <a:cubicBezTo>
                      <a:pt x="150628" y="1388356"/>
                      <a:pt x="148140" y="1388356"/>
                      <a:pt x="146895" y="1385866"/>
                    </a:cubicBezTo>
                    <a:cubicBezTo>
                      <a:pt x="145651" y="1384621"/>
                      <a:pt x="144407" y="1382130"/>
                      <a:pt x="145651" y="1379640"/>
                    </a:cubicBezTo>
                    <a:lnTo>
                      <a:pt x="268840" y="978714"/>
                    </a:lnTo>
                    <a:cubicBezTo>
                      <a:pt x="201646" y="940116"/>
                      <a:pt x="146895" y="890312"/>
                      <a:pt x="104588" y="829301"/>
                    </a:cubicBezTo>
                    <a:cubicBezTo>
                      <a:pt x="-52198" y="601446"/>
                      <a:pt x="-31044" y="323786"/>
                      <a:pt x="156850" y="154451"/>
                    </a:cubicBezTo>
                    <a:cubicBezTo>
                      <a:pt x="248309" y="71340"/>
                      <a:pt x="367065" y="16944"/>
                      <a:pt x="480572" y="334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9" name="Freeform 198">
                <a:extLst>
                  <a:ext uri="{FF2B5EF4-FFF2-40B4-BE49-F238E27FC236}">
                    <a16:creationId xmlns:a16="http://schemas.microsoft.com/office/drawing/2014/main" id="{B2D5C825-10CA-CF48-B19F-93D82C69D1EF}"/>
                  </a:ext>
                </a:extLst>
              </p:cNvPr>
              <p:cNvSpPr/>
              <p:nvPr/>
            </p:nvSpPr>
            <p:spPr>
              <a:xfrm>
                <a:off x="7836033" y="12026113"/>
                <a:ext cx="3168048" cy="9371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44" h="753">
                    <a:moveTo>
                      <a:pt x="0" y="753"/>
                    </a:moveTo>
                    <a:lnTo>
                      <a:pt x="2187" y="753"/>
                    </a:lnTo>
                    <a:lnTo>
                      <a:pt x="2544" y="167"/>
                    </a:lnTo>
                    <a:lnTo>
                      <a:pt x="2280" y="0"/>
                    </a:lnTo>
                    <a:lnTo>
                      <a:pt x="1735" y="636"/>
                    </a:lnTo>
                    <a:cubicBezTo>
                      <a:pt x="1735" y="636"/>
                      <a:pt x="1698" y="236"/>
                      <a:pt x="1547" y="157"/>
                    </a:cubicBezTo>
                    <a:cubicBezTo>
                      <a:pt x="1432" y="97"/>
                      <a:pt x="621" y="20"/>
                      <a:pt x="405" y="147"/>
                    </a:cubicBezTo>
                    <a:cubicBezTo>
                      <a:pt x="221" y="255"/>
                      <a:pt x="0" y="753"/>
                      <a:pt x="0" y="75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881323CB-3A0A-364C-BA3E-759FD214E28F}"/>
                  </a:ext>
                </a:extLst>
              </p:cNvPr>
              <p:cNvSpPr/>
              <p:nvPr/>
            </p:nvSpPr>
            <p:spPr>
              <a:xfrm>
                <a:off x="7828559" y="12019136"/>
                <a:ext cx="3183654" cy="954112"/>
              </a:xfrm>
              <a:custGeom>
                <a:avLst/>
                <a:gdLst>
                  <a:gd name="connsiteX0" fmla="*/ 2848005 w 3183654"/>
                  <a:gd name="connsiteY0" fmla="*/ 15701 h 954112"/>
                  <a:gd name="connsiteX1" fmla="*/ 2174299 w 3183654"/>
                  <a:gd name="connsiteY1" fmla="*/ 803498 h 954112"/>
                  <a:gd name="connsiteX2" fmla="*/ 2165581 w 3183654"/>
                  <a:gd name="connsiteY2" fmla="*/ 805987 h 954112"/>
                  <a:gd name="connsiteX3" fmla="*/ 2160600 w 3183654"/>
                  <a:gd name="connsiteY3" fmla="*/ 799764 h 954112"/>
                  <a:gd name="connsiteX4" fmla="*/ 1930220 w 3183654"/>
                  <a:gd name="connsiteY4" fmla="*/ 208605 h 954112"/>
                  <a:gd name="connsiteX5" fmla="*/ 1268966 w 3183654"/>
                  <a:gd name="connsiteY5" fmla="*/ 115265 h 954112"/>
                  <a:gd name="connsiteX6" fmla="*/ 515561 w 3183654"/>
                  <a:gd name="connsiteY6" fmla="*/ 196160 h 954112"/>
                  <a:gd name="connsiteX7" fmla="*/ 19932 w 3183654"/>
                  <a:gd name="connsiteY7" fmla="*/ 936664 h 954112"/>
                  <a:gd name="connsiteX8" fmla="*/ 2727211 w 3183654"/>
                  <a:gd name="connsiteY8" fmla="*/ 936664 h 954112"/>
                  <a:gd name="connsiteX9" fmla="*/ 3165556 w 3183654"/>
                  <a:gd name="connsiteY9" fmla="*/ 218562 h 954112"/>
                  <a:gd name="connsiteX10" fmla="*/ 2850498 w 3183654"/>
                  <a:gd name="connsiteY10" fmla="*/ 745 h 954112"/>
                  <a:gd name="connsiteX11" fmla="*/ 3180503 w 3183654"/>
                  <a:gd name="connsiteY11" fmla="*/ 209838 h 954112"/>
                  <a:gd name="connsiteX12" fmla="*/ 3181749 w 3183654"/>
                  <a:gd name="connsiteY12" fmla="*/ 219795 h 954112"/>
                  <a:gd name="connsiteX13" fmla="*/ 2737175 w 3183654"/>
                  <a:gd name="connsiteY13" fmla="*/ 950378 h 954112"/>
                  <a:gd name="connsiteX14" fmla="*/ 2730949 w 3183654"/>
                  <a:gd name="connsiteY14" fmla="*/ 954112 h 954112"/>
                  <a:gd name="connsiteX15" fmla="*/ 7472 w 3183654"/>
                  <a:gd name="connsiteY15" fmla="*/ 954112 h 954112"/>
                  <a:gd name="connsiteX16" fmla="*/ 1246 w 3183654"/>
                  <a:gd name="connsiteY16" fmla="*/ 950378 h 954112"/>
                  <a:gd name="connsiteX17" fmla="*/ 0 w 3183654"/>
                  <a:gd name="connsiteY17" fmla="*/ 942911 h 954112"/>
                  <a:gd name="connsiteX18" fmla="*/ 508084 w 3183654"/>
                  <a:gd name="connsiteY18" fmla="*/ 183702 h 954112"/>
                  <a:gd name="connsiteX19" fmla="*/ 1270209 w 3183654"/>
                  <a:gd name="connsiteY19" fmla="*/ 101558 h 954112"/>
                  <a:gd name="connsiteX20" fmla="*/ 1937691 w 3183654"/>
                  <a:gd name="connsiteY20" fmla="*/ 196148 h 954112"/>
                  <a:gd name="connsiteX21" fmla="*/ 2174299 w 3183654"/>
                  <a:gd name="connsiteY21" fmla="*/ 781112 h 954112"/>
                  <a:gd name="connsiteX22" fmla="*/ 2841781 w 3183654"/>
                  <a:gd name="connsiteY22" fmla="*/ 3234 h 954112"/>
                  <a:gd name="connsiteX23" fmla="*/ 2850498 w 3183654"/>
                  <a:gd name="connsiteY23" fmla="*/ 745 h 954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183654" h="954112">
                    <a:moveTo>
                      <a:pt x="2848005" y="15701"/>
                    </a:moveTo>
                    <a:lnTo>
                      <a:pt x="2174299" y="803498"/>
                    </a:lnTo>
                    <a:cubicBezTo>
                      <a:pt x="2171808" y="805987"/>
                      <a:pt x="2169317" y="805987"/>
                      <a:pt x="2165581" y="805987"/>
                    </a:cubicBezTo>
                    <a:cubicBezTo>
                      <a:pt x="2163091" y="804742"/>
                      <a:pt x="2160600" y="802253"/>
                      <a:pt x="2160600" y="799764"/>
                    </a:cubicBezTo>
                    <a:cubicBezTo>
                      <a:pt x="2160600" y="793541"/>
                      <a:pt x="2113279" y="304435"/>
                      <a:pt x="1930220" y="208605"/>
                    </a:cubicBezTo>
                    <a:cubicBezTo>
                      <a:pt x="1857993" y="170025"/>
                      <a:pt x="1561611" y="128955"/>
                      <a:pt x="1268966" y="115265"/>
                    </a:cubicBezTo>
                    <a:cubicBezTo>
                      <a:pt x="905339" y="100330"/>
                      <a:pt x="630128" y="128955"/>
                      <a:pt x="515561" y="196160"/>
                    </a:cubicBezTo>
                    <a:cubicBezTo>
                      <a:pt x="307596" y="318125"/>
                      <a:pt x="57291" y="854524"/>
                      <a:pt x="19932" y="936664"/>
                    </a:cubicBezTo>
                    <a:lnTo>
                      <a:pt x="2727211" y="936664"/>
                    </a:lnTo>
                    <a:lnTo>
                      <a:pt x="3165556" y="218562"/>
                    </a:lnTo>
                    <a:close/>
                    <a:moveTo>
                      <a:pt x="2850498" y="745"/>
                    </a:moveTo>
                    <a:lnTo>
                      <a:pt x="3180503" y="209838"/>
                    </a:lnTo>
                    <a:cubicBezTo>
                      <a:pt x="3182994" y="212327"/>
                      <a:pt x="3185485" y="217306"/>
                      <a:pt x="3181749" y="219795"/>
                    </a:cubicBezTo>
                    <a:lnTo>
                      <a:pt x="2737175" y="950378"/>
                    </a:lnTo>
                    <a:cubicBezTo>
                      <a:pt x="2735930" y="951623"/>
                      <a:pt x="2733440" y="954112"/>
                      <a:pt x="2730949" y="954112"/>
                    </a:cubicBezTo>
                    <a:lnTo>
                      <a:pt x="7472" y="954112"/>
                    </a:lnTo>
                    <a:cubicBezTo>
                      <a:pt x="4981" y="954112"/>
                      <a:pt x="2491" y="951623"/>
                      <a:pt x="1246" y="950378"/>
                    </a:cubicBezTo>
                    <a:cubicBezTo>
                      <a:pt x="0" y="947889"/>
                      <a:pt x="0" y="945400"/>
                      <a:pt x="0" y="942911"/>
                    </a:cubicBezTo>
                    <a:cubicBezTo>
                      <a:pt x="12453" y="916774"/>
                      <a:pt x="278948" y="319363"/>
                      <a:pt x="508084" y="183702"/>
                    </a:cubicBezTo>
                    <a:cubicBezTo>
                      <a:pt x="673709" y="86622"/>
                      <a:pt x="1097112" y="94090"/>
                      <a:pt x="1270209" y="101558"/>
                    </a:cubicBezTo>
                    <a:cubicBezTo>
                      <a:pt x="1567836" y="115248"/>
                      <a:pt x="1861728" y="156320"/>
                      <a:pt x="1937691" y="196148"/>
                    </a:cubicBezTo>
                    <a:cubicBezTo>
                      <a:pt x="2109543" y="285759"/>
                      <a:pt x="2163091" y="690256"/>
                      <a:pt x="2174299" y="781112"/>
                    </a:cubicBezTo>
                    <a:lnTo>
                      <a:pt x="2841781" y="3234"/>
                    </a:lnTo>
                    <a:cubicBezTo>
                      <a:pt x="2844272" y="-500"/>
                      <a:pt x="2846762" y="-500"/>
                      <a:pt x="2850498" y="74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1BBC8A61-191A-114B-A20F-BE91A67E6747}"/>
                  </a:ext>
                </a:extLst>
              </p:cNvPr>
              <p:cNvSpPr/>
              <p:nvPr/>
            </p:nvSpPr>
            <p:spPr>
              <a:xfrm>
                <a:off x="7836033" y="12026113"/>
                <a:ext cx="3168048" cy="9371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44" h="753">
                    <a:moveTo>
                      <a:pt x="0" y="753"/>
                    </a:moveTo>
                    <a:lnTo>
                      <a:pt x="2187" y="753"/>
                    </a:lnTo>
                    <a:lnTo>
                      <a:pt x="2544" y="167"/>
                    </a:lnTo>
                    <a:lnTo>
                      <a:pt x="2280" y="0"/>
                    </a:lnTo>
                    <a:lnTo>
                      <a:pt x="1735" y="636"/>
                    </a:lnTo>
                    <a:cubicBezTo>
                      <a:pt x="1735" y="636"/>
                      <a:pt x="1698" y="236"/>
                      <a:pt x="1547" y="157"/>
                    </a:cubicBezTo>
                    <a:cubicBezTo>
                      <a:pt x="1432" y="97"/>
                      <a:pt x="621" y="20"/>
                      <a:pt x="405" y="147"/>
                    </a:cubicBezTo>
                    <a:cubicBezTo>
                      <a:pt x="221" y="255"/>
                      <a:pt x="0" y="753"/>
                      <a:pt x="0" y="753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9AD7F3CC-D5BF-3340-B08E-A182E71D3D5F}"/>
                  </a:ext>
                </a:extLst>
              </p:cNvPr>
              <p:cNvSpPr/>
              <p:nvPr/>
            </p:nvSpPr>
            <p:spPr>
              <a:xfrm>
                <a:off x="10675193" y="11360623"/>
                <a:ext cx="580539" cy="8736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7" h="702">
                    <a:moveTo>
                      <a:pt x="51" y="464"/>
                    </a:moveTo>
                    <a:cubicBezTo>
                      <a:pt x="51" y="464"/>
                      <a:pt x="21" y="347"/>
                      <a:pt x="68" y="295"/>
                    </a:cubicBezTo>
                    <a:cubicBezTo>
                      <a:pt x="129" y="226"/>
                      <a:pt x="180" y="221"/>
                      <a:pt x="180" y="221"/>
                    </a:cubicBezTo>
                    <a:cubicBezTo>
                      <a:pt x="180" y="221"/>
                      <a:pt x="345" y="-21"/>
                      <a:pt x="383" y="2"/>
                    </a:cubicBezTo>
                    <a:cubicBezTo>
                      <a:pt x="422" y="24"/>
                      <a:pt x="306" y="238"/>
                      <a:pt x="306" y="238"/>
                    </a:cubicBezTo>
                    <a:cubicBezTo>
                      <a:pt x="306" y="238"/>
                      <a:pt x="367" y="235"/>
                      <a:pt x="356" y="297"/>
                    </a:cubicBezTo>
                    <a:cubicBezTo>
                      <a:pt x="356" y="297"/>
                      <a:pt x="420" y="278"/>
                      <a:pt x="420" y="349"/>
                    </a:cubicBezTo>
                    <a:cubicBezTo>
                      <a:pt x="420" y="349"/>
                      <a:pt x="483" y="344"/>
                      <a:pt x="463" y="416"/>
                    </a:cubicBezTo>
                    <a:cubicBezTo>
                      <a:pt x="425" y="551"/>
                      <a:pt x="326" y="609"/>
                      <a:pt x="326" y="609"/>
                    </a:cubicBezTo>
                    <a:cubicBezTo>
                      <a:pt x="326" y="609"/>
                      <a:pt x="279" y="683"/>
                      <a:pt x="266" y="702"/>
                    </a:cubicBezTo>
                    <a:lnTo>
                      <a:pt x="0" y="534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745C0694-81BE-0F49-BB5B-B9019477FBCB}"/>
                  </a:ext>
                </a:extLst>
              </p:cNvPr>
              <p:cNvSpPr/>
              <p:nvPr/>
            </p:nvSpPr>
            <p:spPr>
              <a:xfrm>
                <a:off x="10665227" y="11352241"/>
                <a:ext cx="597813" cy="891963"/>
              </a:xfrm>
              <a:custGeom>
                <a:avLst/>
                <a:gdLst>
                  <a:gd name="connsiteX0" fmla="*/ 482343 w 597813"/>
                  <a:gd name="connsiteY0" fmla="*/ 15858 h 891963"/>
                  <a:gd name="connsiteX1" fmla="*/ 239952 w 597813"/>
                  <a:gd name="connsiteY1" fmla="*/ 287142 h 891963"/>
                  <a:gd name="connsiteX2" fmla="*/ 237466 w 597813"/>
                  <a:gd name="connsiteY2" fmla="*/ 290875 h 891963"/>
                  <a:gd name="connsiteX3" fmla="*/ 234980 w 597813"/>
                  <a:gd name="connsiteY3" fmla="*/ 290875 h 891963"/>
                  <a:gd name="connsiteX4" fmla="*/ 100733 w 597813"/>
                  <a:gd name="connsiteY4" fmla="*/ 377984 h 891963"/>
                  <a:gd name="connsiteX5" fmla="*/ 80844 w 597813"/>
                  <a:gd name="connsiteY5" fmla="*/ 584558 h 891963"/>
                  <a:gd name="connsiteX6" fmla="*/ 82087 w 597813"/>
                  <a:gd name="connsiteY6" fmla="*/ 587047 h 891963"/>
                  <a:gd name="connsiteX7" fmla="*/ 21179 w 597813"/>
                  <a:gd name="connsiteY7" fmla="*/ 670423 h 891963"/>
                  <a:gd name="connsiteX8" fmla="*/ 338151 w 597813"/>
                  <a:gd name="connsiteY8" fmla="*/ 870774 h 891963"/>
                  <a:gd name="connsiteX9" fmla="*/ 407761 w 597813"/>
                  <a:gd name="connsiteY9" fmla="*/ 762510 h 891963"/>
                  <a:gd name="connsiteX10" fmla="*/ 409004 w 597813"/>
                  <a:gd name="connsiteY10" fmla="*/ 760021 h 891963"/>
                  <a:gd name="connsiteX11" fmla="*/ 410247 w 597813"/>
                  <a:gd name="connsiteY11" fmla="*/ 760021 h 891963"/>
                  <a:gd name="connsiteX12" fmla="*/ 578056 w 597813"/>
                  <a:gd name="connsiteY12" fmla="*/ 523581 h 891963"/>
                  <a:gd name="connsiteX13" fmla="*/ 573084 w 597813"/>
                  <a:gd name="connsiteY13" fmla="*/ 463849 h 891963"/>
                  <a:gd name="connsiteX14" fmla="*/ 533307 w 597813"/>
                  <a:gd name="connsiteY14" fmla="*/ 448916 h 891963"/>
                  <a:gd name="connsiteX15" fmla="*/ 525849 w 597813"/>
                  <a:gd name="connsiteY15" fmla="*/ 448916 h 891963"/>
                  <a:gd name="connsiteX16" fmla="*/ 525849 w 597813"/>
                  <a:gd name="connsiteY16" fmla="*/ 441450 h 891963"/>
                  <a:gd name="connsiteX17" fmla="*/ 504717 w 597813"/>
                  <a:gd name="connsiteY17" fmla="*/ 390428 h 891963"/>
                  <a:gd name="connsiteX18" fmla="*/ 453753 w 597813"/>
                  <a:gd name="connsiteY18" fmla="*/ 384206 h 891963"/>
                  <a:gd name="connsiteX19" fmla="*/ 442566 w 597813"/>
                  <a:gd name="connsiteY19" fmla="*/ 386695 h 891963"/>
                  <a:gd name="connsiteX20" fmla="*/ 445052 w 597813"/>
                  <a:gd name="connsiteY20" fmla="*/ 375495 h 891963"/>
                  <a:gd name="connsiteX21" fmla="*/ 436351 w 597813"/>
                  <a:gd name="connsiteY21" fmla="*/ 326963 h 891963"/>
                  <a:gd name="connsiteX22" fmla="*/ 391602 w 597813"/>
                  <a:gd name="connsiteY22" fmla="*/ 310786 h 891963"/>
                  <a:gd name="connsiteX23" fmla="*/ 377928 w 597813"/>
                  <a:gd name="connsiteY23" fmla="*/ 312030 h 891963"/>
                  <a:gd name="connsiteX24" fmla="*/ 384143 w 597813"/>
                  <a:gd name="connsiteY24" fmla="*/ 299586 h 891963"/>
                  <a:gd name="connsiteX25" fmla="*/ 482343 w 597813"/>
                  <a:gd name="connsiteY25" fmla="*/ 15858 h 891963"/>
                  <a:gd name="connsiteX26" fmla="*/ 474495 w 597813"/>
                  <a:gd name="connsiteY26" fmla="*/ 324 h 891963"/>
                  <a:gd name="connsiteX27" fmla="*/ 489821 w 597813"/>
                  <a:gd name="connsiteY27" fmla="*/ 3396 h 891963"/>
                  <a:gd name="connsiteX28" fmla="*/ 402797 w 597813"/>
                  <a:gd name="connsiteY28" fmla="*/ 295852 h 891963"/>
                  <a:gd name="connsiteX29" fmla="*/ 447553 w 597813"/>
                  <a:gd name="connsiteY29" fmla="*/ 317008 h 891963"/>
                  <a:gd name="connsiteX30" fmla="*/ 461228 w 597813"/>
                  <a:gd name="connsiteY30" fmla="*/ 366788 h 891963"/>
                  <a:gd name="connsiteX31" fmla="*/ 514686 w 597813"/>
                  <a:gd name="connsiteY31" fmla="*/ 377988 h 891963"/>
                  <a:gd name="connsiteX32" fmla="*/ 540793 w 597813"/>
                  <a:gd name="connsiteY32" fmla="*/ 433990 h 891963"/>
                  <a:gd name="connsiteX33" fmla="*/ 585548 w 597813"/>
                  <a:gd name="connsiteY33" fmla="*/ 453902 h 891963"/>
                  <a:gd name="connsiteX34" fmla="*/ 591764 w 597813"/>
                  <a:gd name="connsiteY34" fmla="*/ 527327 h 891963"/>
                  <a:gd name="connsiteX35" fmla="*/ 420202 w 597813"/>
                  <a:gd name="connsiteY35" fmla="*/ 772492 h 891963"/>
                  <a:gd name="connsiteX36" fmla="*/ 345610 w 597813"/>
                  <a:gd name="connsiteY36" fmla="*/ 885741 h 891963"/>
                  <a:gd name="connsiteX37" fmla="*/ 343124 w 597813"/>
                  <a:gd name="connsiteY37" fmla="*/ 891963 h 891963"/>
                  <a:gd name="connsiteX38" fmla="*/ 0 w 597813"/>
                  <a:gd name="connsiteY38" fmla="*/ 675422 h 891963"/>
                  <a:gd name="connsiteX39" fmla="*/ 64646 w 597813"/>
                  <a:gd name="connsiteY39" fmla="*/ 584574 h 891963"/>
                  <a:gd name="connsiteX40" fmla="*/ 89511 w 597813"/>
                  <a:gd name="connsiteY40" fmla="*/ 368032 h 891963"/>
                  <a:gd name="connsiteX41" fmla="*/ 229992 w 597813"/>
                  <a:gd name="connsiteY41" fmla="*/ 275940 h 891963"/>
                  <a:gd name="connsiteX42" fmla="*/ 336908 w 597813"/>
                  <a:gd name="connsiteY42" fmla="*/ 131579 h 891963"/>
                  <a:gd name="connsiteX43" fmla="*/ 474495 w 597813"/>
                  <a:gd name="connsiteY43" fmla="*/ 324 h 891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597813" h="891963">
                    <a:moveTo>
                      <a:pt x="482343" y="15858"/>
                    </a:moveTo>
                    <a:cubicBezTo>
                      <a:pt x="456239" y="-319"/>
                      <a:pt x="336908" y="144034"/>
                      <a:pt x="239952" y="287142"/>
                    </a:cubicBezTo>
                    <a:lnTo>
                      <a:pt x="237466" y="290875"/>
                    </a:lnTo>
                    <a:lnTo>
                      <a:pt x="234980" y="290875"/>
                    </a:lnTo>
                    <a:cubicBezTo>
                      <a:pt x="233737" y="290875"/>
                      <a:pt x="172829" y="297097"/>
                      <a:pt x="100733" y="377984"/>
                    </a:cubicBezTo>
                    <a:cubicBezTo>
                      <a:pt x="44797" y="441450"/>
                      <a:pt x="80844" y="583313"/>
                      <a:pt x="80844" y="584558"/>
                    </a:cubicBezTo>
                    <a:lnTo>
                      <a:pt x="82087" y="587047"/>
                    </a:lnTo>
                    <a:lnTo>
                      <a:pt x="21179" y="670423"/>
                    </a:lnTo>
                    <a:lnTo>
                      <a:pt x="338151" y="870774"/>
                    </a:lnTo>
                    <a:cubicBezTo>
                      <a:pt x="358040" y="840908"/>
                      <a:pt x="407761" y="762510"/>
                      <a:pt x="407761" y="762510"/>
                    </a:cubicBezTo>
                    <a:lnTo>
                      <a:pt x="409004" y="760021"/>
                    </a:lnTo>
                    <a:lnTo>
                      <a:pt x="410247" y="760021"/>
                    </a:lnTo>
                    <a:cubicBezTo>
                      <a:pt x="411490" y="758776"/>
                      <a:pt x="532064" y="686600"/>
                      <a:pt x="578056" y="523581"/>
                    </a:cubicBezTo>
                    <a:cubicBezTo>
                      <a:pt x="585514" y="496204"/>
                      <a:pt x="583028" y="476293"/>
                      <a:pt x="573084" y="463849"/>
                    </a:cubicBezTo>
                    <a:cubicBezTo>
                      <a:pt x="559410" y="446427"/>
                      <a:pt x="534550" y="448916"/>
                      <a:pt x="533307" y="448916"/>
                    </a:cubicBezTo>
                    <a:lnTo>
                      <a:pt x="525849" y="448916"/>
                    </a:lnTo>
                    <a:lnTo>
                      <a:pt x="525849" y="441450"/>
                    </a:lnTo>
                    <a:cubicBezTo>
                      <a:pt x="524606" y="416561"/>
                      <a:pt x="518391" y="399139"/>
                      <a:pt x="504717" y="390428"/>
                    </a:cubicBezTo>
                    <a:cubicBezTo>
                      <a:pt x="484829" y="375495"/>
                      <a:pt x="453753" y="384206"/>
                      <a:pt x="453753" y="384206"/>
                    </a:cubicBezTo>
                    <a:lnTo>
                      <a:pt x="442566" y="386695"/>
                    </a:lnTo>
                    <a:lnTo>
                      <a:pt x="445052" y="375495"/>
                    </a:lnTo>
                    <a:cubicBezTo>
                      <a:pt x="448781" y="354340"/>
                      <a:pt x="446295" y="338163"/>
                      <a:pt x="436351" y="326963"/>
                    </a:cubicBezTo>
                    <a:cubicBezTo>
                      <a:pt x="421434" y="309541"/>
                      <a:pt x="391602" y="310786"/>
                      <a:pt x="391602" y="310786"/>
                    </a:cubicBezTo>
                    <a:lnTo>
                      <a:pt x="377928" y="312030"/>
                    </a:lnTo>
                    <a:lnTo>
                      <a:pt x="384143" y="299586"/>
                    </a:lnTo>
                    <a:cubicBezTo>
                      <a:pt x="442566" y="192566"/>
                      <a:pt x="510932" y="33280"/>
                      <a:pt x="482343" y="15858"/>
                    </a:cubicBezTo>
                    <a:close/>
                    <a:moveTo>
                      <a:pt x="474495" y="324"/>
                    </a:moveTo>
                    <a:cubicBezTo>
                      <a:pt x="481274" y="-726"/>
                      <a:pt x="486091" y="907"/>
                      <a:pt x="489821" y="3396"/>
                    </a:cubicBezTo>
                    <a:cubicBezTo>
                      <a:pt x="538306" y="30775"/>
                      <a:pt x="436364" y="233627"/>
                      <a:pt x="402797" y="295852"/>
                    </a:cubicBezTo>
                    <a:cubicBezTo>
                      <a:pt x="415229" y="298341"/>
                      <a:pt x="435121" y="302074"/>
                      <a:pt x="447553" y="317008"/>
                    </a:cubicBezTo>
                    <a:cubicBezTo>
                      <a:pt x="458741" y="329453"/>
                      <a:pt x="462471" y="346876"/>
                      <a:pt x="461228" y="366788"/>
                    </a:cubicBezTo>
                    <a:cubicBezTo>
                      <a:pt x="473660" y="365543"/>
                      <a:pt x="497281" y="364299"/>
                      <a:pt x="514686" y="377988"/>
                    </a:cubicBezTo>
                    <a:cubicBezTo>
                      <a:pt x="529604" y="389189"/>
                      <a:pt x="538306" y="407856"/>
                      <a:pt x="540793" y="433990"/>
                    </a:cubicBezTo>
                    <a:cubicBezTo>
                      <a:pt x="551982" y="433990"/>
                      <a:pt x="571873" y="437724"/>
                      <a:pt x="585548" y="453902"/>
                    </a:cubicBezTo>
                    <a:cubicBezTo>
                      <a:pt x="599223" y="470081"/>
                      <a:pt x="601710" y="494970"/>
                      <a:pt x="591764" y="527327"/>
                    </a:cubicBezTo>
                    <a:cubicBezTo>
                      <a:pt x="548252" y="687866"/>
                      <a:pt x="435121" y="762536"/>
                      <a:pt x="420202" y="772492"/>
                    </a:cubicBezTo>
                    <a:cubicBezTo>
                      <a:pt x="412743" y="783692"/>
                      <a:pt x="360528" y="864584"/>
                      <a:pt x="345610" y="885741"/>
                    </a:cubicBezTo>
                    <a:lnTo>
                      <a:pt x="343124" y="891963"/>
                    </a:lnTo>
                    <a:lnTo>
                      <a:pt x="0" y="675422"/>
                    </a:lnTo>
                    <a:lnTo>
                      <a:pt x="64646" y="584574"/>
                    </a:lnTo>
                    <a:cubicBezTo>
                      <a:pt x="59674" y="560928"/>
                      <a:pt x="33566" y="431501"/>
                      <a:pt x="89511" y="368032"/>
                    </a:cubicBezTo>
                    <a:cubicBezTo>
                      <a:pt x="156643" y="293363"/>
                      <a:pt x="213831" y="278429"/>
                      <a:pt x="229992" y="275940"/>
                    </a:cubicBezTo>
                    <a:cubicBezTo>
                      <a:pt x="238695" y="262251"/>
                      <a:pt x="285936" y="193804"/>
                      <a:pt x="336908" y="131579"/>
                    </a:cubicBezTo>
                    <a:cubicBezTo>
                      <a:pt x="416162" y="30775"/>
                      <a:pt x="454157" y="3475"/>
                      <a:pt x="474495" y="3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D551CD2D-72AF-354A-96B9-197E14F1258E}"/>
                  </a:ext>
                </a:extLst>
              </p:cNvPr>
              <p:cNvSpPr/>
              <p:nvPr/>
            </p:nvSpPr>
            <p:spPr>
              <a:xfrm>
                <a:off x="8644552" y="10774899"/>
                <a:ext cx="858350" cy="10792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0" h="867">
                    <a:moveTo>
                      <a:pt x="574" y="234"/>
                    </a:moveTo>
                    <a:lnTo>
                      <a:pt x="563" y="182"/>
                    </a:lnTo>
                    <a:lnTo>
                      <a:pt x="690" y="108"/>
                    </a:lnTo>
                    <a:lnTo>
                      <a:pt x="687" y="103"/>
                    </a:lnTo>
                    <a:cubicBezTo>
                      <a:pt x="686" y="99"/>
                      <a:pt x="645" y="9"/>
                      <a:pt x="504" y="1"/>
                    </a:cubicBezTo>
                    <a:cubicBezTo>
                      <a:pt x="280" y="-10"/>
                      <a:pt x="63" y="144"/>
                      <a:pt x="12" y="353"/>
                    </a:cubicBezTo>
                    <a:cubicBezTo>
                      <a:pt x="-31" y="527"/>
                      <a:pt x="52" y="657"/>
                      <a:pt x="130" y="736"/>
                    </a:cubicBezTo>
                    <a:cubicBezTo>
                      <a:pt x="213" y="821"/>
                      <a:pt x="308" y="866"/>
                      <a:pt x="309" y="866"/>
                    </a:cubicBezTo>
                    <a:lnTo>
                      <a:pt x="310" y="867"/>
                    </a:lnTo>
                    <a:lnTo>
                      <a:pt x="312" y="867"/>
                    </a:lnTo>
                    <a:cubicBezTo>
                      <a:pt x="317" y="866"/>
                      <a:pt x="436" y="845"/>
                      <a:pt x="485" y="780"/>
                    </a:cubicBezTo>
                    <a:lnTo>
                      <a:pt x="487" y="778"/>
                    </a:lnTo>
                    <a:lnTo>
                      <a:pt x="443" y="649"/>
                    </a:lnTo>
                    <a:lnTo>
                      <a:pt x="436" y="651"/>
                    </a:lnTo>
                    <a:cubicBezTo>
                      <a:pt x="434" y="652"/>
                      <a:pt x="364" y="683"/>
                      <a:pt x="320" y="610"/>
                    </a:cubicBezTo>
                    <a:cubicBezTo>
                      <a:pt x="298" y="574"/>
                      <a:pt x="290" y="513"/>
                      <a:pt x="311" y="485"/>
                    </a:cubicBezTo>
                    <a:cubicBezTo>
                      <a:pt x="323" y="469"/>
                      <a:pt x="341" y="459"/>
                      <a:pt x="359" y="459"/>
                    </a:cubicBezTo>
                    <a:cubicBezTo>
                      <a:pt x="379" y="459"/>
                      <a:pt x="399" y="472"/>
                      <a:pt x="416" y="493"/>
                    </a:cubicBezTo>
                    <a:cubicBezTo>
                      <a:pt x="422" y="501"/>
                      <a:pt x="432" y="512"/>
                      <a:pt x="445" y="517"/>
                    </a:cubicBezTo>
                    <a:cubicBezTo>
                      <a:pt x="457" y="521"/>
                      <a:pt x="468" y="521"/>
                      <a:pt x="479" y="517"/>
                    </a:cubicBezTo>
                    <a:lnTo>
                      <a:pt x="481" y="516"/>
                    </a:lnTo>
                    <a:cubicBezTo>
                      <a:pt x="493" y="513"/>
                      <a:pt x="503" y="505"/>
                      <a:pt x="509" y="495"/>
                    </a:cubicBezTo>
                    <a:cubicBezTo>
                      <a:pt x="518" y="482"/>
                      <a:pt x="520" y="467"/>
                      <a:pt x="517" y="452"/>
                    </a:cubicBezTo>
                    <a:lnTo>
                      <a:pt x="503" y="392"/>
                    </a:lnTo>
                    <a:cubicBezTo>
                      <a:pt x="518" y="382"/>
                      <a:pt x="573" y="346"/>
                      <a:pt x="581" y="321"/>
                    </a:cubicBezTo>
                    <a:cubicBezTo>
                      <a:pt x="588" y="296"/>
                      <a:pt x="581" y="264"/>
                      <a:pt x="576" y="243"/>
                    </a:cubicBezTo>
                    <a:cubicBezTo>
                      <a:pt x="575" y="240"/>
                      <a:pt x="575" y="237"/>
                      <a:pt x="574" y="23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F6790572-EB9D-8F4D-9B12-E0DD89A53687}"/>
                  </a:ext>
                </a:extLst>
              </p:cNvPr>
              <p:cNvSpPr/>
              <p:nvPr/>
            </p:nvSpPr>
            <p:spPr>
              <a:xfrm>
                <a:off x="9433138" y="11884043"/>
                <a:ext cx="80976" cy="710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" h="58">
                    <a:moveTo>
                      <a:pt x="65" y="8"/>
                    </a:moveTo>
                    <a:cubicBezTo>
                      <a:pt x="64" y="6"/>
                      <a:pt x="62" y="6"/>
                      <a:pt x="60" y="6"/>
                    </a:cubicBezTo>
                    <a:cubicBezTo>
                      <a:pt x="60" y="6"/>
                      <a:pt x="32" y="9"/>
                      <a:pt x="9" y="1"/>
                    </a:cubicBezTo>
                    <a:cubicBezTo>
                      <a:pt x="7" y="0"/>
                      <a:pt x="5" y="0"/>
                      <a:pt x="3" y="2"/>
                    </a:cubicBezTo>
                    <a:cubicBezTo>
                      <a:pt x="2" y="3"/>
                      <a:pt x="0" y="4"/>
                      <a:pt x="0" y="6"/>
                    </a:cubicBezTo>
                    <a:cubicBezTo>
                      <a:pt x="0" y="7"/>
                      <a:pt x="0" y="45"/>
                      <a:pt x="46" y="58"/>
                    </a:cubicBezTo>
                    <a:cubicBezTo>
                      <a:pt x="47" y="58"/>
                      <a:pt x="48" y="58"/>
                      <a:pt x="48" y="58"/>
                    </a:cubicBezTo>
                    <a:cubicBezTo>
                      <a:pt x="50" y="58"/>
                      <a:pt x="53" y="57"/>
                      <a:pt x="54" y="54"/>
                    </a:cubicBezTo>
                    <a:lnTo>
                      <a:pt x="66" y="14"/>
                    </a:lnTo>
                    <a:cubicBezTo>
                      <a:pt x="67" y="12"/>
                      <a:pt x="66" y="9"/>
                      <a:pt x="65" y="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4A7C02FF-401C-7D47-971D-93D52EE09E48}"/>
                  </a:ext>
                </a:extLst>
              </p:cNvPr>
              <p:cNvSpPr/>
              <p:nvPr/>
            </p:nvSpPr>
            <p:spPr>
              <a:xfrm>
                <a:off x="10810984" y="11626073"/>
                <a:ext cx="95926" cy="138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8" h="112">
                    <a:moveTo>
                      <a:pt x="6" y="112"/>
                    </a:moveTo>
                    <a:cubicBezTo>
                      <a:pt x="6" y="112"/>
                      <a:pt x="5" y="112"/>
                      <a:pt x="3" y="111"/>
                    </a:cubicBezTo>
                    <a:cubicBezTo>
                      <a:pt x="0" y="109"/>
                      <a:pt x="0" y="105"/>
                      <a:pt x="1" y="103"/>
                    </a:cubicBezTo>
                    <a:lnTo>
                      <a:pt x="67" y="3"/>
                    </a:lnTo>
                    <a:cubicBezTo>
                      <a:pt x="69" y="0"/>
                      <a:pt x="72" y="-1"/>
                      <a:pt x="75" y="1"/>
                    </a:cubicBezTo>
                    <a:cubicBezTo>
                      <a:pt x="78" y="3"/>
                      <a:pt x="79" y="7"/>
                      <a:pt x="77" y="9"/>
                    </a:cubicBezTo>
                    <a:lnTo>
                      <a:pt x="12" y="109"/>
                    </a:lnTo>
                    <a:cubicBezTo>
                      <a:pt x="11" y="111"/>
                      <a:pt x="9" y="112"/>
                      <a:pt x="6" y="1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90FD13FD-ED4F-204E-B3BF-4B5BC6971C94}"/>
                  </a:ext>
                </a:extLst>
              </p:cNvPr>
              <p:cNvSpPr/>
              <p:nvPr/>
            </p:nvSpPr>
            <p:spPr>
              <a:xfrm>
                <a:off x="9936438" y="12806249"/>
                <a:ext cx="71010" cy="834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" h="68">
                    <a:moveTo>
                      <a:pt x="6" y="68"/>
                    </a:moveTo>
                    <a:cubicBezTo>
                      <a:pt x="4" y="68"/>
                      <a:pt x="3" y="68"/>
                      <a:pt x="2" y="67"/>
                    </a:cubicBezTo>
                    <a:cubicBezTo>
                      <a:pt x="0" y="65"/>
                      <a:pt x="-1" y="61"/>
                      <a:pt x="1" y="58"/>
                    </a:cubicBezTo>
                    <a:lnTo>
                      <a:pt x="47" y="2"/>
                    </a:lnTo>
                    <a:cubicBezTo>
                      <a:pt x="49" y="0"/>
                      <a:pt x="53" y="-1"/>
                      <a:pt x="56" y="1"/>
                    </a:cubicBezTo>
                    <a:cubicBezTo>
                      <a:pt x="58" y="3"/>
                      <a:pt x="59" y="7"/>
                      <a:pt x="56" y="10"/>
                    </a:cubicBezTo>
                    <a:lnTo>
                      <a:pt x="11" y="66"/>
                    </a:lnTo>
                    <a:cubicBezTo>
                      <a:pt x="9" y="68"/>
                      <a:pt x="7" y="68"/>
                      <a:pt x="6" y="6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sp>
          <p:nvSpPr>
            <p:cNvPr id="210" name="Freeform 209">
              <a:extLst>
                <a:ext uri="{FF2B5EF4-FFF2-40B4-BE49-F238E27FC236}">
                  <a16:creationId xmlns:a16="http://schemas.microsoft.com/office/drawing/2014/main" id="{222D6B2A-E323-9E41-9B06-47C1C539F88B}"/>
                </a:ext>
              </a:extLst>
            </p:cNvPr>
            <p:cNvSpPr/>
            <p:nvPr/>
          </p:nvSpPr>
          <p:spPr>
            <a:xfrm>
              <a:off x="5809127" y="12957046"/>
              <a:ext cx="12759395" cy="149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243" h="13">
                  <a:moveTo>
                    <a:pt x="10237" y="13"/>
                  </a:moveTo>
                  <a:lnTo>
                    <a:pt x="6" y="13"/>
                  </a:lnTo>
                  <a:cubicBezTo>
                    <a:pt x="3" y="13"/>
                    <a:pt x="0" y="10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lnTo>
                    <a:pt x="10237" y="0"/>
                  </a:lnTo>
                  <a:cubicBezTo>
                    <a:pt x="10241" y="0"/>
                    <a:pt x="10243" y="3"/>
                    <a:pt x="10243" y="6"/>
                  </a:cubicBezTo>
                  <a:cubicBezTo>
                    <a:pt x="10243" y="10"/>
                    <a:pt x="10241" y="13"/>
                    <a:pt x="10237" y="13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0B0064C-D36D-A24F-B4F8-2E15423A53A6}"/>
                </a:ext>
              </a:extLst>
            </p:cNvPr>
            <p:cNvGrpSpPr/>
            <p:nvPr/>
          </p:nvGrpSpPr>
          <p:grpSpPr>
            <a:xfrm>
              <a:off x="12900177" y="7133417"/>
              <a:ext cx="5431651" cy="5549459"/>
              <a:chOff x="12900177" y="7133417"/>
              <a:chExt cx="5431651" cy="5549459"/>
            </a:xfrm>
          </p:grpSpPr>
          <p:sp>
            <p:nvSpPr>
              <p:cNvPr id="211" name="Freeform 210">
                <a:extLst>
                  <a:ext uri="{FF2B5EF4-FFF2-40B4-BE49-F238E27FC236}">
                    <a16:creationId xmlns:a16="http://schemas.microsoft.com/office/drawing/2014/main" id="{D8B0AD01-6492-A64C-8813-4C4F997A712D}"/>
                  </a:ext>
                </a:extLst>
              </p:cNvPr>
              <p:cNvSpPr/>
              <p:nvPr/>
            </p:nvSpPr>
            <p:spPr>
              <a:xfrm>
                <a:off x="17997953" y="7140894"/>
                <a:ext cx="255387" cy="55345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6" h="4442">
                    <a:moveTo>
                      <a:pt x="0" y="4442"/>
                    </a:moveTo>
                    <a:lnTo>
                      <a:pt x="46" y="4442"/>
                    </a:lnTo>
                    <a:cubicBezTo>
                      <a:pt x="135" y="4442"/>
                      <a:pt x="206" y="4370"/>
                      <a:pt x="206" y="4282"/>
                    </a:cubicBezTo>
                    <a:lnTo>
                      <a:pt x="206" y="160"/>
                    </a:lnTo>
                    <a:cubicBezTo>
                      <a:pt x="206" y="71"/>
                      <a:pt x="135" y="0"/>
                      <a:pt x="46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4C6051AE-7F2D-5745-8491-D80986285856}"/>
                  </a:ext>
                </a:extLst>
              </p:cNvPr>
              <p:cNvSpPr/>
              <p:nvPr/>
            </p:nvSpPr>
            <p:spPr>
              <a:xfrm>
                <a:off x="17990481" y="7133417"/>
                <a:ext cx="270338" cy="5549459"/>
              </a:xfrm>
              <a:custGeom>
                <a:avLst/>
                <a:gdLst>
                  <a:gd name="connsiteX0" fmla="*/ 14950 w 270338"/>
                  <a:gd name="connsiteY0" fmla="*/ 14954 h 5549459"/>
                  <a:gd name="connsiteX1" fmla="*/ 14950 w 270338"/>
                  <a:gd name="connsiteY1" fmla="*/ 5534504 h 5549459"/>
                  <a:gd name="connsiteX2" fmla="*/ 145082 w 270338"/>
                  <a:gd name="connsiteY2" fmla="*/ 5534504 h 5549459"/>
                  <a:gd name="connsiteX3" fmla="*/ 255386 w 270338"/>
                  <a:gd name="connsiteY3" fmla="*/ 5423615 h 5549459"/>
                  <a:gd name="connsiteX4" fmla="*/ 255386 w 270338"/>
                  <a:gd name="connsiteY4" fmla="*/ 125844 h 5549459"/>
                  <a:gd name="connsiteX5" fmla="*/ 145082 w 270338"/>
                  <a:gd name="connsiteY5" fmla="*/ 14954 h 5549459"/>
                  <a:gd name="connsiteX6" fmla="*/ 0 w 270338"/>
                  <a:gd name="connsiteY6" fmla="*/ 0 h 5549459"/>
                  <a:gd name="connsiteX7" fmla="*/ 145090 w 270338"/>
                  <a:gd name="connsiteY7" fmla="*/ 0 h 5549459"/>
                  <a:gd name="connsiteX8" fmla="*/ 270338 w 270338"/>
                  <a:gd name="connsiteY8" fmla="*/ 125841 h 5549459"/>
                  <a:gd name="connsiteX9" fmla="*/ 270338 w 270338"/>
                  <a:gd name="connsiteY9" fmla="*/ 5423618 h 5549459"/>
                  <a:gd name="connsiteX10" fmla="*/ 145090 w 270338"/>
                  <a:gd name="connsiteY10" fmla="*/ 5549459 h 5549459"/>
                  <a:gd name="connsiteX11" fmla="*/ 0 w 270338"/>
                  <a:gd name="connsiteY11" fmla="*/ 5549459 h 5549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70338" h="5549459">
                    <a:moveTo>
                      <a:pt x="14950" y="14954"/>
                    </a:moveTo>
                    <a:lnTo>
                      <a:pt x="14950" y="5534504"/>
                    </a:lnTo>
                    <a:lnTo>
                      <a:pt x="145082" y="5534504"/>
                    </a:lnTo>
                    <a:cubicBezTo>
                      <a:pt x="205812" y="5534504"/>
                      <a:pt x="255386" y="5484666"/>
                      <a:pt x="255386" y="5423615"/>
                    </a:cubicBezTo>
                    <a:lnTo>
                      <a:pt x="255386" y="125844"/>
                    </a:lnTo>
                    <a:cubicBezTo>
                      <a:pt x="255386" y="64792"/>
                      <a:pt x="205812" y="14954"/>
                      <a:pt x="145082" y="14954"/>
                    </a:cubicBezTo>
                    <a:close/>
                    <a:moveTo>
                      <a:pt x="0" y="0"/>
                    </a:moveTo>
                    <a:lnTo>
                      <a:pt x="145090" y="0"/>
                    </a:lnTo>
                    <a:cubicBezTo>
                      <a:pt x="214534" y="0"/>
                      <a:pt x="270338" y="57314"/>
                      <a:pt x="270338" y="125841"/>
                    </a:cubicBezTo>
                    <a:lnTo>
                      <a:pt x="270338" y="5423618"/>
                    </a:lnTo>
                    <a:cubicBezTo>
                      <a:pt x="270338" y="5492145"/>
                      <a:pt x="214534" y="5549459"/>
                      <a:pt x="145090" y="5549459"/>
                    </a:cubicBezTo>
                    <a:lnTo>
                      <a:pt x="0" y="5549459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4" name="Freeform 213">
                <a:extLst>
                  <a:ext uri="{FF2B5EF4-FFF2-40B4-BE49-F238E27FC236}">
                    <a16:creationId xmlns:a16="http://schemas.microsoft.com/office/drawing/2014/main" id="{B17D84AD-7A7E-E340-8C21-D45D28199067}"/>
                  </a:ext>
                </a:extLst>
              </p:cNvPr>
              <p:cNvSpPr/>
              <p:nvPr/>
            </p:nvSpPr>
            <p:spPr>
              <a:xfrm>
                <a:off x="14362736" y="7140894"/>
                <a:ext cx="3762291" cy="55345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21" h="4442">
                    <a:moveTo>
                      <a:pt x="2861" y="4442"/>
                    </a:moveTo>
                    <a:lnTo>
                      <a:pt x="160" y="4442"/>
                    </a:lnTo>
                    <a:cubicBezTo>
                      <a:pt x="71" y="4442"/>
                      <a:pt x="0" y="4370"/>
                      <a:pt x="0" y="4282"/>
                    </a:cubicBezTo>
                    <a:lnTo>
                      <a:pt x="0" y="160"/>
                    </a:lnTo>
                    <a:cubicBezTo>
                      <a:pt x="0" y="71"/>
                      <a:pt x="71" y="0"/>
                      <a:pt x="160" y="0"/>
                    </a:cubicBezTo>
                    <a:lnTo>
                      <a:pt x="2861" y="0"/>
                    </a:lnTo>
                    <a:cubicBezTo>
                      <a:pt x="2950" y="0"/>
                      <a:pt x="3021" y="71"/>
                      <a:pt x="3021" y="160"/>
                    </a:cubicBezTo>
                    <a:lnTo>
                      <a:pt x="3021" y="4282"/>
                    </a:lnTo>
                    <a:cubicBezTo>
                      <a:pt x="3021" y="4370"/>
                      <a:pt x="2950" y="4442"/>
                      <a:pt x="2861" y="44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6A94AF96-11AB-BF4A-8644-D249E3BC3CCF}"/>
                  </a:ext>
                </a:extLst>
              </p:cNvPr>
              <p:cNvSpPr/>
              <p:nvPr/>
            </p:nvSpPr>
            <p:spPr>
              <a:xfrm>
                <a:off x="14355261" y="7133417"/>
                <a:ext cx="3777237" cy="5549459"/>
              </a:xfrm>
              <a:custGeom>
                <a:avLst/>
                <a:gdLst>
                  <a:gd name="connsiteX0" fmla="*/ 125789 w 3777237"/>
                  <a:gd name="connsiteY0" fmla="*/ 14954 h 5549459"/>
                  <a:gd name="connsiteX1" fmla="*/ 14950 w 3777237"/>
                  <a:gd name="connsiteY1" fmla="*/ 125844 h 5549459"/>
                  <a:gd name="connsiteX2" fmla="*/ 14950 w 3777237"/>
                  <a:gd name="connsiteY2" fmla="*/ 5423615 h 5549459"/>
                  <a:gd name="connsiteX3" fmla="*/ 125789 w 3777237"/>
                  <a:gd name="connsiteY3" fmla="*/ 5534504 h 5549459"/>
                  <a:gd name="connsiteX4" fmla="*/ 3651453 w 3777237"/>
                  <a:gd name="connsiteY4" fmla="*/ 5534504 h 5549459"/>
                  <a:gd name="connsiteX5" fmla="*/ 3762291 w 3777237"/>
                  <a:gd name="connsiteY5" fmla="*/ 5423615 h 5549459"/>
                  <a:gd name="connsiteX6" fmla="*/ 3762291 w 3777237"/>
                  <a:gd name="connsiteY6" fmla="*/ 125844 h 5549459"/>
                  <a:gd name="connsiteX7" fmla="*/ 3651453 w 3777237"/>
                  <a:gd name="connsiteY7" fmla="*/ 14954 h 5549459"/>
                  <a:gd name="connsiteX8" fmla="*/ 125783 w 3777237"/>
                  <a:gd name="connsiteY8" fmla="*/ 0 h 5549459"/>
                  <a:gd name="connsiteX9" fmla="*/ 3651453 w 3777237"/>
                  <a:gd name="connsiteY9" fmla="*/ 0 h 5549459"/>
                  <a:gd name="connsiteX10" fmla="*/ 3777237 w 3777237"/>
                  <a:gd name="connsiteY10" fmla="*/ 125841 h 5549459"/>
                  <a:gd name="connsiteX11" fmla="*/ 3777237 w 3777237"/>
                  <a:gd name="connsiteY11" fmla="*/ 5423618 h 5549459"/>
                  <a:gd name="connsiteX12" fmla="*/ 3651453 w 3777237"/>
                  <a:gd name="connsiteY12" fmla="*/ 5549459 h 5549459"/>
                  <a:gd name="connsiteX13" fmla="*/ 125783 w 3777237"/>
                  <a:gd name="connsiteY13" fmla="*/ 5549459 h 5549459"/>
                  <a:gd name="connsiteX14" fmla="*/ 0 w 3777237"/>
                  <a:gd name="connsiteY14" fmla="*/ 5423618 h 5549459"/>
                  <a:gd name="connsiteX15" fmla="*/ 0 w 3777237"/>
                  <a:gd name="connsiteY15" fmla="*/ 125841 h 5549459"/>
                  <a:gd name="connsiteX16" fmla="*/ 125783 w 3777237"/>
                  <a:gd name="connsiteY16" fmla="*/ 0 h 5549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77237" h="5549459">
                    <a:moveTo>
                      <a:pt x="125789" y="14954"/>
                    </a:moveTo>
                    <a:cubicBezTo>
                      <a:pt x="64765" y="14954"/>
                      <a:pt x="14950" y="64792"/>
                      <a:pt x="14950" y="125844"/>
                    </a:cubicBezTo>
                    <a:lnTo>
                      <a:pt x="14950" y="5423615"/>
                    </a:lnTo>
                    <a:cubicBezTo>
                      <a:pt x="14950" y="5484666"/>
                      <a:pt x="64765" y="5534504"/>
                      <a:pt x="125789" y="5534504"/>
                    </a:cubicBezTo>
                    <a:lnTo>
                      <a:pt x="3651453" y="5534504"/>
                    </a:lnTo>
                    <a:cubicBezTo>
                      <a:pt x="3712477" y="5534504"/>
                      <a:pt x="3762291" y="5484666"/>
                      <a:pt x="3762291" y="5423615"/>
                    </a:cubicBezTo>
                    <a:lnTo>
                      <a:pt x="3762291" y="125844"/>
                    </a:lnTo>
                    <a:cubicBezTo>
                      <a:pt x="3762291" y="64792"/>
                      <a:pt x="3712477" y="14954"/>
                      <a:pt x="3651453" y="14954"/>
                    </a:cubicBezTo>
                    <a:close/>
                    <a:moveTo>
                      <a:pt x="125783" y="0"/>
                    </a:moveTo>
                    <a:lnTo>
                      <a:pt x="3651453" y="0"/>
                    </a:lnTo>
                    <a:cubicBezTo>
                      <a:pt x="3719949" y="0"/>
                      <a:pt x="3777237" y="57314"/>
                      <a:pt x="3777237" y="125841"/>
                    </a:cubicBezTo>
                    <a:lnTo>
                      <a:pt x="3777237" y="5423618"/>
                    </a:lnTo>
                    <a:cubicBezTo>
                      <a:pt x="3777237" y="5492145"/>
                      <a:pt x="3719949" y="5549459"/>
                      <a:pt x="3651453" y="5549459"/>
                    </a:cubicBezTo>
                    <a:lnTo>
                      <a:pt x="125783" y="5549459"/>
                    </a:lnTo>
                    <a:cubicBezTo>
                      <a:pt x="57287" y="5549459"/>
                      <a:pt x="0" y="5492145"/>
                      <a:pt x="0" y="5423618"/>
                    </a:cubicBezTo>
                    <a:lnTo>
                      <a:pt x="0" y="125841"/>
                    </a:lnTo>
                    <a:cubicBezTo>
                      <a:pt x="0" y="57314"/>
                      <a:pt x="57287" y="0"/>
                      <a:pt x="1257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B18944C8-48DD-2848-8FF9-84BDB9B96F6F}"/>
                  </a:ext>
                </a:extLst>
              </p:cNvPr>
              <p:cNvSpPr/>
              <p:nvPr/>
            </p:nvSpPr>
            <p:spPr>
              <a:xfrm>
                <a:off x="14496034" y="7255547"/>
                <a:ext cx="3495687" cy="4473963"/>
              </a:xfrm>
              <a:custGeom>
                <a:avLst/>
                <a:gdLst>
                  <a:gd name="connsiteX0" fmla="*/ 14952 w 3495687"/>
                  <a:gd name="connsiteY0" fmla="*/ 14955 h 4473963"/>
                  <a:gd name="connsiteX1" fmla="*/ 14952 w 3495687"/>
                  <a:gd name="connsiteY1" fmla="*/ 4459009 h 4473963"/>
                  <a:gd name="connsiteX2" fmla="*/ 3480745 w 3495687"/>
                  <a:gd name="connsiteY2" fmla="*/ 4459009 h 4473963"/>
                  <a:gd name="connsiteX3" fmla="*/ 3480745 w 3495687"/>
                  <a:gd name="connsiteY3" fmla="*/ 14955 h 4473963"/>
                  <a:gd name="connsiteX4" fmla="*/ 0 w 3495687"/>
                  <a:gd name="connsiteY4" fmla="*/ 0 h 4473963"/>
                  <a:gd name="connsiteX5" fmla="*/ 3495687 w 3495687"/>
                  <a:gd name="connsiteY5" fmla="*/ 0 h 4473963"/>
                  <a:gd name="connsiteX6" fmla="*/ 3495687 w 3495687"/>
                  <a:gd name="connsiteY6" fmla="*/ 4473963 h 4473963"/>
                  <a:gd name="connsiteX7" fmla="*/ 0 w 3495687"/>
                  <a:gd name="connsiteY7" fmla="*/ 4473963 h 44739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95687" h="4473963">
                    <a:moveTo>
                      <a:pt x="14952" y="14955"/>
                    </a:moveTo>
                    <a:lnTo>
                      <a:pt x="14952" y="4459009"/>
                    </a:lnTo>
                    <a:lnTo>
                      <a:pt x="3480745" y="4459009"/>
                    </a:lnTo>
                    <a:lnTo>
                      <a:pt x="3480745" y="14955"/>
                    </a:lnTo>
                    <a:close/>
                    <a:moveTo>
                      <a:pt x="0" y="0"/>
                    </a:moveTo>
                    <a:lnTo>
                      <a:pt x="3495687" y="0"/>
                    </a:lnTo>
                    <a:lnTo>
                      <a:pt x="3495687" y="4473963"/>
                    </a:lnTo>
                    <a:lnTo>
                      <a:pt x="0" y="4473963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6E3498F5-0243-9C44-B673-FF913F707F99}"/>
                  </a:ext>
                </a:extLst>
              </p:cNvPr>
              <p:cNvSpPr/>
              <p:nvPr/>
            </p:nvSpPr>
            <p:spPr>
              <a:xfrm>
                <a:off x="14496034" y="11715798"/>
                <a:ext cx="3495687" cy="139578"/>
              </a:xfrm>
              <a:custGeom>
                <a:avLst/>
                <a:gdLst>
                  <a:gd name="connsiteX0" fmla="*/ 14952 w 3495687"/>
                  <a:gd name="connsiteY0" fmla="*/ 14959 h 139578"/>
                  <a:gd name="connsiteX1" fmla="*/ 14952 w 3495687"/>
                  <a:gd name="connsiteY1" fmla="*/ 123381 h 139578"/>
                  <a:gd name="connsiteX2" fmla="*/ 3480745 w 3495687"/>
                  <a:gd name="connsiteY2" fmla="*/ 123381 h 139578"/>
                  <a:gd name="connsiteX3" fmla="*/ 3480745 w 3495687"/>
                  <a:gd name="connsiteY3" fmla="*/ 14959 h 139578"/>
                  <a:gd name="connsiteX4" fmla="*/ 0 w 3495687"/>
                  <a:gd name="connsiteY4" fmla="*/ 0 h 139578"/>
                  <a:gd name="connsiteX5" fmla="*/ 3495687 w 3495687"/>
                  <a:gd name="connsiteY5" fmla="*/ 0 h 139578"/>
                  <a:gd name="connsiteX6" fmla="*/ 3495687 w 3495687"/>
                  <a:gd name="connsiteY6" fmla="*/ 139578 h 139578"/>
                  <a:gd name="connsiteX7" fmla="*/ 0 w 3495687"/>
                  <a:gd name="connsiteY7" fmla="*/ 139578 h 139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95687" h="139578">
                    <a:moveTo>
                      <a:pt x="14952" y="14959"/>
                    </a:moveTo>
                    <a:lnTo>
                      <a:pt x="14952" y="123381"/>
                    </a:lnTo>
                    <a:lnTo>
                      <a:pt x="3480745" y="123381"/>
                    </a:lnTo>
                    <a:lnTo>
                      <a:pt x="3480745" y="14959"/>
                    </a:lnTo>
                    <a:close/>
                    <a:moveTo>
                      <a:pt x="0" y="0"/>
                    </a:moveTo>
                    <a:lnTo>
                      <a:pt x="3495687" y="0"/>
                    </a:lnTo>
                    <a:lnTo>
                      <a:pt x="3495687" y="139578"/>
                    </a:lnTo>
                    <a:lnTo>
                      <a:pt x="0" y="139578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3" name="Freeform 342">
                <a:extLst>
                  <a:ext uri="{FF2B5EF4-FFF2-40B4-BE49-F238E27FC236}">
                    <a16:creationId xmlns:a16="http://schemas.microsoft.com/office/drawing/2014/main" id="{60C6E911-F1C8-F74E-98C4-D654CF416B75}"/>
                  </a:ext>
                </a:extLst>
              </p:cNvPr>
              <p:cNvSpPr/>
              <p:nvPr/>
            </p:nvSpPr>
            <p:spPr>
              <a:xfrm>
                <a:off x="14496034" y="11840421"/>
                <a:ext cx="3495687" cy="720321"/>
              </a:xfrm>
              <a:custGeom>
                <a:avLst/>
                <a:gdLst>
                  <a:gd name="connsiteX0" fmla="*/ 14952 w 3495687"/>
                  <a:gd name="connsiteY0" fmla="*/ 16201 h 720321"/>
                  <a:gd name="connsiteX1" fmla="*/ 14952 w 3495687"/>
                  <a:gd name="connsiteY1" fmla="*/ 705366 h 720321"/>
                  <a:gd name="connsiteX2" fmla="*/ 3480745 w 3495687"/>
                  <a:gd name="connsiteY2" fmla="*/ 705366 h 720321"/>
                  <a:gd name="connsiteX3" fmla="*/ 3480745 w 3495687"/>
                  <a:gd name="connsiteY3" fmla="*/ 16201 h 720321"/>
                  <a:gd name="connsiteX4" fmla="*/ 0 w 3495687"/>
                  <a:gd name="connsiteY4" fmla="*/ 0 h 720321"/>
                  <a:gd name="connsiteX5" fmla="*/ 3495687 w 3495687"/>
                  <a:gd name="connsiteY5" fmla="*/ 0 h 720321"/>
                  <a:gd name="connsiteX6" fmla="*/ 3495687 w 3495687"/>
                  <a:gd name="connsiteY6" fmla="*/ 720321 h 720321"/>
                  <a:gd name="connsiteX7" fmla="*/ 0 w 3495687"/>
                  <a:gd name="connsiteY7" fmla="*/ 720321 h 720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95687" h="720321">
                    <a:moveTo>
                      <a:pt x="14952" y="16201"/>
                    </a:moveTo>
                    <a:lnTo>
                      <a:pt x="14952" y="705366"/>
                    </a:lnTo>
                    <a:lnTo>
                      <a:pt x="3480745" y="705366"/>
                    </a:lnTo>
                    <a:lnTo>
                      <a:pt x="3480745" y="16201"/>
                    </a:lnTo>
                    <a:close/>
                    <a:moveTo>
                      <a:pt x="0" y="0"/>
                    </a:moveTo>
                    <a:lnTo>
                      <a:pt x="3495687" y="0"/>
                    </a:lnTo>
                    <a:lnTo>
                      <a:pt x="3495687" y="720321"/>
                    </a:lnTo>
                    <a:lnTo>
                      <a:pt x="0" y="720321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7DE79F58-A292-A244-BF7E-8128DB46D1DB}"/>
                  </a:ext>
                </a:extLst>
              </p:cNvPr>
              <p:cNvSpPr/>
              <p:nvPr/>
            </p:nvSpPr>
            <p:spPr>
              <a:xfrm>
                <a:off x="18196037" y="8187727"/>
                <a:ext cx="128317" cy="7240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" h="582">
                    <a:moveTo>
                      <a:pt x="27" y="0"/>
                    </a:moveTo>
                    <a:lnTo>
                      <a:pt x="0" y="0"/>
                    </a:lnTo>
                    <a:lnTo>
                      <a:pt x="0" y="582"/>
                    </a:lnTo>
                    <a:lnTo>
                      <a:pt x="104" y="582"/>
                    </a:lnTo>
                    <a:lnTo>
                      <a:pt x="104" y="76"/>
                    </a:lnTo>
                    <a:cubicBezTo>
                      <a:pt x="104" y="55"/>
                      <a:pt x="95" y="36"/>
                      <a:pt x="81" y="22"/>
                    </a:cubicBezTo>
                    <a:cubicBezTo>
                      <a:pt x="68" y="8"/>
                      <a:pt x="49" y="0"/>
                      <a:pt x="2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4" name="Freeform 343">
                <a:extLst>
                  <a:ext uri="{FF2B5EF4-FFF2-40B4-BE49-F238E27FC236}">
                    <a16:creationId xmlns:a16="http://schemas.microsoft.com/office/drawing/2014/main" id="{2251E685-7131-7E4E-BE05-EAB3461BB45A}"/>
                  </a:ext>
                </a:extLst>
              </p:cNvPr>
              <p:cNvSpPr/>
              <p:nvPr/>
            </p:nvSpPr>
            <p:spPr>
              <a:xfrm>
                <a:off x="18188564" y="8179003"/>
                <a:ext cx="143264" cy="740260"/>
              </a:xfrm>
              <a:custGeom>
                <a:avLst/>
                <a:gdLst>
                  <a:gd name="connsiteX0" fmla="*/ 14948 w 143264"/>
                  <a:gd name="connsiteY0" fmla="*/ 16201 h 740260"/>
                  <a:gd name="connsiteX1" fmla="*/ 14948 w 143264"/>
                  <a:gd name="connsiteY1" fmla="*/ 725305 h 740260"/>
                  <a:gd name="connsiteX2" fmla="*/ 128316 w 143264"/>
                  <a:gd name="connsiteY2" fmla="*/ 725305 h 740260"/>
                  <a:gd name="connsiteX3" fmla="*/ 128316 w 143264"/>
                  <a:gd name="connsiteY3" fmla="*/ 103284 h 740260"/>
                  <a:gd name="connsiteX4" fmla="*/ 102438 w 143264"/>
                  <a:gd name="connsiteY4" fmla="*/ 42326 h 740260"/>
                  <a:gd name="connsiteX5" fmla="*/ 40826 w 143264"/>
                  <a:gd name="connsiteY5" fmla="*/ 16201 h 740260"/>
                  <a:gd name="connsiteX6" fmla="*/ 0 w 143264"/>
                  <a:gd name="connsiteY6" fmla="*/ 0 h 740260"/>
                  <a:gd name="connsiteX7" fmla="*/ 40756 w 143264"/>
                  <a:gd name="connsiteY7" fmla="*/ 0 h 740260"/>
                  <a:gd name="connsiteX8" fmla="*/ 112388 w 143264"/>
                  <a:gd name="connsiteY8" fmla="*/ 31104 h 740260"/>
                  <a:gd name="connsiteX9" fmla="*/ 143264 w 143264"/>
                  <a:gd name="connsiteY9" fmla="*/ 103263 h 740260"/>
                  <a:gd name="connsiteX10" fmla="*/ 143264 w 143264"/>
                  <a:gd name="connsiteY10" fmla="*/ 740260 h 740260"/>
                  <a:gd name="connsiteX11" fmla="*/ 0 w 143264"/>
                  <a:gd name="connsiteY11" fmla="*/ 740260 h 7402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3264" h="740260">
                    <a:moveTo>
                      <a:pt x="14948" y="16201"/>
                    </a:moveTo>
                    <a:lnTo>
                      <a:pt x="14948" y="725305"/>
                    </a:lnTo>
                    <a:lnTo>
                      <a:pt x="128316" y="725305"/>
                    </a:lnTo>
                    <a:lnTo>
                      <a:pt x="128316" y="103284"/>
                    </a:lnTo>
                    <a:cubicBezTo>
                      <a:pt x="128316" y="79647"/>
                      <a:pt x="118456" y="58499"/>
                      <a:pt x="102438" y="42326"/>
                    </a:cubicBezTo>
                    <a:cubicBezTo>
                      <a:pt x="86418" y="24910"/>
                      <a:pt x="64238" y="16201"/>
                      <a:pt x="40826" y="16201"/>
                    </a:cubicBezTo>
                    <a:close/>
                    <a:moveTo>
                      <a:pt x="0" y="0"/>
                    </a:moveTo>
                    <a:lnTo>
                      <a:pt x="40756" y="0"/>
                    </a:lnTo>
                    <a:cubicBezTo>
                      <a:pt x="67926" y="0"/>
                      <a:pt x="93862" y="11197"/>
                      <a:pt x="112388" y="31104"/>
                    </a:cubicBezTo>
                    <a:cubicBezTo>
                      <a:pt x="132150" y="49766"/>
                      <a:pt x="143264" y="75892"/>
                      <a:pt x="143264" y="103263"/>
                    </a:cubicBezTo>
                    <a:lnTo>
                      <a:pt x="143264" y="740260"/>
                    </a:lnTo>
                    <a:lnTo>
                      <a:pt x="0" y="74026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DF326E0F-4432-0B44-85DB-A56B3D564FAA}"/>
                  </a:ext>
                </a:extLst>
              </p:cNvPr>
              <p:cNvSpPr/>
              <p:nvPr/>
            </p:nvSpPr>
            <p:spPr>
              <a:xfrm>
                <a:off x="18196037" y="8913032"/>
                <a:ext cx="128317" cy="7240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" h="582">
                    <a:moveTo>
                      <a:pt x="0" y="0"/>
                    </a:moveTo>
                    <a:lnTo>
                      <a:pt x="0" y="582"/>
                    </a:lnTo>
                    <a:lnTo>
                      <a:pt x="27" y="582"/>
                    </a:lnTo>
                    <a:cubicBezTo>
                      <a:pt x="49" y="582"/>
                      <a:pt x="68" y="573"/>
                      <a:pt x="81" y="559"/>
                    </a:cubicBezTo>
                    <a:cubicBezTo>
                      <a:pt x="95" y="545"/>
                      <a:pt x="104" y="526"/>
                      <a:pt x="104" y="506"/>
                    </a:cubicBezTo>
                    <a:lnTo>
                      <a:pt x="104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5" name="Freeform 344">
                <a:extLst>
                  <a:ext uri="{FF2B5EF4-FFF2-40B4-BE49-F238E27FC236}">
                    <a16:creationId xmlns:a16="http://schemas.microsoft.com/office/drawing/2014/main" id="{16538C07-CEB2-9147-927A-A028A233FB75}"/>
                  </a:ext>
                </a:extLst>
              </p:cNvPr>
              <p:cNvSpPr/>
              <p:nvPr/>
            </p:nvSpPr>
            <p:spPr>
              <a:xfrm>
                <a:off x="18188564" y="8905555"/>
                <a:ext cx="143264" cy="739014"/>
              </a:xfrm>
              <a:custGeom>
                <a:avLst/>
                <a:gdLst>
                  <a:gd name="connsiteX0" fmla="*/ 14948 w 143264"/>
                  <a:gd name="connsiteY0" fmla="*/ 14955 h 739014"/>
                  <a:gd name="connsiteX1" fmla="*/ 14948 w 143264"/>
                  <a:gd name="connsiteY1" fmla="*/ 724059 h 739014"/>
                  <a:gd name="connsiteX2" fmla="*/ 40826 w 143264"/>
                  <a:gd name="connsiteY2" fmla="*/ 724059 h 739014"/>
                  <a:gd name="connsiteX3" fmla="*/ 102438 w 143264"/>
                  <a:gd name="connsiteY3" fmla="*/ 697934 h 739014"/>
                  <a:gd name="connsiteX4" fmla="*/ 128316 w 143264"/>
                  <a:gd name="connsiteY4" fmla="*/ 636976 h 739014"/>
                  <a:gd name="connsiteX5" fmla="*/ 128316 w 143264"/>
                  <a:gd name="connsiteY5" fmla="*/ 14955 h 739014"/>
                  <a:gd name="connsiteX6" fmla="*/ 0 w 143264"/>
                  <a:gd name="connsiteY6" fmla="*/ 0 h 739014"/>
                  <a:gd name="connsiteX7" fmla="*/ 143264 w 143264"/>
                  <a:gd name="connsiteY7" fmla="*/ 0 h 739014"/>
                  <a:gd name="connsiteX8" fmla="*/ 143264 w 143264"/>
                  <a:gd name="connsiteY8" fmla="*/ 636995 h 739014"/>
                  <a:gd name="connsiteX9" fmla="*/ 112388 w 143264"/>
                  <a:gd name="connsiteY9" fmla="*/ 709155 h 739014"/>
                  <a:gd name="connsiteX10" fmla="*/ 40756 w 143264"/>
                  <a:gd name="connsiteY10" fmla="*/ 739014 h 739014"/>
                  <a:gd name="connsiteX11" fmla="*/ 0 w 143264"/>
                  <a:gd name="connsiteY11" fmla="*/ 739014 h 7390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3264" h="739014">
                    <a:moveTo>
                      <a:pt x="14948" y="14955"/>
                    </a:moveTo>
                    <a:lnTo>
                      <a:pt x="14948" y="724059"/>
                    </a:lnTo>
                    <a:lnTo>
                      <a:pt x="40826" y="724059"/>
                    </a:lnTo>
                    <a:cubicBezTo>
                      <a:pt x="64238" y="724059"/>
                      <a:pt x="86418" y="714107"/>
                      <a:pt x="102438" y="697934"/>
                    </a:cubicBezTo>
                    <a:cubicBezTo>
                      <a:pt x="118456" y="681762"/>
                      <a:pt x="128316" y="660613"/>
                      <a:pt x="128316" y="636976"/>
                    </a:cubicBezTo>
                    <a:lnTo>
                      <a:pt x="128316" y="14955"/>
                    </a:lnTo>
                    <a:close/>
                    <a:moveTo>
                      <a:pt x="0" y="0"/>
                    </a:moveTo>
                    <a:lnTo>
                      <a:pt x="143264" y="0"/>
                    </a:lnTo>
                    <a:lnTo>
                      <a:pt x="143264" y="636995"/>
                    </a:lnTo>
                    <a:cubicBezTo>
                      <a:pt x="143264" y="663122"/>
                      <a:pt x="132150" y="689249"/>
                      <a:pt x="112388" y="709155"/>
                    </a:cubicBezTo>
                    <a:cubicBezTo>
                      <a:pt x="93862" y="727817"/>
                      <a:pt x="67926" y="739014"/>
                      <a:pt x="40756" y="739014"/>
                    </a:cubicBezTo>
                    <a:lnTo>
                      <a:pt x="0" y="739014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DD167486-3359-BD49-96BF-9E6C682EF3D9}"/>
                  </a:ext>
                </a:extLst>
              </p:cNvPr>
              <p:cNvSpPr/>
              <p:nvPr/>
            </p:nvSpPr>
            <p:spPr>
              <a:xfrm>
                <a:off x="14670447" y="8718620"/>
                <a:ext cx="3141883" cy="2260660"/>
              </a:xfrm>
              <a:custGeom>
                <a:avLst/>
                <a:gdLst>
                  <a:gd name="connsiteX0" fmla="*/ 214196 w 3141883"/>
                  <a:gd name="connsiteY0" fmla="*/ 16201 h 2260660"/>
                  <a:gd name="connsiteX1" fmla="*/ 73478 w 3141883"/>
                  <a:gd name="connsiteY1" fmla="*/ 74741 h 2260660"/>
                  <a:gd name="connsiteX2" fmla="*/ 14949 w 3141883"/>
                  <a:gd name="connsiteY2" fmla="*/ 215486 h 2260660"/>
                  <a:gd name="connsiteX3" fmla="*/ 14949 w 3141883"/>
                  <a:gd name="connsiteY3" fmla="*/ 2047666 h 2260660"/>
                  <a:gd name="connsiteX4" fmla="*/ 73478 w 3141883"/>
                  <a:gd name="connsiteY4" fmla="*/ 2188411 h 2260660"/>
                  <a:gd name="connsiteX5" fmla="*/ 214196 w 3141883"/>
                  <a:gd name="connsiteY5" fmla="*/ 2246951 h 2260660"/>
                  <a:gd name="connsiteX6" fmla="*/ 2927687 w 3141883"/>
                  <a:gd name="connsiteY6" fmla="*/ 2246951 h 2260660"/>
                  <a:gd name="connsiteX7" fmla="*/ 3068405 w 3141883"/>
                  <a:gd name="connsiteY7" fmla="*/ 2188411 h 2260660"/>
                  <a:gd name="connsiteX8" fmla="*/ 3126933 w 3141883"/>
                  <a:gd name="connsiteY8" fmla="*/ 2047666 h 2260660"/>
                  <a:gd name="connsiteX9" fmla="*/ 3126933 w 3141883"/>
                  <a:gd name="connsiteY9" fmla="*/ 215486 h 2260660"/>
                  <a:gd name="connsiteX10" fmla="*/ 3068405 w 3141883"/>
                  <a:gd name="connsiteY10" fmla="*/ 74741 h 2260660"/>
                  <a:gd name="connsiteX11" fmla="*/ 2927687 w 3141883"/>
                  <a:gd name="connsiteY11" fmla="*/ 16201 h 2260660"/>
                  <a:gd name="connsiteX12" fmla="*/ 214191 w 3141883"/>
                  <a:gd name="connsiteY12" fmla="*/ 0 h 2260660"/>
                  <a:gd name="connsiteX13" fmla="*/ 2927693 w 3141883"/>
                  <a:gd name="connsiteY13" fmla="*/ 0 h 2260660"/>
                  <a:gd name="connsiteX14" fmla="*/ 3079619 w 3141883"/>
                  <a:gd name="connsiteY14" fmla="*/ 63523 h 2260660"/>
                  <a:gd name="connsiteX15" fmla="*/ 3141883 w 3141883"/>
                  <a:gd name="connsiteY15" fmla="*/ 215479 h 2260660"/>
                  <a:gd name="connsiteX16" fmla="*/ 3141883 w 3141883"/>
                  <a:gd name="connsiteY16" fmla="*/ 2047672 h 2260660"/>
                  <a:gd name="connsiteX17" fmla="*/ 3079619 w 3141883"/>
                  <a:gd name="connsiteY17" fmla="*/ 2198383 h 2260660"/>
                  <a:gd name="connsiteX18" fmla="*/ 2927693 w 3141883"/>
                  <a:gd name="connsiteY18" fmla="*/ 2260660 h 2260660"/>
                  <a:gd name="connsiteX19" fmla="*/ 214191 w 3141883"/>
                  <a:gd name="connsiteY19" fmla="*/ 2260660 h 2260660"/>
                  <a:gd name="connsiteX20" fmla="*/ 63510 w 3141883"/>
                  <a:gd name="connsiteY20" fmla="*/ 2198383 h 2260660"/>
                  <a:gd name="connsiteX21" fmla="*/ 0 w 3141883"/>
                  <a:gd name="connsiteY21" fmla="*/ 2047672 h 2260660"/>
                  <a:gd name="connsiteX22" fmla="*/ 0 w 3141883"/>
                  <a:gd name="connsiteY22" fmla="*/ 215479 h 2260660"/>
                  <a:gd name="connsiteX23" fmla="*/ 63510 w 3141883"/>
                  <a:gd name="connsiteY23" fmla="*/ 63523 h 2260660"/>
                  <a:gd name="connsiteX24" fmla="*/ 214191 w 3141883"/>
                  <a:gd name="connsiteY24" fmla="*/ 0 h 2260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141883" h="2260660">
                    <a:moveTo>
                      <a:pt x="214196" y="16201"/>
                    </a:moveTo>
                    <a:cubicBezTo>
                      <a:pt x="161893" y="16201"/>
                      <a:pt x="110836" y="36130"/>
                      <a:pt x="73478" y="74741"/>
                    </a:cubicBezTo>
                    <a:cubicBezTo>
                      <a:pt x="36119" y="112107"/>
                      <a:pt x="14949" y="161928"/>
                      <a:pt x="14949" y="215486"/>
                    </a:cubicBezTo>
                    <a:lnTo>
                      <a:pt x="14949" y="2047666"/>
                    </a:lnTo>
                    <a:cubicBezTo>
                      <a:pt x="14949" y="2101224"/>
                      <a:pt x="36119" y="2149800"/>
                      <a:pt x="73478" y="2188411"/>
                    </a:cubicBezTo>
                    <a:cubicBezTo>
                      <a:pt x="110836" y="2225777"/>
                      <a:pt x="161893" y="2246951"/>
                      <a:pt x="214196" y="2246951"/>
                    </a:cubicBezTo>
                    <a:lnTo>
                      <a:pt x="2927687" y="2246951"/>
                    </a:lnTo>
                    <a:cubicBezTo>
                      <a:pt x="2981233" y="2246951"/>
                      <a:pt x="3031045" y="2225777"/>
                      <a:pt x="3068405" y="2188411"/>
                    </a:cubicBezTo>
                    <a:cubicBezTo>
                      <a:pt x="3107009" y="2149800"/>
                      <a:pt x="3126933" y="2101224"/>
                      <a:pt x="3126933" y="2047666"/>
                    </a:cubicBezTo>
                    <a:lnTo>
                      <a:pt x="3126933" y="215486"/>
                    </a:lnTo>
                    <a:cubicBezTo>
                      <a:pt x="3126933" y="161928"/>
                      <a:pt x="3107009" y="112107"/>
                      <a:pt x="3068405" y="74741"/>
                    </a:cubicBezTo>
                    <a:cubicBezTo>
                      <a:pt x="3031045" y="36130"/>
                      <a:pt x="2981233" y="16201"/>
                      <a:pt x="2927687" y="16201"/>
                    </a:cubicBezTo>
                    <a:close/>
                    <a:moveTo>
                      <a:pt x="214191" y="0"/>
                    </a:moveTo>
                    <a:lnTo>
                      <a:pt x="2927693" y="0"/>
                    </a:lnTo>
                    <a:cubicBezTo>
                      <a:pt x="2984975" y="0"/>
                      <a:pt x="3038523" y="22420"/>
                      <a:pt x="3079619" y="63523"/>
                    </a:cubicBezTo>
                    <a:cubicBezTo>
                      <a:pt x="3119467" y="104626"/>
                      <a:pt x="3141883" y="156938"/>
                      <a:pt x="3141883" y="215479"/>
                    </a:cubicBezTo>
                    <a:lnTo>
                      <a:pt x="3141883" y="2047672"/>
                    </a:lnTo>
                    <a:cubicBezTo>
                      <a:pt x="3141883" y="2103722"/>
                      <a:pt x="3119467" y="2158526"/>
                      <a:pt x="3079619" y="2198383"/>
                    </a:cubicBezTo>
                    <a:cubicBezTo>
                      <a:pt x="3038523" y="2239486"/>
                      <a:pt x="2984975" y="2260660"/>
                      <a:pt x="2927693" y="2260660"/>
                    </a:cubicBezTo>
                    <a:lnTo>
                      <a:pt x="214191" y="2260660"/>
                    </a:lnTo>
                    <a:cubicBezTo>
                      <a:pt x="158153" y="2260660"/>
                      <a:pt x="103360" y="2239486"/>
                      <a:pt x="63510" y="2198383"/>
                    </a:cubicBezTo>
                    <a:cubicBezTo>
                      <a:pt x="22415" y="2158526"/>
                      <a:pt x="0" y="2103722"/>
                      <a:pt x="0" y="2047672"/>
                    </a:cubicBezTo>
                    <a:lnTo>
                      <a:pt x="0" y="215479"/>
                    </a:lnTo>
                    <a:cubicBezTo>
                      <a:pt x="0" y="156938"/>
                      <a:pt x="22415" y="104626"/>
                      <a:pt x="63510" y="63523"/>
                    </a:cubicBezTo>
                    <a:cubicBezTo>
                      <a:pt x="103360" y="22420"/>
                      <a:pt x="158153" y="0"/>
                      <a:pt x="2141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72FD33BE-9B1B-1640-A9F6-C5CB504C83CA}"/>
                  </a:ext>
                </a:extLst>
              </p:cNvPr>
              <p:cNvSpPr/>
              <p:nvPr/>
            </p:nvSpPr>
            <p:spPr>
              <a:xfrm>
                <a:off x="14677922" y="8727344"/>
                <a:ext cx="3126934" cy="22457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11" h="1803">
                    <a:moveTo>
                      <a:pt x="2345" y="1803"/>
                    </a:moveTo>
                    <a:lnTo>
                      <a:pt x="1256" y="1803"/>
                    </a:lnTo>
                    <a:lnTo>
                      <a:pt x="166" y="1803"/>
                    </a:lnTo>
                    <a:cubicBezTo>
                      <a:pt x="121" y="1803"/>
                      <a:pt x="79" y="1784"/>
                      <a:pt x="49" y="1754"/>
                    </a:cubicBezTo>
                    <a:cubicBezTo>
                      <a:pt x="19" y="1724"/>
                      <a:pt x="0" y="1682"/>
                      <a:pt x="0" y="1637"/>
                    </a:cubicBezTo>
                    <a:lnTo>
                      <a:pt x="0" y="901"/>
                    </a:lnTo>
                    <a:lnTo>
                      <a:pt x="0" y="166"/>
                    </a:lnTo>
                    <a:cubicBezTo>
                      <a:pt x="0" y="120"/>
                      <a:pt x="19" y="78"/>
                      <a:pt x="49" y="48"/>
                    </a:cubicBezTo>
                    <a:cubicBezTo>
                      <a:pt x="79" y="18"/>
                      <a:pt x="121" y="0"/>
                      <a:pt x="166" y="0"/>
                    </a:cubicBezTo>
                    <a:lnTo>
                      <a:pt x="1256" y="0"/>
                    </a:lnTo>
                    <a:lnTo>
                      <a:pt x="2345" y="0"/>
                    </a:lnTo>
                    <a:cubicBezTo>
                      <a:pt x="2391" y="0"/>
                      <a:pt x="2432" y="18"/>
                      <a:pt x="2462" y="48"/>
                    </a:cubicBezTo>
                    <a:cubicBezTo>
                      <a:pt x="2493" y="78"/>
                      <a:pt x="2511" y="120"/>
                      <a:pt x="2511" y="166"/>
                    </a:cubicBezTo>
                    <a:lnTo>
                      <a:pt x="2511" y="901"/>
                    </a:lnTo>
                    <a:lnTo>
                      <a:pt x="2511" y="1637"/>
                    </a:lnTo>
                    <a:cubicBezTo>
                      <a:pt x="2511" y="1682"/>
                      <a:pt x="2493" y="1724"/>
                      <a:pt x="2462" y="1754"/>
                    </a:cubicBezTo>
                    <a:cubicBezTo>
                      <a:pt x="2432" y="1784"/>
                      <a:pt x="2391" y="1803"/>
                      <a:pt x="2345" y="1803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BC453B83-B24F-EF4F-9E08-0395A0470776}"/>
                  </a:ext>
                </a:extLst>
              </p:cNvPr>
              <p:cNvSpPr/>
              <p:nvPr/>
            </p:nvSpPr>
            <p:spPr>
              <a:xfrm>
                <a:off x="13584116" y="7620692"/>
                <a:ext cx="1720438" cy="9695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82" h="779">
                    <a:moveTo>
                      <a:pt x="1143" y="779"/>
                    </a:moveTo>
                    <a:lnTo>
                      <a:pt x="615" y="779"/>
                    </a:lnTo>
                    <a:lnTo>
                      <a:pt x="87" y="779"/>
                    </a:lnTo>
                    <a:cubicBezTo>
                      <a:pt x="63" y="779"/>
                      <a:pt x="41" y="769"/>
                      <a:pt x="26" y="753"/>
                    </a:cubicBezTo>
                    <a:cubicBezTo>
                      <a:pt x="10" y="737"/>
                      <a:pt x="0" y="716"/>
                      <a:pt x="0" y="691"/>
                    </a:cubicBezTo>
                    <a:lnTo>
                      <a:pt x="0" y="389"/>
                    </a:lnTo>
                    <a:lnTo>
                      <a:pt x="0" y="87"/>
                    </a:lnTo>
                    <a:cubicBezTo>
                      <a:pt x="0" y="63"/>
                      <a:pt x="10" y="41"/>
                      <a:pt x="26" y="26"/>
                    </a:cubicBezTo>
                    <a:cubicBezTo>
                      <a:pt x="41" y="10"/>
                      <a:pt x="63" y="0"/>
                      <a:pt x="87" y="0"/>
                    </a:cubicBezTo>
                    <a:lnTo>
                      <a:pt x="615" y="0"/>
                    </a:lnTo>
                    <a:lnTo>
                      <a:pt x="1143" y="0"/>
                    </a:lnTo>
                    <a:cubicBezTo>
                      <a:pt x="1167" y="0"/>
                      <a:pt x="1189" y="10"/>
                      <a:pt x="1204" y="26"/>
                    </a:cubicBezTo>
                    <a:cubicBezTo>
                      <a:pt x="1220" y="41"/>
                      <a:pt x="1230" y="63"/>
                      <a:pt x="1230" y="87"/>
                    </a:cubicBezTo>
                    <a:lnTo>
                      <a:pt x="1230" y="225"/>
                    </a:lnTo>
                    <a:lnTo>
                      <a:pt x="1230" y="362"/>
                    </a:lnTo>
                    <a:lnTo>
                      <a:pt x="1306" y="406"/>
                    </a:lnTo>
                    <a:lnTo>
                      <a:pt x="1382" y="450"/>
                    </a:lnTo>
                    <a:lnTo>
                      <a:pt x="1306" y="490"/>
                    </a:lnTo>
                    <a:lnTo>
                      <a:pt x="1230" y="529"/>
                    </a:lnTo>
                    <a:lnTo>
                      <a:pt x="1230" y="610"/>
                    </a:lnTo>
                    <a:lnTo>
                      <a:pt x="1230" y="691"/>
                    </a:lnTo>
                    <a:cubicBezTo>
                      <a:pt x="1230" y="716"/>
                      <a:pt x="1220" y="737"/>
                      <a:pt x="1204" y="753"/>
                    </a:cubicBezTo>
                    <a:cubicBezTo>
                      <a:pt x="1189" y="769"/>
                      <a:pt x="1167" y="779"/>
                      <a:pt x="1143" y="77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C27660CA-530B-444C-80C4-9A594F4063E8}"/>
                  </a:ext>
                </a:extLst>
              </p:cNvPr>
              <p:cNvSpPr/>
              <p:nvPr/>
            </p:nvSpPr>
            <p:spPr>
              <a:xfrm>
                <a:off x="13576642" y="7613215"/>
                <a:ext cx="1742863" cy="983275"/>
              </a:xfrm>
              <a:custGeom>
                <a:avLst/>
                <a:gdLst>
                  <a:gd name="connsiteX0" fmla="*/ 115785 w 1742863"/>
                  <a:gd name="connsiteY0" fmla="*/ 14955 h 983275"/>
                  <a:gd name="connsiteX1" fmla="*/ 44827 w 1742863"/>
                  <a:gd name="connsiteY1" fmla="*/ 44826 h 983275"/>
                  <a:gd name="connsiteX2" fmla="*/ 16195 w 1742863"/>
                  <a:gd name="connsiteY2" fmla="*/ 115768 h 983275"/>
                  <a:gd name="connsiteX3" fmla="*/ 16195 w 1742863"/>
                  <a:gd name="connsiteY3" fmla="*/ 867509 h 983275"/>
                  <a:gd name="connsiteX4" fmla="*/ 44827 w 1742863"/>
                  <a:gd name="connsiteY4" fmla="*/ 939697 h 983275"/>
                  <a:gd name="connsiteX5" fmla="*/ 115785 w 1742863"/>
                  <a:gd name="connsiteY5" fmla="*/ 969567 h 983275"/>
                  <a:gd name="connsiteX6" fmla="*/ 1430376 w 1742863"/>
                  <a:gd name="connsiteY6" fmla="*/ 969567 h 983275"/>
                  <a:gd name="connsiteX7" fmla="*/ 1501334 w 1742863"/>
                  <a:gd name="connsiteY7" fmla="*/ 939697 h 983275"/>
                  <a:gd name="connsiteX8" fmla="*/ 1531211 w 1742863"/>
                  <a:gd name="connsiteY8" fmla="*/ 867509 h 983275"/>
                  <a:gd name="connsiteX9" fmla="*/ 1531211 w 1742863"/>
                  <a:gd name="connsiteY9" fmla="*/ 660905 h 983275"/>
                  <a:gd name="connsiteX10" fmla="*/ 1711718 w 1742863"/>
                  <a:gd name="connsiteY10" fmla="*/ 567560 h 983275"/>
                  <a:gd name="connsiteX11" fmla="*/ 1531211 w 1742863"/>
                  <a:gd name="connsiteY11" fmla="*/ 461768 h 983275"/>
                  <a:gd name="connsiteX12" fmla="*/ 1531211 w 1742863"/>
                  <a:gd name="connsiteY12" fmla="*/ 115768 h 983275"/>
                  <a:gd name="connsiteX13" fmla="*/ 1501334 w 1742863"/>
                  <a:gd name="connsiteY13" fmla="*/ 44826 h 983275"/>
                  <a:gd name="connsiteX14" fmla="*/ 1430376 w 1742863"/>
                  <a:gd name="connsiteY14" fmla="*/ 14955 h 983275"/>
                  <a:gd name="connsiteX15" fmla="*/ 115776 w 1742863"/>
                  <a:gd name="connsiteY15" fmla="*/ 0 h 983275"/>
                  <a:gd name="connsiteX16" fmla="*/ 1430392 w 1742863"/>
                  <a:gd name="connsiteY16" fmla="*/ 0 h 983275"/>
                  <a:gd name="connsiteX17" fmla="*/ 1511311 w 1742863"/>
                  <a:gd name="connsiteY17" fmla="*/ 34851 h 983275"/>
                  <a:gd name="connsiteX18" fmla="*/ 1546168 w 1742863"/>
                  <a:gd name="connsiteY18" fmla="*/ 115753 h 983275"/>
                  <a:gd name="connsiteX19" fmla="*/ 1546168 w 1742863"/>
                  <a:gd name="connsiteY19" fmla="*/ 453054 h 983275"/>
                  <a:gd name="connsiteX20" fmla="*/ 1742863 w 1742863"/>
                  <a:gd name="connsiteY20" fmla="*/ 567561 h 983275"/>
                  <a:gd name="connsiteX21" fmla="*/ 1546168 w 1742863"/>
                  <a:gd name="connsiteY21" fmla="*/ 670868 h 983275"/>
                  <a:gd name="connsiteX22" fmla="*/ 1546168 w 1742863"/>
                  <a:gd name="connsiteY22" fmla="*/ 867522 h 983275"/>
                  <a:gd name="connsiteX23" fmla="*/ 1511311 w 1742863"/>
                  <a:gd name="connsiteY23" fmla="*/ 949669 h 983275"/>
                  <a:gd name="connsiteX24" fmla="*/ 1430392 w 1742863"/>
                  <a:gd name="connsiteY24" fmla="*/ 983275 h 983275"/>
                  <a:gd name="connsiteX25" fmla="*/ 115776 w 1742863"/>
                  <a:gd name="connsiteY25" fmla="*/ 983275 h 983275"/>
                  <a:gd name="connsiteX26" fmla="*/ 34857 w 1742863"/>
                  <a:gd name="connsiteY26" fmla="*/ 949669 h 983275"/>
                  <a:gd name="connsiteX27" fmla="*/ 0 w 1742863"/>
                  <a:gd name="connsiteY27" fmla="*/ 867522 h 983275"/>
                  <a:gd name="connsiteX28" fmla="*/ 0 w 1742863"/>
                  <a:gd name="connsiteY28" fmla="*/ 115753 h 983275"/>
                  <a:gd name="connsiteX29" fmla="*/ 34857 w 1742863"/>
                  <a:gd name="connsiteY29" fmla="*/ 34851 h 983275"/>
                  <a:gd name="connsiteX30" fmla="*/ 115776 w 1742863"/>
                  <a:gd name="connsiteY30" fmla="*/ 0 h 9832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742863" h="983275">
                    <a:moveTo>
                      <a:pt x="115785" y="14955"/>
                    </a:moveTo>
                    <a:cubicBezTo>
                      <a:pt x="89643" y="14955"/>
                      <a:pt x="64745" y="26157"/>
                      <a:pt x="44827" y="44826"/>
                    </a:cubicBezTo>
                    <a:cubicBezTo>
                      <a:pt x="26154" y="64739"/>
                      <a:pt x="16195" y="89632"/>
                      <a:pt x="16195" y="115768"/>
                    </a:cubicBezTo>
                    <a:lnTo>
                      <a:pt x="16195" y="867509"/>
                    </a:lnTo>
                    <a:cubicBezTo>
                      <a:pt x="16195" y="894891"/>
                      <a:pt x="26154" y="921027"/>
                      <a:pt x="44827" y="939697"/>
                    </a:cubicBezTo>
                    <a:cubicBezTo>
                      <a:pt x="64745" y="958366"/>
                      <a:pt x="89643" y="969567"/>
                      <a:pt x="115785" y="969567"/>
                    </a:cubicBezTo>
                    <a:lnTo>
                      <a:pt x="1430376" y="969567"/>
                    </a:lnTo>
                    <a:cubicBezTo>
                      <a:pt x="1456518" y="969567"/>
                      <a:pt x="1481416" y="958366"/>
                      <a:pt x="1501334" y="939697"/>
                    </a:cubicBezTo>
                    <a:cubicBezTo>
                      <a:pt x="1520007" y="921027"/>
                      <a:pt x="1531211" y="894891"/>
                      <a:pt x="1531211" y="867509"/>
                    </a:cubicBezTo>
                    <a:lnTo>
                      <a:pt x="1531211" y="660905"/>
                    </a:lnTo>
                    <a:lnTo>
                      <a:pt x="1711718" y="567560"/>
                    </a:lnTo>
                    <a:lnTo>
                      <a:pt x="1531211" y="461768"/>
                    </a:lnTo>
                    <a:lnTo>
                      <a:pt x="1531211" y="115768"/>
                    </a:lnTo>
                    <a:cubicBezTo>
                      <a:pt x="1531211" y="89632"/>
                      <a:pt x="1520007" y="64739"/>
                      <a:pt x="1501334" y="44826"/>
                    </a:cubicBezTo>
                    <a:cubicBezTo>
                      <a:pt x="1481416" y="26157"/>
                      <a:pt x="1456518" y="14955"/>
                      <a:pt x="1430376" y="14955"/>
                    </a:cubicBezTo>
                    <a:close/>
                    <a:moveTo>
                      <a:pt x="115776" y="0"/>
                    </a:moveTo>
                    <a:lnTo>
                      <a:pt x="1430392" y="0"/>
                    </a:lnTo>
                    <a:cubicBezTo>
                      <a:pt x="1461515" y="0"/>
                      <a:pt x="1490148" y="12447"/>
                      <a:pt x="1511311" y="34851"/>
                    </a:cubicBezTo>
                    <a:cubicBezTo>
                      <a:pt x="1533720" y="56010"/>
                      <a:pt x="1546168" y="84637"/>
                      <a:pt x="1546168" y="115753"/>
                    </a:cubicBezTo>
                    <a:lnTo>
                      <a:pt x="1546168" y="453054"/>
                    </a:lnTo>
                    <a:lnTo>
                      <a:pt x="1742863" y="567561"/>
                    </a:lnTo>
                    <a:lnTo>
                      <a:pt x="1546168" y="670868"/>
                    </a:lnTo>
                    <a:lnTo>
                      <a:pt x="1546168" y="867522"/>
                    </a:lnTo>
                    <a:cubicBezTo>
                      <a:pt x="1546168" y="898639"/>
                      <a:pt x="1533720" y="928510"/>
                      <a:pt x="1511311" y="949669"/>
                    </a:cubicBezTo>
                    <a:cubicBezTo>
                      <a:pt x="1490148" y="972073"/>
                      <a:pt x="1461515" y="983275"/>
                      <a:pt x="1430392" y="983275"/>
                    </a:cubicBezTo>
                    <a:lnTo>
                      <a:pt x="115776" y="983275"/>
                    </a:lnTo>
                    <a:cubicBezTo>
                      <a:pt x="85898" y="983275"/>
                      <a:pt x="56021" y="972073"/>
                      <a:pt x="34857" y="949669"/>
                    </a:cubicBezTo>
                    <a:cubicBezTo>
                      <a:pt x="12449" y="928510"/>
                      <a:pt x="0" y="898639"/>
                      <a:pt x="0" y="867522"/>
                    </a:cubicBezTo>
                    <a:lnTo>
                      <a:pt x="0" y="115753"/>
                    </a:lnTo>
                    <a:cubicBezTo>
                      <a:pt x="0" y="84637"/>
                      <a:pt x="12449" y="56010"/>
                      <a:pt x="34857" y="34851"/>
                    </a:cubicBezTo>
                    <a:cubicBezTo>
                      <a:pt x="56021" y="12447"/>
                      <a:pt x="85898" y="0"/>
                      <a:pt x="1157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9DF0A610-F9BD-5142-885B-941DD8844163}"/>
                  </a:ext>
                </a:extLst>
              </p:cNvPr>
              <p:cNvSpPr/>
              <p:nvPr/>
            </p:nvSpPr>
            <p:spPr>
              <a:xfrm>
                <a:off x="13797147" y="7767747"/>
                <a:ext cx="878283" cy="1196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6" h="97">
                    <a:moveTo>
                      <a:pt x="657" y="97"/>
                    </a:moveTo>
                    <a:lnTo>
                      <a:pt x="353" y="97"/>
                    </a:lnTo>
                    <a:lnTo>
                      <a:pt x="48" y="97"/>
                    </a:lnTo>
                    <a:cubicBezTo>
                      <a:pt x="35" y="97"/>
                      <a:pt x="23" y="92"/>
                      <a:pt x="13" y="83"/>
                    </a:cubicBezTo>
                    <a:cubicBezTo>
                      <a:pt x="5" y="74"/>
                      <a:pt x="0" y="62"/>
                      <a:pt x="0" y="49"/>
                    </a:cubicBezTo>
                    <a:cubicBezTo>
                      <a:pt x="0" y="35"/>
                      <a:pt x="5" y="23"/>
                      <a:pt x="13" y="14"/>
                    </a:cubicBezTo>
                    <a:cubicBezTo>
                      <a:pt x="23" y="5"/>
                      <a:pt x="35" y="0"/>
                      <a:pt x="48" y="0"/>
                    </a:cubicBezTo>
                    <a:lnTo>
                      <a:pt x="353" y="0"/>
                    </a:lnTo>
                    <a:lnTo>
                      <a:pt x="657" y="0"/>
                    </a:lnTo>
                    <a:cubicBezTo>
                      <a:pt x="671" y="0"/>
                      <a:pt x="683" y="5"/>
                      <a:pt x="692" y="14"/>
                    </a:cubicBezTo>
                    <a:cubicBezTo>
                      <a:pt x="700" y="23"/>
                      <a:pt x="706" y="35"/>
                      <a:pt x="706" y="49"/>
                    </a:cubicBezTo>
                    <a:cubicBezTo>
                      <a:pt x="706" y="62"/>
                      <a:pt x="700" y="74"/>
                      <a:pt x="692" y="83"/>
                    </a:cubicBezTo>
                    <a:cubicBezTo>
                      <a:pt x="683" y="92"/>
                      <a:pt x="671" y="97"/>
                      <a:pt x="657" y="9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8" name="Freeform 347">
                <a:extLst>
                  <a:ext uri="{FF2B5EF4-FFF2-40B4-BE49-F238E27FC236}">
                    <a16:creationId xmlns:a16="http://schemas.microsoft.com/office/drawing/2014/main" id="{6187B24D-307E-8D49-81D0-14AEC6479539}"/>
                  </a:ext>
                </a:extLst>
              </p:cNvPr>
              <p:cNvSpPr/>
              <p:nvPr/>
            </p:nvSpPr>
            <p:spPr>
              <a:xfrm>
                <a:off x="13789672" y="7760270"/>
                <a:ext cx="893233" cy="134593"/>
              </a:xfrm>
              <a:custGeom>
                <a:avLst/>
                <a:gdLst>
                  <a:gd name="connsiteX0" fmla="*/ 67198 w 893233"/>
                  <a:gd name="connsiteY0" fmla="*/ 14955 h 134593"/>
                  <a:gd name="connsiteX1" fmla="*/ 29878 w 893233"/>
                  <a:gd name="connsiteY1" fmla="*/ 30966 h 134593"/>
                  <a:gd name="connsiteX2" fmla="*/ 14950 w 893233"/>
                  <a:gd name="connsiteY2" fmla="*/ 67913 h 134593"/>
                  <a:gd name="connsiteX3" fmla="*/ 29878 w 893233"/>
                  <a:gd name="connsiteY3" fmla="*/ 103628 h 134593"/>
                  <a:gd name="connsiteX4" fmla="*/ 67198 w 893233"/>
                  <a:gd name="connsiteY4" fmla="*/ 119638 h 134593"/>
                  <a:gd name="connsiteX5" fmla="*/ 824792 w 893233"/>
                  <a:gd name="connsiteY5" fmla="*/ 119638 h 134593"/>
                  <a:gd name="connsiteX6" fmla="*/ 863356 w 893233"/>
                  <a:gd name="connsiteY6" fmla="*/ 103628 h 134593"/>
                  <a:gd name="connsiteX7" fmla="*/ 878284 w 893233"/>
                  <a:gd name="connsiteY7" fmla="*/ 67913 h 134593"/>
                  <a:gd name="connsiteX8" fmla="*/ 863356 w 893233"/>
                  <a:gd name="connsiteY8" fmla="*/ 30966 h 134593"/>
                  <a:gd name="connsiteX9" fmla="*/ 824792 w 893233"/>
                  <a:gd name="connsiteY9" fmla="*/ 14955 h 134593"/>
                  <a:gd name="connsiteX10" fmla="*/ 67179 w 893233"/>
                  <a:gd name="connsiteY10" fmla="*/ 0 h 134593"/>
                  <a:gd name="connsiteX11" fmla="*/ 824810 w 893233"/>
                  <a:gd name="connsiteY11" fmla="*/ 0 h 134593"/>
                  <a:gd name="connsiteX12" fmla="*/ 873328 w 893233"/>
                  <a:gd name="connsiteY12" fmla="*/ 19757 h 134593"/>
                  <a:gd name="connsiteX13" fmla="*/ 893233 w 893233"/>
                  <a:gd name="connsiteY13" fmla="*/ 67914 h 134593"/>
                  <a:gd name="connsiteX14" fmla="*/ 873328 w 893233"/>
                  <a:gd name="connsiteY14" fmla="*/ 114836 h 134593"/>
                  <a:gd name="connsiteX15" fmla="*/ 824810 w 893233"/>
                  <a:gd name="connsiteY15" fmla="*/ 134593 h 134593"/>
                  <a:gd name="connsiteX16" fmla="*/ 67179 w 893233"/>
                  <a:gd name="connsiteY16" fmla="*/ 134593 h 134593"/>
                  <a:gd name="connsiteX17" fmla="*/ 18661 w 893233"/>
                  <a:gd name="connsiteY17" fmla="*/ 114836 h 134593"/>
                  <a:gd name="connsiteX18" fmla="*/ 0 w 893233"/>
                  <a:gd name="connsiteY18" fmla="*/ 67914 h 134593"/>
                  <a:gd name="connsiteX19" fmla="*/ 18661 w 893233"/>
                  <a:gd name="connsiteY19" fmla="*/ 19757 h 134593"/>
                  <a:gd name="connsiteX20" fmla="*/ 67179 w 893233"/>
                  <a:gd name="connsiteY20" fmla="*/ 0 h 134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93233" h="134593">
                    <a:moveTo>
                      <a:pt x="67198" y="14955"/>
                    </a:moveTo>
                    <a:cubicBezTo>
                      <a:pt x="53514" y="14955"/>
                      <a:pt x="39830" y="21113"/>
                      <a:pt x="29878" y="30966"/>
                    </a:cubicBezTo>
                    <a:cubicBezTo>
                      <a:pt x="19926" y="39587"/>
                      <a:pt x="14950" y="53134"/>
                      <a:pt x="14950" y="67913"/>
                    </a:cubicBezTo>
                    <a:cubicBezTo>
                      <a:pt x="14950" y="81460"/>
                      <a:pt x="19926" y="95007"/>
                      <a:pt x="29878" y="103628"/>
                    </a:cubicBezTo>
                    <a:cubicBezTo>
                      <a:pt x="39830" y="113480"/>
                      <a:pt x="53514" y="119638"/>
                      <a:pt x="67198" y="119638"/>
                    </a:cubicBezTo>
                    <a:lnTo>
                      <a:pt x="824792" y="119638"/>
                    </a:lnTo>
                    <a:cubicBezTo>
                      <a:pt x="838476" y="119638"/>
                      <a:pt x="852160" y="113480"/>
                      <a:pt x="863356" y="103628"/>
                    </a:cubicBezTo>
                    <a:cubicBezTo>
                      <a:pt x="872064" y="95007"/>
                      <a:pt x="878284" y="81460"/>
                      <a:pt x="878284" y="67913"/>
                    </a:cubicBezTo>
                    <a:cubicBezTo>
                      <a:pt x="878284" y="53134"/>
                      <a:pt x="872064" y="39587"/>
                      <a:pt x="863356" y="30966"/>
                    </a:cubicBezTo>
                    <a:cubicBezTo>
                      <a:pt x="852160" y="21113"/>
                      <a:pt x="838476" y="14955"/>
                      <a:pt x="824792" y="14955"/>
                    </a:cubicBezTo>
                    <a:close/>
                    <a:moveTo>
                      <a:pt x="67179" y="0"/>
                    </a:moveTo>
                    <a:lnTo>
                      <a:pt x="824810" y="0"/>
                    </a:lnTo>
                    <a:cubicBezTo>
                      <a:pt x="843471" y="0"/>
                      <a:pt x="860888" y="7409"/>
                      <a:pt x="873328" y="19757"/>
                    </a:cubicBezTo>
                    <a:cubicBezTo>
                      <a:pt x="887013" y="32105"/>
                      <a:pt x="893233" y="49392"/>
                      <a:pt x="893233" y="67914"/>
                    </a:cubicBezTo>
                    <a:cubicBezTo>
                      <a:pt x="893233" y="85201"/>
                      <a:pt x="887013" y="102488"/>
                      <a:pt x="873328" y="114836"/>
                    </a:cubicBezTo>
                    <a:cubicBezTo>
                      <a:pt x="860888" y="127184"/>
                      <a:pt x="843471" y="134593"/>
                      <a:pt x="824810" y="134593"/>
                    </a:cubicBezTo>
                    <a:lnTo>
                      <a:pt x="67179" y="134593"/>
                    </a:lnTo>
                    <a:cubicBezTo>
                      <a:pt x="49762" y="134593"/>
                      <a:pt x="32345" y="127184"/>
                      <a:pt x="18661" y="114836"/>
                    </a:cubicBezTo>
                    <a:cubicBezTo>
                      <a:pt x="7464" y="102488"/>
                      <a:pt x="0" y="85201"/>
                      <a:pt x="0" y="67914"/>
                    </a:cubicBezTo>
                    <a:cubicBezTo>
                      <a:pt x="0" y="49392"/>
                      <a:pt x="7464" y="32105"/>
                      <a:pt x="18661" y="19757"/>
                    </a:cubicBezTo>
                    <a:cubicBezTo>
                      <a:pt x="32345" y="7409"/>
                      <a:pt x="49762" y="0"/>
                      <a:pt x="671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E0B18DB2-EAF9-A140-B1DC-AE0CEAE9E65E}"/>
                  </a:ext>
                </a:extLst>
              </p:cNvPr>
              <p:cNvSpPr/>
              <p:nvPr/>
            </p:nvSpPr>
            <p:spPr>
              <a:xfrm>
                <a:off x="13793409" y="8041918"/>
                <a:ext cx="549394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2" h="12">
                    <a:moveTo>
                      <a:pt x="437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437" y="0"/>
                    </a:lnTo>
                    <a:cubicBezTo>
                      <a:pt x="440" y="0"/>
                      <a:pt x="442" y="2"/>
                      <a:pt x="442" y="6"/>
                    </a:cubicBezTo>
                    <a:cubicBezTo>
                      <a:pt x="442" y="9"/>
                      <a:pt x="440" y="12"/>
                      <a:pt x="437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C4A3850D-B08E-ED4D-873B-6F6D4D949B9D}"/>
                  </a:ext>
                </a:extLst>
              </p:cNvPr>
              <p:cNvSpPr/>
              <p:nvPr/>
            </p:nvSpPr>
            <p:spPr>
              <a:xfrm>
                <a:off x="13793409" y="8193958"/>
                <a:ext cx="1065152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6" h="12">
                    <a:moveTo>
                      <a:pt x="850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850" y="0"/>
                    </a:lnTo>
                    <a:cubicBezTo>
                      <a:pt x="854" y="0"/>
                      <a:pt x="856" y="3"/>
                      <a:pt x="856" y="6"/>
                    </a:cubicBezTo>
                    <a:cubicBezTo>
                      <a:pt x="856" y="9"/>
                      <a:pt x="854" y="12"/>
                      <a:pt x="85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B7B38034-CF9B-5B42-A069-C0D4643F2A1A}"/>
                  </a:ext>
                </a:extLst>
              </p:cNvPr>
              <p:cNvSpPr/>
              <p:nvPr/>
            </p:nvSpPr>
            <p:spPr>
              <a:xfrm>
                <a:off x="13793409" y="8345998"/>
                <a:ext cx="1065152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6" h="13">
                    <a:moveTo>
                      <a:pt x="850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850" y="0"/>
                    </a:lnTo>
                    <a:cubicBezTo>
                      <a:pt x="854" y="0"/>
                      <a:pt x="856" y="3"/>
                      <a:pt x="856" y="6"/>
                    </a:cubicBezTo>
                    <a:cubicBezTo>
                      <a:pt x="856" y="10"/>
                      <a:pt x="854" y="13"/>
                      <a:pt x="85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8292BA42-97A3-9349-B85D-5FDD5838C7CA}"/>
                  </a:ext>
                </a:extLst>
              </p:cNvPr>
              <p:cNvSpPr/>
              <p:nvPr/>
            </p:nvSpPr>
            <p:spPr>
              <a:xfrm>
                <a:off x="13523073" y="9529916"/>
                <a:ext cx="756196" cy="6181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8" h="497">
                    <a:moveTo>
                      <a:pt x="474" y="497"/>
                    </a:moveTo>
                    <a:lnTo>
                      <a:pt x="329" y="408"/>
                    </a:lnTo>
                    <a:lnTo>
                      <a:pt x="324" y="409"/>
                    </a:lnTo>
                    <a:cubicBezTo>
                      <a:pt x="250" y="415"/>
                      <a:pt x="150" y="371"/>
                      <a:pt x="100" y="316"/>
                    </a:cubicBezTo>
                    <a:cubicBezTo>
                      <a:pt x="100" y="316"/>
                      <a:pt x="48" y="294"/>
                      <a:pt x="23" y="279"/>
                    </a:cubicBezTo>
                    <a:cubicBezTo>
                      <a:pt x="20" y="277"/>
                      <a:pt x="16" y="274"/>
                      <a:pt x="14" y="271"/>
                    </a:cubicBezTo>
                    <a:cubicBezTo>
                      <a:pt x="2" y="259"/>
                      <a:pt x="-2" y="242"/>
                      <a:pt x="1" y="226"/>
                    </a:cubicBezTo>
                    <a:cubicBezTo>
                      <a:pt x="4" y="213"/>
                      <a:pt x="12" y="200"/>
                      <a:pt x="25" y="192"/>
                    </a:cubicBezTo>
                    <a:lnTo>
                      <a:pt x="37" y="184"/>
                    </a:lnTo>
                    <a:lnTo>
                      <a:pt x="32" y="145"/>
                    </a:lnTo>
                    <a:cubicBezTo>
                      <a:pt x="30" y="135"/>
                      <a:pt x="32" y="124"/>
                      <a:pt x="36" y="115"/>
                    </a:cubicBezTo>
                    <a:cubicBezTo>
                      <a:pt x="40" y="107"/>
                      <a:pt x="46" y="99"/>
                      <a:pt x="54" y="94"/>
                    </a:cubicBezTo>
                    <a:lnTo>
                      <a:pt x="75" y="80"/>
                    </a:lnTo>
                    <a:lnTo>
                      <a:pt x="72" y="69"/>
                    </a:lnTo>
                    <a:cubicBezTo>
                      <a:pt x="69" y="56"/>
                      <a:pt x="71" y="45"/>
                      <a:pt x="75" y="34"/>
                    </a:cubicBezTo>
                    <a:cubicBezTo>
                      <a:pt x="86" y="9"/>
                      <a:pt x="120" y="0"/>
                      <a:pt x="120" y="0"/>
                    </a:cubicBezTo>
                    <a:lnTo>
                      <a:pt x="300" y="20"/>
                    </a:lnTo>
                    <a:cubicBezTo>
                      <a:pt x="351" y="26"/>
                      <a:pt x="396" y="58"/>
                      <a:pt x="418" y="104"/>
                    </a:cubicBezTo>
                    <a:lnTo>
                      <a:pt x="462" y="190"/>
                    </a:lnTo>
                    <a:lnTo>
                      <a:pt x="608" y="279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D03F2355-0D35-9C4A-834B-EDB288286FC7}"/>
                  </a:ext>
                </a:extLst>
              </p:cNvPr>
              <p:cNvSpPr/>
              <p:nvPr/>
            </p:nvSpPr>
            <p:spPr>
              <a:xfrm>
                <a:off x="13515170" y="9522438"/>
                <a:ext cx="771623" cy="633084"/>
              </a:xfrm>
              <a:custGeom>
                <a:avLst/>
                <a:gdLst>
                  <a:gd name="connsiteX0" fmla="*/ 157158 w 771623"/>
                  <a:gd name="connsiteY0" fmla="*/ 14955 h 633084"/>
                  <a:gd name="connsiteX1" fmla="*/ 108654 w 771623"/>
                  <a:gd name="connsiteY1" fmla="*/ 52265 h 633084"/>
                  <a:gd name="connsiteX2" fmla="*/ 104923 w 771623"/>
                  <a:gd name="connsiteY2" fmla="*/ 90818 h 633084"/>
                  <a:gd name="connsiteX3" fmla="*/ 108654 w 771623"/>
                  <a:gd name="connsiteY3" fmla="*/ 104498 h 633084"/>
                  <a:gd name="connsiteX4" fmla="*/ 104923 w 771623"/>
                  <a:gd name="connsiteY4" fmla="*/ 113204 h 633084"/>
                  <a:gd name="connsiteX5" fmla="*/ 78805 w 771623"/>
                  <a:gd name="connsiteY5" fmla="*/ 130615 h 633084"/>
                  <a:gd name="connsiteX6" fmla="*/ 60150 w 771623"/>
                  <a:gd name="connsiteY6" fmla="*/ 153001 h 633084"/>
                  <a:gd name="connsiteX7" fmla="*/ 55175 w 771623"/>
                  <a:gd name="connsiteY7" fmla="*/ 187823 h 633084"/>
                  <a:gd name="connsiteX8" fmla="*/ 61394 w 771623"/>
                  <a:gd name="connsiteY8" fmla="*/ 235082 h 633084"/>
                  <a:gd name="connsiteX9" fmla="*/ 58906 w 771623"/>
                  <a:gd name="connsiteY9" fmla="*/ 242544 h 633084"/>
                  <a:gd name="connsiteX10" fmla="*/ 42738 w 771623"/>
                  <a:gd name="connsiteY10" fmla="*/ 252493 h 633084"/>
                  <a:gd name="connsiteX11" fmla="*/ 16621 w 771623"/>
                  <a:gd name="connsiteY11" fmla="*/ 291046 h 633084"/>
                  <a:gd name="connsiteX12" fmla="*/ 30301 w 771623"/>
                  <a:gd name="connsiteY12" fmla="*/ 339549 h 633084"/>
                  <a:gd name="connsiteX13" fmla="*/ 40251 w 771623"/>
                  <a:gd name="connsiteY13" fmla="*/ 347011 h 633084"/>
                  <a:gd name="connsiteX14" fmla="*/ 134771 w 771623"/>
                  <a:gd name="connsiteY14" fmla="*/ 393026 h 633084"/>
                  <a:gd name="connsiteX15" fmla="*/ 138502 w 771623"/>
                  <a:gd name="connsiteY15" fmla="*/ 395513 h 633084"/>
                  <a:gd name="connsiteX16" fmla="*/ 409627 w 771623"/>
                  <a:gd name="connsiteY16" fmla="*/ 508686 h 633084"/>
                  <a:gd name="connsiteX17" fmla="*/ 415846 w 771623"/>
                  <a:gd name="connsiteY17" fmla="*/ 508686 h 633084"/>
                  <a:gd name="connsiteX18" fmla="*/ 417089 w 771623"/>
                  <a:gd name="connsiteY18" fmla="*/ 507442 h 633084"/>
                  <a:gd name="connsiteX19" fmla="*/ 419577 w 771623"/>
                  <a:gd name="connsiteY19" fmla="*/ 508686 h 633084"/>
                  <a:gd name="connsiteX20" fmla="*/ 596181 w 771623"/>
                  <a:gd name="connsiteY20" fmla="*/ 616884 h 633084"/>
                  <a:gd name="connsiteX21" fmla="*/ 752886 w 771623"/>
                  <a:gd name="connsiteY21" fmla="*/ 356960 h 633084"/>
                  <a:gd name="connsiteX22" fmla="*/ 577526 w 771623"/>
                  <a:gd name="connsiteY22" fmla="*/ 250006 h 633084"/>
                  <a:gd name="connsiteX23" fmla="*/ 575038 w 771623"/>
                  <a:gd name="connsiteY23" fmla="*/ 246275 h 633084"/>
                  <a:gd name="connsiteX24" fmla="*/ 521559 w 771623"/>
                  <a:gd name="connsiteY24" fmla="*/ 140564 h 633084"/>
                  <a:gd name="connsiteX25" fmla="*/ 378535 w 771623"/>
                  <a:gd name="connsiteY25" fmla="*/ 39828 h 633084"/>
                  <a:gd name="connsiteX26" fmla="*/ 154657 w 771623"/>
                  <a:gd name="connsiteY26" fmla="*/ 0 h 633084"/>
                  <a:gd name="connsiteX27" fmla="*/ 157145 w 771623"/>
                  <a:gd name="connsiteY27" fmla="*/ 0 h 633084"/>
                  <a:gd name="connsiteX28" fmla="*/ 381025 w 771623"/>
                  <a:gd name="connsiteY28" fmla="*/ 24876 h 633084"/>
                  <a:gd name="connsiteX29" fmla="*/ 535254 w 771623"/>
                  <a:gd name="connsiteY29" fmla="*/ 133084 h 633084"/>
                  <a:gd name="connsiteX30" fmla="*/ 587493 w 771623"/>
                  <a:gd name="connsiteY30" fmla="*/ 238806 h 633084"/>
                  <a:gd name="connsiteX31" fmla="*/ 767842 w 771623"/>
                  <a:gd name="connsiteY31" fmla="*/ 347015 h 633084"/>
                  <a:gd name="connsiteX32" fmla="*/ 770329 w 771623"/>
                  <a:gd name="connsiteY32" fmla="*/ 358209 h 633084"/>
                  <a:gd name="connsiteX33" fmla="*/ 604906 w 771623"/>
                  <a:gd name="connsiteY33" fmla="*/ 630596 h 633084"/>
                  <a:gd name="connsiteX34" fmla="*/ 599931 w 771623"/>
                  <a:gd name="connsiteY34" fmla="*/ 633084 h 633084"/>
                  <a:gd name="connsiteX35" fmla="*/ 597444 w 771623"/>
                  <a:gd name="connsiteY35" fmla="*/ 633084 h 633084"/>
                  <a:gd name="connsiteX36" fmla="*/ 594956 w 771623"/>
                  <a:gd name="connsiteY36" fmla="*/ 633084 h 633084"/>
                  <a:gd name="connsiteX37" fmla="*/ 413364 w 771623"/>
                  <a:gd name="connsiteY37" fmla="*/ 523631 h 633084"/>
                  <a:gd name="connsiteX38" fmla="*/ 410876 w 771623"/>
                  <a:gd name="connsiteY38" fmla="*/ 523631 h 633084"/>
                  <a:gd name="connsiteX39" fmla="*/ 127294 w 771623"/>
                  <a:gd name="connsiteY39" fmla="*/ 406716 h 633084"/>
                  <a:gd name="connsiteX40" fmla="*/ 32766 w 771623"/>
                  <a:gd name="connsiteY40" fmla="*/ 360696 h 633084"/>
                  <a:gd name="connsiteX41" fmla="*/ 19085 w 771623"/>
                  <a:gd name="connsiteY41" fmla="*/ 349502 h 633084"/>
                  <a:gd name="connsiteX42" fmla="*/ 1672 w 771623"/>
                  <a:gd name="connsiteY42" fmla="*/ 287313 h 633084"/>
                  <a:gd name="connsiteX43" fmla="*/ 34010 w 771623"/>
                  <a:gd name="connsiteY43" fmla="*/ 240050 h 633084"/>
                  <a:gd name="connsiteX44" fmla="*/ 46448 w 771623"/>
                  <a:gd name="connsiteY44" fmla="*/ 232587 h 633084"/>
                  <a:gd name="connsiteX45" fmla="*/ 40229 w 771623"/>
                  <a:gd name="connsiteY45" fmla="*/ 189055 h 633084"/>
                  <a:gd name="connsiteX46" fmla="*/ 46448 w 771623"/>
                  <a:gd name="connsiteY46" fmla="*/ 146766 h 633084"/>
                  <a:gd name="connsiteX47" fmla="*/ 71324 w 771623"/>
                  <a:gd name="connsiteY47" fmla="*/ 118159 h 633084"/>
                  <a:gd name="connsiteX48" fmla="*/ 92468 w 771623"/>
                  <a:gd name="connsiteY48" fmla="*/ 103234 h 633084"/>
                  <a:gd name="connsiteX49" fmla="*/ 89980 w 771623"/>
                  <a:gd name="connsiteY49" fmla="*/ 94527 h 633084"/>
                  <a:gd name="connsiteX50" fmla="*/ 94955 w 771623"/>
                  <a:gd name="connsiteY50" fmla="*/ 47264 h 633084"/>
                  <a:gd name="connsiteX51" fmla="*/ 154657 w 771623"/>
                  <a:gd name="connsiteY51" fmla="*/ 0 h 6330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771623" h="633084">
                    <a:moveTo>
                      <a:pt x="157158" y="14955"/>
                    </a:moveTo>
                    <a:cubicBezTo>
                      <a:pt x="150939" y="17442"/>
                      <a:pt x="118603" y="28635"/>
                      <a:pt x="108654" y="52265"/>
                    </a:cubicBezTo>
                    <a:cubicBezTo>
                      <a:pt x="103679" y="65945"/>
                      <a:pt x="101192" y="79625"/>
                      <a:pt x="104923" y="90818"/>
                    </a:cubicBezTo>
                    <a:lnTo>
                      <a:pt x="108654" y="104498"/>
                    </a:lnTo>
                    <a:cubicBezTo>
                      <a:pt x="108654" y="108229"/>
                      <a:pt x="107410" y="111960"/>
                      <a:pt x="104923" y="113204"/>
                    </a:cubicBezTo>
                    <a:lnTo>
                      <a:pt x="78805" y="130615"/>
                    </a:lnTo>
                    <a:cubicBezTo>
                      <a:pt x="71343" y="136833"/>
                      <a:pt x="63881" y="144295"/>
                      <a:pt x="60150" y="153001"/>
                    </a:cubicBezTo>
                    <a:cubicBezTo>
                      <a:pt x="55175" y="162950"/>
                      <a:pt x="52688" y="175386"/>
                      <a:pt x="55175" y="187823"/>
                    </a:cubicBezTo>
                    <a:lnTo>
                      <a:pt x="61394" y="235082"/>
                    </a:lnTo>
                    <a:cubicBezTo>
                      <a:pt x="62637" y="238813"/>
                      <a:pt x="61394" y="241300"/>
                      <a:pt x="58906" y="242544"/>
                    </a:cubicBezTo>
                    <a:lnTo>
                      <a:pt x="42738" y="252493"/>
                    </a:lnTo>
                    <a:cubicBezTo>
                      <a:pt x="29058" y="261199"/>
                      <a:pt x="19108" y="274879"/>
                      <a:pt x="16621" y="291046"/>
                    </a:cubicBezTo>
                    <a:cubicBezTo>
                      <a:pt x="12890" y="308458"/>
                      <a:pt x="17864" y="325869"/>
                      <a:pt x="30301" y="339549"/>
                    </a:cubicBezTo>
                    <a:cubicBezTo>
                      <a:pt x="34032" y="342036"/>
                      <a:pt x="37763" y="345767"/>
                      <a:pt x="40251" y="347011"/>
                    </a:cubicBezTo>
                    <a:cubicBezTo>
                      <a:pt x="71343" y="365666"/>
                      <a:pt x="134771" y="393026"/>
                      <a:pt x="134771" y="393026"/>
                    </a:cubicBezTo>
                    <a:cubicBezTo>
                      <a:pt x="136015" y="394270"/>
                      <a:pt x="137259" y="395513"/>
                      <a:pt x="138502" y="395513"/>
                    </a:cubicBezTo>
                    <a:cubicBezTo>
                      <a:pt x="200687" y="465158"/>
                      <a:pt x="322569" y="516148"/>
                      <a:pt x="409627" y="508686"/>
                    </a:cubicBezTo>
                    <a:lnTo>
                      <a:pt x="415846" y="508686"/>
                    </a:lnTo>
                    <a:cubicBezTo>
                      <a:pt x="415846" y="507442"/>
                      <a:pt x="415846" y="507442"/>
                      <a:pt x="417089" y="507442"/>
                    </a:cubicBezTo>
                    <a:cubicBezTo>
                      <a:pt x="417089" y="507442"/>
                      <a:pt x="418333" y="508686"/>
                      <a:pt x="419577" y="508686"/>
                    </a:cubicBezTo>
                    <a:lnTo>
                      <a:pt x="596181" y="616884"/>
                    </a:lnTo>
                    <a:lnTo>
                      <a:pt x="752886" y="356960"/>
                    </a:lnTo>
                    <a:lnTo>
                      <a:pt x="577526" y="250006"/>
                    </a:lnTo>
                    <a:cubicBezTo>
                      <a:pt x="576282" y="248762"/>
                      <a:pt x="575038" y="247518"/>
                      <a:pt x="575038" y="246275"/>
                    </a:cubicBezTo>
                    <a:lnTo>
                      <a:pt x="521559" y="140564"/>
                    </a:lnTo>
                    <a:cubicBezTo>
                      <a:pt x="494198" y="84600"/>
                      <a:pt x="440719" y="47290"/>
                      <a:pt x="378535" y="39828"/>
                    </a:cubicBezTo>
                    <a:close/>
                    <a:moveTo>
                      <a:pt x="154657" y="0"/>
                    </a:moveTo>
                    <a:cubicBezTo>
                      <a:pt x="155901" y="0"/>
                      <a:pt x="157145" y="0"/>
                      <a:pt x="157145" y="0"/>
                    </a:cubicBezTo>
                    <a:lnTo>
                      <a:pt x="381025" y="24876"/>
                    </a:lnTo>
                    <a:cubicBezTo>
                      <a:pt x="446946" y="32338"/>
                      <a:pt x="505404" y="73383"/>
                      <a:pt x="535254" y="133084"/>
                    </a:cubicBezTo>
                    <a:lnTo>
                      <a:pt x="587493" y="238806"/>
                    </a:lnTo>
                    <a:lnTo>
                      <a:pt x="767842" y="347015"/>
                    </a:lnTo>
                    <a:cubicBezTo>
                      <a:pt x="771573" y="349502"/>
                      <a:pt x="772817" y="354477"/>
                      <a:pt x="770329" y="358209"/>
                    </a:cubicBezTo>
                    <a:lnTo>
                      <a:pt x="604906" y="630596"/>
                    </a:lnTo>
                    <a:cubicBezTo>
                      <a:pt x="603662" y="631840"/>
                      <a:pt x="602419" y="633084"/>
                      <a:pt x="599931" y="633084"/>
                    </a:cubicBezTo>
                    <a:cubicBezTo>
                      <a:pt x="599931" y="633084"/>
                      <a:pt x="598687" y="633084"/>
                      <a:pt x="597444" y="633084"/>
                    </a:cubicBezTo>
                    <a:cubicBezTo>
                      <a:pt x="596200" y="633084"/>
                      <a:pt x="594956" y="633084"/>
                      <a:pt x="594956" y="633084"/>
                    </a:cubicBezTo>
                    <a:lnTo>
                      <a:pt x="413364" y="523631"/>
                    </a:lnTo>
                    <a:lnTo>
                      <a:pt x="410876" y="523631"/>
                    </a:lnTo>
                    <a:cubicBezTo>
                      <a:pt x="320080" y="532338"/>
                      <a:pt x="193214" y="478855"/>
                      <a:pt x="127294" y="406716"/>
                    </a:cubicBezTo>
                    <a:cubicBezTo>
                      <a:pt x="117344" y="402985"/>
                      <a:pt x="61373" y="378109"/>
                      <a:pt x="32766" y="360696"/>
                    </a:cubicBezTo>
                    <a:cubicBezTo>
                      <a:pt x="27791" y="358209"/>
                      <a:pt x="24060" y="354477"/>
                      <a:pt x="19085" y="349502"/>
                    </a:cubicBezTo>
                    <a:cubicBezTo>
                      <a:pt x="2916" y="333333"/>
                      <a:pt x="-3303" y="310945"/>
                      <a:pt x="1672" y="287313"/>
                    </a:cubicBezTo>
                    <a:cubicBezTo>
                      <a:pt x="5403" y="267413"/>
                      <a:pt x="17841" y="250000"/>
                      <a:pt x="34010" y="240050"/>
                    </a:cubicBezTo>
                    <a:lnTo>
                      <a:pt x="46448" y="232587"/>
                    </a:lnTo>
                    <a:lnTo>
                      <a:pt x="40229" y="189055"/>
                    </a:lnTo>
                    <a:cubicBezTo>
                      <a:pt x="37741" y="175373"/>
                      <a:pt x="40229" y="160448"/>
                      <a:pt x="46448" y="146766"/>
                    </a:cubicBezTo>
                    <a:cubicBezTo>
                      <a:pt x="52667" y="135572"/>
                      <a:pt x="60130" y="125622"/>
                      <a:pt x="71324" y="118159"/>
                    </a:cubicBezTo>
                    <a:lnTo>
                      <a:pt x="92468" y="103234"/>
                    </a:lnTo>
                    <a:lnTo>
                      <a:pt x="89980" y="94527"/>
                    </a:lnTo>
                    <a:cubicBezTo>
                      <a:pt x="86249" y="79602"/>
                      <a:pt x="87493" y="63433"/>
                      <a:pt x="94955" y="47264"/>
                    </a:cubicBezTo>
                    <a:cubicBezTo>
                      <a:pt x="108637" y="12438"/>
                      <a:pt x="153413" y="1244"/>
                      <a:pt x="1546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60EB78EC-6368-DE4D-9001-49A005D762E2}"/>
                  </a:ext>
                </a:extLst>
              </p:cNvPr>
              <p:cNvSpPr/>
              <p:nvPr/>
            </p:nvSpPr>
            <p:spPr>
              <a:xfrm>
                <a:off x="13687517" y="9539886"/>
                <a:ext cx="246667" cy="2878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9" h="232">
                    <a:moveTo>
                      <a:pt x="192" y="232"/>
                    </a:moveTo>
                    <a:cubicBezTo>
                      <a:pt x="191" y="232"/>
                      <a:pt x="190" y="232"/>
                      <a:pt x="189" y="231"/>
                    </a:cubicBezTo>
                    <a:cubicBezTo>
                      <a:pt x="130" y="189"/>
                      <a:pt x="130" y="121"/>
                      <a:pt x="132" y="97"/>
                    </a:cubicBezTo>
                    <a:cubicBezTo>
                      <a:pt x="51" y="111"/>
                      <a:pt x="9" y="79"/>
                      <a:pt x="1" y="54"/>
                    </a:cubicBezTo>
                    <a:cubicBezTo>
                      <a:pt x="-2" y="44"/>
                      <a:pt x="1" y="34"/>
                      <a:pt x="10" y="31"/>
                    </a:cubicBezTo>
                    <a:cubicBezTo>
                      <a:pt x="12" y="29"/>
                      <a:pt x="75" y="11"/>
                      <a:pt x="113" y="0"/>
                    </a:cubicBezTo>
                    <a:cubicBezTo>
                      <a:pt x="116" y="-1"/>
                      <a:pt x="119" y="1"/>
                      <a:pt x="121" y="4"/>
                    </a:cubicBezTo>
                    <a:cubicBezTo>
                      <a:pt x="121" y="7"/>
                      <a:pt x="119" y="11"/>
                      <a:pt x="116" y="12"/>
                    </a:cubicBezTo>
                    <a:cubicBezTo>
                      <a:pt x="77" y="23"/>
                      <a:pt x="17" y="40"/>
                      <a:pt x="14" y="42"/>
                    </a:cubicBezTo>
                    <a:cubicBezTo>
                      <a:pt x="11" y="43"/>
                      <a:pt x="12" y="48"/>
                      <a:pt x="12" y="51"/>
                    </a:cubicBezTo>
                    <a:cubicBezTo>
                      <a:pt x="18" y="69"/>
                      <a:pt x="56" y="100"/>
                      <a:pt x="138" y="84"/>
                    </a:cubicBezTo>
                    <a:cubicBezTo>
                      <a:pt x="140" y="84"/>
                      <a:pt x="142" y="85"/>
                      <a:pt x="144" y="86"/>
                    </a:cubicBezTo>
                    <a:cubicBezTo>
                      <a:pt x="145" y="87"/>
                      <a:pt x="146" y="89"/>
                      <a:pt x="146" y="91"/>
                    </a:cubicBezTo>
                    <a:cubicBezTo>
                      <a:pt x="145" y="92"/>
                      <a:pt x="130" y="174"/>
                      <a:pt x="196" y="222"/>
                    </a:cubicBezTo>
                    <a:cubicBezTo>
                      <a:pt x="199" y="224"/>
                      <a:pt x="199" y="228"/>
                      <a:pt x="197" y="230"/>
                    </a:cubicBezTo>
                    <a:cubicBezTo>
                      <a:pt x="197" y="232"/>
                      <a:pt x="194" y="232"/>
                      <a:pt x="192" y="23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9252D404-39F8-DC49-82D7-F20EFC1119FC}"/>
                  </a:ext>
                </a:extLst>
              </p:cNvPr>
              <p:cNvSpPr/>
              <p:nvPr/>
            </p:nvSpPr>
            <p:spPr>
              <a:xfrm>
                <a:off x="13640177" y="9649554"/>
                <a:ext cx="164445" cy="2804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3" h="226">
                    <a:moveTo>
                      <a:pt x="6" y="226"/>
                    </a:moveTo>
                    <a:cubicBezTo>
                      <a:pt x="2" y="226"/>
                      <a:pt x="0" y="223"/>
                      <a:pt x="0" y="220"/>
                    </a:cubicBezTo>
                    <a:cubicBezTo>
                      <a:pt x="0" y="217"/>
                      <a:pt x="2" y="214"/>
                      <a:pt x="6" y="214"/>
                    </a:cubicBezTo>
                    <a:cubicBezTo>
                      <a:pt x="6" y="214"/>
                      <a:pt x="28" y="214"/>
                      <a:pt x="43" y="200"/>
                    </a:cubicBezTo>
                    <a:cubicBezTo>
                      <a:pt x="57" y="187"/>
                      <a:pt x="46" y="165"/>
                      <a:pt x="46" y="164"/>
                    </a:cubicBezTo>
                    <a:cubicBezTo>
                      <a:pt x="45" y="163"/>
                      <a:pt x="45" y="161"/>
                      <a:pt x="46" y="159"/>
                    </a:cubicBezTo>
                    <a:cubicBezTo>
                      <a:pt x="47" y="157"/>
                      <a:pt x="48" y="156"/>
                      <a:pt x="50" y="156"/>
                    </a:cubicBezTo>
                    <a:cubicBezTo>
                      <a:pt x="50" y="155"/>
                      <a:pt x="81" y="148"/>
                      <a:pt x="92" y="128"/>
                    </a:cubicBezTo>
                    <a:cubicBezTo>
                      <a:pt x="103" y="109"/>
                      <a:pt x="88" y="87"/>
                      <a:pt x="88" y="87"/>
                    </a:cubicBezTo>
                    <a:cubicBezTo>
                      <a:pt x="87" y="86"/>
                      <a:pt x="87" y="84"/>
                      <a:pt x="87" y="82"/>
                    </a:cubicBezTo>
                    <a:cubicBezTo>
                      <a:pt x="88" y="80"/>
                      <a:pt x="89" y="79"/>
                      <a:pt x="91" y="78"/>
                    </a:cubicBezTo>
                    <a:cubicBezTo>
                      <a:pt x="91" y="78"/>
                      <a:pt x="111" y="69"/>
                      <a:pt x="117" y="54"/>
                    </a:cubicBezTo>
                    <a:cubicBezTo>
                      <a:pt x="128" y="34"/>
                      <a:pt x="109" y="10"/>
                      <a:pt x="109" y="10"/>
                    </a:cubicBezTo>
                    <a:cubicBezTo>
                      <a:pt x="107" y="7"/>
                      <a:pt x="107" y="3"/>
                      <a:pt x="110" y="1"/>
                    </a:cubicBezTo>
                    <a:cubicBezTo>
                      <a:pt x="113" y="-1"/>
                      <a:pt x="116" y="-1"/>
                      <a:pt x="118" y="2"/>
                    </a:cubicBezTo>
                    <a:cubicBezTo>
                      <a:pt x="120" y="3"/>
                      <a:pt x="142" y="32"/>
                      <a:pt x="128" y="60"/>
                    </a:cubicBezTo>
                    <a:cubicBezTo>
                      <a:pt x="122" y="72"/>
                      <a:pt x="109" y="82"/>
                      <a:pt x="102" y="86"/>
                    </a:cubicBezTo>
                    <a:cubicBezTo>
                      <a:pt x="106" y="96"/>
                      <a:pt x="113" y="115"/>
                      <a:pt x="102" y="134"/>
                    </a:cubicBezTo>
                    <a:cubicBezTo>
                      <a:pt x="92" y="153"/>
                      <a:pt x="70" y="162"/>
                      <a:pt x="59" y="166"/>
                    </a:cubicBezTo>
                    <a:cubicBezTo>
                      <a:pt x="63" y="176"/>
                      <a:pt x="65" y="195"/>
                      <a:pt x="51" y="209"/>
                    </a:cubicBezTo>
                    <a:cubicBezTo>
                      <a:pt x="33" y="226"/>
                      <a:pt x="7" y="226"/>
                      <a:pt x="6" y="22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FCE3BC50-D674-8A4B-A430-4967982B9F55}"/>
                  </a:ext>
                </a:extLst>
              </p:cNvPr>
              <p:cNvSpPr/>
              <p:nvPr/>
            </p:nvSpPr>
            <p:spPr>
              <a:xfrm>
                <a:off x="12900177" y="8162802"/>
                <a:ext cx="863334" cy="13758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4" h="1105">
                    <a:moveTo>
                      <a:pt x="33" y="9"/>
                    </a:moveTo>
                    <a:cubicBezTo>
                      <a:pt x="28" y="0"/>
                      <a:pt x="17" y="-3"/>
                      <a:pt x="8" y="2"/>
                    </a:cubicBezTo>
                    <a:cubicBezTo>
                      <a:pt x="0" y="7"/>
                      <a:pt x="-3" y="18"/>
                      <a:pt x="2" y="27"/>
                    </a:cubicBezTo>
                    <a:lnTo>
                      <a:pt x="627" y="1098"/>
                    </a:lnTo>
                    <a:lnTo>
                      <a:pt x="694" y="1105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E723BC7A-2E3A-D44B-A4FA-DAE4AAF5304F}"/>
                  </a:ext>
                </a:extLst>
              </p:cNvPr>
              <p:cNvSpPr/>
              <p:nvPr/>
            </p:nvSpPr>
            <p:spPr>
              <a:xfrm>
                <a:off x="13782197" y="9657031"/>
                <a:ext cx="154478" cy="2155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5" h="174">
                    <a:moveTo>
                      <a:pt x="121" y="129"/>
                    </a:moveTo>
                    <a:lnTo>
                      <a:pt x="43" y="0"/>
                    </a:lnTo>
                    <a:cubicBezTo>
                      <a:pt x="20" y="2"/>
                      <a:pt x="0" y="0"/>
                      <a:pt x="0" y="0"/>
                    </a:cubicBezTo>
                    <a:cubicBezTo>
                      <a:pt x="0" y="0"/>
                      <a:pt x="21" y="27"/>
                      <a:pt x="9" y="51"/>
                    </a:cubicBezTo>
                    <a:cubicBezTo>
                      <a:pt x="9" y="51"/>
                      <a:pt x="9" y="52"/>
                      <a:pt x="8" y="52"/>
                    </a:cubicBezTo>
                    <a:lnTo>
                      <a:pt x="71" y="159"/>
                    </a:lnTo>
                    <a:cubicBezTo>
                      <a:pt x="79" y="173"/>
                      <a:pt x="97" y="178"/>
                      <a:pt x="111" y="169"/>
                    </a:cubicBezTo>
                    <a:cubicBezTo>
                      <a:pt x="125" y="161"/>
                      <a:pt x="129" y="143"/>
                      <a:pt x="121" y="12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4E8E7C87-D49F-C544-BBC7-80EDE570768F}"/>
                  </a:ext>
                </a:extLst>
              </p:cNvPr>
              <p:cNvSpPr/>
              <p:nvPr/>
            </p:nvSpPr>
            <p:spPr>
              <a:xfrm>
                <a:off x="15594824" y="11191139"/>
                <a:ext cx="1593364" cy="13621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80" h="1094">
                    <a:moveTo>
                      <a:pt x="836" y="131"/>
                    </a:moveTo>
                    <a:lnTo>
                      <a:pt x="896" y="0"/>
                    </a:lnTo>
                    <a:cubicBezTo>
                      <a:pt x="334" y="193"/>
                      <a:pt x="47" y="33"/>
                      <a:pt x="47" y="33"/>
                    </a:cubicBezTo>
                    <a:cubicBezTo>
                      <a:pt x="47" y="33"/>
                      <a:pt x="-38" y="587"/>
                      <a:pt x="21" y="1094"/>
                    </a:cubicBezTo>
                    <a:lnTo>
                      <a:pt x="569" y="1094"/>
                    </a:lnTo>
                    <a:cubicBezTo>
                      <a:pt x="569" y="1094"/>
                      <a:pt x="571" y="747"/>
                      <a:pt x="617" y="616"/>
                    </a:cubicBezTo>
                    <a:lnTo>
                      <a:pt x="773" y="1093"/>
                    </a:lnTo>
                    <a:lnTo>
                      <a:pt x="1280" y="1093"/>
                    </a:lnTo>
                    <a:cubicBezTo>
                      <a:pt x="1280" y="1093"/>
                      <a:pt x="1266" y="693"/>
                      <a:pt x="1137" y="210"/>
                    </a:cubicBezTo>
                    <a:lnTo>
                      <a:pt x="1094" y="289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58F56F1D-4B20-CF47-9E12-877234E0AE44}"/>
                  </a:ext>
                </a:extLst>
              </p:cNvPr>
              <p:cNvSpPr/>
              <p:nvPr/>
            </p:nvSpPr>
            <p:spPr>
              <a:xfrm>
                <a:off x="15587862" y="11184417"/>
                <a:ext cx="1607806" cy="1376325"/>
              </a:xfrm>
              <a:custGeom>
                <a:avLst/>
                <a:gdLst>
                  <a:gd name="connsiteX0" fmla="*/ 1107377 w 1607806"/>
                  <a:gd name="connsiteY0" fmla="*/ 20427 h 1376325"/>
                  <a:gd name="connsiteX1" fmla="*/ 330618 w 1607806"/>
                  <a:gd name="connsiteY1" fmla="*/ 126258 h 1376325"/>
                  <a:gd name="connsiteX2" fmla="*/ 71698 w 1607806"/>
                  <a:gd name="connsiteY2" fmla="*/ 60269 h 1376325"/>
                  <a:gd name="connsiteX3" fmla="*/ 40578 w 1607806"/>
                  <a:gd name="connsiteY3" fmla="*/ 1361370 h 1376325"/>
                  <a:gd name="connsiteX4" fmla="*/ 707794 w 1607806"/>
                  <a:gd name="connsiteY4" fmla="*/ 1361370 h 1376325"/>
                  <a:gd name="connsiteX5" fmla="*/ 768790 w 1607806"/>
                  <a:gd name="connsiteY5" fmla="*/ 771206 h 1376325"/>
                  <a:gd name="connsiteX6" fmla="*/ 775014 w 1607806"/>
                  <a:gd name="connsiteY6" fmla="*/ 766225 h 1376325"/>
                  <a:gd name="connsiteX7" fmla="*/ 782483 w 1607806"/>
                  <a:gd name="connsiteY7" fmla="*/ 771206 h 1376325"/>
                  <a:gd name="connsiteX8" fmla="*/ 974183 w 1607806"/>
                  <a:gd name="connsiteY8" fmla="*/ 1360125 h 1376325"/>
                  <a:gd name="connsiteX9" fmla="*/ 1592852 w 1607806"/>
                  <a:gd name="connsiteY9" fmla="*/ 1360125 h 1376325"/>
                  <a:gd name="connsiteX10" fmla="*/ 1419824 w 1607806"/>
                  <a:gd name="connsiteY10" fmla="*/ 289363 h 1376325"/>
                  <a:gd name="connsiteX11" fmla="*/ 1375010 w 1607806"/>
                  <a:gd name="connsiteY11" fmla="*/ 370292 h 1376325"/>
                  <a:gd name="connsiteX12" fmla="*/ 1371276 w 1607806"/>
                  <a:gd name="connsiteY12" fmla="*/ 374028 h 1376325"/>
                  <a:gd name="connsiteX13" fmla="*/ 1365052 w 1607806"/>
                  <a:gd name="connsiteY13" fmla="*/ 374028 h 1376325"/>
                  <a:gd name="connsiteX14" fmla="*/ 1043892 w 1607806"/>
                  <a:gd name="connsiteY14" fmla="*/ 176061 h 1376325"/>
                  <a:gd name="connsiteX15" fmla="*/ 1041403 w 1607806"/>
                  <a:gd name="connsiteY15" fmla="*/ 167346 h 1376325"/>
                  <a:gd name="connsiteX16" fmla="*/ 1119833 w 1607806"/>
                  <a:gd name="connsiteY16" fmla="*/ 488 h 1376325"/>
                  <a:gd name="connsiteX17" fmla="*/ 1128546 w 1607806"/>
                  <a:gd name="connsiteY17" fmla="*/ 2978 h 1376325"/>
                  <a:gd name="connsiteX18" fmla="*/ 1129791 w 1607806"/>
                  <a:gd name="connsiteY18" fmla="*/ 10449 h 1376325"/>
                  <a:gd name="connsiteX19" fmla="*/ 1057591 w 1607806"/>
                  <a:gd name="connsiteY19" fmla="*/ 167332 h 1376325"/>
                  <a:gd name="connsiteX20" fmla="*/ 1365064 w 1607806"/>
                  <a:gd name="connsiteY20" fmla="*/ 355342 h 1376325"/>
                  <a:gd name="connsiteX21" fmla="*/ 1416102 w 1607806"/>
                  <a:gd name="connsiteY21" fmla="*/ 265695 h 1376325"/>
                  <a:gd name="connsiteX22" fmla="*/ 1423570 w 1607806"/>
                  <a:gd name="connsiteY22" fmla="*/ 261959 h 1376325"/>
                  <a:gd name="connsiteX23" fmla="*/ 1429794 w 1607806"/>
                  <a:gd name="connsiteY23" fmla="*/ 266940 h 1376325"/>
                  <a:gd name="connsiteX24" fmla="*/ 1607806 w 1607806"/>
                  <a:gd name="connsiteY24" fmla="*/ 1367609 h 1376325"/>
                  <a:gd name="connsiteX25" fmla="*/ 1606560 w 1607806"/>
                  <a:gd name="connsiteY25" fmla="*/ 1373835 h 1376325"/>
                  <a:gd name="connsiteX26" fmla="*/ 1600336 w 1607806"/>
                  <a:gd name="connsiteY26" fmla="*/ 1375080 h 1376325"/>
                  <a:gd name="connsiteX27" fmla="*/ 969209 w 1607806"/>
                  <a:gd name="connsiteY27" fmla="*/ 1375080 h 1376325"/>
                  <a:gd name="connsiteX28" fmla="*/ 961740 w 1607806"/>
                  <a:gd name="connsiteY28" fmla="*/ 1370099 h 1376325"/>
                  <a:gd name="connsiteX29" fmla="*/ 775016 w 1607806"/>
                  <a:gd name="connsiteY29" fmla="*/ 798598 h 1376325"/>
                  <a:gd name="connsiteX30" fmla="*/ 723978 w 1607806"/>
                  <a:gd name="connsiteY30" fmla="*/ 1368854 h 1376325"/>
                  <a:gd name="connsiteX31" fmla="*/ 715264 w 1607806"/>
                  <a:gd name="connsiteY31" fmla="*/ 1376325 h 1376325"/>
                  <a:gd name="connsiteX32" fmla="*/ 33098 w 1607806"/>
                  <a:gd name="connsiteY32" fmla="*/ 1376325 h 1376325"/>
                  <a:gd name="connsiteX33" fmla="*/ 26874 w 1607806"/>
                  <a:gd name="connsiteY33" fmla="*/ 1368854 h 1376325"/>
                  <a:gd name="connsiteX34" fmla="*/ 57995 w 1607806"/>
                  <a:gd name="connsiteY34" fmla="*/ 47802 h 1376325"/>
                  <a:gd name="connsiteX35" fmla="*/ 61729 w 1607806"/>
                  <a:gd name="connsiteY35" fmla="*/ 41576 h 1376325"/>
                  <a:gd name="connsiteX36" fmla="*/ 69198 w 1607806"/>
                  <a:gd name="connsiteY36" fmla="*/ 42821 h 1376325"/>
                  <a:gd name="connsiteX37" fmla="*/ 333102 w 1607806"/>
                  <a:gd name="connsiteY37" fmla="*/ 110057 h 1376325"/>
                  <a:gd name="connsiteX38" fmla="*/ 1119833 w 1607806"/>
                  <a:gd name="connsiteY38" fmla="*/ 488 h 1376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607806" h="1376325">
                    <a:moveTo>
                      <a:pt x="1107377" y="20427"/>
                    </a:moveTo>
                    <a:cubicBezTo>
                      <a:pt x="753852" y="139954"/>
                      <a:pt x="489953" y="143689"/>
                      <a:pt x="330618" y="126258"/>
                    </a:cubicBezTo>
                    <a:cubicBezTo>
                      <a:pt x="184976" y="108827"/>
                      <a:pt x="99084" y="73965"/>
                      <a:pt x="71698" y="60269"/>
                    </a:cubicBezTo>
                    <a:cubicBezTo>
                      <a:pt x="58005" y="147424"/>
                      <a:pt x="-26642" y="781166"/>
                      <a:pt x="40578" y="1361370"/>
                    </a:cubicBezTo>
                    <a:lnTo>
                      <a:pt x="707794" y="1361370"/>
                    </a:lnTo>
                    <a:cubicBezTo>
                      <a:pt x="709039" y="1300361"/>
                      <a:pt x="714018" y="923105"/>
                      <a:pt x="768790" y="771206"/>
                    </a:cubicBezTo>
                    <a:cubicBezTo>
                      <a:pt x="770035" y="767470"/>
                      <a:pt x="772524" y="766225"/>
                      <a:pt x="775014" y="766225"/>
                    </a:cubicBezTo>
                    <a:cubicBezTo>
                      <a:pt x="778748" y="766225"/>
                      <a:pt x="781238" y="767470"/>
                      <a:pt x="782483" y="771206"/>
                    </a:cubicBezTo>
                    <a:lnTo>
                      <a:pt x="974183" y="1360125"/>
                    </a:lnTo>
                    <a:lnTo>
                      <a:pt x="1592852" y="1360125"/>
                    </a:lnTo>
                    <a:cubicBezTo>
                      <a:pt x="1590362" y="1295381"/>
                      <a:pt x="1562976" y="833459"/>
                      <a:pt x="1419824" y="289363"/>
                    </a:cubicBezTo>
                    <a:lnTo>
                      <a:pt x="1375010" y="370292"/>
                    </a:lnTo>
                    <a:cubicBezTo>
                      <a:pt x="1373766" y="371537"/>
                      <a:pt x="1372522" y="374028"/>
                      <a:pt x="1371276" y="374028"/>
                    </a:cubicBezTo>
                    <a:cubicBezTo>
                      <a:pt x="1368786" y="374028"/>
                      <a:pt x="1366298" y="374028"/>
                      <a:pt x="1365052" y="374028"/>
                    </a:cubicBezTo>
                    <a:lnTo>
                      <a:pt x="1043892" y="176061"/>
                    </a:lnTo>
                    <a:cubicBezTo>
                      <a:pt x="1041403" y="173571"/>
                      <a:pt x="1038913" y="169836"/>
                      <a:pt x="1041403" y="167346"/>
                    </a:cubicBezTo>
                    <a:close/>
                    <a:moveTo>
                      <a:pt x="1119833" y="488"/>
                    </a:moveTo>
                    <a:cubicBezTo>
                      <a:pt x="1122322" y="-757"/>
                      <a:pt x="1126057" y="488"/>
                      <a:pt x="1128546" y="2978"/>
                    </a:cubicBezTo>
                    <a:cubicBezTo>
                      <a:pt x="1129791" y="4223"/>
                      <a:pt x="1129791" y="7959"/>
                      <a:pt x="1129791" y="10449"/>
                    </a:cubicBezTo>
                    <a:lnTo>
                      <a:pt x="1057591" y="167332"/>
                    </a:lnTo>
                    <a:lnTo>
                      <a:pt x="1365064" y="355342"/>
                    </a:lnTo>
                    <a:lnTo>
                      <a:pt x="1416102" y="265695"/>
                    </a:lnTo>
                    <a:cubicBezTo>
                      <a:pt x="1417346" y="261959"/>
                      <a:pt x="1419836" y="260714"/>
                      <a:pt x="1423570" y="261959"/>
                    </a:cubicBezTo>
                    <a:cubicBezTo>
                      <a:pt x="1426060" y="261959"/>
                      <a:pt x="1429794" y="263204"/>
                      <a:pt x="1429794" y="266940"/>
                    </a:cubicBezTo>
                    <a:cubicBezTo>
                      <a:pt x="1587888" y="862098"/>
                      <a:pt x="1607806" y="1362629"/>
                      <a:pt x="1607806" y="1367609"/>
                    </a:cubicBezTo>
                    <a:cubicBezTo>
                      <a:pt x="1607806" y="1368854"/>
                      <a:pt x="1607806" y="1371345"/>
                      <a:pt x="1606560" y="1373835"/>
                    </a:cubicBezTo>
                    <a:cubicBezTo>
                      <a:pt x="1605316" y="1375080"/>
                      <a:pt x="1602826" y="1375080"/>
                      <a:pt x="1600336" y="1375080"/>
                    </a:cubicBezTo>
                    <a:lnTo>
                      <a:pt x="969209" y="1375080"/>
                    </a:lnTo>
                    <a:cubicBezTo>
                      <a:pt x="965474" y="1375080"/>
                      <a:pt x="962984" y="1373835"/>
                      <a:pt x="961740" y="1370099"/>
                    </a:cubicBezTo>
                    <a:lnTo>
                      <a:pt x="775016" y="798598"/>
                    </a:lnTo>
                    <a:cubicBezTo>
                      <a:pt x="726467" y="971667"/>
                      <a:pt x="723978" y="1363874"/>
                      <a:pt x="723978" y="1368854"/>
                    </a:cubicBezTo>
                    <a:cubicBezTo>
                      <a:pt x="723978" y="1372590"/>
                      <a:pt x="720243" y="1376325"/>
                      <a:pt x="715264" y="1376325"/>
                    </a:cubicBezTo>
                    <a:lnTo>
                      <a:pt x="33098" y="1376325"/>
                    </a:lnTo>
                    <a:cubicBezTo>
                      <a:pt x="29364" y="1376325"/>
                      <a:pt x="26874" y="1373835"/>
                      <a:pt x="26874" y="1368854"/>
                    </a:cubicBezTo>
                    <a:cubicBezTo>
                      <a:pt x="-47815" y="743813"/>
                      <a:pt x="56750" y="54027"/>
                      <a:pt x="57995" y="47802"/>
                    </a:cubicBezTo>
                    <a:cubicBezTo>
                      <a:pt x="57995" y="45312"/>
                      <a:pt x="59240" y="42821"/>
                      <a:pt x="61729" y="41576"/>
                    </a:cubicBezTo>
                    <a:cubicBezTo>
                      <a:pt x="64219" y="40331"/>
                      <a:pt x="66709" y="40331"/>
                      <a:pt x="69198" y="42821"/>
                    </a:cubicBezTo>
                    <a:cubicBezTo>
                      <a:pt x="69198" y="42821"/>
                      <a:pt x="158826" y="91380"/>
                      <a:pt x="333102" y="110057"/>
                    </a:cubicBezTo>
                    <a:cubicBezTo>
                      <a:pt x="493684" y="128733"/>
                      <a:pt x="760078" y="123753"/>
                      <a:pt x="1119833" y="4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3E9FDE20-A404-1444-A5D3-060C4D3F748A}"/>
                  </a:ext>
                </a:extLst>
              </p:cNvPr>
              <p:cNvSpPr/>
              <p:nvPr/>
            </p:nvSpPr>
            <p:spPr>
              <a:xfrm>
                <a:off x="15594824" y="11191139"/>
                <a:ext cx="1593364" cy="13621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80" h="1094">
                    <a:moveTo>
                      <a:pt x="836" y="131"/>
                    </a:moveTo>
                    <a:lnTo>
                      <a:pt x="896" y="0"/>
                    </a:lnTo>
                    <a:cubicBezTo>
                      <a:pt x="334" y="193"/>
                      <a:pt x="47" y="33"/>
                      <a:pt x="47" y="33"/>
                    </a:cubicBezTo>
                    <a:cubicBezTo>
                      <a:pt x="47" y="33"/>
                      <a:pt x="-38" y="587"/>
                      <a:pt x="21" y="1094"/>
                    </a:cubicBezTo>
                    <a:lnTo>
                      <a:pt x="569" y="1094"/>
                    </a:lnTo>
                    <a:cubicBezTo>
                      <a:pt x="569" y="1094"/>
                      <a:pt x="571" y="747"/>
                      <a:pt x="617" y="616"/>
                    </a:cubicBezTo>
                    <a:lnTo>
                      <a:pt x="773" y="1093"/>
                    </a:lnTo>
                    <a:lnTo>
                      <a:pt x="1280" y="1093"/>
                    </a:lnTo>
                    <a:cubicBezTo>
                      <a:pt x="1280" y="1093"/>
                      <a:pt x="1266" y="693"/>
                      <a:pt x="1137" y="210"/>
                    </a:cubicBezTo>
                    <a:lnTo>
                      <a:pt x="1094" y="289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5BCAD989-98EF-D54E-8A45-8FA7960A511F}"/>
                  </a:ext>
                </a:extLst>
              </p:cNvPr>
              <p:cNvSpPr/>
              <p:nvPr/>
            </p:nvSpPr>
            <p:spPr>
              <a:xfrm>
                <a:off x="13998962" y="9281916"/>
                <a:ext cx="1787708" cy="19491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6" h="1565">
                    <a:moveTo>
                      <a:pt x="1195" y="1012"/>
                    </a:moveTo>
                    <a:cubicBezTo>
                      <a:pt x="1174" y="969"/>
                      <a:pt x="1168" y="931"/>
                      <a:pt x="1168" y="892"/>
                    </a:cubicBezTo>
                    <a:cubicBezTo>
                      <a:pt x="1168" y="657"/>
                      <a:pt x="1376" y="143"/>
                      <a:pt x="1436" y="0"/>
                    </a:cubicBezTo>
                    <a:cubicBezTo>
                      <a:pt x="1299" y="35"/>
                      <a:pt x="1152" y="149"/>
                      <a:pt x="988" y="372"/>
                    </a:cubicBezTo>
                    <a:cubicBezTo>
                      <a:pt x="736" y="717"/>
                      <a:pt x="737" y="701"/>
                      <a:pt x="737" y="701"/>
                    </a:cubicBezTo>
                    <a:lnTo>
                      <a:pt x="183" y="397"/>
                    </a:lnTo>
                    <a:lnTo>
                      <a:pt x="0" y="693"/>
                    </a:lnTo>
                    <a:cubicBezTo>
                      <a:pt x="0" y="693"/>
                      <a:pt x="480" y="1090"/>
                      <a:pt x="720" y="1139"/>
                    </a:cubicBezTo>
                    <a:cubicBezTo>
                      <a:pt x="1016" y="1200"/>
                      <a:pt x="1129" y="999"/>
                      <a:pt x="1129" y="999"/>
                    </a:cubicBezTo>
                    <a:cubicBezTo>
                      <a:pt x="1129" y="999"/>
                      <a:pt x="1126" y="1353"/>
                      <a:pt x="1129" y="1471"/>
                    </a:cubicBezTo>
                    <a:cubicBezTo>
                      <a:pt x="1129" y="1526"/>
                      <a:pt x="1132" y="1565"/>
                      <a:pt x="1327" y="1565"/>
                    </a:cubicBezTo>
                    <a:cubicBezTo>
                      <a:pt x="1298" y="1477"/>
                      <a:pt x="1313" y="1208"/>
                      <a:pt x="1305" y="1190"/>
                    </a:cubicBezTo>
                    <a:cubicBezTo>
                      <a:pt x="1300" y="1179"/>
                      <a:pt x="1224" y="1078"/>
                      <a:pt x="1195" y="1012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FDB34EBE-A9B6-6649-B2C2-18A7659B0E71}"/>
                  </a:ext>
                </a:extLst>
              </p:cNvPr>
              <p:cNvSpPr/>
              <p:nvPr/>
            </p:nvSpPr>
            <p:spPr>
              <a:xfrm>
                <a:off x="13993163" y="9274439"/>
                <a:ext cx="1802745" cy="1964057"/>
              </a:xfrm>
              <a:custGeom>
                <a:avLst/>
                <a:gdLst>
                  <a:gd name="connsiteX0" fmla="*/ 1781048 w 1802745"/>
                  <a:gd name="connsiteY0" fmla="*/ 18693 h 1964057"/>
                  <a:gd name="connsiteX1" fmla="*/ 1242002 w 1802745"/>
                  <a:gd name="connsiteY1" fmla="*/ 475764 h 1964057"/>
                  <a:gd name="connsiteX2" fmla="*/ 975591 w 1802745"/>
                  <a:gd name="connsiteY2" fmla="*/ 830710 h 1964057"/>
                  <a:gd name="connsiteX3" fmla="*/ 920815 w 1802745"/>
                  <a:gd name="connsiteY3" fmla="*/ 888000 h 1964057"/>
                  <a:gd name="connsiteX4" fmla="*/ 919570 w 1802745"/>
                  <a:gd name="connsiteY4" fmla="*/ 886754 h 1964057"/>
                  <a:gd name="connsiteX5" fmla="*/ 236114 w 1802745"/>
                  <a:gd name="connsiteY5" fmla="*/ 511881 h 1964057"/>
                  <a:gd name="connsiteX6" fmla="*/ 15765 w 1802745"/>
                  <a:gd name="connsiteY6" fmla="*/ 868073 h 1964057"/>
                  <a:gd name="connsiteX7" fmla="*/ 903386 w 1802745"/>
                  <a:gd name="connsiteY7" fmla="*/ 1418551 h 1964057"/>
                  <a:gd name="connsiteX8" fmla="*/ 1403840 w 1802745"/>
                  <a:gd name="connsiteY8" fmla="*/ 1247928 h 1964057"/>
                  <a:gd name="connsiteX9" fmla="*/ 1411310 w 1802745"/>
                  <a:gd name="connsiteY9" fmla="*/ 1244191 h 1964057"/>
                  <a:gd name="connsiteX10" fmla="*/ 1412555 w 1802745"/>
                  <a:gd name="connsiteY10" fmla="*/ 1244191 h 1964057"/>
                  <a:gd name="connsiteX11" fmla="*/ 1417534 w 1802745"/>
                  <a:gd name="connsiteY11" fmla="*/ 1251664 h 1964057"/>
                  <a:gd name="connsiteX12" fmla="*/ 1417534 w 1802745"/>
                  <a:gd name="connsiteY12" fmla="*/ 1839505 h 1964057"/>
                  <a:gd name="connsiteX13" fmla="*/ 1647843 w 1802745"/>
                  <a:gd name="connsiteY13" fmla="*/ 1949102 h 1964057"/>
                  <a:gd name="connsiteX14" fmla="*/ 1626679 w 1802745"/>
                  <a:gd name="connsiteY14" fmla="*/ 1599137 h 1964057"/>
                  <a:gd name="connsiteX15" fmla="*/ 1624189 w 1802745"/>
                  <a:gd name="connsiteY15" fmla="*/ 1493276 h 1964057"/>
                  <a:gd name="connsiteX16" fmla="*/ 1596801 w 1802745"/>
                  <a:gd name="connsiteY16" fmla="*/ 1450932 h 1964057"/>
                  <a:gd name="connsiteX17" fmla="*/ 1486004 w 1802745"/>
                  <a:gd name="connsiteY17" fmla="*/ 1272836 h 1964057"/>
                  <a:gd name="connsiteX18" fmla="*/ 1452392 w 1802745"/>
                  <a:gd name="connsiteY18" fmla="*/ 1118403 h 1964057"/>
                  <a:gd name="connsiteX19" fmla="*/ 1781048 w 1802745"/>
                  <a:gd name="connsiteY19" fmla="*/ 18693 h 1964057"/>
                  <a:gd name="connsiteX20" fmla="*/ 1793515 w 1802745"/>
                  <a:gd name="connsiteY20" fmla="*/ 0 h 1964057"/>
                  <a:gd name="connsiteX21" fmla="*/ 1800985 w 1802745"/>
                  <a:gd name="connsiteY21" fmla="*/ 2491 h 1964057"/>
                  <a:gd name="connsiteX22" fmla="*/ 1802230 w 1802745"/>
                  <a:gd name="connsiteY22" fmla="*/ 9964 h 1964057"/>
                  <a:gd name="connsiteX23" fmla="*/ 1468589 w 1802745"/>
                  <a:gd name="connsiteY23" fmla="*/ 1118404 h 1964057"/>
                  <a:gd name="connsiteX24" fmla="*/ 1500957 w 1802745"/>
                  <a:gd name="connsiteY24" fmla="*/ 1265366 h 1964057"/>
                  <a:gd name="connsiteX25" fmla="*/ 1609266 w 1802745"/>
                  <a:gd name="connsiteY25" fmla="*/ 1443464 h 1964057"/>
                  <a:gd name="connsiteX26" fmla="*/ 1639144 w 1802745"/>
                  <a:gd name="connsiteY26" fmla="*/ 1487054 h 1964057"/>
                  <a:gd name="connsiteX27" fmla="*/ 1642879 w 1802745"/>
                  <a:gd name="connsiteY27" fmla="*/ 1599143 h 1964057"/>
                  <a:gd name="connsiteX28" fmla="*/ 1665288 w 1802745"/>
                  <a:gd name="connsiteY28" fmla="*/ 1955339 h 1964057"/>
                  <a:gd name="connsiteX29" fmla="*/ 1662798 w 1802745"/>
                  <a:gd name="connsiteY29" fmla="*/ 1962811 h 1964057"/>
                  <a:gd name="connsiteX30" fmla="*/ 1659063 w 1802745"/>
                  <a:gd name="connsiteY30" fmla="*/ 1964057 h 1964057"/>
                  <a:gd name="connsiteX31" fmla="*/ 1657818 w 1802745"/>
                  <a:gd name="connsiteY31" fmla="*/ 1964057 h 1964057"/>
                  <a:gd name="connsiteX32" fmla="*/ 1403853 w 1802745"/>
                  <a:gd name="connsiteY32" fmla="*/ 1839513 h 1964057"/>
                  <a:gd name="connsiteX33" fmla="*/ 1403853 w 1802745"/>
                  <a:gd name="connsiteY33" fmla="*/ 1276575 h 1964057"/>
                  <a:gd name="connsiteX34" fmla="*/ 1035354 w 1802745"/>
                  <a:gd name="connsiteY34" fmla="*/ 1448445 h 1964057"/>
                  <a:gd name="connsiteX35" fmla="*/ 902146 w 1802745"/>
                  <a:gd name="connsiteY35" fmla="*/ 1433500 h 1964057"/>
                  <a:gd name="connsiteX36" fmla="*/ 339439 w 1802745"/>
                  <a:gd name="connsiteY36" fmla="*/ 1130859 h 1964057"/>
                  <a:gd name="connsiteX37" fmla="*/ 2063 w 1802745"/>
                  <a:gd name="connsiteY37" fmla="*/ 875543 h 1964057"/>
                  <a:gd name="connsiteX38" fmla="*/ 818 w 1802745"/>
                  <a:gd name="connsiteY38" fmla="*/ 865580 h 1964057"/>
                  <a:gd name="connsiteX39" fmla="*/ 228640 w 1802745"/>
                  <a:gd name="connsiteY39" fmla="*/ 498176 h 1964057"/>
                  <a:gd name="connsiteX40" fmla="*/ 238599 w 1802745"/>
                  <a:gd name="connsiteY40" fmla="*/ 495685 h 1964057"/>
                  <a:gd name="connsiteX41" fmla="*/ 923310 w 1802745"/>
                  <a:gd name="connsiteY41" fmla="*/ 871807 h 1964057"/>
                  <a:gd name="connsiteX42" fmla="*/ 1230808 w 1802745"/>
                  <a:gd name="connsiteY42" fmla="*/ 467040 h 1964057"/>
                  <a:gd name="connsiteX43" fmla="*/ 1793515 w 1802745"/>
                  <a:gd name="connsiteY43" fmla="*/ 0 h 19640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802745" h="1964057">
                    <a:moveTo>
                      <a:pt x="1781048" y="18693"/>
                    </a:moveTo>
                    <a:cubicBezTo>
                      <a:pt x="1606761" y="68510"/>
                      <a:pt x="1429983" y="216716"/>
                      <a:pt x="1242002" y="475764"/>
                    </a:cubicBezTo>
                    <a:cubicBezTo>
                      <a:pt x="1118756" y="643896"/>
                      <a:pt x="1029122" y="763457"/>
                      <a:pt x="975591" y="830710"/>
                    </a:cubicBezTo>
                    <a:cubicBezTo>
                      <a:pt x="928284" y="890491"/>
                      <a:pt x="927039" y="889245"/>
                      <a:pt x="920815" y="888000"/>
                    </a:cubicBezTo>
                    <a:cubicBezTo>
                      <a:pt x="920815" y="888000"/>
                      <a:pt x="919570" y="888000"/>
                      <a:pt x="919570" y="886754"/>
                    </a:cubicBezTo>
                    <a:lnTo>
                      <a:pt x="236114" y="511881"/>
                    </a:lnTo>
                    <a:lnTo>
                      <a:pt x="15765" y="868073"/>
                    </a:lnTo>
                    <a:cubicBezTo>
                      <a:pt x="74276" y="916645"/>
                      <a:pt x="625771" y="1361261"/>
                      <a:pt x="903386" y="1418551"/>
                    </a:cubicBezTo>
                    <a:cubicBezTo>
                      <a:pt x="1261920" y="1493276"/>
                      <a:pt x="1402595" y="1250419"/>
                      <a:pt x="1403840" y="1247928"/>
                    </a:cubicBezTo>
                    <a:cubicBezTo>
                      <a:pt x="1405085" y="1245437"/>
                      <a:pt x="1407575" y="1244191"/>
                      <a:pt x="1411310" y="1244191"/>
                    </a:cubicBezTo>
                    <a:lnTo>
                      <a:pt x="1412555" y="1244191"/>
                    </a:lnTo>
                    <a:cubicBezTo>
                      <a:pt x="1415044" y="1245437"/>
                      <a:pt x="1418779" y="1247928"/>
                      <a:pt x="1417534" y="1251664"/>
                    </a:cubicBezTo>
                    <a:cubicBezTo>
                      <a:pt x="1417534" y="1255400"/>
                      <a:pt x="1415044" y="1695035"/>
                      <a:pt x="1417534" y="1839505"/>
                    </a:cubicBezTo>
                    <a:cubicBezTo>
                      <a:pt x="1418779" y="1903021"/>
                      <a:pt x="1420024" y="1949102"/>
                      <a:pt x="1647843" y="1949102"/>
                    </a:cubicBezTo>
                    <a:cubicBezTo>
                      <a:pt x="1626679" y="1870640"/>
                      <a:pt x="1626679" y="1707489"/>
                      <a:pt x="1626679" y="1599137"/>
                    </a:cubicBezTo>
                    <a:cubicBezTo>
                      <a:pt x="1626679" y="1548075"/>
                      <a:pt x="1626679" y="1499503"/>
                      <a:pt x="1624189" y="1493276"/>
                    </a:cubicBezTo>
                    <a:cubicBezTo>
                      <a:pt x="1621699" y="1489540"/>
                      <a:pt x="1609250" y="1470859"/>
                      <a:pt x="1596801" y="1450932"/>
                    </a:cubicBezTo>
                    <a:cubicBezTo>
                      <a:pt x="1564434" y="1406097"/>
                      <a:pt x="1512147" y="1327635"/>
                      <a:pt x="1486004" y="1272836"/>
                    </a:cubicBezTo>
                    <a:cubicBezTo>
                      <a:pt x="1462351" y="1221774"/>
                      <a:pt x="1452392" y="1174447"/>
                      <a:pt x="1452392" y="1118403"/>
                    </a:cubicBezTo>
                    <a:cubicBezTo>
                      <a:pt x="1452392" y="831956"/>
                      <a:pt x="1696394" y="221697"/>
                      <a:pt x="1781048" y="18693"/>
                    </a:cubicBezTo>
                    <a:close/>
                    <a:moveTo>
                      <a:pt x="1793515" y="0"/>
                    </a:moveTo>
                    <a:cubicBezTo>
                      <a:pt x="1796005" y="0"/>
                      <a:pt x="1798495" y="0"/>
                      <a:pt x="1800985" y="2491"/>
                    </a:cubicBezTo>
                    <a:cubicBezTo>
                      <a:pt x="1802230" y="4982"/>
                      <a:pt x="1803475" y="7473"/>
                      <a:pt x="1802230" y="9964"/>
                    </a:cubicBezTo>
                    <a:cubicBezTo>
                      <a:pt x="1723799" y="196779"/>
                      <a:pt x="1468589" y="828217"/>
                      <a:pt x="1468589" y="1118404"/>
                    </a:cubicBezTo>
                    <a:cubicBezTo>
                      <a:pt x="1468589" y="1173203"/>
                      <a:pt x="1478549" y="1218039"/>
                      <a:pt x="1500957" y="1265366"/>
                    </a:cubicBezTo>
                    <a:cubicBezTo>
                      <a:pt x="1525856" y="1320165"/>
                      <a:pt x="1578143" y="1397382"/>
                      <a:pt x="1609266" y="1443464"/>
                    </a:cubicBezTo>
                    <a:cubicBezTo>
                      <a:pt x="1627940" y="1469618"/>
                      <a:pt x="1636655" y="1482072"/>
                      <a:pt x="1639144" y="1487054"/>
                    </a:cubicBezTo>
                    <a:cubicBezTo>
                      <a:pt x="1642879" y="1495772"/>
                      <a:pt x="1642879" y="1529399"/>
                      <a:pt x="1642879" y="1599143"/>
                    </a:cubicBezTo>
                    <a:cubicBezTo>
                      <a:pt x="1642879" y="1712478"/>
                      <a:pt x="1642879" y="1883103"/>
                      <a:pt x="1665288" y="1955339"/>
                    </a:cubicBezTo>
                    <a:cubicBezTo>
                      <a:pt x="1666533" y="1957830"/>
                      <a:pt x="1666533" y="1960321"/>
                      <a:pt x="1662798" y="1962811"/>
                    </a:cubicBezTo>
                    <a:cubicBezTo>
                      <a:pt x="1662798" y="1964057"/>
                      <a:pt x="1660308" y="1964057"/>
                      <a:pt x="1659063" y="1964057"/>
                    </a:cubicBezTo>
                    <a:lnTo>
                      <a:pt x="1657818" y="1964057"/>
                    </a:lnTo>
                    <a:cubicBezTo>
                      <a:pt x="1418792" y="1964057"/>
                      <a:pt x="1405098" y="1917976"/>
                      <a:pt x="1403853" y="1839513"/>
                    </a:cubicBezTo>
                    <a:cubicBezTo>
                      <a:pt x="1401363" y="1714969"/>
                      <a:pt x="1403853" y="1371228"/>
                      <a:pt x="1403853" y="1276575"/>
                    </a:cubicBezTo>
                    <a:cubicBezTo>
                      <a:pt x="1366505" y="1326392"/>
                      <a:pt x="1253216" y="1448445"/>
                      <a:pt x="1035354" y="1448445"/>
                    </a:cubicBezTo>
                    <a:cubicBezTo>
                      <a:pt x="995516" y="1448445"/>
                      <a:pt x="950699" y="1443464"/>
                      <a:pt x="902146" y="1433500"/>
                    </a:cubicBezTo>
                    <a:cubicBezTo>
                      <a:pt x="777654" y="1408591"/>
                      <a:pt x="588424" y="1305220"/>
                      <a:pt x="339439" y="1130859"/>
                    </a:cubicBezTo>
                    <a:cubicBezTo>
                      <a:pt x="153944" y="1001333"/>
                      <a:pt x="4553" y="876789"/>
                      <a:pt x="2063" y="875543"/>
                    </a:cubicBezTo>
                    <a:cubicBezTo>
                      <a:pt x="-427" y="873053"/>
                      <a:pt x="-427" y="869316"/>
                      <a:pt x="818" y="865580"/>
                    </a:cubicBezTo>
                    <a:lnTo>
                      <a:pt x="228640" y="498176"/>
                    </a:lnTo>
                    <a:cubicBezTo>
                      <a:pt x="229885" y="494439"/>
                      <a:pt x="234865" y="494439"/>
                      <a:pt x="238599" y="495685"/>
                    </a:cubicBezTo>
                    <a:lnTo>
                      <a:pt x="923310" y="871807"/>
                    </a:lnTo>
                    <a:cubicBezTo>
                      <a:pt x="935759" y="859353"/>
                      <a:pt x="989291" y="795835"/>
                      <a:pt x="1230808" y="467040"/>
                    </a:cubicBezTo>
                    <a:cubicBezTo>
                      <a:pt x="1427506" y="198025"/>
                      <a:pt x="1611756" y="46081"/>
                      <a:pt x="17935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F9A04E97-22A2-E54A-95DF-B77A3EE5BBEA}"/>
                  </a:ext>
                </a:extLst>
              </p:cNvPr>
              <p:cNvSpPr/>
              <p:nvPr/>
            </p:nvSpPr>
            <p:spPr>
              <a:xfrm>
                <a:off x="16292468" y="9268208"/>
                <a:ext cx="1046465" cy="22818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1" h="1832">
                    <a:moveTo>
                      <a:pt x="273" y="0"/>
                    </a:moveTo>
                    <a:cubicBezTo>
                      <a:pt x="273" y="0"/>
                      <a:pt x="272" y="0"/>
                      <a:pt x="271" y="0"/>
                    </a:cubicBezTo>
                    <a:cubicBezTo>
                      <a:pt x="215" y="133"/>
                      <a:pt x="0" y="660"/>
                      <a:pt x="0" y="899"/>
                    </a:cubicBezTo>
                    <a:cubicBezTo>
                      <a:pt x="0" y="1094"/>
                      <a:pt x="105" y="1419"/>
                      <a:pt x="166" y="1593"/>
                    </a:cubicBezTo>
                    <a:cubicBezTo>
                      <a:pt x="219" y="1581"/>
                      <a:pt x="275" y="1564"/>
                      <a:pt x="335" y="1543"/>
                    </a:cubicBezTo>
                    <a:lnTo>
                      <a:pt x="275" y="1674"/>
                    </a:lnTo>
                    <a:lnTo>
                      <a:pt x="533" y="1832"/>
                    </a:lnTo>
                    <a:lnTo>
                      <a:pt x="576" y="1753"/>
                    </a:lnTo>
                    <a:cubicBezTo>
                      <a:pt x="576" y="1753"/>
                      <a:pt x="822" y="1340"/>
                      <a:pt x="840" y="1060"/>
                    </a:cubicBezTo>
                    <a:cubicBezTo>
                      <a:pt x="857" y="781"/>
                      <a:pt x="547" y="4"/>
                      <a:pt x="27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329C05C3-0829-7A4D-B18D-8334A99A6367}"/>
                  </a:ext>
                </a:extLst>
              </p:cNvPr>
              <p:cNvSpPr/>
              <p:nvPr/>
            </p:nvSpPr>
            <p:spPr>
              <a:xfrm>
                <a:off x="16284993" y="9260730"/>
                <a:ext cx="1060983" cy="2296801"/>
              </a:xfrm>
              <a:custGeom>
                <a:avLst/>
                <a:gdLst>
                  <a:gd name="connsiteX0" fmla="*/ 349663 w 1060983"/>
                  <a:gd name="connsiteY0" fmla="*/ 14955 h 2296801"/>
                  <a:gd name="connsiteX1" fmla="*/ 14949 w 1060983"/>
                  <a:gd name="connsiteY1" fmla="*/ 1127225 h 2296801"/>
                  <a:gd name="connsiteX2" fmla="*/ 217768 w 1060983"/>
                  <a:gd name="connsiteY2" fmla="*/ 1982913 h 2296801"/>
                  <a:gd name="connsiteX3" fmla="*/ 421832 w 1060983"/>
                  <a:gd name="connsiteY3" fmla="*/ 1923127 h 2296801"/>
                  <a:gd name="connsiteX4" fmla="*/ 430542 w 1060983"/>
                  <a:gd name="connsiteY4" fmla="*/ 1925618 h 2296801"/>
                  <a:gd name="connsiteX5" fmla="*/ 431786 w 1060983"/>
                  <a:gd name="connsiteY5" fmla="*/ 1933092 h 2296801"/>
                  <a:gd name="connsiteX6" fmla="*/ 359617 w 1060983"/>
                  <a:gd name="connsiteY6" fmla="*/ 2090030 h 2296801"/>
                  <a:gd name="connsiteX7" fmla="*/ 666957 w 1060983"/>
                  <a:gd name="connsiteY7" fmla="*/ 2278107 h 2296801"/>
                  <a:gd name="connsiteX8" fmla="*/ 717973 w 1060983"/>
                  <a:gd name="connsiteY8" fmla="*/ 2188428 h 2296801"/>
                  <a:gd name="connsiteX9" fmla="*/ 1045221 w 1060983"/>
                  <a:gd name="connsiteY9" fmla="*/ 1327758 h 2296801"/>
                  <a:gd name="connsiteX10" fmla="*/ 579857 w 1060983"/>
                  <a:gd name="connsiteY10" fmla="*/ 150719 h 2296801"/>
                  <a:gd name="connsiteX11" fmla="*/ 349663 w 1060983"/>
                  <a:gd name="connsiteY11" fmla="*/ 14955 h 2296801"/>
                  <a:gd name="connsiteX12" fmla="*/ 344680 w 1060983"/>
                  <a:gd name="connsiteY12" fmla="*/ 0 h 2296801"/>
                  <a:gd name="connsiteX13" fmla="*/ 347169 w 1060983"/>
                  <a:gd name="connsiteY13" fmla="*/ 0 h 2296801"/>
                  <a:gd name="connsiteX14" fmla="*/ 589813 w 1060983"/>
                  <a:gd name="connsiteY14" fmla="*/ 140748 h 2296801"/>
                  <a:gd name="connsiteX15" fmla="*/ 1060171 w 1060983"/>
                  <a:gd name="connsiteY15" fmla="*/ 1329006 h 2296801"/>
                  <a:gd name="connsiteX16" fmla="*/ 731667 w 1060983"/>
                  <a:gd name="connsiteY16" fmla="*/ 2194666 h 2296801"/>
                  <a:gd name="connsiteX17" fmla="*/ 676917 w 1060983"/>
                  <a:gd name="connsiteY17" fmla="*/ 2293064 h 2296801"/>
                  <a:gd name="connsiteX18" fmla="*/ 673183 w 1060983"/>
                  <a:gd name="connsiteY18" fmla="*/ 2296801 h 2296801"/>
                  <a:gd name="connsiteX19" fmla="*/ 670695 w 1060983"/>
                  <a:gd name="connsiteY19" fmla="*/ 2296801 h 2296801"/>
                  <a:gd name="connsiteX20" fmla="*/ 666961 w 1060983"/>
                  <a:gd name="connsiteY20" fmla="*/ 2296801 h 2296801"/>
                  <a:gd name="connsiteX21" fmla="*/ 345924 w 1060983"/>
                  <a:gd name="connsiteY21" fmla="*/ 2098758 h 2296801"/>
                  <a:gd name="connsiteX22" fmla="*/ 343436 w 1060983"/>
                  <a:gd name="connsiteY22" fmla="*/ 2090039 h 2296801"/>
                  <a:gd name="connsiteX23" fmla="*/ 409385 w 1060983"/>
                  <a:gd name="connsiteY23" fmla="*/ 1943064 h 2296801"/>
                  <a:gd name="connsiteX24" fmla="*/ 215269 w 1060983"/>
                  <a:gd name="connsiteY24" fmla="*/ 2000359 h 2296801"/>
                  <a:gd name="connsiteX25" fmla="*/ 206559 w 1060983"/>
                  <a:gd name="connsiteY25" fmla="*/ 1994132 h 2296801"/>
                  <a:gd name="connsiteX26" fmla="*/ 0 w 1060983"/>
                  <a:gd name="connsiteY26" fmla="*/ 1127226 h 2296801"/>
                  <a:gd name="connsiteX27" fmla="*/ 337214 w 1060983"/>
                  <a:gd name="connsiteY27" fmla="*/ 6228 h 2296801"/>
                  <a:gd name="connsiteX28" fmla="*/ 344680 w 1060983"/>
                  <a:gd name="connsiteY28" fmla="*/ 0 h 2296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060983" h="2296801">
                    <a:moveTo>
                      <a:pt x="349663" y="14955"/>
                    </a:moveTo>
                    <a:cubicBezTo>
                      <a:pt x="268784" y="209260"/>
                      <a:pt x="14949" y="837014"/>
                      <a:pt x="14949" y="1127225"/>
                    </a:cubicBezTo>
                    <a:cubicBezTo>
                      <a:pt x="14949" y="1366369"/>
                      <a:pt x="141867" y="1762452"/>
                      <a:pt x="217768" y="1982913"/>
                    </a:cubicBezTo>
                    <a:cubicBezTo>
                      <a:pt x="284960" y="1966721"/>
                      <a:pt x="353396" y="1946792"/>
                      <a:pt x="421832" y="1923127"/>
                    </a:cubicBezTo>
                    <a:cubicBezTo>
                      <a:pt x="424320" y="1921882"/>
                      <a:pt x="428053" y="1923127"/>
                      <a:pt x="430542" y="1925618"/>
                    </a:cubicBezTo>
                    <a:cubicBezTo>
                      <a:pt x="431786" y="1926864"/>
                      <a:pt x="431786" y="1930600"/>
                      <a:pt x="431786" y="1933092"/>
                    </a:cubicBezTo>
                    <a:lnTo>
                      <a:pt x="359617" y="2090030"/>
                    </a:lnTo>
                    <a:lnTo>
                      <a:pt x="666957" y="2278107"/>
                    </a:lnTo>
                    <a:lnTo>
                      <a:pt x="717973" y="2188428"/>
                    </a:lnTo>
                    <a:cubicBezTo>
                      <a:pt x="721705" y="2182200"/>
                      <a:pt x="1022823" y="1670282"/>
                      <a:pt x="1045221" y="1327758"/>
                    </a:cubicBezTo>
                    <a:cubicBezTo>
                      <a:pt x="1061397" y="1057475"/>
                      <a:pt x="834935" y="425984"/>
                      <a:pt x="579857" y="150719"/>
                    </a:cubicBezTo>
                    <a:cubicBezTo>
                      <a:pt x="497733" y="63531"/>
                      <a:pt x="421832" y="17446"/>
                      <a:pt x="349663" y="14955"/>
                    </a:cubicBezTo>
                    <a:close/>
                    <a:moveTo>
                      <a:pt x="344680" y="0"/>
                    </a:moveTo>
                    <a:lnTo>
                      <a:pt x="347169" y="0"/>
                    </a:lnTo>
                    <a:cubicBezTo>
                      <a:pt x="424317" y="1246"/>
                      <a:pt x="506443" y="48577"/>
                      <a:pt x="589813" y="140748"/>
                    </a:cubicBezTo>
                    <a:cubicBezTo>
                      <a:pt x="848635" y="417260"/>
                      <a:pt x="1076347" y="1054984"/>
                      <a:pt x="1060171" y="1329006"/>
                    </a:cubicBezTo>
                    <a:cubicBezTo>
                      <a:pt x="1037773" y="1675270"/>
                      <a:pt x="734155" y="2190929"/>
                      <a:pt x="731667" y="2194666"/>
                    </a:cubicBezTo>
                    <a:lnTo>
                      <a:pt x="676917" y="2293064"/>
                    </a:lnTo>
                    <a:cubicBezTo>
                      <a:pt x="675673" y="2294310"/>
                      <a:pt x="674427" y="2296801"/>
                      <a:pt x="673183" y="2296801"/>
                    </a:cubicBezTo>
                    <a:cubicBezTo>
                      <a:pt x="671939" y="2296801"/>
                      <a:pt x="670695" y="2296801"/>
                      <a:pt x="670695" y="2296801"/>
                    </a:cubicBezTo>
                    <a:cubicBezTo>
                      <a:pt x="668207" y="2296801"/>
                      <a:pt x="666961" y="2296801"/>
                      <a:pt x="666961" y="2296801"/>
                    </a:cubicBezTo>
                    <a:lnTo>
                      <a:pt x="345924" y="2098758"/>
                    </a:lnTo>
                    <a:cubicBezTo>
                      <a:pt x="343436" y="2096267"/>
                      <a:pt x="340947" y="2092530"/>
                      <a:pt x="343436" y="2090039"/>
                    </a:cubicBezTo>
                    <a:lnTo>
                      <a:pt x="409385" y="1943064"/>
                    </a:lnTo>
                    <a:cubicBezTo>
                      <a:pt x="344680" y="1965484"/>
                      <a:pt x="278730" y="1984167"/>
                      <a:pt x="215269" y="2000359"/>
                    </a:cubicBezTo>
                    <a:cubicBezTo>
                      <a:pt x="211536" y="2000359"/>
                      <a:pt x="207803" y="1997868"/>
                      <a:pt x="206559" y="1994132"/>
                    </a:cubicBezTo>
                    <a:cubicBezTo>
                      <a:pt x="129411" y="1774914"/>
                      <a:pt x="0" y="1371355"/>
                      <a:pt x="0" y="1127226"/>
                    </a:cubicBezTo>
                    <a:cubicBezTo>
                      <a:pt x="0" y="830784"/>
                      <a:pt x="258821" y="194306"/>
                      <a:pt x="337214" y="6228"/>
                    </a:cubicBezTo>
                    <a:cubicBezTo>
                      <a:pt x="339703" y="2491"/>
                      <a:pt x="340947" y="0"/>
                      <a:pt x="3446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93EBA165-F551-C843-BF48-A4F40F5C4641}"/>
                  </a:ext>
                </a:extLst>
              </p:cNvPr>
              <p:cNvSpPr/>
              <p:nvPr/>
            </p:nvSpPr>
            <p:spPr>
              <a:xfrm>
                <a:off x="15454050" y="9261976"/>
                <a:ext cx="1174782" cy="20475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44" h="1644">
                    <a:moveTo>
                      <a:pt x="944" y="5"/>
                    </a:moveTo>
                    <a:cubicBezTo>
                      <a:pt x="780" y="4"/>
                      <a:pt x="502" y="-6"/>
                      <a:pt x="334" y="5"/>
                    </a:cubicBezTo>
                    <a:cubicBezTo>
                      <a:pt x="312" y="7"/>
                      <a:pt x="290" y="11"/>
                      <a:pt x="268" y="16"/>
                    </a:cubicBezTo>
                    <a:cubicBezTo>
                      <a:pt x="208" y="159"/>
                      <a:pt x="0" y="673"/>
                      <a:pt x="0" y="908"/>
                    </a:cubicBezTo>
                    <a:cubicBezTo>
                      <a:pt x="0" y="947"/>
                      <a:pt x="6" y="985"/>
                      <a:pt x="27" y="1028"/>
                    </a:cubicBezTo>
                    <a:cubicBezTo>
                      <a:pt x="56" y="1094"/>
                      <a:pt x="132" y="1195"/>
                      <a:pt x="137" y="1206"/>
                    </a:cubicBezTo>
                    <a:cubicBezTo>
                      <a:pt x="145" y="1224"/>
                      <a:pt x="130" y="1493"/>
                      <a:pt x="159" y="1581"/>
                    </a:cubicBezTo>
                    <a:cubicBezTo>
                      <a:pt x="164" y="1584"/>
                      <a:pt x="394" y="1709"/>
                      <a:pt x="839" y="1598"/>
                    </a:cubicBezTo>
                    <a:cubicBezTo>
                      <a:pt x="778" y="1424"/>
                      <a:pt x="673" y="1099"/>
                      <a:pt x="673" y="904"/>
                    </a:cubicBezTo>
                    <a:cubicBezTo>
                      <a:pt x="673" y="665"/>
                      <a:pt x="888" y="138"/>
                      <a:pt x="944" y="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4" name="Freeform 363">
                <a:extLst>
                  <a:ext uri="{FF2B5EF4-FFF2-40B4-BE49-F238E27FC236}">
                    <a16:creationId xmlns:a16="http://schemas.microsoft.com/office/drawing/2014/main" id="{9FF819E3-EB0B-9F40-8E8C-E2CC2DCE24F1}"/>
                  </a:ext>
                </a:extLst>
              </p:cNvPr>
              <p:cNvSpPr/>
              <p:nvPr/>
            </p:nvSpPr>
            <p:spPr>
              <a:xfrm>
                <a:off x="15446575" y="9254647"/>
                <a:ext cx="1190283" cy="2062363"/>
              </a:xfrm>
              <a:custGeom>
                <a:avLst/>
                <a:gdLst>
                  <a:gd name="connsiteX0" fmla="*/ 714176 w 1190283"/>
                  <a:gd name="connsiteY0" fmla="*/ 16521 h 2062363"/>
                  <a:gd name="connsiteX1" fmla="*/ 423130 w 1190283"/>
                  <a:gd name="connsiteY1" fmla="*/ 22281 h 2062363"/>
                  <a:gd name="connsiteX2" fmla="*/ 347218 w 1190283"/>
                  <a:gd name="connsiteY2" fmla="*/ 34736 h 2062363"/>
                  <a:gd name="connsiteX3" fmla="*/ 14950 w 1190283"/>
                  <a:gd name="connsiteY3" fmla="*/ 1139464 h 2062363"/>
                  <a:gd name="connsiteX4" fmla="*/ 47306 w 1190283"/>
                  <a:gd name="connsiteY4" fmla="*/ 1286429 h 2062363"/>
                  <a:gd name="connsiteX5" fmla="*/ 155573 w 1190283"/>
                  <a:gd name="connsiteY5" fmla="*/ 1464531 h 2062363"/>
                  <a:gd name="connsiteX6" fmla="*/ 185440 w 1190283"/>
                  <a:gd name="connsiteY6" fmla="*/ 1508122 h 2062363"/>
                  <a:gd name="connsiteX7" fmla="*/ 189173 w 1190283"/>
                  <a:gd name="connsiteY7" fmla="*/ 1620214 h 2062363"/>
                  <a:gd name="connsiteX8" fmla="*/ 211573 w 1190283"/>
                  <a:gd name="connsiteY8" fmla="*/ 1973926 h 2062363"/>
                  <a:gd name="connsiteX9" fmla="*/ 1041622 w 1190283"/>
                  <a:gd name="connsiteY9" fmla="*/ 1993854 h 2062363"/>
                  <a:gd name="connsiteX10" fmla="*/ 837532 w 1190283"/>
                  <a:gd name="connsiteY10" fmla="*/ 1134482 h 2062363"/>
                  <a:gd name="connsiteX11" fmla="*/ 980644 w 1190283"/>
                  <a:gd name="connsiteY11" fmla="*/ 522959 h 2062363"/>
                  <a:gd name="connsiteX12" fmla="*/ 1171045 w 1190283"/>
                  <a:gd name="connsiteY12" fmla="*/ 22281 h 2062363"/>
                  <a:gd name="connsiteX13" fmla="*/ 1030422 w 1190283"/>
                  <a:gd name="connsiteY13" fmla="*/ 21036 h 2062363"/>
                  <a:gd name="connsiteX14" fmla="*/ 714176 w 1190283"/>
                  <a:gd name="connsiteY14" fmla="*/ 16521 h 2062363"/>
                  <a:gd name="connsiteX15" fmla="*/ 714181 w 1190283"/>
                  <a:gd name="connsiteY15" fmla="*/ 9 h 2062363"/>
                  <a:gd name="connsiteX16" fmla="*/ 1030437 w 1190283"/>
                  <a:gd name="connsiteY16" fmla="*/ 4835 h 2062363"/>
                  <a:gd name="connsiteX17" fmla="*/ 1182264 w 1190283"/>
                  <a:gd name="connsiteY17" fmla="*/ 6080 h 2062363"/>
                  <a:gd name="connsiteX18" fmla="*/ 1189731 w 1190283"/>
                  <a:gd name="connsiteY18" fmla="*/ 9817 h 2062363"/>
                  <a:gd name="connsiteX19" fmla="*/ 1189731 w 1190283"/>
                  <a:gd name="connsiteY19" fmla="*/ 17290 h 2062363"/>
                  <a:gd name="connsiteX20" fmla="*/ 995591 w 1190283"/>
                  <a:gd name="connsiteY20" fmla="*/ 526690 h 2062363"/>
                  <a:gd name="connsiteX21" fmla="*/ 852475 w 1190283"/>
                  <a:gd name="connsiteY21" fmla="*/ 1133237 h 2062363"/>
                  <a:gd name="connsiteX22" fmla="*/ 1057815 w 1190283"/>
                  <a:gd name="connsiteY22" fmla="*/ 1996353 h 2062363"/>
                  <a:gd name="connsiteX23" fmla="*/ 1057815 w 1190283"/>
                  <a:gd name="connsiteY23" fmla="*/ 2002580 h 2062363"/>
                  <a:gd name="connsiteX24" fmla="*/ 1052837 w 1190283"/>
                  <a:gd name="connsiteY24" fmla="*/ 2006316 h 2062363"/>
                  <a:gd name="connsiteX25" fmla="*/ 617266 w 1190283"/>
                  <a:gd name="connsiteY25" fmla="*/ 2062363 h 2062363"/>
                  <a:gd name="connsiteX26" fmla="*/ 201607 w 1190283"/>
                  <a:gd name="connsiteY26" fmla="*/ 1983898 h 2062363"/>
                  <a:gd name="connsiteX27" fmla="*/ 197874 w 1190283"/>
                  <a:gd name="connsiteY27" fmla="*/ 1978916 h 2062363"/>
                  <a:gd name="connsiteX28" fmla="*/ 174228 w 1190283"/>
                  <a:gd name="connsiteY28" fmla="*/ 1618973 h 2062363"/>
                  <a:gd name="connsiteX29" fmla="*/ 171739 w 1190283"/>
                  <a:gd name="connsiteY29" fmla="*/ 1513108 h 2062363"/>
                  <a:gd name="connsiteX30" fmla="*/ 144361 w 1190283"/>
                  <a:gd name="connsiteY30" fmla="*/ 1470761 h 2062363"/>
                  <a:gd name="connsiteX31" fmla="*/ 33601 w 1190283"/>
                  <a:gd name="connsiteY31" fmla="*/ 1292658 h 2062363"/>
                  <a:gd name="connsiteX32" fmla="*/ 0 w 1190283"/>
                  <a:gd name="connsiteY32" fmla="*/ 1138219 h 2062363"/>
                  <a:gd name="connsiteX33" fmla="*/ 334767 w 1190283"/>
                  <a:gd name="connsiteY33" fmla="*/ 24763 h 2062363"/>
                  <a:gd name="connsiteX34" fmla="*/ 339745 w 1190283"/>
                  <a:gd name="connsiteY34" fmla="*/ 19781 h 2062363"/>
                  <a:gd name="connsiteX35" fmla="*/ 423126 w 1190283"/>
                  <a:gd name="connsiteY35" fmla="*/ 7326 h 2062363"/>
                  <a:gd name="connsiteX36" fmla="*/ 714181 w 1190283"/>
                  <a:gd name="connsiteY36" fmla="*/ 9 h 20623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</a:cxnLst>
                <a:rect l="l" t="t" r="r" b="b"/>
                <a:pathLst>
                  <a:path w="1190283" h="2062363">
                    <a:moveTo>
                      <a:pt x="714176" y="16521"/>
                    </a:moveTo>
                    <a:cubicBezTo>
                      <a:pt x="607620" y="16054"/>
                      <a:pt x="505264" y="17300"/>
                      <a:pt x="423130" y="22281"/>
                    </a:cubicBezTo>
                    <a:cubicBezTo>
                      <a:pt x="398241" y="24772"/>
                      <a:pt x="372107" y="28509"/>
                      <a:pt x="347218" y="34736"/>
                    </a:cubicBezTo>
                    <a:cubicBezTo>
                      <a:pt x="267574" y="225292"/>
                      <a:pt x="14950" y="850516"/>
                      <a:pt x="14950" y="1139464"/>
                    </a:cubicBezTo>
                    <a:cubicBezTo>
                      <a:pt x="14950" y="1194264"/>
                      <a:pt x="24906" y="1239101"/>
                      <a:pt x="47306" y="1286429"/>
                    </a:cubicBezTo>
                    <a:cubicBezTo>
                      <a:pt x="72195" y="1341230"/>
                      <a:pt x="124462" y="1418448"/>
                      <a:pt x="155573" y="1464531"/>
                    </a:cubicBezTo>
                    <a:cubicBezTo>
                      <a:pt x="174240" y="1490685"/>
                      <a:pt x="182951" y="1503140"/>
                      <a:pt x="185440" y="1508122"/>
                    </a:cubicBezTo>
                    <a:cubicBezTo>
                      <a:pt x="187929" y="1516840"/>
                      <a:pt x="189173" y="1550468"/>
                      <a:pt x="189173" y="1620214"/>
                    </a:cubicBezTo>
                    <a:cubicBezTo>
                      <a:pt x="189173" y="1732306"/>
                      <a:pt x="189173" y="1899198"/>
                      <a:pt x="211573" y="1973926"/>
                    </a:cubicBezTo>
                    <a:cubicBezTo>
                      <a:pt x="242685" y="1990117"/>
                      <a:pt x="520197" y="2120891"/>
                      <a:pt x="1041622" y="1993854"/>
                    </a:cubicBezTo>
                    <a:cubicBezTo>
                      <a:pt x="963222" y="1773406"/>
                      <a:pt x="837532" y="1374857"/>
                      <a:pt x="837532" y="1134482"/>
                    </a:cubicBezTo>
                    <a:cubicBezTo>
                      <a:pt x="837532" y="1007445"/>
                      <a:pt x="884821" y="801943"/>
                      <a:pt x="980644" y="522959"/>
                    </a:cubicBezTo>
                    <a:cubicBezTo>
                      <a:pt x="1054067" y="308738"/>
                      <a:pt x="1134956" y="109464"/>
                      <a:pt x="1171045" y="22281"/>
                    </a:cubicBezTo>
                    <a:cubicBezTo>
                      <a:pt x="1128734" y="22281"/>
                      <a:pt x="1081445" y="21036"/>
                      <a:pt x="1030422" y="21036"/>
                    </a:cubicBezTo>
                    <a:cubicBezTo>
                      <a:pt x="931488" y="19168"/>
                      <a:pt x="820732" y="16988"/>
                      <a:pt x="714176" y="16521"/>
                    </a:cubicBezTo>
                    <a:close/>
                    <a:moveTo>
                      <a:pt x="714181" y="9"/>
                    </a:moveTo>
                    <a:cubicBezTo>
                      <a:pt x="820740" y="165"/>
                      <a:pt x="931500" y="2344"/>
                      <a:pt x="1030437" y="4835"/>
                    </a:cubicBezTo>
                    <a:cubicBezTo>
                      <a:pt x="1085194" y="4835"/>
                      <a:pt x="1138707" y="6080"/>
                      <a:pt x="1182264" y="6080"/>
                    </a:cubicBezTo>
                    <a:cubicBezTo>
                      <a:pt x="1184753" y="6080"/>
                      <a:pt x="1187242" y="7326"/>
                      <a:pt x="1189731" y="9817"/>
                    </a:cubicBezTo>
                    <a:cubicBezTo>
                      <a:pt x="1189731" y="12308"/>
                      <a:pt x="1190975" y="14799"/>
                      <a:pt x="1189731" y="17290"/>
                    </a:cubicBezTo>
                    <a:cubicBezTo>
                      <a:pt x="1156130" y="97000"/>
                      <a:pt x="1071505" y="303749"/>
                      <a:pt x="995591" y="526690"/>
                    </a:cubicBezTo>
                    <a:cubicBezTo>
                      <a:pt x="901010" y="803186"/>
                      <a:pt x="852475" y="1007444"/>
                      <a:pt x="852475" y="1133237"/>
                    </a:cubicBezTo>
                    <a:cubicBezTo>
                      <a:pt x="852475" y="1374860"/>
                      <a:pt x="981901" y="1777149"/>
                      <a:pt x="1057815" y="1996353"/>
                    </a:cubicBezTo>
                    <a:cubicBezTo>
                      <a:pt x="1059060" y="1997598"/>
                      <a:pt x="1059060" y="2000089"/>
                      <a:pt x="1057815" y="2002580"/>
                    </a:cubicBezTo>
                    <a:cubicBezTo>
                      <a:pt x="1056571" y="2003826"/>
                      <a:pt x="1055326" y="2005071"/>
                      <a:pt x="1052837" y="2006316"/>
                    </a:cubicBezTo>
                    <a:cubicBezTo>
                      <a:pt x="882342" y="2047417"/>
                      <a:pt x="736737" y="2062363"/>
                      <a:pt x="617266" y="2062363"/>
                    </a:cubicBezTo>
                    <a:cubicBezTo>
                      <a:pt x="348457" y="2062363"/>
                      <a:pt x="209074" y="1988880"/>
                      <a:pt x="201607" y="1983898"/>
                    </a:cubicBezTo>
                    <a:cubicBezTo>
                      <a:pt x="199118" y="1982652"/>
                      <a:pt x="197874" y="1981407"/>
                      <a:pt x="197874" y="1978916"/>
                    </a:cubicBezTo>
                    <a:cubicBezTo>
                      <a:pt x="174228" y="1905433"/>
                      <a:pt x="174228" y="1733557"/>
                      <a:pt x="174228" y="1618973"/>
                    </a:cubicBezTo>
                    <a:cubicBezTo>
                      <a:pt x="174228" y="1567909"/>
                      <a:pt x="174228" y="1519335"/>
                      <a:pt x="171739" y="1513108"/>
                    </a:cubicBezTo>
                    <a:cubicBezTo>
                      <a:pt x="169250" y="1509371"/>
                      <a:pt x="156806" y="1490689"/>
                      <a:pt x="144361" y="1470761"/>
                    </a:cubicBezTo>
                    <a:cubicBezTo>
                      <a:pt x="112004" y="1425924"/>
                      <a:pt x="59735" y="1347459"/>
                      <a:pt x="33601" y="1292658"/>
                    </a:cubicBezTo>
                    <a:cubicBezTo>
                      <a:pt x="9956" y="1241594"/>
                      <a:pt x="0" y="1194266"/>
                      <a:pt x="0" y="1138219"/>
                    </a:cubicBezTo>
                    <a:cubicBezTo>
                      <a:pt x="0" y="845532"/>
                      <a:pt x="256365" y="211584"/>
                      <a:pt x="334767" y="24763"/>
                    </a:cubicBezTo>
                    <a:cubicBezTo>
                      <a:pt x="334767" y="22272"/>
                      <a:pt x="337256" y="21026"/>
                      <a:pt x="339745" y="19781"/>
                    </a:cubicBezTo>
                    <a:cubicBezTo>
                      <a:pt x="367124" y="13553"/>
                      <a:pt x="395747" y="8571"/>
                      <a:pt x="423126" y="7326"/>
                    </a:cubicBezTo>
                    <a:cubicBezTo>
                      <a:pt x="505263" y="1722"/>
                      <a:pt x="607622" y="-147"/>
                      <a:pt x="714181" y="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AEBD4CFB-4B73-3C46-8C47-3D9F002E6A99}"/>
                  </a:ext>
                </a:extLst>
              </p:cNvPr>
              <p:cNvSpPr/>
              <p:nvPr/>
            </p:nvSpPr>
            <p:spPr>
              <a:xfrm>
                <a:off x="15395498" y="9885091"/>
                <a:ext cx="77239" cy="64803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" h="521">
                    <a:moveTo>
                      <a:pt x="8" y="521"/>
                    </a:moveTo>
                    <a:cubicBezTo>
                      <a:pt x="4" y="521"/>
                      <a:pt x="1" y="518"/>
                      <a:pt x="1" y="515"/>
                    </a:cubicBezTo>
                    <a:lnTo>
                      <a:pt x="0" y="335"/>
                    </a:lnTo>
                    <a:cubicBezTo>
                      <a:pt x="0" y="305"/>
                      <a:pt x="1" y="275"/>
                      <a:pt x="4" y="247"/>
                    </a:cubicBezTo>
                    <a:cubicBezTo>
                      <a:pt x="7" y="217"/>
                      <a:pt x="11" y="188"/>
                      <a:pt x="17" y="159"/>
                    </a:cubicBezTo>
                    <a:cubicBezTo>
                      <a:pt x="27" y="108"/>
                      <a:pt x="40" y="40"/>
                      <a:pt x="51" y="4"/>
                    </a:cubicBezTo>
                    <a:cubicBezTo>
                      <a:pt x="52" y="1"/>
                      <a:pt x="55" y="-1"/>
                      <a:pt x="58" y="0"/>
                    </a:cubicBezTo>
                    <a:cubicBezTo>
                      <a:pt x="62" y="1"/>
                      <a:pt x="64" y="4"/>
                      <a:pt x="62" y="7"/>
                    </a:cubicBezTo>
                    <a:cubicBezTo>
                      <a:pt x="52" y="44"/>
                      <a:pt x="39" y="111"/>
                      <a:pt x="29" y="161"/>
                    </a:cubicBezTo>
                    <a:cubicBezTo>
                      <a:pt x="23" y="190"/>
                      <a:pt x="19" y="218"/>
                      <a:pt x="17" y="247"/>
                    </a:cubicBezTo>
                    <a:cubicBezTo>
                      <a:pt x="14" y="276"/>
                      <a:pt x="12" y="306"/>
                      <a:pt x="12" y="335"/>
                    </a:cubicBezTo>
                    <a:lnTo>
                      <a:pt x="13" y="515"/>
                    </a:lnTo>
                    <a:cubicBezTo>
                      <a:pt x="14" y="518"/>
                      <a:pt x="11" y="521"/>
                      <a:pt x="8" y="5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6FBFF446-6208-A348-BA1C-6088C9A0E602}"/>
                  </a:ext>
                </a:extLst>
              </p:cNvPr>
              <p:cNvSpPr/>
              <p:nvPr/>
            </p:nvSpPr>
            <p:spPr>
              <a:xfrm>
                <a:off x="16702333" y="10217834"/>
                <a:ext cx="230471" cy="9807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6" h="788">
                    <a:moveTo>
                      <a:pt x="6" y="788"/>
                    </a:moveTo>
                    <a:cubicBezTo>
                      <a:pt x="5" y="788"/>
                      <a:pt x="4" y="788"/>
                      <a:pt x="4" y="787"/>
                    </a:cubicBezTo>
                    <a:cubicBezTo>
                      <a:pt x="1" y="786"/>
                      <a:pt x="-1" y="783"/>
                      <a:pt x="0" y="779"/>
                    </a:cubicBezTo>
                    <a:lnTo>
                      <a:pt x="173" y="352"/>
                    </a:lnTo>
                    <a:lnTo>
                      <a:pt x="16" y="8"/>
                    </a:lnTo>
                    <a:cubicBezTo>
                      <a:pt x="15" y="5"/>
                      <a:pt x="16" y="1"/>
                      <a:pt x="19" y="0"/>
                    </a:cubicBezTo>
                    <a:cubicBezTo>
                      <a:pt x="22" y="-1"/>
                      <a:pt x="26" y="0"/>
                      <a:pt x="27" y="3"/>
                    </a:cubicBezTo>
                    <a:lnTo>
                      <a:pt x="185" y="349"/>
                    </a:lnTo>
                    <a:cubicBezTo>
                      <a:pt x="186" y="350"/>
                      <a:pt x="186" y="352"/>
                      <a:pt x="185" y="353"/>
                    </a:cubicBezTo>
                    <a:lnTo>
                      <a:pt x="12" y="784"/>
                    </a:lnTo>
                    <a:cubicBezTo>
                      <a:pt x="11" y="786"/>
                      <a:pt x="9" y="788"/>
                      <a:pt x="6" y="7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440E3807-C111-244E-AD78-0F6D0EC5B408}"/>
                  </a:ext>
                </a:extLst>
              </p:cNvPr>
              <p:cNvSpPr/>
              <p:nvPr/>
            </p:nvSpPr>
            <p:spPr>
              <a:xfrm>
                <a:off x="15728124" y="8000792"/>
                <a:ext cx="883266" cy="17085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0" h="1372">
                    <a:moveTo>
                      <a:pt x="375" y="0"/>
                    </a:moveTo>
                    <a:cubicBezTo>
                      <a:pt x="128" y="-5"/>
                      <a:pt x="19" y="62"/>
                      <a:pt x="7" y="219"/>
                    </a:cubicBezTo>
                    <a:cubicBezTo>
                      <a:pt x="-2" y="331"/>
                      <a:pt x="-27" y="762"/>
                      <a:pt x="138" y="805"/>
                    </a:cubicBezTo>
                    <a:cubicBezTo>
                      <a:pt x="177" y="815"/>
                      <a:pt x="218" y="808"/>
                      <a:pt x="260" y="802"/>
                    </a:cubicBezTo>
                    <a:lnTo>
                      <a:pt x="260" y="1017"/>
                    </a:lnTo>
                    <a:lnTo>
                      <a:pt x="212" y="1129"/>
                    </a:lnTo>
                    <a:cubicBezTo>
                      <a:pt x="198" y="1159"/>
                      <a:pt x="192" y="1192"/>
                      <a:pt x="194" y="1225"/>
                    </a:cubicBezTo>
                    <a:cubicBezTo>
                      <a:pt x="195" y="1253"/>
                      <a:pt x="202" y="1282"/>
                      <a:pt x="216" y="1309"/>
                    </a:cubicBezTo>
                    <a:lnTo>
                      <a:pt x="247" y="1372"/>
                    </a:lnTo>
                    <a:lnTo>
                      <a:pt x="374" y="1293"/>
                    </a:lnTo>
                    <a:cubicBezTo>
                      <a:pt x="415" y="1267"/>
                      <a:pt x="450" y="1234"/>
                      <a:pt x="480" y="1196"/>
                    </a:cubicBezTo>
                    <a:cubicBezTo>
                      <a:pt x="504" y="1164"/>
                      <a:pt x="523" y="1129"/>
                      <a:pt x="537" y="1090"/>
                    </a:cubicBezTo>
                    <a:lnTo>
                      <a:pt x="563" y="1017"/>
                    </a:lnTo>
                    <a:lnTo>
                      <a:pt x="563" y="711"/>
                    </a:lnTo>
                    <a:cubicBezTo>
                      <a:pt x="673" y="662"/>
                      <a:pt x="709" y="541"/>
                      <a:pt x="710" y="439"/>
                    </a:cubicBezTo>
                    <a:cubicBezTo>
                      <a:pt x="711" y="119"/>
                      <a:pt x="621" y="5"/>
                      <a:pt x="37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5" name="Freeform 364">
                <a:extLst>
                  <a:ext uri="{FF2B5EF4-FFF2-40B4-BE49-F238E27FC236}">
                    <a16:creationId xmlns:a16="http://schemas.microsoft.com/office/drawing/2014/main" id="{BABF998F-2B52-6D43-8EAF-1A6372FD9B38}"/>
                  </a:ext>
                </a:extLst>
              </p:cNvPr>
              <p:cNvSpPr/>
              <p:nvPr/>
            </p:nvSpPr>
            <p:spPr>
              <a:xfrm>
                <a:off x="15720716" y="7992991"/>
                <a:ext cx="898184" cy="1723858"/>
              </a:xfrm>
              <a:custGeom>
                <a:avLst/>
                <a:gdLst>
                  <a:gd name="connsiteX0" fmla="*/ 473923 w 898184"/>
                  <a:gd name="connsiteY0" fmla="*/ 15278 h 1723858"/>
                  <a:gd name="connsiteX1" fmla="*/ 24837 w 898184"/>
                  <a:gd name="connsiteY1" fmla="*/ 280529 h 1723858"/>
                  <a:gd name="connsiteX2" fmla="*/ 181582 w 898184"/>
                  <a:gd name="connsiteY2" fmla="*/ 1002810 h 1723858"/>
                  <a:gd name="connsiteX3" fmla="*/ 318422 w 898184"/>
                  <a:gd name="connsiteY3" fmla="*/ 1000319 h 1723858"/>
                  <a:gd name="connsiteX4" fmla="*/ 329618 w 898184"/>
                  <a:gd name="connsiteY4" fmla="*/ 999074 h 1723858"/>
                  <a:gd name="connsiteX5" fmla="*/ 330862 w 898184"/>
                  <a:gd name="connsiteY5" fmla="*/ 997828 h 1723858"/>
                  <a:gd name="connsiteX6" fmla="*/ 335838 w 898184"/>
                  <a:gd name="connsiteY6" fmla="*/ 1000319 h 1723858"/>
                  <a:gd name="connsiteX7" fmla="*/ 338326 w 898184"/>
                  <a:gd name="connsiteY7" fmla="*/ 1006546 h 1723858"/>
                  <a:gd name="connsiteX8" fmla="*/ 338326 w 898184"/>
                  <a:gd name="connsiteY8" fmla="*/ 1274287 h 1723858"/>
                  <a:gd name="connsiteX9" fmla="*/ 338326 w 898184"/>
                  <a:gd name="connsiteY9" fmla="*/ 1278023 h 1723858"/>
                  <a:gd name="connsiteX10" fmla="*/ 277370 w 898184"/>
                  <a:gd name="connsiteY10" fmla="*/ 1416253 h 1723858"/>
                  <a:gd name="connsiteX11" fmla="*/ 256222 w 898184"/>
                  <a:gd name="connsiteY11" fmla="*/ 1532067 h 1723858"/>
                  <a:gd name="connsiteX12" fmla="*/ 282346 w 898184"/>
                  <a:gd name="connsiteY12" fmla="*/ 1634182 h 1723858"/>
                  <a:gd name="connsiteX13" fmla="*/ 317178 w 898184"/>
                  <a:gd name="connsiteY13" fmla="*/ 1705165 h 1723858"/>
                  <a:gd name="connsiteX14" fmla="*/ 467703 w 898184"/>
                  <a:gd name="connsiteY14" fmla="*/ 1610521 h 1723858"/>
                  <a:gd name="connsiteX15" fmla="*/ 598323 w 898184"/>
                  <a:gd name="connsiteY15" fmla="*/ 1492217 h 1723858"/>
                  <a:gd name="connsiteX16" fmla="*/ 667987 w 898184"/>
                  <a:gd name="connsiteY16" fmla="*/ 1362704 h 1723858"/>
                  <a:gd name="connsiteX17" fmla="*/ 700331 w 898184"/>
                  <a:gd name="connsiteY17" fmla="*/ 1274287 h 1723858"/>
                  <a:gd name="connsiteX18" fmla="*/ 700331 w 898184"/>
                  <a:gd name="connsiteY18" fmla="*/ 893222 h 1723858"/>
                  <a:gd name="connsiteX19" fmla="*/ 705307 w 898184"/>
                  <a:gd name="connsiteY19" fmla="*/ 885750 h 1723858"/>
                  <a:gd name="connsiteX20" fmla="*/ 883200 w 898184"/>
                  <a:gd name="connsiteY20" fmla="*/ 554498 h 1723858"/>
                  <a:gd name="connsiteX21" fmla="*/ 473923 w 898184"/>
                  <a:gd name="connsiteY21" fmla="*/ 15278 h 1723858"/>
                  <a:gd name="connsiteX22" fmla="*/ 473922 w 898184"/>
                  <a:gd name="connsiteY22" fmla="*/ 323 h 1723858"/>
                  <a:gd name="connsiteX23" fmla="*/ 803600 w 898184"/>
                  <a:gd name="connsiteY23" fmla="*/ 129837 h 1723858"/>
                  <a:gd name="connsiteX24" fmla="*/ 898149 w 898184"/>
                  <a:gd name="connsiteY24" fmla="*/ 554494 h 1723858"/>
                  <a:gd name="connsiteX25" fmla="*/ 715271 w 898184"/>
                  <a:gd name="connsiteY25" fmla="*/ 896960 h 1723858"/>
                  <a:gd name="connsiteX26" fmla="*/ 715271 w 898184"/>
                  <a:gd name="connsiteY26" fmla="*/ 1274294 h 1723858"/>
                  <a:gd name="connsiteX27" fmla="*/ 715271 w 898184"/>
                  <a:gd name="connsiteY27" fmla="*/ 1278030 h 1723858"/>
                  <a:gd name="connsiteX28" fmla="*/ 682926 w 898184"/>
                  <a:gd name="connsiteY28" fmla="*/ 1368939 h 1723858"/>
                  <a:gd name="connsiteX29" fmla="*/ 609526 w 898184"/>
                  <a:gd name="connsiteY29" fmla="*/ 1502190 h 1723858"/>
                  <a:gd name="connsiteX30" fmla="*/ 476410 w 898184"/>
                  <a:gd name="connsiteY30" fmla="*/ 1624232 h 1723858"/>
                  <a:gd name="connsiteX31" fmla="*/ 318414 w 898184"/>
                  <a:gd name="connsiteY31" fmla="*/ 1722613 h 1723858"/>
                  <a:gd name="connsiteX32" fmla="*/ 314682 w 898184"/>
                  <a:gd name="connsiteY32" fmla="*/ 1723858 h 1723858"/>
                  <a:gd name="connsiteX33" fmla="*/ 313438 w 898184"/>
                  <a:gd name="connsiteY33" fmla="*/ 1723858 h 1723858"/>
                  <a:gd name="connsiteX34" fmla="*/ 307217 w 898184"/>
                  <a:gd name="connsiteY34" fmla="*/ 1718877 h 1723858"/>
                  <a:gd name="connsiteX35" fmla="*/ 268651 w 898184"/>
                  <a:gd name="connsiteY35" fmla="*/ 1640421 h 1723858"/>
                  <a:gd name="connsiteX36" fmla="*/ 241282 w 898184"/>
                  <a:gd name="connsiteY36" fmla="*/ 1533323 h 1723858"/>
                  <a:gd name="connsiteX37" fmla="*/ 263675 w 898184"/>
                  <a:gd name="connsiteY37" fmla="*/ 1410035 h 1723858"/>
                  <a:gd name="connsiteX38" fmla="*/ 323390 w 898184"/>
                  <a:gd name="connsiteY38" fmla="*/ 1273049 h 1723858"/>
                  <a:gd name="connsiteX39" fmla="*/ 323390 w 898184"/>
                  <a:gd name="connsiteY39" fmla="*/ 1015266 h 1723858"/>
                  <a:gd name="connsiteX40" fmla="*/ 320902 w 898184"/>
                  <a:gd name="connsiteY40" fmla="*/ 1015266 h 1723858"/>
                  <a:gd name="connsiteX41" fmla="*/ 176590 w 898184"/>
                  <a:gd name="connsiteY41" fmla="*/ 1017757 h 1723858"/>
                  <a:gd name="connsiteX42" fmla="*/ 8641 w 898184"/>
                  <a:gd name="connsiteY42" fmla="*/ 280522 h 1723858"/>
                  <a:gd name="connsiteX43" fmla="*/ 473922 w 898184"/>
                  <a:gd name="connsiteY43" fmla="*/ 323 h 1723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898184" h="1723858">
                    <a:moveTo>
                      <a:pt x="473923" y="15278"/>
                    </a:moveTo>
                    <a:cubicBezTo>
                      <a:pt x="174118" y="9052"/>
                      <a:pt x="39765" y="87506"/>
                      <a:pt x="24837" y="280529"/>
                    </a:cubicBezTo>
                    <a:cubicBezTo>
                      <a:pt x="12397" y="437438"/>
                      <a:pt x="-11239" y="951752"/>
                      <a:pt x="181582" y="1002810"/>
                    </a:cubicBezTo>
                    <a:cubicBezTo>
                      <a:pt x="223878" y="1014017"/>
                      <a:pt x="269906" y="1007791"/>
                      <a:pt x="318422" y="1000319"/>
                    </a:cubicBezTo>
                    <a:lnTo>
                      <a:pt x="329618" y="999074"/>
                    </a:lnTo>
                    <a:cubicBezTo>
                      <a:pt x="330862" y="997828"/>
                      <a:pt x="330862" y="997828"/>
                      <a:pt x="330862" y="997828"/>
                    </a:cubicBezTo>
                    <a:cubicBezTo>
                      <a:pt x="333350" y="997828"/>
                      <a:pt x="334594" y="999074"/>
                      <a:pt x="335838" y="1000319"/>
                    </a:cubicBezTo>
                    <a:cubicBezTo>
                      <a:pt x="337082" y="1001564"/>
                      <a:pt x="338326" y="1004055"/>
                      <a:pt x="338326" y="1006546"/>
                    </a:cubicBezTo>
                    <a:lnTo>
                      <a:pt x="338326" y="1274287"/>
                    </a:lnTo>
                    <a:cubicBezTo>
                      <a:pt x="338326" y="1276778"/>
                      <a:pt x="338326" y="1276778"/>
                      <a:pt x="338326" y="1278023"/>
                    </a:cubicBezTo>
                    <a:lnTo>
                      <a:pt x="277370" y="1416253"/>
                    </a:lnTo>
                    <a:cubicBezTo>
                      <a:pt x="261198" y="1452367"/>
                      <a:pt x="253734" y="1492217"/>
                      <a:pt x="256222" y="1532067"/>
                    </a:cubicBezTo>
                    <a:cubicBezTo>
                      <a:pt x="257466" y="1568181"/>
                      <a:pt x="266174" y="1601804"/>
                      <a:pt x="282346" y="1634182"/>
                    </a:cubicBezTo>
                    <a:lnTo>
                      <a:pt x="317178" y="1705165"/>
                    </a:lnTo>
                    <a:lnTo>
                      <a:pt x="467703" y="1610521"/>
                    </a:lnTo>
                    <a:cubicBezTo>
                      <a:pt x="518707" y="1579389"/>
                      <a:pt x="562247" y="1539539"/>
                      <a:pt x="598323" y="1492217"/>
                    </a:cubicBezTo>
                    <a:cubicBezTo>
                      <a:pt x="628179" y="1453612"/>
                      <a:pt x="651815" y="1410026"/>
                      <a:pt x="667987" y="1362704"/>
                    </a:cubicBezTo>
                    <a:lnTo>
                      <a:pt x="700331" y="1274287"/>
                    </a:lnTo>
                    <a:lnTo>
                      <a:pt x="700331" y="893222"/>
                    </a:lnTo>
                    <a:cubicBezTo>
                      <a:pt x="700331" y="889486"/>
                      <a:pt x="702819" y="886996"/>
                      <a:pt x="705307" y="885750"/>
                    </a:cubicBezTo>
                    <a:cubicBezTo>
                      <a:pt x="869516" y="813522"/>
                      <a:pt x="883200" y="614273"/>
                      <a:pt x="883200" y="554498"/>
                    </a:cubicBezTo>
                    <a:cubicBezTo>
                      <a:pt x="884444" y="162225"/>
                      <a:pt x="777460" y="21505"/>
                      <a:pt x="473923" y="15278"/>
                    </a:cubicBezTo>
                    <a:close/>
                    <a:moveTo>
                      <a:pt x="473922" y="323"/>
                    </a:moveTo>
                    <a:cubicBezTo>
                      <a:pt x="634407" y="2814"/>
                      <a:pt x="737664" y="43910"/>
                      <a:pt x="803600" y="129837"/>
                    </a:cubicBezTo>
                    <a:cubicBezTo>
                      <a:pt x="868291" y="214520"/>
                      <a:pt x="899393" y="349015"/>
                      <a:pt x="898149" y="554494"/>
                    </a:cubicBezTo>
                    <a:cubicBezTo>
                      <a:pt x="896905" y="717632"/>
                      <a:pt x="828481" y="844656"/>
                      <a:pt x="715271" y="896960"/>
                    </a:cubicBezTo>
                    <a:lnTo>
                      <a:pt x="715271" y="1274294"/>
                    </a:lnTo>
                    <a:cubicBezTo>
                      <a:pt x="715271" y="1276785"/>
                      <a:pt x="715271" y="1276785"/>
                      <a:pt x="715271" y="1278030"/>
                    </a:cubicBezTo>
                    <a:lnTo>
                      <a:pt x="682926" y="1368939"/>
                    </a:lnTo>
                    <a:cubicBezTo>
                      <a:pt x="665509" y="1416262"/>
                      <a:pt x="640627" y="1461094"/>
                      <a:pt x="609526" y="1502190"/>
                    </a:cubicBezTo>
                    <a:cubicBezTo>
                      <a:pt x="573448" y="1550757"/>
                      <a:pt x="528661" y="1591853"/>
                      <a:pt x="476410" y="1624232"/>
                    </a:cubicBezTo>
                    <a:lnTo>
                      <a:pt x="318414" y="1722613"/>
                    </a:lnTo>
                    <a:cubicBezTo>
                      <a:pt x="317170" y="1722613"/>
                      <a:pt x="315926" y="1723858"/>
                      <a:pt x="314682" y="1723858"/>
                    </a:cubicBezTo>
                    <a:cubicBezTo>
                      <a:pt x="313438" y="1723858"/>
                      <a:pt x="313438" y="1723858"/>
                      <a:pt x="313438" y="1723858"/>
                    </a:cubicBezTo>
                    <a:cubicBezTo>
                      <a:pt x="310950" y="1722613"/>
                      <a:pt x="309706" y="1721367"/>
                      <a:pt x="307217" y="1718877"/>
                    </a:cubicBezTo>
                    <a:lnTo>
                      <a:pt x="268651" y="1640421"/>
                    </a:lnTo>
                    <a:cubicBezTo>
                      <a:pt x="252478" y="1608042"/>
                      <a:pt x="242526" y="1570683"/>
                      <a:pt x="241282" y="1533323"/>
                    </a:cubicBezTo>
                    <a:cubicBezTo>
                      <a:pt x="238794" y="1490982"/>
                      <a:pt x="246258" y="1448640"/>
                      <a:pt x="263675" y="1410035"/>
                    </a:cubicBezTo>
                    <a:lnTo>
                      <a:pt x="323390" y="1273049"/>
                    </a:lnTo>
                    <a:lnTo>
                      <a:pt x="323390" y="1015266"/>
                    </a:lnTo>
                    <a:lnTo>
                      <a:pt x="320902" y="1015266"/>
                    </a:lnTo>
                    <a:cubicBezTo>
                      <a:pt x="272384" y="1022738"/>
                      <a:pt x="223865" y="1030210"/>
                      <a:pt x="176590" y="1017757"/>
                    </a:cubicBezTo>
                    <a:cubicBezTo>
                      <a:pt x="-22460" y="965453"/>
                      <a:pt x="-7531" y="484756"/>
                      <a:pt x="8641" y="280522"/>
                    </a:cubicBezTo>
                    <a:cubicBezTo>
                      <a:pt x="23570" y="77534"/>
                      <a:pt x="162906" y="-5904"/>
                      <a:pt x="473922" y="32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A04C04BC-7F35-0B46-A5A3-A5CBC9EF658C}"/>
                  </a:ext>
                </a:extLst>
              </p:cNvPr>
              <p:cNvSpPr/>
              <p:nvPr/>
            </p:nvSpPr>
            <p:spPr>
              <a:xfrm>
                <a:off x="16044555" y="8962881"/>
                <a:ext cx="84714" cy="1196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" h="97">
                    <a:moveTo>
                      <a:pt x="69" y="6"/>
                    </a:moveTo>
                    <a:cubicBezTo>
                      <a:pt x="69" y="4"/>
                      <a:pt x="68" y="2"/>
                      <a:pt x="66" y="1"/>
                    </a:cubicBezTo>
                    <a:cubicBezTo>
                      <a:pt x="64" y="0"/>
                      <a:pt x="62" y="0"/>
                      <a:pt x="60" y="2"/>
                    </a:cubicBezTo>
                    <a:cubicBezTo>
                      <a:pt x="33" y="21"/>
                      <a:pt x="6" y="24"/>
                      <a:pt x="6" y="25"/>
                    </a:cubicBezTo>
                    <a:cubicBezTo>
                      <a:pt x="3" y="25"/>
                      <a:pt x="0" y="27"/>
                      <a:pt x="0" y="31"/>
                    </a:cubicBezTo>
                    <a:lnTo>
                      <a:pt x="0" y="90"/>
                    </a:lnTo>
                    <a:cubicBezTo>
                      <a:pt x="0" y="92"/>
                      <a:pt x="1" y="94"/>
                      <a:pt x="3" y="95"/>
                    </a:cubicBezTo>
                    <a:cubicBezTo>
                      <a:pt x="4" y="96"/>
                      <a:pt x="5" y="97"/>
                      <a:pt x="6" y="97"/>
                    </a:cubicBezTo>
                    <a:cubicBezTo>
                      <a:pt x="7" y="97"/>
                      <a:pt x="8" y="97"/>
                      <a:pt x="8" y="96"/>
                    </a:cubicBezTo>
                    <a:cubicBezTo>
                      <a:pt x="70" y="76"/>
                      <a:pt x="69" y="7"/>
                      <a:pt x="69" y="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E1B236F2-CB9A-0542-BCCD-0C30012240F6}"/>
                  </a:ext>
                </a:extLst>
              </p:cNvPr>
              <p:cNvSpPr/>
              <p:nvPr/>
            </p:nvSpPr>
            <p:spPr>
              <a:xfrm>
                <a:off x="15652131" y="7525979"/>
                <a:ext cx="1710472" cy="14281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74" h="1147">
                    <a:moveTo>
                      <a:pt x="1353" y="361"/>
                    </a:moveTo>
                    <a:cubicBezTo>
                      <a:pt x="1360" y="349"/>
                      <a:pt x="1382" y="305"/>
                      <a:pt x="1368" y="246"/>
                    </a:cubicBezTo>
                    <a:cubicBezTo>
                      <a:pt x="1359" y="205"/>
                      <a:pt x="1326" y="183"/>
                      <a:pt x="1315" y="176"/>
                    </a:cubicBezTo>
                    <a:cubicBezTo>
                      <a:pt x="1316" y="161"/>
                      <a:pt x="1314" y="109"/>
                      <a:pt x="1275" y="73"/>
                    </a:cubicBezTo>
                    <a:cubicBezTo>
                      <a:pt x="1237" y="38"/>
                      <a:pt x="1185" y="49"/>
                      <a:pt x="1168" y="54"/>
                    </a:cubicBezTo>
                    <a:cubicBezTo>
                      <a:pt x="1160" y="40"/>
                      <a:pt x="1135" y="0"/>
                      <a:pt x="1069" y="0"/>
                    </a:cubicBezTo>
                    <a:cubicBezTo>
                      <a:pt x="1029" y="0"/>
                      <a:pt x="1003" y="18"/>
                      <a:pt x="989" y="31"/>
                    </a:cubicBezTo>
                    <a:cubicBezTo>
                      <a:pt x="980" y="41"/>
                      <a:pt x="973" y="51"/>
                      <a:pt x="970" y="57"/>
                    </a:cubicBezTo>
                    <a:cubicBezTo>
                      <a:pt x="953" y="48"/>
                      <a:pt x="904" y="25"/>
                      <a:pt x="853" y="45"/>
                    </a:cubicBezTo>
                    <a:cubicBezTo>
                      <a:pt x="798" y="66"/>
                      <a:pt x="779" y="123"/>
                      <a:pt x="775" y="138"/>
                    </a:cubicBezTo>
                    <a:cubicBezTo>
                      <a:pt x="761" y="143"/>
                      <a:pt x="702" y="164"/>
                      <a:pt x="683" y="214"/>
                    </a:cubicBezTo>
                    <a:cubicBezTo>
                      <a:pt x="674" y="239"/>
                      <a:pt x="674" y="270"/>
                      <a:pt x="674" y="288"/>
                    </a:cubicBezTo>
                    <a:cubicBezTo>
                      <a:pt x="633" y="247"/>
                      <a:pt x="577" y="257"/>
                      <a:pt x="562" y="260"/>
                    </a:cubicBezTo>
                    <a:cubicBezTo>
                      <a:pt x="553" y="252"/>
                      <a:pt x="523" y="229"/>
                      <a:pt x="466" y="229"/>
                    </a:cubicBezTo>
                    <a:cubicBezTo>
                      <a:pt x="408" y="229"/>
                      <a:pt x="373" y="266"/>
                      <a:pt x="363" y="279"/>
                    </a:cubicBezTo>
                    <a:cubicBezTo>
                      <a:pt x="348" y="273"/>
                      <a:pt x="301" y="256"/>
                      <a:pt x="239" y="280"/>
                    </a:cubicBezTo>
                    <a:cubicBezTo>
                      <a:pt x="178" y="306"/>
                      <a:pt x="159" y="350"/>
                      <a:pt x="155" y="363"/>
                    </a:cubicBezTo>
                    <a:cubicBezTo>
                      <a:pt x="85" y="380"/>
                      <a:pt x="38" y="416"/>
                      <a:pt x="16" y="467"/>
                    </a:cubicBezTo>
                    <a:cubicBezTo>
                      <a:pt x="-11" y="528"/>
                      <a:pt x="1" y="602"/>
                      <a:pt x="17" y="653"/>
                    </a:cubicBezTo>
                    <a:cubicBezTo>
                      <a:pt x="34" y="708"/>
                      <a:pt x="56" y="748"/>
                      <a:pt x="57" y="749"/>
                    </a:cubicBezTo>
                    <a:cubicBezTo>
                      <a:pt x="58" y="752"/>
                      <a:pt x="62" y="753"/>
                      <a:pt x="65" y="752"/>
                    </a:cubicBezTo>
                    <a:cubicBezTo>
                      <a:pt x="132" y="721"/>
                      <a:pt x="129" y="632"/>
                      <a:pt x="126" y="606"/>
                    </a:cubicBezTo>
                    <a:cubicBezTo>
                      <a:pt x="192" y="602"/>
                      <a:pt x="228" y="541"/>
                      <a:pt x="241" y="509"/>
                    </a:cubicBezTo>
                    <a:cubicBezTo>
                      <a:pt x="252" y="540"/>
                      <a:pt x="282" y="597"/>
                      <a:pt x="369" y="597"/>
                    </a:cubicBezTo>
                    <a:cubicBezTo>
                      <a:pt x="370" y="597"/>
                      <a:pt x="372" y="597"/>
                      <a:pt x="373" y="597"/>
                    </a:cubicBezTo>
                    <a:cubicBezTo>
                      <a:pt x="370" y="617"/>
                      <a:pt x="367" y="670"/>
                      <a:pt x="399" y="707"/>
                    </a:cubicBezTo>
                    <a:cubicBezTo>
                      <a:pt x="420" y="732"/>
                      <a:pt x="453" y="745"/>
                      <a:pt x="497" y="745"/>
                    </a:cubicBezTo>
                    <a:cubicBezTo>
                      <a:pt x="496" y="768"/>
                      <a:pt x="496" y="849"/>
                      <a:pt x="552" y="896"/>
                    </a:cubicBezTo>
                    <a:cubicBezTo>
                      <a:pt x="554" y="897"/>
                      <a:pt x="556" y="897"/>
                      <a:pt x="558" y="896"/>
                    </a:cubicBezTo>
                    <a:cubicBezTo>
                      <a:pt x="560" y="896"/>
                      <a:pt x="561" y="894"/>
                      <a:pt x="562" y="892"/>
                    </a:cubicBezTo>
                    <a:cubicBezTo>
                      <a:pt x="562" y="891"/>
                      <a:pt x="587" y="778"/>
                      <a:pt x="642" y="778"/>
                    </a:cubicBezTo>
                    <a:cubicBezTo>
                      <a:pt x="682" y="779"/>
                      <a:pt x="704" y="828"/>
                      <a:pt x="704" y="875"/>
                    </a:cubicBezTo>
                    <a:cubicBezTo>
                      <a:pt x="704" y="920"/>
                      <a:pt x="683" y="972"/>
                      <a:pt x="623" y="973"/>
                    </a:cubicBezTo>
                    <a:cubicBezTo>
                      <a:pt x="619" y="973"/>
                      <a:pt x="617" y="976"/>
                      <a:pt x="617" y="979"/>
                    </a:cubicBezTo>
                    <a:lnTo>
                      <a:pt x="618" y="1141"/>
                    </a:lnTo>
                    <a:cubicBezTo>
                      <a:pt x="618" y="1144"/>
                      <a:pt x="621" y="1147"/>
                      <a:pt x="624" y="1147"/>
                    </a:cubicBezTo>
                    <a:lnTo>
                      <a:pt x="625" y="1147"/>
                    </a:lnTo>
                    <a:cubicBezTo>
                      <a:pt x="628" y="1147"/>
                      <a:pt x="660" y="1146"/>
                      <a:pt x="693" y="1132"/>
                    </a:cubicBezTo>
                    <a:cubicBezTo>
                      <a:pt x="724" y="1118"/>
                      <a:pt x="762" y="1089"/>
                      <a:pt x="768" y="1027"/>
                    </a:cubicBezTo>
                    <a:cubicBezTo>
                      <a:pt x="781" y="1019"/>
                      <a:pt x="832" y="984"/>
                      <a:pt x="850" y="928"/>
                    </a:cubicBezTo>
                    <a:cubicBezTo>
                      <a:pt x="870" y="864"/>
                      <a:pt x="855" y="810"/>
                      <a:pt x="844" y="784"/>
                    </a:cubicBezTo>
                    <a:cubicBezTo>
                      <a:pt x="873" y="797"/>
                      <a:pt x="935" y="819"/>
                      <a:pt x="1001" y="793"/>
                    </a:cubicBezTo>
                    <a:cubicBezTo>
                      <a:pt x="1063" y="768"/>
                      <a:pt x="1090" y="716"/>
                      <a:pt x="1096" y="700"/>
                    </a:cubicBezTo>
                    <a:cubicBezTo>
                      <a:pt x="1113" y="701"/>
                      <a:pt x="1170" y="704"/>
                      <a:pt x="1206" y="683"/>
                    </a:cubicBezTo>
                    <a:cubicBezTo>
                      <a:pt x="1266" y="647"/>
                      <a:pt x="1257" y="580"/>
                      <a:pt x="1252" y="556"/>
                    </a:cubicBezTo>
                    <a:cubicBezTo>
                      <a:pt x="1275" y="555"/>
                      <a:pt x="1340" y="547"/>
                      <a:pt x="1365" y="489"/>
                    </a:cubicBezTo>
                    <a:cubicBezTo>
                      <a:pt x="1389" y="432"/>
                      <a:pt x="1361" y="375"/>
                      <a:pt x="1353" y="36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9CF35DF6-0DD6-D94A-92CB-4D58CC27D5D3}"/>
                  </a:ext>
                </a:extLst>
              </p:cNvPr>
              <p:cNvSpPr/>
              <p:nvPr/>
            </p:nvSpPr>
            <p:spPr>
              <a:xfrm>
                <a:off x="16586474" y="11383059"/>
                <a:ext cx="327643" cy="2891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4" h="233">
                    <a:moveTo>
                      <a:pt x="191" y="233"/>
                    </a:moveTo>
                    <a:lnTo>
                      <a:pt x="264" y="115"/>
                    </a:lnTo>
                    <a:lnTo>
                      <a:pt x="76" y="0"/>
                    </a:lnTo>
                    <a:lnTo>
                      <a:pt x="0" y="123"/>
                    </a:lnTo>
                    <a:cubicBezTo>
                      <a:pt x="34" y="161"/>
                      <a:pt x="95" y="213"/>
                      <a:pt x="191" y="23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6" name="Freeform 365">
                <a:extLst>
                  <a:ext uri="{FF2B5EF4-FFF2-40B4-BE49-F238E27FC236}">
                    <a16:creationId xmlns:a16="http://schemas.microsoft.com/office/drawing/2014/main" id="{795020ED-6786-474A-B1FF-8C8483E530DB}"/>
                  </a:ext>
                </a:extLst>
              </p:cNvPr>
              <p:cNvSpPr/>
              <p:nvPr/>
            </p:nvSpPr>
            <p:spPr>
              <a:xfrm>
                <a:off x="16580671" y="11374547"/>
                <a:ext cx="342169" cy="306360"/>
              </a:xfrm>
              <a:custGeom>
                <a:avLst/>
                <a:gdLst>
                  <a:gd name="connsiteX0" fmla="*/ 102624 w 342169"/>
                  <a:gd name="connsiteY0" fmla="*/ 18482 h 306360"/>
                  <a:gd name="connsiteX1" fmla="*/ 15770 w 342169"/>
                  <a:gd name="connsiteY1" fmla="*/ 159903 h 306360"/>
                  <a:gd name="connsiteX2" fmla="*/ 240349 w 342169"/>
                  <a:gd name="connsiteY2" fmla="*/ 290160 h 306360"/>
                  <a:gd name="connsiteX3" fmla="*/ 323481 w 342169"/>
                  <a:gd name="connsiteY3" fmla="*/ 153701 h 306360"/>
                  <a:gd name="connsiteX4" fmla="*/ 105084 w 342169"/>
                  <a:gd name="connsiteY4" fmla="*/ 1029 h 306360"/>
                  <a:gd name="connsiteX5" fmla="*/ 338445 w 342169"/>
                  <a:gd name="connsiteY5" fmla="*/ 145006 h 306360"/>
                  <a:gd name="connsiteX6" fmla="*/ 342169 w 342169"/>
                  <a:gd name="connsiteY6" fmla="*/ 149971 h 306360"/>
                  <a:gd name="connsiteX7" fmla="*/ 340927 w 342169"/>
                  <a:gd name="connsiteY7" fmla="*/ 154936 h 306360"/>
                  <a:gd name="connsiteX8" fmla="*/ 250313 w 342169"/>
                  <a:gd name="connsiteY8" fmla="*/ 302636 h 306360"/>
                  <a:gd name="connsiteX9" fmla="*/ 244107 w 342169"/>
                  <a:gd name="connsiteY9" fmla="*/ 306360 h 306360"/>
                  <a:gd name="connsiteX10" fmla="*/ 242865 w 342169"/>
                  <a:gd name="connsiteY10" fmla="*/ 306360 h 306360"/>
                  <a:gd name="connsiteX11" fmla="*/ 2058 w 342169"/>
                  <a:gd name="connsiteY11" fmla="*/ 166106 h 306360"/>
                  <a:gd name="connsiteX12" fmla="*/ 816 w 342169"/>
                  <a:gd name="connsiteY12" fmla="*/ 157418 h 306360"/>
                  <a:gd name="connsiteX13" fmla="*/ 93912 w 342169"/>
                  <a:gd name="connsiteY13" fmla="*/ 3512 h 306360"/>
                  <a:gd name="connsiteX14" fmla="*/ 105084 w 342169"/>
                  <a:gd name="connsiteY14" fmla="*/ 1029 h 306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2169" h="306360">
                    <a:moveTo>
                      <a:pt x="102624" y="18482"/>
                    </a:moveTo>
                    <a:lnTo>
                      <a:pt x="15770" y="159903"/>
                    </a:lnTo>
                    <a:cubicBezTo>
                      <a:pt x="57956" y="207044"/>
                      <a:pt x="129921" y="265349"/>
                      <a:pt x="240349" y="290160"/>
                    </a:cubicBezTo>
                    <a:lnTo>
                      <a:pt x="323481" y="153701"/>
                    </a:lnTo>
                    <a:close/>
                    <a:moveTo>
                      <a:pt x="105084" y="1029"/>
                    </a:moveTo>
                    <a:lnTo>
                      <a:pt x="338445" y="145006"/>
                    </a:lnTo>
                    <a:cubicBezTo>
                      <a:pt x="340927" y="146247"/>
                      <a:pt x="342169" y="147489"/>
                      <a:pt x="342169" y="149971"/>
                    </a:cubicBezTo>
                    <a:cubicBezTo>
                      <a:pt x="342169" y="151212"/>
                      <a:pt x="342169" y="153695"/>
                      <a:pt x="340927" y="154936"/>
                    </a:cubicBezTo>
                    <a:lnTo>
                      <a:pt x="250313" y="302636"/>
                    </a:lnTo>
                    <a:cubicBezTo>
                      <a:pt x="250313" y="305119"/>
                      <a:pt x="246589" y="306360"/>
                      <a:pt x="244107" y="306360"/>
                    </a:cubicBezTo>
                    <a:lnTo>
                      <a:pt x="242865" y="306360"/>
                    </a:lnTo>
                    <a:cubicBezTo>
                      <a:pt x="122462" y="280295"/>
                      <a:pt x="45502" y="215754"/>
                      <a:pt x="2058" y="166106"/>
                    </a:cubicBezTo>
                    <a:cubicBezTo>
                      <a:pt x="-425" y="163624"/>
                      <a:pt x="-425" y="159901"/>
                      <a:pt x="816" y="157418"/>
                    </a:cubicBezTo>
                    <a:lnTo>
                      <a:pt x="93912" y="3512"/>
                    </a:lnTo>
                    <a:cubicBezTo>
                      <a:pt x="96395" y="1029"/>
                      <a:pt x="101360" y="-1453"/>
                      <a:pt x="105084" y="102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B72FB578-9FC8-744E-8F1B-0AD296FBFC95}"/>
                  </a:ext>
                </a:extLst>
              </p:cNvPr>
              <p:cNvSpPr/>
              <p:nvPr/>
            </p:nvSpPr>
            <p:spPr>
              <a:xfrm>
                <a:off x="16537889" y="11472787"/>
                <a:ext cx="393670" cy="2193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7" h="177">
                    <a:moveTo>
                      <a:pt x="311" y="177"/>
                    </a:moveTo>
                    <a:cubicBezTo>
                      <a:pt x="196" y="175"/>
                      <a:pt x="117" y="130"/>
                      <a:pt x="72" y="92"/>
                    </a:cubicBezTo>
                    <a:cubicBezTo>
                      <a:pt x="23" y="51"/>
                      <a:pt x="2" y="11"/>
                      <a:pt x="1" y="9"/>
                    </a:cubicBezTo>
                    <a:cubicBezTo>
                      <a:pt x="-1" y="6"/>
                      <a:pt x="0" y="2"/>
                      <a:pt x="4" y="1"/>
                    </a:cubicBezTo>
                    <a:cubicBezTo>
                      <a:pt x="7" y="-1"/>
                      <a:pt x="10" y="0"/>
                      <a:pt x="12" y="3"/>
                    </a:cubicBezTo>
                    <a:cubicBezTo>
                      <a:pt x="13" y="4"/>
                      <a:pt x="98" y="162"/>
                      <a:pt x="311" y="165"/>
                    </a:cubicBezTo>
                    <a:cubicBezTo>
                      <a:pt x="314" y="165"/>
                      <a:pt x="317" y="167"/>
                      <a:pt x="317" y="171"/>
                    </a:cubicBezTo>
                    <a:cubicBezTo>
                      <a:pt x="317" y="174"/>
                      <a:pt x="314" y="177"/>
                      <a:pt x="311" y="1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1EA0D0B-193D-FE4B-9B2E-D23F14C981B2}"/>
                </a:ext>
              </a:extLst>
            </p:cNvPr>
            <p:cNvGrpSpPr/>
            <p:nvPr/>
          </p:nvGrpSpPr>
          <p:grpSpPr>
            <a:xfrm>
              <a:off x="11988254" y="10910734"/>
              <a:ext cx="2104142" cy="1458092"/>
              <a:chOff x="11988254" y="10910734"/>
              <a:chExt cx="2104142" cy="1458092"/>
            </a:xfrm>
          </p:grpSpPr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79966CC0-0DA0-0241-99C9-79A4A0B878EE}"/>
                  </a:ext>
                </a:extLst>
              </p:cNvPr>
              <p:cNvSpPr/>
              <p:nvPr/>
            </p:nvSpPr>
            <p:spPr>
              <a:xfrm>
                <a:off x="11995729" y="11451601"/>
                <a:ext cx="2089193" cy="9097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78" h="731">
                    <a:moveTo>
                      <a:pt x="1563" y="731"/>
                    </a:moveTo>
                    <a:lnTo>
                      <a:pt x="839" y="731"/>
                    </a:lnTo>
                    <a:lnTo>
                      <a:pt x="115" y="731"/>
                    </a:lnTo>
                    <a:cubicBezTo>
                      <a:pt x="83" y="731"/>
                      <a:pt x="54" y="718"/>
                      <a:pt x="34" y="698"/>
                    </a:cubicBezTo>
                    <a:cubicBezTo>
                      <a:pt x="12" y="676"/>
                      <a:pt x="0" y="648"/>
                      <a:pt x="0" y="616"/>
                    </a:cubicBezTo>
                    <a:lnTo>
                      <a:pt x="0" y="366"/>
                    </a:lnTo>
                    <a:lnTo>
                      <a:pt x="0" y="115"/>
                    </a:lnTo>
                    <a:cubicBezTo>
                      <a:pt x="0" y="84"/>
                      <a:pt x="12" y="54"/>
                      <a:pt x="34" y="34"/>
                    </a:cubicBezTo>
                    <a:cubicBezTo>
                      <a:pt x="54" y="13"/>
                      <a:pt x="83" y="0"/>
                      <a:pt x="115" y="0"/>
                    </a:cubicBezTo>
                    <a:lnTo>
                      <a:pt x="839" y="0"/>
                    </a:lnTo>
                    <a:lnTo>
                      <a:pt x="1563" y="0"/>
                    </a:lnTo>
                    <a:cubicBezTo>
                      <a:pt x="1595" y="0"/>
                      <a:pt x="1624" y="13"/>
                      <a:pt x="1645" y="34"/>
                    </a:cubicBezTo>
                    <a:cubicBezTo>
                      <a:pt x="1666" y="54"/>
                      <a:pt x="1678" y="84"/>
                      <a:pt x="1678" y="115"/>
                    </a:cubicBezTo>
                    <a:lnTo>
                      <a:pt x="1678" y="366"/>
                    </a:lnTo>
                    <a:lnTo>
                      <a:pt x="1678" y="616"/>
                    </a:lnTo>
                    <a:cubicBezTo>
                      <a:pt x="1678" y="648"/>
                      <a:pt x="1666" y="676"/>
                      <a:pt x="1645" y="698"/>
                    </a:cubicBezTo>
                    <a:cubicBezTo>
                      <a:pt x="1624" y="718"/>
                      <a:pt x="1595" y="731"/>
                      <a:pt x="1563" y="73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CA4DCD2E-7AFB-A543-A291-CE4FBA765035}"/>
                  </a:ext>
                </a:extLst>
              </p:cNvPr>
              <p:cNvSpPr/>
              <p:nvPr/>
            </p:nvSpPr>
            <p:spPr>
              <a:xfrm>
                <a:off x="11988254" y="11444124"/>
                <a:ext cx="2104142" cy="924702"/>
              </a:xfrm>
              <a:custGeom>
                <a:avLst/>
                <a:gdLst>
                  <a:gd name="connsiteX0" fmla="*/ 150659 w 2104142"/>
                  <a:gd name="connsiteY0" fmla="*/ 14955 h 924702"/>
                  <a:gd name="connsiteX1" fmla="*/ 54790 w 2104142"/>
                  <a:gd name="connsiteY1" fmla="*/ 54779 h 924702"/>
                  <a:gd name="connsiteX2" fmla="*/ 14949 w 2104142"/>
                  <a:gd name="connsiteY2" fmla="*/ 150605 h 924702"/>
                  <a:gd name="connsiteX3" fmla="*/ 14949 w 2104142"/>
                  <a:gd name="connsiteY3" fmla="*/ 774098 h 924702"/>
                  <a:gd name="connsiteX4" fmla="*/ 54790 w 2104142"/>
                  <a:gd name="connsiteY4" fmla="*/ 871169 h 924702"/>
                  <a:gd name="connsiteX5" fmla="*/ 150659 w 2104142"/>
                  <a:gd name="connsiteY5" fmla="*/ 909748 h 924702"/>
                  <a:gd name="connsiteX6" fmla="*/ 1953483 w 2104142"/>
                  <a:gd name="connsiteY6" fmla="*/ 909748 h 924702"/>
                  <a:gd name="connsiteX7" fmla="*/ 2049352 w 2104142"/>
                  <a:gd name="connsiteY7" fmla="*/ 871169 h 924702"/>
                  <a:gd name="connsiteX8" fmla="*/ 2090438 w 2104142"/>
                  <a:gd name="connsiteY8" fmla="*/ 774098 h 924702"/>
                  <a:gd name="connsiteX9" fmla="*/ 2090438 w 2104142"/>
                  <a:gd name="connsiteY9" fmla="*/ 150605 h 924702"/>
                  <a:gd name="connsiteX10" fmla="*/ 2049352 w 2104142"/>
                  <a:gd name="connsiteY10" fmla="*/ 54779 h 924702"/>
                  <a:gd name="connsiteX11" fmla="*/ 1953483 w 2104142"/>
                  <a:gd name="connsiteY11" fmla="*/ 14955 h 924702"/>
                  <a:gd name="connsiteX12" fmla="*/ 150652 w 2104142"/>
                  <a:gd name="connsiteY12" fmla="*/ 0 h 924702"/>
                  <a:gd name="connsiteX13" fmla="*/ 1953490 w 2104142"/>
                  <a:gd name="connsiteY13" fmla="*/ 0 h 924702"/>
                  <a:gd name="connsiteX14" fmla="*/ 2060565 w 2104142"/>
                  <a:gd name="connsiteY14" fmla="*/ 43559 h 924702"/>
                  <a:gd name="connsiteX15" fmla="*/ 2104142 w 2104142"/>
                  <a:gd name="connsiteY15" fmla="*/ 150591 h 924702"/>
                  <a:gd name="connsiteX16" fmla="*/ 2104142 w 2104142"/>
                  <a:gd name="connsiteY16" fmla="*/ 774111 h 924702"/>
                  <a:gd name="connsiteX17" fmla="*/ 2060565 w 2104142"/>
                  <a:gd name="connsiteY17" fmla="*/ 881143 h 924702"/>
                  <a:gd name="connsiteX18" fmla="*/ 1953490 w 2104142"/>
                  <a:gd name="connsiteY18" fmla="*/ 924702 h 924702"/>
                  <a:gd name="connsiteX19" fmla="*/ 150652 w 2104142"/>
                  <a:gd name="connsiteY19" fmla="*/ 924702 h 924702"/>
                  <a:gd name="connsiteX20" fmla="*/ 44822 w 2104142"/>
                  <a:gd name="connsiteY20" fmla="*/ 881143 h 924702"/>
                  <a:gd name="connsiteX21" fmla="*/ 0 w 2104142"/>
                  <a:gd name="connsiteY21" fmla="*/ 774111 h 924702"/>
                  <a:gd name="connsiteX22" fmla="*/ 0 w 2104142"/>
                  <a:gd name="connsiteY22" fmla="*/ 150591 h 924702"/>
                  <a:gd name="connsiteX23" fmla="*/ 44822 w 2104142"/>
                  <a:gd name="connsiteY23" fmla="*/ 43559 h 924702"/>
                  <a:gd name="connsiteX24" fmla="*/ 150652 w 2104142"/>
                  <a:gd name="connsiteY24" fmla="*/ 0 h 924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104142" h="924702">
                    <a:moveTo>
                      <a:pt x="150659" y="14955"/>
                    </a:moveTo>
                    <a:cubicBezTo>
                      <a:pt x="114553" y="14955"/>
                      <a:pt x="79691" y="28644"/>
                      <a:pt x="54790" y="54779"/>
                    </a:cubicBezTo>
                    <a:cubicBezTo>
                      <a:pt x="28644" y="80913"/>
                      <a:pt x="14949" y="114515"/>
                      <a:pt x="14949" y="150605"/>
                    </a:cubicBezTo>
                    <a:lnTo>
                      <a:pt x="14949" y="774098"/>
                    </a:lnTo>
                    <a:cubicBezTo>
                      <a:pt x="14949" y="810188"/>
                      <a:pt x="28644" y="845034"/>
                      <a:pt x="54790" y="871169"/>
                    </a:cubicBezTo>
                    <a:cubicBezTo>
                      <a:pt x="79691" y="896059"/>
                      <a:pt x="114553" y="909748"/>
                      <a:pt x="150659" y="909748"/>
                    </a:cubicBezTo>
                    <a:lnTo>
                      <a:pt x="1953483" y="909748"/>
                    </a:lnTo>
                    <a:cubicBezTo>
                      <a:pt x="1989589" y="909748"/>
                      <a:pt x="2024451" y="896059"/>
                      <a:pt x="2049352" y="871169"/>
                    </a:cubicBezTo>
                    <a:cubicBezTo>
                      <a:pt x="2075498" y="845034"/>
                      <a:pt x="2090438" y="810188"/>
                      <a:pt x="2090438" y="774098"/>
                    </a:cubicBezTo>
                    <a:lnTo>
                      <a:pt x="2090438" y="150605"/>
                    </a:lnTo>
                    <a:cubicBezTo>
                      <a:pt x="2090438" y="114515"/>
                      <a:pt x="2075498" y="80913"/>
                      <a:pt x="2049352" y="54779"/>
                    </a:cubicBezTo>
                    <a:cubicBezTo>
                      <a:pt x="2024451" y="28644"/>
                      <a:pt x="1989589" y="14955"/>
                      <a:pt x="1953483" y="14955"/>
                    </a:cubicBezTo>
                    <a:close/>
                    <a:moveTo>
                      <a:pt x="150652" y="0"/>
                    </a:moveTo>
                    <a:lnTo>
                      <a:pt x="1953490" y="0"/>
                    </a:lnTo>
                    <a:cubicBezTo>
                      <a:pt x="1994577" y="0"/>
                      <a:pt x="2031929" y="16179"/>
                      <a:pt x="2060565" y="43559"/>
                    </a:cubicBezTo>
                    <a:cubicBezTo>
                      <a:pt x="2089201" y="72184"/>
                      <a:pt x="2104142" y="110765"/>
                      <a:pt x="2104142" y="150591"/>
                    </a:cubicBezTo>
                    <a:lnTo>
                      <a:pt x="2104142" y="774111"/>
                    </a:lnTo>
                    <a:cubicBezTo>
                      <a:pt x="2104142" y="813937"/>
                      <a:pt x="2089201" y="852518"/>
                      <a:pt x="2060565" y="881143"/>
                    </a:cubicBezTo>
                    <a:cubicBezTo>
                      <a:pt x="2031929" y="909767"/>
                      <a:pt x="1994577" y="924702"/>
                      <a:pt x="1953490" y="924702"/>
                    </a:cubicBezTo>
                    <a:lnTo>
                      <a:pt x="150652" y="924702"/>
                    </a:lnTo>
                    <a:cubicBezTo>
                      <a:pt x="110810" y="924702"/>
                      <a:pt x="72213" y="909767"/>
                      <a:pt x="44822" y="881143"/>
                    </a:cubicBezTo>
                    <a:cubicBezTo>
                      <a:pt x="14941" y="852518"/>
                      <a:pt x="0" y="813937"/>
                      <a:pt x="0" y="774111"/>
                    </a:cubicBezTo>
                    <a:lnTo>
                      <a:pt x="0" y="150591"/>
                    </a:lnTo>
                    <a:cubicBezTo>
                      <a:pt x="0" y="110765"/>
                      <a:pt x="14941" y="72184"/>
                      <a:pt x="44822" y="43559"/>
                    </a:cubicBezTo>
                    <a:cubicBezTo>
                      <a:pt x="72213" y="16179"/>
                      <a:pt x="110810" y="0"/>
                      <a:pt x="1506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525F557A-AC47-304B-B4FD-214C01EA0932}"/>
                  </a:ext>
                </a:extLst>
              </p:cNvPr>
              <p:cNvSpPr/>
              <p:nvPr/>
            </p:nvSpPr>
            <p:spPr>
              <a:xfrm>
                <a:off x="12972433" y="11685892"/>
                <a:ext cx="929361" cy="165749"/>
              </a:xfrm>
              <a:custGeom>
                <a:avLst/>
                <a:gdLst>
                  <a:gd name="connsiteX0" fmla="*/ 83373 w 929361"/>
                  <a:gd name="connsiteY0" fmla="*/ 16201 h 165749"/>
                  <a:gd name="connsiteX1" fmla="*/ 34854 w 929361"/>
                  <a:gd name="connsiteY1" fmla="*/ 34723 h 165749"/>
                  <a:gd name="connsiteX2" fmla="*/ 14949 w 929361"/>
                  <a:gd name="connsiteY2" fmla="*/ 82880 h 165749"/>
                  <a:gd name="connsiteX3" fmla="*/ 34854 w 929361"/>
                  <a:gd name="connsiteY3" fmla="*/ 131037 h 165749"/>
                  <a:gd name="connsiteX4" fmla="*/ 83373 w 929361"/>
                  <a:gd name="connsiteY4" fmla="*/ 150794 h 165749"/>
                  <a:gd name="connsiteX5" fmla="*/ 845987 w 929361"/>
                  <a:gd name="connsiteY5" fmla="*/ 150794 h 165749"/>
                  <a:gd name="connsiteX6" fmla="*/ 894506 w 929361"/>
                  <a:gd name="connsiteY6" fmla="*/ 131037 h 165749"/>
                  <a:gd name="connsiteX7" fmla="*/ 914411 w 929361"/>
                  <a:gd name="connsiteY7" fmla="*/ 82880 h 165749"/>
                  <a:gd name="connsiteX8" fmla="*/ 894506 w 929361"/>
                  <a:gd name="connsiteY8" fmla="*/ 34723 h 165749"/>
                  <a:gd name="connsiteX9" fmla="*/ 845987 w 929361"/>
                  <a:gd name="connsiteY9" fmla="*/ 16201 h 165749"/>
                  <a:gd name="connsiteX10" fmla="*/ 83356 w 929361"/>
                  <a:gd name="connsiteY10" fmla="*/ 0 h 165749"/>
                  <a:gd name="connsiteX11" fmla="*/ 846005 w 929361"/>
                  <a:gd name="connsiteY11" fmla="*/ 0 h 165749"/>
                  <a:gd name="connsiteX12" fmla="*/ 904479 w 929361"/>
                  <a:gd name="connsiteY12" fmla="*/ 24739 h 165749"/>
                  <a:gd name="connsiteX13" fmla="*/ 929361 w 929361"/>
                  <a:gd name="connsiteY13" fmla="*/ 82874 h 165749"/>
                  <a:gd name="connsiteX14" fmla="*/ 904479 w 929361"/>
                  <a:gd name="connsiteY14" fmla="*/ 142247 h 165749"/>
                  <a:gd name="connsiteX15" fmla="*/ 846005 w 929361"/>
                  <a:gd name="connsiteY15" fmla="*/ 165749 h 165749"/>
                  <a:gd name="connsiteX16" fmla="*/ 83356 w 929361"/>
                  <a:gd name="connsiteY16" fmla="*/ 165749 h 165749"/>
                  <a:gd name="connsiteX17" fmla="*/ 23638 w 929361"/>
                  <a:gd name="connsiteY17" fmla="*/ 142247 h 165749"/>
                  <a:gd name="connsiteX18" fmla="*/ 0 w 929361"/>
                  <a:gd name="connsiteY18" fmla="*/ 82874 h 165749"/>
                  <a:gd name="connsiteX19" fmla="*/ 23638 w 929361"/>
                  <a:gd name="connsiteY19" fmla="*/ 24739 h 165749"/>
                  <a:gd name="connsiteX20" fmla="*/ 83356 w 929361"/>
                  <a:gd name="connsiteY20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29361" h="165749">
                    <a:moveTo>
                      <a:pt x="83373" y="16201"/>
                    </a:moveTo>
                    <a:cubicBezTo>
                      <a:pt x="64712" y="16201"/>
                      <a:pt x="47295" y="22375"/>
                      <a:pt x="34854" y="34723"/>
                    </a:cubicBezTo>
                    <a:cubicBezTo>
                      <a:pt x="22413" y="48306"/>
                      <a:pt x="14949" y="64358"/>
                      <a:pt x="14949" y="82880"/>
                    </a:cubicBezTo>
                    <a:cubicBezTo>
                      <a:pt x="14949" y="101402"/>
                      <a:pt x="22413" y="118689"/>
                      <a:pt x="34854" y="131037"/>
                    </a:cubicBezTo>
                    <a:cubicBezTo>
                      <a:pt x="47295" y="144620"/>
                      <a:pt x="64712" y="150794"/>
                      <a:pt x="83373" y="150794"/>
                    </a:cubicBezTo>
                    <a:lnTo>
                      <a:pt x="845987" y="150794"/>
                    </a:lnTo>
                    <a:cubicBezTo>
                      <a:pt x="864648" y="150794"/>
                      <a:pt x="882065" y="144620"/>
                      <a:pt x="894506" y="131037"/>
                    </a:cubicBezTo>
                    <a:cubicBezTo>
                      <a:pt x="906947" y="118689"/>
                      <a:pt x="914411" y="101402"/>
                      <a:pt x="914411" y="82880"/>
                    </a:cubicBezTo>
                    <a:cubicBezTo>
                      <a:pt x="914411" y="64358"/>
                      <a:pt x="906947" y="48306"/>
                      <a:pt x="894506" y="34723"/>
                    </a:cubicBezTo>
                    <a:cubicBezTo>
                      <a:pt x="882065" y="22375"/>
                      <a:pt x="864648" y="16201"/>
                      <a:pt x="845987" y="16201"/>
                    </a:cubicBezTo>
                    <a:close/>
                    <a:moveTo>
                      <a:pt x="83356" y="0"/>
                    </a:moveTo>
                    <a:lnTo>
                      <a:pt x="846005" y="0"/>
                    </a:lnTo>
                    <a:cubicBezTo>
                      <a:pt x="868399" y="0"/>
                      <a:pt x="889549" y="8659"/>
                      <a:pt x="904479" y="24739"/>
                    </a:cubicBezTo>
                    <a:cubicBezTo>
                      <a:pt x="920652" y="40819"/>
                      <a:pt x="929361" y="60610"/>
                      <a:pt x="929361" y="82874"/>
                    </a:cubicBezTo>
                    <a:cubicBezTo>
                      <a:pt x="929361" y="105139"/>
                      <a:pt x="920652" y="126167"/>
                      <a:pt x="904479" y="142247"/>
                    </a:cubicBezTo>
                    <a:cubicBezTo>
                      <a:pt x="889549" y="158327"/>
                      <a:pt x="868399" y="165749"/>
                      <a:pt x="846005" y="165749"/>
                    </a:cubicBezTo>
                    <a:lnTo>
                      <a:pt x="83356" y="165749"/>
                    </a:lnTo>
                    <a:cubicBezTo>
                      <a:pt x="60962" y="165749"/>
                      <a:pt x="39812" y="158327"/>
                      <a:pt x="23638" y="142247"/>
                    </a:cubicBezTo>
                    <a:cubicBezTo>
                      <a:pt x="8709" y="126167"/>
                      <a:pt x="0" y="105139"/>
                      <a:pt x="0" y="82874"/>
                    </a:cubicBezTo>
                    <a:cubicBezTo>
                      <a:pt x="0" y="60610"/>
                      <a:pt x="8709" y="40819"/>
                      <a:pt x="23638" y="24739"/>
                    </a:cubicBezTo>
                    <a:cubicBezTo>
                      <a:pt x="39812" y="8659"/>
                      <a:pt x="60962" y="0"/>
                      <a:pt x="833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CF1729E7-F217-7D45-9C1F-4C5551CBA9CA}"/>
                  </a:ext>
                </a:extLst>
              </p:cNvPr>
              <p:cNvSpPr/>
              <p:nvPr/>
            </p:nvSpPr>
            <p:spPr>
              <a:xfrm>
                <a:off x="12979907" y="11694616"/>
                <a:ext cx="914411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35" h="121">
                    <a:moveTo>
                      <a:pt x="674" y="121"/>
                    </a:moveTo>
                    <a:lnTo>
                      <a:pt x="368" y="121"/>
                    </a:lnTo>
                    <a:lnTo>
                      <a:pt x="61" y="121"/>
                    </a:lnTo>
                    <a:cubicBezTo>
                      <a:pt x="44" y="121"/>
                      <a:pt x="29" y="114"/>
                      <a:pt x="18" y="103"/>
                    </a:cubicBezTo>
                    <a:cubicBezTo>
                      <a:pt x="7" y="92"/>
                      <a:pt x="0" y="77"/>
                      <a:pt x="0" y="60"/>
                    </a:cubicBezTo>
                    <a:cubicBezTo>
                      <a:pt x="0" y="43"/>
                      <a:pt x="7" y="28"/>
                      <a:pt x="18" y="17"/>
                    </a:cubicBezTo>
                    <a:cubicBezTo>
                      <a:pt x="29" y="6"/>
                      <a:pt x="44" y="0"/>
                      <a:pt x="61" y="0"/>
                    </a:cubicBezTo>
                    <a:lnTo>
                      <a:pt x="368" y="0"/>
                    </a:lnTo>
                    <a:lnTo>
                      <a:pt x="674" y="0"/>
                    </a:lnTo>
                    <a:cubicBezTo>
                      <a:pt x="691" y="0"/>
                      <a:pt x="706" y="6"/>
                      <a:pt x="717" y="17"/>
                    </a:cubicBezTo>
                    <a:cubicBezTo>
                      <a:pt x="728" y="28"/>
                      <a:pt x="735" y="43"/>
                      <a:pt x="735" y="60"/>
                    </a:cubicBezTo>
                    <a:cubicBezTo>
                      <a:pt x="735" y="77"/>
                      <a:pt x="728" y="92"/>
                      <a:pt x="717" y="103"/>
                    </a:cubicBezTo>
                    <a:cubicBezTo>
                      <a:pt x="706" y="114"/>
                      <a:pt x="691" y="121"/>
                      <a:pt x="674" y="121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6463B095-4E22-3E4C-8FB0-16CEB0F6A821}"/>
                  </a:ext>
                </a:extLst>
              </p:cNvPr>
              <p:cNvSpPr/>
              <p:nvPr/>
            </p:nvSpPr>
            <p:spPr>
              <a:xfrm>
                <a:off x="12983645" y="11967540"/>
                <a:ext cx="906936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9" h="12">
                    <a:moveTo>
                      <a:pt x="723" y="12"/>
                    </a:moveTo>
                    <a:lnTo>
                      <a:pt x="6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723" y="0"/>
                    </a:lnTo>
                    <a:cubicBezTo>
                      <a:pt x="727" y="0"/>
                      <a:pt x="729" y="2"/>
                      <a:pt x="729" y="6"/>
                    </a:cubicBezTo>
                    <a:cubicBezTo>
                      <a:pt x="729" y="9"/>
                      <a:pt x="727" y="12"/>
                      <a:pt x="72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6438E702-A6A4-024F-9F71-33233AFAFBBF}"/>
                  </a:ext>
                </a:extLst>
              </p:cNvPr>
              <p:cNvSpPr/>
              <p:nvPr/>
            </p:nvSpPr>
            <p:spPr>
              <a:xfrm>
                <a:off x="12983645" y="12108364"/>
                <a:ext cx="906936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9" h="12">
                    <a:moveTo>
                      <a:pt x="723" y="12"/>
                    </a:moveTo>
                    <a:lnTo>
                      <a:pt x="6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723" y="0"/>
                    </a:lnTo>
                    <a:cubicBezTo>
                      <a:pt x="727" y="0"/>
                      <a:pt x="729" y="2"/>
                      <a:pt x="729" y="6"/>
                    </a:cubicBezTo>
                    <a:cubicBezTo>
                      <a:pt x="729" y="9"/>
                      <a:pt x="727" y="12"/>
                      <a:pt x="72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9167C807-8365-914C-8CCD-666AEDFEA2F9}"/>
                  </a:ext>
                </a:extLst>
              </p:cNvPr>
              <p:cNvSpPr/>
              <p:nvPr/>
            </p:nvSpPr>
            <p:spPr>
              <a:xfrm>
                <a:off x="12205022" y="11637289"/>
                <a:ext cx="534445" cy="5346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0" h="430">
                    <a:moveTo>
                      <a:pt x="430" y="215"/>
                    </a:moveTo>
                    <a:cubicBezTo>
                      <a:pt x="430" y="333"/>
                      <a:pt x="334" y="430"/>
                      <a:pt x="215" y="430"/>
                    </a:cubicBezTo>
                    <a:cubicBezTo>
                      <a:pt x="97" y="430"/>
                      <a:pt x="0" y="333"/>
                      <a:pt x="0" y="215"/>
                    </a:cubicBezTo>
                    <a:cubicBezTo>
                      <a:pt x="0" y="96"/>
                      <a:pt x="97" y="0"/>
                      <a:pt x="215" y="0"/>
                    </a:cubicBezTo>
                    <a:cubicBezTo>
                      <a:pt x="334" y="0"/>
                      <a:pt x="430" y="96"/>
                      <a:pt x="430" y="215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308E54E0-8CF4-304E-981F-744B14231E60}"/>
                  </a:ext>
                </a:extLst>
              </p:cNvPr>
              <p:cNvSpPr/>
              <p:nvPr/>
            </p:nvSpPr>
            <p:spPr>
              <a:xfrm>
                <a:off x="12198793" y="11629812"/>
                <a:ext cx="549394" cy="549587"/>
              </a:xfrm>
              <a:custGeom>
                <a:avLst/>
                <a:gdLst>
                  <a:gd name="connsiteX0" fmla="*/ 273456 w 549394"/>
                  <a:gd name="connsiteY0" fmla="*/ 14955 h 549587"/>
                  <a:gd name="connsiteX1" fmla="*/ 14953 w 549394"/>
                  <a:gd name="connsiteY1" fmla="*/ 274792 h 549587"/>
                  <a:gd name="connsiteX2" fmla="*/ 273456 w 549394"/>
                  <a:gd name="connsiteY2" fmla="*/ 533386 h 549587"/>
                  <a:gd name="connsiteX3" fmla="*/ 533202 w 549394"/>
                  <a:gd name="connsiteY3" fmla="*/ 274792 h 549587"/>
                  <a:gd name="connsiteX4" fmla="*/ 273456 w 549394"/>
                  <a:gd name="connsiteY4" fmla="*/ 14955 h 549587"/>
                  <a:gd name="connsiteX5" fmla="*/ 274697 w 549394"/>
                  <a:gd name="connsiteY5" fmla="*/ 0 h 549587"/>
                  <a:gd name="connsiteX6" fmla="*/ 549394 w 549394"/>
                  <a:gd name="connsiteY6" fmla="*/ 274794 h 549587"/>
                  <a:gd name="connsiteX7" fmla="*/ 274697 w 549394"/>
                  <a:gd name="connsiteY7" fmla="*/ 549587 h 549587"/>
                  <a:gd name="connsiteX8" fmla="*/ 0 w 549394"/>
                  <a:gd name="connsiteY8" fmla="*/ 274794 h 549587"/>
                  <a:gd name="connsiteX9" fmla="*/ 274697 w 549394"/>
                  <a:gd name="connsiteY9" fmla="*/ 0 h 549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49394" h="549587">
                    <a:moveTo>
                      <a:pt x="273456" y="14955"/>
                    </a:moveTo>
                    <a:cubicBezTo>
                      <a:pt x="130534" y="14955"/>
                      <a:pt x="14953" y="130576"/>
                      <a:pt x="14953" y="274792"/>
                    </a:cubicBezTo>
                    <a:cubicBezTo>
                      <a:pt x="14953" y="417765"/>
                      <a:pt x="130534" y="533386"/>
                      <a:pt x="273456" y="533386"/>
                    </a:cubicBezTo>
                    <a:cubicBezTo>
                      <a:pt x="416379" y="533386"/>
                      <a:pt x="533202" y="417765"/>
                      <a:pt x="533202" y="274792"/>
                    </a:cubicBezTo>
                    <a:cubicBezTo>
                      <a:pt x="533202" y="130576"/>
                      <a:pt x="416379" y="14955"/>
                      <a:pt x="273456" y="14955"/>
                    </a:cubicBezTo>
                    <a:close/>
                    <a:moveTo>
                      <a:pt x="274697" y="0"/>
                    </a:moveTo>
                    <a:cubicBezTo>
                      <a:pt x="426340" y="0"/>
                      <a:pt x="549394" y="123098"/>
                      <a:pt x="549394" y="274794"/>
                    </a:cubicBezTo>
                    <a:cubicBezTo>
                      <a:pt x="549394" y="425246"/>
                      <a:pt x="426340" y="549587"/>
                      <a:pt x="274697" y="549587"/>
                    </a:cubicBezTo>
                    <a:cubicBezTo>
                      <a:pt x="124297" y="549587"/>
                      <a:pt x="0" y="425246"/>
                      <a:pt x="0" y="274794"/>
                    </a:cubicBezTo>
                    <a:cubicBezTo>
                      <a:pt x="0" y="123098"/>
                      <a:pt x="124297" y="0"/>
                      <a:pt x="2746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3" name="Freeform 282">
                <a:extLst>
                  <a:ext uri="{FF2B5EF4-FFF2-40B4-BE49-F238E27FC236}">
                    <a16:creationId xmlns:a16="http://schemas.microsoft.com/office/drawing/2014/main" id="{1D002117-1C43-9E45-9E40-F11CDCC7BC62}"/>
                  </a:ext>
                </a:extLst>
              </p:cNvPr>
              <p:cNvSpPr/>
              <p:nvPr/>
            </p:nvSpPr>
            <p:spPr>
              <a:xfrm>
                <a:off x="12251119" y="11805527"/>
                <a:ext cx="442256" cy="3663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6" h="295">
                    <a:moveTo>
                      <a:pt x="178" y="295"/>
                    </a:moveTo>
                    <a:cubicBezTo>
                      <a:pt x="252" y="295"/>
                      <a:pt x="318" y="257"/>
                      <a:pt x="356" y="200"/>
                    </a:cubicBezTo>
                    <a:cubicBezTo>
                      <a:pt x="328" y="157"/>
                      <a:pt x="283" y="125"/>
                      <a:pt x="232" y="112"/>
                    </a:cubicBezTo>
                    <a:cubicBezTo>
                      <a:pt x="239" y="101"/>
                      <a:pt x="244" y="86"/>
                      <a:pt x="244" y="71"/>
                    </a:cubicBezTo>
                    <a:cubicBezTo>
                      <a:pt x="244" y="32"/>
                      <a:pt x="214" y="0"/>
                      <a:pt x="178" y="0"/>
                    </a:cubicBezTo>
                    <a:cubicBezTo>
                      <a:pt x="142" y="0"/>
                      <a:pt x="113" y="32"/>
                      <a:pt x="113" y="71"/>
                    </a:cubicBezTo>
                    <a:cubicBezTo>
                      <a:pt x="113" y="86"/>
                      <a:pt x="117" y="101"/>
                      <a:pt x="124" y="112"/>
                    </a:cubicBezTo>
                    <a:cubicBezTo>
                      <a:pt x="73" y="125"/>
                      <a:pt x="29" y="157"/>
                      <a:pt x="0" y="200"/>
                    </a:cubicBezTo>
                    <a:cubicBezTo>
                      <a:pt x="39" y="257"/>
                      <a:pt x="104" y="295"/>
                      <a:pt x="178" y="29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28A43126-C81A-0C44-9334-3F7576B06A0F}"/>
                  </a:ext>
                </a:extLst>
              </p:cNvPr>
              <p:cNvSpPr/>
              <p:nvPr/>
            </p:nvSpPr>
            <p:spPr>
              <a:xfrm>
                <a:off x="12245200" y="11796807"/>
                <a:ext cx="456581" cy="382592"/>
              </a:xfrm>
              <a:custGeom>
                <a:avLst/>
                <a:gdLst>
                  <a:gd name="connsiteX0" fmla="*/ 227049 w 456581"/>
                  <a:gd name="connsiteY0" fmla="*/ 16197 h 382592"/>
                  <a:gd name="connsiteX1" fmla="*/ 153763 w 456581"/>
                  <a:gd name="connsiteY1" fmla="*/ 96915 h 382592"/>
                  <a:gd name="connsiteX2" fmla="*/ 166185 w 456581"/>
                  <a:gd name="connsiteY2" fmla="*/ 142861 h 382592"/>
                  <a:gd name="connsiteX3" fmla="*/ 167427 w 456581"/>
                  <a:gd name="connsiteY3" fmla="*/ 150312 h 382592"/>
                  <a:gd name="connsiteX4" fmla="*/ 162458 w 456581"/>
                  <a:gd name="connsiteY4" fmla="*/ 155280 h 382592"/>
                  <a:gd name="connsiteX5" fmla="*/ 15886 w 456581"/>
                  <a:gd name="connsiteY5" fmla="*/ 257108 h 382592"/>
                  <a:gd name="connsiteX6" fmla="*/ 227049 w 456581"/>
                  <a:gd name="connsiteY6" fmla="*/ 366387 h 382592"/>
                  <a:gd name="connsiteX7" fmla="*/ 439455 w 456581"/>
                  <a:gd name="connsiteY7" fmla="*/ 257108 h 382592"/>
                  <a:gd name="connsiteX8" fmla="*/ 291641 w 456581"/>
                  <a:gd name="connsiteY8" fmla="*/ 155280 h 382592"/>
                  <a:gd name="connsiteX9" fmla="*/ 286672 w 456581"/>
                  <a:gd name="connsiteY9" fmla="*/ 150312 h 382592"/>
                  <a:gd name="connsiteX10" fmla="*/ 286672 w 456581"/>
                  <a:gd name="connsiteY10" fmla="*/ 142861 h 382592"/>
                  <a:gd name="connsiteX11" fmla="*/ 301578 w 456581"/>
                  <a:gd name="connsiteY11" fmla="*/ 96915 h 382592"/>
                  <a:gd name="connsiteX12" fmla="*/ 227049 w 456581"/>
                  <a:gd name="connsiteY12" fmla="*/ 16197 h 382592"/>
                  <a:gd name="connsiteX13" fmla="*/ 228291 w 456581"/>
                  <a:gd name="connsiteY13" fmla="*/ 0 h 382592"/>
                  <a:gd name="connsiteX14" fmla="*/ 316501 w 456581"/>
                  <a:gd name="connsiteY14" fmla="*/ 96890 h 382592"/>
                  <a:gd name="connsiteX15" fmla="*/ 306562 w 456581"/>
                  <a:gd name="connsiteY15" fmla="*/ 142851 h 382592"/>
                  <a:gd name="connsiteX16" fmla="*/ 455650 w 456581"/>
                  <a:gd name="connsiteY16" fmla="*/ 253405 h 382592"/>
                  <a:gd name="connsiteX17" fmla="*/ 455650 w 456581"/>
                  <a:gd name="connsiteY17" fmla="*/ 260858 h 382592"/>
                  <a:gd name="connsiteX18" fmla="*/ 228291 w 456581"/>
                  <a:gd name="connsiteY18" fmla="*/ 382592 h 382592"/>
                  <a:gd name="connsiteX19" fmla="*/ 932 w 456581"/>
                  <a:gd name="connsiteY19" fmla="*/ 260858 h 382592"/>
                  <a:gd name="connsiteX20" fmla="*/ 932 w 456581"/>
                  <a:gd name="connsiteY20" fmla="*/ 253405 h 382592"/>
                  <a:gd name="connsiteX21" fmla="*/ 150020 w 456581"/>
                  <a:gd name="connsiteY21" fmla="*/ 142851 h 382592"/>
                  <a:gd name="connsiteX22" fmla="*/ 140081 w 456581"/>
                  <a:gd name="connsiteY22" fmla="*/ 96890 h 382592"/>
                  <a:gd name="connsiteX23" fmla="*/ 228291 w 456581"/>
                  <a:gd name="connsiteY23" fmla="*/ 0 h 3825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56581" h="382592">
                    <a:moveTo>
                      <a:pt x="227049" y="16197"/>
                    </a:moveTo>
                    <a:cubicBezTo>
                      <a:pt x="186059" y="16197"/>
                      <a:pt x="153763" y="52209"/>
                      <a:pt x="153763" y="96915"/>
                    </a:cubicBezTo>
                    <a:cubicBezTo>
                      <a:pt x="153763" y="114300"/>
                      <a:pt x="158732" y="129202"/>
                      <a:pt x="166185" y="142861"/>
                    </a:cubicBezTo>
                    <a:cubicBezTo>
                      <a:pt x="167427" y="145345"/>
                      <a:pt x="167427" y="147829"/>
                      <a:pt x="167427" y="150312"/>
                    </a:cubicBezTo>
                    <a:cubicBezTo>
                      <a:pt x="166185" y="152796"/>
                      <a:pt x="164943" y="154038"/>
                      <a:pt x="162458" y="155280"/>
                    </a:cubicBezTo>
                    <a:cubicBezTo>
                      <a:pt x="102836" y="170181"/>
                      <a:pt x="50666" y="206194"/>
                      <a:pt x="15886" y="257108"/>
                    </a:cubicBezTo>
                    <a:cubicBezTo>
                      <a:pt x="64329" y="325407"/>
                      <a:pt x="142584" y="366387"/>
                      <a:pt x="227049" y="366387"/>
                    </a:cubicBezTo>
                    <a:cubicBezTo>
                      <a:pt x="311515" y="366387"/>
                      <a:pt x="391012" y="325407"/>
                      <a:pt x="439455" y="257108"/>
                    </a:cubicBezTo>
                    <a:cubicBezTo>
                      <a:pt x="403433" y="206194"/>
                      <a:pt x="351263" y="170181"/>
                      <a:pt x="291641" y="155280"/>
                    </a:cubicBezTo>
                    <a:cubicBezTo>
                      <a:pt x="289156" y="154038"/>
                      <a:pt x="287914" y="152796"/>
                      <a:pt x="286672" y="150312"/>
                    </a:cubicBezTo>
                    <a:cubicBezTo>
                      <a:pt x="285430" y="147829"/>
                      <a:pt x="286672" y="145345"/>
                      <a:pt x="286672" y="142861"/>
                    </a:cubicBezTo>
                    <a:cubicBezTo>
                      <a:pt x="296609" y="129202"/>
                      <a:pt x="301578" y="114300"/>
                      <a:pt x="301578" y="96915"/>
                    </a:cubicBezTo>
                    <a:cubicBezTo>
                      <a:pt x="301578" y="52209"/>
                      <a:pt x="268040" y="16197"/>
                      <a:pt x="227049" y="16197"/>
                    </a:cubicBezTo>
                    <a:close/>
                    <a:moveTo>
                      <a:pt x="228291" y="0"/>
                    </a:moveTo>
                    <a:cubicBezTo>
                      <a:pt x="276745" y="0"/>
                      <a:pt x="316501" y="43476"/>
                      <a:pt x="316501" y="96890"/>
                    </a:cubicBezTo>
                    <a:cubicBezTo>
                      <a:pt x="316501" y="113039"/>
                      <a:pt x="314017" y="129187"/>
                      <a:pt x="306562" y="142851"/>
                    </a:cubicBezTo>
                    <a:cubicBezTo>
                      <a:pt x="367440" y="161484"/>
                      <a:pt x="419620" y="199991"/>
                      <a:pt x="455650" y="253405"/>
                    </a:cubicBezTo>
                    <a:cubicBezTo>
                      <a:pt x="456892" y="254647"/>
                      <a:pt x="456892" y="258374"/>
                      <a:pt x="455650" y="260858"/>
                    </a:cubicBezTo>
                    <a:cubicBezTo>
                      <a:pt x="404712" y="336631"/>
                      <a:pt x="320229" y="382592"/>
                      <a:pt x="228291" y="382592"/>
                    </a:cubicBezTo>
                    <a:cubicBezTo>
                      <a:pt x="137596" y="382592"/>
                      <a:pt x="51871" y="336631"/>
                      <a:pt x="932" y="260858"/>
                    </a:cubicBezTo>
                    <a:cubicBezTo>
                      <a:pt x="-310" y="258374"/>
                      <a:pt x="-310" y="254647"/>
                      <a:pt x="932" y="253405"/>
                    </a:cubicBezTo>
                    <a:cubicBezTo>
                      <a:pt x="36962" y="199991"/>
                      <a:pt x="89143" y="161484"/>
                      <a:pt x="150020" y="142851"/>
                    </a:cubicBezTo>
                    <a:cubicBezTo>
                      <a:pt x="143808" y="129187"/>
                      <a:pt x="140081" y="113039"/>
                      <a:pt x="140081" y="96890"/>
                    </a:cubicBezTo>
                    <a:cubicBezTo>
                      <a:pt x="140081" y="43476"/>
                      <a:pt x="179838" y="0"/>
                      <a:pt x="2282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A3B41A10-1B01-8643-AB1C-D47D7843F5E9}"/>
                  </a:ext>
                </a:extLst>
              </p:cNvPr>
              <p:cNvSpPr/>
              <p:nvPr/>
            </p:nvSpPr>
            <p:spPr>
              <a:xfrm>
                <a:off x="13141860" y="10985508"/>
                <a:ext cx="727542" cy="4237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5" h="341">
                    <a:moveTo>
                      <a:pt x="6" y="341"/>
                    </a:moveTo>
                    <a:cubicBezTo>
                      <a:pt x="3" y="341"/>
                      <a:pt x="0" y="338"/>
                      <a:pt x="0" y="335"/>
                    </a:cubicBezTo>
                    <a:lnTo>
                      <a:pt x="0" y="155"/>
                    </a:lnTo>
                    <a:cubicBezTo>
                      <a:pt x="0" y="69"/>
                      <a:pt x="69" y="0"/>
                      <a:pt x="155" y="0"/>
                    </a:cubicBezTo>
                    <a:lnTo>
                      <a:pt x="579" y="0"/>
                    </a:lnTo>
                    <a:cubicBezTo>
                      <a:pt x="582" y="0"/>
                      <a:pt x="585" y="3"/>
                      <a:pt x="585" y="6"/>
                    </a:cubicBezTo>
                    <a:cubicBezTo>
                      <a:pt x="585" y="9"/>
                      <a:pt x="582" y="12"/>
                      <a:pt x="579" y="12"/>
                    </a:cubicBezTo>
                    <a:lnTo>
                      <a:pt x="155" y="12"/>
                    </a:lnTo>
                    <a:cubicBezTo>
                      <a:pt x="76" y="12"/>
                      <a:pt x="12" y="76"/>
                      <a:pt x="12" y="155"/>
                    </a:cubicBezTo>
                    <a:lnTo>
                      <a:pt x="12" y="335"/>
                    </a:lnTo>
                    <a:cubicBezTo>
                      <a:pt x="12" y="338"/>
                      <a:pt x="9" y="341"/>
                      <a:pt x="6" y="34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B8A41DC5-E772-1143-B6F8-F49BCD8DE8CB}"/>
                  </a:ext>
                </a:extLst>
              </p:cNvPr>
              <p:cNvSpPr/>
              <p:nvPr/>
            </p:nvSpPr>
            <p:spPr>
              <a:xfrm>
                <a:off x="13851962" y="10918212"/>
                <a:ext cx="149495" cy="1483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1" h="120">
                    <a:moveTo>
                      <a:pt x="121" y="60"/>
                    </a:moveTo>
                    <a:cubicBezTo>
                      <a:pt x="121" y="94"/>
                      <a:pt x="94" y="120"/>
                      <a:pt x="61" y="120"/>
                    </a:cubicBezTo>
                    <a:cubicBezTo>
                      <a:pt x="27" y="120"/>
                      <a:pt x="0" y="94"/>
                      <a:pt x="0" y="60"/>
                    </a:cubicBezTo>
                    <a:cubicBezTo>
                      <a:pt x="0" y="27"/>
                      <a:pt x="27" y="0"/>
                      <a:pt x="61" y="0"/>
                    </a:cubicBezTo>
                    <a:cubicBezTo>
                      <a:pt x="94" y="0"/>
                      <a:pt x="121" y="27"/>
                      <a:pt x="121" y="6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CBDB79CC-2CD6-A845-95DF-201825BEF8D0}"/>
                  </a:ext>
                </a:extLst>
              </p:cNvPr>
              <p:cNvSpPr/>
              <p:nvPr/>
            </p:nvSpPr>
            <p:spPr>
              <a:xfrm>
                <a:off x="13844487" y="10910734"/>
                <a:ext cx="164445" cy="163256"/>
              </a:xfrm>
              <a:custGeom>
                <a:avLst/>
                <a:gdLst>
                  <a:gd name="connsiteX0" fmla="*/ 82839 w 164445"/>
                  <a:gd name="connsiteY0" fmla="*/ 14959 h 163256"/>
                  <a:gd name="connsiteX1" fmla="*/ 14949 w 164445"/>
                  <a:gd name="connsiteY1" fmla="*/ 81632 h 163256"/>
                  <a:gd name="connsiteX2" fmla="*/ 82839 w 164445"/>
                  <a:gd name="connsiteY2" fmla="*/ 148306 h 163256"/>
                  <a:gd name="connsiteX3" fmla="*/ 149495 w 164445"/>
                  <a:gd name="connsiteY3" fmla="*/ 81632 h 163256"/>
                  <a:gd name="connsiteX4" fmla="*/ 82839 w 164445"/>
                  <a:gd name="connsiteY4" fmla="*/ 14959 h 163256"/>
                  <a:gd name="connsiteX5" fmla="*/ 82841 w 164445"/>
                  <a:gd name="connsiteY5" fmla="*/ 0 h 163256"/>
                  <a:gd name="connsiteX6" fmla="*/ 164445 w 164445"/>
                  <a:gd name="connsiteY6" fmla="*/ 81628 h 163256"/>
                  <a:gd name="connsiteX7" fmla="*/ 82841 w 164445"/>
                  <a:gd name="connsiteY7" fmla="*/ 163256 h 163256"/>
                  <a:gd name="connsiteX8" fmla="*/ 0 w 164445"/>
                  <a:gd name="connsiteY8" fmla="*/ 81628 h 163256"/>
                  <a:gd name="connsiteX9" fmla="*/ 82841 w 164445"/>
                  <a:gd name="connsiteY9" fmla="*/ 0 h 163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4445" h="163256">
                    <a:moveTo>
                      <a:pt x="82839" y="14959"/>
                    </a:moveTo>
                    <a:cubicBezTo>
                      <a:pt x="45808" y="14959"/>
                      <a:pt x="14949" y="45826"/>
                      <a:pt x="14949" y="81632"/>
                    </a:cubicBezTo>
                    <a:cubicBezTo>
                      <a:pt x="14949" y="118673"/>
                      <a:pt x="45808" y="148306"/>
                      <a:pt x="82839" y="148306"/>
                    </a:cubicBezTo>
                    <a:cubicBezTo>
                      <a:pt x="119870" y="148306"/>
                      <a:pt x="149495" y="118673"/>
                      <a:pt x="149495" y="81632"/>
                    </a:cubicBezTo>
                    <a:cubicBezTo>
                      <a:pt x="149495" y="45826"/>
                      <a:pt x="119870" y="14959"/>
                      <a:pt x="82839" y="14959"/>
                    </a:cubicBezTo>
                    <a:close/>
                    <a:moveTo>
                      <a:pt x="82841" y="0"/>
                    </a:moveTo>
                    <a:cubicBezTo>
                      <a:pt x="127352" y="0"/>
                      <a:pt x="164445" y="37104"/>
                      <a:pt x="164445" y="81628"/>
                    </a:cubicBezTo>
                    <a:cubicBezTo>
                      <a:pt x="164445" y="126152"/>
                      <a:pt x="127352" y="163256"/>
                      <a:pt x="82841" y="163256"/>
                    </a:cubicBezTo>
                    <a:cubicBezTo>
                      <a:pt x="37093" y="163256"/>
                      <a:pt x="0" y="126152"/>
                      <a:pt x="0" y="81628"/>
                    </a:cubicBezTo>
                    <a:cubicBezTo>
                      <a:pt x="0" y="37104"/>
                      <a:pt x="37093" y="0"/>
                      <a:pt x="828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4" name="Freeform 3">
            <a:extLst>
              <a:ext uri="{FF2B5EF4-FFF2-40B4-BE49-F238E27FC236}">
                <a16:creationId xmlns:a16="http://schemas.microsoft.com/office/drawing/2014/main" id="{8F196EEA-FF8E-3449-8938-9DDC8EAAFF9F}"/>
              </a:ext>
            </a:extLst>
          </p:cNvPr>
          <p:cNvSpPr/>
          <p:nvPr/>
        </p:nvSpPr>
        <p:spPr>
          <a:xfrm>
            <a:off x="1524853" y="4371772"/>
            <a:ext cx="4314177" cy="189800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4" h="1524">
                <a:moveTo>
                  <a:pt x="0" y="0"/>
                </a:moveTo>
                <a:lnTo>
                  <a:pt x="0" y="715"/>
                </a:lnTo>
                <a:cubicBezTo>
                  <a:pt x="0" y="1162"/>
                  <a:pt x="362" y="1524"/>
                  <a:pt x="810" y="1524"/>
                </a:cubicBezTo>
                <a:lnTo>
                  <a:pt x="3464" y="1524"/>
                </a:lnTo>
                <a:lnTo>
                  <a:pt x="3464" y="0"/>
                </a:lnTo>
                <a:close/>
              </a:path>
            </a:pathLst>
          </a:custGeom>
          <a:solidFill>
            <a:schemeClr val="accent6">
              <a:alpha val="15328"/>
            </a:schemeClr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DF8FCF5-B7CB-5743-8D40-F4BB79257B50}"/>
              </a:ext>
            </a:extLst>
          </p:cNvPr>
          <p:cNvSpPr/>
          <p:nvPr/>
        </p:nvSpPr>
        <p:spPr>
          <a:xfrm>
            <a:off x="7196942" y="4371772"/>
            <a:ext cx="4314177" cy="189800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4" h="1524">
                <a:moveTo>
                  <a:pt x="0" y="0"/>
                </a:moveTo>
                <a:lnTo>
                  <a:pt x="0" y="715"/>
                </a:lnTo>
                <a:cubicBezTo>
                  <a:pt x="0" y="1162"/>
                  <a:pt x="362" y="1524"/>
                  <a:pt x="809" y="1524"/>
                </a:cubicBezTo>
                <a:lnTo>
                  <a:pt x="3464" y="1524"/>
                </a:lnTo>
                <a:lnTo>
                  <a:pt x="3464" y="0"/>
                </a:lnTo>
                <a:close/>
              </a:path>
            </a:pathLst>
          </a:custGeom>
          <a:solidFill>
            <a:schemeClr val="accent6">
              <a:alpha val="15328"/>
            </a:schemeClr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15B0DC33-67B2-5F40-9483-0984743F1202}"/>
              </a:ext>
            </a:extLst>
          </p:cNvPr>
          <p:cNvSpPr/>
          <p:nvPr/>
        </p:nvSpPr>
        <p:spPr>
          <a:xfrm>
            <a:off x="18538630" y="4371772"/>
            <a:ext cx="4314177" cy="189800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4" h="1524">
                <a:moveTo>
                  <a:pt x="0" y="0"/>
                </a:moveTo>
                <a:lnTo>
                  <a:pt x="0" y="715"/>
                </a:lnTo>
                <a:cubicBezTo>
                  <a:pt x="0" y="1162"/>
                  <a:pt x="362" y="1524"/>
                  <a:pt x="809" y="1524"/>
                </a:cubicBezTo>
                <a:lnTo>
                  <a:pt x="3464" y="1524"/>
                </a:lnTo>
                <a:lnTo>
                  <a:pt x="3464" y="0"/>
                </a:lnTo>
                <a:close/>
              </a:path>
            </a:pathLst>
          </a:custGeom>
          <a:solidFill>
            <a:schemeClr val="accent6">
              <a:alpha val="15328"/>
            </a:schemeClr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A5EE2FB-706E-384F-B7DF-0DA0D9C561FF}"/>
              </a:ext>
            </a:extLst>
          </p:cNvPr>
          <p:cNvSpPr/>
          <p:nvPr/>
        </p:nvSpPr>
        <p:spPr>
          <a:xfrm>
            <a:off x="12867786" y="4371772"/>
            <a:ext cx="4312931" cy="189800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3" h="1524">
                <a:moveTo>
                  <a:pt x="0" y="0"/>
                </a:moveTo>
                <a:lnTo>
                  <a:pt x="0" y="715"/>
                </a:lnTo>
                <a:cubicBezTo>
                  <a:pt x="0" y="1162"/>
                  <a:pt x="362" y="1524"/>
                  <a:pt x="809" y="1524"/>
                </a:cubicBezTo>
                <a:lnTo>
                  <a:pt x="3463" y="1524"/>
                </a:lnTo>
                <a:lnTo>
                  <a:pt x="3463" y="0"/>
                </a:lnTo>
                <a:close/>
              </a:path>
            </a:pathLst>
          </a:custGeom>
          <a:solidFill>
            <a:schemeClr val="accent6">
              <a:alpha val="15328"/>
            </a:schemeClr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90" name="Freeform 289">
            <a:extLst>
              <a:ext uri="{FF2B5EF4-FFF2-40B4-BE49-F238E27FC236}">
                <a16:creationId xmlns:a16="http://schemas.microsoft.com/office/drawing/2014/main" id="{CCBAF4D5-D86C-664E-B8ED-E3260EAA9915}"/>
              </a:ext>
            </a:extLst>
          </p:cNvPr>
          <p:cNvSpPr/>
          <p:nvPr/>
        </p:nvSpPr>
        <p:spPr>
          <a:xfrm>
            <a:off x="1524853" y="3418404"/>
            <a:ext cx="4314177" cy="9521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4" h="765">
                <a:moveTo>
                  <a:pt x="2700" y="0"/>
                </a:moveTo>
                <a:lnTo>
                  <a:pt x="0" y="0"/>
                </a:lnTo>
                <a:lnTo>
                  <a:pt x="0" y="765"/>
                </a:lnTo>
                <a:lnTo>
                  <a:pt x="3464" y="765"/>
                </a:lnTo>
                <a:cubicBezTo>
                  <a:pt x="3464" y="342"/>
                  <a:pt x="3122" y="0"/>
                  <a:pt x="2700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91" name="Freeform 290">
            <a:extLst>
              <a:ext uri="{FF2B5EF4-FFF2-40B4-BE49-F238E27FC236}">
                <a16:creationId xmlns:a16="http://schemas.microsoft.com/office/drawing/2014/main" id="{5C900B97-4BE2-DC4C-A29E-43798478CE20}"/>
              </a:ext>
            </a:extLst>
          </p:cNvPr>
          <p:cNvSpPr/>
          <p:nvPr/>
        </p:nvSpPr>
        <p:spPr>
          <a:xfrm>
            <a:off x="1524853" y="3418404"/>
            <a:ext cx="4314177" cy="285137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4" h="2289">
                <a:moveTo>
                  <a:pt x="1732" y="2289"/>
                </a:moveTo>
                <a:lnTo>
                  <a:pt x="798" y="2289"/>
                </a:lnTo>
                <a:cubicBezTo>
                  <a:pt x="358" y="2289"/>
                  <a:pt x="0" y="1932"/>
                  <a:pt x="0" y="1491"/>
                </a:cubicBezTo>
                <a:lnTo>
                  <a:pt x="0" y="765"/>
                </a:lnTo>
                <a:lnTo>
                  <a:pt x="3464" y="765"/>
                </a:lnTo>
                <a:cubicBezTo>
                  <a:pt x="3464" y="342"/>
                  <a:pt x="3122" y="0"/>
                  <a:pt x="2700" y="0"/>
                </a:cubicBezTo>
                <a:lnTo>
                  <a:pt x="0" y="0"/>
                </a:lnTo>
              </a:path>
            </a:pathLst>
          </a:custGeom>
          <a:noFill/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92" name="Freeform 291">
            <a:extLst>
              <a:ext uri="{FF2B5EF4-FFF2-40B4-BE49-F238E27FC236}">
                <a16:creationId xmlns:a16="http://schemas.microsoft.com/office/drawing/2014/main" id="{2303F299-EA68-7541-9F27-F0F4B3B22180}"/>
              </a:ext>
            </a:extLst>
          </p:cNvPr>
          <p:cNvSpPr/>
          <p:nvPr/>
        </p:nvSpPr>
        <p:spPr>
          <a:xfrm>
            <a:off x="4337850" y="3293784"/>
            <a:ext cx="1199697" cy="12013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4" h="965">
                <a:moveTo>
                  <a:pt x="964" y="483"/>
                </a:moveTo>
                <a:cubicBezTo>
                  <a:pt x="964" y="749"/>
                  <a:pt x="748" y="965"/>
                  <a:pt x="482" y="965"/>
                </a:cubicBezTo>
                <a:cubicBezTo>
                  <a:pt x="216" y="965"/>
                  <a:pt x="0" y="749"/>
                  <a:pt x="0" y="483"/>
                </a:cubicBezTo>
                <a:cubicBezTo>
                  <a:pt x="0" y="216"/>
                  <a:pt x="216" y="0"/>
                  <a:pt x="482" y="0"/>
                </a:cubicBezTo>
                <a:cubicBezTo>
                  <a:pt x="748" y="0"/>
                  <a:pt x="964" y="216"/>
                  <a:pt x="964" y="483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50" name="Freeform 349">
            <a:extLst>
              <a:ext uri="{FF2B5EF4-FFF2-40B4-BE49-F238E27FC236}">
                <a16:creationId xmlns:a16="http://schemas.microsoft.com/office/drawing/2014/main" id="{F8C3779D-4B8A-A94E-94C8-BACF467A8056}"/>
              </a:ext>
            </a:extLst>
          </p:cNvPr>
          <p:cNvSpPr/>
          <p:nvPr/>
        </p:nvSpPr>
        <p:spPr>
          <a:xfrm>
            <a:off x="4462429" y="3418404"/>
            <a:ext cx="950539" cy="9521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4" h="765">
                <a:moveTo>
                  <a:pt x="764" y="383"/>
                </a:moveTo>
                <a:cubicBezTo>
                  <a:pt x="764" y="594"/>
                  <a:pt x="593" y="765"/>
                  <a:pt x="382" y="765"/>
                </a:cubicBezTo>
                <a:cubicBezTo>
                  <a:pt x="171" y="765"/>
                  <a:pt x="0" y="594"/>
                  <a:pt x="0" y="383"/>
                </a:cubicBezTo>
                <a:cubicBezTo>
                  <a:pt x="0" y="172"/>
                  <a:pt x="171" y="0"/>
                  <a:pt x="382" y="0"/>
                </a:cubicBezTo>
                <a:cubicBezTo>
                  <a:pt x="593" y="0"/>
                  <a:pt x="764" y="172"/>
                  <a:pt x="764" y="383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78" name="Freeform 377">
            <a:extLst>
              <a:ext uri="{FF2B5EF4-FFF2-40B4-BE49-F238E27FC236}">
                <a16:creationId xmlns:a16="http://schemas.microsoft.com/office/drawing/2014/main" id="{1E6007C1-A152-474A-BA40-934BD118673F}"/>
              </a:ext>
            </a:extLst>
          </p:cNvPr>
          <p:cNvSpPr/>
          <p:nvPr/>
        </p:nvSpPr>
        <p:spPr>
          <a:xfrm>
            <a:off x="4653036" y="3652698"/>
            <a:ext cx="569113" cy="483537"/>
          </a:xfrm>
          <a:custGeom>
            <a:avLst/>
            <a:gdLst>
              <a:gd name="connsiteX0" fmla="*/ 184000 w 569113"/>
              <a:gd name="connsiteY0" fmla="*/ 266657 h 483537"/>
              <a:gd name="connsiteX1" fmla="*/ 168181 w 569113"/>
              <a:gd name="connsiteY1" fmla="*/ 272796 h 483537"/>
              <a:gd name="connsiteX2" fmla="*/ 168181 w 569113"/>
              <a:gd name="connsiteY2" fmla="*/ 275251 h 483537"/>
              <a:gd name="connsiteX3" fmla="*/ 168181 w 569113"/>
              <a:gd name="connsiteY3" fmla="*/ 346453 h 483537"/>
              <a:gd name="connsiteX4" fmla="*/ 190084 w 569113"/>
              <a:gd name="connsiteY4" fmla="*/ 324356 h 483537"/>
              <a:gd name="connsiteX5" fmla="*/ 201035 w 569113"/>
              <a:gd name="connsiteY5" fmla="*/ 324356 h 483537"/>
              <a:gd name="connsiteX6" fmla="*/ 220504 w 569113"/>
              <a:gd name="connsiteY6" fmla="*/ 345226 h 483537"/>
              <a:gd name="connsiteX7" fmla="*/ 220504 w 569113"/>
              <a:gd name="connsiteY7" fmla="*/ 275251 h 483537"/>
              <a:gd name="connsiteX8" fmla="*/ 220504 w 569113"/>
              <a:gd name="connsiteY8" fmla="*/ 274023 h 483537"/>
              <a:gd name="connsiteX9" fmla="*/ 204686 w 569113"/>
              <a:gd name="connsiteY9" fmla="*/ 266657 h 483537"/>
              <a:gd name="connsiteX10" fmla="*/ 184000 w 569113"/>
              <a:gd name="connsiteY10" fmla="*/ 266657 h 483537"/>
              <a:gd name="connsiteX11" fmla="*/ 391178 w 569113"/>
              <a:gd name="connsiteY11" fmla="*/ 162007 h 483537"/>
              <a:gd name="connsiteX12" fmla="*/ 391178 w 569113"/>
              <a:gd name="connsiteY12" fmla="*/ 286630 h 483537"/>
              <a:gd name="connsiteX13" fmla="*/ 431450 w 569113"/>
              <a:gd name="connsiteY13" fmla="*/ 270590 h 483537"/>
              <a:gd name="connsiteX14" fmla="*/ 450976 w 569113"/>
              <a:gd name="connsiteY14" fmla="*/ 224936 h 483537"/>
              <a:gd name="connsiteX15" fmla="*/ 429010 w 569113"/>
              <a:gd name="connsiteY15" fmla="*/ 176814 h 483537"/>
              <a:gd name="connsiteX16" fmla="*/ 391178 w 569113"/>
              <a:gd name="connsiteY16" fmla="*/ 162007 h 483537"/>
              <a:gd name="connsiteX17" fmla="*/ 166703 w 569113"/>
              <a:gd name="connsiteY17" fmla="*/ 126332 h 483537"/>
              <a:gd name="connsiteX18" fmla="*/ 157901 w 569113"/>
              <a:gd name="connsiteY18" fmla="*/ 129573 h 483537"/>
              <a:gd name="connsiteX19" fmla="*/ 149254 w 569113"/>
              <a:gd name="connsiteY19" fmla="*/ 145622 h 483537"/>
              <a:gd name="connsiteX20" fmla="*/ 130724 w 569113"/>
              <a:gd name="connsiteY20" fmla="*/ 177721 h 483537"/>
              <a:gd name="connsiteX21" fmla="*/ 120841 w 569113"/>
              <a:gd name="connsiteY21" fmla="*/ 192536 h 483537"/>
              <a:gd name="connsiteX22" fmla="*/ 130724 w 569113"/>
              <a:gd name="connsiteY22" fmla="*/ 208586 h 483537"/>
              <a:gd name="connsiteX23" fmla="*/ 149254 w 569113"/>
              <a:gd name="connsiteY23" fmla="*/ 239450 h 483537"/>
              <a:gd name="connsiteX24" fmla="*/ 157901 w 569113"/>
              <a:gd name="connsiteY24" fmla="*/ 256735 h 483537"/>
              <a:gd name="connsiteX25" fmla="*/ 176431 w 569113"/>
              <a:gd name="connsiteY25" fmla="*/ 255500 h 483537"/>
              <a:gd name="connsiteX26" fmla="*/ 193725 w 569113"/>
              <a:gd name="connsiteY26" fmla="*/ 250562 h 483537"/>
              <a:gd name="connsiteX27" fmla="*/ 213490 w 569113"/>
              <a:gd name="connsiteY27" fmla="*/ 255500 h 483537"/>
              <a:gd name="connsiteX28" fmla="*/ 230785 w 569113"/>
              <a:gd name="connsiteY28" fmla="*/ 256735 h 483537"/>
              <a:gd name="connsiteX29" fmla="*/ 239432 w 569113"/>
              <a:gd name="connsiteY29" fmla="*/ 239450 h 483537"/>
              <a:gd name="connsiteX30" fmla="*/ 257962 w 569113"/>
              <a:gd name="connsiteY30" fmla="*/ 208586 h 483537"/>
              <a:gd name="connsiteX31" fmla="*/ 267844 w 569113"/>
              <a:gd name="connsiteY31" fmla="*/ 192536 h 483537"/>
              <a:gd name="connsiteX32" fmla="*/ 257962 w 569113"/>
              <a:gd name="connsiteY32" fmla="*/ 177721 h 483537"/>
              <a:gd name="connsiteX33" fmla="*/ 239432 w 569113"/>
              <a:gd name="connsiteY33" fmla="*/ 145622 h 483537"/>
              <a:gd name="connsiteX34" fmla="*/ 230785 w 569113"/>
              <a:gd name="connsiteY34" fmla="*/ 129573 h 483537"/>
              <a:gd name="connsiteX35" fmla="*/ 213490 w 569113"/>
              <a:gd name="connsiteY35" fmla="*/ 129573 h 483537"/>
              <a:gd name="connsiteX36" fmla="*/ 176431 w 569113"/>
              <a:gd name="connsiteY36" fmla="*/ 129573 h 483537"/>
              <a:gd name="connsiteX37" fmla="*/ 166703 w 569113"/>
              <a:gd name="connsiteY37" fmla="*/ 126332 h 483537"/>
              <a:gd name="connsiteX38" fmla="*/ 168059 w 569113"/>
              <a:gd name="connsiteY38" fmla="*/ 110606 h 483537"/>
              <a:gd name="connsiteX39" fmla="*/ 183832 w 569113"/>
              <a:gd name="connsiteY39" fmla="*/ 115877 h 483537"/>
              <a:gd name="connsiteX40" fmla="*/ 204863 w 569113"/>
              <a:gd name="connsiteY40" fmla="*/ 115877 h 483537"/>
              <a:gd name="connsiteX41" fmla="*/ 221256 w 569113"/>
              <a:gd name="connsiteY41" fmla="*/ 110606 h 483537"/>
              <a:gd name="connsiteX42" fmla="*/ 239503 w 569113"/>
              <a:gd name="connsiteY42" fmla="*/ 114637 h 483537"/>
              <a:gd name="connsiteX43" fmla="*/ 254349 w 569113"/>
              <a:gd name="connsiteY43" fmla="*/ 145644 h 483537"/>
              <a:gd name="connsiteX44" fmla="*/ 264246 w 569113"/>
              <a:gd name="connsiteY44" fmla="*/ 163009 h 483537"/>
              <a:gd name="connsiteX45" fmla="*/ 284040 w 569113"/>
              <a:gd name="connsiteY45" fmla="*/ 191535 h 483537"/>
              <a:gd name="connsiteX46" fmla="*/ 264246 w 569113"/>
              <a:gd name="connsiteY46" fmla="*/ 221302 h 483537"/>
              <a:gd name="connsiteX47" fmla="*/ 254349 w 569113"/>
              <a:gd name="connsiteY47" fmla="*/ 237426 h 483537"/>
              <a:gd name="connsiteX48" fmla="*/ 239503 w 569113"/>
              <a:gd name="connsiteY48" fmla="*/ 268434 h 483537"/>
              <a:gd name="connsiteX49" fmla="*/ 234555 w 569113"/>
              <a:gd name="connsiteY49" fmla="*/ 270914 h 483537"/>
              <a:gd name="connsiteX50" fmla="*/ 235792 w 569113"/>
              <a:gd name="connsiteY50" fmla="*/ 274635 h 483537"/>
              <a:gd name="connsiteX51" fmla="*/ 235792 w 569113"/>
              <a:gd name="connsiteY51" fmla="*/ 362696 h 483537"/>
              <a:gd name="connsiteX52" fmla="*/ 230843 w 569113"/>
              <a:gd name="connsiteY52" fmla="*/ 370138 h 483537"/>
              <a:gd name="connsiteX53" fmla="*/ 228369 w 569113"/>
              <a:gd name="connsiteY53" fmla="*/ 370138 h 483537"/>
              <a:gd name="connsiteX54" fmla="*/ 223420 w 569113"/>
              <a:gd name="connsiteY54" fmla="*/ 367657 h 483537"/>
              <a:gd name="connsiteX55" fmla="*/ 196203 w 569113"/>
              <a:gd name="connsiteY55" fmla="*/ 340371 h 483537"/>
              <a:gd name="connsiteX56" fmla="*/ 165275 w 569113"/>
              <a:gd name="connsiteY56" fmla="*/ 368898 h 483537"/>
              <a:gd name="connsiteX57" fmla="*/ 157852 w 569113"/>
              <a:gd name="connsiteY57" fmla="*/ 370138 h 483537"/>
              <a:gd name="connsiteX58" fmla="*/ 152904 w 569113"/>
              <a:gd name="connsiteY58" fmla="*/ 362696 h 483537"/>
              <a:gd name="connsiteX59" fmla="*/ 152904 w 569113"/>
              <a:gd name="connsiteY59" fmla="*/ 274635 h 483537"/>
              <a:gd name="connsiteX60" fmla="*/ 154141 w 569113"/>
              <a:gd name="connsiteY60" fmla="*/ 270914 h 483537"/>
              <a:gd name="connsiteX61" fmla="*/ 150429 w 569113"/>
              <a:gd name="connsiteY61" fmla="*/ 268434 h 483537"/>
              <a:gd name="connsiteX62" fmla="*/ 134346 w 569113"/>
              <a:gd name="connsiteY62" fmla="*/ 237426 h 483537"/>
              <a:gd name="connsiteX63" fmla="*/ 124449 w 569113"/>
              <a:gd name="connsiteY63" fmla="*/ 221302 h 483537"/>
              <a:gd name="connsiteX64" fmla="*/ 105892 w 569113"/>
              <a:gd name="connsiteY64" fmla="*/ 191535 h 483537"/>
              <a:gd name="connsiteX65" fmla="*/ 124449 w 569113"/>
              <a:gd name="connsiteY65" fmla="*/ 163009 h 483537"/>
              <a:gd name="connsiteX66" fmla="*/ 134346 w 569113"/>
              <a:gd name="connsiteY66" fmla="*/ 145644 h 483537"/>
              <a:gd name="connsiteX67" fmla="*/ 150429 w 569113"/>
              <a:gd name="connsiteY67" fmla="*/ 114637 h 483537"/>
              <a:gd name="connsiteX68" fmla="*/ 168059 w 569113"/>
              <a:gd name="connsiteY68" fmla="*/ 110606 h 483537"/>
              <a:gd name="connsiteX69" fmla="*/ 383611 w 569113"/>
              <a:gd name="connsiteY69" fmla="*/ 54834 h 483537"/>
              <a:gd name="connsiteX70" fmla="*/ 374950 w 569113"/>
              <a:gd name="connsiteY70" fmla="*/ 80909 h 483537"/>
              <a:gd name="connsiteX71" fmla="*/ 371238 w 569113"/>
              <a:gd name="connsiteY71" fmla="*/ 85876 h 483537"/>
              <a:gd name="connsiteX72" fmla="*/ 370000 w 569113"/>
              <a:gd name="connsiteY72" fmla="*/ 85876 h 483537"/>
              <a:gd name="connsiteX73" fmla="*/ 377424 w 569113"/>
              <a:gd name="connsiteY73" fmla="*/ 92084 h 483537"/>
              <a:gd name="connsiteX74" fmla="*/ 388561 w 569113"/>
              <a:gd name="connsiteY74" fmla="*/ 109467 h 483537"/>
              <a:gd name="connsiteX75" fmla="*/ 391036 w 569113"/>
              <a:gd name="connsiteY75" fmla="*/ 118159 h 483537"/>
              <a:gd name="connsiteX76" fmla="*/ 391036 w 569113"/>
              <a:gd name="connsiteY76" fmla="*/ 147959 h 483537"/>
              <a:gd name="connsiteX77" fmla="*/ 439293 w 569113"/>
              <a:gd name="connsiteY77" fmla="*/ 165342 h 483537"/>
              <a:gd name="connsiteX78" fmla="*/ 466515 w 569113"/>
              <a:gd name="connsiteY78" fmla="*/ 224942 h 483537"/>
              <a:gd name="connsiteX79" fmla="*/ 441768 w 569113"/>
              <a:gd name="connsiteY79" fmla="*/ 280817 h 483537"/>
              <a:gd name="connsiteX80" fmla="*/ 391036 w 569113"/>
              <a:gd name="connsiteY80" fmla="*/ 300683 h 483537"/>
              <a:gd name="connsiteX81" fmla="*/ 391036 w 569113"/>
              <a:gd name="connsiteY81" fmla="*/ 393808 h 483537"/>
              <a:gd name="connsiteX82" fmla="*/ 397222 w 569113"/>
              <a:gd name="connsiteY82" fmla="*/ 393808 h 483537"/>
              <a:gd name="connsiteX83" fmla="*/ 404647 w 569113"/>
              <a:gd name="connsiteY83" fmla="*/ 367733 h 483537"/>
              <a:gd name="connsiteX84" fmla="*/ 405884 w 569113"/>
              <a:gd name="connsiteY84" fmla="*/ 365250 h 483537"/>
              <a:gd name="connsiteX85" fmla="*/ 409596 w 569113"/>
              <a:gd name="connsiteY85" fmla="*/ 362767 h 483537"/>
              <a:gd name="connsiteX86" fmla="*/ 455379 w 569113"/>
              <a:gd name="connsiteY86" fmla="*/ 347867 h 483537"/>
              <a:gd name="connsiteX87" fmla="*/ 461566 w 569113"/>
              <a:gd name="connsiteY87" fmla="*/ 347867 h 483537"/>
              <a:gd name="connsiteX88" fmla="*/ 462803 w 569113"/>
              <a:gd name="connsiteY88" fmla="*/ 349108 h 483537"/>
              <a:gd name="connsiteX89" fmla="*/ 483838 w 569113"/>
              <a:gd name="connsiteY89" fmla="*/ 365250 h 483537"/>
              <a:gd name="connsiteX90" fmla="*/ 494975 w 569113"/>
              <a:gd name="connsiteY90" fmla="*/ 357800 h 483537"/>
              <a:gd name="connsiteX91" fmla="*/ 486313 w 569113"/>
              <a:gd name="connsiteY91" fmla="*/ 331725 h 483537"/>
              <a:gd name="connsiteX92" fmla="*/ 485076 w 569113"/>
              <a:gd name="connsiteY92" fmla="*/ 330483 h 483537"/>
              <a:gd name="connsiteX93" fmla="*/ 487551 w 569113"/>
              <a:gd name="connsiteY93" fmla="*/ 324275 h 483537"/>
              <a:gd name="connsiteX94" fmla="*/ 514773 w 569113"/>
              <a:gd name="connsiteY94" fmla="*/ 287025 h 483537"/>
              <a:gd name="connsiteX95" fmla="*/ 520960 w 569113"/>
              <a:gd name="connsiteY95" fmla="*/ 283300 h 483537"/>
              <a:gd name="connsiteX96" fmla="*/ 548182 w 569113"/>
              <a:gd name="connsiteY96" fmla="*/ 283300 h 483537"/>
              <a:gd name="connsiteX97" fmla="*/ 553131 w 569113"/>
              <a:gd name="connsiteY97" fmla="*/ 269642 h 483537"/>
              <a:gd name="connsiteX98" fmla="*/ 530859 w 569113"/>
              <a:gd name="connsiteY98" fmla="*/ 254742 h 483537"/>
              <a:gd name="connsiteX99" fmla="*/ 527146 w 569113"/>
              <a:gd name="connsiteY99" fmla="*/ 247292 h 483537"/>
              <a:gd name="connsiteX100" fmla="*/ 529621 w 569113"/>
              <a:gd name="connsiteY100" fmla="*/ 224942 h 483537"/>
              <a:gd name="connsiteX101" fmla="*/ 527146 w 569113"/>
              <a:gd name="connsiteY101" fmla="*/ 201350 h 483537"/>
              <a:gd name="connsiteX102" fmla="*/ 530859 w 569113"/>
              <a:gd name="connsiteY102" fmla="*/ 193900 h 483537"/>
              <a:gd name="connsiteX103" fmla="*/ 553131 w 569113"/>
              <a:gd name="connsiteY103" fmla="*/ 179000 h 483537"/>
              <a:gd name="connsiteX104" fmla="*/ 548182 w 569113"/>
              <a:gd name="connsiteY104" fmla="*/ 165342 h 483537"/>
              <a:gd name="connsiteX105" fmla="*/ 520960 w 569113"/>
              <a:gd name="connsiteY105" fmla="*/ 166584 h 483537"/>
              <a:gd name="connsiteX106" fmla="*/ 516010 w 569113"/>
              <a:gd name="connsiteY106" fmla="*/ 164100 h 483537"/>
              <a:gd name="connsiteX107" fmla="*/ 514773 w 569113"/>
              <a:gd name="connsiteY107" fmla="*/ 161617 h 483537"/>
              <a:gd name="connsiteX108" fmla="*/ 487551 w 569113"/>
              <a:gd name="connsiteY108" fmla="*/ 124367 h 483537"/>
              <a:gd name="connsiteX109" fmla="*/ 485076 w 569113"/>
              <a:gd name="connsiteY109" fmla="*/ 118159 h 483537"/>
              <a:gd name="connsiteX110" fmla="*/ 486313 w 569113"/>
              <a:gd name="connsiteY110" fmla="*/ 116917 h 483537"/>
              <a:gd name="connsiteX111" fmla="*/ 494975 w 569113"/>
              <a:gd name="connsiteY111" fmla="*/ 92084 h 483537"/>
              <a:gd name="connsiteX112" fmla="*/ 483838 w 569113"/>
              <a:gd name="connsiteY112" fmla="*/ 83392 h 483537"/>
              <a:gd name="connsiteX113" fmla="*/ 462803 w 569113"/>
              <a:gd name="connsiteY113" fmla="*/ 99534 h 483537"/>
              <a:gd name="connsiteX114" fmla="*/ 455379 w 569113"/>
              <a:gd name="connsiteY114" fmla="*/ 100776 h 483537"/>
              <a:gd name="connsiteX115" fmla="*/ 409596 w 569113"/>
              <a:gd name="connsiteY115" fmla="*/ 85876 h 483537"/>
              <a:gd name="connsiteX116" fmla="*/ 408359 w 569113"/>
              <a:gd name="connsiteY116" fmla="*/ 85876 h 483537"/>
              <a:gd name="connsiteX117" fmla="*/ 405884 w 569113"/>
              <a:gd name="connsiteY117" fmla="*/ 83392 h 483537"/>
              <a:gd name="connsiteX118" fmla="*/ 404647 w 569113"/>
              <a:gd name="connsiteY118" fmla="*/ 80909 h 483537"/>
              <a:gd name="connsiteX119" fmla="*/ 397222 w 569113"/>
              <a:gd name="connsiteY119" fmla="*/ 54834 h 483537"/>
              <a:gd name="connsiteX120" fmla="*/ 389798 w 569113"/>
              <a:gd name="connsiteY120" fmla="*/ 54834 h 483537"/>
              <a:gd name="connsiteX121" fmla="*/ 281548 w 569113"/>
              <a:gd name="connsiteY121" fmla="*/ 31156 h 483537"/>
              <a:gd name="connsiteX122" fmla="*/ 281548 w 569113"/>
              <a:gd name="connsiteY122" fmla="*/ 94843 h 483537"/>
              <a:gd name="connsiteX123" fmla="*/ 290144 w 569113"/>
              <a:gd name="connsiteY123" fmla="*/ 102191 h 483537"/>
              <a:gd name="connsiteX124" fmla="*/ 367508 w 569113"/>
              <a:gd name="connsiteY124" fmla="*/ 102191 h 483537"/>
              <a:gd name="connsiteX125" fmla="*/ 39779 w 569113"/>
              <a:gd name="connsiteY125" fmla="*/ 14955 h 483537"/>
              <a:gd name="connsiteX126" fmla="*/ 14949 w 569113"/>
              <a:gd name="connsiteY126" fmla="*/ 43540 h 483537"/>
              <a:gd name="connsiteX127" fmla="*/ 14949 w 569113"/>
              <a:gd name="connsiteY127" fmla="*/ 439997 h 483537"/>
              <a:gd name="connsiteX128" fmla="*/ 39779 w 569113"/>
              <a:gd name="connsiteY128" fmla="*/ 468582 h 483537"/>
              <a:gd name="connsiteX129" fmla="*/ 350149 w 569113"/>
              <a:gd name="connsiteY129" fmla="*/ 468582 h 483537"/>
              <a:gd name="connsiteX130" fmla="*/ 373737 w 569113"/>
              <a:gd name="connsiteY130" fmla="*/ 439997 h 483537"/>
              <a:gd name="connsiteX131" fmla="*/ 373737 w 569113"/>
              <a:gd name="connsiteY131" fmla="*/ 118109 h 483537"/>
              <a:gd name="connsiteX132" fmla="*/ 289317 w 569113"/>
              <a:gd name="connsiteY132" fmla="*/ 118109 h 483537"/>
              <a:gd name="connsiteX133" fmla="*/ 265728 w 569113"/>
              <a:gd name="connsiteY133" fmla="*/ 95738 h 483537"/>
              <a:gd name="connsiteX134" fmla="*/ 265728 w 569113"/>
              <a:gd name="connsiteY134" fmla="*/ 18684 h 483537"/>
              <a:gd name="connsiteX135" fmla="*/ 254555 w 569113"/>
              <a:gd name="connsiteY135" fmla="*/ 14955 h 483537"/>
              <a:gd name="connsiteX136" fmla="*/ 39779 w 569113"/>
              <a:gd name="connsiteY136" fmla="*/ 0 h 483537"/>
              <a:gd name="connsiteX137" fmla="*/ 254830 w 569113"/>
              <a:gd name="connsiteY137" fmla="*/ 0 h 483537"/>
              <a:gd name="connsiteX138" fmla="*/ 277205 w 569113"/>
              <a:gd name="connsiteY138" fmla="*/ 8701 h 483537"/>
              <a:gd name="connsiteX139" fmla="*/ 355519 w 569113"/>
              <a:gd name="connsiteY139" fmla="*/ 73339 h 483537"/>
              <a:gd name="connsiteX140" fmla="*/ 361734 w 569113"/>
              <a:gd name="connsiteY140" fmla="*/ 72096 h 483537"/>
              <a:gd name="connsiteX141" fmla="*/ 370436 w 569113"/>
              <a:gd name="connsiteY141" fmla="*/ 44749 h 483537"/>
              <a:gd name="connsiteX142" fmla="*/ 376651 w 569113"/>
              <a:gd name="connsiteY142" fmla="*/ 39777 h 483537"/>
              <a:gd name="connsiteX143" fmla="*/ 389082 w 569113"/>
              <a:gd name="connsiteY143" fmla="*/ 39777 h 483537"/>
              <a:gd name="connsiteX144" fmla="*/ 401513 w 569113"/>
              <a:gd name="connsiteY144" fmla="*/ 39777 h 483537"/>
              <a:gd name="connsiteX145" fmla="*/ 408971 w 569113"/>
              <a:gd name="connsiteY145" fmla="*/ 44749 h 483537"/>
              <a:gd name="connsiteX146" fmla="*/ 417672 w 569113"/>
              <a:gd name="connsiteY146" fmla="*/ 72096 h 483537"/>
              <a:gd name="connsiteX147" fmla="*/ 456208 w 569113"/>
              <a:gd name="connsiteY147" fmla="*/ 84526 h 483537"/>
              <a:gd name="connsiteX148" fmla="*/ 478583 w 569113"/>
              <a:gd name="connsiteY148" fmla="*/ 68367 h 483537"/>
              <a:gd name="connsiteX149" fmla="*/ 487284 w 569113"/>
              <a:gd name="connsiteY149" fmla="*/ 68367 h 483537"/>
              <a:gd name="connsiteX150" fmla="*/ 507174 w 569113"/>
              <a:gd name="connsiteY150" fmla="*/ 82040 h 483537"/>
              <a:gd name="connsiteX151" fmla="*/ 510903 w 569113"/>
              <a:gd name="connsiteY151" fmla="*/ 90741 h 483537"/>
              <a:gd name="connsiteX152" fmla="*/ 500958 w 569113"/>
              <a:gd name="connsiteY152" fmla="*/ 116845 h 483537"/>
              <a:gd name="connsiteX153" fmla="*/ 525820 w 569113"/>
              <a:gd name="connsiteY153" fmla="*/ 151649 h 483537"/>
              <a:gd name="connsiteX154" fmla="*/ 554410 w 569113"/>
              <a:gd name="connsiteY154" fmla="*/ 150406 h 483537"/>
              <a:gd name="connsiteX155" fmla="*/ 560626 w 569113"/>
              <a:gd name="connsiteY155" fmla="*/ 155378 h 483537"/>
              <a:gd name="connsiteX156" fmla="*/ 568084 w 569113"/>
              <a:gd name="connsiteY156" fmla="*/ 180239 h 483537"/>
              <a:gd name="connsiteX157" fmla="*/ 565598 w 569113"/>
              <a:gd name="connsiteY157" fmla="*/ 187697 h 483537"/>
              <a:gd name="connsiteX158" fmla="*/ 541980 w 569113"/>
              <a:gd name="connsiteY158" fmla="*/ 202613 h 483537"/>
              <a:gd name="connsiteX159" fmla="*/ 544466 w 569113"/>
              <a:gd name="connsiteY159" fmla="*/ 224988 h 483537"/>
              <a:gd name="connsiteX160" fmla="*/ 541980 w 569113"/>
              <a:gd name="connsiteY160" fmla="*/ 246119 h 483537"/>
              <a:gd name="connsiteX161" fmla="*/ 565598 w 569113"/>
              <a:gd name="connsiteY161" fmla="*/ 261036 h 483537"/>
              <a:gd name="connsiteX162" fmla="*/ 568084 w 569113"/>
              <a:gd name="connsiteY162" fmla="*/ 269737 h 483537"/>
              <a:gd name="connsiteX163" fmla="*/ 560626 w 569113"/>
              <a:gd name="connsiteY163" fmla="*/ 293354 h 483537"/>
              <a:gd name="connsiteX164" fmla="*/ 554410 w 569113"/>
              <a:gd name="connsiteY164" fmla="*/ 298326 h 483537"/>
              <a:gd name="connsiteX165" fmla="*/ 525820 w 569113"/>
              <a:gd name="connsiteY165" fmla="*/ 297083 h 483537"/>
              <a:gd name="connsiteX166" fmla="*/ 500958 w 569113"/>
              <a:gd name="connsiteY166" fmla="*/ 331888 h 483537"/>
              <a:gd name="connsiteX167" fmla="*/ 510903 w 569113"/>
              <a:gd name="connsiteY167" fmla="*/ 357992 h 483537"/>
              <a:gd name="connsiteX168" fmla="*/ 507174 w 569113"/>
              <a:gd name="connsiteY168" fmla="*/ 366693 h 483537"/>
              <a:gd name="connsiteX169" fmla="*/ 487284 w 569113"/>
              <a:gd name="connsiteY169" fmla="*/ 381609 h 483537"/>
              <a:gd name="connsiteX170" fmla="*/ 478583 w 569113"/>
              <a:gd name="connsiteY170" fmla="*/ 381609 h 483537"/>
              <a:gd name="connsiteX171" fmla="*/ 456208 w 569113"/>
              <a:gd name="connsiteY171" fmla="*/ 364207 h 483537"/>
              <a:gd name="connsiteX172" fmla="*/ 417672 w 569113"/>
              <a:gd name="connsiteY172" fmla="*/ 376637 h 483537"/>
              <a:gd name="connsiteX173" fmla="*/ 408971 w 569113"/>
              <a:gd name="connsiteY173" fmla="*/ 403983 h 483537"/>
              <a:gd name="connsiteX174" fmla="*/ 401513 w 569113"/>
              <a:gd name="connsiteY174" fmla="*/ 408956 h 483537"/>
              <a:gd name="connsiteX175" fmla="*/ 390325 w 569113"/>
              <a:gd name="connsiteY175" fmla="*/ 408956 h 483537"/>
              <a:gd name="connsiteX176" fmla="*/ 390325 w 569113"/>
              <a:gd name="connsiteY176" fmla="*/ 440031 h 483537"/>
              <a:gd name="connsiteX177" fmla="*/ 350547 w 569113"/>
              <a:gd name="connsiteY177" fmla="*/ 483537 h 483537"/>
              <a:gd name="connsiteX178" fmla="*/ 39779 w 569113"/>
              <a:gd name="connsiteY178" fmla="*/ 483537 h 483537"/>
              <a:gd name="connsiteX179" fmla="*/ 0 w 569113"/>
              <a:gd name="connsiteY179" fmla="*/ 440031 h 483537"/>
              <a:gd name="connsiteX180" fmla="*/ 0 w 569113"/>
              <a:gd name="connsiteY180" fmla="*/ 43506 h 483537"/>
              <a:gd name="connsiteX181" fmla="*/ 39779 w 569113"/>
              <a:gd name="connsiteY181" fmla="*/ 0 h 483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</a:cxnLst>
            <a:rect l="l" t="t" r="r" b="b"/>
            <a:pathLst>
              <a:path w="569113" h="483537">
                <a:moveTo>
                  <a:pt x="184000" y="266657"/>
                </a:moveTo>
                <a:cubicBezTo>
                  <a:pt x="180349" y="271568"/>
                  <a:pt x="174265" y="272796"/>
                  <a:pt x="168181" y="272796"/>
                </a:cubicBezTo>
                <a:cubicBezTo>
                  <a:pt x="168181" y="274023"/>
                  <a:pt x="168181" y="275251"/>
                  <a:pt x="168181" y="275251"/>
                </a:cubicBezTo>
                <a:lnTo>
                  <a:pt x="168181" y="346453"/>
                </a:lnTo>
                <a:lnTo>
                  <a:pt x="190084" y="324356"/>
                </a:lnTo>
                <a:cubicBezTo>
                  <a:pt x="193734" y="321901"/>
                  <a:pt x="198602" y="321901"/>
                  <a:pt x="201035" y="324356"/>
                </a:cubicBezTo>
                <a:lnTo>
                  <a:pt x="220504" y="345226"/>
                </a:lnTo>
                <a:lnTo>
                  <a:pt x="220504" y="275251"/>
                </a:lnTo>
                <a:lnTo>
                  <a:pt x="220504" y="274023"/>
                </a:lnTo>
                <a:cubicBezTo>
                  <a:pt x="214420" y="272796"/>
                  <a:pt x="209553" y="271568"/>
                  <a:pt x="204686" y="266657"/>
                </a:cubicBezTo>
                <a:cubicBezTo>
                  <a:pt x="198602" y="262974"/>
                  <a:pt x="190084" y="262974"/>
                  <a:pt x="184000" y="266657"/>
                </a:cubicBezTo>
                <a:close/>
                <a:moveTo>
                  <a:pt x="391178" y="162007"/>
                </a:moveTo>
                <a:lnTo>
                  <a:pt x="391178" y="286630"/>
                </a:lnTo>
                <a:cubicBezTo>
                  <a:pt x="405823" y="286630"/>
                  <a:pt x="420467" y="280461"/>
                  <a:pt x="431450" y="270590"/>
                </a:cubicBezTo>
                <a:cubicBezTo>
                  <a:pt x="443654" y="258251"/>
                  <a:pt x="450976" y="242210"/>
                  <a:pt x="450976" y="224936"/>
                </a:cubicBezTo>
                <a:cubicBezTo>
                  <a:pt x="450976" y="205193"/>
                  <a:pt x="442434" y="187919"/>
                  <a:pt x="429010" y="176814"/>
                </a:cubicBezTo>
                <a:cubicBezTo>
                  <a:pt x="418026" y="168177"/>
                  <a:pt x="404602" y="162007"/>
                  <a:pt x="391178" y="162007"/>
                </a:cubicBezTo>
                <a:close/>
                <a:moveTo>
                  <a:pt x="166703" y="126332"/>
                </a:moveTo>
                <a:cubicBezTo>
                  <a:pt x="163460" y="126178"/>
                  <a:pt x="160372" y="127104"/>
                  <a:pt x="157901" y="129573"/>
                </a:cubicBezTo>
                <a:cubicBezTo>
                  <a:pt x="151724" y="132042"/>
                  <a:pt x="149254" y="138215"/>
                  <a:pt x="149254" y="145622"/>
                </a:cubicBezTo>
                <a:cubicBezTo>
                  <a:pt x="150489" y="159203"/>
                  <a:pt x="143077" y="172783"/>
                  <a:pt x="130724" y="177721"/>
                </a:cubicBezTo>
                <a:cubicBezTo>
                  <a:pt x="124547" y="180191"/>
                  <a:pt x="120841" y="186364"/>
                  <a:pt x="120841" y="192536"/>
                </a:cubicBezTo>
                <a:cubicBezTo>
                  <a:pt x="120841" y="198709"/>
                  <a:pt x="124547" y="204882"/>
                  <a:pt x="130724" y="208586"/>
                </a:cubicBezTo>
                <a:cubicBezTo>
                  <a:pt x="143077" y="213524"/>
                  <a:pt x="150489" y="225870"/>
                  <a:pt x="149254" y="239450"/>
                </a:cubicBezTo>
                <a:cubicBezTo>
                  <a:pt x="149254" y="246858"/>
                  <a:pt x="151724" y="253031"/>
                  <a:pt x="157901" y="256735"/>
                </a:cubicBezTo>
                <a:cubicBezTo>
                  <a:pt x="162842" y="259204"/>
                  <a:pt x="170254" y="259204"/>
                  <a:pt x="176431" y="255500"/>
                </a:cubicBezTo>
                <a:cubicBezTo>
                  <a:pt x="181372" y="251796"/>
                  <a:pt x="188784" y="250562"/>
                  <a:pt x="193725" y="250562"/>
                </a:cubicBezTo>
                <a:cubicBezTo>
                  <a:pt x="201137" y="250562"/>
                  <a:pt x="207314" y="251796"/>
                  <a:pt x="213490" y="255500"/>
                </a:cubicBezTo>
                <a:cubicBezTo>
                  <a:pt x="218431" y="259204"/>
                  <a:pt x="225843" y="259204"/>
                  <a:pt x="230785" y="256735"/>
                </a:cubicBezTo>
                <a:cubicBezTo>
                  <a:pt x="236961" y="253031"/>
                  <a:pt x="240667" y="246858"/>
                  <a:pt x="239432" y="239450"/>
                </a:cubicBezTo>
                <a:cubicBezTo>
                  <a:pt x="238197" y="225870"/>
                  <a:pt x="245608" y="213524"/>
                  <a:pt x="257962" y="208586"/>
                </a:cubicBezTo>
                <a:cubicBezTo>
                  <a:pt x="264138" y="204882"/>
                  <a:pt x="267844" y="198709"/>
                  <a:pt x="267844" y="192536"/>
                </a:cubicBezTo>
                <a:cubicBezTo>
                  <a:pt x="267844" y="186364"/>
                  <a:pt x="264138" y="180191"/>
                  <a:pt x="257962" y="177721"/>
                </a:cubicBezTo>
                <a:cubicBezTo>
                  <a:pt x="245608" y="172783"/>
                  <a:pt x="238197" y="159203"/>
                  <a:pt x="239432" y="145622"/>
                </a:cubicBezTo>
                <a:cubicBezTo>
                  <a:pt x="240667" y="138215"/>
                  <a:pt x="236961" y="132042"/>
                  <a:pt x="230785" y="129573"/>
                </a:cubicBezTo>
                <a:cubicBezTo>
                  <a:pt x="225843" y="124635"/>
                  <a:pt x="218431" y="125869"/>
                  <a:pt x="213490" y="129573"/>
                </a:cubicBezTo>
                <a:cubicBezTo>
                  <a:pt x="201137" y="138215"/>
                  <a:pt x="186313" y="138215"/>
                  <a:pt x="176431" y="129573"/>
                </a:cubicBezTo>
                <a:cubicBezTo>
                  <a:pt x="173343" y="127721"/>
                  <a:pt x="169946" y="126487"/>
                  <a:pt x="166703" y="126332"/>
                </a:cubicBezTo>
                <a:close/>
                <a:moveTo>
                  <a:pt x="168059" y="110606"/>
                </a:moveTo>
                <a:cubicBezTo>
                  <a:pt x="173935" y="110916"/>
                  <a:pt x="179502" y="112777"/>
                  <a:pt x="183832" y="115877"/>
                </a:cubicBezTo>
                <a:cubicBezTo>
                  <a:pt x="190018" y="120838"/>
                  <a:pt x="198678" y="120838"/>
                  <a:pt x="204863" y="115877"/>
                </a:cubicBezTo>
                <a:cubicBezTo>
                  <a:pt x="209812" y="112777"/>
                  <a:pt x="215379" y="110916"/>
                  <a:pt x="221256" y="110606"/>
                </a:cubicBezTo>
                <a:cubicBezTo>
                  <a:pt x="227132" y="110296"/>
                  <a:pt x="233318" y="111536"/>
                  <a:pt x="239503" y="114637"/>
                </a:cubicBezTo>
                <a:cubicBezTo>
                  <a:pt x="249400" y="120838"/>
                  <a:pt x="255586" y="133241"/>
                  <a:pt x="254349" y="145644"/>
                </a:cubicBezTo>
                <a:cubicBezTo>
                  <a:pt x="254349" y="153086"/>
                  <a:pt x="258060" y="159288"/>
                  <a:pt x="264246" y="163009"/>
                </a:cubicBezTo>
                <a:cubicBezTo>
                  <a:pt x="276617" y="167970"/>
                  <a:pt x="284040" y="179132"/>
                  <a:pt x="284040" y="191535"/>
                </a:cubicBezTo>
                <a:cubicBezTo>
                  <a:pt x="284040" y="203938"/>
                  <a:pt x="276617" y="216341"/>
                  <a:pt x="264246" y="221302"/>
                </a:cubicBezTo>
                <a:cubicBezTo>
                  <a:pt x="258060" y="223783"/>
                  <a:pt x="254349" y="231225"/>
                  <a:pt x="254349" y="237426"/>
                </a:cubicBezTo>
                <a:cubicBezTo>
                  <a:pt x="255586" y="251069"/>
                  <a:pt x="249400" y="262232"/>
                  <a:pt x="239503" y="268434"/>
                </a:cubicBezTo>
                <a:cubicBezTo>
                  <a:pt x="237029" y="269674"/>
                  <a:pt x="235792" y="270914"/>
                  <a:pt x="234555" y="270914"/>
                </a:cubicBezTo>
                <a:cubicBezTo>
                  <a:pt x="235792" y="272155"/>
                  <a:pt x="235792" y="273395"/>
                  <a:pt x="235792" y="274635"/>
                </a:cubicBezTo>
                <a:lnTo>
                  <a:pt x="235792" y="362696"/>
                </a:lnTo>
                <a:cubicBezTo>
                  <a:pt x="235792" y="366417"/>
                  <a:pt x="234555" y="368898"/>
                  <a:pt x="230843" y="370138"/>
                </a:cubicBezTo>
                <a:cubicBezTo>
                  <a:pt x="230843" y="370138"/>
                  <a:pt x="229606" y="370138"/>
                  <a:pt x="228369" y="370138"/>
                </a:cubicBezTo>
                <a:cubicBezTo>
                  <a:pt x="227132" y="370138"/>
                  <a:pt x="224658" y="370138"/>
                  <a:pt x="223420" y="367657"/>
                </a:cubicBezTo>
                <a:lnTo>
                  <a:pt x="196203" y="340371"/>
                </a:lnTo>
                <a:lnTo>
                  <a:pt x="165275" y="368898"/>
                </a:lnTo>
                <a:cubicBezTo>
                  <a:pt x="162801" y="370138"/>
                  <a:pt x="160326" y="371378"/>
                  <a:pt x="157852" y="370138"/>
                </a:cubicBezTo>
                <a:cubicBezTo>
                  <a:pt x="155378" y="368898"/>
                  <a:pt x="152904" y="366417"/>
                  <a:pt x="152904" y="362696"/>
                </a:cubicBezTo>
                <a:lnTo>
                  <a:pt x="152904" y="274635"/>
                </a:lnTo>
                <a:cubicBezTo>
                  <a:pt x="152904" y="273395"/>
                  <a:pt x="152904" y="272155"/>
                  <a:pt x="154141" y="270914"/>
                </a:cubicBezTo>
                <a:cubicBezTo>
                  <a:pt x="152904" y="270914"/>
                  <a:pt x="151666" y="269674"/>
                  <a:pt x="150429" y="268434"/>
                </a:cubicBezTo>
                <a:cubicBezTo>
                  <a:pt x="139295" y="262232"/>
                  <a:pt x="133109" y="251069"/>
                  <a:pt x="134346" y="237426"/>
                </a:cubicBezTo>
                <a:cubicBezTo>
                  <a:pt x="135584" y="231225"/>
                  <a:pt x="131872" y="223783"/>
                  <a:pt x="124449" y="221302"/>
                </a:cubicBezTo>
                <a:cubicBezTo>
                  <a:pt x="113315" y="216341"/>
                  <a:pt x="105892" y="203938"/>
                  <a:pt x="105892" y="191535"/>
                </a:cubicBezTo>
                <a:cubicBezTo>
                  <a:pt x="105892" y="179132"/>
                  <a:pt x="113315" y="167970"/>
                  <a:pt x="124449" y="163009"/>
                </a:cubicBezTo>
                <a:cubicBezTo>
                  <a:pt x="131872" y="159288"/>
                  <a:pt x="135584" y="153086"/>
                  <a:pt x="134346" y="145644"/>
                </a:cubicBezTo>
                <a:cubicBezTo>
                  <a:pt x="133109" y="133241"/>
                  <a:pt x="139295" y="120838"/>
                  <a:pt x="150429" y="114637"/>
                </a:cubicBezTo>
                <a:cubicBezTo>
                  <a:pt x="155996" y="111536"/>
                  <a:pt x="162182" y="110296"/>
                  <a:pt x="168059" y="110606"/>
                </a:cubicBezTo>
                <a:close/>
                <a:moveTo>
                  <a:pt x="383611" y="54834"/>
                </a:moveTo>
                <a:lnTo>
                  <a:pt x="374950" y="80909"/>
                </a:lnTo>
                <a:cubicBezTo>
                  <a:pt x="374950" y="83392"/>
                  <a:pt x="373712" y="84634"/>
                  <a:pt x="371238" y="85876"/>
                </a:cubicBezTo>
                <a:cubicBezTo>
                  <a:pt x="371238" y="85876"/>
                  <a:pt x="371238" y="85876"/>
                  <a:pt x="370000" y="85876"/>
                </a:cubicBezTo>
                <a:lnTo>
                  <a:pt x="377424" y="92084"/>
                </a:lnTo>
                <a:cubicBezTo>
                  <a:pt x="383611" y="97051"/>
                  <a:pt x="386086" y="103259"/>
                  <a:pt x="388561" y="109467"/>
                </a:cubicBezTo>
                <a:cubicBezTo>
                  <a:pt x="389798" y="113192"/>
                  <a:pt x="391036" y="115676"/>
                  <a:pt x="391036" y="118159"/>
                </a:cubicBezTo>
                <a:lnTo>
                  <a:pt x="391036" y="147959"/>
                </a:lnTo>
                <a:cubicBezTo>
                  <a:pt x="408359" y="147959"/>
                  <a:pt x="425682" y="154167"/>
                  <a:pt x="439293" y="165342"/>
                </a:cubicBezTo>
                <a:cubicBezTo>
                  <a:pt x="456616" y="180242"/>
                  <a:pt x="466515" y="201350"/>
                  <a:pt x="466515" y="224942"/>
                </a:cubicBezTo>
                <a:cubicBezTo>
                  <a:pt x="466515" y="246050"/>
                  <a:pt x="457854" y="267159"/>
                  <a:pt x="441768" y="280817"/>
                </a:cubicBezTo>
                <a:cubicBezTo>
                  <a:pt x="428157" y="294475"/>
                  <a:pt x="409596" y="300683"/>
                  <a:pt x="391036" y="300683"/>
                </a:cubicBezTo>
                <a:lnTo>
                  <a:pt x="391036" y="393808"/>
                </a:lnTo>
                <a:lnTo>
                  <a:pt x="397222" y="393808"/>
                </a:lnTo>
                <a:lnTo>
                  <a:pt x="404647" y="367733"/>
                </a:lnTo>
                <a:cubicBezTo>
                  <a:pt x="404647" y="367733"/>
                  <a:pt x="404647" y="366492"/>
                  <a:pt x="405884" y="365250"/>
                </a:cubicBezTo>
                <a:cubicBezTo>
                  <a:pt x="405884" y="364008"/>
                  <a:pt x="408359" y="364008"/>
                  <a:pt x="409596" y="362767"/>
                </a:cubicBezTo>
                <a:cubicBezTo>
                  <a:pt x="425682" y="360283"/>
                  <a:pt x="441768" y="355317"/>
                  <a:pt x="455379" y="347867"/>
                </a:cubicBezTo>
                <a:cubicBezTo>
                  <a:pt x="456616" y="347867"/>
                  <a:pt x="459091" y="347867"/>
                  <a:pt x="461566" y="347867"/>
                </a:cubicBezTo>
                <a:cubicBezTo>
                  <a:pt x="461566" y="349108"/>
                  <a:pt x="462803" y="349108"/>
                  <a:pt x="462803" y="349108"/>
                </a:cubicBezTo>
                <a:lnTo>
                  <a:pt x="483838" y="365250"/>
                </a:lnTo>
                <a:lnTo>
                  <a:pt x="494975" y="357800"/>
                </a:lnTo>
                <a:lnTo>
                  <a:pt x="486313" y="331725"/>
                </a:lnTo>
                <a:lnTo>
                  <a:pt x="485076" y="330483"/>
                </a:lnTo>
                <a:cubicBezTo>
                  <a:pt x="485076" y="328000"/>
                  <a:pt x="486313" y="325517"/>
                  <a:pt x="487551" y="324275"/>
                </a:cubicBezTo>
                <a:cubicBezTo>
                  <a:pt x="498687" y="313100"/>
                  <a:pt x="507348" y="300683"/>
                  <a:pt x="514773" y="287025"/>
                </a:cubicBezTo>
                <a:cubicBezTo>
                  <a:pt x="516010" y="284542"/>
                  <a:pt x="518485" y="283300"/>
                  <a:pt x="520960" y="283300"/>
                </a:cubicBezTo>
                <a:lnTo>
                  <a:pt x="548182" y="283300"/>
                </a:lnTo>
                <a:lnTo>
                  <a:pt x="553131" y="269642"/>
                </a:lnTo>
                <a:lnTo>
                  <a:pt x="530859" y="254742"/>
                </a:lnTo>
                <a:cubicBezTo>
                  <a:pt x="528384" y="253500"/>
                  <a:pt x="527146" y="251017"/>
                  <a:pt x="527146" y="247292"/>
                </a:cubicBezTo>
                <a:cubicBezTo>
                  <a:pt x="528384" y="238600"/>
                  <a:pt x="529621" y="232392"/>
                  <a:pt x="529621" y="224942"/>
                </a:cubicBezTo>
                <a:cubicBezTo>
                  <a:pt x="529621" y="217492"/>
                  <a:pt x="528384" y="210042"/>
                  <a:pt x="527146" y="201350"/>
                </a:cubicBezTo>
                <a:cubicBezTo>
                  <a:pt x="527146" y="198867"/>
                  <a:pt x="528384" y="195142"/>
                  <a:pt x="530859" y="193900"/>
                </a:cubicBezTo>
                <a:lnTo>
                  <a:pt x="553131" y="179000"/>
                </a:lnTo>
                <a:lnTo>
                  <a:pt x="548182" y="165342"/>
                </a:lnTo>
                <a:lnTo>
                  <a:pt x="520960" y="166584"/>
                </a:lnTo>
                <a:cubicBezTo>
                  <a:pt x="519722" y="166584"/>
                  <a:pt x="517247" y="165342"/>
                  <a:pt x="516010" y="164100"/>
                </a:cubicBezTo>
                <a:cubicBezTo>
                  <a:pt x="514773" y="164100"/>
                  <a:pt x="514773" y="162859"/>
                  <a:pt x="514773" y="161617"/>
                </a:cubicBezTo>
                <a:cubicBezTo>
                  <a:pt x="507348" y="147959"/>
                  <a:pt x="498687" y="135542"/>
                  <a:pt x="487551" y="124367"/>
                </a:cubicBezTo>
                <a:cubicBezTo>
                  <a:pt x="486313" y="123126"/>
                  <a:pt x="485076" y="121884"/>
                  <a:pt x="485076" y="118159"/>
                </a:cubicBezTo>
                <a:lnTo>
                  <a:pt x="486313" y="116917"/>
                </a:lnTo>
                <a:lnTo>
                  <a:pt x="494975" y="92084"/>
                </a:lnTo>
                <a:lnTo>
                  <a:pt x="483838" y="83392"/>
                </a:lnTo>
                <a:lnTo>
                  <a:pt x="462803" y="99534"/>
                </a:lnTo>
                <a:cubicBezTo>
                  <a:pt x="460328" y="102017"/>
                  <a:pt x="456616" y="102017"/>
                  <a:pt x="455379" y="100776"/>
                </a:cubicBezTo>
                <a:cubicBezTo>
                  <a:pt x="441768" y="93326"/>
                  <a:pt x="425682" y="88359"/>
                  <a:pt x="409596" y="85876"/>
                </a:cubicBezTo>
                <a:lnTo>
                  <a:pt x="408359" y="85876"/>
                </a:lnTo>
                <a:cubicBezTo>
                  <a:pt x="407121" y="84634"/>
                  <a:pt x="405884" y="83392"/>
                  <a:pt x="405884" y="83392"/>
                </a:cubicBezTo>
                <a:cubicBezTo>
                  <a:pt x="404647" y="82151"/>
                  <a:pt x="404647" y="82151"/>
                  <a:pt x="404647" y="80909"/>
                </a:cubicBezTo>
                <a:lnTo>
                  <a:pt x="397222" y="54834"/>
                </a:lnTo>
                <a:lnTo>
                  <a:pt x="389798" y="54834"/>
                </a:lnTo>
                <a:close/>
                <a:moveTo>
                  <a:pt x="281548" y="31156"/>
                </a:moveTo>
                <a:lnTo>
                  <a:pt x="281548" y="94843"/>
                </a:lnTo>
                <a:cubicBezTo>
                  <a:pt x="281548" y="98517"/>
                  <a:pt x="285232" y="102191"/>
                  <a:pt x="290144" y="102191"/>
                </a:cubicBezTo>
                <a:lnTo>
                  <a:pt x="367508" y="102191"/>
                </a:lnTo>
                <a:close/>
                <a:moveTo>
                  <a:pt x="39779" y="14955"/>
                </a:moveTo>
                <a:cubicBezTo>
                  <a:pt x="26123" y="14955"/>
                  <a:pt x="14949" y="27383"/>
                  <a:pt x="14949" y="43540"/>
                </a:cubicBezTo>
                <a:lnTo>
                  <a:pt x="14949" y="439997"/>
                </a:lnTo>
                <a:cubicBezTo>
                  <a:pt x="14949" y="454911"/>
                  <a:pt x="26123" y="468582"/>
                  <a:pt x="39779" y="468582"/>
                </a:cubicBezTo>
                <a:lnTo>
                  <a:pt x="350149" y="468582"/>
                </a:lnTo>
                <a:cubicBezTo>
                  <a:pt x="363805" y="468582"/>
                  <a:pt x="373737" y="454911"/>
                  <a:pt x="373737" y="439997"/>
                </a:cubicBezTo>
                <a:lnTo>
                  <a:pt x="373737" y="118109"/>
                </a:lnTo>
                <a:lnTo>
                  <a:pt x="289317" y="118109"/>
                </a:lnTo>
                <a:cubicBezTo>
                  <a:pt x="276902" y="118109"/>
                  <a:pt x="265728" y="108166"/>
                  <a:pt x="265728" y="95738"/>
                </a:cubicBezTo>
                <a:lnTo>
                  <a:pt x="265728" y="18684"/>
                </a:lnTo>
                <a:cubicBezTo>
                  <a:pt x="262004" y="16198"/>
                  <a:pt x="258280" y="14955"/>
                  <a:pt x="254555" y="14955"/>
                </a:cubicBezTo>
                <a:close/>
                <a:moveTo>
                  <a:pt x="39779" y="0"/>
                </a:moveTo>
                <a:lnTo>
                  <a:pt x="254830" y="0"/>
                </a:lnTo>
                <a:cubicBezTo>
                  <a:pt x="262288" y="0"/>
                  <a:pt x="270990" y="3729"/>
                  <a:pt x="277205" y="8701"/>
                </a:cubicBezTo>
                <a:lnTo>
                  <a:pt x="355519" y="73339"/>
                </a:lnTo>
                <a:cubicBezTo>
                  <a:pt x="356762" y="73339"/>
                  <a:pt x="359248" y="72096"/>
                  <a:pt x="361734" y="72096"/>
                </a:cubicBezTo>
                <a:lnTo>
                  <a:pt x="370436" y="44749"/>
                </a:lnTo>
                <a:cubicBezTo>
                  <a:pt x="370436" y="42263"/>
                  <a:pt x="374165" y="39777"/>
                  <a:pt x="376651" y="39777"/>
                </a:cubicBezTo>
                <a:lnTo>
                  <a:pt x="389082" y="39777"/>
                </a:lnTo>
                <a:lnTo>
                  <a:pt x="401513" y="39777"/>
                </a:lnTo>
                <a:cubicBezTo>
                  <a:pt x="405242" y="39777"/>
                  <a:pt x="407728" y="42263"/>
                  <a:pt x="408971" y="44749"/>
                </a:cubicBezTo>
                <a:lnTo>
                  <a:pt x="417672" y="72096"/>
                </a:lnTo>
                <a:cubicBezTo>
                  <a:pt x="431346" y="74582"/>
                  <a:pt x="443777" y="78311"/>
                  <a:pt x="456208" y="84526"/>
                </a:cubicBezTo>
                <a:lnTo>
                  <a:pt x="478583" y="68367"/>
                </a:lnTo>
                <a:cubicBezTo>
                  <a:pt x="481069" y="65880"/>
                  <a:pt x="484798" y="65880"/>
                  <a:pt x="487284" y="68367"/>
                </a:cubicBezTo>
                <a:lnTo>
                  <a:pt x="507174" y="82040"/>
                </a:lnTo>
                <a:cubicBezTo>
                  <a:pt x="510903" y="84526"/>
                  <a:pt x="512146" y="88255"/>
                  <a:pt x="510903" y="90741"/>
                </a:cubicBezTo>
                <a:lnTo>
                  <a:pt x="500958" y="116845"/>
                </a:lnTo>
                <a:cubicBezTo>
                  <a:pt x="510903" y="126789"/>
                  <a:pt x="519604" y="137976"/>
                  <a:pt x="525820" y="151649"/>
                </a:cubicBezTo>
                <a:lnTo>
                  <a:pt x="554410" y="150406"/>
                </a:lnTo>
                <a:cubicBezTo>
                  <a:pt x="556896" y="150406"/>
                  <a:pt x="560626" y="152892"/>
                  <a:pt x="560626" y="155378"/>
                </a:cubicBezTo>
                <a:lnTo>
                  <a:pt x="568084" y="180239"/>
                </a:lnTo>
                <a:cubicBezTo>
                  <a:pt x="570570" y="182725"/>
                  <a:pt x="568084" y="186454"/>
                  <a:pt x="565598" y="187697"/>
                </a:cubicBezTo>
                <a:lnTo>
                  <a:pt x="541980" y="202613"/>
                </a:lnTo>
                <a:cubicBezTo>
                  <a:pt x="544466" y="211315"/>
                  <a:pt x="544466" y="217530"/>
                  <a:pt x="544466" y="224988"/>
                </a:cubicBezTo>
                <a:cubicBezTo>
                  <a:pt x="544466" y="231203"/>
                  <a:pt x="544466" y="238661"/>
                  <a:pt x="541980" y="246119"/>
                </a:cubicBezTo>
                <a:lnTo>
                  <a:pt x="565598" y="261036"/>
                </a:lnTo>
                <a:cubicBezTo>
                  <a:pt x="568084" y="263522"/>
                  <a:pt x="570570" y="266008"/>
                  <a:pt x="568084" y="269737"/>
                </a:cubicBezTo>
                <a:lnTo>
                  <a:pt x="560626" y="293354"/>
                </a:lnTo>
                <a:cubicBezTo>
                  <a:pt x="560626" y="297083"/>
                  <a:pt x="556896" y="299569"/>
                  <a:pt x="554410" y="298326"/>
                </a:cubicBezTo>
                <a:lnTo>
                  <a:pt x="525820" y="297083"/>
                </a:lnTo>
                <a:cubicBezTo>
                  <a:pt x="519604" y="310757"/>
                  <a:pt x="510903" y="321944"/>
                  <a:pt x="500958" y="331888"/>
                </a:cubicBezTo>
                <a:lnTo>
                  <a:pt x="510903" y="357992"/>
                </a:lnTo>
                <a:cubicBezTo>
                  <a:pt x="512146" y="361721"/>
                  <a:pt x="510903" y="364207"/>
                  <a:pt x="507174" y="366693"/>
                </a:cubicBezTo>
                <a:lnTo>
                  <a:pt x="487284" y="381609"/>
                </a:lnTo>
                <a:cubicBezTo>
                  <a:pt x="484798" y="382852"/>
                  <a:pt x="481069" y="382852"/>
                  <a:pt x="478583" y="381609"/>
                </a:cubicBezTo>
                <a:lnTo>
                  <a:pt x="456208" y="364207"/>
                </a:lnTo>
                <a:cubicBezTo>
                  <a:pt x="445020" y="370422"/>
                  <a:pt x="431346" y="374151"/>
                  <a:pt x="417672" y="376637"/>
                </a:cubicBezTo>
                <a:lnTo>
                  <a:pt x="408971" y="403983"/>
                </a:lnTo>
                <a:cubicBezTo>
                  <a:pt x="407728" y="406470"/>
                  <a:pt x="405242" y="408956"/>
                  <a:pt x="401513" y="408956"/>
                </a:cubicBezTo>
                <a:lnTo>
                  <a:pt x="390325" y="408956"/>
                </a:lnTo>
                <a:lnTo>
                  <a:pt x="390325" y="440031"/>
                </a:lnTo>
                <a:cubicBezTo>
                  <a:pt x="390325" y="463649"/>
                  <a:pt x="371679" y="483537"/>
                  <a:pt x="350547" y="483537"/>
                </a:cubicBezTo>
                <a:lnTo>
                  <a:pt x="39779" y="483537"/>
                </a:lnTo>
                <a:cubicBezTo>
                  <a:pt x="17403" y="483537"/>
                  <a:pt x="0" y="463649"/>
                  <a:pt x="0" y="440031"/>
                </a:cubicBezTo>
                <a:lnTo>
                  <a:pt x="0" y="43506"/>
                </a:lnTo>
                <a:cubicBezTo>
                  <a:pt x="0" y="19889"/>
                  <a:pt x="17403" y="0"/>
                  <a:pt x="39779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60" name="Freeform 359">
            <a:extLst>
              <a:ext uri="{FF2B5EF4-FFF2-40B4-BE49-F238E27FC236}">
                <a16:creationId xmlns:a16="http://schemas.microsoft.com/office/drawing/2014/main" id="{65CB64A3-ACAE-5548-B59A-32D25A38AC24}"/>
              </a:ext>
            </a:extLst>
          </p:cNvPr>
          <p:cNvSpPr/>
          <p:nvPr/>
        </p:nvSpPr>
        <p:spPr>
          <a:xfrm>
            <a:off x="7196942" y="3418404"/>
            <a:ext cx="4314177" cy="9521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4" h="765">
                <a:moveTo>
                  <a:pt x="2700" y="0"/>
                </a:moveTo>
                <a:lnTo>
                  <a:pt x="0" y="0"/>
                </a:lnTo>
                <a:lnTo>
                  <a:pt x="0" y="765"/>
                </a:lnTo>
                <a:lnTo>
                  <a:pt x="3464" y="765"/>
                </a:lnTo>
                <a:cubicBezTo>
                  <a:pt x="3464" y="342"/>
                  <a:pt x="3122" y="0"/>
                  <a:pt x="2700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17" name="Freeform 416">
            <a:extLst>
              <a:ext uri="{FF2B5EF4-FFF2-40B4-BE49-F238E27FC236}">
                <a16:creationId xmlns:a16="http://schemas.microsoft.com/office/drawing/2014/main" id="{9EE0057A-655D-8548-A5AC-55A09A42E2C9}"/>
              </a:ext>
            </a:extLst>
          </p:cNvPr>
          <p:cNvSpPr/>
          <p:nvPr/>
        </p:nvSpPr>
        <p:spPr>
          <a:xfrm>
            <a:off x="7196942" y="3418404"/>
            <a:ext cx="4314177" cy="285137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4" h="2289">
                <a:moveTo>
                  <a:pt x="1732" y="2289"/>
                </a:moveTo>
                <a:lnTo>
                  <a:pt x="797" y="2289"/>
                </a:lnTo>
                <a:cubicBezTo>
                  <a:pt x="357" y="2289"/>
                  <a:pt x="0" y="1932"/>
                  <a:pt x="0" y="1491"/>
                </a:cubicBezTo>
                <a:lnTo>
                  <a:pt x="0" y="765"/>
                </a:lnTo>
                <a:lnTo>
                  <a:pt x="3464" y="765"/>
                </a:lnTo>
                <a:cubicBezTo>
                  <a:pt x="3464" y="342"/>
                  <a:pt x="3122" y="0"/>
                  <a:pt x="2700" y="0"/>
                </a:cubicBezTo>
                <a:lnTo>
                  <a:pt x="0" y="0"/>
                </a:lnTo>
              </a:path>
            </a:pathLst>
          </a:custGeom>
          <a:noFill/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18" name="Freeform 417">
            <a:extLst>
              <a:ext uri="{FF2B5EF4-FFF2-40B4-BE49-F238E27FC236}">
                <a16:creationId xmlns:a16="http://schemas.microsoft.com/office/drawing/2014/main" id="{9CC891F3-7179-E646-A48E-9E4D08651E5A}"/>
              </a:ext>
            </a:extLst>
          </p:cNvPr>
          <p:cNvSpPr/>
          <p:nvPr/>
        </p:nvSpPr>
        <p:spPr>
          <a:xfrm>
            <a:off x="10008694" y="3293784"/>
            <a:ext cx="1200943" cy="12013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5" h="965">
                <a:moveTo>
                  <a:pt x="965" y="483"/>
                </a:moveTo>
                <a:cubicBezTo>
                  <a:pt x="965" y="749"/>
                  <a:pt x="749" y="965"/>
                  <a:pt x="483" y="965"/>
                </a:cubicBezTo>
                <a:cubicBezTo>
                  <a:pt x="216" y="965"/>
                  <a:pt x="0" y="749"/>
                  <a:pt x="0" y="483"/>
                </a:cubicBezTo>
                <a:cubicBezTo>
                  <a:pt x="0" y="216"/>
                  <a:pt x="216" y="0"/>
                  <a:pt x="483" y="0"/>
                </a:cubicBezTo>
                <a:cubicBezTo>
                  <a:pt x="749" y="0"/>
                  <a:pt x="965" y="216"/>
                  <a:pt x="965" y="483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20" name="Freeform 419">
            <a:extLst>
              <a:ext uri="{FF2B5EF4-FFF2-40B4-BE49-F238E27FC236}">
                <a16:creationId xmlns:a16="http://schemas.microsoft.com/office/drawing/2014/main" id="{27410E0F-85D3-F942-BCBA-E8A2D23A1233}"/>
              </a:ext>
            </a:extLst>
          </p:cNvPr>
          <p:cNvSpPr/>
          <p:nvPr/>
        </p:nvSpPr>
        <p:spPr>
          <a:xfrm>
            <a:off x="10133273" y="3418404"/>
            <a:ext cx="950539" cy="9521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4" h="765">
                <a:moveTo>
                  <a:pt x="764" y="383"/>
                </a:moveTo>
                <a:cubicBezTo>
                  <a:pt x="764" y="594"/>
                  <a:pt x="594" y="765"/>
                  <a:pt x="383" y="765"/>
                </a:cubicBezTo>
                <a:cubicBezTo>
                  <a:pt x="171" y="765"/>
                  <a:pt x="0" y="594"/>
                  <a:pt x="0" y="383"/>
                </a:cubicBezTo>
                <a:cubicBezTo>
                  <a:pt x="0" y="172"/>
                  <a:pt x="171" y="0"/>
                  <a:pt x="383" y="0"/>
                </a:cubicBezTo>
                <a:cubicBezTo>
                  <a:pt x="594" y="0"/>
                  <a:pt x="764" y="172"/>
                  <a:pt x="764" y="383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4" name="Freeform 383">
            <a:extLst>
              <a:ext uri="{FF2B5EF4-FFF2-40B4-BE49-F238E27FC236}">
                <a16:creationId xmlns:a16="http://schemas.microsoft.com/office/drawing/2014/main" id="{411C9E88-40E1-3B47-AE68-4731C862899E}"/>
              </a:ext>
            </a:extLst>
          </p:cNvPr>
          <p:cNvSpPr/>
          <p:nvPr/>
        </p:nvSpPr>
        <p:spPr>
          <a:xfrm>
            <a:off x="10323486" y="3660176"/>
            <a:ext cx="569398" cy="469828"/>
          </a:xfrm>
          <a:custGeom>
            <a:avLst/>
            <a:gdLst>
              <a:gd name="connsiteX0" fmla="*/ 20315 w 569398"/>
              <a:gd name="connsiteY0" fmla="*/ 402528 h 469828"/>
              <a:gd name="connsiteX1" fmla="*/ 15343 w 569398"/>
              <a:gd name="connsiteY1" fmla="*/ 406178 h 469828"/>
              <a:gd name="connsiteX2" fmla="*/ 15343 w 569398"/>
              <a:gd name="connsiteY2" fmla="*/ 409827 h 469828"/>
              <a:gd name="connsiteX3" fmla="*/ 27772 w 569398"/>
              <a:gd name="connsiteY3" fmla="*/ 425643 h 469828"/>
              <a:gd name="connsiteX4" fmla="*/ 89918 w 569398"/>
              <a:gd name="connsiteY4" fmla="*/ 453623 h 469828"/>
              <a:gd name="connsiteX5" fmla="*/ 478953 w 569398"/>
              <a:gd name="connsiteY5" fmla="*/ 453623 h 469828"/>
              <a:gd name="connsiteX6" fmla="*/ 541099 w 569398"/>
              <a:gd name="connsiteY6" fmla="*/ 425643 h 469828"/>
              <a:gd name="connsiteX7" fmla="*/ 553528 w 569398"/>
              <a:gd name="connsiteY7" fmla="*/ 409827 h 469828"/>
              <a:gd name="connsiteX8" fmla="*/ 553528 w 569398"/>
              <a:gd name="connsiteY8" fmla="*/ 406178 h 469828"/>
              <a:gd name="connsiteX9" fmla="*/ 548556 w 569398"/>
              <a:gd name="connsiteY9" fmla="*/ 402528 h 469828"/>
              <a:gd name="connsiteX10" fmla="*/ 513755 w 569398"/>
              <a:gd name="connsiteY10" fmla="*/ 402528 h 469828"/>
              <a:gd name="connsiteX11" fmla="*/ 511269 w 569398"/>
              <a:gd name="connsiteY11" fmla="*/ 403745 h 469828"/>
              <a:gd name="connsiteX12" fmla="*/ 507540 w 569398"/>
              <a:gd name="connsiteY12" fmla="*/ 402528 h 469828"/>
              <a:gd name="connsiteX13" fmla="*/ 328559 w 569398"/>
              <a:gd name="connsiteY13" fmla="*/ 402528 h 469828"/>
              <a:gd name="connsiteX14" fmla="*/ 311158 w 569398"/>
              <a:gd name="connsiteY14" fmla="*/ 413477 h 469828"/>
              <a:gd name="connsiteX15" fmla="*/ 285057 w 569398"/>
              <a:gd name="connsiteY15" fmla="*/ 430509 h 469828"/>
              <a:gd name="connsiteX16" fmla="*/ 257713 w 569398"/>
              <a:gd name="connsiteY16" fmla="*/ 413477 h 469828"/>
              <a:gd name="connsiteX17" fmla="*/ 240312 w 569398"/>
              <a:gd name="connsiteY17" fmla="*/ 402528 h 469828"/>
              <a:gd name="connsiteX18" fmla="*/ 320672 w 569398"/>
              <a:gd name="connsiteY18" fmla="*/ 203114 h 469828"/>
              <a:gd name="connsiteX19" fmla="*/ 248816 w 569398"/>
              <a:gd name="connsiteY19" fmla="*/ 276049 h 469828"/>
              <a:gd name="connsiteX20" fmla="*/ 237665 w 569398"/>
              <a:gd name="connsiteY20" fmla="*/ 282230 h 469828"/>
              <a:gd name="connsiteX21" fmla="*/ 222798 w 569398"/>
              <a:gd name="connsiteY21" fmla="*/ 284702 h 469828"/>
              <a:gd name="connsiteX22" fmla="*/ 145986 w 569398"/>
              <a:gd name="connsiteY22" fmla="*/ 284702 h 469828"/>
              <a:gd name="connsiteX23" fmla="*/ 116252 w 569398"/>
              <a:gd name="connsiteY23" fmla="*/ 314370 h 469828"/>
              <a:gd name="connsiteX24" fmla="*/ 116252 w 569398"/>
              <a:gd name="connsiteY24" fmla="*/ 353928 h 469828"/>
              <a:gd name="connsiteX25" fmla="*/ 252532 w 569398"/>
              <a:gd name="connsiteY25" fmla="*/ 353928 h 469828"/>
              <a:gd name="connsiteX26" fmla="*/ 252532 w 569398"/>
              <a:gd name="connsiteY26" fmla="*/ 314370 h 469828"/>
              <a:gd name="connsiteX27" fmla="*/ 256249 w 569398"/>
              <a:gd name="connsiteY27" fmla="*/ 300772 h 469828"/>
              <a:gd name="connsiteX28" fmla="*/ 266160 w 569398"/>
              <a:gd name="connsiteY28" fmla="*/ 290883 h 469828"/>
              <a:gd name="connsiteX29" fmla="*/ 336778 w 569398"/>
              <a:gd name="connsiteY29" fmla="*/ 219185 h 469828"/>
              <a:gd name="connsiteX30" fmla="*/ 340495 w 569398"/>
              <a:gd name="connsiteY30" fmla="*/ 210532 h 469828"/>
              <a:gd name="connsiteX31" fmla="*/ 336778 w 569398"/>
              <a:gd name="connsiteY31" fmla="*/ 203114 h 469828"/>
              <a:gd name="connsiteX32" fmla="*/ 320672 w 569398"/>
              <a:gd name="connsiteY32" fmla="*/ 203114 h 469828"/>
              <a:gd name="connsiteX33" fmla="*/ 329411 w 569398"/>
              <a:gd name="connsiteY33" fmla="*/ 186934 h 469828"/>
              <a:gd name="connsiteX34" fmla="*/ 348006 w 569398"/>
              <a:gd name="connsiteY34" fmla="*/ 194361 h 469828"/>
              <a:gd name="connsiteX35" fmla="*/ 355444 w 569398"/>
              <a:gd name="connsiteY35" fmla="*/ 211690 h 469828"/>
              <a:gd name="connsiteX36" fmla="*/ 348006 w 569398"/>
              <a:gd name="connsiteY36" fmla="*/ 230258 h 469828"/>
              <a:gd name="connsiteX37" fmla="*/ 276104 w 569398"/>
              <a:gd name="connsiteY37" fmla="*/ 302051 h 469828"/>
              <a:gd name="connsiteX38" fmla="*/ 269906 w 569398"/>
              <a:gd name="connsiteY38" fmla="*/ 309477 h 469828"/>
              <a:gd name="connsiteX39" fmla="*/ 267426 w 569398"/>
              <a:gd name="connsiteY39" fmla="*/ 315666 h 469828"/>
              <a:gd name="connsiteX40" fmla="*/ 267426 w 569398"/>
              <a:gd name="connsiteY40" fmla="*/ 362703 h 469828"/>
              <a:gd name="connsiteX41" fmla="*/ 259988 w 569398"/>
              <a:gd name="connsiteY41" fmla="*/ 370130 h 469828"/>
              <a:gd name="connsiteX42" fmla="*/ 109986 w 569398"/>
              <a:gd name="connsiteY42" fmla="*/ 370130 h 469828"/>
              <a:gd name="connsiteX43" fmla="*/ 102548 w 569398"/>
              <a:gd name="connsiteY43" fmla="*/ 362703 h 469828"/>
              <a:gd name="connsiteX44" fmla="*/ 102548 w 569398"/>
              <a:gd name="connsiteY44" fmla="*/ 315666 h 469828"/>
              <a:gd name="connsiteX45" fmla="*/ 145937 w 569398"/>
              <a:gd name="connsiteY45" fmla="*/ 272343 h 469828"/>
              <a:gd name="connsiteX46" fmla="*/ 222798 w 569398"/>
              <a:gd name="connsiteY46" fmla="*/ 272343 h 469828"/>
              <a:gd name="connsiteX47" fmla="*/ 232715 w 569398"/>
              <a:gd name="connsiteY47" fmla="*/ 269867 h 469828"/>
              <a:gd name="connsiteX48" fmla="*/ 237674 w 569398"/>
              <a:gd name="connsiteY48" fmla="*/ 266154 h 469828"/>
              <a:gd name="connsiteX49" fmla="*/ 310815 w 569398"/>
              <a:gd name="connsiteY49" fmla="*/ 194361 h 469828"/>
              <a:gd name="connsiteX50" fmla="*/ 329411 w 569398"/>
              <a:gd name="connsiteY50" fmla="*/ 186934 h 469828"/>
              <a:gd name="connsiteX51" fmla="*/ 184148 w 569398"/>
              <a:gd name="connsiteY51" fmla="*/ 165745 h 469828"/>
              <a:gd name="connsiteX52" fmla="*/ 147397 w 569398"/>
              <a:gd name="connsiteY52" fmla="*/ 202509 h 469828"/>
              <a:gd name="connsiteX53" fmla="*/ 184148 w 569398"/>
              <a:gd name="connsiteY53" fmla="*/ 239273 h 469828"/>
              <a:gd name="connsiteX54" fmla="*/ 220899 w 569398"/>
              <a:gd name="connsiteY54" fmla="*/ 202509 h 469828"/>
              <a:gd name="connsiteX55" fmla="*/ 184148 w 569398"/>
              <a:gd name="connsiteY55" fmla="*/ 165745 h 469828"/>
              <a:gd name="connsiteX56" fmla="*/ 184148 w 569398"/>
              <a:gd name="connsiteY56" fmla="*/ 150793 h 469828"/>
              <a:gd name="connsiteX57" fmla="*/ 235848 w 569398"/>
              <a:gd name="connsiteY57" fmla="*/ 202504 h 469828"/>
              <a:gd name="connsiteX58" fmla="*/ 184148 w 569398"/>
              <a:gd name="connsiteY58" fmla="*/ 252984 h 469828"/>
              <a:gd name="connsiteX59" fmla="*/ 132447 w 569398"/>
              <a:gd name="connsiteY59" fmla="*/ 202504 h 469828"/>
              <a:gd name="connsiteX60" fmla="*/ 184148 w 569398"/>
              <a:gd name="connsiteY60" fmla="*/ 150793 h 469828"/>
              <a:gd name="connsiteX61" fmla="*/ 104926 w 569398"/>
              <a:gd name="connsiteY61" fmla="*/ 119638 h 469828"/>
              <a:gd name="connsiteX62" fmla="*/ 66416 w 569398"/>
              <a:gd name="connsiteY62" fmla="*/ 156868 h 469828"/>
              <a:gd name="connsiteX63" fmla="*/ 66416 w 569398"/>
              <a:gd name="connsiteY63" fmla="*/ 387692 h 469828"/>
              <a:gd name="connsiteX64" fmla="*/ 241575 w 569398"/>
              <a:gd name="connsiteY64" fmla="*/ 387692 h 469828"/>
              <a:gd name="connsiteX65" fmla="*/ 272632 w 569398"/>
              <a:gd name="connsiteY65" fmla="*/ 407548 h 469828"/>
              <a:gd name="connsiteX66" fmla="*/ 286297 w 569398"/>
              <a:gd name="connsiteY66" fmla="*/ 414994 h 469828"/>
              <a:gd name="connsiteX67" fmla="*/ 298719 w 569398"/>
              <a:gd name="connsiteY67" fmla="*/ 407548 h 469828"/>
              <a:gd name="connsiteX68" fmla="*/ 329776 w 569398"/>
              <a:gd name="connsiteY68" fmla="*/ 387692 h 469828"/>
              <a:gd name="connsiteX69" fmla="*/ 504935 w 569398"/>
              <a:gd name="connsiteY69" fmla="*/ 387692 h 469828"/>
              <a:gd name="connsiteX70" fmla="*/ 504935 w 569398"/>
              <a:gd name="connsiteY70" fmla="*/ 165555 h 469828"/>
              <a:gd name="connsiteX71" fmla="*/ 425430 w 569398"/>
              <a:gd name="connsiteY71" fmla="*/ 165555 h 469828"/>
              <a:gd name="connsiteX72" fmla="*/ 415492 w 569398"/>
              <a:gd name="connsiteY72" fmla="*/ 189134 h 469828"/>
              <a:gd name="connsiteX73" fmla="*/ 401827 w 569398"/>
              <a:gd name="connsiteY73" fmla="*/ 197821 h 469828"/>
              <a:gd name="connsiteX74" fmla="*/ 388162 w 569398"/>
              <a:gd name="connsiteY74" fmla="*/ 189134 h 469828"/>
              <a:gd name="connsiteX75" fmla="*/ 374497 w 569398"/>
              <a:gd name="connsiteY75" fmla="*/ 165555 h 469828"/>
              <a:gd name="connsiteX76" fmla="*/ 296235 w 569398"/>
              <a:gd name="connsiteY76" fmla="*/ 165555 h 469828"/>
              <a:gd name="connsiteX77" fmla="*/ 251513 w 569398"/>
              <a:gd name="connsiteY77" fmla="*/ 127084 h 469828"/>
              <a:gd name="connsiteX78" fmla="*/ 251513 w 569398"/>
              <a:gd name="connsiteY78" fmla="*/ 119638 h 469828"/>
              <a:gd name="connsiteX79" fmla="*/ 385287 w 569398"/>
              <a:gd name="connsiteY79" fmla="*/ 51095 h 469828"/>
              <a:gd name="connsiteX80" fmla="*/ 382852 w 569398"/>
              <a:gd name="connsiteY80" fmla="*/ 53537 h 469828"/>
              <a:gd name="connsiteX81" fmla="*/ 382852 w 569398"/>
              <a:gd name="connsiteY81" fmla="*/ 108473 h 469828"/>
              <a:gd name="connsiteX82" fmla="*/ 385287 w 569398"/>
              <a:gd name="connsiteY82" fmla="*/ 110914 h 469828"/>
              <a:gd name="connsiteX83" fmla="*/ 387722 w 569398"/>
              <a:gd name="connsiteY83" fmla="*/ 110914 h 469828"/>
              <a:gd name="connsiteX84" fmla="*/ 435204 w 569398"/>
              <a:gd name="connsiteY84" fmla="*/ 84057 h 469828"/>
              <a:gd name="connsiteX85" fmla="*/ 436421 w 569398"/>
              <a:gd name="connsiteY85" fmla="*/ 81615 h 469828"/>
              <a:gd name="connsiteX86" fmla="*/ 435204 w 569398"/>
              <a:gd name="connsiteY86" fmla="*/ 77953 h 469828"/>
              <a:gd name="connsiteX87" fmla="*/ 387722 w 569398"/>
              <a:gd name="connsiteY87" fmla="*/ 51095 h 469828"/>
              <a:gd name="connsiteX88" fmla="*/ 386504 w 569398"/>
              <a:gd name="connsiteY88" fmla="*/ 51095 h 469828"/>
              <a:gd name="connsiteX89" fmla="*/ 377722 w 569398"/>
              <a:gd name="connsiteY89" fmla="*/ 36123 h 469828"/>
              <a:gd name="connsiteX90" fmla="*/ 394906 w 569398"/>
              <a:gd name="connsiteY90" fmla="*/ 36123 h 469828"/>
              <a:gd name="connsiteX91" fmla="*/ 442778 w 569398"/>
              <a:gd name="connsiteY91" fmla="*/ 64394 h 469828"/>
              <a:gd name="connsiteX92" fmla="*/ 451370 w 569398"/>
              <a:gd name="connsiteY92" fmla="*/ 80373 h 469828"/>
              <a:gd name="connsiteX93" fmla="*/ 442778 w 569398"/>
              <a:gd name="connsiteY93" fmla="*/ 95123 h 469828"/>
              <a:gd name="connsiteX94" fmla="*/ 394906 w 569398"/>
              <a:gd name="connsiteY94" fmla="*/ 123394 h 469828"/>
              <a:gd name="connsiteX95" fmla="*/ 386314 w 569398"/>
              <a:gd name="connsiteY95" fmla="*/ 124623 h 469828"/>
              <a:gd name="connsiteX96" fmla="*/ 377722 w 569398"/>
              <a:gd name="connsiteY96" fmla="*/ 123394 h 469828"/>
              <a:gd name="connsiteX97" fmla="*/ 367902 w 569398"/>
              <a:gd name="connsiteY97" fmla="*/ 107415 h 469828"/>
              <a:gd name="connsiteX98" fmla="*/ 367902 w 569398"/>
              <a:gd name="connsiteY98" fmla="*/ 52102 h 469828"/>
              <a:gd name="connsiteX99" fmla="*/ 377722 w 569398"/>
              <a:gd name="connsiteY99" fmla="*/ 36123 h 469828"/>
              <a:gd name="connsiteX100" fmla="*/ 296757 w 569398"/>
              <a:gd name="connsiteY100" fmla="*/ 13708 h 469828"/>
              <a:gd name="connsiteX101" fmla="*/ 265746 w 569398"/>
              <a:gd name="connsiteY101" fmla="*/ 38448 h 469828"/>
              <a:gd name="connsiteX102" fmla="*/ 265746 w 569398"/>
              <a:gd name="connsiteY102" fmla="*/ 126275 h 469828"/>
              <a:gd name="connsiteX103" fmla="*/ 296757 w 569398"/>
              <a:gd name="connsiteY103" fmla="*/ 151015 h 469828"/>
              <a:gd name="connsiteX104" fmla="*/ 379865 w 569398"/>
              <a:gd name="connsiteY104" fmla="*/ 151015 h 469828"/>
              <a:gd name="connsiteX105" fmla="*/ 386067 w 569398"/>
              <a:gd name="connsiteY105" fmla="*/ 153489 h 469828"/>
              <a:gd name="connsiteX106" fmla="*/ 400952 w 569398"/>
              <a:gd name="connsiteY106" fmla="*/ 180703 h 469828"/>
              <a:gd name="connsiteX107" fmla="*/ 402192 w 569398"/>
              <a:gd name="connsiteY107" fmla="*/ 180703 h 469828"/>
              <a:gd name="connsiteX108" fmla="*/ 414597 w 569398"/>
              <a:gd name="connsiteY108" fmla="*/ 153489 h 469828"/>
              <a:gd name="connsiteX109" fmla="*/ 422039 w 569398"/>
              <a:gd name="connsiteY109" fmla="*/ 151015 h 469828"/>
              <a:gd name="connsiteX110" fmla="*/ 511350 w 569398"/>
              <a:gd name="connsiteY110" fmla="*/ 151015 h 469828"/>
              <a:gd name="connsiteX111" fmla="*/ 512590 w 569398"/>
              <a:gd name="connsiteY111" fmla="*/ 149778 h 469828"/>
              <a:gd name="connsiteX112" fmla="*/ 512590 w 569398"/>
              <a:gd name="connsiteY112" fmla="*/ 151015 h 469828"/>
              <a:gd name="connsiteX113" fmla="*/ 522513 w 569398"/>
              <a:gd name="connsiteY113" fmla="*/ 151015 h 469828"/>
              <a:gd name="connsiteX114" fmla="*/ 553524 w 569398"/>
              <a:gd name="connsiteY114" fmla="*/ 126275 h 469828"/>
              <a:gd name="connsiteX115" fmla="*/ 553524 w 569398"/>
              <a:gd name="connsiteY115" fmla="*/ 38448 h 469828"/>
              <a:gd name="connsiteX116" fmla="*/ 522513 w 569398"/>
              <a:gd name="connsiteY116" fmla="*/ 13708 h 469828"/>
              <a:gd name="connsiteX117" fmla="*/ 294997 w 569398"/>
              <a:gd name="connsiteY117" fmla="*/ 0 h 469828"/>
              <a:gd name="connsiteX118" fmla="*/ 521236 w 569398"/>
              <a:gd name="connsiteY118" fmla="*/ 0 h 469828"/>
              <a:gd name="connsiteX119" fmla="*/ 567230 w 569398"/>
              <a:gd name="connsiteY119" fmla="*/ 38531 h 469828"/>
              <a:gd name="connsiteX120" fmla="*/ 567230 w 569398"/>
              <a:gd name="connsiteY120" fmla="*/ 126779 h 469828"/>
              <a:gd name="connsiteX121" fmla="*/ 521236 w 569398"/>
              <a:gd name="connsiteY121" fmla="*/ 165310 h 469828"/>
              <a:gd name="connsiteX122" fmla="*/ 518750 w 569398"/>
              <a:gd name="connsiteY122" fmla="*/ 165310 h 469828"/>
              <a:gd name="connsiteX123" fmla="*/ 518750 w 569398"/>
              <a:gd name="connsiteY123" fmla="*/ 387795 h 469828"/>
              <a:gd name="connsiteX124" fmla="*/ 548584 w 569398"/>
              <a:gd name="connsiteY124" fmla="*/ 387795 h 469828"/>
              <a:gd name="connsiteX125" fmla="*/ 567230 w 569398"/>
              <a:gd name="connsiteY125" fmla="*/ 398981 h 469828"/>
              <a:gd name="connsiteX126" fmla="*/ 564744 w 569398"/>
              <a:gd name="connsiteY126" fmla="*/ 418868 h 469828"/>
              <a:gd name="connsiteX127" fmla="*/ 552313 w 569398"/>
              <a:gd name="connsiteY127" fmla="*/ 435026 h 469828"/>
              <a:gd name="connsiteX128" fmla="*/ 478972 w 569398"/>
              <a:gd name="connsiteY128" fmla="*/ 469828 h 469828"/>
              <a:gd name="connsiteX129" fmla="*/ 89890 w 569398"/>
              <a:gd name="connsiteY129" fmla="*/ 469828 h 469828"/>
              <a:gd name="connsiteX130" fmla="*/ 16549 w 569398"/>
              <a:gd name="connsiteY130" fmla="*/ 435026 h 469828"/>
              <a:gd name="connsiteX131" fmla="*/ 4118 w 569398"/>
              <a:gd name="connsiteY131" fmla="*/ 418868 h 469828"/>
              <a:gd name="connsiteX132" fmla="*/ 1632 w 569398"/>
              <a:gd name="connsiteY132" fmla="*/ 398981 h 469828"/>
              <a:gd name="connsiteX133" fmla="*/ 20278 w 569398"/>
              <a:gd name="connsiteY133" fmla="*/ 387795 h 469828"/>
              <a:gd name="connsiteX134" fmla="*/ 51355 w 569398"/>
              <a:gd name="connsiteY134" fmla="*/ 387795 h 469828"/>
              <a:gd name="connsiteX135" fmla="*/ 51355 w 569398"/>
              <a:gd name="connsiteY135" fmla="*/ 156609 h 469828"/>
              <a:gd name="connsiteX136" fmla="*/ 103564 w 569398"/>
              <a:gd name="connsiteY136" fmla="*/ 103163 h 469828"/>
              <a:gd name="connsiteX137" fmla="*/ 250246 w 569398"/>
              <a:gd name="connsiteY137" fmla="*/ 103163 h 469828"/>
              <a:gd name="connsiteX138" fmla="*/ 250246 w 569398"/>
              <a:gd name="connsiteY138" fmla="*/ 38531 h 469828"/>
              <a:gd name="connsiteX139" fmla="*/ 294997 w 569398"/>
              <a:gd name="connsiteY139" fmla="*/ 0 h 4698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569398" h="469828">
                <a:moveTo>
                  <a:pt x="20315" y="402528"/>
                </a:moveTo>
                <a:cubicBezTo>
                  <a:pt x="16586" y="402528"/>
                  <a:pt x="15343" y="404961"/>
                  <a:pt x="15343" y="406178"/>
                </a:cubicBezTo>
                <a:cubicBezTo>
                  <a:pt x="15343" y="406178"/>
                  <a:pt x="14100" y="408611"/>
                  <a:pt x="15343" y="409827"/>
                </a:cubicBezTo>
                <a:lnTo>
                  <a:pt x="27772" y="425643"/>
                </a:lnTo>
                <a:cubicBezTo>
                  <a:pt x="42687" y="443891"/>
                  <a:pt x="65060" y="453623"/>
                  <a:pt x="89918" y="453623"/>
                </a:cubicBezTo>
                <a:lnTo>
                  <a:pt x="478953" y="453623"/>
                </a:lnTo>
                <a:cubicBezTo>
                  <a:pt x="503811" y="453623"/>
                  <a:pt x="526184" y="443891"/>
                  <a:pt x="541099" y="425643"/>
                </a:cubicBezTo>
                <a:lnTo>
                  <a:pt x="553528" y="409827"/>
                </a:lnTo>
                <a:cubicBezTo>
                  <a:pt x="554771" y="408611"/>
                  <a:pt x="553528" y="406178"/>
                  <a:pt x="553528" y="406178"/>
                </a:cubicBezTo>
                <a:cubicBezTo>
                  <a:pt x="553528" y="404961"/>
                  <a:pt x="552285" y="402528"/>
                  <a:pt x="548556" y="402528"/>
                </a:cubicBezTo>
                <a:lnTo>
                  <a:pt x="513755" y="402528"/>
                </a:lnTo>
                <a:cubicBezTo>
                  <a:pt x="513755" y="403745"/>
                  <a:pt x="512512" y="403745"/>
                  <a:pt x="511269" y="403745"/>
                </a:cubicBezTo>
                <a:cubicBezTo>
                  <a:pt x="510026" y="403745"/>
                  <a:pt x="508783" y="403745"/>
                  <a:pt x="507540" y="402528"/>
                </a:cubicBezTo>
                <a:lnTo>
                  <a:pt x="328559" y="402528"/>
                </a:lnTo>
                <a:cubicBezTo>
                  <a:pt x="319859" y="402528"/>
                  <a:pt x="313644" y="407394"/>
                  <a:pt x="311158" y="413477"/>
                </a:cubicBezTo>
                <a:cubicBezTo>
                  <a:pt x="306187" y="423209"/>
                  <a:pt x="296243" y="430509"/>
                  <a:pt x="285057" y="430509"/>
                </a:cubicBezTo>
                <a:cubicBezTo>
                  <a:pt x="272628" y="430509"/>
                  <a:pt x="262684" y="423209"/>
                  <a:pt x="257713" y="413477"/>
                </a:cubicBezTo>
                <a:cubicBezTo>
                  <a:pt x="255227" y="407394"/>
                  <a:pt x="247769" y="402528"/>
                  <a:pt x="240312" y="402528"/>
                </a:cubicBezTo>
                <a:close/>
                <a:moveTo>
                  <a:pt x="320672" y="203114"/>
                </a:moveTo>
                <a:lnTo>
                  <a:pt x="248816" y="276049"/>
                </a:lnTo>
                <a:cubicBezTo>
                  <a:pt x="248816" y="276049"/>
                  <a:pt x="243860" y="280994"/>
                  <a:pt x="237665" y="282230"/>
                </a:cubicBezTo>
                <a:cubicBezTo>
                  <a:pt x="232710" y="284702"/>
                  <a:pt x="225276" y="284702"/>
                  <a:pt x="222798" y="284702"/>
                </a:cubicBezTo>
                <a:lnTo>
                  <a:pt x="145986" y="284702"/>
                </a:lnTo>
                <a:cubicBezTo>
                  <a:pt x="129880" y="284702"/>
                  <a:pt x="116252" y="298300"/>
                  <a:pt x="116252" y="314370"/>
                </a:cubicBezTo>
                <a:lnTo>
                  <a:pt x="116252" y="353928"/>
                </a:lnTo>
                <a:lnTo>
                  <a:pt x="252532" y="353928"/>
                </a:lnTo>
                <a:lnTo>
                  <a:pt x="252532" y="314370"/>
                </a:lnTo>
                <a:cubicBezTo>
                  <a:pt x="252532" y="311898"/>
                  <a:pt x="253771" y="306953"/>
                  <a:pt x="256249" y="300772"/>
                </a:cubicBezTo>
                <a:cubicBezTo>
                  <a:pt x="261205" y="295828"/>
                  <a:pt x="264921" y="290883"/>
                  <a:pt x="266160" y="290883"/>
                </a:cubicBezTo>
                <a:lnTo>
                  <a:pt x="336778" y="219185"/>
                </a:lnTo>
                <a:cubicBezTo>
                  <a:pt x="339256" y="216712"/>
                  <a:pt x="340495" y="214240"/>
                  <a:pt x="340495" y="210532"/>
                </a:cubicBezTo>
                <a:cubicBezTo>
                  <a:pt x="340495" y="208059"/>
                  <a:pt x="339256" y="204351"/>
                  <a:pt x="336778" y="203114"/>
                </a:cubicBezTo>
                <a:cubicBezTo>
                  <a:pt x="333062" y="199406"/>
                  <a:pt x="325628" y="199406"/>
                  <a:pt x="320672" y="203114"/>
                </a:cubicBezTo>
                <a:close/>
                <a:moveTo>
                  <a:pt x="329411" y="186934"/>
                </a:moveTo>
                <a:cubicBezTo>
                  <a:pt x="336849" y="186934"/>
                  <a:pt x="343047" y="188172"/>
                  <a:pt x="348006" y="194361"/>
                </a:cubicBezTo>
                <a:cubicBezTo>
                  <a:pt x="351725" y="198074"/>
                  <a:pt x="355444" y="205501"/>
                  <a:pt x="355444" y="211690"/>
                </a:cubicBezTo>
                <a:cubicBezTo>
                  <a:pt x="355444" y="219117"/>
                  <a:pt x="351725" y="225306"/>
                  <a:pt x="348006" y="230258"/>
                </a:cubicBezTo>
                <a:lnTo>
                  <a:pt x="276104" y="302051"/>
                </a:lnTo>
                <a:cubicBezTo>
                  <a:pt x="276104" y="302051"/>
                  <a:pt x="272385" y="305764"/>
                  <a:pt x="269906" y="309477"/>
                </a:cubicBezTo>
                <a:cubicBezTo>
                  <a:pt x="268666" y="311953"/>
                  <a:pt x="267426" y="315666"/>
                  <a:pt x="267426" y="315666"/>
                </a:cubicBezTo>
                <a:lnTo>
                  <a:pt x="267426" y="362703"/>
                </a:lnTo>
                <a:cubicBezTo>
                  <a:pt x="267426" y="366417"/>
                  <a:pt x="264947" y="370130"/>
                  <a:pt x="259988" y="370130"/>
                </a:cubicBezTo>
                <a:lnTo>
                  <a:pt x="109986" y="370130"/>
                </a:lnTo>
                <a:cubicBezTo>
                  <a:pt x="105027" y="370130"/>
                  <a:pt x="102548" y="366417"/>
                  <a:pt x="102548" y="362703"/>
                </a:cubicBezTo>
                <a:lnTo>
                  <a:pt x="102548" y="315666"/>
                </a:lnTo>
                <a:cubicBezTo>
                  <a:pt x="102548" y="292148"/>
                  <a:pt x="122383" y="272343"/>
                  <a:pt x="145937" y="272343"/>
                </a:cubicBezTo>
                <a:lnTo>
                  <a:pt x="222798" y="272343"/>
                </a:lnTo>
                <a:cubicBezTo>
                  <a:pt x="225277" y="272343"/>
                  <a:pt x="230236" y="271105"/>
                  <a:pt x="232715" y="269867"/>
                </a:cubicBezTo>
                <a:cubicBezTo>
                  <a:pt x="235194" y="268630"/>
                  <a:pt x="237674" y="266154"/>
                  <a:pt x="237674" y="266154"/>
                </a:cubicBezTo>
                <a:lnTo>
                  <a:pt x="310815" y="194361"/>
                </a:lnTo>
                <a:cubicBezTo>
                  <a:pt x="315774" y="188172"/>
                  <a:pt x="321972" y="186934"/>
                  <a:pt x="329411" y="186934"/>
                </a:cubicBezTo>
                <a:close/>
                <a:moveTo>
                  <a:pt x="184148" y="165745"/>
                </a:moveTo>
                <a:cubicBezTo>
                  <a:pt x="164547" y="165745"/>
                  <a:pt x="147397" y="181676"/>
                  <a:pt x="147397" y="202509"/>
                </a:cubicBezTo>
                <a:cubicBezTo>
                  <a:pt x="147397" y="223342"/>
                  <a:pt x="164547" y="239273"/>
                  <a:pt x="184148" y="239273"/>
                </a:cubicBezTo>
                <a:cubicBezTo>
                  <a:pt x="204974" y="239273"/>
                  <a:pt x="220899" y="223342"/>
                  <a:pt x="220899" y="202509"/>
                </a:cubicBezTo>
                <a:cubicBezTo>
                  <a:pt x="220899" y="181676"/>
                  <a:pt x="204974" y="165745"/>
                  <a:pt x="184148" y="165745"/>
                </a:cubicBezTo>
                <a:close/>
                <a:moveTo>
                  <a:pt x="184148" y="150793"/>
                </a:moveTo>
                <a:cubicBezTo>
                  <a:pt x="213691" y="150793"/>
                  <a:pt x="235848" y="174186"/>
                  <a:pt x="235848" y="202504"/>
                </a:cubicBezTo>
                <a:cubicBezTo>
                  <a:pt x="235848" y="230822"/>
                  <a:pt x="213691" y="252984"/>
                  <a:pt x="184148" y="252984"/>
                </a:cubicBezTo>
                <a:cubicBezTo>
                  <a:pt x="155835" y="252984"/>
                  <a:pt x="132447" y="230822"/>
                  <a:pt x="132447" y="202504"/>
                </a:cubicBezTo>
                <a:cubicBezTo>
                  <a:pt x="132447" y="174186"/>
                  <a:pt x="155835" y="150793"/>
                  <a:pt x="184148" y="150793"/>
                </a:cubicBezTo>
                <a:close/>
                <a:moveTo>
                  <a:pt x="104926" y="119638"/>
                </a:moveTo>
                <a:cubicBezTo>
                  <a:pt x="85050" y="119638"/>
                  <a:pt x="66416" y="137012"/>
                  <a:pt x="66416" y="156868"/>
                </a:cubicBezTo>
                <a:lnTo>
                  <a:pt x="66416" y="387692"/>
                </a:lnTo>
                <a:lnTo>
                  <a:pt x="241575" y="387692"/>
                </a:lnTo>
                <a:cubicBezTo>
                  <a:pt x="255240" y="387692"/>
                  <a:pt x="267663" y="395138"/>
                  <a:pt x="272632" y="407548"/>
                </a:cubicBezTo>
                <a:cubicBezTo>
                  <a:pt x="275116" y="411271"/>
                  <a:pt x="280085" y="414994"/>
                  <a:pt x="286297" y="414994"/>
                </a:cubicBezTo>
                <a:cubicBezTo>
                  <a:pt x="291266" y="414994"/>
                  <a:pt x="296235" y="411271"/>
                  <a:pt x="298719" y="407548"/>
                </a:cubicBezTo>
                <a:cubicBezTo>
                  <a:pt x="303688" y="395138"/>
                  <a:pt x="314869" y="387692"/>
                  <a:pt x="329776" y="387692"/>
                </a:cubicBezTo>
                <a:lnTo>
                  <a:pt x="504935" y="387692"/>
                </a:lnTo>
                <a:lnTo>
                  <a:pt x="504935" y="165555"/>
                </a:lnTo>
                <a:lnTo>
                  <a:pt x="425430" y="165555"/>
                </a:lnTo>
                <a:lnTo>
                  <a:pt x="415492" y="189134"/>
                </a:lnTo>
                <a:cubicBezTo>
                  <a:pt x="413007" y="194098"/>
                  <a:pt x="408038" y="197821"/>
                  <a:pt x="401827" y="197821"/>
                </a:cubicBezTo>
                <a:cubicBezTo>
                  <a:pt x="395616" y="197821"/>
                  <a:pt x="390647" y="194098"/>
                  <a:pt x="388162" y="189134"/>
                </a:cubicBezTo>
                <a:lnTo>
                  <a:pt x="374497" y="165555"/>
                </a:lnTo>
                <a:lnTo>
                  <a:pt x="296235" y="165555"/>
                </a:lnTo>
                <a:cubicBezTo>
                  <a:pt x="271389" y="165555"/>
                  <a:pt x="251513" y="148181"/>
                  <a:pt x="251513" y="127084"/>
                </a:cubicBezTo>
                <a:lnTo>
                  <a:pt x="251513" y="119638"/>
                </a:lnTo>
                <a:close/>
                <a:moveTo>
                  <a:pt x="385287" y="51095"/>
                </a:moveTo>
                <a:cubicBezTo>
                  <a:pt x="384069" y="51095"/>
                  <a:pt x="382852" y="52316"/>
                  <a:pt x="382852" y="53537"/>
                </a:cubicBezTo>
                <a:lnTo>
                  <a:pt x="382852" y="108473"/>
                </a:lnTo>
                <a:cubicBezTo>
                  <a:pt x="382852" y="109693"/>
                  <a:pt x="384069" y="110914"/>
                  <a:pt x="385287" y="110914"/>
                </a:cubicBezTo>
                <a:cubicBezTo>
                  <a:pt x="385287" y="110914"/>
                  <a:pt x="386504" y="112135"/>
                  <a:pt x="387722" y="110914"/>
                </a:cubicBezTo>
                <a:lnTo>
                  <a:pt x="435204" y="84057"/>
                </a:lnTo>
                <a:cubicBezTo>
                  <a:pt x="436421" y="82836"/>
                  <a:pt x="436421" y="81615"/>
                  <a:pt x="436421" y="81615"/>
                </a:cubicBezTo>
                <a:cubicBezTo>
                  <a:pt x="436421" y="80394"/>
                  <a:pt x="436421" y="79173"/>
                  <a:pt x="435204" y="77953"/>
                </a:cubicBezTo>
                <a:lnTo>
                  <a:pt x="387722" y="51095"/>
                </a:lnTo>
                <a:lnTo>
                  <a:pt x="386504" y="51095"/>
                </a:lnTo>
                <a:close/>
                <a:moveTo>
                  <a:pt x="377722" y="36123"/>
                </a:moveTo>
                <a:cubicBezTo>
                  <a:pt x="382632" y="34894"/>
                  <a:pt x="388769" y="34894"/>
                  <a:pt x="394906" y="36123"/>
                </a:cubicBezTo>
                <a:lnTo>
                  <a:pt x="442778" y="64394"/>
                </a:lnTo>
                <a:cubicBezTo>
                  <a:pt x="448915" y="66852"/>
                  <a:pt x="451370" y="72998"/>
                  <a:pt x="451370" y="80373"/>
                </a:cubicBezTo>
                <a:cubicBezTo>
                  <a:pt x="451370" y="86519"/>
                  <a:pt x="448915" y="92665"/>
                  <a:pt x="442778" y="95123"/>
                </a:cubicBezTo>
                <a:lnTo>
                  <a:pt x="394906" y="123394"/>
                </a:lnTo>
                <a:cubicBezTo>
                  <a:pt x="392451" y="124623"/>
                  <a:pt x="388769" y="124623"/>
                  <a:pt x="386314" y="124623"/>
                </a:cubicBezTo>
                <a:cubicBezTo>
                  <a:pt x="382632" y="124623"/>
                  <a:pt x="380177" y="124623"/>
                  <a:pt x="377722" y="123394"/>
                </a:cubicBezTo>
                <a:cubicBezTo>
                  <a:pt x="371584" y="119706"/>
                  <a:pt x="367902" y="113561"/>
                  <a:pt x="367902" y="107415"/>
                </a:cubicBezTo>
                <a:lnTo>
                  <a:pt x="367902" y="52102"/>
                </a:lnTo>
                <a:cubicBezTo>
                  <a:pt x="367902" y="45957"/>
                  <a:pt x="371584" y="39811"/>
                  <a:pt x="377722" y="36123"/>
                </a:cubicBezTo>
                <a:close/>
                <a:moveTo>
                  <a:pt x="296757" y="13708"/>
                </a:moveTo>
                <a:cubicBezTo>
                  <a:pt x="280631" y="13708"/>
                  <a:pt x="265746" y="24841"/>
                  <a:pt x="265746" y="38448"/>
                </a:cubicBezTo>
                <a:lnTo>
                  <a:pt x="265746" y="126275"/>
                </a:lnTo>
                <a:cubicBezTo>
                  <a:pt x="265746" y="138645"/>
                  <a:pt x="280631" y="151015"/>
                  <a:pt x="296757" y="151015"/>
                </a:cubicBezTo>
                <a:lnTo>
                  <a:pt x="379865" y="151015"/>
                </a:lnTo>
                <a:cubicBezTo>
                  <a:pt x="382346" y="151015"/>
                  <a:pt x="384827" y="151015"/>
                  <a:pt x="386067" y="153489"/>
                </a:cubicBezTo>
                <a:lnTo>
                  <a:pt x="400952" y="180703"/>
                </a:lnTo>
                <a:lnTo>
                  <a:pt x="402192" y="180703"/>
                </a:lnTo>
                <a:lnTo>
                  <a:pt x="414597" y="153489"/>
                </a:lnTo>
                <a:cubicBezTo>
                  <a:pt x="415837" y="152252"/>
                  <a:pt x="418318" y="151015"/>
                  <a:pt x="422039" y="151015"/>
                </a:cubicBezTo>
                <a:lnTo>
                  <a:pt x="511350" y="151015"/>
                </a:lnTo>
                <a:cubicBezTo>
                  <a:pt x="512590" y="151015"/>
                  <a:pt x="512590" y="149778"/>
                  <a:pt x="512590" y="149778"/>
                </a:cubicBezTo>
                <a:lnTo>
                  <a:pt x="512590" y="151015"/>
                </a:lnTo>
                <a:lnTo>
                  <a:pt x="522513" y="151015"/>
                </a:lnTo>
                <a:cubicBezTo>
                  <a:pt x="539879" y="151015"/>
                  <a:pt x="553524" y="138645"/>
                  <a:pt x="553524" y="126275"/>
                </a:cubicBezTo>
                <a:lnTo>
                  <a:pt x="553524" y="38448"/>
                </a:lnTo>
                <a:cubicBezTo>
                  <a:pt x="553524" y="24841"/>
                  <a:pt x="539879" y="13708"/>
                  <a:pt x="522513" y="13708"/>
                </a:cubicBezTo>
                <a:close/>
                <a:moveTo>
                  <a:pt x="294997" y="0"/>
                </a:moveTo>
                <a:lnTo>
                  <a:pt x="521236" y="0"/>
                </a:lnTo>
                <a:cubicBezTo>
                  <a:pt x="546098" y="0"/>
                  <a:pt x="567230" y="17401"/>
                  <a:pt x="567230" y="38531"/>
                </a:cubicBezTo>
                <a:lnTo>
                  <a:pt x="567230" y="126779"/>
                </a:lnTo>
                <a:cubicBezTo>
                  <a:pt x="567230" y="147909"/>
                  <a:pt x="546098" y="165310"/>
                  <a:pt x="521236" y="165310"/>
                </a:cubicBezTo>
                <a:lnTo>
                  <a:pt x="518750" y="165310"/>
                </a:lnTo>
                <a:lnTo>
                  <a:pt x="518750" y="387795"/>
                </a:lnTo>
                <a:lnTo>
                  <a:pt x="548584" y="387795"/>
                </a:lnTo>
                <a:cubicBezTo>
                  <a:pt x="557285" y="387795"/>
                  <a:pt x="563501" y="391523"/>
                  <a:pt x="567230" y="398981"/>
                </a:cubicBezTo>
                <a:cubicBezTo>
                  <a:pt x="570959" y="405196"/>
                  <a:pt x="569716" y="412653"/>
                  <a:pt x="564744" y="418868"/>
                </a:cubicBezTo>
                <a:lnTo>
                  <a:pt x="552313" y="435026"/>
                </a:lnTo>
                <a:cubicBezTo>
                  <a:pt x="534910" y="456156"/>
                  <a:pt x="507562" y="469828"/>
                  <a:pt x="478972" y="469828"/>
                </a:cubicBezTo>
                <a:lnTo>
                  <a:pt x="89890" y="469828"/>
                </a:lnTo>
                <a:cubicBezTo>
                  <a:pt x="60056" y="469828"/>
                  <a:pt x="32709" y="456156"/>
                  <a:pt x="16549" y="435026"/>
                </a:cubicBezTo>
                <a:lnTo>
                  <a:pt x="4118" y="418868"/>
                </a:lnTo>
                <a:cubicBezTo>
                  <a:pt x="-854" y="412653"/>
                  <a:pt x="-854" y="405196"/>
                  <a:pt x="1632" y="398981"/>
                </a:cubicBezTo>
                <a:cubicBezTo>
                  <a:pt x="5361" y="391523"/>
                  <a:pt x="11577" y="387795"/>
                  <a:pt x="20278" y="387795"/>
                </a:cubicBezTo>
                <a:lnTo>
                  <a:pt x="51355" y="387795"/>
                </a:lnTo>
                <a:lnTo>
                  <a:pt x="51355" y="156609"/>
                </a:lnTo>
                <a:cubicBezTo>
                  <a:pt x="51355" y="128022"/>
                  <a:pt x="74973" y="103163"/>
                  <a:pt x="103564" y="103163"/>
                </a:cubicBezTo>
                <a:lnTo>
                  <a:pt x="250246" y="103163"/>
                </a:lnTo>
                <a:lnTo>
                  <a:pt x="250246" y="38531"/>
                </a:lnTo>
                <a:cubicBezTo>
                  <a:pt x="250246" y="17401"/>
                  <a:pt x="270136" y="0"/>
                  <a:pt x="294997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32" name="Freeform 431">
            <a:extLst>
              <a:ext uri="{FF2B5EF4-FFF2-40B4-BE49-F238E27FC236}">
                <a16:creationId xmlns:a16="http://schemas.microsoft.com/office/drawing/2014/main" id="{7BF2E2F5-A471-4143-A669-893DAE640FD0}"/>
              </a:ext>
            </a:extLst>
          </p:cNvPr>
          <p:cNvSpPr/>
          <p:nvPr/>
        </p:nvSpPr>
        <p:spPr>
          <a:xfrm>
            <a:off x="18538630" y="3418404"/>
            <a:ext cx="4314177" cy="9521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4" h="765">
                <a:moveTo>
                  <a:pt x="2700" y="0"/>
                </a:moveTo>
                <a:lnTo>
                  <a:pt x="0" y="0"/>
                </a:lnTo>
                <a:lnTo>
                  <a:pt x="0" y="765"/>
                </a:lnTo>
                <a:lnTo>
                  <a:pt x="3464" y="765"/>
                </a:lnTo>
                <a:cubicBezTo>
                  <a:pt x="3464" y="342"/>
                  <a:pt x="3122" y="0"/>
                  <a:pt x="2700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89" name="Freeform 488">
            <a:extLst>
              <a:ext uri="{FF2B5EF4-FFF2-40B4-BE49-F238E27FC236}">
                <a16:creationId xmlns:a16="http://schemas.microsoft.com/office/drawing/2014/main" id="{2C902BD9-028C-024D-B9DC-E1F10BB125A2}"/>
              </a:ext>
            </a:extLst>
          </p:cNvPr>
          <p:cNvSpPr/>
          <p:nvPr/>
        </p:nvSpPr>
        <p:spPr>
          <a:xfrm>
            <a:off x="18538630" y="3418404"/>
            <a:ext cx="4314177" cy="285137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4" h="2289">
                <a:moveTo>
                  <a:pt x="1732" y="2289"/>
                </a:moveTo>
                <a:lnTo>
                  <a:pt x="798" y="2289"/>
                </a:lnTo>
                <a:cubicBezTo>
                  <a:pt x="357" y="2289"/>
                  <a:pt x="0" y="1932"/>
                  <a:pt x="0" y="1491"/>
                </a:cubicBezTo>
                <a:lnTo>
                  <a:pt x="0" y="765"/>
                </a:lnTo>
                <a:lnTo>
                  <a:pt x="3464" y="765"/>
                </a:lnTo>
                <a:cubicBezTo>
                  <a:pt x="3464" y="342"/>
                  <a:pt x="3122" y="0"/>
                  <a:pt x="2700" y="0"/>
                </a:cubicBezTo>
                <a:lnTo>
                  <a:pt x="0" y="0"/>
                </a:lnTo>
              </a:path>
            </a:pathLst>
          </a:custGeom>
          <a:noFill/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90" name="Freeform 489">
            <a:extLst>
              <a:ext uri="{FF2B5EF4-FFF2-40B4-BE49-F238E27FC236}">
                <a16:creationId xmlns:a16="http://schemas.microsoft.com/office/drawing/2014/main" id="{CBD9292E-C020-634E-BC7F-6F68C7CF8C4D}"/>
              </a:ext>
            </a:extLst>
          </p:cNvPr>
          <p:cNvSpPr/>
          <p:nvPr/>
        </p:nvSpPr>
        <p:spPr>
          <a:xfrm>
            <a:off x="21350382" y="3293784"/>
            <a:ext cx="1200943" cy="12013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5" h="965">
                <a:moveTo>
                  <a:pt x="965" y="483"/>
                </a:moveTo>
                <a:cubicBezTo>
                  <a:pt x="965" y="749"/>
                  <a:pt x="749" y="965"/>
                  <a:pt x="483" y="965"/>
                </a:cubicBezTo>
                <a:cubicBezTo>
                  <a:pt x="216" y="965"/>
                  <a:pt x="0" y="749"/>
                  <a:pt x="0" y="483"/>
                </a:cubicBezTo>
                <a:cubicBezTo>
                  <a:pt x="0" y="216"/>
                  <a:pt x="216" y="0"/>
                  <a:pt x="483" y="0"/>
                </a:cubicBezTo>
                <a:cubicBezTo>
                  <a:pt x="749" y="0"/>
                  <a:pt x="965" y="216"/>
                  <a:pt x="965" y="483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92" name="Freeform 491">
            <a:extLst>
              <a:ext uri="{FF2B5EF4-FFF2-40B4-BE49-F238E27FC236}">
                <a16:creationId xmlns:a16="http://schemas.microsoft.com/office/drawing/2014/main" id="{06417E09-B737-5A43-950A-420FABD81A8D}"/>
              </a:ext>
            </a:extLst>
          </p:cNvPr>
          <p:cNvSpPr/>
          <p:nvPr/>
        </p:nvSpPr>
        <p:spPr>
          <a:xfrm>
            <a:off x="21474961" y="3418404"/>
            <a:ext cx="951785" cy="9521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5" h="765">
                <a:moveTo>
                  <a:pt x="765" y="383"/>
                </a:moveTo>
                <a:cubicBezTo>
                  <a:pt x="765" y="594"/>
                  <a:pt x="594" y="765"/>
                  <a:pt x="383" y="765"/>
                </a:cubicBezTo>
                <a:cubicBezTo>
                  <a:pt x="171" y="765"/>
                  <a:pt x="0" y="594"/>
                  <a:pt x="0" y="383"/>
                </a:cubicBezTo>
                <a:cubicBezTo>
                  <a:pt x="0" y="172"/>
                  <a:pt x="171" y="0"/>
                  <a:pt x="383" y="0"/>
                </a:cubicBezTo>
                <a:cubicBezTo>
                  <a:pt x="594" y="0"/>
                  <a:pt x="765" y="172"/>
                  <a:pt x="765" y="383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92" name="Freeform 391">
            <a:extLst>
              <a:ext uri="{FF2B5EF4-FFF2-40B4-BE49-F238E27FC236}">
                <a16:creationId xmlns:a16="http://schemas.microsoft.com/office/drawing/2014/main" id="{FDAE6E3E-A658-8848-9799-25137CA5930D}"/>
              </a:ext>
            </a:extLst>
          </p:cNvPr>
          <p:cNvSpPr/>
          <p:nvPr/>
        </p:nvSpPr>
        <p:spPr>
          <a:xfrm>
            <a:off x="21717892" y="3615311"/>
            <a:ext cx="465924" cy="557065"/>
          </a:xfrm>
          <a:custGeom>
            <a:avLst/>
            <a:gdLst>
              <a:gd name="connsiteX0" fmla="*/ 161822 w 465924"/>
              <a:gd name="connsiteY0" fmla="*/ 512201 h 557065"/>
              <a:gd name="connsiteX1" fmla="*/ 218142 w 465924"/>
              <a:gd name="connsiteY1" fmla="*/ 512201 h 557065"/>
              <a:gd name="connsiteX2" fmla="*/ 225488 w 465924"/>
              <a:gd name="connsiteY2" fmla="*/ 517866 h 557065"/>
              <a:gd name="connsiteX3" fmla="*/ 218142 w 465924"/>
              <a:gd name="connsiteY3" fmla="*/ 524663 h 557065"/>
              <a:gd name="connsiteX4" fmla="*/ 161822 w 465924"/>
              <a:gd name="connsiteY4" fmla="*/ 524663 h 557065"/>
              <a:gd name="connsiteX5" fmla="*/ 154476 w 465924"/>
              <a:gd name="connsiteY5" fmla="*/ 517866 h 557065"/>
              <a:gd name="connsiteX6" fmla="*/ 161822 w 465924"/>
              <a:gd name="connsiteY6" fmla="*/ 512201 h 557065"/>
              <a:gd name="connsiteX7" fmla="*/ 420820 w 465924"/>
              <a:gd name="connsiteY7" fmla="*/ 421677 h 557065"/>
              <a:gd name="connsiteX8" fmla="*/ 412352 w 465924"/>
              <a:gd name="connsiteY8" fmla="*/ 423630 h 557065"/>
              <a:gd name="connsiteX9" fmla="*/ 421696 w 465924"/>
              <a:gd name="connsiteY9" fmla="*/ 454874 h 557065"/>
              <a:gd name="connsiteX10" fmla="*/ 431040 w 465924"/>
              <a:gd name="connsiteY10" fmla="*/ 426033 h 557065"/>
              <a:gd name="connsiteX11" fmla="*/ 420820 w 465924"/>
              <a:gd name="connsiteY11" fmla="*/ 421677 h 557065"/>
              <a:gd name="connsiteX12" fmla="*/ 118348 w 465924"/>
              <a:gd name="connsiteY12" fmla="*/ 239276 h 557065"/>
              <a:gd name="connsiteX13" fmla="*/ 118348 w 465924"/>
              <a:gd name="connsiteY13" fmla="*/ 300341 h 557065"/>
              <a:gd name="connsiteX14" fmla="*/ 246666 w 465924"/>
              <a:gd name="connsiteY14" fmla="*/ 300341 h 557065"/>
              <a:gd name="connsiteX15" fmla="*/ 246666 w 465924"/>
              <a:gd name="connsiteY15" fmla="*/ 241719 h 557065"/>
              <a:gd name="connsiteX16" fmla="*/ 187442 w 465924"/>
              <a:gd name="connsiteY16" fmla="*/ 289349 h 557065"/>
              <a:gd name="connsiteX17" fmla="*/ 182508 w 465924"/>
              <a:gd name="connsiteY17" fmla="*/ 290571 h 557065"/>
              <a:gd name="connsiteX18" fmla="*/ 177572 w 465924"/>
              <a:gd name="connsiteY18" fmla="*/ 289349 h 557065"/>
              <a:gd name="connsiteX19" fmla="*/ 123332 w 465924"/>
              <a:gd name="connsiteY19" fmla="*/ 224318 h 557065"/>
              <a:gd name="connsiteX20" fmla="*/ 182526 w 465924"/>
              <a:gd name="connsiteY20" fmla="*/ 274167 h 557065"/>
              <a:gd name="connsiteX21" fmla="*/ 245420 w 465924"/>
              <a:gd name="connsiteY21" fmla="*/ 224318 h 557065"/>
              <a:gd name="connsiteX22" fmla="*/ 110816 w 465924"/>
              <a:gd name="connsiteY22" fmla="*/ 210610 h 557065"/>
              <a:gd name="connsiteX23" fmla="*/ 254208 w 465924"/>
              <a:gd name="connsiteY23" fmla="*/ 210610 h 557065"/>
              <a:gd name="connsiteX24" fmla="*/ 262860 w 465924"/>
              <a:gd name="connsiteY24" fmla="*/ 216769 h 557065"/>
              <a:gd name="connsiteX25" fmla="*/ 262860 w 465924"/>
              <a:gd name="connsiteY25" fmla="*/ 309149 h 557065"/>
              <a:gd name="connsiteX26" fmla="*/ 254208 w 465924"/>
              <a:gd name="connsiteY26" fmla="*/ 316539 h 557065"/>
              <a:gd name="connsiteX27" fmla="*/ 110816 w 465924"/>
              <a:gd name="connsiteY27" fmla="*/ 316539 h 557065"/>
              <a:gd name="connsiteX28" fmla="*/ 103400 w 465924"/>
              <a:gd name="connsiteY28" fmla="*/ 309149 h 557065"/>
              <a:gd name="connsiteX29" fmla="*/ 103400 w 465924"/>
              <a:gd name="connsiteY29" fmla="*/ 216769 h 557065"/>
              <a:gd name="connsiteX30" fmla="*/ 110816 w 465924"/>
              <a:gd name="connsiteY30" fmla="*/ 210610 h 557065"/>
              <a:gd name="connsiteX31" fmla="*/ 411110 w 465924"/>
              <a:gd name="connsiteY31" fmla="*/ 145809 h 557065"/>
              <a:gd name="connsiteX32" fmla="*/ 411110 w 465924"/>
              <a:gd name="connsiteY32" fmla="*/ 147049 h 557065"/>
              <a:gd name="connsiteX33" fmla="*/ 411110 w 465924"/>
              <a:gd name="connsiteY33" fmla="*/ 406277 h 557065"/>
              <a:gd name="connsiteX34" fmla="*/ 432288 w 465924"/>
              <a:gd name="connsiteY34" fmla="*/ 407517 h 557065"/>
              <a:gd name="connsiteX35" fmla="*/ 432288 w 465924"/>
              <a:gd name="connsiteY35" fmla="*/ 145809 h 557065"/>
              <a:gd name="connsiteX36" fmla="*/ 421726 w 465924"/>
              <a:gd name="connsiteY36" fmla="*/ 109668 h 557065"/>
              <a:gd name="connsiteX37" fmla="*/ 411048 w 465924"/>
              <a:gd name="connsiteY37" fmla="*/ 128435 h 557065"/>
              <a:gd name="connsiteX38" fmla="*/ 409860 w 465924"/>
              <a:gd name="connsiteY38" fmla="*/ 129608 h 557065"/>
              <a:gd name="connsiteX39" fmla="*/ 434776 w 465924"/>
              <a:gd name="connsiteY39" fmla="*/ 129608 h 557065"/>
              <a:gd name="connsiteX40" fmla="*/ 434776 w 465924"/>
              <a:gd name="connsiteY40" fmla="*/ 128435 h 557065"/>
              <a:gd name="connsiteX41" fmla="*/ 421726 w 465924"/>
              <a:gd name="connsiteY41" fmla="*/ 109668 h 557065"/>
              <a:gd name="connsiteX42" fmla="*/ 421708 w 465924"/>
              <a:gd name="connsiteY42" fmla="*/ 94710 h 557065"/>
              <a:gd name="connsiteX43" fmla="*/ 448728 w 465924"/>
              <a:gd name="connsiteY43" fmla="*/ 129497 h 557065"/>
              <a:gd name="connsiteX44" fmla="*/ 448728 w 465924"/>
              <a:gd name="connsiteY44" fmla="*/ 130739 h 557065"/>
              <a:gd name="connsiteX45" fmla="*/ 458554 w 465924"/>
              <a:gd name="connsiteY45" fmla="*/ 130739 h 557065"/>
              <a:gd name="connsiteX46" fmla="*/ 465924 w 465924"/>
              <a:gd name="connsiteY46" fmla="*/ 138194 h 557065"/>
              <a:gd name="connsiteX47" fmla="*/ 458554 w 465924"/>
              <a:gd name="connsiteY47" fmla="*/ 145648 h 557065"/>
              <a:gd name="connsiteX48" fmla="*/ 447500 w 465924"/>
              <a:gd name="connsiteY48" fmla="*/ 145648 h 557065"/>
              <a:gd name="connsiteX49" fmla="*/ 447500 w 465924"/>
              <a:gd name="connsiteY49" fmla="*/ 420214 h 557065"/>
              <a:gd name="connsiteX50" fmla="*/ 447500 w 465924"/>
              <a:gd name="connsiteY50" fmla="*/ 422699 h 557065"/>
              <a:gd name="connsiteX51" fmla="*/ 429076 w 465924"/>
              <a:gd name="connsiteY51" fmla="*/ 481091 h 557065"/>
              <a:gd name="connsiteX52" fmla="*/ 431534 w 465924"/>
              <a:gd name="connsiteY52" fmla="*/ 488545 h 557065"/>
              <a:gd name="connsiteX53" fmla="*/ 420480 w 465924"/>
              <a:gd name="connsiteY53" fmla="*/ 497242 h 557065"/>
              <a:gd name="connsiteX54" fmla="*/ 410654 w 465924"/>
              <a:gd name="connsiteY54" fmla="*/ 487303 h 557065"/>
              <a:gd name="connsiteX55" fmla="*/ 414338 w 465924"/>
              <a:gd name="connsiteY55" fmla="*/ 481091 h 557065"/>
              <a:gd name="connsiteX56" fmla="*/ 397142 w 465924"/>
              <a:gd name="connsiteY56" fmla="*/ 426426 h 557065"/>
              <a:gd name="connsiteX57" fmla="*/ 397142 w 465924"/>
              <a:gd name="connsiteY57" fmla="*/ 422699 h 557065"/>
              <a:gd name="connsiteX58" fmla="*/ 397142 w 465924"/>
              <a:gd name="connsiteY58" fmla="*/ 146890 h 557065"/>
              <a:gd name="connsiteX59" fmla="*/ 397142 w 465924"/>
              <a:gd name="connsiteY59" fmla="*/ 145648 h 557065"/>
              <a:gd name="connsiteX60" fmla="*/ 387316 w 465924"/>
              <a:gd name="connsiteY60" fmla="*/ 145648 h 557065"/>
              <a:gd name="connsiteX61" fmla="*/ 378720 w 465924"/>
              <a:gd name="connsiteY61" fmla="*/ 138194 h 557065"/>
              <a:gd name="connsiteX62" fmla="*/ 387316 w 465924"/>
              <a:gd name="connsiteY62" fmla="*/ 130739 h 557065"/>
              <a:gd name="connsiteX63" fmla="*/ 394686 w 465924"/>
              <a:gd name="connsiteY63" fmla="*/ 130739 h 557065"/>
              <a:gd name="connsiteX64" fmla="*/ 394686 w 465924"/>
              <a:gd name="connsiteY64" fmla="*/ 129497 h 557065"/>
              <a:gd name="connsiteX65" fmla="*/ 421708 w 465924"/>
              <a:gd name="connsiteY65" fmla="*/ 94710 h 557065"/>
              <a:gd name="connsiteX66" fmla="*/ 75916 w 465924"/>
              <a:gd name="connsiteY66" fmla="*/ 81005 h 557065"/>
              <a:gd name="connsiteX67" fmla="*/ 62284 w 465924"/>
              <a:gd name="connsiteY67" fmla="*/ 93429 h 557065"/>
              <a:gd name="connsiteX68" fmla="*/ 62284 w 465924"/>
              <a:gd name="connsiteY68" fmla="*/ 456194 h 557065"/>
              <a:gd name="connsiteX69" fmla="*/ 85832 w 465924"/>
              <a:gd name="connsiteY69" fmla="*/ 479798 h 557065"/>
              <a:gd name="connsiteX70" fmla="*/ 276684 w 465924"/>
              <a:gd name="connsiteY70" fmla="*/ 479798 h 557065"/>
              <a:gd name="connsiteX71" fmla="*/ 300232 w 465924"/>
              <a:gd name="connsiteY71" fmla="*/ 456194 h 557065"/>
              <a:gd name="connsiteX72" fmla="*/ 300232 w 465924"/>
              <a:gd name="connsiteY72" fmla="*/ 93429 h 557065"/>
              <a:gd name="connsiteX73" fmla="*/ 287836 w 465924"/>
              <a:gd name="connsiteY73" fmla="*/ 81005 h 557065"/>
              <a:gd name="connsiteX74" fmla="*/ 75864 w 465924"/>
              <a:gd name="connsiteY74" fmla="*/ 64804 h 557065"/>
              <a:gd name="connsiteX75" fmla="*/ 287904 w 465924"/>
              <a:gd name="connsiteY75" fmla="*/ 64804 h 557065"/>
              <a:gd name="connsiteX76" fmla="*/ 315184 w 465924"/>
              <a:gd name="connsiteY76" fmla="*/ 93385 h 557065"/>
              <a:gd name="connsiteX77" fmla="*/ 315184 w 465924"/>
              <a:gd name="connsiteY77" fmla="*/ 456232 h 557065"/>
              <a:gd name="connsiteX78" fmla="*/ 276744 w 465924"/>
              <a:gd name="connsiteY78" fmla="*/ 494753 h 557065"/>
              <a:gd name="connsiteX79" fmla="*/ 85784 w 465924"/>
              <a:gd name="connsiteY79" fmla="*/ 494753 h 557065"/>
              <a:gd name="connsiteX80" fmla="*/ 48584 w 465924"/>
              <a:gd name="connsiteY80" fmla="*/ 456232 h 557065"/>
              <a:gd name="connsiteX81" fmla="*/ 48584 w 465924"/>
              <a:gd name="connsiteY81" fmla="*/ 93385 h 557065"/>
              <a:gd name="connsiteX82" fmla="*/ 75864 w 465924"/>
              <a:gd name="connsiteY82" fmla="*/ 64804 h 557065"/>
              <a:gd name="connsiteX83" fmla="*/ 260922 w 465924"/>
              <a:gd name="connsiteY83" fmla="*/ 38633 h 557065"/>
              <a:gd name="connsiteX84" fmla="*/ 265352 w 465924"/>
              <a:gd name="connsiteY84" fmla="*/ 42995 h 557065"/>
              <a:gd name="connsiteX85" fmla="*/ 260922 w 465924"/>
              <a:gd name="connsiteY85" fmla="*/ 47357 h 557065"/>
              <a:gd name="connsiteX86" fmla="*/ 255386 w 465924"/>
              <a:gd name="connsiteY86" fmla="*/ 42995 h 557065"/>
              <a:gd name="connsiteX87" fmla="*/ 260922 w 465924"/>
              <a:gd name="connsiteY87" fmla="*/ 38633 h 557065"/>
              <a:gd name="connsiteX88" fmla="*/ 228670 w 465924"/>
              <a:gd name="connsiteY88" fmla="*/ 38633 h 557065"/>
              <a:gd name="connsiteX89" fmla="*/ 234208 w 465924"/>
              <a:gd name="connsiteY89" fmla="*/ 42995 h 557065"/>
              <a:gd name="connsiteX90" fmla="*/ 228670 w 465924"/>
              <a:gd name="connsiteY90" fmla="*/ 47357 h 557065"/>
              <a:gd name="connsiteX91" fmla="*/ 224240 w 465924"/>
              <a:gd name="connsiteY91" fmla="*/ 42995 h 557065"/>
              <a:gd name="connsiteX92" fmla="*/ 228670 w 465924"/>
              <a:gd name="connsiteY92" fmla="*/ 38633 h 557065"/>
              <a:gd name="connsiteX93" fmla="*/ 197384 w 465924"/>
              <a:gd name="connsiteY93" fmla="*/ 38633 h 557065"/>
              <a:gd name="connsiteX94" fmla="*/ 201812 w 465924"/>
              <a:gd name="connsiteY94" fmla="*/ 42995 h 557065"/>
              <a:gd name="connsiteX95" fmla="*/ 197384 w 465924"/>
              <a:gd name="connsiteY95" fmla="*/ 47357 h 557065"/>
              <a:gd name="connsiteX96" fmla="*/ 191848 w 465924"/>
              <a:gd name="connsiteY96" fmla="*/ 42995 h 557065"/>
              <a:gd name="connsiteX97" fmla="*/ 197384 w 465924"/>
              <a:gd name="connsiteY97" fmla="*/ 38633 h 557065"/>
              <a:gd name="connsiteX98" fmla="*/ 150112 w 465924"/>
              <a:gd name="connsiteY98" fmla="*/ 34895 h 557065"/>
              <a:gd name="connsiteX99" fmla="*/ 158210 w 465924"/>
              <a:gd name="connsiteY99" fmla="*/ 44153 h 557065"/>
              <a:gd name="connsiteX100" fmla="*/ 148956 w 465924"/>
              <a:gd name="connsiteY100" fmla="*/ 51096 h 557065"/>
              <a:gd name="connsiteX101" fmla="*/ 142016 w 465924"/>
              <a:gd name="connsiteY101" fmla="*/ 41838 h 557065"/>
              <a:gd name="connsiteX102" fmla="*/ 150112 w 465924"/>
              <a:gd name="connsiteY102" fmla="*/ 34895 h 557065"/>
              <a:gd name="connsiteX103" fmla="*/ 39768 w 465924"/>
              <a:gd name="connsiteY103" fmla="*/ 16201 h 557065"/>
              <a:gd name="connsiteX104" fmla="*/ 14944 w 465924"/>
              <a:gd name="connsiteY104" fmla="*/ 39824 h 557065"/>
              <a:gd name="connsiteX105" fmla="*/ 14944 w 465924"/>
              <a:gd name="connsiteY105" fmla="*/ 518490 h 557065"/>
              <a:gd name="connsiteX106" fmla="*/ 39768 w 465924"/>
              <a:gd name="connsiteY106" fmla="*/ 543356 h 557065"/>
              <a:gd name="connsiteX107" fmla="*/ 323990 w 465924"/>
              <a:gd name="connsiteY107" fmla="*/ 543356 h 557065"/>
              <a:gd name="connsiteX108" fmla="*/ 347572 w 465924"/>
              <a:gd name="connsiteY108" fmla="*/ 518490 h 557065"/>
              <a:gd name="connsiteX109" fmla="*/ 347572 w 465924"/>
              <a:gd name="connsiteY109" fmla="*/ 39824 h 557065"/>
              <a:gd name="connsiteX110" fmla="*/ 323990 w 465924"/>
              <a:gd name="connsiteY110" fmla="*/ 16201 h 557065"/>
              <a:gd name="connsiteX111" fmla="*/ 39728 w 465924"/>
              <a:gd name="connsiteY111" fmla="*/ 0 h 557065"/>
              <a:gd name="connsiteX112" fmla="*/ 324036 w 465924"/>
              <a:gd name="connsiteY112" fmla="*/ 0 h 557065"/>
              <a:gd name="connsiteX113" fmla="*/ 362524 w 465924"/>
              <a:gd name="connsiteY113" fmla="*/ 39790 h 557065"/>
              <a:gd name="connsiteX114" fmla="*/ 362524 w 465924"/>
              <a:gd name="connsiteY114" fmla="*/ 518518 h 557065"/>
              <a:gd name="connsiteX115" fmla="*/ 324036 w 465924"/>
              <a:gd name="connsiteY115" fmla="*/ 557065 h 557065"/>
              <a:gd name="connsiteX116" fmla="*/ 39728 w 465924"/>
              <a:gd name="connsiteY116" fmla="*/ 557065 h 557065"/>
              <a:gd name="connsiteX117" fmla="*/ 0 w 465924"/>
              <a:gd name="connsiteY117" fmla="*/ 518518 h 557065"/>
              <a:gd name="connsiteX118" fmla="*/ 0 w 465924"/>
              <a:gd name="connsiteY118" fmla="*/ 39790 h 557065"/>
              <a:gd name="connsiteX119" fmla="*/ 39728 w 465924"/>
              <a:gd name="connsiteY119" fmla="*/ 0 h 557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465924" h="557065">
                <a:moveTo>
                  <a:pt x="161822" y="512201"/>
                </a:moveTo>
                <a:lnTo>
                  <a:pt x="218142" y="512201"/>
                </a:lnTo>
                <a:cubicBezTo>
                  <a:pt x="221814" y="512201"/>
                  <a:pt x="225488" y="514467"/>
                  <a:pt x="225488" y="517866"/>
                </a:cubicBezTo>
                <a:cubicBezTo>
                  <a:pt x="225488" y="522397"/>
                  <a:pt x="221814" y="524663"/>
                  <a:pt x="218142" y="524663"/>
                </a:cubicBezTo>
                <a:lnTo>
                  <a:pt x="161822" y="524663"/>
                </a:lnTo>
                <a:cubicBezTo>
                  <a:pt x="156926" y="524663"/>
                  <a:pt x="154476" y="522397"/>
                  <a:pt x="154476" y="517866"/>
                </a:cubicBezTo>
                <a:cubicBezTo>
                  <a:pt x="154476" y="514467"/>
                  <a:pt x="156926" y="512201"/>
                  <a:pt x="161822" y="512201"/>
                </a:cubicBezTo>
                <a:close/>
                <a:moveTo>
                  <a:pt x="420820" y="421677"/>
                </a:moveTo>
                <a:cubicBezTo>
                  <a:pt x="417608" y="421527"/>
                  <a:pt x="414688" y="422428"/>
                  <a:pt x="412352" y="423630"/>
                </a:cubicBezTo>
                <a:lnTo>
                  <a:pt x="421696" y="454874"/>
                </a:lnTo>
                <a:lnTo>
                  <a:pt x="431040" y="426033"/>
                </a:lnTo>
                <a:cubicBezTo>
                  <a:pt x="427536" y="423029"/>
                  <a:pt x="424032" y="421827"/>
                  <a:pt x="420820" y="421677"/>
                </a:cubicBezTo>
                <a:close/>
                <a:moveTo>
                  <a:pt x="118348" y="239276"/>
                </a:moveTo>
                <a:lnTo>
                  <a:pt x="118348" y="300341"/>
                </a:lnTo>
                <a:lnTo>
                  <a:pt x="246666" y="300341"/>
                </a:lnTo>
                <a:lnTo>
                  <a:pt x="246666" y="241719"/>
                </a:lnTo>
                <a:lnTo>
                  <a:pt x="187442" y="289349"/>
                </a:lnTo>
                <a:cubicBezTo>
                  <a:pt x="186208" y="289349"/>
                  <a:pt x="184976" y="290571"/>
                  <a:pt x="182508" y="290571"/>
                </a:cubicBezTo>
                <a:cubicBezTo>
                  <a:pt x="181274" y="290571"/>
                  <a:pt x="178806" y="289349"/>
                  <a:pt x="177572" y="289349"/>
                </a:cubicBezTo>
                <a:close/>
                <a:moveTo>
                  <a:pt x="123332" y="224318"/>
                </a:moveTo>
                <a:lnTo>
                  <a:pt x="182526" y="274167"/>
                </a:lnTo>
                <a:lnTo>
                  <a:pt x="245420" y="224318"/>
                </a:lnTo>
                <a:close/>
                <a:moveTo>
                  <a:pt x="110816" y="210610"/>
                </a:moveTo>
                <a:lnTo>
                  <a:pt x="254208" y="210610"/>
                </a:lnTo>
                <a:cubicBezTo>
                  <a:pt x="259152" y="210610"/>
                  <a:pt x="262860" y="213074"/>
                  <a:pt x="262860" y="216769"/>
                </a:cubicBezTo>
                <a:lnTo>
                  <a:pt x="262860" y="309149"/>
                </a:lnTo>
                <a:cubicBezTo>
                  <a:pt x="262860" y="312844"/>
                  <a:pt x="259152" y="316539"/>
                  <a:pt x="254208" y="316539"/>
                </a:cubicBezTo>
                <a:lnTo>
                  <a:pt x="110816" y="316539"/>
                </a:lnTo>
                <a:cubicBezTo>
                  <a:pt x="105872" y="316539"/>
                  <a:pt x="103400" y="312844"/>
                  <a:pt x="103400" y="309149"/>
                </a:cubicBezTo>
                <a:lnTo>
                  <a:pt x="103400" y="216769"/>
                </a:lnTo>
                <a:cubicBezTo>
                  <a:pt x="103400" y="213074"/>
                  <a:pt x="105872" y="210610"/>
                  <a:pt x="110816" y="210610"/>
                </a:cubicBezTo>
                <a:close/>
                <a:moveTo>
                  <a:pt x="411110" y="145809"/>
                </a:moveTo>
                <a:lnTo>
                  <a:pt x="411110" y="147049"/>
                </a:lnTo>
                <a:lnTo>
                  <a:pt x="411110" y="406277"/>
                </a:lnTo>
                <a:cubicBezTo>
                  <a:pt x="418170" y="405036"/>
                  <a:pt x="425228" y="405036"/>
                  <a:pt x="432288" y="407517"/>
                </a:cubicBezTo>
                <a:lnTo>
                  <a:pt x="432288" y="145809"/>
                </a:lnTo>
                <a:close/>
                <a:moveTo>
                  <a:pt x="421726" y="109668"/>
                </a:moveTo>
                <a:cubicBezTo>
                  <a:pt x="415794" y="109668"/>
                  <a:pt x="411048" y="117879"/>
                  <a:pt x="411048" y="128435"/>
                </a:cubicBezTo>
                <a:cubicBezTo>
                  <a:pt x="411048" y="128435"/>
                  <a:pt x="411048" y="129608"/>
                  <a:pt x="409860" y="129608"/>
                </a:cubicBezTo>
                <a:lnTo>
                  <a:pt x="434776" y="129608"/>
                </a:lnTo>
                <a:lnTo>
                  <a:pt x="434776" y="128435"/>
                </a:lnTo>
                <a:cubicBezTo>
                  <a:pt x="434776" y="117879"/>
                  <a:pt x="428844" y="109668"/>
                  <a:pt x="421726" y="109668"/>
                </a:cubicBezTo>
                <a:close/>
                <a:moveTo>
                  <a:pt x="421708" y="94710"/>
                </a:moveTo>
                <a:cubicBezTo>
                  <a:pt x="437674" y="94710"/>
                  <a:pt x="448728" y="109619"/>
                  <a:pt x="448728" y="129497"/>
                </a:cubicBezTo>
                <a:lnTo>
                  <a:pt x="448728" y="130739"/>
                </a:lnTo>
                <a:lnTo>
                  <a:pt x="458554" y="130739"/>
                </a:lnTo>
                <a:cubicBezTo>
                  <a:pt x="462240" y="130739"/>
                  <a:pt x="465924" y="134466"/>
                  <a:pt x="465924" y="138194"/>
                </a:cubicBezTo>
                <a:cubicBezTo>
                  <a:pt x="465924" y="141921"/>
                  <a:pt x="462240" y="145648"/>
                  <a:pt x="458554" y="145648"/>
                </a:cubicBezTo>
                <a:lnTo>
                  <a:pt x="447500" y="145648"/>
                </a:lnTo>
                <a:lnTo>
                  <a:pt x="447500" y="420214"/>
                </a:lnTo>
                <a:cubicBezTo>
                  <a:pt x="447500" y="420214"/>
                  <a:pt x="447500" y="421457"/>
                  <a:pt x="447500" y="422699"/>
                </a:cubicBezTo>
                <a:lnTo>
                  <a:pt x="429076" y="481091"/>
                </a:lnTo>
                <a:cubicBezTo>
                  <a:pt x="430306" y="482334"/>
                  <a:pt x="431534" y="484818"/>
                  <a:pt x="431534" y="488545"/>
                </a:cubicBezTo>
                <a:cubicBezTo>
                  <a:pt x="431534" y="493515"/>
                  <a:pt x="425392" y="497242"/>
                  <a:pt x="420480" y="497242"/>
                </a:cubicBezTo>
                <a:cubicBezTo>
                  <a:pt x="415566" y="497242"/>
                  <a:pt x="410654" y="492273"/>
                  <a:pt x="410654" y="487303"/>
                </a:cubicBezTo>
                <a:cubicBezTo>
                  <a:pt x="411882" y="484818"/>
                  <a:pt x="411882" y="482334"/>
                  <a:pt x="414338" y="481091"/>
                </a:cubicBezTo>
                <a:lnTo>
                  <a:pt x="397142" y="426426"/>
                </a:lnTo>
                <a:cubicBezTo>
                  <a:pt x="397142" y="425184"/>
                  <a:pt x="397142" y="423942"/>
                  <a:pt x="397142" y="422699"/>
                </a:cubicBezTo>
                <a:lnTo>
                  <a:pt x="397142" y="146890"/>
                </a:lnTo>
                <a:lnTo>
                  <a:pt x="397142" y="145648"/>
                </a:lnTo>
                <a:lnTo>
                  <a:pt x="387316" y="145648"/>
                </a:lnTo>
                <a:cubicBezTo>
                  <a:pt x="382404" y="145648"/>
                  <a:pt x="378720" y="141921"/>
                  <a:pt x="378720" y="138194"/>
                </a:cubicBezTo>
                <a:cubicBezTo>
                  <a:pt x="378720" y="134466"/>
                  <a:pt x="382404" y="130739"/>
                  <a:pt x="387316" y="130739"/>
                </a:cubicBezTo>
                <a:lnTo>
                  <a:pt x="394686" y="130739"/>
                </a:lnTo>
                <a:lnTo>
                  <a:pt x="394686" y="129497"/>
                </a:lnTo>
                <a:cubicBezTo>
                  <a:pt x="394686" y="109619"/>
                  <a:pt x="406968" y="94710"/>
                  <a:pt x="421708" y="94710"/>
                </a:cubicBezTo>
                <a:close/>
                <a:moveTo>
                  <a:pt x="75916" y="81005"/>
                </a:moveTo>
                <a:cubicBezTo>
                  <a:pt x="68480" y="81005"/>
                  <a:pt x="62284" y="85975"/>
                  <a:pt x="62284" y="93429"/>
                </a:cubicBezTo>
                <a:lnTo>
                  <a:pt x="62284" y="456194"/>
                </a:lnTo>
                <a:cubicBezTo>
                  <a:pt x="62284" y="469859"/>
                  <a:pt x="73436" y="479798"/>
                  <a:pt x="85832" y="479798"/>
                </a:cubicBezTo>
                <a:lnTo>
                  <a:pt x="276684" y="479798"/>
                </a:lnTo>
                <a:cubicBezTo>
                  <a:pt x="290316" y="479798"/>
                  <a:pt x="300232" y="469859"/>
                  <a:pt x="300232" y="456194"/>
                </a:cubicBezTo>
                <a:lnTo>
                  <a:pt x="300232" y="93429"/>
                </a:lnTo>
                <a:cubicBezTo>
                  <a:pt x="300232" y="85975"/>
                  <a:pt x="294032" y="81005"/>
                  <a:pt x="287836" y="81005"/>
                </a:cubicBezTo>
                <a:close/>
                <a:moveTo>
                  <a:pt x="75864" y="64804"/>
                </a:moveTo>
                <a:lnTo>
                  <a:pt x="287904" y="64804"/>
                </a:lnTo>
                <a:cubicBezTo>
                  <a:pt x="302784" y="64804"/>
                  <a:pt x="315184" y="77230"/>
                  <a:pt x="315184" y="93385"/>
                </a:cubicBezTo>
                <a:lnTo>
                  <a:pt x="315184" y="456232"/>
                </a:lnTo>
                <a:cubicBezTo>
                  <a:pt x="315184" y="477356"/>
                  <a:pt x="297824" y="494753"/>
                  <a:pt x="276744" y="494753"/>
                </a:cubicBezTo>
                <a:lnTo>
                  <a:pt x="85784" y="494753"/>
                </a:lnTo>
                <a:cubicBezTo>
                  <a:pt x="64704" y="494753"/>
                  <a:pt x="48584" y="477356"/>
                  <a:pt x="48584" y="456232"/>
                </a:cubicBezTo>
                <a:lnTo>
                  <a:pt x="48584" y="93385"/>
                </a:lnTo>
                <a:cubicBezTo>
                  <a:pt x="48584" y="77230"/>
                  <a:pt x="59744" y="64804"/>
                  <a:pt x="75864" y="64804"/>
                </a:cubicBezTo>
                <a:close/>
                <a:moveTo>
                  <a:pt x="260922" y="38633"/>
                </a:moveTo>
                <a:cubicBezTo>
                  <a:pt x="263138" y="38633"/>
                  <a:pt x="265352" y="40814"/>
                  <a:pt x="265352" y="42995"/>
                </a:cubicBezTo>
                <a:cubicBezTo>
                  <a:pt x="265352" y="46267"/>
                  <a:pt x="263138" y="47357"/>
                  <a:pt x="260922" y="47357"/>
                </a:cubicBezTo>
                <a:cubicBezTo>
                  <a:pt x="257600" y="47357"/>
                  <a:pt x="255386" y="46267"/>
                  <a:pt x="255386" y="42995"/>
                </a:cubicBezTo>
                <a:cubicBezTo>
                  <a:pt x="255386" y="40814"/>
                  <a:pt x="257600" y="38633"/>
                  <a:pt x="260922" y="38633"/>
                </a:cubicBezTo>
                <a:close/>
                <a:moveTo>
                  <a:pt x="228670" y="38633"/>
                </a:moveTo>
                <a:cubicBezTo>
                  <a:pt x="231992" y="38633"/>
                  <a:pt x="234208" y="40814"/>
                  <a:pt x="234208" y="42995"/>
                </a:cubicBezTo>
                <a:cubicBezTo>
                  <a:pt x="234208" y="46267"/>
                  <a:pt x="231992" y="47357"/>
                  <a:pt x="228670" y="47357"/>
                </a:cubicBezTo>
                <a:cubicBezTo>
                  <a:pt x="226456" y="47357"/>
                  <a:pt x="224240" y="46267"/>
                  <a:pt x="224240" y="42995"/>
                </a:cubicBezTo>
                <a:cubicBezTo>
                  <a:pt x="224240" y="40814"/>
                  <a:pt x="226456" y="38633"/>
                  <a:pt x="228670" y="38633"/>
                </a:cubicBezTo>
                <a:close/>
                <a:moveTo>
                  <a:pt x="197384" y="38633"/>
                </a:moveTo>
                <a:cubicBezTo>
                  <a:pt x="199598" y="38633"/>
                  <a:pt x="201812" y="40814"/>
                  <a:pt x="201812" y="42995"/>
                </a:cubicBezTo>
                <a:cubicBezTo>
                  <a:pt x="201812" y="46267"/>
                  <a:pt x="199598" y="47357"/>
                  <a:pt x="197384" y="47357"/>
                </a:cubicBezTo>
                <a:cubicBezTo>
                  <a:pt x="195168" y="47357"/>
                  <a:pt x="191848" y="46267"/>
                  <a:pt x="191848" y="42995"/>
                </a:cubicBezTo>
                <a:cubicBezTo>
                  <a:pt x="191848" y="40814"/>
                  <a:pt x="195168" y="38633"/>
                  <a:pt x="197384" y="38633"/>
                </a:cubicBezTo>
                <a:close/>
                <a:moveTo>
                  <a:pt x="150112" y="34895"/>
                </a:moveTo>
                <a:cubicBezTo>
                  <a:pt x="154740" y="34895"/>
                  <a:pt x="158210" y="38367"/>
                  <a:pt x="158210" y="44153"/>
                </a:cubicBezTo>
                <a:cubicBezTo>
                  <a:pt x="157054" y="47624"/>
                  <a:pt x="153582" y="52253"/>
                  <a:pt x="148956" y="51096"/>
                </a:cubicBezTo>
                <a:cubicBezTo>
                  <a:pt x="144328" y="51096"/>
                  <a:pt x="142016" y="47624"/>
                  <a:pt x="142016" y="41838"/>
                </a:cubicBezTo>
                <a:cubicBezTo>
                  <a:pt x="142016" y="38367"/>
                  <a:pt x="146642" y="34895"/>
                  <a:pt x="150112" y="34895"/>
                </a:cubicBezTo>
                <a:close/>
                <a:moveTo>
                  <a:pt x="39768" y="16201"/>
                </a:moveTo>
                <a:cubicBezTo>
                  <a:pt x="26116" y="16201"/>
                  <a:pt x="14944" y="26147"/>
                  <a:pt x="14944" y="39824"/>
                </a:cubicBezTo>
                <a:lnTo>
                  <a:pt x="14944" y="518490"/>
                </a:lnTo>
                <a:cubicBezTo>
                  <a:pt x="14944" y="532167"/>
                  <a:pt x="26116" y="543356"/>
                  <a:pt x="39768" y="543356"/>
                </a:cubicBezTo>
                <a:lnTo>
                  <a:pt x="323990" y="543356"/>
                </a:lnTo>
                <a:cubicBezTo>
                  <a:pt x="337642" y="543356"/>
                  <a:pt x="347572" y="532167"/>
                  <a:pt x="347572" y="518490"/>
                </a:cubicBezTo>
                <a:lnTo>
                  <a:pt x="347572" y="39824"/>
                </a:lnTo>
                <a:cubicBezTo>
                  <a:pt x="347572" y="26147"/>
                  <a:pt x="337642" y="16201"/>
                  <a:pt x="323990" y="16201"/>
                </a:cubicBezTo>
                <a:close/>
                <a:moveTo>
                  <a:pt x="39728" y="0"/>
                </a:moveTo>
                <a:lnTo>
                  <a:pt x="324036" y="0"/>
                </a:lnTo>
                <a:cubicBezTo>
                  <a:pt x="345142" y="0"/>
                  <a:pt x="362524" y="17408"/>
                  <a:pt x="362524" y="39790"/>
                </a:cubicBezTo>
                <a:lnTo>
                  <a:pt x="362524" y="518518"/>
                </a:lnTo>
                <a:cubicBezTo>
                  <a:pt x="362524" y="539657"/>
                  <a:pt x="345142" y="557065"/>
                  <a:pt x="324036" y="557065"/>
                </a:cubicBezTo>
                <a:lnTo>
                  <a:pt x="39728" y="557065"/>
                </a:lnTo>
                <a:cubicBezTo>
                  <a:pt x="17380" y="557065"/>
                  <a:pt x="0" y="539657"/>
                  <a:pt x="0" y="518518"/>
                </a:cubicBezTo>
                <a:lnTo>
                  <a:pt x="0" y="39790"/>
                </a:lnTo>
                <a:cubicBezTo>
                  <a:pt x="0" y="17408"/>
                  <a:pt x="17380" y="0"/>
                  <a:pt x="39728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4F6F93FC-D061-E14A-983D-2E927925982C}"/>
              </a:ext>
            </a:extLst>
          </p:cNvPr>
          <p:cNvSpPr/>
          <p:nvPr/>
        </p:nvSpPr>
        <p:spPr>
          <a:xfrm>
            <a:off x="12867786" y="3418404"/>
            <a:ext cx="4312931" cy="9521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3" h="765">
                <a:moveTo>
                  <a:pt x="2699" y="0"/>
                </a:moveTo>
                <a:lnTo>
                  <a:pt x="0" y="0"/>
                </a:lnTo>
                <a:lnTo>
                  <a:pt x="0" y="765"/>
                </a:lnTo>
                <a:lnTo>
                  <a:pt x="3463" y="765"/>
                </a:lnTo>
                <a:cubicBezTo>
                  <a:pt x="3463" y="342"/>
                  <a:pt x="3122" y="0"/>
                  <a:pt x="2699" y="0"/>
                </a:cubicBezTo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67" name="Freeform 566">
            <a:extLst>
              <a:ext uri="{FF2B5EF4-FFF2-40B4-BE49-F238E27FC236}">
                <a16:creationId xmlns:a16="http://schemas.microsoft.com/office/drawing/2014/main" id="{EAF39DBF-8CEA-CF4C-B083-2FB77554766B}"/>
              </a:ext>
            </a:extLst>
          </p:cNvPr>
          <p:cNvSpPr/>
          <p:nvPr/>
        </p:nvSpPr>
        <p:spPr>
          <a:xfrm>
            <a:off x="12867786" y="3418404"/>
            <a:ext cx="4312931" cy="2851373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3463" h="2289">
                <a:moveTo>
                  <a:pt x="0" y="0"/>
                </a:moveTo>
                <a:lnTo>
                  <a:pt x="2699" y="0"/>
                </a:lnTo>
                <a:cubicBezTo>
                  <a:pt x="3122" y="0"/>
                  <a:pt x="3463" y="342"/>
                  <a:pt x="3463" y="765"/>
                </a:cubicBezTo>
                <a:lnTo>
                  <a:pt x="0" y="765"/>
                </a:lnTo>
                <a:lnTo>
                  <a:pt x="0" y="1491"/>
                </a:lnTo>
                <a:cubicBezTo>
                  <a:pt x="0" y="1932"/>
                  <a:pt x="357" y="2289"/>
                  <a:pt x="797" y="2289"/>
                </a:cubicBezTo>
                <a:lnTo>
                  <a:pt x="1731" y="2289"/>
                </a:lnTo>
              </a:path>
            </a:pathLst>
          </a:custGeom>
          <a:noFill/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68" name="Freeform 567">
            <a:extLst>
              <a:ext uri="{FF2B5EF4-FFF2-40B4-BE49-F238E27FC236}">
                <a16:creationId xmlns:a16="http://schemas.microsoft.com/office/drawing/2014/main" id="{BEB3835A-208B-004F-AC7B-99ECD42454B0}"/>
              </a:ext>
            </a:extLst>
          </p:cNvPr>
          <p:cNvSpPr/>
          <p:nvPr/>
        </p:nvSpPr>
        <p:spPr>
          <a:xfrm>
            <a:off x="15679538" y="3293784"/>
            <a:ext cx="1199697" cy="12013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64" h="965">
                <a:moveTo>
                  <a:pt x="964" y="483"/>
                </a:moveTo>
                <a:cubicBezTo>
                  <a:pt x="964" y="749"/>
                  <a:pt x="748" y="965"/>
                  <a:pt x="482" y="965"/>
                </a:cubicBezTo>
                <a:cubicBezTo>
                  <a:pt x="216" y="965"/>
                  <a:pt x="0" y="749"/>
                  <a:pt x="0" y="483"/>
                </a:cubicBezTo>
                <a:cubicBezTo>
                  <a:pt x="0" y="216"/>
                  <a:pt x="216" y="0"/>
                  <a:pt x="482" y="0"/>
                </a:cubicBezTo>
                <a:cubicBezTo>
                  <a:pt x="748" y="0"/>
                  <a:pt x="964" y="216"/>
                  <a:pt x="964" y="483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70" name="Freeform 569">
            <a:extLst>
              <a:ext uri="{FF2B5EF4-FFF2-40B4-BE49-F238E27FC236}">
                <a16:creationId xmlns:a16="http://schemas.microsoft.com/office/drawing/2014/main" id="{0E61F514-3DC5-3149-B4B6-72EFBBE8EB0E}"/>
              </a:ext>
            </a:extLst>
          </p:cNvPr>
          <p:cNvSpPr/>
          <p:nvPr/>
        </p:nvSpPr>
        <p:spPr>
          <a:xfrm>
            <a:off x="15804117" y="3418404"/>
            <a:ext cx="950539" cy="952119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4" h="765">
                <a:moveTo>
                  <a:pt x="764" y="383"/>
                </a:moveTo>
                <a:cubicBezTo>
                  <a:pt x="764" y="594"/>
                  <a:pt x="593" y="765"/>
                  <a:pt x="382" y="765"/>
                </a:cubicBezTo>
                <a:cubicBezTo>
                  <a:pt x="171" y="765"/>
                  <a:pt x="0" y="594"/>
                  <a:pt x="0" y="383"/>
                </a:cubicBezTo>
                <a:cubicBezTo>
                  <a:pt x="0" y="172"/>
                  <a:pt x="171" y="0"/>
                  <a:pt x="382" y="0"/>
                </a:cubicBezTo>
                <a:cubicBezTo>
                  <a:pt x="593" y="0"/>
                  <a:pt x="764" y="172"/>
                  <a:pt x="764" y="383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99" name="Freeform 398">
            <a:extLst>
              <a:ext uri="{FF2B5EF4-FFF2-40B4-BE49-F238E27FC236}">
                <a16:creationId xmlns:a16="http://schemas.microsoft.com/office/drawing/2014/main" id="{9B2C9D8C-656B-1540-8687-CB5E142D00AD}"/>
              </a:ext>
            </a:extLst>
          </p:cNvPr>
          <p:cNvSpPr/>
          <p:nvPr/>
        </p:nvSpPr>
        <p:spPr>
          <a:xfrm>
            <a:off x="15994723" y="3634004"/>
            <a:ext cx="570573" cy="520924"/>
          </a:xfrm>
          <a:custGeom>
            <a:avLst/>
            <a:gdLst>
              <a:gd name="connsiteX0" fmla="*/ 257879 w 570573"/>
              <a:gd name="connsiteY0" fmla="*/ 467336 h 520924"/>
              <a:gd name="connsiteX1" fmla="*/ 278854 w 570573"/>
              <a:gd name="connsiteY1" fmla="*/ 505969 h 520924"/>
              <a:gd name="connsiteX2" fmla="*/ 280088 w 570573"/>
              <a:gd name="connsiteY2" fmla="*/ 505969 h 520924"/>
              <a:gd name="connsiteX3" fmla="*/ 386196 w 570573"/>
              <a:gd name="connsiteY3" fmla="*/ 505969 h 520924"/>
              <a:gd name="connsiteX4" fmla="*/ 384962 w 570573"/>
              <a:gd name="connsiteY4" fmla="*/ 496311 h 520924"/>
              <a:gd name="connsiteX5" fmla="*/ 384962 w 570573"/>
              <a:gd name="connsiteY5" fmla="*/ 468543 h 520924"/>
              <a:gd name="connsiteX6" fmla="*/ 434510 w 570573"/>
              <a:gd name="connsiteY6" fmla="*/ 427456 h 520924"/>
              <a:gd name="connsiteX7" fmla="*/ 401145 w 570573"/>
              <a:gd name="connsiteY7" fmla="*/ 461805 h 520924"/>
              <a:gd name="connsiteX8" fmla="*/ 401145 w 570573"/>
              <a:gd name="connsiteY8" fmla="*/ 496154 h 520924"/>
              <a:gd name="connsiteX9" fmla="*/ 411031 w 570573"/>
              <a:gd name="connsiteY9" fmla="*/ 505968 h 520924"/>
              <a:gd name="connsiteX10" fmla="*/ 544491 w 570573"/>
              <a:gd name="connsiteY10" fmla="*/ 505968 h 520924"/>
              <a:gd name="connsiteX11" fmla="*/ 554377 w 570573"/>
              <a:gd name="connsiteY11" fmla="*/ 496154 h 520924"/>
              <a:gd name="connsiteX12" fmla="*/ 554377 w 570573"/>
              <a:gd name="connsiteY12" fmla="*/ 461805 h 520924"/>
              <a:gd name="connsiteX13" fmla="*/ 521012 w 570573"/>
              <a:gd name="connsiteY13" fmla="*/ 427456 h 520924"/>
              <a:gd name="connsiteX14" fmla="*/ 249148 w 570573"/>
              <a:gd name="connsiteY14" fmla="*/ 377607 h 520924"/>
              <a:gd name="connsiteX15" fmla="*/ 247913 w 570573"/>
              <a:gd name="connsiteY15" fmla="*/ 380059 h 520924"/>
              <a:gd name="connsiteX16" fmla="*/ 247913 w 570573"/>
              <a:gd name="connsiteY16" fmla="*/ 449930 h 520924"/>
              <a:gd name="connsiteX17" fmla="*/ 249148 w 570573"/>
              <a:gd name="connsiteY17" fmla="*/ 451155 h 520924"/>
              <a:gd name="connsiteX18" fmla="*/ 249148 w 570573"/>
              <a:gd name="connsiteY18" fmla="*/ 452381 h 520924"/>
              <a:gd name="connsiteX19" fmla="*/ 385043 w 570573"/>
              <a:gd name="connsiteY19" fmla="*/ 452381 h 520924"/>
              <a:gd name="connsiteX20" fmla="*/ 396162 w 570573"/>
              <a:gd name="connsiteY20" fmla="*/ 430317 h 520924"/>
              <a:gd name="connsiteX21" fmla="*/ 396162 w 570573"/>
              <a:gd name="connsiteY21" fmla="*/ 380059 h 520924"/>
              <a:gd name="connsiteX22" fmla="*/ 393691 w 570573"/>
              <a:gd name="connsiteY22" fmla="*/ 377607 h 520924"/>
              <a:gd name="connsiteX23" fmla="*/ 477771 w 570573"/>
              <a:gd name="connsiteY23" fmla="*/ 291614 h 520924"/>
              <a:gd name="connsiteX24" fmla="*/ 436028 w 570573"/>
              <a:gd name="connsiteY24" fmla="*/ 333372 h 520924"/>
              <a:gd name="connsiteX25" fmla="*/ 477771 w 570573"/>
              <a:gd name="connsiteY25" fmla="*/ 376358 h 520924"/>
              <a:gd name="connsiteX26" fmla="*/ 520742 w 570573"/>
              <a:gd name="connsiteY26" fmla="*/ 333372 h 520924"/>
              <a:gd name="connsiteX27" fmla="*/ 477771 w 570573"/>
              <a:gd name="connsiteY27" fmla="*/ 291614 h 520924"/>
              <a:gd name="connsiteX28" fmla="*/ 185171 w 570573"/>
              <a:gd name="connsiteY28" fmla="*/ 254231 h 520924"/>
              <a:gd name="connsiteX29" fmla="*/ 164377 w 570573"/>
              <a:gd name="connsiteY29" fmla="*/ 288572 h 520924"/>
              <a:gd name="connsiteX30" fmla="*/ 160708 w 570573"/>
              <a:gd name="connsiteY30" fmla="*/ 294704 h 520924"/>
              <a:gd name="connsiteX31" fmla="*/ 160708 w 570573"/>
              <a:gd name="connsiteY31" fmla="*/ 331497 h 520924"/>
              <a:gd name="connsiteX32" fmla="*/ 220642 w 570573"/>
              <a:gd name="connsiteY32" fmla="*/ 331497 h 520924"/>
              <a:gd name="connsiteX33" fmla="*/ 227981 w 570573"/>
              <a:gd name="connsiteY33" fmla="*/ 322912 h 520924"/>
              <a:gd name="connsiteX34" fmla="*/ 227981 w 570573"/>
              <a:gd name="connsiteY34" fmla="*/ 287345 h 520924"/>
              <a:gd name="connsiteX35" fmla="*/ 196179 w 570573"/>
              <a:gd name="connsiteY35" fmla="*/ 254231 h 520924"/>
              <a:gd name="connsiteX36" fmla="*/ 138283 w 570573"/>
              <a:gd name="connsiteY36" fmla="*/ 254231 h 520924"/>
              <a:gd name="connsiteX37" fmla="*/ 152609 w 570573"/>
              <a:gd name="connsiteY37" fmla="*/ 277909 h 520924"/>
              <a:gd name="connsiteX38" fmla="*/ 166936 w 570573"/>
              <a:gd name="connsiteY38" fmla="*/ 254231 h 520924"/>
              <a:gd name="connsiteX39" fmla="*/ 110264 w 570573"/>
              <a:gd name="connsiteY39" fmla="*/ 254231 h 520924"/>
              <a:gd name="connsiteX40" fmla="*/ 77239 w 570573"/>
              <a:gd name="connsiteY40" fmla="*/ 287345 h 520924"/>
              <a:gd name="connsiteX41" fmla="*/ 77239 w 570573"/>
              <a:gd name="connsiteY41" fmla="*/ 322912 h 520924"/>
              <a:gd name="connsiteX42" fmla="*/ 84578 w 570573"/>
              <a:gd name="connsiteY42" fmla="*/ 331497 h 520924"/>
              <a:gd name="connsiteX43" fmla="*/ 144512 w 570573"/>
              <a:gd name="connsiteY43" fmla="*/ 331497 h 520924"/>
              <a:gd name="connsiteX44" fmla="*/ 144512 w 570573"/>
              <a:gd name="connsiteY44" fmla="*/ 294704 h 520924"/>
              <a:gd name="connsiteX45" fmla="*/ 140843 w 570573"/>
              <a:gd name="connsiteY45" fmla="*/ 288572 h 520924"/>
              <a:gd name="connsiteX46" fmla="*/ 120049 w 570573"/>
              <a:gd name="connsiteY46" fmla="*/ 254231 h 520924"/>
              <a:gd name="connsiteX47" fmla="*/ 110543 w 570573"/>
              <a:gd name="connsiteY47" fmla="*/ 239276 h 520924"/>
              <a:gd name="connsiteX48" fmla="*/ 195914 w 570573"/>
              <a:gd name="connsiteY48" fmla="*/ 239276 h 520924"/>
              <a:gd name="connsiteX49" fmla="*/ 242930 w 570573"/>
              <a:gd name="connsiteY49" fmla="*/ 287321 h 520924"/>
              <a:gd name="connsiteX50" fmla="*/ 242930 w 570573"/>
              <a:gd name="connsiteY50" fmla="*/ 323046 h 520924"/>
              <a:gd name="connsiteX51" fmla="*/ 220659 w 570573"/>
              <a:gd name="connsiteY51" fmla="*/ 346452 h 520924"/>
              <a:gd name="connsiteX52" fmla="*/ 84561 w 570573"/>
              <a:gd name="connsiteY52" fmla="*/ 346452 h 520924"/>
              <a:gd name="connsiteX53" fmla="*/ 62290 w 570573"/>
              <a:gd name="connsiteY53" fmla="*/ 323046 h 520924"/>
              <a:gd name="connsiteX54" fmla="*/ 62290 w 570573"/>
              <a:gd name="connsiteY54" fmla="*/ 287321 h 520924"/>
              <a:gd name="connsiteX55" fmla="*/ 110543 w 570573"/>
              <a:gd name="connsiteY55" fmla="*/ 239276 h 520924"/>
              <a:gd name="connsiteX56" fmla="*/ 156308 w 570573"/>
              <a:gd name="connsiteY56" fmla="*/ 162010 h 520924"/>
              <a:gd name="connsiteX57" fmla="*/ 114613 w 570573"/>
              <a:gd name="connsiteY57" fmla="*/ 182653 h 520924"/>
              <a:gd name="connsiteX58" fmla="*/ 153855 w 570573"/>
              <a:gd name="connsiteY58" fmla="*/ 209367 h 520924"/>
              <a:gd name="connsiteX59" fmla="*/ 193098 w 570573"/>
              <a:gd name="connsiteY59" fmla="*/ 181439 h 520924"/>
              <a:gd name="connsiteX60" fmla="*/ 156308 w 570573"/>
              <a:gd name="connsiteY60" fmla="*/ 162010 h 520924"/>
              <a:gd name="connsiteX61" fmla="*/ 182481 w 570573"/>
              <a:gd name="connsiteY61" fmla="*/ 137085 h 520924"/>
              <a:gd name="connsiteX62" fmla="*/ 168182 w 570573"/>
              <a:gd name="connsiteY62" fmla="*/ 152611 h 520924"/>
              <a:gd name="connsiteX63" fmla="*/ 195589 w 570573"/>
              <a:gd name="connsiteY63" fmla="*/ 165748 h 520924"/>
              <a:gd name="connsiteX64" fmla="*/ 182481 w 570573"/>
              <a:gd name="connsiteY64" fmla="*/ 137085 h 520924"/>
              <a:gd name="connsiteX65" fmla="*/ 153577 w 570573"/>
              <a:gd name="connsiteY65" fmla="*/ 127115 h 520924"/>
              <a:gd name="connsiteX66" fmla="*/ 112122 w 570573"/>
              <a:gd name="connsiteY66" fmla="*/ 167032 h 520924"/>
              <a:gd name="connsiteX67" fmla="*/ 112122 w 570573"/>
              <a:gd name="connsiteY67" fmla="*/ 168241 h 520924"/>
              <a:gd name="connsiteX68" fmla="*/ 169428 w 570573"/>
              <a:gd name="connsiteY68" fmla="*/ 129534 h 520924"/>
              <a:gd name="connsiteX69" fmla="*/ 153577 w 570573"/>
              <a:gd name="connsiteY69" fmla="*/ 127115 h 520924"/>
              <a:gd name="connsiteX70" fmla="*/ 153855 w 570573"/>
              <a:gd name="connsiteY70" fmla="*/ 110914 h 520924"/>
              <a:gd name="connsiteX71" fmla="*/ 210539 w 570573"/>
              <a:gd name="connsiteY71" fmla="*/ 167624 h 520924"/>
              <a:gd name="connsiteX72" fmla="*/ 209307 w 570573"/>
              <a:gd name="connsiteY72" fmla="*/ 175021 h 520924"/>
              <a:gd name="connsiteX73" fmla="*/ 209307 w 570573"/>
              <a:gd name="connsiteY73" fmla="*/ 177487 h 520924"/>
              <a:gd name="connsiteX74" fmla="*/ 153855 w 570573"/>
              <a:gd name="connsiteY74" fmla="*/ 225567 h 520924"/>
              <a:gd name="connsiteX75" fmla="*/ 97172 w 570573"/>
              <a:gd name="connsiteY75" fmla="*/ 167624 h 520924"/>
              <a:gd name="connsiteX76" fmla="*/ 153855 w 570573"/>
              <a:gd name="connsiteY76" fmla="*/ 110914 h 520924"/>
              <a:gd name="connsiteX77" fmla="*/ 442889 w 570573"/>
              <a:gd name="connsiteY77" fmla="*/ 51095 h 520924"/>
              <a:gd name="connsiteX78" fmla="*/ 404883 w 570573"/>
              <a:gd name="connsiteY78" fmla="*/ 62162 h 520924"/>
              <a:gd name="connsiteX79" fmla="*/ 404883 w 570573"/>
              <a:gd name="connsiteY79" fmla="*/ 143316 h 520924"/>
              <a:gd name="connsiteX80" fmla="*/ 415917 w 570573"/>
              <a:gd name="connsiteY80" fmla="*/ 140857 h 520924"/>
              <a:gd name="connsiteX81" fmla="*/ 474766 w 570573"/>
              <a:gd name="connsiteY81" fmla="*/ 140857 h 520924"/>
              <a:gd name="connsiteX82" fmla="*/ 482122 w 570573"/>
              <a:gd name="connsiteY82" fmla="*/ 143316 h 520924"/>
              <a:gd name="connsiteX83" fmla="*/ 482122 w 570573"/>
              <a:gd name="connsiteY83" fmla="*/ 62162 h 520924"/>
              <a:gd name="connsiteX84" fmla="*/ 442889 w 570573"/>
              <a:gd name="connsiteY84" fmla="*/ 51095 h 520924"/>
              <a:gd name="connsiteX85" fmla="*/ 349445 w 570573"/>
              <a:gd name="connsiteY85" fmla="*/ 51095 h 520924"/>
              <a:gd name="connsiteX86" fmla="*/ 310203 w 570573"/>
              <a:gd name="connsiteY86" fmla="*/ 62162 h 520924"/>
              <a:gd name="connsiteX87" fmla="*/ 310203 w 570573"/>
              <a:gd name="connsiteY87" fmla="*/ 143316 h 520924"/>
              <a:gd name="connsiteX88" fmla="*/ 322466 w 570573"/>
              <a:gd name="connsiteY88" fmla="*/ 140857 h 520924"/>
              <a:gd name="connsiteX89" fmla="*/ 381330 w 570573"/>
              <a:gd name="connsiteY89" fmla="*/ 140857 h 520924"/>
              <a:gd name="connsiteX90" fmla="*/ 388688 w 570573"/>
              <a:gd name="connsiteY90" fmla="*/ 143316 h 520924"/>
              <a:gd name="connsiteX91" fmla="*/ 388688 w 570573"/>
              <a:gd name="connsiteY91" fmla="*/ 62162 h 520924"/>
              <a:gd name="connsiteX92" fmla="*/ 349445 w 570573"/>
              <a:gd name="connsiteY92" fmla="*/ 51095 h 520924"/>
              <a:gd name="connsiteX93" fmla="*/ 349737 w 570573"/>
              <a:gd name="connsiteY93" fmla="*/ 37387 h 520924"/>
              <a:gd name="connsiteX94" fmla="*/ 396785 w 570573"/>
              <a:gd name="connsiteY94" fmla="*/ 48491 h 520924"/>
              <a:gd name="connsiteX95" fmla="*/ 442595 w 570573"/>
              <a:gd name="connsiteY95" fmla="*/ 37387 h 520924"/>
              <a:gd name="connsiteX96" fmla="*/ 497071 w 570573"/>
              <a:gd name="connsiteY96" fmla="*/ 60829 h 520924"/>
              <a:gd name="connsiteX97" fmla="*/ 497071 w 570573"/>
              <a:gd name="connsiteY97" fmla="*/ 62063 h 520924"/>
              <a:gd name="connsiteX98" fmla="*/ 497071 w 570573"/>
              <a:gd name="connsiteY98" fmla="*/ 152128 h 520924"/>
              <a:gd name="connsiteX99" fmla="*/ 497071 w 570573"/>
              <a:gd name="connsiteY99" fmla="*/ 153362 h 520924"/>
              <a:gd name="connsiteX100" fmla="*/ 497071 w 570573"/>
              <a:gd name="connsiteY100" fmla="*/ 154595 h 520924"/>
              <a:gd name="connsiteX101" fmla="*/ 495833 w 570573"/>
              <a:gd name="connsiteY101" fmla="*/ 155829 h 520924"/>
              <a:gd name="connsiteX102" fmla="*/ 495833 w 570573"/>
              <a:gd name="connsiteY102" fmla="*/ 157063 h 520924"/>
              <a:gd name="connsiteX103" fmla="*/ 493357 w 570573"/>
              <a:gd name="connsiteY103" fmla="*/ 158297 h 520924"/>
              <a:gd name="connsiteX104" fmla="*/ 492119 w 570573"/>
              <a:gd name="connsiteY104" fmla="*/ 159530 h 520924"/>
              <a:gd name="connsiteX105" fmla="*/ 489642 w 570573"/>
              <a:gd name="connsiteY105" fmla="*/ 160764 h 520924"/>
              <a:gd name="connsiteX106" fmla="*/ 487166 w 570573"/>
              <a:gd name="connsiteY106" fmla="*/ 160764 h 520924"/>
              <a:gd name="connsiteX107" fmla="*/ 471071 w 570573"/>
              <a:gd name="connsiteY107" fmla="*/ 155829 h 520924"/>
              <a:gd name="connsiteX108" fmla="*/ 417833 w 570573"/>
              <a:gd name="connsiteY108" fmla="*/ 155829 h 520924"/>
              <a:gd name="connsiteX109" fmla="*/ 398023 w 570573"/>
              <a:gd name="connsiteY109" fmla="*/ 160764 h 520924"/>
              <a:gd name="connsiteX110" fmla="*/ 396785 w 570573"/>
              <a:gd name="connsiteY110" fmla="*/ 160764 h 520924"/>
              <a:gd name="connsiteX111" fmla="*/ 395547 w 570573"/>
              <a:gd name="connsiteY111" fmla="*/ 160764 h 520924"/>
              <a:gd name="connsiteX112" fmla="*/ 394309 w 570573"/>
              <a:gd name="connsiteY112" fmla="*/ 160764 h 520924"/>
              <a:gd name="connsiteX113" fmla="*/ 378214 w 570573"/>
              <a:gd name="connsiteY113" fmla="*/ 155829 h 520924"/>
              <a:gd name="connsiteX114" fmla="*/ 326213 w 570573"/>
              <a:gd name="connsiteY114" fmla="*/ 155829 h 520924"/>
              <a:gd name="connsiteX115" fmla="*/ 305166 w 570573"/>
              <a:gd name="connsiteY115" fmla="*/ 160764 h 520924"/>
              <a:gd name="connsiteX116" fmla="*/ 303928 w 570573"/>
              <a:gd name="connsiteY116" fmla="*/ 160764 h 520924"/>
              <a:gd name="connsiteX117" fmla="*/ 302689 w 570573"/>
              <a:gd name="connsiteY117" fmla="*/ 160764 h 520924"/>
              <a:gd name="connsiteX118" fmla="*/ 301451 w 570573"/>
              <a:gd name="connsiteY118" fmla="*/ 160764 h 520924"/>
              <a:gd name="connsiteX119" fmla="*/ 300213 w 570573"/>
              <a:gd name="connsiteY119" fmla="*/ 159530 h 520924"/>
              <a:gd name="connsiteX120" fmla="*/ 298975 w 570573"/>
              <a:gd name="connsiteY120" fmla="*/ 158297 h 520924"/>
              <a:gd name="connsiteX121" fmla="*/ 297737 w 570573"/>
              <a:gd name="connsiteY121" fmla="*/ 158297 h 520924"/>
              <a:gd name="connsiteX122" fmla="*/ 297737 w 570573"/>
              <a:gd name="connsiteY122" fmla="*/ 157063 h 520924"/>
              <a:gd name="connsiteX123" fmla="*/ 296499 w 570573"/>
              <a:gd name="connsiteY123" fmla="*/ 155829 h 520924"/>
              <a:gd name="connsiteX124" fmla="*/ 296499 w 570573"/>
              <a:gd name="connsiteY124" fmla="*/ 154595 h 520924"/>
              <a:gd name="connsiteX125" fmla="*/ 296499 w 570573"/>
              <a:gd name="connsiteY125" fmla="*/ 153362 h 520924"/>
              <a:gd name="connsiteX126" fmla="*/ 296499 w 570573"/>
              <a:gd name="connsiteY126" fmla="*/ 152128 h 520924"/>
              <a:gd name="connsiteX127" fmla="*/ 296499 w 570573"/>
              <a:gd name="connsiteY127" fmla="*/ 62063 h 520924"/>
              <a:gd name="connsiteX128" fmla="*/ 296499 w 570573"/>
              <a:gd name="connsiteY128" fmla="*/ 60829 h 520924"/>
              <a:gd name="connsiteX129" fmla="*/ 349737 w 570573"/>
              <a:gd name="connsiteY129" fmla="*/ 37387 h 520924"/>
              <a:gd name="connsiteX130" fmla="*/ 260349 w 570573"/>
              <a:gd name="connsiteY130" fmla="*/ 14954 h 520924"/>
              <a:gd name="connsiteX131" fmla="*/ 255388 w 570573"/>
              <a:gd name="connsiteY131" fmla="*/ 19909 h 520924"/>
              <a:gd name="connsiteX132" fmla="*/ 255388 w 570573"/>
              <a:gd name="connsiteY132" fmla="*/ 178471 h 520924"/>
              <a:gd name="connsiteX133" fmla="*/ 260349 w 570573"/>
              <a:gd name="connsiteY133" fmla="*/ 183426 h 520924"/>
              <a:gd name="connsiteX134" fmla="*/ 367018 w 570573"/>
              <a:gd name="connsiteY134" fmla="*/ 183426 h 520924"/>
              <a:gd name="connsiteX135" fmla="*/ 373219 w 570573"/>
              <a:gd name="connsiteY135" fmla="*/ 188381 h 520924"/>
              <a:gd name="connsiteX136" fmla="*/ 388103 w 570573"/>
              <a:gd name="connsiteY136" fmla="*/ 221828 h 520924"/>
              <a:gd name="connsiteX137" fmla="*/ 401747 w 570573"/>
              <a:gd name="connsiteY137" fmla="*/ 188381 h 520924"/>
              <a:gd name="connsiteX138" fmla="*/ 407948 w 570573"/>
              <a:gd name="connsiteY138" fmla="*/ 183426 h 520924"/>
              <a:gd name="connsiteX139" fmla="*/ 533222 w 570573"/>
              <a:gd name="connsiteY139" fmla="*/ 183426 h 520924"/>
              <a:gd name="connsiteX140" fmla="*/ 538183 w 570573"/>
              <a:gd name="connsiteY140" fmla="*/ 178471 h 520924"/>
              <a:gd name="connsiteX141" fmla="*/ 538183 w 570573"/>
              <a:gd name="connsiteY141" fmla="*/ 19909 h 520924"/>
              <a:gd name="connsiteX142" fmla="*/ 533222 w 570573"/>
              <a:gd name="connsiteY142" fmla="*/ 14954 h 520924"/>
              <a:gd name="connsiteX143" fmla="*/ 259803 w 570573"/>
              <a:gd name="connsiteY143" fmla="*/ 0 h 520924"/>
              <a:gd name="connsiteX144" fmla="*/ 533281 w 570573"/>
              <a:gd name="connsiteY144" fmla="*/ 0 h 520924"/>
              <a:gd name="connsiteX145" fmla="*/ 553170 w 570573"/>
              <a:gd name="connsiteY145" fmla="*/ 19892 h 520924"/>
              <a:gd name="connsiteX146" fmla="*/ 553170 w 570573"/>
              <a:gd name="connsiteY146" fmla="*/ 179029 h 520924"/>
              <a:gd name="connsiteX147" fmla="*/ 533281 w 570573"/>
              <a:gd name="connsiteY147" fmla="*/ 198921 h 520924"/>
              <a:gd name="connsiteX148" fmla="*/ 489773 w 570573"/>
              <a:gd name="connsiteY148" fmla="*/ 198921 h 520924"/>
              <a:gd name="connsiteX149" fmla="*/ 489773 w 570573"/>
              <a:gd name="connsiteY149" fmla="*/ 277246 h 520924"/>
              <a:gd name="connsiteX150" fmla="*/ 534524 w 570573"/>
              <a:gd name="connsiteY150" fmla="*/ 333193 h 520924"/>
              <a:gd name="connsiteX151" fmla="*/ 477342 w 570573"/>
              <a:gd name="connsiteY151" fmla="*/ 390382 h 520924"/>
              <a:gd name="connsiteX152" fmla="*/ 420161 w 570573"/>
              <a:gd name="connsiteY152" fmla="*/ 333193 h 520924"/>
              <a:gd name="connsiteX153" fmla="*/ 474856 w 570573"/>
              <a:gd name="connsiteY153" fmla="*/ 276003 h 520924"/>
              <a:gd name="connsiteX154" fmla="*/ 474856 w 570573"/>
              <a:gd name="connsiteY154" fmla="*/ 198921 h 520924"/>
              <a:gd name="connsiteX155" fmla="*/ 413945 w 570573"/>
              <a:gd name="connsiteY155" fmla="*/ 198921 h 520924"/>
              <a:gd name="connsiteX156" fmla="*/ 402757 w 570573"/>
              <a:gd name="connsiteY156" fmla="*/ 227516 h 520924"/>
              <a:gd name="connsiteX157" fmla="*/ 389084 w 570573"/>
              <a:gd name="connsiteY157" fmla="*/ 237462 h 520924"/>
              <a:gd name="connsiteX158" fmla="*/ 387840 w 570573"/>
              <a:gd name="connsiteY158" fmla="*/ 237462 h 520924"/>
              <a:gd name="connsiteX159" fmla="*/ 374167 w 570573"/>
              <a:gd name="connsiteY159" fmla="*/ 227516 h 520924"/>
              <a:gd name="connsiteX160" fmla="*/ 361736 w 570573"/>
              <a:gd name="connsiteY160" fmla="*/ 198921 h 520924"/>
              <a:gd name="connsiteX161" fmla="*/ 259803 w 570573"/>
              <a:gd name="connsiteY161" fmla="*/ 198921 h 520924"/>
              <a:gd name="connsiteX162" fmla="*/ 239914 w 570573"/>
              <a:gd name="connsiteY162" fmla="*/ 179029 h 520924"/>
              <a:gd name="connsiteX163" fmla="*/ 239914 w 570573"/>
              <a:gd name="connsiteY163" fmla="*/ 62163 h 520924"/>
              <a:gd name="connsiteX164" fmla="*/ 33563 w 570573"/>
              <a:gd name="connsiteY164" fmla="*/ 62163 h 520924"/>
              <a:gd name="connsiteX165" fmla="*/ 13674 w 570573"/>
              <a:gd name="connsiteY165" fmla="*/ 82055 h 520924"/>
              <a:gd name="connsiteX166" fmla="*/ 13674 w 570573"/>
              <a:gd name="connsiteY166" fmla="*/ 375463 h 520924"/>
              <a:gd name="connsiteX167" fmla="*/ 33563 w 570573"/>
              <a:gd name="connsiteY167" fmla="*/ 395355 h 520924"/>
              <a:gd name="connsiteX168" fmla="*/ 232456 w 570573"/>
              <a:gd name="connsiteY168" fmla="*/ 395355 h 520924"/>
              <a:gd name="connsiteX169" fmla="*/ 232456 w 570573"/>
              <a:gd name="connsiteY169" fmla="*/ 379193 h 520924"/>
              <a:gd name="connsiteX170" fmla="*/ 248616 w 570573"/>
              <a:gd name="connsiteY170" fmla="*/ 363031 h 520924"/>
              <a:gd name="connsiteX171" fmla="*/ 394056 w 570573"/>
              <a:gd name="connsiteY171" fmla="*/ 363031 h 520924"/>
              <a:gd name="connsiteX172" fmla="*/ 410216 w 570573"/>
              <a:gd name="connsiteY172" fmla="*/ 379193 h 520924"/>
              <a:gd name="connsiteX173" fmla="*/ 410216 w 570573"/>
              <a:gd name="connsiteY173" fmla="*/ 417734 h 520924"/>
              <a:gd name="connsiteX174" fmla="*/ 433834 w 570573"/>
              <a:gd name="connsiteY174" fmla="*/ 412761 h 520924"/>
              <a:gd name="connsiteX175" fmla="*/ 520850 w 570573"/>
              <a:gd name="connsiteY175" fmla="*/ 412761 h 520924"/>
              <a:gd name="connsiteX176" fmla="*/ 570573 w 570573"/>
              <a:gd name="connsiteY176" fmla="*/ 461248 h 520924"/>
              <a:gd name="connsiteX177" fmla="*/ 570573 w 570573"/>
              <a:gd name="connsiteY177" fmla="*/ 496059 h 520924"/>
              <a:gd name="connsiteX178" fmla="*/ 544468 w 570573"/>
              <a:gd name="connsiteY178" fmla="*/ 520924 h 520924"/>
              <a:gd name="connsiteX179" fmla="*/ 410216 w 570573"/>
              <a:gd name="connsiteY179" fmla="*/ 520924 h 520924"/>
              <a:gd name="connsiteX180" fmla="*/ 279693 w 570573"/>
              <a:gd name="connsiteY180" fmla="*/ 520924 h 520924"/>
              <a:gd name="connsiteX181" fmla="*/ 267262 w 570573"/>
              <a:gd name="connsiteY181" fmla="*/ 513465 h 520924"/>
              <a:gd name="connsiteX182" fmla="*/ 236185 w 570573"/>
              <a:gd name="connsiteY182" fmla="*/ 461248 h 520924"/>
              <a:gd name="connsiteX183" fmla="*/ 233699 w 570573"/>
              <a:gd name="connsiteY183" fmla="*/ 455032 h 520924"/>
              <a:gd name="connsiteX184" fmla="*/ 232456 w 570573"/>
              <a:gd name="connsiteY184" fmla="*/ 450059 h 520924"/>
              <a:gd name="connsiteX185" fmla="*/ 232456 w 570573"/>
              <a:gd name="connsiteY185" fmla="*/ 410274 h 520924"/>
              <a:gd name="connsiteX186" fmla="*/ 33563 w 570573"/>
              <a:gd name="connsiteY186" fmla="*/ 410274 h 520924"/>
              <a:gd name="connsiteX187" fmla="*/ 0 w 570573"/>
              <a:gd name="connsiteY187" fmla="*/ 375463 h 520924"/>
              <a:gd name="connsiteX188" fmla="*/ 0 w 570573"/>
              <a:gd name="connsiteY188" fmla="*/ 82055 h 520924"/>
              <a:gd name="connsiteX189" fmla="*/ 33563 w 570573"/>
              <a:gd name="connsiteY189" fmla="*/ 47244 h 520924"/>
              <a:gd name="connsiteX190" fmla="*/ 239914 w 570573"/>
              <a:gd name="connsiteY190" fmla="*/ 47244 h 520924"/>
              <a:gd name="connsiteX191" fmla="*/ 239914 w 570573"/>
              <a:gd name="connsiteY191" fmla="*/ 19892 h 520924"/>
              <a:gd name="connsiteX192" fmla="*/ 259803 w 570573"/>
              <a:gd name="connsiteY192" fmla="*/ 0 h 520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</a:cxnLst>
            <a:rect l="l" t="t" r="r" b="b"/>
            <a:pathLst>
              <a:path w="570573" h="520924">
                <a:moveTo>
                  <a:pt x="257879" y="467336"/>
                </a:moveTo>
                <a:lnTo>
                  <a:pt x="278854" y="505969"/>
                </a:lnTo>
                <a:lnTo>
                  <a:pt x="280088" y="505969"/>
                </a:lnTo>
                <a:lnTo>
                  <a:pt x="386196" y="505969"/>
                </a:lnTo>
                <a:cubicBezTo>
                  <a:pt x="384962" y="503555"/>
                  <a:pt x="384962" y="499933"/>
                  <a:pt x="384962" y="496311"/>
                </a:cubicBezTo>
                <a:lnTo>
                  <a:pt x="384962" y="468543"/>
                </a:lnTo>
                <a:close/>
                <a:moveTo>
                  <a:pt x="434510" y="427456"/>
                </a:moveTo>
                <a:cubicBezTo>
                  <a:pt x="415974" y="427456"/>
                  <a:pt x="401145" y="442177"/>
                  <a:pt x="401145" y="461805"/>
                </a:cubicBezTo>
                <a:lnTo>
                  <a:pt x="401145" y="496154"/>
                </a:lnTo>
                <a:cubicBezTo>
                  <a:pt x="401145" y="501061"/>
                  <a:pt x="404852" y="505968"/>
                  <a:pt x="411031" y="505968"/>
                </a:cubicBezTo>
                <a:lnTo>
                  <a:pt x="544491" y="505968"/>
                </a:lnTo>
                <a:cubicBezTo>
                  <a:pt x="550670" y="505968"/>
                  <a:pt x="554377" y="501061"/>
                  <a:pt x="554377" y="496154"/>
                </a:cubicBezTo>
                <a:lnTo>
                  <a:pt x="554377" y="461805"/>
                </a:lnTo>
                <a:cubicBezTo>
                  <a:pt x="554377" y="442177"/>
                  <a:pt x="539548" y="427456"/>
                  <a:pt x="521012" y="427456"/>
                </a:cubicBezTo>
                <a:close/>
                <a:moveTo>
                  <a:pt x="249148" y="377607"/>
                </a:moveTo>
                <a:cubicBezTo>
                  <a:pt x="247913" y="377607"/>
                  <a:pt x="247913" y="378833"/>
                  <a:pt x="247913" y="380059"/>
                </a:cubicBezTo>
                <a:lnTo>
                  <a:pt x="247913" y="449930"/>
                </a:lnTo>
                <a:lnTo>
                  <a:pt x="249148" y="451155"/>
                </a:lnTo>
                <a:lnTo>
                  <a:pt x="249148" y="452381"/>
                </a:lnTo>
                <a:lnTo>
                  <a:pt x="385043" y="452381"/>
                </a:lnTo>
                <a:cubicBezTo>
                  <a:pt x="386279" y="443801"/>
                  <a:pt x="389985" y="436446"/>
                  <a:pt x="396162" y="430317"/>
                </a:cubicBezTo>
                <a:lnTo>
                  <a:pt x="396162" y="380059"/>
                </a:lnTo>
                <a:cubicBezTo>
                  <a:pt x="396162" y="378833"/>
                  <a:pt x="393691" y="377607"/>
                  <a:pt x="393691" y="377607"/>
                </a:cubicBezTo>
                <a:close/>
                <a:moveTo>
                  <a:pt x="477771" y="291614"/>
                </a:moveTo>
                <a:cubicBezTo>
                  <a:pt x="454444" y="291614"/>
                  <a:pt x="436028" y="310037"/>
                  <a:pt x="436028" y="333372"/>
                </a:cubicBezTo>
                <a:cubicBezTo>
                  <a:pt x="436028" y="356707"/>
                  <a:pt x="454444" y="376358"/>
                  <a:pt x="477771" y="376358"/>
                </a:cubicBezTo>
                <a:cubicBezTo>
                  <a:pt x="501098" y="376358"/>
                  <a:pt x="520742" y="356707"/>
                  <a:pt x="520742" y="333372"/>
                </a:cubicBezTo>
                <a:cubicBezTo>
                  <a:pt x="520742" y="310037"/>
                  <a:pt x="501098" y="291614"/>
                  <a:pt x="477771" y="291614"/>
                </a:cubicBezTo>
                <a:close/>
                <a:moveTo>
                  <a:pt x="185171" y="254231"/>
                </a:moveTo>
                <a:lnTo>
                  <a:pt x="164377" y="288572"/>
                </a:lnTo>
                <a:cubicBezTo>
                  <a:pt x="163154" y="291024"/>
                  <a:pt x="161931" y="292251"/>
                  <a:pt x="160708" y="294704"/>
                </a:cubicBezTo>
                <a:lnTo>
                  <a:pt x="160708" y="331497"/>
                </a:lnTo>
                <a:lnTo>
                  <a:pt x="220642" y="331497"/>
                </a:lnTo>
                <a:cubicBezTo>
                  <a:pt x="225535" y="331497"/>
                  <a:pt x="227981" y="327818"/>
                  <a:pt x="227981" y="322912"/>
                </a:cubicBezTo>
                <a:lnTo>
                  <a:pt x="227981" y="287345"/>
                </a:lnTo>
                <a:cubicBezTo>
                  <a:pt x="227981" y="270175"/>
                  <a:pt x="213303" y="254231"/>
                  <a:pt x="196179" y="254231"/>
                </a:cubicBezTo>
                <a:close/>
                <a:moveTo>
                  <a:pt x="138283" y="254231"/>
                </a:moveTo>
                <a:lnTo>
                  <a:pt x="152609" y="277909"/>
                </a:lnTo>
                <a:lnTo>
                  <a:pt x="166936" y="254231"/>
                </a:lnTo>
                <a:close/>
                <a:moveTo>
                  <a:pt x="110264" y="254231"/>
                </a:moveTo>
                <a:cubicBezTo>
                  <a:pt x="90694" y="254231"/>
                  <a:pt x="77239" y="270175"/>
                  <a:pt x="77239" y="287345"/>
                </a:cubicBezTo>
                <a:lnTo>
                  <a:pt x="77239" y="322912"/>
                </a:lnTo>
                <a:cubicBezTo>
                  <a:pt x="77239" y="327818"/>
                  <a:pt x="79685" y="331497"/>
                  <a:pt x="84578" y="331497"/>
                </a:cubicBezTo>
                <a:lnTo>
                  <a:pt x="144512" y="331497"/>
                </a:lnTo>
                <a:lnTo>
                  <a:pt x="144512" y="294704"/>
                </a:lnTo>
                <a:cubicBezTo>
                  <a:pt x="142066" y="292251"/>
                  <a:pt x="140843" y="291024"/>
                  <a:pt x="140843" y="288572"/>
                </a:cubicBezTo>
                <a:lnTo>
                  <a:pt x="120049" y="254231"/>
                </a:lnTo>
                <a:close/>
                <a:moveTo>
                  <a:pt x="110543" y="239276"/>
                </a:moveTo>
                <a:lnTo>
                  <a:pt x="195914" y="239276"/>
                </a:lnTo>
                <a:cubicBezTo>
                  <a:pt x="221897" y="239276"/>
                  <a:pt x="242930" y="261450"/>
                  <a:pt x="242930" y="287321"/>
                </a:cubicBezTo>
                <a:lnTo>
                  <a:pt x="242930" y="323046"/>
                </a:lnTo>
                <a:cubicBezTo>
                  <a:pt x="242930" y="336597"/>
                  <a:pt x="233032" y="346452"/>
                  <a:pt x="220659" y="346452"/>
                </a:cubicBezTo>
                <a:lnTo>
                  <a:pt x="84561" y="346452"/>
                </a:lnTo>
                <a:cubicBezTo>
                  <a:pt x="72188" y="346452"/>
                  <a:pt x="62290" y="336597"/>
                  <a:pt x="62290" y="323046"/>
                </a:cubicBezTo>
                <a:lnTo>
                  <a:pt x="62290" y="287321"/>
                </a:lnTo>
                <a:cubicBezTo>
                  <a:pt x="62290" y="261450"/>
                  <a:pt x="83323" y="239276"/>
                  <a:pt x="110543" y="239276"/>
                </a:cubicBezTo>
                <a:close/>
                <a:moveTo>
                  <a:pt x="156308" y="162010"/>
                </a:moveTo>
                <a:cubicBezTo>
                  <a:pt x="142819" y="171724"/>
                  <a:pt x="129329" y="179010"/>
                  <a:pt x="114613" y="182653"/>
                </a:cubicBezTo>
                <a:cubicBezTo>
                  <a:pt x="120745" y="198439"/>
                  <a:pt x="135461" y="209367"/>
                  <a:pt x="153855" y="209367"/>
                </a:cubicBezTo>
                <a:cubicBezTo>
                  <a:pt x="172250" y="209367"/>
                  <a:pt x="188193" y="198439"/>
                  <a:pt x="193098" y="181439"/>
                </a:cubicBezTo>
                <a:cubicBezTo>
                  <a:pt x="179608" y="179010"/>
                  <a:pt x="166119" y="172939"/>
                  <a:pt x="156308" y="162010"/>
                </a:cubicBezTo>
                <a:close/>
                <a:moveTo>
                  <a:pt x="182481" y="137085"/>
                </a:moveTo>
                <a:cubicBezTo>
                  <a:pt x="178906" y="143057"/>
                  <a:pt x="172948" y="147834"/>
                  <a:pt x="168182" y="152611"/>
                </a:cubicBezTo>
                <a:cubicBezTo>
                  <a:pt x="176523" y="159777"/>
                  <a:pt x="184865" y="164554"/>
                  <a:pt x="195589" y="165748"/>
                </a:cubicBezTo>
                <a:cubicBezTo>
                  <a:pt x="195589" y="155000"/>
                  <a:pt x="189631" y="145445"/>
                  <a:pt x="182481" y="137085"/>
                </a:cubicBezTo>
                <a:close/>
                <a:moveTo>
                  <a:pt x="153577" y="127115"/>
                </a:moveTo>
                <a:cubicBezTo>
                  <a:pt x="130411" y="127115"/>
                  <a:pt x="112122" y="145259"/>
                  <a:pt x="112122" y="167032"/>
                </a:cubicBezTo>
                <a:lnTo>
                  <a:pt x="112122" y="168241"/>
                </a:lnTo>
                <a:cubicBezTo>
                  <a:pt x="134069" y="160984"/>
                  <a:pt x="153577" y="147678"/>
                  <a:pt x="169428" y="129534"/>
                </a:cubicBezTo>
                <a:cubicBezTo>
                  <a:pt x="164551" y="127115"/>
                  <a:pt x="158455" y="127115"/>
                  <a:pt x="153577" y="127115"/>
                </a:cubicBezTo>
                <a:close/>
                <a:moveTo>
                  <a:pt x="153855" y="110914"/>
                </a:moveTo>
                <a:cubicBezTo>
                  <a:pt x="184662" y="110914"/>
                  <a:pt x="210539" y="136804"/>
                  <a:pt x="210539" y="167624"/>
                </a:cubicBezTo>
                <a:cubicBezTo>
                  <a:pt x="210539" y="171323"/>
                  <a:pt x="210539" y="172556"/>
                  <a:pt x="209307" y="175021"/>
                </a:cubicBezTo>
                <a:cubicBezTo>
                  <a:pt x="209307" y="176254"/>
                  <a:pt x="209307" y="176254"/>
                  <a:pt x="209307" y="177487"/>
                </a:cubicBezTo>
                <a:cubicBezTo>
                  <a:pt x="205610" y="204609"/>
                  <a:pt x="182197" y="225567"/>
                  <a:pt x="153855" y="225567"/>
                </a:cubicBezTo>
                <a:cubicBezTo>
                  <a:pt x="121817" y="225567"/>
                  <a:pt x="97172" y="199678"/>
                  <a:pt x="97172" y="167624"/>
                </a:cubicBezTo>
                <a:cubicBezTo>
                  <a:pt x="97172" y="136804"/>
                  <a:pt x="121817" y="110914"/>
                  <a:pt x="153855" y="110914"/>
                </a:cubicBezTo>
                <a:close/>
                <a:moveTo>
                  <a:pt x="442889" y="51095"/>
                </a:moveTo>
                <a:cubicBezTo>
                  <a:pt x="418369" y="51095"/>
                  <a:pt x="404883" y="58473"/>
                  <a:pt x="404883" y="62162"/>
                </a:cubicBezTo>
                <a:lnTo>
                  <a:pt x="404883" y="143316"/>
                </a:lnTo>
                <a:lnTo>
                  <a:pt x="415917" y="140857"/>
                </a:lnTo>
                <a:cubicBezTo>
                  <a:pt x="435533" y="135938"/>
                  <a:pt x="455150" y="135938"/>
                  <a:pt x="474766" y="140857"/>
                </a:cubicBezTo>
                <a:lnTo>
                  <a:pt x="482122" y="143316"/>
                </a:lnTo>
                <a:lnTo>
                  <a:pt x="482122" y="62162"/>
                </a:lnTo>
                <a:cubicBezTo>
                  <a:pt x="480896" y="58473"/>
                  <a:pt x="468636" y="51095"/>
                  <a:pt x="442889" y="51095"/>
                </a:cubicBezTo>
                <a:close/>
                <a:moveTo>
                  <a:pt x="349445" y="51095"/>
                </a:moveTo>
                <a:cubicBezTo>
                  <a:pt x="324919" y="51095"/>
                  <a:pt x="312656" y="58473"/>
                  <a:pt x="310203" y="62162"/>
                </a:cubicBezTo>
                <a:lnTo>
                  <a:pt x="310203" y="143316"/>
                </a:lnTo>
                <a:lnTo>
                  <a:pt x="322466" y="140857"/>
                </a:lnTo>
                <a:cubicBezTo>
                  <a:pt x="342088" y="135938"/>
                  <a:pt x="361709" y="135938"/>
                  <a:pt x="381330" y="140857"/>
                </a:cubicBezTo>
                <a:lnTo>
                  <a:pt x="388688" y="143316"/>
                </a:lnTo>
                <a:lnTo>
                  <a:pt x="388688" y="62162"/>
                </a:lnTo>
                <a:cubicBezTo>
                  <a:pt x="387462" y="58473"/>
                  <a:pt x="373972" y="51095"/>
                  <a:pt x="349445" y="51095"/>
                </a:cubicBezTo>
                <a:close/>
                <a:moveTo>
                  <a:pt x="349737" y="37387"/>
                </a:moveTo>
                <a:cubicBezTo>
                  <a:pt x="368309" y="37387"/>
                  <a:pt x="385642" y="41088"/>
                  <a:pt x="396785" y="48491"/>
                </a:cubicBezTo>
                <a:cubicBezTo>
                  <a:pt x="406690" y="41088"/>
                  <a:pt x="425261" y="37387"/>
                  <a:pt x="442595" y="37387"/>
                </a:cubicBezTo>
                <a:cubicBezTo>
                  <a:pt x="468595" y="37387"/>
                  <a:pt x="495833" y="44790"/>
                  <a:pt x="497071" y="60829"/>
                </a:cubicBezTo>
                <a:lnTo>
                  <a:pt x="497071" y="62063"/>
                </a:lnTo>
                <a:lnTo>
                  <a:pt x="497071" y="152128"/>
                </a:lnTo>
                <a:lnTo>
                  <a:pt x="497071" y="153362"/>
                </a:lnTo>
                <a:lnTo>
                  <a:pt x="497071" y="154595"/>
                </a:lnTo>
                <a:lnTo>
                  <a:pt x="495833" y="155829"/>
                </a:lnTo>
                <a:lnTo>
                  <a:pt x="495833" y="157063"/>
                </a:lnTo>
                <a:cubicBezTo>
                  <a:pt x="495833" y="157063"/>
                  <a:pt x="494595" y="158297"/>
                  <a:pt x="493357" y="158297"/>
                </a:cubicBezTo>
                <a:cubicBezTo>
                  <a:pt x="493357" y="159530"/>
                  <a:pt x="492119" y="159530"/>
                  <a:pt x="492119" y="159530"/>
                </a:cubicBezTo>
                <a:cubicBezTo>
                  <a:pt x="490881" y="160764"/>
                  <a:pt x="489642" y="160764"/>
                  <a:pt x="489642" y="160764"/>
                </a:cubicBezTo>
                <a:cubicBezTo>
                  <a:pt x="488404" y="160764"/>
                  <a:pt x="488404" y="160764"/>
                  <a:pt x="487166" y="160764"/>
                </a:cubicBezTo>
                <a:lnTo>
                  <a:pt x="471071" y="155829"/>
                </a:lnTo>
                <a:cubicBezTo>
                  <a:pt x="453738" y="152128"/>
                  <a:pt x="435166" y="150894"/>
                  <a:pt x="417833" y="155829"/>
                </a:cubicBezTo>
                <a:lnTo>
                  <a:pt x="398023" y="160764"/>
                </a:lnTo>
                <a:lnTo>
                  <a:pt x="396785" y="160764"/>
                </a:lnTo>
                <a:lnTo>
                  <a:pt x="395547" y="160764"/>
                </a:lnTo>
                <a:lnTo>
                  <a:pt x="394309" y="160764"/>
                </a:lnTo>
                <a:lnTo>
                  <a:pt x="378214" y="155829"/>
                </a:lnTo>
                <a:cubicBezTo>
                  <a:pt x="360880" y="152128"/>
                  <a:pt x="342309" y="150894"/>
                  <a:pt x="326213" y="155829"/>
                </a:cubicBezTo>
                <a:lnTo>
                  <a:pt x="305166" y="160764"/>
                </a:lnTo>
                <a:lnTo>
                  <a:pt x="303928" y="160764"/>
                </a:lnTo>
                <a:lnTo>
                  <a:pt x="302689" y="160764"/>
                </a:lnTo>
                <a:lnTo>
                  <a:pt x="301451" y="160764"/>
                </a:lnTo>
                <a:cubicBezTo>
                  <a:pt x="301451" y="159530"/>
                  <a:pt x="300213" y="159530"/>
                  <a:pt x="300213" y="159530"/>
                </a:cubicBezTo>
                <a:cubicBezTo>
                  <a:pt x="300213" y="159530"/>
                  <a:pt x="300213" y="159530"/>
                  <a:pt x="298975" y="158297"/>
                </a:cubicBezTo>
                <a:cubicBezTo>
                  <a:pt x="298975" y="158297"/>
                  <a:pt x="298975" y="158297"/>
                  <a:pt x="297737" y="158297"/>
                </a:cubicBezTo>
                <a:lnTo>
                  <a:pt x="297737" y="157063"/>
                </a:lnTo>
                <a:lnTo>
                  <a:pt x="296499" y="155829"/>
                </a:lnTo>
                <a:lnTo>
                  <a:pt x="296499" y="154595"/>
                </a:lnTo>
                <a:cubicBezTo>
                  <a:pt x="296499" y="154595"/>
                  <a:pt x="296499" y="154595"/>
                  <a:pt x="296499" y="153362"/>
                </a:cubicBezTo>
                <a:cubicBezTo>
                  <a:pt x="296499" y="153362"/>
                  <a:pt x="296499" y="153362"/>
                  <a:pt x="296499" y="152128"/>
                </a:cubicBezTo>
                <a:lnTo>
                  <a:pt x="296499" y="62063"/>
                </a:lnTo>
                <a:lnTo>
                  <a:pt x="296499" y="60829"/>
                </a:lnTo>
                <a:cubicBezTo>
                  <a:pt x="297737" y="44790"/>
                  <a:pt x="324975" y="37387"/>
                  <a:pt x="349737" y="37387"/>
                </a:cubicBezTo>
                <a:close/>
                <a:moveTo>
                  <a:pt x="260349" y="14954"/>
                </a:moveTo>
                <a:cubicBezTo>
                  <a:pt x="257869" y="14954"/>
                  <a:pt x="255388" y="17432"/>
                  <a:pt x="255388" y="19909"/>
                </a:cubicBezTo>
                <a:lnTo>
                  <a:pt x="255388" y="178471"/>
                </a:lnTo>
                <a:cubicBezTo>
                  <a:pt x="255388" y="180949"/>
                  <a:pt x="257869" y="183426"/>
                  <a:pt x="260349" y="183426"/>
                </a:cubicBezTo>
                <a:lnTo>
                  <a:pt x="367018" y="183426"/>
                </a:lnTo>
                <a:cubicBezTo>
                  <a:pt x="369498" y="183426"/>
                  <a:pt x="371979" y="184665"/>
                  <a:pt x="373219" y="188381"/>
                </a:cubicBezTo>
                <a:lnTo>
                  <a:pt x="388103" y="221828"/>
                </a:lnTo>
                <a:lnTo>
                  <a:pt x="401747" y="188381"/>
                </a:lnTo>
                <a:cubicBezTo>
                  <a:pt x="401747" y="184665"/>
                  <a:pt x="405468" y="183426"/>
                  <a:pt x="407948" y="183426"/>
                </a:cubicBezTo>
                <a:lnTo>
                  <a:pt x="533222" y="183426"/>
                </a:lnTo>
                <a:cubicBezTo>
                  <a:pt x="535702" y="183426"/>
                  <a:pt x="538183" y="180949"/>
                  <a:pt x="538183" y="178471"/>
                </a:cubicBezTo>
                <a:lnTo>
                  <a:pt x="538183" y="19909"/>
                </a:lnTo>
                <a:cubicBezTo>
                  <a:pt x="538183" y="17432"/>
                  <a:pt x="535702" y="14954"/>
                  <a:pt x="533222" y="14954"/>
                </a:cubicBezTo>
                <a:close/>
                <a:moveTo>
                  <a:pt x="259803" y="0"/>
                </a:moveTo>
                <a:lnTo>
                  <a:pt x="533281" y="0"/>
                </a:lnTo>
                <a:cubicBezTo>
                  <a:pt x="544468" y="0"/>
                  <a:pt x="553170" y="8703"/>
                  <a:pt x="553170" y="19892"/>
                </a:cubicBezTo>
                <a:lnTo>
                  <a:pt x="553170" y="179029"/>
                </a:lnTo>
                <a:cubicBezTo>
                  <a:pt x="553170" y="190218"/>
                  <a:pt x="544468" y="198921"/>
                  <a:pt x="533281" y="198921"/>
                </a:cubicBezTo>
                <a:lnTo>
                  <a:pt x="489773" y="198921"/>
                </a:lnTo>
                <a:lnTo>
                  <a:pt x="489773" y="277246"/>
                </a:lnTo>
                <a:cubicBezTo>
                  <a:pt x="514634" y="282219"/>
                  <a:pt x="534524" y="305841"/>
                  <a:pt x="534524" y="333193"/>
                </a:cubicBezTo>
                <a:cubicBezTo>
                  <a:pt x="534524" y="364274"/>
                  <a:pt x="509662" y="390382"/>
                  <a:pt x="477342" y="390382"/>
                </a:cubicBezTo>
                <a:cubicBezTo>
                  <a:pt x="445022" y="390382"/>
                  <a:pt x="420161" y="364274"/>
                  <a:pt x="420161" y="333193"/>
                </a:cubicBezTo>
                <a:cubicBezTo>
                  <a:pt x="420161" y="302111"/>
                  <a:pt x="443779" y="277246"/>
                  <a:pt x="474856" y="276003"/>
                </a:cubicBezTo>
                <a:lnTo>
                  <a:pt x="474856" y="198921"/>
                </a:lnTo>
                <a:lnTo>
                  <a:pt x="413945" y="198921"/>
                </a:lnTo>
                <a:lnTo>
                  <a:pt x="402757" y="227516"/>
                </a:lnTo>
                <a:cubicBezTo>
                  <a:pt x="400271" y="233732"/>
                  <a:pt x="395299" y="237462"/>
                  <a:pt x="389084" y="237462"/>
                </a:cubicBezTo>
                <a:lnTo>
                  <a:pt x="387840" y="237462"/>
                </a:lnTo>
                <a:cubicBezTo>
                  <a:pt x="382868" y="237462"/>
                  <a:pt x="376653" y="233732"/>
                  <a:pt x="374167" y="227516"/>
                </a:cubicBezTo>
                <a:lnTo>
                  <a:pt x="361736" y="198921"/>
                </a:lnTo>
                <a:lnTo>
                  <a:pt x="259803" y="198921"/>
                </a:lnTo>
                <a:cubicBezTo>
                  <a:pt x="248616" y="198921"/>
                  <a:pt x="239914" y="190218"/>
                  <a:pt x="239914" y="179029"/>
                </a:cubicBezTo>
                <a:lnTo>
                  <a:pt x="239914" y="62163"/>
                </a:lnTo>
                <a:lnTo>
                  <a:pt x="33563" y="62163"/>
                </a:lnTo>
                <a:cubicBezTo>
                  <a:pt x="23618" y="62163"/>
                  <a:pt x="13674" y="70866"/>
                  <a:pt x="13674" y="82055"/>
                </a:cubicBezTo>
                <a:lnTo>
                  <a:pt x="13674" y="375463"/>
                </a:lnTo>
                <a:cubicBezTo>
                  <a:pt x="13674" y="386653"/>
                  <a:pt x="23618" y="395355"/>
                  <a:pt x="33563" y="395355"/>
                </a:cubicBezTo>
                <a:lnTo>
                  <a:pt x="232456" y="395355"/>
                </a:lnTo>
                <a:lnTo>
                  <a:pt x="232456" y="379193"/>
                </a:lnTo>
                <a:cubicBezTo>
                  <a:pt x="232456" y="370490"/>
                  <a:pt x="239914" y="363031"/>
                  <a:pt x="248616" y="363031"/>
                </a:cubicBezTo>
                <a:lnTo>
                  <a:pt x="394056" y="363031"/>
                </a:lnTo>
                <a:cubicBezTo>
                  <a:pt x="402757" y="363031"/>
                  <a:pt x="410216" y="370490"/>
                  <a:pt x="410216" y="379193"/>
                </a:cubicBezTo>
                <a:lnTo>
                  <a:pt x="410216" y="417734"/>
                </a:lnTo>
                <a:cubicBezTo>
                  <a:pt x="417674" y="414004"/>
                  <a:pt x="426376" y="412761"/>
                  <a:pt x="433834" y="412761"/>
                </a:cubicBezTo>
                <a:lnTo>
                  <a:pt x="520850" y="412761"/>
                </a:lnTo>
                <a:cubicBezTo>
                  <a:pt x="548198" y="412761"/>
                  <a:pt x="570573" y="433896"/>
                  <a:pt x="570573" y="461248"/>
                </a:cubicBezTo>
                <a:lnTo>
                  <a:pt x="570573" y="496059"/>
                </a:lnTo>
                <a:cubicBezTo>
                  <a:pt x="570573" y="509735"/>
                  <a:pt x="558142" y="520924"/>
                  <a:pt x="544468" y="520924"/>
                </a:cubicBezTo>
                <a:lnTo>
                  <a:pt x="410216" y="520924"/>
                </a:lnTo>
                <a:lnTo>
                  <a:pt x="279693" y="520924"/>
                </a:lnTo>
                <a:cubicBezTo>
                  <a:pt x="274720" y="520924"/>
                  <a:pt x="269748" y="518438"/>
                  <a:pt x="267262" y="513465"/>
                </a:cubicBezTo>
                <a:lnTo>
                  <a:pt x="236185" y="461248"/>
                </a:lnTo>
                <a:cubicBezTo>
                  <a:pt x="234942" y="458761"/>
                  <a:pt x="233699" y="457518"/>
                  <a:pt x="233699" y="455032"/>
                </a:cubicBezTo>
                <a:cubicBezTo>
                  <a:pt x="232456" y="452545"/>
                  <a:pt x="232456" y="451302"/>
                  <a:pt x="232456" y="450059"/>
                </a:cubicBezTo>
                <a:lnTo>
                  <a:pt x="232456" y="410274"/>
                </a:lnTo>
                <a:lnTo>
                  <a:pt x="33563" y="410274"/>
                </a:lnTo>
                <a:cubicBezTo>
                  <a:pt x="14917" y="410274"/>
                  <a:pt x="0" y="394112"/>
                  <a:pt x="0" y="375463"/>
                </a:cubicBezTo>
                <a:lnTo>
                  <a:pt x="0" y="82055"/>
                </a:lnTo>
                <a:cubicBezTo>
                  <a:pt x="0" y="62163"/>
                  <a:pt x="14917" y="47244"/>
                  <a:pt x="33563" y="47244"/>
                </a:cubicBezTo>
                <a:lnTo>
                  <a:pt x="239914" y="47244"/>
                </a:lnTo>
                <a:lnTo>
                  <a:pt x="239914" y="19892"/>
                </a:lnTo>
                <a:cubicBezTo>
                  <a:pt x="239914" y="8703"/>
                  <a:pt x="248616" y="0"/>
                  <a:pt x="259803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BF54D770-8E22-DF43-A3BC-0E74266BE38F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401" name="TextBox 400">
            <a:extLst>
              <a:ext uri="{FF2B5EF4-FFF2-40B4-BE49-F238E27FC236}">
                <a16:creationId xmlns:a16="http://schemas.microsoft.com/office/drawing/2014/main" id="{B63E4026-B943-FA42-A8AF-41CD257E4ECC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402" name="TextBox 401">
            <a:extLst>
              <a:ext uri="{FF2B5EF4-FFF2-40B4-BE49-F238E27FC236}">
                <a16:creationId xmlns:a16="http://schemas.microsoft.com/office/drawing/2014/main" id="{A9148E88-4456-B64F-B900-DC92544F6EC4}"/>
              </a:ext>
            </a:extLst>
          </p:cNvPr>
          <p:cNvSpPr txBox="1"/>
          <p:nvPr/>
        </p:nvSpPr>
        <p:spPr>
          <a:xfrm>
            <a:off x="2013027" y="3592968"/>
            <a:ext cx="2243089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403" name="TextBox 402">
            <a:extLst>
              <a:ext uri="{FF2B5EF4-FFF2-40B4-BE49-F238E27FC236}">
                <a16:creationId xmlns:a16="http://schemas.microsoft.com/office/drawing/2014/main" id="{214FC3EC-44F3-4D48-8818-664E8B21B8F0}"/>
              </a:ext>
            </a:extLst>
          </p:cNvPr>
          <p:cNvSpPr txBox="1"/>
          <p:nvPr/>
        </p:nvSpPr>
        <p:spPr>
          <a:xfrm>
            <a:off x="2013027" y="4499197"/>
            <a:ext cx="366456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29944E05-4864-EA4B-A29C-9904CE7D4CE8}"/>
              </a:ext>
            </a:extLst>
          </p:cNvPr>
          <p:cNvSpPr txBox="1"/>
          <p:nvPr/>
        </p:nvSpPr>
        <p:spPr>
          <a:xfrm>
            <a:off x="7682306" y="3592968"/>
            <a:ext cx="2243089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405" name="TextBox 404">
            <a:extLst>
              <a:ext uri="{FF2B5EF4-FFF2-40B4-BE49-F238E27FC236}">
                <a16:creationId xmlns:a16="http://schemas.microsoft.com/office/drawing/2014/main" id="{12CC4BBE-C936-644E-9501-B0DA37810E6C}"/>
              </a:ext>
            </a:extLst>
          </p:cNvPr>
          <p:cNvSpPr txBox="1"/>
          <p:nvPr/>
        </p:nvSpPr>
        <p:spPr>
          <a:xfrm>
            <a:off x="7682306" y="4499197"/>
            <a:ext cx="366456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406" name="TextBox 405">
            <a:extLst>
              <a:ext uri="{FF2B5EF4-FFF2-40B4-BE49-F238E27FC236}">
                <a16:creationId xmlns:a16="http://schemas.microsoft.com/office/drawing/2014/main" id="{E0DA2F07-D36C-AC46-9807-0A8DF61B9D8F}"/>
              </a:ext>
            </a:extLst>
          </p:cNvPr>
          <p:cNvSpPr txBox="1"/>
          <p:nvPr/>
        </p:nvSpPr>
        <p:spPr>
          <a:xfrm>
            <a:off x="13351589" y="3592968"/>
            <a:ext cx="2243089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38765A4B-F272-8B40-916C-53552BD25D99}"/>
              </a:ext>
            </a:extLst>
          </p:cNvPr>
          <p:cNvSpPr txBox="1"/>
          <p:nvPr/>
        </p:nvSpPr>
        <p:spPr>
          <a:xfrm>
            <a:off x="13351589" y="4499197"/>
            <a:ext cx="366456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  <p:sp>
        <p:nvSpPr>
          <p:cNvPr id="408" name="TextBox 407">
            <a:extLst>
              <a:ext uri="{FF2B5EF4-FFF2-40B4-BE49-F238E27FC236}">
                <a16:creationId xmlns:a16="http://schemas.microsoft.com/office/drawing/2014/main" id="{715D5FD4-E060-524E-8A73-93C60E28F715}"/>
              </a:ext>
            </a:extLst>
          </p:cNvPr>
          <p:cNvSpPr txBox="1"/>
          <p:nvPr/>
        </p:nvSpPr>
        <p:spPr>
          <a:xfrm>
            <a:off x="19020870" y="3592968"/>
            <a:ext cx="2243089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04</a:t>
            </a:r>
          </a:p>
        </p:txBody>
      </p:sp>
      <p:sp>
        <p:nvSpPr>
          <p:cNvPr id="409" name="TextBox 408">
            <a:extLst>
              <a:ext uri="{FF2B5EF4-FFF2-40B4-BE49-F238E27FC236}">
                <a16:creationId xmlns:a16="http://schemas.microsoft.com/office/drawing/2014/main" id="{3875ED29-C29F-6240-878E-86F49C7DDE3F}"/>
              </a:ext>
            </a:extLst>
          </p:cNvPr>
          <p:cNvSpPr txBox="1"/>
          <p:nvPr/>
        </p:nvSpPr>
        <p:spPr>
          <a:xfrm>
            <a:off x="19020870" y="4499197"/>
            <a:ext cx="3664565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 and charts.</a:t>
            </a:r>
          </a:p>
        </p:txBody>
      </p:sp>
    </p:spTree>
    <p:extLst>
      <p:ext uri="{BB962C8B-B14F-4D97-AF65-F5344CB8AC3E}">
        <p14:creationId xmlns:p14="http://schemas.microsoft.com/office/powerpoint/2010/main" val="222670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D8C63EE-93B5-7840-BDA8-09E56FEF3E77}"/>
              </a:ext>
            </a:extLst>
          </p:cNvPr>
          <p:cNvGrpSpPr/>
          <p:nvPr/>
        </p:nvGrpSpPr>
        <p:grpSpPr>
          <a:xfrm>
            <a:off x="4743980" y="6530676"/>
            <a:ext cx="14889871" cy="6441325"/>
            <a:chOff x="4743980" y="6530676"/>
            <a:chExt cx="14889871" cy="644132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F212FC8-33C0-8546-BC68-52D48CA5B67E}"/>
                </a:ext>
              </a:extLst>
            </p:cNvPr>
            <p:cNvGrpSpPr/>
            <p:nvPr/>
          </p:nvGrpSpPr>
          <p:grpSpPr>
            <a:xfrm>
              <a:off x="4807443" y="6530676"/>
              <a:ext cx="14826408" cy="6067457"/>
              <a:chOff x="4807443" y="6530676"/>
              <a:chExt cx="14826408" cy="6067457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48F03D53-FFE0-9C4F-84FC-64569A21CE96}"/>
                  </a:ext>
                </a:extLst>
              </p:cNvPr>
              <p:cNvSpPr/>
              <p:nvPr/>
            </p:nvSpPr>
            <p:spPr>
              <a:xfrm>
                <a:off x="4816231" y="6538962"/>
                <a:ext cx="14809972" cy="60504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889" h="4856">
                    <a:moveTo>
                      <a:pt x="2368" y="1793"/>
                    </a:moveTo>
                    <a:cubicBezTo>
                      <a:pt x="2368" y="1793"/>
                      <a:pt x="2289" y="1395"/>
                      <a:pt x="1843" y="1434"/>
                    </a:cubicBezTo>
                    <a:cubicBezTo>
                      <a:pt x="771" y="1528"/>
                      <a:pt x="-685" y="3881"/>
                      <a:pt x="361" y="4597"/>
                    </a:cubicBezTo>
                    <a:cubicBezTo>
                      <a:pt x="1036" y="5060"/>
                      <a:pt x="3701" y="4761"/>
                      <a:pt x="6491" y="4761"/>
                    </a:cubicBezTo>
                    <a:cubicBezTo>
                      <a:pt x="8483" y="4761"/>
                      <a:pt x="10237" y="4850"/>
                      <a:pt x="10659" y="4642"/>
                    </a:cubicBezTo>
                    <a:cubicBezTo>
                      <a:pt x="11128" y="4412"/>
                      <a:pt x="11502" y="3729"/>
                      <a:pt x="11756" y="2984"/>
                    </a:cubicBezTo>
                    <a:cubicBezTo>
                      <a:pt x="12026" y="2188"/>
                      <a:pt x="11912" y="1569"/>
                      <a:pt x="11147" y="1635"/>
                    </a:cubicBezTo>
                    <a:cubicBezTo>
                      <a:pt x="10627" y="1680"/>
                      <a:pt x="11005" y="800"/>
                      <a:pt x="10802" y="384"/>
                    </a:cubicBezTo>
                    <a:cubicBezTo>
                      <a:pt x="10698" y="169"/>
                      <a:pt x="10362" y="-288"/>
                      <a:pt x="9076" y="260"/>
                    </a:cubicBezTo>
                    <a:cubicBezTo>
                      <a:pt x="8067" y="687"/>
                      <a:pt x="7334" y="998"/>
                      <a:pt x="6965" y="873"/>
                    </a:cubicBezTo>
                    <a:cubicBezTo>
                      <a:pt x="6565" y="738"/>
                      <a:pt x="4606" y="-1084"/>
                      <a:pt x="2368" y="179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5" name="Freeform 374">
                <a:extLst>
                  <a:ext uri="{FF2B5EF4-FFF2-40B4-BE49-F238E27FC236}">
                    <a16:creationId xmlns:a16="http://schemas.microsoft.com/office/drawing/2014/main" id="{EEAE7D8F-C47A-C44B-B376-DECB41818F87}"/>
                  </a:ext>
                </a:extLst>
              </p:cNvPr>
              <p:cNvSpPr/>
              <p:nvPr/>
            </p:nvSpPr>
            <p:spPr>
              <a:xfrm>
                <a:off x="4807443" y="6530676"/>
                <a:ext cx="14826408" cy="6067457"/>
              </a:xfrm>
              <a:custGeom>
                <a:avLst/>
                <a:gdLst>
                  <a:gd name="connsiteX0" fmla="*/ 12619735 w 14826408"/>
                  <a:gd name="connsiteY0" fmla="*/ 15904 h 6067457"/>
                  <a:gd name="connsiteX1" fmla="*/ 11317137 w 14826408"/>
                  <a:gd name="connsiteY1" fmla="*/ 338474 h 6067457"/>
                  <a:gd name="connsiteX2" fmla="*/ 8925418 w 14826408"/>
                  <a:gd name="connsiteY2" fmla="*/ 1139633 h 6067457"/>
                  <a:gd name="connsiteX3" fmla="*/ 8682509 w 14826408"/>
                  <a:gd name="connsiteY3" fmla="*/ 1104746 h 6067457"/>
                  <a:gd name="connsiteX4" fmla="*/ 8376071 w 14826408"/>
                  <a:gd name="connsiteY4" fmla="*/ 940278 h 6067457"/>
                  <a:gd name="connsiteX5" fmla="*/ 7506581 w 14826408"/>
                  <a:gd name="connsiteY5" fmla="*/ 492974 h 6067457"/>
                  <a:gd name="connsiteX6" fmla="*/ 6250929 w 14826408"/>
                  <a:gd name="connsiteY6" fmla="*/ 241288 h 6067457"/>
                  <a:gd name="connsiteX7" fmla="*/ 2963561 w 14826408"/>
                  <a:gd name="connsiteY7" fmla="*/ 2247302 h 6067457"/>
                  <a:gd name="connsiteX8" fmla="*/ 2954842 w 14826408"/>
                  <a:gd name="connsiteY8" fmla="*/ 2251040 h 6067457"/>
                  <a:gd name="connsiteX9" fmla="*/ 2948613 w 14826408"/>
                  <a:gd name="connsiteY9" fmla="*/ 2243564 h 6067457"/>
                  <a:gd name="connsiteX10" fmla="*/ 2831518 w 14826408"/>
                  <a:gd name="connsiteY10" fmla="*/ 2005583 h 6067457"/>
                  <a:gd name="connsiteX11" fmla="*/ 2379334 w 14826408"/>
                  <a:gd name="connsiteY11" fmla="*/ 1799998 h 6067457"/>
                  <a:gd name="connsiteX12" fmla="*/ 2304593 w 14826408"/>
                  <a:gd name="connsiteY12" fmla="*/ 1803736 h 6067457"/>
                  <a:gd name="connsiteX13" fmla="*/ 986656 w 14826408"/>
                  <a:gd name="connsiteY13" fmla="*/ 2631061 h 6067457"/>
                  <a:gd name="connsiteX14" fmla="*/ 93499 w 14826408"/>
                  <a:gd name="connsiteY14" fmla="*/ 4238364 h 6067457"/>
                  <a:gd name="connsiteX15" fmla="*/ 46163 w 14826408"/>
                  <a:gd name="connsiteY15" fmla="*/ 5095592 h 6067457"/>
                  <a:gd name="connsiteX16" fmla="*/ 462223 w 14826408"/>
                  <a:gd name="connsiteY16" fmla="*/ 5728546 h 6067457"/>
                  <a:gd name="connsiteX17" fmla="*/ 2140162 w 14826408"/>
                  <a:gd name="connsiteY17" fmla="*/ 6041284 h 6067457"/>
                  <a:gd name="connsiteX18" fmla="*/ 5040121 w 14826408"/>
                  <a:gd name="connsiteY18" fmla="*/ 5997675 h 6067457"/>
                  <a:gd name="connsiteX19" fmla="*/ 8094545 w 14826408"/>
                  <a:gd name="connsiteY19" fmla="*/ 5932884 h 6067457"/>
                  <a:gd name="connsiteX20" fmla="*/ 9842244 w 14826408"/>
                  <a:gd name="connsiteY20" fmla="*/ 5944098 h 6067457"/>
                  <a:gd name="connsiteX21" fmla="*/ 13282831 w 14826408"/>
                  <a:gd name="connsiteY21" fmla="*/ 5784614 h 6067457"/>
                  <a:gd name="connsiteX22" fmla="*/ 14062631 w 14826408"/>
                  <a:gd name="connsiteY22" fmla="*/ 4994668 h 6067457"/>
                  <a:gd name="connsiteX23" fmla="*/ 14644365 w 14826408"/>
                  <a:gd name="connsiteY23" fmla="*/ 3722532 h 6067457"/>
                  <a:gd name="connsiteX24" fmla="*/ 14646857 w 14826408"/>
                  <a:gd name="connsiteY24" fmla="*/ 2299632 h 6067457"/>
                  <a:gd name="connsiteX25" fmla="*/ 13894463 w 14826408"/>
                  <a:gd name="connsiteY25" fmla="*/ 2054176 h 6067457"/>
                  <a:gd name="connsiteX26" fmla="*/ 13639097 w 14826408"/>
                  <a:gd name="connsiteY26" fmla="*/ 1983156 h 6067457"/>
                  <a:gd name="connsiteX27" fmla="*/ 13530721 w 14826408"/>
                  <a:gd name="connsiteY27" fmla="*/ 1266722 h 6067457"/>
                  <a:gd name="connsiteX28" fmla="*/ 13457227 w 14826408"/>
                  <a:gd name="connsiteY28" fmla="*/ 489236 h 6067457"/>
                  <a:gd name="connsiteX29" fmla="*/ 12939021 w 14826408"/>
                  <a:gd name="connsiteY29" fmla="*/ 59376 h 6067457"/>
                  <a:gd name="connsiteX30" fmla="*/ 12619735 w 14826408"/>
                  <a:gd name="connsiteY30" fmla="*/ 15904 h 6067457"/>
                  <a:gd name="connsiteX31" fmla="*/ 12622983 w 14826408"/>
                  <a:gd name="connsiteY31" fmla="*/ 248 h 6067457"/>
                  <a:gd name="connsiteX32" fmla="*/ 12945247 w 14826408"/>
                  <a:gd name="connsiteY32" fmla="*/ 44421 h 6067457"/>
                  <a:gd name="connsiteX33" fmla="*/ 13473417 w 14826408"/>
                  <a:gd name="connsiteY33" fmla="*/ 483004 h 6067457"/>
                  <a:gd name="connsiteX34" fmla="*/ 13548159 w 14826408"/>
                  <a:gd name="connsiteY34" fmla="*/ 1267967 h 6067457"/>
                  <a:gd name="connsiteX35" fmla="*/ 13651551 w 14826408"/>
                  <a:gd name="connsiteY35" fmla="*/ 1971942 h 6067457"/>
                  <a:gd name="connsiteX36" fmla="*/ 13893215 w 14826408"/>
                  <a:gd name="connsiteY36" fmla="*/ 2037979 h 6067457"/>
                  <a:gd name="connsiteX37" fmla="*/ 14660557 w 14826408"/>
                  <a:gd name="connsiteY37" fmla="*/ 2289665 h 6067457"/>
                  <a:gd name="connsiteX38" fmla="*/ 14826233 w 14826408"/>
                  <a:gd name="connsiteY38" fmla="*/ 2892716 h 6067457"/>
                  <a:gd name="connsiteX39" fmla="*/ 14660557 w 14826408"/>
                  <a:gd name="connsiteY39" fmla="*/ 3728765 h 6067457"/>
                  <a:gd name="connsiteX40" fmla="*/ 14077577 w 14826408"/>
                  <a:gd name="connsiteY40" fmla="*/ 5004642 h 6067457"/>
                  <a:gd name="connsiteX41" fmla="*/ 13291549 w 14826408"/>
                  <a:gd name="connsiteY41" fmla="*/ 5800818 h 6067457"/>
                  <a:gd name="connsiteX42" fmla="*/ 9842240 w 14826408"/>
                  <a:gd name="connsiteY42" fmla="*/ 5962795 h 6067457"/>
                  <a:gd name="connsiteX43" fmla="*/ 8095787 w 14826408"/>
                  <a:gd name="connsiteY43" fmla="*/ 5949090 h 6067457"/>
                  <a:gd name="connsiteX44" fmla="*/ 5042608 w 14826408"/>
                  <a:gd name="connsiteY44" fmla="*/ 6015126 h 6067457"/>
                  <a:gd name="connsiteX45" fmla="*/ 2774213 w 14826408"/>
                  <a:gd name="connsiteY45" fmla="*/ 6067457 h 6067457"/>
                  <a:gd name="connsiteX46" fmla="*/ 453498 w 14826408"/>
                  <a:gd name="connsiteY46" fmla="*/ 5743504 h 6067457"/>
                  <a:gd name="connsiteX47" fmla="*/ 29964 w 14826408"/>
                  <a:gd name="connsiteY47" fmla="*/ 5099336 h 6067457"/>
                  <a:gd name="connsiteX48" fmla="*/ 78546 w 14826408"/>
                  <a:gd name="connsiteY48" fmla="*/ 4234630 h 6067457"/>
                  <a:gd name="connsiteX49" fmla="*/ 975440 w 14826408"/>
                  <a:gd name="connsiteY49" fmla="*/ 2619848 h 6067457"/>
                  <a:gd name="connsiteX50" fmla="*/ 2303342 w 14826408"/>
                  <a:gd name="connsiteY50" fmla="*/ 1787538 h 6067457"/>
                  <a:gd name="connsiteX51" fmla="*/ 2846462 w 14826408"/>
                  <a:gd name="connsiteY51" fmla="*/ 1996862 h 6067457"/>
                  <a:gd name="connsiteX52" fmla="*/ 2962311 w 14826408"/>
                  <a:gd name="connsiteY52" fmla="*/ 2222383 h 6067457"/>
                  <a:gd name="connsiteX53" fmla="*/ 6252171 w 14826408"/>
                  <a:gd name="connsiteY53" fmla="*/ 225087 h 6067457"/>
                  <a:gd name="connsiteX54" fmla="*/ 7514051 w 14826408"/>
                  <a:gd name="connsiteY54" fmla="*/ 478020 h 6067457"/>
                  <a:gd name="connsiteX55" fmla="*/ 8386032 w 14826408"/>
                  <a:gd name="connsiteY55" fmla="*/ 926571 h 6067457"/>
                  <a:gd name="connsiteX56" fmla="*/ 8689980 w 14826408"/>
                  <a:gd name="connsiteY56" fmla="*/ 1089793 h 6067457"/>
                  <a:gd name="connsiteX57" fmla="*/ 11312151 w 14826408"/>
                  <a:gd name="connsiteY57" fmla="*/ 323519 h 6067457"/>
                  <a:gd name="connsiteX58" fmla="*/ 12622983 w 14826408"/>
                  <a:gd name="connsiteY58" fmla="*/ 248 h 60674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</a:cxnLst>
                <a:rect l="l" t="t" r="r" b="b"/>
                <a:pathLst>
                  <a:path w="14826408" h="6067457">
                    <a:moveTo>
                      <a:pt x="12619735" y="15904"/>
                    </a:moveTo>
                    <a:cubicBezTo>
                      <a:pt x="12271021" y="10238"/>
                      <a:pt x="11834719" y="117937"/>
                      <a:pt x="11317137" y="338474"/>
                    </a:cubicBezTo>
                    <a:cubicBezTo>
                      <a:pt x="10249583" y="792007"/>
                      <a:pt x="9433658" y="1139633"/>
                      <a:pt x="8925418" y="1139633"/>
                    </a:cubicBezTo>
                    <a:cubicBezTo>
                      <a:pt x="8834483" y="1139633"/>
                      <a:pt x="8753513" y="1128420"/>
                      <a:pt x="8682509" y="1104746"/>
                    </a:cubicBezTo>
                    <a:cubicBezTo>
                      <a:pt x="8613996" y="1082319"/>
                      <a:pt x="8509359" y="1018774"/>
                      <a:pt x="8376071" y="940278"/>
                    </a:cubicBezTo>
                    <a:cubicBezTo>
                      <a:pt x="8160567" y="811943"/>
                      <a:pt x="7866585" y="636261"/>
                      <a:pt x="7506581" y="492974"/>
                    </a:cubicBezTo>
                    <a:cubicBezTo>
                      <a:pt x="7081801" y="324768"/>
                      <a:pt x="6659514" y="240042"/>
                      <a:pt x="6250929" y="241288"/>
                    </a:cubicBezTo>
                    <a:cubicBezTo>
                      <a:pt x="5102405" y="246272"/>
                      <a:pt x="3996235" y="920342"/>
                      <a:pt x="2963561" y="2247302"/>
                    </a:cubicBezTo>
                    <a:cubicBezTo>
                      <a:pt x="2961070" y="2251040"/>
                      <a:pt x="2957333" y="2251040"/>
                      <a:pt x="2954842" y="2251040"/>
                    </a:cubicBezTo>
                    <a:cubicBezTo>
                      <a:pt x="2952351" y="2249794"/>
                      <a:pt x="2948613" y="2247302"/>
                      <a:pt x="2948613" y="2243564"/>
                    </a:cubicBezTo>
                    <a:cubicBezTo>
                      <a:pt x="2947367" y="2242318"/>
                      <a:pt x="2922454" y="2120212"/>
                      <a:pt x="2831518" y="2005583"/>
                    </a:cubicBezTo>
                    <a:cubicBezTo>
                      <a:pt x="2721899" y="1868526"/>
                      <a:pt x="2571171" y="1799998"/>
                      <a:pt x="2379334" y="1799998"/>
                    </a:cubicBezTo>
                    <a:cubicBezTo>
                      <a:pt x="2354421" y="1799998"/>
                      <a:pt x="2330752" y="1801244"/>
                      <a:pt x="2304593" y="1803736"/>
                    </a:cubicBezTo>
                    <a:cubicBezTo>
                      <a:pt x="1903482" y="1838623"/>
                      <a:pt x="1423892" y="2140148"/>
                      <a:pt x="986656" y="2631061"/>
                    </a:cubicBezTo>
                    <a:cubicBezTo>
                      <a:pt x="561878" y="3109514"/>
                      <a:pt x="236753" y="3696366"/>
                      <a:pt x="93499" y="4238364"/>
                    </a:cubicBezTo>
                    <a:cubicBezTo>
                      <a:pt x="8793" y="4559824"/>
                      <a:pt x="-6157" y="4847644"/>
                      <a:pt x="46163" y="5095592"/>
                    </a:cubicBezTo>
                    <a:cubicBezTo>
                      <a:pt x="104710" y="5367214"/>
                      <a:pt x="244227" y="5580275"/>
                      <a:pt x="462223" y="5728546"/>
                    </a:cubicBezTo>
                    <a:cubicBezTo>
                      <a:pt x="730045" y="5912949"/>
                      <a:pt x="1263199" y="6011381"/>
                      <a:pt x="2140162" y="6041284"/>
                    </a:cubicBezTo>
                    <a:cubicBezTo>
                      <a:pt x="2937402" y="6067450"/>
                      <a:pt x="3957619" y="6033808"/>
                      <a:pt x="5040121" y="5997675"/>
                    </a:cubicBezTo>
                    <a:cubicBezTo>
                      <a:pt x="5978123" y="5966526"/>
                      <a:pt x="7040694" y="5932884"/>
                      <a:pt x="8094545" y="5932884"/>
                    </a:cubicBezTo>
                    <a:cubicBezTo>
                      <a:pt x="8702440" y="5932884"/>
                      <a:pt x="9281685" y="5937868"/>
                      <a:pt x="9842244" y="5944098"/>
                    </a:cubicBezTo>
                    <a:cubicBezTo>
                      <a:pt x="11543852" y="5964034"/>
                      <a:pt x="12887949" y="5978986"/>
                      <a:pt x="13282831" y="5784614"/>
                    </a:cubicBezTo>
                    <a:cubicBezTo>
                      <a:pt x="13555637" y="5651295"/>
                      <a:pt x="13818477" y="5385904"/>
                      <a:pt x="14062631" y="4994668"/>
                    </a:cubicBezTo>
                    <a:cubicBezTo>
                      <a:pt x="14278133" y="4652026"/>
                      <a:pt x="14473707" y="4224658"/>
                      <a:pt x="14644365" y="3722532"/>
                    </a:cubicBezTo>
                    <a:cubicBezTo>
                      <a:pt x="14862361" y="3082102"/>
                      <a:pt x="14863607" y="2576238"/>
                      <a:pt x="14646857" y="2299632"/>
                    </a:cubicBezTo>
                    <a:cubicBezTo>
                      <a:pt x="14496129" y="2106507"/>
                      <a:pt x="14242009" y="2023027"/>
                      <a:pt x="13894463" y="2054176"/>
                    </a:cubicBezTo>
                    <a:cubicBezTo>
                      <a:pt x="13782351" y="2064144"/>
                      <a:pt x="13698889" y="2041716"/>
                      <a:pt x="13639097" y="1983156"/>
                    </a:cubicBezTo>
                    <a:cubicBezTo>
                      <a:pt x="13504563" y="1853575"/>
                      <a:pt x="13517021" y="1568247"/>
                      <a:pt x="13530721" y="1266722"/>
                    </a:cubicBezTo>
                    <a:cubicBezTo>
                      <a:pt x="13543179" y="983887"/>
                      <a:pt x="13555637" y="692330"/>
                      <a:pt x="13457227" y="489236"/>
                    </a:cubicBezTo>
                    <a:cubicBezTo>
                      <a:pt x="13351343" y="271191"/>
                      <a:pt x="13176947" y="126659"/>
                      <a:pt x="12939021" y="59376"/>
                    </a:cubicBezTo>
                    <a:cubicBezTo>
                      <a:pt x="12842481" y="32276"/>
                      <a:pt x="12735973" y="17792"/>
                      <a:pt x="12619735" y="15904"/>
                    </a:cubicBezTo>
                    <a:close/>
                    <a:moveTo>
                      <a:pt x="12622983" y="248"/>
                    </a:moveTo>
                    <a:cubicBezTo>
                      <a:pt x="12740253" y="2292"/>
                      <a:pt x="12847771" y="17010"/>
                      <a:pt x="12945247" y="44421"/>
                    </a:cubicBezTo>
                    <a:cubicBezTo>
                      <a:pt x="13188157" y="112950"/>
                      <a:pt x="13365043" y="261221"/>
                      <a:pt x="13473417" y="483004"/>
                    </a:cubicBezTo>
                    <a:cubicBezTo>
                      <a:pt x="13574319" y="691082"/>
                      <a:pt x="13560617" y="983885"/>
                      <a:pt x="13548159" y="1267967"/>
                    </a:cubicBezTo>
                    <a:cubicBezTo>
                      <a:pt x="13534457" y="1565755"/>
                      <a:pt x="13523245" y="1848591"/>
                      <a:pt x="13651551" y="1971942"/>
                    </a:cubicBezTo>
                    <a:cubicBezTo>
                      <a:pt x="13707607" y="2025519"/>
                      <a:pt x="13786085" y="2047946"/>
                      <a:pt x="13893215" y="2037979"/>
                    </a:cubicBezTo>
                    <a:cubicBezTo>
                      <a:pt x="14246989" y="2006829"/>
                      <a:pt x="14504847" y="2091556"/>
                      <a:pt x="14660557" y="2289665"/>
                    </a:cubicBezTo>
                    <a:cubicBezTo>
                      <a:pt x="14773915" y="2434198"/>
                      <a:pt x="14829971" y="2637292"/>
                      <a:pt x="14826233" y="2892716"/>
                    </a:cubicBezTo>
                    <a:cubicBezTo>
                      <a:pt x="14823743" y="3133190"/>
                      <a:pt x="14767687" y="3414780"/>
                      <a:pt x="14660557" y="3728765"/>
                    </a:cubicBezTo>
                    <a:cubicBezTo>
                      <a:pt x="14489899" y="4230892"/>
                      <a:pt x="14294325" y="4659507"/>
                      <a:pt x="14077577" y="5004642"/>
                    </a:cubicBezTo>
                    <a:cubicBezTo>
                      <a:pt x="13830929" y="5397124"/>
                      <a:pt x="13566845" y="5665008"/>
                      <a:pt x="13291549" y="5800818"/>
                    </a:cubicBezTo>
                    <a:cubicBezTo>
                      <a:pt x="12892929" y="5995190"/>
                      <a:pt x="11546340" y="5981485"/>
                      <a:pt x="9842240" y="5962795"/>
                    </a:cubicBezTo>
                    <a:cubicBezTo>
                      <a:pt x="9281681" y="5956566"/>
                      <a:pt x="8702437" y="5949090"/>
                      <a:pt x="8095787" y="5949090"/>
                    </a:cubicBezTo>
                    <a:cubicBezTo>
                      <a:pt x="7041936" y="5949090"/>
                      <a:pt x="6025455" y="5982731"/>
                      <a:pt x="5042608" y="6015126"/>
                    </a:cubicBezTo>
                    <a:cubicBezTo>
                      <a:pt x="4207998" y="6042538"/>
                      <a:pt x="3440656" y="6067457"/>
                      <a:pt x="2774213" y="6067457"/>
                    </a:cubicBezTo>
                    <a:cubicBezTo>
                      <a:pt x="1654340" y="6067457"/>
                      <a:pt x="822221" y="5996436"/>
                      <a:pt x="453498" y="5743504"/>
                    </a:cubicBezTo>
                    <a:cubicBezTo>
                      <a:pt x="231765" y="5591495"/>
                      <a:pt x="89757" y="5374696"/>
                      <a:pt x="29964" y="5099336"/>
                    </a:cubicBezTo>
                    <a:cubicBezTo>
                      <a:pt x="-22355" y="4848895"/>
                      <a:pt x="-6161" y="4557337"/>
                      <a:pt x="78546" y="4234630"/>
                    </a:cubicBezTo>
                    <a:cubicBezTo>
                      <a:pt x="221800" y="3688894"/>
                      <a:pt x="548170" y="3100794"/>
                      <a:pt x="975440" y="2619848"/>
                    </a:cubicBezTo>
                    <a:cubicBezTo>
                      <a:pt x="1415168" y="2125197"/>
                      <a:pt x="1898494" y="1822425"/>
                      <a:pt x="2303342" y="1787538"/>
                    </a:cubicBezTo>
                    <a:cubicBezTo>
                      <a:pt x="2594833" y="1761373"/>
                      <a:pt x="2759264" y="1887216"/>
                      <a:pt x="2846462" y="1996862"/>
                    </a:cubicBezTo>
                    <a:cubicBezTo>
                      <a:pt x="2921203" y="2087818"/>
                      <a:pt x="2952345" y="2185004"/>
                      <a:pt x="2962311" y="2222383"/>
                    </a:cubicBezTo>
                    <a:cubicBezTo>
                      <a:pt x="3994985" y="902897"/>
                      <a:pt x="5102401" y="230071"/>
                      <a:pt x="6252171" y="225087"/>
                    </a:cubicBezTo>
                    <a:cubicBezTo>
                      <a:pt x="6663247" y="223841"/>
                      <a:pt x="7088027" y="308568"/>
                      <a:pt x="7514051" y="478020"/>
                    </a:cubicBezTo>
                    <a:cubicBezTo>
                      <a:pt x="7875301" y="621307"/>
                      <a:pt x="8169283" y="798235"/>
                      <a:pt x="8386032" y="926571"/>
                    </a:cubicBezTo>
                    <a:cubicBezTo>
                      <a:pt x="8518075" y="1005067"/>
                      <a:pt x="8622713" y="1067365"/>
                      <a:pt x="8689980" y="1089793"/>
                    </a:cubicBezTo>
                    <a:cubicBezTo>
                      <a:pt x="9147147" y="1244294"/>
                      <a:pt x="10055253" y="858042"/>
                      <a:pt x="11312151" y="323519"/>
                    </a:cubicBezTo>
                    <a:cubicBezTo>
                      <a:pt x="11831603" y="102048"/>
                      <a:pt x="12271175" y="-5885"/>
                      <a:pt x="12622983" y="24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773B629-1915-FE40-B60F-B7E9E601F8AD}"/>
                </a:ext>
              </a:extLst>
            </p:cNvPr>
            <p:cNvGrpSpPr/>
            <p:nvPr/>
          </p:nvGrpSpPr>
          <p:grpSpPr>
            <a:xfrm>
              <a:off x="5328255" y="7126959"/>
              <a:ext cx="13775964" cy="4557687"/>
              <a:chOff x="5328255" y="7126959"/>
              <a:chExt cx="13775964" cy="4557687"/>
            </a:xfrm>
          </p:grpSpPr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B8FC7490-607C-3342-9471-F4DD946134FB}"/>
                  </a:ext>
                </a:extLst>
              </p:cNvPr>
              <p:cNvSpPr/>
              <p:nvPr/>
            </p:nvSpPr>
            <p:spPr>
              <a:xfrm>
                <a:off x="11148366" y="7126959"/>
                <a:ext cx="400783" cy="400267"/>
              </a:xfrm>
              <a:custGeom>
                <a:avLst/>
                <a:gdLst>
                  <a:gd name="connsiteX0" fmla="*/ 200180 w 400783"/>
                  <a:gd name="connsiteY0" fmla="*/ 17674 h 400267"/>
                  <a:gd name="connsiteX1" fmla="*/ 140584 w 400783"/>
                  <a:gd name="connsiteY1" fmla="*/ 27610 h 400267"/>
                  <a:gd name="connsiteX2" fmla="*/ 35051 w 400783"/>
                  <a:gd name="connsiteY2" fmla="*/ 120759 h 400267"/>
                  <a:gd name="connsiteX3" fmla="*/ 120719 w 400783"/>
                  <a:gd name="connsiteY3" fmla="*/ 364189 h 400267"/>
                  <a:gd name="connsiteX4" fmla="*/ 365308 w 400783"/>
                  <a:gd name="connsiteY4" fmla="*/ 279734 h 400267"/>
                  <a:gd name="connsiteX5" fmla="*/ 372758 w 400783"/>
                  <a:gd name="connsiteY5" fmla="*/ 140631 h 400267"/>
                  <a:gd name="connsiteX6" fmla="*/ 279640 w 400783"/>
                  <a:gd name="connsiteY6" fmla="*/ 36304 h 400267"/>
                  <a:gd name="connsiteX7" fmla="*/ 200180 w 400783"/>
                  <a:gd name="connsiteY7" fmla="*/ 17674 h 400267"/>
                  <a:gd name="connsiteX8" fmla="*/ 210814 w 400783"/>
                  <a:gd name="connsiteY8" fmla="*/ 247 h 400267"/>
                  <a:gd name="connsiteX9" fmla="*/ 288357 w 400783"/>
                  <a:gd name="connsiteY9" fmla="*/ 20105 h 400267"/>
                  <a:gd name="connsiteX10" fmla="*/ 388954 w 400783"/>
                  <a:gd name="connsiteY10" fmla="*/ 134402 h 400267"/>
                  <a:gd name="connsiteX11" fmla="*/ 380260 w 400783"/>
                  <a:gd name="connsiteY11" fmla="*/ 287212 h 400267"/>
                  <a:gd name="connsiteX12" fmla="*/ 200180 w 400783"/>
                  <a:gd name="connsiteY12" fmla="*/ 400267 h 400267"/>
                  <a:gd name="connsiteX13" fmla="*/ 113244 w 400783"/>
                  <a:gd name="connsiteY13" fmla="*/ 380389 h 400267"/>
                  <a:gd name="connsiteX14" fmla="*/ 20099 w 400783"/>
                  <a:gd name="connsiteY14" fmla="*/ 113282 h 400267"/>
                  <a:gd name="connsiteX15" fmla="*/ 210814 w 400783"/>
                  <a:gd name="connsiteY15" fmla="*/ 247 h 4002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00783" h="400267">
                    <a:moveTo>
                      <a:pt x="200180" y="17674"/>
                    </a:moveTo>
                    <a:cubicBezTo>
                      <a:pt x="180315" y="17674"/>
                      <a:pt x="160449" y="20158"/>
                      <a:pt x="140584" y="27610"/>
                    </a:cubicBezTo>
                    <a:cubicBezTo>
                      <a:pt x="94646" y="43756"/>
                      <a:pt x="57399" y="77290"/>
                      <a:pt x="35051" y="120759"/>
                    </a:cubicBezTo>
                    <a:cubicBezTo>
                      <a:pt x="-8404" y="211425"/>
                      <a:pt x="30085" y="321962"/>
                      <a:pt x="120719" y="364189"/>
                    </a:cubicBezTo>
                    <a:cubicBezTo>
                      <a:pt x="211354" y="408901"/>
                      <a:pt x="320612" y="370399"/>
                      <a:pt x="365308" y="279734"/>
                    </a:cubicBezTo>
                    <a:cubicBezTo>
                      <a:pt x="386415" y="236264"/>
                      <a:pt x="388898" y="186585"/>
                      <a:pt x="372758" y="140631"/>
                    </a:cubicBezTo>
                    <a:cubicBezTo>
                      <a:pt x="356617" y="94678"/>
                      <a:pt x="324337" y="57418"/>
                      <a:pt x="279640" y="36304"/>
                    </a:cubicBezTo>
                    <a:cubicBezTo>
                      <a:pt x="254809" y="23884"/>
                      <a:pt x="227494" y="17674"/>
                      <a:pt x="200180" y="17674"/>
                    </a:cubicBezTo>
                    <a:close/>
                    <a:moveTo>
                      <a:pt x="210814" y="247"/>
                    </a:moveTo>
                    <a:cubicBezTo>
                      <a:pt x="236894" y="1547"/>
                      <a:pt x="263208" y="7992"/>
                      <a:pt x="288357" y="20105"/>
                    </a:cubicBezTo>
                    <a:cubicBezTo>
                      <a:pt x="335550" y="43710"/>
                      <a:pt x="371567" y="84708"/>
                      <a:pt x="388954" y="134402"/>
                    </a:cubicBezTo>
                    <a:cubicBezTo>
                      <a:pt x="407583" y="185339"/>
                      <a:pt x="403857" y="240003"/>
                      <a:pt x="380260" y="287212"/>
                    </a:cubicBezTo>
                    <a:cubicBezTo>
                      <a:pt x="346728" y="358027"/>
                      <a:pt x="274696" y="400267"/>
                      <a:pt x="200180" y="400267"/>
                    </a:cubicBezTo>
                    <a:cubicBezTo>
                      <a:pt x="170373" y="400267"/>
                      <a:pt x="140567" y="394055"/>
                      <a:pt x="113244" y="380389"/>
                    </a:cubicBezTo>
                    <a:cubicBezTo>
                      <a:pt x="13889" y="333180"/>
                      <a:pt x="-28337" y="212671"/>
                      <a:pt x="20099" y="113282"/>
                    </a:cubicBezTo>
                    <a:cubicBezTo>
                      <a:pt x="56425" y="38741"/>
                      <a:pt x="132571" y="-3656"/>
                      <a:pt x="210814" y="24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7" name="Freeform 376">
                <a:extLst>
                  <a:ext uri="{FF2B5EF4-FFF2-40B4-BE49-F238E27FC236}">
                    <a16:creationId xmlns:a16="http://schemas.microsoft.com/office/drawing/2014/main" id="{5845133F-90FE-F74D-B7E8-9F5CC4573037}"/>
                  </a:ext>
                </a:extLst>
              </p:cNvPr>
              <p:cNvSpPr/>
              <p:nvPr/>
            </p:nvSpPr>
            <p:spPr>
              <a:xfrm>
                <a:off x="10797256" y="7555840"/>
                <a:ext cx="172695" cy="172028"/>
              </a:xfrm>
              <a:custGeom>
                <a:avLst/>
                <a:gdLst>
                  <a:gd name="connsiteX0" fmla="*/ 86601 w 172695"/>
                  <a:gd name="connsiteY0" fmla="*/ 17496 h 172028"/>
                  <a:gd name="connsiteX1" fmla="*/ 63144 w 172695"/>
                  <a:gd name="connsiteY1" fmla="*/ 21201 h 172028"/>
                  <a:gd name="connsiteX2" fmla="*/ 24872 w 172695"/>
                  <a:gd name="connsiteY2" fmla="*/ 55781 h 172028"/>
                  <a:gd name="connsiteX3" fmla="*/ 55737 w 172695"/>
                  <a:gd name="connsiteY3" fmla="*/ 148406 h 172028"/>
                  <a:gd name="connsiteX4" fmla="*/ 148329 w 172695"/>
                  <a:gd name="connsiteY4" fmla="*/ 116296 h 172028"/>
                  <a:gd name="connsiteX5" fmla="*/ 150798 w 172695"/>
                  <a:gd name="connsiteY5" fmla="*/ 63191 h 172028"/>
                  <a:gd name="connsiteX6" fmla="*/ 116230 w 172695"/>
                  <a:gd name="connsiteY6" fmla="*/ 23671 h 172028"/>
                  <a:gd name="connsiteX7" fmla="*/ 86601 w 172695"/>
                  <a:gd name="connsiteY7" fmla="*/ 17496 h 172028"/>
                  <a:gd name="connsiteX8" fmla="*/ 91474 w 172695"/>
                  <a:gd name="connsiteY8" fmla="*/ 106 h 172028"/>
                  <a:gd name="connsiteX9" fmla="*/ 124947 w 172695"/>
                  <a:gd name="connsiteY9" fmla="*/ 8709 h 172028"/>
                  <a:gd name="connsiteX10" fmla="*/ 164528 w 172695"/>
                  <a:gd name="connsiteY10" fmla="*/ 123775 h 172028"/>
                  <a:gd name="connsiteX11" fmla="*/ 86604 w 172695"/>
                  <a:gd name="connsiteY11" fmla="*/ 172028 h 172028"/>
                  <a:gd name="connsiteX12" fmla="*/ 49497 w 172695"/>
                  <a:gd name="connsiteY12" fmla="*/ 163367 h 172028"/>
                  <a:gd name="connsiteX13" fmla="*/ 8679 w 172695"/>
                  <a:gd name="connsiteY13" fmla="*/ 48302 h 172028"/>
                  <a:gd name="connsiteX14" fmla="*/ 91474 w 172695"/>
                  <a:gd name="connsiteY14" fmla="*/ 106 h 172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2695" h="172028">
                    <a:moveTo>
                      <a:pt x="86601" y="17496"/>
                    </a:moveTo>
                    <a:cubicBezTo>
                      <a:pt x="79193" y="17496"/>
                      <a:pt x="71786" y="17496"/>
                      <a:pt x="63144" y="21201"/>
                    </a:cubicBezTo>
                    <a:cubicBezTo>
                      <a:pt x="47095" y="27376"/>
                      <a:pt x="33514" y="38491"/>
                      <a:pt x="24872" y="55781"/>
                    </a:cubicBezTo>
                    <a:cubicBezTo>
                      <a:pt x="7588" y="89126"/>
                      <a:pt x="22403" y="131116"/>
                      <a:pt x="55737" y="148406"/>
                    </a:cubicBezTo>
                    <a:cubicBezTo>
                      <a:pt x="91539" y="164461"/>
                      <a:pt x="132280" y="149641"/>
                      <a:pt x="148329" y="116296"/>
                    </a:cubicBezTo>
                    <a:cubicBezTo>
                      <a:pt x="156971" y="99006"/>
                      <a:pt x="156971" y="80481"/>
                      <a:pt x="150798" y="63191"/>
                    </a:cubicBezTo>
                    <a:cubicBezTo>
                      <a:pt x="145860" y="45901"/>
                      <a:pt x="133514" y="31081"/>
                      <a:pt x="116230" y="23671"/>
                    </a:cubicBezTo>
                    <a:cubicBezTo>
                      <a:pt x="106354" y="19966"/>
                      <a:pt x="97712" y="17496"/>
                      <a:pt x="86601" y="17496"/>
                    </a:cubicBezTo>
                    <a:close/>
                    <a:moveTo>
                      <a:pt x="91474" y="106"/>
                    </a:moveTo>
                    <a:cubicBezTo>
                      <a:pt x="102760" y="667"/>
                      <a:pt x="114124" y="3451"/>
                      <a:pt x="124947" y="8709"/>
                    </a:cubicBezTo>
                    <a:cubicBezTo>
                      <a:pt x="167002" y="28505"/>
                      <a:pt x="184318" y="80471"/>
                      <a:pt x="164528" y="123775"/>
                    </a:cubicBezTo>
                    <a:cubicBezTo>
                      <a:pt x="149685" y="153469"/>
                      <a:pt x="118763" y="172028"/>
                      <a:pt x="86604" y="172028"/>
                    </a:cubicBezTo>
                    <a:cubicBezTo>
                      <a:pt x="74235" y="172028"/>
                      <a:pt x="60629" y="169554"/>
                      <a:pt x="49497" y="163367"/>
                    </a:cubicBezTo>
                    <a:cubicBezTo>
                      <a:pt x="6205" y="142334"/>
                      <a:pt x="-12348" y="91606"/>
                      <a:pt x="8679" y="48302"/>
                    </a:cubicBezTo>
                    <a:cubicBezTo>
                      <a:pt x="24449" y="16752"/>
                      <a:pt x="57614" y="-1576"/>
                      <a:pt x="91474" y="10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8" name="Freeform 377">
                <a:extLst>
                  <a:ext uri="{FF2B5EF4-FFF2-40B4-BE49-F238E27FC236}">
                    <a16:creationId xmlns:a16="http://schemas.microsoft.com/office/drawing/2014/main" id="{C652F17A-638E-814D-8F7C-DFF70B766CE7}"/>
                  </a:ext>
                </a:extLst>
              </p:cNvPr>
              <p:cNvSpPr/>
              <p:nvPr/>
            </p:nvSpPr>
            <p:spPr>
              <a:xfrm>
                <a:off x="12460412" y="11264667"/>
                <a:ext cx="171919" cy="171980"/>
              </a:xfrm>
              <a:custGeom>
                <a:avLst/>
                <a:gdLst>
                  <a:gd name="connsiteX0" fmla="*/ 86582 w 171919"/>
                  <a:gd name="connsiteY0" fmla="*/ 17447 h 171980"/>
                  <a:gd name="connsiteX1" fmla="*/ 17441 w 171919"/>
                  <a:gd name="connsiteY1" fmla="*/ 86613 h 171980"/>
                  <a:gd name="connsiteX2" fmla="*/ 86582 w 171919"/>
                  <a:gd name="connsiteY2" fmla="*/ 155778 h 171980"/>
                  <a:gd name="connsiteX3" fmla="*/ 155724 w 171919"/>
                  <a:gd name="connsiteY3" fmla="*/ 86613 h 171980"/>
                  <a:gd name="connsiteX4" fmla="*/ 86582 w 171919"/>
                  <a:gd name="connsiteY4" fmla="*/ 17447 h 171980"/>
                  <a:gd name="connsiteX5" fmla="*/ 86578 w 171919"/>
                  <a:gd name="connsiteY5" fmla="*/ 0 h 171980"/>
                  <a:gd name="connsiteX6" fmla="*/ 171919 w 171919"/>
                  <a:gd name="connsiteY6" fmla="*/ 86609 h 171980"/>
                  <a:gd name="connsiteX7" fmla="*/ 86578 w 171919"/>
                  <a:gd name="connsiteY7" fmla="*/ 171980 h 171980"/>
                  <a:gd name="connsiteX8" fmla="*/ 0 w 171919"/>
                  <a:gd name="connsiteY8" fmla="*/ 86609 h 171980"/>
                  <a:gd name="connsiteX9" fmla="*/ 86578 w 171919"/>
                  <a:gd name="connsiteY9" fmla="*/ 0 h 1719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71919" h="171980">
                    <a:moveTo>
                      <a:pt x="86582" y="17447"/>
                    </a:moveTo>
                    <a:cubicBezTo>
                      <a:pt x="48308" y="17447"/>
                      <a:pt x="17441" y="48324"/>
                      <a:pt x="17441" y="86613"/>
                    </a:cubicBezTo>
                    <a:cubicBezTo>
                      <a:pt x="17441" y="124901"/>
                      <a:pt x="48308" y="155778"/>
                      <a:pt x="86582" y="155778"/>
                    </a:cubicBezTo>
                    <a:cubicBezTo>
                      <a:pt x="124857" y="155778"/>
                      <a:pt x="155724" y="124901"/>
                      <a:pt x="155724" y="86613"/>
                    </a:cubicBezTo>
                    <a:cubicBezTo>
                      <a:pt x="155724" y="48324"/>
                      <a:pt x="124857" y="17447"/>
                      <a:pt x="86582" y="17447"/>
                    </a:cubicBezTo>
                    <a:close/>
                    <a:moveTo>
                      <a:pt x="86578" y="0"/>
                    </a:moveTo>
                    <a:cubicBezTo>
                      <a:pt x="133577" y="0"/>
                      <a:pt x="171919" y="38355"/>
                      <a:pt x="171919" y="86609"/>
                    </a:cubicBezTo>
                    <a:cubicBezTo>
                      <a:pt x="171919" y="133625"/>
                      <a:pt x="133577" y="171980"/>
                      <a:pt x="86578" y="171980"/>
                    </a:cubicBezTo>
                    <a:cubicBezTo>
                      <a:pt x="39578" y="171980"/>
                      <a:pt x="0" y="133625"/>
                      <a:pt x="0" y="86609"/>
                    </a:cubicBezTo>
                    <a:cubicBezTo>
                      <a:pt x="0" y="38355"/>
                      <a:pt x="39578" y="0"/>
                      <a:pt x="865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9" name="Freeform 378">
                <a:extLst>
                  <a:ext uri="{FF2B5EF4-FFF2-40B4-BE49-F238E27FC236}">
                    <a16:creationId xmlns:a16="http://schemas.microsoft.com/office/drawing/2014/main" id="{CA4649DD-AE24-C741-A5E9-501B35BB524B}"/>
                  </a:ext>
                </a:extLst>
              </p:cNvPr>
              <p:cNvSpPr/>
              <p:nvPr/>
            </p:nvSpPr>
            <p:spPr>
              <a:xfrm>
                <a:off x="15582366" y="9219605"/>
                <a:ext cx="254142" cy="255477"/>
              </a:xfrm>
              <a:custGeom>
                <a:avLst/>
                <a:gdLst>
                  <a:gd name="connsiteX0" fmla="*/ 127694 w 254142"/>
                  <a:gd name="connsiteY0" fmla="*/ 17447 h 255477"/>
                  <a:gd name="connsiteX1" fmla="*/ 17441 w 254142"/>
                  <a:gd name="connsiteY1" fmla="*/ 127739 h 255477"/>
                  <a:gd name="connsiteX2" fmla="*/ 127694 w 254142"/>
                  <a:gd name="connsiteY2" fmla="*/ 238030 h 255477"/>
                  <a:gd name="connsiteX3" fmla="*/ 237946 w 254142"/>
                  <a:gd name="connsiteY3" fmla="*/ 127739 h 255477"/>
                  <a:gd name="connsiteX4" fmla="*/ 127694 w 254142"/>
                  <a:gd name="connsiteY4" fmla="*/ 17447 h 255477"/>
                  <a:gd name="connsiteX5" fmla="*/ 127691 w 254142"/>
                  <a:gd name="connsiteY5" fmla="*/ 0 h 255477"/>
                  <a:gd name="connsiteX6" fmla="*/ 254142 w 254142"/>
                  <a:gd name="connsiteY6" fmla="*/ 127739 h 255477"/>
                  <a:gd name="connsiteX7" fmla="*/ 127691 w 254142"/>
                  <a:gd name="connsiteY7" fmla="*/ 255477 h 255477"/>
                  <a:gd name="connsiteX8" fmla="*/ 0 w 254142"/>
                  <a:gd name="connsiteY8" fmla="*/ 127739 h 255477"/>
                  <a:gd name="connsiteX9" fmla="*/ 127691 w 254142"/>
                  <a:gd name="connsiteY9" fmla="*/ 0 h 25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4142" h="255477">
                    <a:moveTo>
                      <a:pt x="127694" y="17447"/>
                    </a:moveTo>
                    <a:cubicBezTo>
                      <a:pt x="66993" y="17447"/>
                      <a:pt x="17441" y="67016"/>
                      <a:pt x="17441" y="127739"/>
                    </a:cubicBezTo>
                    <a:cubicBezTo>
                      <a:pt x="17441" y="188461"/>
                      <a:pt x="66993" y="238030"/>
                      <a:pt x="127694" y="238030"/>
                    </a:cubicBezTo>
                    <a:cubicBezTo>
                      <a:pt x="188394" y="238030"/>
                      <a:pt x="237946" y="188461"/>
                      <a:pt x="237946" y="127739"/>
                    </a:cubicBezTo>
                    <a:cubicBezTo>
                      <a:pt x="237946" y="67016"/>
                      <a:pt x="188394" y="17447"/>
                      <a:pt x="127694" y="17447"/>
                    </a:cubicBezTo>
                    <a:close/>
                    <a:moveTo>
                      <a:pt x="127691" y="0"/>
                    </a:moveTo>
                    <a:cubicBezTo>
                      <a:pt x="198355" y="0"/>
                      <a:pt x="254142" y="57048"/>
                      <a:pt x="254142" y="127739"/>
                    </a:cubicBezTo>
                    <a:cubicBezTo>
                      <a:pt x="254142" y="197189"/>
                      <a:pt x="198355" y="255477"/>
                      <a:pt x="127691" y="255477"/>
                    </a:cubicBezTo>
                    <a:cubicBezTo>
                      <a:pt x="58267" y="255477"/>
                      <a:pt x="0" y="197189"/>
                      <a:pt x="0" y="127739"/>
                    </a:cubicBezTo>
                    <a:cubicBezTo>
                      <a:pt x="0" y="57048"/>
                      <a:pt x="58267" y="0"/>
                      <a:pt x="12769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0" name="Freeform 379">
                <a:extLst>
                  <a:ext uri="{FF2B5EF4-FFF2-40B4-BE49-F238E27FC236}">
                    <a16:creationId xmlns:a16="http://schemas.microsoft.com/office/drawing/2014/main" id="{C199B737-E588-B446-B14B-C44BCCA6B085}"/>
                  </a:ext>
                </a:extLst>
              </p:cNvPr>
              <p:cNvSpPr/>
              <p:nvPr/>
            </p:nvSpPr>
            <p:spPr>
              <a:xfrm>
                <a:off x="18798999" y="9365413"/>
                <a:ext cx="305220" cy="306572"/>
              </a:xfrm>
              <a:custGeom>
                <a:avLst/>
                <a:gdLst>
                  <a:gd name="connsiteX0" fmla="*/ 153854 w 305220"/>
                  <a:gd name="connsiteY0" fmla="*/ 17448 h 306572"/>
                  <a:gd name="connsiteX1" fmla="*/ 17442 w 305220"/>
                  <a:gd name="connsiteY1" fmla="*/ 152664 h 306572"/>
                  <a:gd name="connsiteX2" fmla="*/ 153854 w 305220"/>
                  <a:gd name="connsiteY2" fmla="*/ 287880 h 306572"/>
                  <a:gd name="connsiteX3" fmla="*/ 289024 w 305220"/>
                  <a:gd name="connsiteY3" fmla="*/ 152664 h 306572"/>
                  <a:gd name="connsiteX4" fmla="*/ 153854 w 305220"/>
                  <a:gd name="connsiteY4" fmla="*/ 17448 h 306572"/>
                  <a:gd name="connsiteX5" fmla="*/ 153852 w 305220"/>
                  <a:gd name="connsiteY5" fmla="*/ 0 h 306572"/>
                  <a:gd name="connsiteX6" fmla="*/ 305220 w 305220"/>
                  <a:gd name="connsiteY6" fmla="*/ 152665 h 306572"/>
                  <a:gd name="connsiteX7" fmla="*/ 153852 w 305220"/>
                  <a:gd name="connsiteY7" fmla="*/ 306572 h 306572"/>
                  <a:gd name="connsiteX8" fmla="*/ 0 w 305220"/>
                  <a:gd name="connsiteY8" fmla="*/ 152665 h 306572"/>
                  <a:gd name="connsiteX9" fmla="*/ 153852 w 305220"/>
                  <a:gd name="connsiteY9" fmla="*/ 0 h 306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5220" h="306572">
                    <a:moveTo>
                      <a:pt x="153854" y="17448"/>
                    </a:moveTo>
                    <a:cubicBezTo>
                      <a:pt x="78208" y="17448"/>
                      <a:pt x="17442" y="78233"/>
                      <a:pt x="17442" y="152664"/>
                    </a:cubicBezTo>
                    <a:cubicBezTo>
                      <a:pt x="17442" y="228335"/>
                      <a:pt x="78208" y="287880"/>
                      <a:pt x="153854" y="287880"/>
                    </a:cubicBezTo>
                    <a:cubicBezTo>
                      <a:pt x="227020" y="287880"/>
                      <a:pt x="289024" y="228335"/>
                      <a:pt x="289024" y="152664"/>
                    </a:cubicBezTo>
                    <a:cubicBezTo>
                      <a:pt x="289024" y="78233"/>
                      <a:pt x="227020" y="17448"/>
                      <a:pt x="153854" y="17448"/>
                    </a:cubicBezTo>
                    <a:close/>
                    <a:moveTo>
                      <a:pt x="153852" y="0"/>
                    </a:moveTo>
                    <a:cubicBezTo>
                      <a:pt x="238220" y="0"/>
                      <a:pt x="305220" y="68265"/>
                      <a:pt x="305220" y="152665"/>
                    </a:cubicBezTo>
                    <a:cubicBezTo>
                      <a:pt x="305220" y="237066"/>
                      <a:pt x="238220" y="306572"/>
                      <a:pt x="153852" y="306572"/>
                    </a:cubicBezTo>
                    <a:cubicBezTo>
                      <a:pt x="68242" y="306572"/>
                      <a:pt x="0" y="237066"/>
                      <a:pt x="0" y="152665"/>
                    </a:cubicBezTo>
                    <a:cubicBezTo>
                      <a:pt x="0" y="68265"/>
                      <a:pt x="68242" y="0"/>
                      <a:pt x="1538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1" name="Freeform 380">
                <a:extLst>
                  <a:ext uri="{FF2B5EF4-FFF2-40B4-BE49-F238E27FC236}">
                    <a16:creationId xmlns:a16="http://schemas.microsoft.com/office/drawing/2014/main" id="{86A550E9-2BE4-4640-9D80-43045D04BFB2}"/>
                  </a:ext>
                </a:extLst>
              </p:cNvPr>
              <p:cNvSpPr/>
              <p:nvPr/>
            </p:nvSpPr>
            <p:spPr>
              <a:xfrm>
                <a:off x="18527418" y="9745513"/>
                <a:ext cx="155724" cy="155779"/>
              </a:xfrm>
              <a:custGeom>
                <a:avLst/>
                <a:gdLst>
                  <a:gd name="connsiteX0" fmla="*/ 77862 w 155724"/>
                  <a:gd name="connsiteY0" fmla="*/ 17448 h 155779"/>
                  <a:gd name="connsiteX1" fmla="*/ 17442 w 155724"/>
                  <a:gd name="connsiteY1" fmla="*/ 77884 h 155779"/>
                  <a:gd name="connsiteX2" fmla="*/ 77862 w 155724"/>
                  <a:gd name="connsiteY2" fmla="*/ 137086 h 155779"/>
                  <a:gd name="connsiteX3" fmla="*/ 138282 w 155724"/>
                  <a:gd name="connsiteY3" fmla="*/ 77884 h 155779"/>
                  <a:gd name="connsiteX4" fmla="*/ 77862 w 155724"/>
                  <a:gd name="connsiteY4" fmla="*/ 17448 h 155779"/>
                  <a:gd name="connsiteX5" fmla="*/ 77862 w 155724"/>
                  <a:gd name="connsiteY5" fmla="*/ 0 h 155779"/>
                  <a:gd name="connsiteX6" fmla="*/ 155724 w 155724"/>
                  <a:gd name="connsiteY6" fmla="*/ 77889 h 155779"/>
                  <a:gd name="connsiteX7" fmla="*/ 77862 w 155724"/>
                  <a:gd name="connsiteY7" fmla="*/ 155779 h 155779"/>
                  <a:gd name="connsiteX8" fmla="*/ 0 w 155724"/>
                  <a:gd name="connsiteY8" fmla="*/ 77889 h 155779"/>
                  <a:gd name="connsiteX9" fmla="*/ 77862 w 155724"/>
                  <a:gd name="connsiteY9" fmla="*/ 0 h 155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5724" h="155779">
                    <a:moveTo>
                      <a:pt x="77862" y="17448"/>
                    </a:moveTo>
                    <a:cubicBezTo>
                      <a:pt x="44568" y="17448"/>
                      <a:pt x="17442" y="44582"/>
                      <a:pt x="17442" y="77884"/>
                    </a:cubicBezTo>
                    <a:cubicBezTo>
                      <a:pt x="17442" y="109952"/>
                      <a:pt x="44568" y="137086"/>
                      <a:pt x="77862" y="137086"/>
                    </a:cubicBezTo>
                    <a:cubicBezTo>
                      <a:pt x="111156" y="137086"/>
                      <a:pt x="138282" y="109952"/>
                      <a:pt x="138282" y="77884"/>
                    </a:cubicBezTo>
                    <a:cubicBezTo>
                      <a:pt x="138282" y="44582"/>
                      <a:pt x="111156" y="17448"/>
                      <a:pt x="77862" y="17448"/>
                    </a:cubicBezTo>
                    <a:close/>
                    <a:moveTo>
                      <a:pt x="77862" y="0"/>
                    </a:moveTo>
                    <a:cubicBezTo>
                      <a:pt x="119882" y="0"/>
                      <a:pt x="155724" y="34618"/>
                      <a:pt x="155724" y="77889"/>
                    </a:cubicBezTo>
                    <a:cubicBezTo>
                      <a:pt x="155724" y="121161"/>
                      <a:pt x="119882" y="155779"/>
                      <a:pt x="77862" y="155779"/>
                    </a:cubicBezTo>
                    <a:cubicBezTo>
                      <a:pt x="34606" y="155779"/>
                      <a:pt x="0" y="121161"/>
                      <a:pt x="0" y="77889"/>
                    </a:cubicBezTo>
                    <a:cubicBezTo>
                      <a:pt x="0" y="34618"/>
                      <a:pt x="34606" y="0"/>
                      <a:pt x="778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E8BC4FCF-CEFD-F343-BB0C-441C34D1E470}"/>
                  </a:ext>
                </a:extLst>
              </p:cNvPr>
              <p:cNvSpPr/>
              <p:nvPr/>
            </p:nvSpPr>
            <p:spPr>
              <a:xfrm>
                <a:off x="16449437" y="10914473"/>
                <a:ext cx="158216" cy="159517"/>
              </a:xfrm>
              <a:custGeom>
                <a:avLst/>
                <a:gdLst>
                  <a:gd name="connsiteX0" fmla="*/ 79098 w 158216"/>
                  <a:gd name="connsiteY0" fmla="*/ 17451 h 159517"/>
                  <a:gd name="connsiteX1" fmla="*/ 16192 w 158216"/>
                  <a:gd name="connsiteY1" fmla="*/ 80379 h 159517"/>
                  <a:gd name="connsiteX2" fmla="*/ 79098 w 158216"/>
                  <a:gd name="connsiteY2" fmla="*/ 142074 h 159517"/>
                  <a:gd name="connsiteX3" fmla="*/ 140771 w 158216"/>
                  <a:gd name="connsiteY3" fmla="*/ 80379 h 159517"/>
                  <a:gd name="connsiteX4" fmla="*/ 79098 w 158216"/>
                  <a:gd name="connsiteY4" fmla="*/ 17451 h 159517"/>
                  <a:gd name="connsiteX5" fmla="*/ 79108 w 158216"/>
                  <a:gd name="connsiteY5" fmla="*/ 0 h 159517"/>
                  <a:gd name="connsiteX6" fmla="*/ 158216 w 158216"/>
                  <a:gd name="connsiteY6" fmla="*/ 80377 h 159517"/>
                  <a:gd name="connsiteX7" fmla="*/ 79108 w 158216"/>
                  <a:gd name="connsiteY7" fmla="*/ 159517 h 159517"/>
                  <a:gd name="connsiteX8" fmla="*/ 0 w 158216"/>
                  <a:gd name="connsiteY8" fmla="*/ 80377 h 159517"/>
                  <a:gd name="connsiteX9" fmla="*/ 79108 w 158216"/>
                  <a:gd name="connsiteY9" fmla="*/ 0 h 1595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58216" h="159517">
                    <a:moveTo>
                      <a:pt x="79098" y="17451"/>
                    </a:moveTo>
                    <a:cubicBezTo>
                      <a:pt x="44561" y="17451"/>
                      <a:pt x="16192" y="44597"/>
                      <a:pt x="16192" y="80379"/>
                    </a:cubicBezTo>
                    <a:cubicBezTo>
                      <a:pt x="16192" y="113695"/>
                      <a:pt x="44561" y="142074"/>
                      <a:pt x="79098" y="142074"/>
                    </a:cubicBezTo>
                    <a:cubicBezTo>
                      <a:pt x="113635" y="142074"/>
                      <a:pt x="140771" y="113695"/>
                      <a:pt x="140771" y="80379"/>
                    </a:cubicBezTo>
                    <a:cubicBezTo>
                      <a:pt x="140771" y="44597"/>
                      <a:pt x="113635" y="17451"/>
                      <a:pt x="79098" y="17451"/>
                    </a:cubicBezTo>
                    <a:close/>
                    <a:moveTo>
                      <a:pt x="79108" y="0"/>
                    </a:moveTo>
                    <a:cubicBezTo>
                      <a:pt x="123606" y="0"/>
                      <a:pt x="158216" y="35860"/>
                      <a:pt x="158216" y="80377"/>
                    </a:cubicBezTo>
                    <a:cubicBezTo>
                      <a:pt x="158216" y="123657"/>
                      <a:pt x="123606" y="159517"/>
                      <a:pt x="79108" y="159517"/>
                    </a:cubicBezTo>
                    <a:cubicBezTo>
                      <a:pt x="35846" y="159517"/>
                      <a:pt x="0" y="123657"/>
                      <a:pt x="0" y="80377"/>
                    </a:cubicBezTo>
                    <a:cubicBezTo>
                      <a:pt x="0" y="35860"/>
                      <a:pt x="35846" y="0"/>
                      <a:pt x="7910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D0D36F7C-3D0D-8146-8632-58A03B675630}"/>
                  </a:ext>
                </a:extLst>
              </p:cNvPr>
              <p:cNvSpPr/>
              <p:nvPr/>
            </p:nvSpPr>
            <p:spPr>
              <a:xfrm>
                <a:off x="13001086" y="11243478"/>
                <a:ext cx="338855" cy="338974"/>
              </a:xfrm>
              <a:custGeom>
                <a:avLst/>
                <a:gdLst>
                  <a:gd name="connsiteX0" fmla="*/ 170048 w 338855"/>
                  <a:gd name="connsiteY0" fmla="*/ 16204 h 338974"/>
                  <a:gd name="connsiteX1" fmla="*/ 17441 w 338855"/>
                  <a:gd name="connsiteY1" fmla="*/ 168867 h 338974"/>
                  <a:gd name="connsiteX2" fmla="*/ 170048 w 338855"/>
                  <a:gd name="connsiteY2" fmla="*/ 321530 h 338974"/>
                  <a:gd name="connsiteX3" fmla="*/ 321414 w 338855"/>
                  <a:gd name="connsiteY3" fmla="*/ 168867 h 338974"/>
                  <a:gd name="connsiteX4" fmla="*/ 170048 w 338855"/>
                  <a:gd name="connsiteY4" fmla="*/ 16204 h 338974"/>
                  <a:gd name="connsiteX5" fmla="*/ 170048 w 338855"/>
                  <a:gd name="connsiteY5" fmla="*/ 0 h 338974"/>
                  <a:gd name="connsiteX6" fmla="*/ 338855 w 338855"/>
                  <a:gd name="connsiteY6" fmla="*/ 168866 h 338974"/>
                  <a:gd name="connsiteX7" fmla="*/ 170048 w 338855"/>
                  <a:gd name="connsiteY7" fmla="*/ 338974 h 338974"/>
                  <a:gd name="connsiteX8" fmla="*/ 0 w 338855"/>
                  <a:gd name="connsiteY8" fmla="*/ 168866 h 338974"/>
                  <a:gd name="connsiteX9" fmla="*/ 170048 w 338855"/>
                  <a:gd name="connsiteY9" fmla="*/ 0 h 338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38855" h="338974">
                    <a:moveTo>
                      <a:pt x="170048" y="16204"/>
                    </a:moveTo>
                    <a:cubicBezTo>
                      <a:pt x="85680" y="16204"/>
                      <a:pt x="17441" y="85709"/>
                      <a:pt x="17441" y="168867"/>
                    </a:cubicBezTo>
                    <a:cubicBezTo>
                      <a:pt x="17441" y="253266"/>
                      <a:pt x="85680" y="321530"/>
                      <a:pt x="170048" y="321530"/>
                    </a:cubicBezTo>
                    <a:cubicBezTo>
                      <a:pt x="253175" y="321530"/>
                      <a:pt x="321414" y="253266"/>
                      <a:pt x="321414" y="168867"/>
                    </a:cubicBezTo>
                    <a:cubicBezTo>
                      <a:pt x="321414" y="85709"/>
                      <a:pt x="253175" y="16204"/>
                      <a:pt x="170048" y="16204"/>
                    </a:cubicBezTo>
                    <a:close/>
                    <a:moveTo>
                      <a:pt x="170048" y="0"/>
                    </a:moveTo>
                    <a:cubicBezTo>
                      <a:pt x="263140" y="0"/>
                      <a:pt x="338855" y="75741"/>
                      <a:pt x="338855" y="168866"/>
                    </a:cubicBezTo>
                    <a:cubicBezTo>
                      <a:pt x="338855" y="263233"/>
                      <a:pt x="263140" y="338974"/>
                      <a:pt x="170048" y="338974"/>
                    </a:cubicBezTo>
                    <a:cubicBezTo>
                      <a:pt x="75715" y="338974"/>
                      <a:pt x="0" y="263233"/>
                      <a:pt x="0" y="168866"/>
                    </a:cubicBezTo>
                    <a:cubicBezTo>
                      <a:pt x="0" y="75741"/>
                      <a:pt x="75715" y="0"/>
                      <a:pt x="1700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4" name="Freeform 383">
                <a:extLst>
                  <a:ext uri="{FF2B5EF4-FFF2-40B4-BE49-F238E27FC236}">
                    <a16:creationId xmlns:a16="http://schemas.microsoft.com/office/drawing/2014/main" id="{937AE4DE-B411-1947-AA82-116E9B9575AA}"/>
                  </a:ext>
                </a:extLst>
              </p:cNvPr>
              <p:cNvSpPr/>
              <p:nvPr/>
            </p:nvSpPr>
            <p:spPr>
              <a:xfrm>
                <a:off x="5427915" y="10321271"/>
                <a:ext cx="320168" cy="321527"/>
              </a:xfrm>
              <a:custGeom>
                <a:avLst/>
                <a:gdLst>
                  <a:gd name="connsiteX0" fmla="*/ 160087 w 320168"/>
                  <a:gd name="connsiteY0" fmla="*/ 18694 h 321527"/>
                  <a:gd name="connsiteX1" fmla="*/ 17444 w 320168"/>
                  <a:gd name="connsiteY1" fmla="*/ 161387 h 321527"/>
                  <a:gd name="connsiteX2" fmla="*/ 160087 w 320168"/>
                  <a:gd name="connsiteY2" fmla="*/ 304081 h 321527"/>
                  <a:gd name="connsiteX3" fmla="*/ 302730 w 320168"/>
                  <a:gd name="connsiteY3" fmla="*/ 161387 h 321527"/>
                  <a:gd name="connsiteX4" fmla="*/ 160087 w 320168"/>
                  <a:gd name="connsiteY4" fmla="*/ 18694 h 321527"/>
                  <a:gd name="connsiteX5" fmla="*/ 160084 w 320168"/>
                  <a:gd name="connsiteY5" fmla="*/ 0 h 321527"/>
                  <a:gd name="connsiteX6" fmla="*/ 320168 w 320168"/>
                  <a:gd name="connsiteY6" fmla="*/ 161384 h 321527"/>
                  <a:gd name="connsiteX7" fmla="*/ 160084 w 320168"/>
                  <a:gd name="connsiteY7" fmla="*/ 321527 h 321527"/>
                  <a:gd name="connsiteX8" fmla="*/ 0 w 320168"/>
                  <a:gd name="connsiteY8" fmla="*/ 161384 h 321527"/>
                  <a:gd name="connsiteX9" fmla="*/ 160084 w 320168"/>
                  <a:gd name="connsiteY9" fmla="*/ 0 h 3215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20168" h="321527">
                    <a:moveTo>
                      <a:pt x="160087" y="18694"/>
                    </a:moveTo>
                    <a:cubicBezTo>
                      <a:pt x="80703" y="18694"/>
                      <a:pt x="17444" y="81975"/>
                      <a:pt x="17444" y="161387"/>
                    </a:cubicBezTo>
                    <a:cubicBezTo>
                      <a:pt x="17444" y="239559"/>
                      <a:pt x="80703" y="304081"/>
                      <a:pt x="160087" y="304081"/>
                    </a:cubicBezTo>
                    <a:cubicBezTo>
                      <a:pt x="238231" y="304081"/>
                      <a:pt x="302730" y="239559"/>
                      <a:pt x="302730" y="161387"/>
                    </a:cubicBezTo>
                    <a:cubicBezTo>
                      <a:pt x="302730" y="81975"/>
                      <a:pt x="238231" y="18694"/>
                      <a:pt x="160087" y="18694"/>
                    </a:cubicBezTo>
                    <a:close/>
                    <a:moveTo>
                      <a:pt x="160084" y="0"/>
                    </a:moveTo>
                    <a:cubicBezTo>
                      <a:pt x="248192" y="0"/>
                      <a:pt x="320168" y="73244"/>
                      <a:pt x="320168" y="161384"/>
                    </a:cubicBezTo>
                    <a:cubicBezTo>
                      <a:pt x="320168" y="249525"/>
                      <a:pt x="248192" y="321527"/>
                      <a:pt x="160084" y="321527"/>
                    </a:cubicBezTo>
                    <a:cubicBezTo>
                      <a:pt x="71976" y="321527"/>
                      <a:pt x="0" y="249525"/>
                      <a:pt x="0" y="161384"/>
                    </a:cubicBezTo>
                    <a:cubicBezTo>
                      <a:pt x="0" y="73244"/>
                      <a:pt x="71976" y="0"/>
                      <a:pt x="1600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5" name="Freeform 384">
                <a:extLst>
                  <a:ext uri="{FF2B5EF4-FFF2-40B4-BE49-F238E27FC236}">
                    <a16:creationId xmlns:a16="http://schemas.microsoft.com/office/drawing/2014/main" id="{4A2E01DD-BAA4-3744-86DF-A9CE0C168551}"/>
                  </a:ext>
                </a:extLst>
              </p:cNvPr>
              <p:cNvSpPr/>
              <p:nvPr/>
            </p:nvSpPr>
            <p:spPr>
              <a:xfrm>
                <a:off x="5328255" y="11543822"/>
                <a:ext cx="142020" cy="140824"/>
              </a:xfrm>
              <a:custGeom>
                <a:avLst/>
                <a:gdLst>
                  <a:gd name="connsiteX0" fmla="*/ 71626 w 142020"/>
                  <a:gd name="connsiteY0" fmla="*/ 17447 h 140824"/>
                  <a:gd name="connsiteX1" fmla="*/ 17441 w 142020"/>
                  <a:gd name="connsiteY1" fmla="*/ 70412 h 140824"/>
                  <a:gd name="connsiteX2" fmla="*/ 71626 w 142020"/>
                  <a:gd name="connsiteY2" fmla="*/ 123376 h 140824"/>
                  <a:gd name="connsiteX3" fmla="*/ 124579 w 142020"/>
                  <a:gd name="connsiteY3" fmla="*/ 70412 h 140824"/>
                  <a:gd name="connsiteX4" fmla="*/ 71626 w 142020"/>
                  <a:gd name="connsiteY4" fmla="*/ 17447 h 140824"/>
                  <a:gd name="connsiteX5" fmla="*/ 71628 w 142020"/>
                  <a:gd name="connsiteY5" fmla="*/ 0 h 140824"/>
                  <a:gd name="connsiteX6" fmla="*/ 142020 w 142020"/>
                  <a:gd name="connsiteY6" fmla="*/ 70412 h 140824"/>
                  <a:gd name="connsiteX7" fmla="*/ 71628 w 142020"/>
                  <a:gd name="connsiteY7" fmla="*/ 140824 h 140824"/>
                  <a:gd name="connsiteX8" fmla="*/ 0 w 142020"/>
                  <a:gd name="connsiteY8" fmla="*/ 70412 h 140824"/>
                  <a:gd name="connsiteX9" fmla="*/ 71628 w 142020"/>
                  <a:gd name="connsiteY9" fmla="*/ 0 h 140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42020" h="140824">
                    <a:moveTo>
                      <a:pt x="71626" y="17447"/>
                    </a:moveTo>
                    <a:cubicBezTo>
                      <a:pt x="42071" y="17447"/>
                      <a:pt x="17441" y="42082"/>
                      <a:pt x="17441" y="70412"/>
                    </a:cubicBezTo>
                    <a:cubicBezTo>
                      <a:pt x="17441" y="99973"/>
                      <a:pt x="42071" y="123376"/>
                      <a:pt x="71626" y="123376"/>
                    </a:cubicBezTo>
                    <a:cubicBezTo>
                      <a:pt x="101181" y="123376"/>
                      <a:pt x="124579" y="99973"/>
                      <a:pt x="124579" y="70412"/>
                    </a:cubicBezTo>
                    <a:cubicBezTo>
                      <a:pt x="124579" y="42082"/>
                      <a:pt x="101181" y="17447"/>
                      <a:pt x="71626" y="17447"/>
                    </a:cubicBezTo>
                    <a:close/>
                    <a:moveTo>
                      <a:pt x="71628" y="0"/>
                    </a:moveTo>
                    <a:cubicBezTo>
                      <a:pt x="109911" y="0"/>
                      <a:pt x="142020" y="30882"/>
                      <a:pt x="142020" y="70412"/>
                    </a:cubicBezTo>
                    <a:cubicBezTo>
                      <a:pt x="142020" y="108706"/>
                      <a:pt x="109911" y="140824"/>
                      <a:pt x="71628" y="140824"/>
                    </a:cubicBezTo>
                    <a:cubicBezTo>
                      <a:pt x="32109" y="140824"/>
                      <a:pt x="0" y="108706"/>
                      <a:pt x="0" y="70412"/>
                    </a:cubicBezTo>
                    <a:cubicBezTo>
                      <a:pt x="0" y="30882"/>
                      <a:pt x="32109" y="0"/>
                      <a:pt x="716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3272142B-2E8E-7946-BF3C-26F89374EB35}"/>
                </a:ext>
              </a:extLst>
            </p:cNvPr>
            <p:cNvSpPr/>
            <p:nvPr/>
          </p:nvSpPr>
          <p:spPr>
            <a:xfrm>
              <a:off x="5530073" y="12213047"/>
              <a:ext cx="13139362" cy="484783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548" h="390">
                  <a:moveTo>
                    <a:pt x="10484" y="68"/>
                  </a:moveTo>
                  <a:cubicBezTo>
                    <a:pt x="10443" y="24"/>
                    <a:pt x="10387" y="0"/>
                    <a:pt x="10328" y="0"/>
                  </a:cubicBezTo>
                  <a:lnTo>
                    <a:pt x="221" y="0"/>
                  </a:lnTo>
                  <a:cubicBezTo>
                    <a:pt x="162" y="0"/>
                    <a:pt x="107" y="24"/>
                    <a:pt x="65" y="68"/>
                  </a:cubicBezTo>
                  <a:cubicBezTo>
                    <a:pt x="24" y="112"/>
                    <a:pt x="0" y="170"/>
                    <a:pt x="0" y="232"/>
                  </a:cubicBezTo>
                  <a:lnTo>
                    <a:pt x="0" y="383"/>
                  </a:lnTo>
                  <a:cubicBezTo>
                    <a:pt x="0" y="386"/>
                    <a:pt x="3" y="390"/>
                    <a:pt x="8" y="390"/>
                  </a:cubicBezTo>
                  <a:lnTo>
                    <a:pt x="10542" y="390"/>
                  </a:lnTo>
                  <a:cubicBezTo>
                    <a:pt x="10545" y="390"/>
                    <a:pt x="10548" y="386"/>
                    <a:pt x="10548" y="383"/>
                  </a:cubicBezTo>
                  <a:lnTo>
                    <a:pt x="10548" y="232"/>
                  </a:lnTo>
                  <a:cubicBezTo>
                    <a:pt x="10548" y="170"/>
                    <a:pt x="10526" y="112"/>
                    <a:pt x="10484" y="68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3D3EA91-4A54-C34E-8923-AC2EF66FE4AF}"/>
                </a:ext>
              </a:extLst>
            </p:cNvPr>
            <p:cNvGrpSpPr/>
            <p:nvPr/>
          </p:nvGrpSpPr>
          <p:grpSpPr>
            <a:xfrm>
              <a:off x="5818278" y="10276411"/>
              <a:ext cx="1016000" cy="2421420"/>
              <a:chOff x="5818278" y="10276411"/>
              <a:chExt cx="1016000" cy="2421420"/>
            </a:xfrm>
          </p:grpSpPr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D5DCBF20-0376-584A-A443-06671C18C7E0}"/>
                  </a:ext>
                </a:extLst>
              </p:cNvPr>
              <p:cNvSpPr/>
              <p:nvPr/>
            </p:nvSpPr>
            <p:spPr>
              <a:xfrm>
                <a:off x="6527952" y="11335702"/>
                <a:ext cx="297744" cy="4012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0" h="323">
                    <a:moveTo>
                      <a:pt x="227" y="169"/>
                    </a:moveTo>
                    <a:cubicBezTo>
                      <a:pt x="199" y="237"/>
                      <a:pt x="66" y="340"/>
                      <a:pt x="23" y="320"/>
                    </a:cubicBezTo>
                    <a:cubicBezTo>
                      <a:pt x="-19" y="301"/>
                      <a:pt x="3" y="157"/>
                      <a:pt x="31" y="89"/>
                    </a:cubicBezTo>
                    <a:cubicBezTo>
                      <a:pt x="59" y="21"/>
                      <a:pt x="125" y="-16"/>
                      <a:pt x="179" y="6"/>
                    </a:cubicBezTo>
                    <a:cubicBezTo>
                      <a:pt x="234" y="29"/>
                      <a:pt x="255" y="101"/>
                      <a:pt x="227" y="16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6" name="Freeform 385">
                <a:extLst>
                  <a:ext uri="{FF2B5EF4-FFF2-40B4-BE49-F238E27FC236}">
                    <a16:creationId xmlns:a16="http://schemas.microsoft.com/office/drawing/2014/main" id="{91197FD8-3FB3-9541-8F63-60754253056A}"/>
                  </a:ext>
                </a:extLst>
              </p:cNvPr>
              <p:cNvSpPr/>
              <p:nvPr/>
            </p:nvSpPr>
            <p:spPr>
              <a:xfrm>
                <a:off x="6519190" y="11326564"/>
                <a:ext cx="315088" cy="419147"/>
              </a:xfrm>
              <a:custGeom>
                <a:avLst/>
                <a:gdLst>
                  <a:gd name="connsiteX0" fmla="*/ 191122 w 315088"/>
                  <a:gd name="connsiteY0" fmla="*/ 17862 h 419147"/>
                  <a:gd name="connsiteX1" fmla="*/ 132829 w 315088"/>
                  <a:gd name="connsiteY1" fmla="*/ 32768 h 419147"/>
                  <a:gd name="connsiteX2" fmla="*/ 55932 w 315088"/>
                  <a:gd name="connsiteY2" fmla="*/ 122207 h 419147"/>
                  <a:gd name="connsiteX3" fmla="*/ 42289 w 315088"/>
                  <a:gd name="connsiteY3" fmla="*/ 399217 h 419147"/>
                  <a:gd name="connsiteX4" fmla="*/ 88179 w 315088"/>
                  <a:gd name="connsiteY4" fmla="*/ 393006 h 419147"/>
                  <a:gd name="connsiteX5" fmla="*/ 282903 w 315088"/>
                  <a:gd name="connsiteY5" fmla="*/ 216614 h 419147"/>
                  <a:gd name="connsiteX6" fmla="*/ 291585 w 315088"/>
                  <a:gd name="connsiteY6" fmla="*/ 99847 h 419147"/>
                  <a:gd name="connsiteX7" fmla="*/ 229571 w 315088"/>
                  <a:gd name="connsiteY7" fmla="*/ 24073 h 419147"/>
                  <a:gd name="connsiteX8" fmla="*/ 191122 w 315088"/>
                  <a:gd name="connsiteY8" fmla="*/ 17862 h 419147"/>
                  <a:gd name="connsiteX9" fmla="*/ 180901 w 315088"/>
                  <a:gd name="connsiteY9" fmla="*/ 414 h 419147"/>
                  <a:gd name="connsiteX10" fmla="*/ 235811 w 315088"/>
                  <a:gd name="connsiteY10" fmla="*/ 9112 h 419147"/>
                  <a:gd name="connsiteX11" fmla="*/ 307782 w 315088"/>
                  <a:gd name="connsiteY11" fmla="*/ 94846 h 419147"/>
                  <a:gd name="connsiteX12" fmla="*/ 299096 w 315088"/>
                  <a:gd name="connsiteY12" fmla="*/ 222827 h 419147"/>
                  <a:gd name="connsiteX13" fmla="*/ 95590 w 315088"/>
                  <a:gd name="connsiteY13" fmla="*/ 409207 h 419147"/>
                  <a:gd name="connsiteX14" fmla="*/ 54641 w 315088"/>
                  <a:gd name="connsiteY14" fmla="*/ 419147 h 419147"/>
                  <a:gd name="connsiteX15" fmla="*/ 34787 w 315088"/>
                  <a:gd name="connsiteY15" fmla="*/ 415419 h 419147"/>
                  <a:gd name="connsiteX16" fmla="*/ 1283 w 315088"/>
                  <a:gd name="connsiteY16" fmla="*/ 284954 h 419147"/>
                  <a:gd name="connsiteX17" fmla="*/ 40991 w 315088"/>
                  <a:gd name="connsiteY17" fmla="*/ 115969 h 419147"/>
                  <a:gd name="connsiteX18" fmla="*/ 124131 w 315088"/>
                  <a:gd name="connsiteY18" fmla="*/ 17809 h 419147"/>
                  <a:gd name="connsiteX19" fmla="*/ 180901 w 315088"/>
                  <a:gd name="connsiteY19" fmla="*/ 414 h 4191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15088" h="419147">
                    <a:moveTo>
                      <a:pt x="191122" y="17862"/>
                    </a:moveTo>
                    <a:cubicBezTo>
                      <a:pt x="171278" y="17862"/>
                      <a:pt x="151433" y="22831"/>
                      <a:pt x="132829" y="32768"/>
                    </a:cubicBezTo>
                    <a:cubicBezTo>
                      <a:pt x="99342" y="51401"/>
                      <a:pt x="72056" y="83698"/>
                      <a:pt x="55932" y="122207"/>
                    </a:cubicBezTo>
                    <a:cubicBezTo>
                      <a:pt x="19964" y="211645"/>
                      <a:pt x="-1121" y="380584"/>
                      <a:pt x="42289" y="399217"/>
                    </a:cubicBezTo>
                    <a:cubicBezTo>
                      <a:pt x="52211" y="402943"/>
                      <a:pt x="68335" y="401701"/>
                      <a:pt x="88179" y="393006"/>
                    </a:cubicBezTo>
                    <a:cubicBezTo>
                      <a:pt x="153914" y="368162"/>
                      <a:pt x="256857" y="281208"/>
                      <a:pt x="282903" y="216614"/>
                    </a:cubicBezTo>
                    <a:cubicBezTo>
                      <a:pt x="299027" y="178105"/>
                      <a:pt x="302747" y="135871"/>
                      <a:pt x="291585" y="99847"/>
                    </a:cubicBezTo>
                    <a:cubicBezTo>
                      <a:pt x="281663" y="63823"/>
                      <a:pt x="259338" y="37737"/>
                      <a:pt x="229571" y="24073"/>
                    </a:cubicBezTo>
                    <a:cubicBezTo>
                      <a:pt x="217168" y="19104"/>
                      <a:pt x="204765" y="17862"/>
                      <a:pt x="191122" y="17862"/>
                    </a:cubicBezTo>
                    <a:close/>
                    <a:moveTo>
                      <a:pt x="180901" y="414"/>
                    </a:moveTo>
                    <a:cubicBezTo>
                      <a:pt x="199825" y="-1139"/>
                      <a:pt x="218438" y="1657"/>
                      <a:pt x="235811" y="9112"/>
                    </a:cubicBezTo>
                    <a:cubicBezTo>
                      <a:pt x="270555" y="24022"/>
                      <a:pt x="296614" y="53843"/>
                      <a:pt x="307782" y="94846"/>
                    </a:cubicBezTo>
                    <a:cubicBezTo>
                      <a:pt x="320191" y="134607"/>
                      <a:pt x="316468" y="180581"/>
                      <a:pt x="299096" y="222827"/>
                    </a:cubicBezTo>
                    <a:cubicBezTo>
                      <a:pt x="270555" y="292409"/>
                      <a:pt x="163839" y="381871"/>
                      <a:pt x="95590" y="409207"/>
                    </a:cubicBezTo>
                    <a:cubicBezTo>
                      <a:pt x="79459" y="415419"/>
                      <a:pt x="65809" y="419147"/>
                      <a:pt x="54641" y="419147"/>
                    </a:cubicBezTo>
                    <a:cubicBezTo>
                      <a:pt x="47196" y="419147"/>
                      <a:pt x="40991" y="416662"/>
                      <a:pt x="34787" y="415419"/>
                    </a:cubicBezTo>
                    <a:cubicBezTo>
                      <a:pt x="42" y="399266"/>
                      <a:pt x="-2440" y="335897"/>
                      <a:pt x="1283" y="284954"/>
                    </a:cubicBezTo>
                    <a:cubicBezTo>
                      <a:pt x="6247" y="229040"/>
                      <a:pt x="21137" y="160701"/>
                      <a:pt x="40991" y="115969"/>
                    </a:cubicBezTo>
                    <a:cubicBezTo>
                      <a:pt x="58364" y="73723"/>
                      <a:pt x="86904" y="38932"/>
                      <a:pt x="124131" y="17809"/>
                    </a:cubicBezTo>
                    <a:cubicBezTo>
                      <a:pt x="142744" y="7869"/>
                      <a:pt x="161978" y="1967"/>
                      <a:pt x="180901" y="4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11093975-98AB-AE48-A38B-B15583977D97}"/>
                  </a:ext>
                </a:extLst>
              </p:cNvPr>
              <p:cNvSpPr/>
              <p:nvPr/>
            </p:nvSpPr>
            <p:spPr>
              <a:xfrm>
                <a:off x="5967346" y="10320022"/>
                <a:ext cx="242929" cy="6069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6" h="488">
                    <a:moveTo>
                      <a:pt x="196" y="202"/>
                    </a:moveTo>
                    <a:cubicBezTo>
                      <a:pt x="199" y="315"/>
                      <a:pt x="160" y="484"/>
                      <a:pt x="109" y="488"/>
                    </a:cubicBezTo>
                    <a:cubicBezTo>
                      <a:pt x="60" y="492"/>
                      <a:pt x="3" y="319"/>
                      <a:pt x="0" y="206"/>
                    </a:cubicBezTo>
                    <a:cubicBezTo>
                      <a:pt x="-2" y="93"/>
                      <a:pt x="40" y="1"/>
                      <a:pt x="93" y="0"/>
                    </a:cubicBezTo>
                    <a:cubicBezTo>
                      <a:pt x="147" y="-1"/>
                      <a:pt x="193" y="89"/>
                      <a:pt x="196" y="20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7" name="Freeform 386">
                <a:extLst>
                  <a:ext uri="{FF2B5EF4-FFF2-40B4-BE49-F238E27FC236}">
                    <a16:creationId xmlns:a16="http://schemas.microsoft.com/office/drawing/2014/main" id="{93B88166-065D-1C49-8B40-51D2CCB1C2C9}"/>
                  </a:ext>
                </a:extLst>
              </p:cNvPr>
              <p:cNvSpPr/>
              <p:nvPr/>
            </p:nvSpPr>
            <p:spPr>
              <a:xfrm>
                <a:off x="5959692" y="10311291"/>
                <a:ext cx="259397" cy="624371"/>
              </a:xfrm>
              <a:custGeom>
                <a:avLst/>
                <a:gdLst>
                  <a:gd name="connsiteX0" fmla="*/ 122928 w 259397"/>
                  <a:gd name="connsiteY0" fmla="*/ 16211 h 624371"/>
                  <a:gd name="connsiteX1" fmla="*/ 17620 w 259397"/>
                  <a:gd name="connsiteY1" fmla="*/ 264932 h 624371"/>
                  <a:gd name="connsiteX2" fmla="*/ 120450 w 259397"/>
                  <a:gd name="connsiteY2" fmla="*/ 595732 h 624371"/>
                  <a:gd name="connsiteX3" fmla="*/ 142750 w 259397"/>
                  <a:gd name="connsiteY3" fmla="*/ 606924 h 624371"/>
                  <a:gd name="connsiteX4" fmla="*/ 241863 w 259397"/>
                  <a:gd name="connsiteY4" fmla="*/ 259958 h 624371"/>
                  <a:gd name="connsiteX5" fmla="*/ 124167 w 259397"/>
                  <a:gd name="connsiteY5" fmla="*/ 16211 h 624371"/>
                  <a:gd name="connsiteX6" fmla="*/ 122923 w 259397"/>
                  <a:gd name="connsiteY6" fmla="*/ 10 h 624371"/>
                  <a:gd name="connsiteX7" fmla="*/ 259304 w 259397"/>
                  <a:gd name="connsiteY7" fmla="*/ 259953 h 624371"/>
                  <a:gd name="connsiteX8" fmla="*/ 144000 w 259397"/>
                  <a:gd name="connsiteY8" fmla="*/ 624371 h 624371"/>
                  <a:gd name="connsiteX9" fmla="*/ 141520 w 259397"/>
                  <a:gd name="connsiteY9" fmla="*/ 624371 h 624371"/>
                  <a:gd name="connsiteX10" fmla="*/ 108045 w 259397"/>
                  <a:gd name="connsiteY10" fmla="*/ 609446 h 624371"/>
                  <a:gd name="connsiteX11" fmla="*/ 179 w 259397"/>
                  <a:gd name="connsiteY11" fmla="*/ 266172 h 624371"/>
                  <a:gd name="connsiteX12" fmla="*/ 122923 w 259397"/>
                  <a:gd name="connsiteY12" fmla="*/ 10 h 624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9397" h="624371">
                    <a:moveTo>
                      <a:pt x="122928" y="16211"/>
                    </a:moveTo>
                    <a:cubicBezTo>
                      <a:pt x="63460" y="18698"/>
                      <a:pt x="13904" y="131866"/>
                      <a:pt x="17620" y="264932"/>
                    </a:cubicBezTo>
                    <a:cubicBezTo>
                      <a:pt x="20098" y="385562"/>
                      <a:pt x="72132" y="553449"/>
                      <a:pt x="120450" y="595732"/>
                    </a:cubicBezTo>
                    <a:cubicBezTo>
                      <a:pt x="127883" y="603193"/>
                      <a:pt x="135317" y="608168"/>
                      <a:pt x="142750" y="606924"/>
                    </a:cubicBezTo>
                    <a:cubicBezTo>
                      <a:pt x="187351" y="603193"/>
                      <a:pt x="245580" y="427845"/>
                      <a:pt x="241863" y="259958"/>
                    </a:cubicBezTo>
                    <a:cubicBezTo>
                      <a:pt x="238147" y="128136"/>
                      <a:pt x="186112" y="16211"/>
                      <a:pt x="124167" y="16211"/>
                    </a:cubicBezTo>
                    <a:close/>
                    <a:moveTo>
                      <a:pt x="122923" y="10"/>
                    </a:moveTo>
                    <a:cubicBezTo>
                      <a:pt x="196073" y="-1234"/>
                      <a:pt x="255585" y="111947"/>
                      <a:pt x="259304" y="259953"/>
                    </a:cubicBezTo>
                    <a:cubicBezTo>
                      <a:pt x="261784" y="398009"/>
                      <a:pt x="214670" y="618152"/>
                      <a:pt x="144000" y="624371"/>
                    </a:cubicBezTo>
                    <a:cubicBezTo>
                      <a:pt x="142760" y="624371"/>
                      <a:pt x="142760" y="624371"/>
                      <a:pt x="141520" y="624371"/>
                    </a:cubicBezTo>
                    <a:cubicBezTo>
                      <a:pt x="130362" y="624371"/>
                      <a:pt x="119203" y="619396"/>
                      <a:pt x="108045" y="609446"/>
                    </a:cubicBezTo>
                    <a:cubicBezTo>
                      <a:pt x="51012" y="557209"/>
                      <a:pt x="1419" y="379353"/>
                      <a:pt x="179" y="266172"/>
                    </a:cubicBezTo>
                    <a:cubicBezTo>
                      <a:pt x="-3541" y="118166"/>
                      <a:pt x="51012" y="1254"/>
                      <a:pt x="122923" y="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014D73D8-EB54-344B-B744-0ACE9FB5A0DA}"/>
                  </a:ext>
                </a:extLst>
              </p:cNvPr>
              <p:cNvSpPr/>
              <p:nvPr/>
            </p:nvSpPr>
            <p:spPr>
              <a:xfrm>
                <a:off x="6290006" y="10285131"/>
                <a:ext cx="431044" cy="12001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7" h="964">
                    <a:moveTo>
                      <a:pt x="335" y="399"/>
                    </a:moveTo>
                    <a:cubicBezTo>
                      <a:pt x="299" y="628"/>
                      <a:pt x="141" y="979"/>
                      <a:pt x="75" y="964"/>
                    </a:cubicBezTo>
                    <a:cubicBezTo>
                      <a:pt x="9" y="949"/>
                      <a:pt x="-20" y="577"/>
                      <a:pt x="16" y="348"/>
                    </a:cubicBezTo>
                    <a:cubicBezTo>
                      <a:pt x="52" y="120"/>
                      <a:pt x="148" y="-13"/>
                      <a:pt x="236" y="1"/>
                    </a:cubicBezTo>
                    <a:cubicBezTo>
                      <a:pt x="324" y="15"/>
                      <a:pt x="371" y="170"/>
                      <a:pt x="335" y="39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8" name="Freeform 387">
                <a:extLst>
                  <a:ext uri="{FF2B5EF4-FFF2-40B4-BE49-F238E27FC236}">
                    <a16:creationId xmlns:a16="http://schemas.microsoft.com/office/drawing/2014/main" id="{34CC13AD-7B80-6D4E-A23A-4CCC4085B851}"/>
                  </a:ext>
                </a:extLst>
              </p:cNvPr>
              <p:cNvSpPr/>
              <p:nvPr/>
            </p:nvSpPr>
            <p:spPr>
              <a:xfrm>
                <a:off x="6280686" y="10276411"/>
                <a:ext cx="448386" cy="1217562"/>
              </a:xfrm>
              <a:custGeom>
                <a:avLst/>
                <a:gdLst>
                  <a:gd name="connsiteX0" fmla="*/ 286326 w 448386"/>
                  <a:gd name="connsiteY0" fmla="*/ 17443 h 1217562"/>
                  <a:gd name="connsiteX1" fmla="*/ 148457 w 448386"/>
                  <a:gd name="connsiteY1" fmla="*/ 118281 h 1217562"/>
                  <a:gd name="connsiteX2" fmla="*/ 37913 w 448386"/>
                  <a:gd name="connsiteY2" fmla="*/ 443205 h 1217562"/>
                  <a:gd name="connsiteX3" fmla="*/ 103743 w 448386"/>
                  <a:gd name="connsiteY3" fmla="*/ 1200116 h 1217562"/>
                  <a:gd name="connsiteX4" fmla="*/ 127342 w 448386"/>
                  <a:gd name="connsiteY4" fmla="*/ 1193891 h 1217562"/>
                  <a:gd name="connsiteX5" fmla="*/ 416742 w 448386"/>
                  <a:gd name="connsiteY5" fmla="*/ 504206 h 1217562"/>
                  <a:gd name="connsiteX6" fmla="*/ 414258 w 448386"/>
                  <a:gd name="connsiteY6" fmla="*/ 159364 h 1217562"/>
                  <a:gd name="connsiteX7" fmla="*/ 301231 w 448386"/>
                  <a:gd name="connsiteY7" fmla="*/ 17443 h 1217562"/>
                  <a:gd name="connsiteX8" fmla="*/ 286326 w 448386"/>
                  <a:gd name="connsiteY8" fmla="*/ 17443 h 1217562"/>
                  <a:gd name="connsiteX9" fmla="*/ 302488 w 448386"/>
                  <a:gd name="connsiteY9" fmla="*/ 1241 h 1217562"/>
                  <a:gd name="connsiteX10" fmla="*/ 429207 w 448386"/>
                  <a:gd name="connsiteY10" fmla="*/ 155615 h 1217562"/>
                  <a:gd name="connsiteX11" fmla="*/ 432934 w 448386"/>
                  <a:gd name="connsiteY11" fmla="*/ 506693 h 1217562"/>
                  <a:gd name="connsiteX12" fmla="*/ 136014 w 448386"/>
                  <a:gd name="connsiteY12" fmla="*/ 1208847 h 1217562"/>
                  <a:gd name="connsiteX13" fmla="*/ 107441 w 448386"/>
                  <a:gd name="connsiteY13" fmla="*/ 1217562 h 1217562"/>
                  <a:gd name="connsiteX14" fmla="*/ 99987 w 448386"/>
                  <a:gd name="connsiteY14" fmla="*/ 1217562 h 1217562"/>
                  <a:gd name="connsiteX15" fmla="*/ 8053 w 448386"/>
                  <a:gd name="connsiteY15" fmla="*/ 926243 h 1217562"/>
                  <a:gd name="connsiteX16" fmla="*/ 19234 w 448386"/>
                  <a:gd name="connsiteY16" fmla="*/ 440710 h 1217562"/>
                  <a:gd name="connsiteX17" fmla="*/ 132287 w 448386"/>
                  <a:gd name="connsiteY17" fmla="*/ 108307 h 1217562"/>
                  <a:gd name="connsiteX18" fmla="*/ 302488 w 448386"/>
                  <a:gd name="connsiteY18" fmla="*/ 1241 h 12175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48386" h="1217562">
                    <a:moveTo>
                      <a:pt x="286326" y="17443"/>
                    </a:moveTo>
                    <a:cubicBezTo>
                      <a:pt x="239127" y="17443"/>
                      <a:pt x="190687" y="52301"/>
                      <a:pt x="148457" y="118281"/>
                    </a:cubicBezTo>
                    <a:cubicBezTo>
                      <a:pt x="97532" y="195466"/>
                      <a:pt x="59028" y="308754"/>
                      <a:pt x="37913" y="443205"/>
                    </a:cubicBezTo>
                    <a:cubicBezTo>
                      <a:pt x="-8044" y="732027"/>
                      <a:pt x="31703" y="1183932"/>
                      <a:pt x="103743" y="1200116"/>
                    </a:cubicBezTo>
                    <a:cubicBezTo>
                      <a:pt x="109953" y="1202606"/>
                      <a:pt x="117405" y="1200116"/>
                      <a:pt x="127342" y="1193891"/>
                    </a:cubicBezTo>
                    <a:cubicBezTo>
                      <a:pt x="218012" y="1131645"/>
                      <a:pt x="378238" y="751945"/>
                      <a:pt x="416742" y="504206"/>
                    </a:cubicBezTo>
                    <a:cubicBezTo>
                      <a:pt x="439100" y="368510"/>
                      <a:pt x="437857" y="250243"/>
                      <a:pt x="414258" y="159364"/>
                    </a:cubicBezTo>
                    <a:cubicBezTo>
                      <a:pt x="391901" y="77199"/>
                      <a:pt x="350913" y="26157"/>
                      <a:pt x="301231" y="17443"/>
                    </a:cubicBezTo>
                    <a:cubicBezTo>
                      <a:pt x="296262" y="17443"/>
                      <a:pt x="291294" y="17443"/>
                      <a:pt x="286326" y="17443"/>
                    </a:cubicBezTo>
                    <a:close/>
                    <a:moveTo>
                      <a:pt x="302488" y="1241"/>
                    </a:moveTo>
                    <a:cubicBezTo>
                      <a:pt x="359636" y="9956"/>
                      <a:pt x="405602" y="65979"/>
                      <a:pt x="429207" y="155615"/>
                    </a:cubicBezTo>
                    <a:cubicBezTo>
                      <a:pt x="452811" y="247742"/>
                      <a:pt x="455296" y="368503"/>
                      <a:pt x="432934" y="506693"/>
                    </a:cubicBezTo>
                    <a:cubicBezTo>
                      <a:pt x="393179" y="763153"/>
                      <a:pt x="231675" y="1142865"/>
                      <a:pt x="136014" y="1208847"/>
                    </a:cubicBezTo>
                    <a:cubicBezTo>
                      <a:pt x="124833" y="1215072"/>
                      <a:pt x="116137" y="1217562"/>
                      <a:pt x="107441" y="1217562"/>
                    </a:cubicBezTo>
                    <a:cubicBezTo>
                      <a:pt x="104956" y="1217562"/>
                      <a:pt x="101229" y="1217562"/>
                      <a:pt x="99987" y="1217562"/>
                    </a:cubicBezTo>
                    <a:cubicBezTo>
                      <a:pt x="41596" y="1203867"/>
                      <a:pt x="16750" y="1029574"/>
                      <a:pt x="8053" y="926243"/>
                    </a:cubicBezTo>
                    <a:cubicBezTo>
                      <a:pt x="-5613" y="763153"/>
                      <a:pt x="-1886" y="576410"/>
                      <a:pt x="19234" y="440710"/>
                    </a:cubicBezTo>
                    <a:cubicBezTo>
                      <a:pt x="40354" y="303765"/>
                      <a:pt x="80109" y="187984"/>
                      <a:pt x="132287" y="108307"/>
                    </a:cubicBezTo>
                    <a:cubicBezTo>
                      <a:pt x="184466" y="29875"/>
                      <a:pt x="244098" y="-7474"/>
                      <a:pt x="302488" y="124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30D31D25-FB39-AC48-BF5B-2313ABFE1B28}"/>
                  </a:ext>
                </a:extLst>
              </p:cNvPr>
              <p:cNvSpPr/>
              <p:nvPr/>
            </p:nvSpPr>
            <p:spPr>
              <a:xfrm>
                <a:off x="6075730" y="10646537"/>
                <a:ext cx="419832" cy="123750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8" h="994">
                    <a:moveTo>
                      <a:pt x="231" y="994"/>
                    </a:moveTo>
                    <a:cubicBezTo>
                      <a:pt x="228" y="994"/>
                      <a:pt x="226" y="993"/>
                      <a:pt x="225" y="990"/>
                    </a:cubicBezTo>
                    <a:cubicBezTo>
                      <a:pt x="222" y="985"/>
                      <a:pt x="-14" y="514"/>
                      <a:pt x="1" y="7"/>
                    </a:cubicBezTo>
                    <a:cubicBezTo>
                      <a:pt x="1" y="3"/>
                      <a:pt x="5" y="0"/>
                      <a:pt x="8" y="0"/>
                    </a:cubicBezTo>
                    <a:cubicBezTo>
                      <a:pt x="12" y="1"/>
                      <a:pt x="15" y="4"/>
                      <a:pt x="15" y="8"/>
                    </a:cubicBezTo>
                    <a:cubicBezTo>
                      <a:pt x="2" y="441"/>
                      <a:pt x="175" y="849"/>
                      <a:pt x="224" y="957"/>
                    </a:cubicBezTo>
                    <a:cubicBezTo>
                      <a:pt x="228" y="581"/>
                      <a:pt x="324" y="163"/>
                      <a:pt x="325" y="158"/>
                    </a:cubicBezTo>
                    <a:cubicBezTo>
                      <a:pt x="326" y="155"/>
                      <a:pt x="330" y="152"/>
                      <a:pt x="334" y="153"/>
                    </a:cubicBezTo>
                    <a:cubicBezTo>
                      <a:pt x="337" y="154"/>
                      <a:pt x="340" y="158"/>
                      <a:pt x="338" y="162"/>
                    </a:cubicBezTo>
                    <a:cubicBezTo>
                      <a:pt x="338" y="166"/>
                      <a:pt x="236" y="606"/>
                      <a:pt x="238" y="987"/>
                    </a:cubicBezTo>
                    <a:cubicBezTo>
                      <a:pt x="238" y="990"/>
                      <a:pt x="236" y="993"/>
                      <a:pt x="233" y="994"/>
                    </a:cubicBezTo>
                    <a:cubicBezTo>
                      <a:pt x="232" y="994"/>
                      <a:pt x="231" y="994"/>
                      <a:pt x="231" y="99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1B4820E5-4E87-A949-A6E8-9EC55EE38210}"/>
                  </a:ext>
                </a:extLst>
              </p:cNvPr>
              <p:cNvSpPr/>
              <p:nvPr/>
            </p:nvSpPr>
            <p:spPr>
              <a:xfrm>
                <a:off x="6522969" y="11520144"/>
                <a:ext cx="155724" cy="3663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6" h="295">
                    <a:moveTo>
                      <a:pt x="7" y="295"/>
                    </a:moveTo>
                    <a:cubicBezTo>
                      <a:pt x="3" y="295"/>
                      <a:pt x="0" y="292"/>
                      <a:pt x="0" y="289"/>
                    </a:cubicBezTo>
                    <a:cubicBezTo>
                      <a:pt x="0" y="283"/>
                      <a:pt x="-2" y="144"/>
                      <a:pt x="114" y="2"/>
                    </a:cubicBezTo>
                    <a:cubicBezTo>
                      <a:pt x="117" y="-1"/>
                      <a:pt x="121" y="-1"/>
                      <a:pt x="124" y="2"/>
                    </a:cubicBezTo>
                    <a:cubicBezTo>
                      <a:pt x="126" y="4"/>
                      <a:pt x="127" y="9"/>
                      <a:pt x="124" y="11"/>
                    </a:cubicBezTo>
                    <a:cubicBezTo>
                      <a:pt x="66" y="83"/>
                      <a:pt x="39" y="155"/>
                      <a:pt x="26" y="202"/>
                    </a:cubicBezTo>
                    <a:cubicBezTo>
                      <a:pt x="14" y="253"/>
                      <a:pt x="14" y="287"/>
                      <a:pt x="14" y="288"/>
                    </a:cubicBezTo>
                    <a:cubicBezTo>
                      <a:pt x="14" y="292"/>
                      <a:pt x="11" y="295"/>
                      <a:pt x="7" y="29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6" name="Freeform 105">
                <a:extLst>
                  <a:ext uri="{FF2B5EF4-FFF2-40B4-BE49-F238E27FC236}">
                    <a16:creationId xmlns:a16="http://schemas.microsoft.com/office/drawing/2014/main" id="{491F8356-ED4C-E94E-B1D4-9F96C70B19C4}"/>
                  </a:ext>
                </a:extLst>
              </p:cNvPr>
              <p:cNvSpPr/>
              <p:nvPr/>
            </p:nvSpPr>
            <p:spPr>
              <a:xfrm>
                <a:off x="5826571" y="11031622"/>
                <a:ext cx="418586" cy="6293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7" h="506">
                    <a:moveTo>
                      <a:pt x="293" y="150"/>
                    </a:moveTo>
                    <a:cubicBezTo>
                      <a:pt x="342" y="289"/>
                      <a:pt x="355" y="486"/>
                      <a:pt x="305" y="505"/>
                    </a:cubicBezTo>
                    <a:cubicBezTo>
                      <a:pt x="255" y="524"/>
                      <a:pt x="86" y="383"/>
                      <a:pt x="27" y="251"/>
                    </a:cubicBezTo>
                    <a:cubicBezTo>
                      <a:pt x="-32" y="119"/>
                      <a:pt x="14" y="37"/>
                      <a:pt x="87" y="10"/>
                    </a:cubicBezTo>
                    <a:cubicBezTo>
                      <a:pt x="160" y="-18"/>
                      <a:pt x="243" y="10"/>
                      <a:pt x="293" y="15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9" name="Freeform 388">
                <a:extLst>
                  <a:ext uri="{FF2B5EF4-FFF2-40B4-BE49-F238E27FC236}">
                    <a16:creationId xmlns:a16="http://schemas.microsoft.com/office/drawing/2014/main" id="{D1FC3B0E-7293-E645-A393-79448C9BE844}"/>
                  </a:ext>
                </a:extLst>
              </p:cNvPr>
              <p:cNvSpPr/>
              <p:nvPr/>
            </p:nvSpPr>
            <p:spPr>
              <a:xfrm>
                <a:off x="5818278" y="11023016"/>
                <a:ext cx="435016" cy="647921"/>
              </a:xfrm>
              <a:custGeom>
                <a:avLst/>
                <a:gdLst>
                  <a:gd name="connsiteX0" fmla="*/ 178462 w 435016"/>
                  <a:gd name="connsiteY0" fmla="*/ 17330 h 647921"/>
                  <a:gd name="connsiteX1" fmla="*/ 120091 w 435016"/>
                  <a:gd name="connsiteY1" fmla="*/ 28523 h 647921"/>
                  <a:gd name="connsiteX2" fmla="*/ 29429 w 435016"/>
                  <a:gd name="connsiteY2" fmla="*/ 113095 h 647921"/>
                  <a:gd name="connsiteX3" fmla="*/ 49300 w 435016"/>
                  <a:gd name="connsiteY3" fmla="*/ 317062 h 647921"/>
                  <a:gd name="connsiteX4" fmla="*/ 373448 w 435016"/>
                  <a:gd name="connsiteY4" fmla="*/ 630475 h 647921"/>
                  <a:gd name="connsiteX5" fmla="*/ 384626 w 435016"/>
                  <a:gd name="connsiteY5" fmla="*/ 629231 h 647921"/>
                  <a:gd name="connsiteX6" fmla="*/ 363513 w 435016"/>
                  <a:gd name="connsiteY6" fmla="*/ 197667 h 647921"/>
                  <a:gd name="connsiteX7" fmla="*/ 238076 w 435016"/>
                  <a:gd name="connsiteY7" fmla="*/ 29767 h 647921"/>
                  <a:gd name="connsiteX8" fmla="*/ 178462 w 435016"/>
                  <a:gd name="connsiteY8" fmla="*/ 17330 h 647921"/>
                  <a:gd name="connsiteX9" fmla="*/ 180938 w 435016"/>
                  <a:gd name="connsiteY9" fmla="*/ 37 h 647921"/>
                  <a:gd name="connsiteX10" fmla="*/ 244292 w 435016"/>
                  <a:gd name="connsiteY10" fmla="*/ 14808 h 647921"/>
                  <a:gd name="connsiteX11" fmla="*/ 379695 w 435016"/>
                  <a:gd name="connsiteY11" fmla="*/ 191433 h 647921"/>
                  <a:gd name="connsiteX12" fmla="*/ 434353 w 435016"/>
                  <a:gd name="connsiteY12" fmla="*/ 471296 h 647921"/>
                  <a:gd name="connsiteX13" fmla="*/ 390875 w 435016"/>
                  <a:gd name="connsiteY13" fmla="*/ 645433 h 647921"/>
                  <a:gd name="connsiteX14" fmla="*/ 375968 w 435016"/>
                  <a:gd name="connsiteY14" fmla="*/ 647921 h 647921"/>
                  <a:gd name="connsiteX15" fmla="*/ 34355 w 435016"/>
                  <a:gd name="connsiteY15" fmla="*/ 324523 h 647921"/>
                  <a:gd name="connsiteX16" fmla="*/ 14479 w 435016"/>
                  <a:gd name="connsiteY16" fmla="*/ 106852 h 647921"/>
                  <a:gd name="connsiteX17" fmla="*/ 113858 w 435016"/>
                  <a:gd name="connsiteY17" fmla="*/ 12320 h 647921"/>
                  <a:gd name="connsiteX18" fmla="*/ 180938 w 435016"/>
                  <a:gd name="connsiteY18" fmla="*/ 37 h 6479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35016" h="647921">
                    <a:moveTo>
                      <a:pt x="178462" y="17330"/>
                    </a:moveTo>
                    <a:cubicBezTo>
                      <a:pt x="158591" y="17330"/>
                      <a:pt x="139962" y="21061"/>
                      <a:pt x="120091" y="28523"/>
                    </a:cubicBezTo>
                    <a:cubicBezTo>
                      <a:pt x="76623" y="44691"/>
                      <a:pt x="46816" y="74540"/>
                      <a:pt x="29429" y="113095"/>
                    </a:cubicBezTo>
                    <a:cubicBezTo>
                      <a:pt x="7074" y="167818"/>
                      <a:pt x="14525" y="238709"/>
                      <a:pt x="49300" y="317062"/>
                    </a:cubicBezTo>
                    <a:cubicBezTo>
                      <a:pt x="120091" y="472525"/>
                      <a:pt x="307625" y="630475"/>
                      <a:pt x="373448" y="630475"/>
                    </a:cubicBezTo>
                    <a:cubicBezTo>
                      <a:pt x="378416" y="630475"/>
                      <a:pt x="382142" y="629231"/>
                      <a:pt x="384626" y="629231"/>
                    </a:cubicBezTo>
                    <a:cubicBezTo>
                      <a:pt x="438029" y="608088"/>
                      <a:pt x="426852" y="375516"/>
                      <a:pt x="363513" y="197667"/>
                    </a:cubicBezTo>
                    <a:cubicBezTo>
                      <a:pt x="333706" y="111851"/>
                      <a:pt x="290238" y="54641"/>
                      <a:pt x="238076" y="29767"/>
                    </a:cubicBezTo>
                    <a:cubicBezTo>
                      <a:pt x="219447" y="21061"/>
                      <a:pt x="199576" y="17330"/>
                      <a:pt x="178462" y="17330"/>
                    </a:cubicBezTo>
                    <a:close/>
                    <a:moveTo>
                      <a:pt x="180938" y="37"/>
                    </a:moveTo>
                    <a:cubicBezTo>
                      <a:pt x="202988" y="504"/>
                      <a:pt x="224416" y="5479"/>
                      <a:pt x="244292" y="14808"/>
                    </a:cubicBezTo>
                    <a:cubicBezTo>
                      <a:pt x="301434" y="40929"/>
                      <a:pt x="347397" y="100633"/>
                      <a:pt x="379695" y="191433"/>
                    </a:cubicBezTo>
                    <a:cubicBezTo>
                      <a:pt x="409509" y="277258"/>
                      <a:pt x="430627" y="381740"/>
                      <a:pt x="434353" y="471296"/>
                    </a:cubicBezTo>
                    <a:cubicBezTo>
                      <a:pt x="436838" y="529756"/>
                      <a:pt x="434353" y="628020"/>
                      <a:pt x="390875" y="645433"/>
                    </a:cubicBezTo>
                    <a:cubicBezTo>
                      <a:pt x="385906" y="646677"/>
                      <a:pt x="380937" y="647921"/>
                      <a:pt x="375968" y="647921"/>
                    </a:cubicBezTo>
                    <a:cubicBezTo>
                      <a:pt x="295223" y="647921"/>
                      <a:pt x="103920" y="481247"/>
                      <a:pt x="34355" y="324523"/>
                    </a:cubicBezTo>
                    <a:cubicBezTo>
                      <a:pt x="-2913" y="241186"/>
                      <a:pt x="-10366" y="165312"/>
                      <a:pt x="14479" y="106852"/>
                    </a:cubicBezTo>
                    <a:cubicBezTo>
                      <a:pt x="31870" y="62074"/>
                      <a:pt x="66653" y="30978"/>
                      <a:pt x="113858" y="12320"/>
                    </a:cubicBezTo>
                    <a:cubicBezTo>
                      <a:pt x="136218" y="3614"/>
                      <a:pt x="158888" y="-429"/>
                      <a:pt x="180938" y="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0826554A-2CF1-CC44-A6BD-21D6B5A7E38A}"/>
                  </a:ext>
                </a:extLst>
              </p:cNvPr>
              <p:cNvSpPr/>
              <p:nvPr/>
            </p:nvSpPr>
            <p:spPr>
              <a:xfrm>
                <a:off x="6043339" y="11304546"/>
                <a:ext cx="237946" cy="5819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2" h="468">
                    <a:moveTo>
                      <a:pt x="185" y="468"/>
                    </a:moveTo>
                    <a:cubicBezTo>
                      <a:pt x="181" y="468"/>
                      <a:pt x="179" y="464"/>
                      <a:pt x="179" y="460"/>
                    </a:cubicBezTo>
                    <a:cubicBezTo>
                      <a:pt x="179" y="459"/>
                      <a:pt x="179" y="332"/>
                      <a:pt x="1" y="10"/>
                    </a:cubicBezTo>
                    <a:cubicBezTo>
                      <a:pt x="-1" y="7"/>
                      <a:pt x="0" y="3"/>
                      <a:pt x="4" y="1"/>
                    </a:cubicBezTo>
                    <a:cubicBezTo>
                      <a:pt x="7" y="-1"/>
                      <a:pt x="11" y="0"/>
                      <a:pt x="13" y="4"/>
                    </a:cubicBezTo>
                    <a:cubicBezTo>
                      <a:pt x="193" y="330"/>
                      <a:pt x="192" y="456"/>
                      <a:pt x="192" y="461"/>
                    </a:cubicBezTo>
                    <a:cubicBezTo>
                      <a:pt x="192" y="465"/>
                      <a:pt x="189" y="468"/>
                      <a:pt x="185" y="46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54DAA427-D4CD-3640-B8CE-04E64B09B393}"/>
                  </a:ext>
                </a:extLst>
              </p:cNvPr>
              <p:cNvSpPr/>
              <p:nvPr/>
            </p:nvSpPr>
            <p:spPr>
              <a:xfrm>
                <a:off x="6064518" y="11876566"/>
                <a:ext cx="670236" cy="1433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9" h="116">
                    <a:moveTo>
                      <a:pt x="539" y="0"/>
                    </a:moveTo>
                    <a:lnTo>
                      <a:pt x="0" y="0"/>
                    </a:lnTo>
                    <a:lnTo>
                      <a:pt x="0" y="116"/>
                    </a:lnTo>
                    <a:lnTo>
                      <a:pt x="539" y="116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0" name="Freeform 389">
                <a:extLst>
                  <a:ext uri="{FF2B5EF4-FFF2-40B4-BE49-F238E27FC236}">
                    <a16:creationId xmlns:a16="http://schemas.microsoft.com/office/drawing/2014/main" id="{29E510D0-416E-1346-BE11-B0B5452CAFF8}"/>
                  </a:ext>
                </a:extLst>
              </p:cNvPr>
              <p:cNvSpPr/>
              <p:nvPr/>
            </p:nvSpPr>
            <p:spPr>
              <a:xfrm>
                <a:off x="6055794" y="11867838"/>
                <a:ext cx="687677" cy="160764"/>
              </a:xfrm>
              <a:custGeom>
                <a:avLst/>
                <a:gdLst>
                  <a:gd name="connsiteX0" fmla="*/ 17444 w 687677"/>
                  <a:gd name="connsiteY0" fmla="*/ 17451 h 160764"/>
                  <a:gd name="connsiteX1" fmla="*/ 17444 w 687677"/>
                  <a:gd name="connsiteY1" fmla="*/ 144566 h 160764"/>
                  <a:gd name="connsiteX2" fmla="*/ 671485 w 687677"/>
                  <a:gd name="connsiteY2" fmla="*/ 144566 h 160764"/>
                  <a:gd name="connsiteX3" fmla="*/ 671485 w 687677"/>
                  <a:gd name="connsiteY3" fmla="*/ 17451 h 160764"/>
                  <a:gd name="connsiteX4" fmla="*/ 8705 w 687677"/>
                  <a:gd name="connsiteY4" fmla="*/ 0 h 160764"/>
                  <a:gd name="connsiteX5" fmla="*/ 678972 w 687677"/>
                  <a:gd name="connsiteY5" fmla="*/ 0 h 160764"/>
                  <a:gd name="connsiteX6" fmla="*/ 687677 w 687677"/>
                  <a:gd name="connsiteY6" fmla="*/ 8657 h 160764"/>
                  <a:gd name="connsiteX7" fmla="*/ 687677 w 687677"/>
                  <a:gd name="connsiteY7" fmla="*/ 152107 h 160764"/>
                  <a:gd name="connsiteX8" fmla="*/ 678972 w 687677"/>
                  <a:gd name="connsiteY8" fmla="*/ 160764 h 160764"/>
                  <a:gd name="connsiteX9" fmla="*/ 8705 w 687677"/>
                  <a:gd name="connsiteY9" fmla="*/ 160764 h 160764"/>
                  <a:gd name="connsiteX10" fmla="*/ 0 w 687677"/>
                  <a:gd name="connsiteY10" fmla="*/ 152107 h 160764"/>
                  <a:gd name="connsiteX11" fmla="*/ 0 w 687677"/>
                  <a:gd name="connsiteY11" fmla="*/ 8657 h 160764"/>
                  <a:gd name="connsiteX12" fmla="*/ 8705 w 687677"/>
                  <a:gd name="connsiteY12" fmla="*/ 0 h 160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87677" h="160764">
                    <a:moveTo>
                      <a:pt x="17444" y="17451"/>
                    </a:moveTo>
                    <a:lnTo>
                      <a:pt x="17444" y="144566"/>
                    </a:lnTo>
                    <a:lnTo>
                      <a:pt x="671485" y="144566"/>
                    </a:lnTo>
                    <a:lnTo>
                      <a:pt x="671485" y="17451"/>
                    </a:lnTo>
                    <a:close/>
                    <a:moveTo>
                      <a:pt x="8705" y="0"/>
                    </a:moveTo>
                    <a:lnTo>
                      <a:pt x="678972" y="0"/>
                    </a:lnTo>
                    <a:cubicBezTo>
                      <a:pt x="683947" y="0"/>
                      <a:pt x="687677" y="3710"/>
                      <a:pt x="687677" y="8657"/>
                    </a:cubicBezTo>
                    <a:lnTo>
                      <a:pt x="687677" y="152107"/>
                    </a:lnTo>
                    <a:cubicBezTo>
                      <a:pt x="687677" y="157054"/>
                      <a:pt x="683947" y="160764"/>
                      <a:pt x="678972" y="160764"/>
                    </a:cubicBezTo>
                    <a:lnTo>
                      <a:pt x="8705" y="160764"/>
                    </a:lnTo>
                    <a:cubicBezTo>
                      <a:pt x="4974" y="160764"/>
                      <a:pt x="0" y="157054"/>
                      <a:pt x="0" y="152107"/>
                    </a:cubicBezTo>
                    <a:lnTo>
                      <a:pt x="0" y="8657"/>
                    </a:lnTo>
                    <a:cubicBezTo>
                      <a:pt x="0" y="3710"/>
                      <a:pt x="4974" y="0"/>
                      <a:pt x="87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3" name="Freeform 112">
                <a:extLst>
                  <a:ext uri="{FF2B5EF4-FFF2-40B4-BE49-F238E27FC236}">
                    <a16:creationId xmlns:a16="http://schemas.microsoft.com/office/drawing/2014/main" id="{9F3348B3-B8DA-EE4D-9ED2-ABC7DB01145D}"/>
                  </a:ext>
                </a:extLst>
              </p:cNvPr>
              <p:cNvSpPr/>
              <p:nvPr/>
            </p:nvSpPr>
            <p:spPr>
              <a:xfrm>
                <a:off x="6064518" y="12021128"/>
                <a:ext cx="670236" cy="13085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9" h="106">
                    <a:moveTo>
                      <a:pt x="0" y="106"/>
                    </a:moveTo>
                    <a:lnTo>
                      <a:pt x="539" y="106"/>
                    </a:lnTo>
                    <a:lnTo>
                      <a:pt x="53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1" name="Freeform 390">
                <a:extLst>
                  <a:ext uri="{FF2B5EF4-FFF2-40B4-BE49-F238E27FC236}">
                    <a16:creationId xmlns:a16="http://schemas.microsoft.com/office/drawing/2014/main" id="{F663B541-4501-CD44-BD47-3B33EDE59685}"/>
                  </a:ext>
                </a:extLst>
              </p:cNvPr>
              <p:cNvSpPr/>
              <p:nvPr/>
            </p:nvSpPr>
            <p:spPr>
              <a:xfrm>
                <a:off x="6055794" y="12013651"/>
                <a:ext cx="687677" cy="147055"/>
              </a:xfrm>
              <a:custGeom>
                <a:avLst/>
                <a:gdLst>
                  <a:gd name="connsiteX0" fmla="*/ 17444 w 687677"/>
                  <a:gd name="connsiteY0" fmla="*/ 16201 h 147055"/>
                  <a:gd name="connsiteX1" fmla="*/ 17444 w 687677"/>
                  <a:gd name="connsiteY1" fmla="*/ 129608 h 147055"/>
                  <a:gd name="connsiteX2" fmla="*/ 671485 w 687677"/>
                  <a:gd name="connsiteY2" fmla="*/ 129608 h 147055"/>
                  <a:gd name="connsiteX3" fmla="*/ 671485 w 687677"/>
                  <a:gd name="connsiteY3" fmla="*/ 16201 h 147055"/>
                  <a:gd name="connsiteX4" fmla="*/ 8705 w 687677"/>
                  <a:gd name="connsiteY4" fmla="*/ 0 h 147055"/>
                  <a:gd name="connsiteX5" fmla="*/ 678972 w 687677"/>
                  <a:gd name="connsiteY5" fmla="*/ 0 h 147055"/>
                  <a:gd name="connsiteX6" fmla="*/ 687677 w 687677"/>
                  <a:gd name="connsiteY6" fmla="*/ 7415 h 147055"/>
                  <a:gd name="connsiteX7" fmla="*/ 687677 w 687677"/>
                  <a:gd name="connsiteY7" fmla="*/ 138405 h 147055"/>
                  <a:gd name="connsiteX8" fmla="*/ 678972 w 687677"/>
                  <a:gd name="connsiteY8" fmla="*/ 147055 h 147055"/>
                  <a:gd name="connsiteX9" fmla="*/ 8705 w 687677"/>
                  <a:gd name="connsiteY9" fmla="*/ 147055 h 147055"/>
                  <a:gd name="connsiteX10" fmla="*/ 0 w 687677"/>
                  <a:gd name="connsiteY10" fmla="*/ 138405 h 147055"/>
                  <a:gd name="connsiteX11" fmla="*/ 0 w 687677"/>
                  <a:gd name="connsiteY11" fmla="*/ 7415 h 147055"/>
                  <a:gd name="connsiteX12" fmla="*/ 8705 w 687677"/>
                  <a:gd name="connsiteY12" fmla="*/ 0 h 147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87677" h="147055">
                    <a:moveTo>
                      <a:pt x="17444" y="16201"/>
                    </a:moveTo>
                    <a:lnTo>
                      <a:pt x="17444" y="129608"/>
                    </a:lnTo>
                    <a:lnTo>
                      <a:pt x="671485" y="129608"/>
                    </a:lnTo>
                    <a:lnTo>
                      <a:pt x="671485" y="16201"/>
                    </a:lnTo>
                    <a:close/>
                    <a:moveTo>
                      <a:pt x="8705" y="0"/>
                    </a:moveTo>
                    <a:lnTo>
                      <a:pt x="678972" y="0"/>
                    </a:lnTo>
                    <a:cubicBezTo>
                      <a:pt x="683947" y="0"/>
                      <a:pt x="687677" y="3707"/>
                      <a:pt x="687677" y="7415"/>
                    </a:cubicBezTo>
                    <a:lnTo>
                      <a:pt x="687677" y="138405"/>
                    </a:lnTo>
                    <a:cubicBezTo>
                      <a:pt x="687677" y="143348"/>
                      <a:pt x="683947" y="147055"/>
                      <a:pt x="678972" y="147055"/>
                    </a:cubicBezTo>
                    <a:lnTo>
                      <a:pt x="8705" y="147055"/>
                    </a:lnTo>
                    <a:cubicBezTo>
                      <a:pt x="4974" y="147055"/>
                      <a:pt x="0" y="143348"/>
                      <a:pt x="0" y="138405"/>
                    </a:cubicBezTo>
                    <a:lnTo>
                      <a:pt x="0" y="7415"/>
                    </a:lnTo>
                    <a:cubicBezTo>
                      <a:pt x="0" y="3707"/>
                      <a:pt x="4974" y="0"/>
                      <a:pt x="87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722FC37B-4D0D-5343-A36D-8A1FDD26C241}"/>
                  </a:ext>
                </a:extLst>
              </p:cNvPr>
              <p:cNvSpPr/>
              <p:nvPr/>
            </p:nvSpPr>
            <p:spPr>
              <a:xfrm>
                <a:off x="6064518" y="12153228"/>
                <a:ext cx="670236" cy="5358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9" h="431">
                    <a:moveTo>
                      <a:pt x="0" y="431"/>
                    </a:moveTo>
                    <a:lnTo>
                      <a:pt x="539" y="431"/>
                    </a:lnTo>
                    <a:lnTo>
                      <a:pt x="53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2" name="Freeform 391">
                <a:extLst>
                  <a:ext uri="{FF2B5EF4-FFF2-40B4-BE49-F238E27FC236}">
                    <a16:creationId xmlns:a16="http://schemas.microsoft.com/office/drawing/2014/main" id="{5C71E900-E682-5E4D-A7AA-4B43001B4A0C}"/>
                  </a:ext>
                </a:extLst>
              </p:cNvPr>
              <p:cNvSpPr/>
              <p:nvPr/>
            </p:nvSpPr>
            <p:spPr>
              <a:xfrm>
                <a:off x="6055794" y="12144505"/>
                <a:ext cx="687677" cy="553326"/>
              </a:xfrm>
              <a:custGeom>
                <a:avLst/>
                <a:gdLst>
                  <a:gd name="connsiteX0" fmla="*/ 17444 w 687677"/>
                  <a:gd name="connsiteY0" fmla="*/ 17447 h 553326"/>
                  <a:gd name="connsiteX1" fmla="*/ 17444 w 687677"/>
                  <a:gd name="connsiteY1" fmla="*/ 535878 h 553326"/>
                  <a:gd name="connsiteX2" fmla="*/ 671485 w 687677"/>
                  <a:gd name="connsiteY2" fmla="*/ 535878 h 553326"/>
                  <a:gd name="connsiteX3" fmla="*/ 671485 w 687677"/>
                  <a:gd name="connsiteY3" fmla="*/ 17447 h 553326"/>
                  <a:gd name="connsiteX4" fmla="*/ 8705 w 687677"/>
                  <a:gd name="connsiteY4" fmla="*/ 0 h 553326"/>
                  <a:gd name="connsiteX5" fmla="*/ 678972 w 687677"/>
                  <a:gd name="connsiteY5" fmla="*/ 0 h 553326"/>
                  <a:gd name="connsiteX6" fmla="*/ 687677 w 687677"/>
                  <a:gd name="connsiteY6" fmla="*/ 8704 h 553326"/>
                  <a:gd name="connsiteX7" fmla="*/ 687677 w 687677"/>
                  <a:gd name="connsiteY7" fmla="*/ 544622 h 553326"/>
                  <a:gd name="connsiteX8" fmla="*/ 678972 w 687677"/>
                  <a:gd name="connsiteY8" fmla="*/ 553326 h 553326"/>
                  <a:gd name="connsiteX9" fmla="*/ 8705 w 687677"/>
                  <a:gd name="connsiteY9" fmla="*/ 553326 h 553326"/>
                  <a:gd name="connsiteX10" fmla="*/ 0 w 687677"/>
                  <a:gd name="connsiteY10" fmla="*/ 544622 h 553326"/>
                  <a:gd name="connsiteX11" fmla="*/ 0 w 687677"/>
                  <a:gd name="connsiteY11" fmla="*/ 8704 h 553326"/>
                  <a:gd name="connsiteX12" fmla="*/ 8705 w 687677"/>
                  <a:gd name="connsiteY12" fmla="*/ 0 h 553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87677" h="553326">
                    <a:moveTo>
                      <a:pt x="17444" y="17447"/>
                    </a:moveTo>
                    <a:lnTo>
                      <a:pt x="17444" y="535878"/>
                    </a:lnTo>
                    <a:lnTo>
                      <a:pt x="671485" y="535878"/>
                    </a:lnTo>
                    <a:lnTo>
                      <a:pt x="671485" y="17447"/>
                    </a:lnTo>
                    <a:close/>
                    <a:moveTo>
                      <a:pt x="8705" y="0"/>
                    </a:moveTo>
                    <a:lnTo>
                      <a:pt x="678972" y="0"/>
                    </a:lnTo>
                    <a:cubicBezTo>
                      <a:pt x="683947" y="0"/>
                      <a:pt x="687677" y="3730"/>
                      <a:pt x="687677" y="8704"/>
                    </a:cubicBezTo>
                    <a:lnTo>
                      <a:pt x="687677" y="544622"/>
                    </a:lnTo>
                    <a:cubicBezTo>
                      <a:pt x="687677" y="548352"/>
                      <a:pt x="683947" y="553326"/>
                      <a:pt x="678972" y="553326"/>
                    </a:cubicBezTo>
                    <a:lnTo>
                      <a:pt x="8705" y="553326"/>
                    </a:lnTo>
                    <a:cubicBezTo>
                      <a:pt x="4974" y="553326"/>
                      <a:pt x="0" y="548352"/>
                      <a:pt x="0" y="544622"/>
                    </a:cubicBezTo>
                    <a:lnTo>
                      <a:pt x="0" y="8704"/>
                    </a:lnTo>
                    <a:cubicBezTo>
                      <a:pt x="0" y="3730"/>
                      <a:pt x="4974" y="0"/>
                      <a:pt x="87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8EFCA44-473A-3646-9F83-183C52CF7894}"/>
                </a:ext>
              </a:extLst>
            </p:cNvPr>
            <p:cNvGrpSpPr/>
            <p:nvPr/>
          </p:nvGrpSpPr>
          <p:grpSpPr>
            <a:xfrm>
              <a:off x="4743980" y="12681630"/>
              <a:ext cx="14712799" cy="290371"/>
              <a:chOff x="4743980" y="12681630"/>
              <a:chExt cx="14712799" cy="290371"/>
            </a:xfrm>
          </p:grpSpPr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DFEC6D98-6CCE-CE4E-92F5-C949F5A2DD9C}"/>
                  </a:ext>
                </a:extLst>
              </p:cNvPr>
              <p:cNvSpPr/>
              <p:nvPr/>
            </p:nvSpPr>
            <p:spPr>
              <a:xfrm>
                <a:off x="4752699" y="12690353"/>
                <a:ext cx="14695359" cy="27292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797" h="220">
                    <a:moveTo>
                      <a:pt x="11797" y="220"/>
                    </a:moveTo>
                    <a:lnTo>
                      <a:pt x="0" y="220"/>
                    </a:lnTo>
                    <a:lnTo>
                      <a:pt x="0" y="0"/>
                    </a:lnTo>
                    <a:lnTo>
                      <a:pt x="11797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3" name="Freeform 392">
                <a:extLst>
                  <a:ext uri="{FF2B5EF4-FFF2-40B4-BE49-F238E27FC236}">
                    <a16:creationId xmlns:a16="http://schemas.microsoft.com/office/drawing/2014/main" id="{A2AAB13A-9FEF-054E-8134-17EA6E93CADE}"/>
                  </a:ext>
                </a:extLst>
              </p:cNvPr>
              <p:cNvSpPr/>
              <p:nvPr/>
            </p:nvSpPr>
            <p:spPr>
              <a:xfrm>
                <a:off x="4743980" y="12681630"/>
                <a:ext cx="14712799" cy="290371"/>
              </a:xfrm>
              <a:custGeom>
                <a:avLst/>
                <a:gdLst>
                  <a:gd name="connsiteX0" fmla="*/ 17438 w 14712799"/>
                  <a:gd name="connsiteY0" fmla="*/ 17447 h 290371"/>
                  <a:gd name="connsiteX1" fmla="*/ 17438 w 14712799"/>
                  <a:gd name="connsiteY1" fmla="*/ 272924 h 290371"/>
                  <a:gd name="connsiteX2" fmla="*/ 14695355 w 14712799"/>
                  <a:gd name="connsiteY2" fmla="*/ 272924 h 290371"/>
                  <a:gd name="connsiteX3" fmla="*/ 14695355 w 14712799"/>
                  <a:gd name="connsiteY3" fmla="*/ 17447 h 290371"/>
                  <a:gd name="connsiteX4" fmla="*/ 8720 w 14712799"/>
                  <a:gd name="connsiteY4" fmla="*/ 0 h 290371"/>
                  <a:gd name="connsiteX5" fmla="*/ 14704079 w 14712799"/>
                  <a:gd name="connsiteY5" fmla="*/ 0 h 290371"/>
                  <a:gd name="connsiteX6" fmla="*/ 14712799 w 14712799"/>
                  <a:gd name="connsiteY6" fmla="*/ 8686 h 290371"/>
                  <a:gd name="connsiteX7" fmla="*/ 14712799 w 14712799"/>
                  <a:gd name="connsiteY7" fmla="*/ 281685 h 290371"/>
                  <a:gd name="connsiteX8" fmla="*/ 14704079 w 14712799"/>
                  <a:gd name="connsiteY8" fmla="*/ 290371 h 290371"/>
                  <a:gd name="connsiteX9" fmla="*/ 8720 w 14712799"/>
                  <a:gd name="connsiteY9" fmla="*/ 290371 h 290371"/>
                  <a:gd name="connsiteX10" fmla="*/ 0 w 14712799"/>
                  <a:gd name="connsiteY10" fmla="*/ 281685 h 290371"/>
                  <a:gd name="connsiteX11" fmla="*/ 0 w 14712799"/>
                  <a:gd name="connsiteY11" fmla="*/ 8686 h 290371"/>
                  <a:gd name="connsiteX12" fmla="*/ 8720 w 14712799"/>
                  <a:gd name="connsiteY12" fmla="*/ 0 h 2903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712799" h="290371">
                    <a:moveTo>
                      <a:pt x="17438" y="17447"/>
                    </a:moveTo>
                    <a:lnTo>
                      <a:pt x="17438" y="272924"/>
                    </a:lnTo>
                    <a:lnTo>
                      <a:pt x="14695355" y="272924"/>
                    </a:lnTo>
                    <a:lnTo>
                      <a:pt x="14695355" y="17447"/>
                    </a:lnTo>
                    <a:close/>
                    <a:moveTo>
                      <a:pt x="8720" y="0"/>
                    </a:moveTo>
                    <a:lnTo>
                      <a:pt x="14704079" y="0"/>
                    </a:lnTo>
                    <a:cubicBezTo>
                      <a:pt x="14709061" y="0"/>
                      <a:pt x="14712799" y="3723"/>
                      <a:pt x="14712799" y="8686"/>
                    </a:cubicBezTo>
                    <a:lnTo>
                      <a:pt x="14712799" y="281685"/>
                    </a:lnTo>
                    <a:cubicBezTo>
                      <a:pt x="14712799" y="286648"/>
                      <a:pt x="14709061" y="290371"/>
                      <a:pt x="14704079" y="290371"/>
                    </a:cubicBezTo>
                    <a:lnTo>
                      <a:pt x="8720" y="290371"/>
                    </a:lnTo>
                    <a:cubicBezTo>
                      <a:pt x="3736" y="290371"/>
                      <a:pt x="0" y="286648"/>
                      <a:pt x="0" y="281685"/>
                    </a:cubicBezTo>
                    <a:lnTo>
                      <a:pt x="0" y="8686"/>
                    </a:lnTo>
                    <a:cubicBezTo>
                      <a:pt x="0" y="3723"/>
                      <a:pt x="3736" y="0"/>
                      <a:pt x="8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4AB6862-014F-F046-B628-A6C8F68BB97D}"/>
                </a:ext>
              </a:extLst>
            </p:cNvPr>
            <p:cNvGrpSpPr/>
            <p:nvPr/>
          </p:nvGrpSpPr>
          <p:grpSpPr>
            <a:xfrm>
              <a:off x="11394011" y="7857476"/>
              <a:ext cx="1314310" cy="1281124"/>
              <a:chOff x="11394011" y="7857476"/>
              <a:chExt cx="1314310" cy="1281124"/>
            </a:xfrm>
          </p:grpSpPr>
          <p:sp>
            <p:nvSpPr>
              <p:cNvPr id="122" name="Freeform 121">
                <a:extLst>
                  <a:ext uri="{FF2B5EF4-FFF2-40B4-BE49-F238E27FC236}">
                    <a16:creationId xmlns:a16="http://schemas.microsoft.com/office/drawing/2014/main" id="{9908DA7E-584C-3E43-9C21-6EB93B0F685B}"/>
                  </a:ext>
                </a:extLst>
              </p:cNvPr>
              <p:cNvSpPr/>
              <p:nvPr/>
            </p:nvSpPr>
            <p:spPr>
              <a:xfrm>
                <a:off x="11402735" y="7864950"/>
                <a:ext cx="1296869" cy="12649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2" h="1016">
                    <a:moveTo>
                      <a:pt x="954" y="1016"/>
                    </a:moveTo>
                    <a:lnTo>
                      <a:pt x="521" y="1016"/>
                    </a:lnTo>
                    <a:lnTo>
                      <a:pt x="88" y="1016"/>
                    </a:lnTo>
                    <a:cubicBezTo>
                      <a:pt x="64" y="1016"/>
                      <a:pt x="42" y="1006"/>
                      <a:pt x="26" y="991"/>
                    </a:cubicBezTo>
                    <a:cubicBezTo>
                      <a:pt x="10" y="975"/>
                      <a:pt x="0" y="952"/>
                      <a:pt x="0" y="928"/>
                    </a:cubicBezTo>
                    <a:lnTo>
                      <a:pt x="0" y="509"/>
                    </a:lnTo>
                    <a:lnTo>
                      <a:pt x="0" y="89"/>
                    </a:lnTo>
                    <a:cubicBezTo>
                      <a:pt x="0" y="65"/>
                      <a:pt x="10" y="43"/>
                      <a:pt x="26" y="27"/>
                    </a:cubicBezTo>
                    <a:cubicBezTo>
                      <a:pt x="42" y="11"/>
                      <a:pt x="64" y="0"/>
                      <a:pt x="88" y="0"/>
                    </a:cubicBezTo>
                    <a:lnTo>
                      <a:pt x="521" y="0"/>
                    </a:lnTo>
                    <a:lnTo>
                      <a:pt x="954" y="0"/>
                    </a:lnTo>
                    <a:cubicBezTo>
                      <a:pt x="978" y="0"/>
                      <a:pt x="1000" y="11"/>
                      <a:pt x="1016" y="27"/>
                    </a:cubicBezTo>
                    <a:cubicBezTo>
                      <a:pt x="1032" y="43"/>
                      <a:pt x="1042" y="65"/>
                      <a:pt x="1042" y="89"/>
                    </a:cubicBezTo>
                    <a:lnTo>
                      <a:pt x="1042" y="509"/>
                    </a:lnTo>
                    <a:lnTo>
                      <a:pt x="1042" y="928"/>
                    </a:lnTo>
                    <a:cubicBezTo>
                      <a:pt x="1042" y="952"/>
                      <a:pt x="1032" y="975"/>
                      <a:pt x="1016" y="991"/>
                    </a:cubicBezTo>
                    <a:cubicBezTo>
                      <a:pt x="1000" y="1006"/>
                      <a:pt x="978" y="1016"/>
                      <a:pt x="954" y="101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4" name="Freeform 393">
                <a:extLst>
                  <a:ext uri="{FF2B5EF4-FFF2-40B4-BE49-F238E27FC236}">
                    <a16:creationId xmlns:a16="http://schemas.microsoft.com/office/drawing/2014/main" id="{391062BC-33CE-2D4D-8EEE-6CCA5BBA6266}"/>
                  </a:ext>
                </a:extLst>
              </p:cNvPr>
              <p:cNvSpPr/>
              <p:nvPr/>
            </p:nvSpPr>
            <p:spPr>
              <a:xfrm>
                <a:off x="11394011" y="7857476"/>
                <a:ext cx="1314310" cy="1281124"/>
              </a:xfrm>
              <a:custGeom>
                <a:avLst/>
                <a:gdLst>
                  <a:gd name="connsiteX0" fmla="*/ 118256 w 1314310"/>
                  <a:gd name="connsiteY0" fmla="*/ 17447 h 1281124"/>
                  <a:gd name="connsiteX1" fmla="*/ 47315 w 1314310"/>
                  <a:gd name="connsiteY1" fmla="*/ 47327 h 1281124"/>
                  <a:gd name="connsiteX2" fmla="*/ 17445 w 1314310"/>
                  <a:gd name="connsiteY2" fmla="*/ 118291 h 1281124"/>
                  <a:gd name="connsiteX3" fmla="*/ 17445 w 1314310"/>
                  <a:gd name="connsiteY3" fmla="*/ 1162830 h 1281124"/>
                  <a:gd name="connsiteX4" fmla="*/ 47315 w 1314310"/>
                  <a:gd name="connsiteY4" fmla="*/ 1235039 h 1281124"/>
                  <a:gd name="connsiteX5" fmla="*/ 118256 w 1314310"/>
                  <a:gd name="connsiteY5" fmla="*/ 1264919 h 1281124"/>
                  <a:gd name="connsiteX6" fmla="*/ 1196059 w 1314310"/>
                  <a:gd name="connsiteY6" fmla="*/ 1264919 h 1281124"/>
                  <a:gd name="connsiteX7" fmla="*/ 1267000 w 1314310"/>
                  <a:gd name="connsiteY7" fmla="*/ 1235039 h 1281124"/>
                  <a:gd name="connsiteX8" fmla="*/ 1296870 w 1314310"/>
                  <a:gd name="connsiteY8" fmla="*/ 1162830 h 1281124"/>
                  <a:gd name="connsiteX9" fmla="*/ 1296870 w 1314310"/>
                  <a:gd name="connsiteY9" fmla="*/ 118291 h 1281124"/>
                  <a:gd name="connsiteX10" fmla="*/ 1267000 w 1314310"/>
                  <a:gd name="connsiteY10" fmla="*/ 47327 h 1281124"/>
                  <a:gd name="connsiteX11" fmla="*/ 1196059 w 1314310"/>
                  <a:gd name="connsiteY11" fmla="*/ 17447 h 1281124"/>
                  <a:gd name="connsiteX12" fmla="*/ 118238 w 1314310"/>
                  <a:gd name="connsiteY12" fmla="*/ 0 h 1281124"/>
                  <a:gd name="connsiteX13" fmla="*/ 1196072 w 1314310"/>
                  <a:gd name="connsiteY13" fmla="*/ 0 h 1281124"/>
                  <a:gd name="connsiteX14" fmla="*/ 1279461 w 1314310"/>
                  <a:gd name="connsiteY14" fmla="*/ 34861 h 1281124"/>
                  <a:gd name="connsiteX15" fmla="*/ 1314310 w 1314310"/>
                  <a:gd name="connsiteY15" fmla="*/ 118277 h 1281124"/>
                  <a:gd name="connsiteX16" fmla="*/ 1314310 w 1314310"/>
                  <a:gd name="connsiteY16" fmla="*/ 1162847 h 1281124"/>
                  <a:gd name="connsiteX17" fmla="*/ 1279461 w 1314310"/>
                  <a:gd name="connsiteY17" fmla="*/ 1246264 h 1281124"/>
                  <a:gd name="connsiteX18" fmla="*/ 1196072 w 1314310"/>
                  <a:gd name="connsiteY18" fmla="*/ 1281124 h 1281124"/>
                  <a:gd name="connsiteX19" fmla="*/ 118238 w 1314310"/>
                  <a:gd name="connsiteY19" fmla="*/ 1281124 h 1281124"/>
                  <a:gd name="connsiteX20" fmla="*/ 34849 w 1314310"/>
                  <a:gd name="connsiteY20" fmla="*/ 1246264 h 1281124"/>
                  <a:gd name="connsiteX21" fmla="*/ 0 w 1314310"/>
                  <a:gd name="connsiteY21" fmla="*/ 1162847 h 1281124"/>
                  <a:gd name="connsiteX22" fmla="*/ 0 w 1314310"/>
                  <a:gd name="connsiteY22" fmla="*/ 118277 h 1281124"/>
                  <a:gd name="connsiteX23" fmla="*/ 34849 w 1314310"/>
                  <a:gd name="connsiteY23" fmla="*/ 34861 h 1281124"/>
                  <a:gd name="connsiteX24" fmla="*/ 118238 w 1314310"/>
                  <a:gd name="connsiteY24" fmla="*/ 0 h 1281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314310" h="1281124">
                    <a:moveTo>
                      <a:pt x="118256" y="17447"/>
                    </a:moveTo>
                    <a:cubicBezTo>
                      <a:pt x="90875" y="17447"/>
                      <a:pt x="65983" y="27407"/>
                      <a:pt x="47315" y="47327"/>
                    </a:cubicBezTo>
                    <a:cubicBezTo>
                      <a:pt x="28646" y="66002"/>
                      <a:pt x="17445" y="90901"/>
                      <a:pt x="17445" y="118291"/>
                    </a:cubicBezTo>
                    <a:lnTo>
                      <a:pt x="17445" y="1162830"/>
                    </a:lnTo>
                    <a:cubicBezTo>
                      <a:pt x="17445" y="1190220"/>
                      <a:pt x="28646" y="1215120"/>
                      <a:pt x="47315" y="1235039"/>
                    </a:cubicBezTo>
                    <a:cubicBezTo>
                      <a:pt x="65983" y="1253714"/>
                      <a:pt x="90875" y="1264919"/>
                      <a:pt x="118256" y="1264919"/>
                    </a:cubicBezTo>
                    <a:lnTo>
                      <a:pt x="1196059" y="1264919"/>
                    </a:lnTo>
                    <a:cubicBezTo>
                      <a:pt x="1223440" y="1264919"/>
                      <a:pt x="1248331" y="1253714"/>
                      <a:pt x="1267000" y="1235039"/>
                    </a:cubicBezTo>
                    <a:cubicBezTo>
                      <a:pt x="1286913" y="1215120"/>
                      <a:pt x="1296870" y="1190220"/>
                      <a:pt x="1296870" y="1162830"/>
                    </a:cubicBezTo>
                    <a:lnTo>
                      <a:pt x="1296870" y="118291"/>
                    </a:lnTo>
                    <a:cubicBezTo>
                      <a:pt x="1296870" y="90901"/>
                      <a:pt x="1286913" y="66002"/>
                      <a:pt x="1267000" y="47327"/>
                    </a:cubicBezTo>
                    <a:cubicBezTo>
                      <a:pt x="1248331" y="27407"/>
                      <a:pt x="1223440" y="17447"/>
                      <a:pt x="1196059" y="17447"/>
                    </a:cubicBezTo>
                    <a:close/>
                    <a:moveTo>
                      <a:pt x="118238" y="0"/>
                    </a:moveTo>
                    <a:lnTo>
                      <a:pt x="1196072" y="0"/>
                    </a:lnTo>
                    <a:cubicBezTo>
                      <a:pt x="1227187" y="0"/>
                      <a:pt x="1257058" y="12450"/>
                      <a:pt x="1279461" y="34861"/>
                    </a:cubicBezTo>
                    <a:cubicBezTo>
                      <a:pt x="1301864" y="57271"/>
                      <a:pt x="1314310" y="85907"/>
                      <a:pt x="1314310" y="118277"/>
                    </a:cubicBezTo>
                    <a:lnTo>
                      <a:pt x="1314310" y="1162847"/>
                    </a:lnTo>
                    <a:cubicBezTo>
                      <a:pt x="1314310" y="1193973"/>
                      <a:pt x="1301864" y="1223853"/>
                      <a:pt x="1279461" y="1246264"/>
                    </a:cubicBezTo>
                    <a:cubicBezTo>
                      <a:pt x="1257058" y="1268674"/>
                      <a:pt x="1227187" y="1281124"/>
                      <a:pt x="1196072" y="1281124"/>
                    </a:cubicBezTo>
                    <a:lnTo>
                      <a:pt x="118238" y="1281124"/>
                    </a:lnTo>
                    <a:cubicBezTo>
                      <a:pt x="87123" y="1281124"/>
                      <a:pt x="57252" y="1268674"/>
                      <a:pt x="34849" y="1246264"/>
                    </a:cubicBezTo>
                    <a:cubicBezTo>
                      <a:pt x="12446" y="1223853"/>
                      <a:pt x="0" y="1193973"/>
                      <a:pt x="0" y="1162847"/>
                    </a:cubicBezTo>
                    <a:lnTo>
                      <a:pt x="0" y="118277"/>
                    </a:lnTo>
                    <a:cubicBezTo>
                      <a:pt x="0" y="85907"/>
                      <a:pt x="12446" y="57271"/>
                      <a:pt x="34849" y="34861"/>
                    </a:cubicBezTo>
                    <a:cubicBezTo>
                      <a:pt x="57252" y="12450"/>
                      <a:pt x="87123" y="0"/>
                      <a:pt x="1182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5" name="Freeform 394">
                <a:extLst>
                  <a:ext uri="{FF2B5EF4-FFF2-40B4-BE49-F238E27FC236}">
                    <a16:creationId xmlns:a16="http://schemas.microsoft.com/office/drawing/2014/main" id="{5D521480-A7EE-4240-9B61-C7328591B218}"/>
                  </a:ext>
                </a:extLst>
              </p:cNvPr>
              <p:cNvSpPr/>
              <p:nvPr/>
            </p:nvSpPr>
            <p:spPr>
              <a:xfrm>
                <a:off x="12508998" y="8441646"/>
                <a:ext cx="95926" cy="112469"/>
              </a:xfrm>
              <a:custGeom>
                <a:avLst/>
                <a:gdLst>
                  <a:gd name="connsiteX0" fmla="*/ 18662 w 95926"/>
                  <a:gd name="connsiteY0" fmla="*/ 17759 h 112469"/>
                  <a:gd name="connsiteX1" fmla="*/ 17441 w 95926"/>
                  <a:gd name="connsiteY1" fmla="*/ 18985 h 112469"/>
                  <a:gd name="connsiteX2" fmla="*/ 17441 w 95926"/>
                  <a:gd name="connsiteY2" fmla="*/ 93799 h 112469"/>
                  <a:gd name="connsiteX3" fmla="*/ 18662 w 95926"/>
                  <a:gd name="connsiteY3" fmla="*/ 95025 h 112469"/>
                  <a:gd name="connsiteX4" fmla="*/ 21105 w 95926"/>
                  <a:gd name="connsiteY4" fmla="*/ 95025 h 112469"/>
                  <a:gd name="connsiteX5" fmla="*/ 78510 w 95926"/>
                  <a:gd name="connsiteY5" fmla="*/ 55779 h 112469"/>
                  <a:gd name="connsiteX6" fmla="*/ 79731 w 95926"/>
                  <a:gd name="connsiteY6" fmla="*/ 54552 h 112469"/>
                  <a:gd name="connsiteX7" fmla="*/ 78510 w 95926"/>
                  <a:gd name="connsiteY7" fmla="*/ 53326 h 112469"/>
                  <a:gd name="connsiteX8" fmla="*/ 21105 w 95926"/>
                  <a:gd name="connsiteY8" fmla="*/ 17759 h 112469"/>
                  <a:gd name="connsiteX9" fmla="*/ 18662 w 95926"/>
                  <a:gd name="connsiteY9" fmla="*/ 17759 h 112469"/>
                  <a:gd name="connsiteX10" fmla="*/ 9839 w 95926"/>
                  <a:gd name="connsiteY10" fmla="*/ 2773 h 112469"/>
                  <a:gd name="connsiteX11" fmla="*/ 28286 w 95926"/>
                  <a:gd name="connsiteY11" fmla="*/ 2773 h 112469"/>
                  <a:gd name="connsiteX12" fmla="*/ 87317 w 95926"/>
                  <a:gd name="connsiteY12" fmla="*/ 38517 h 112469"/>
                  <a:gd name="connsiteX13" fmla="*/ 95926 w 95926"/>
                  <a:gd name="connsiteY13" fmla="*/ 54540 h 112469"/>
                  <a:gd name="connsiteX14" fmla="*/ 87317 w 95926"/>
                  <a:gd name="connsiteY14" fmla="*/ 70563 h 112469"/>
                  <a:gd name="connsiteX15" fmla="*/ 29516 w 95926"/>
                  <a:gd name="connsiteY15" fmla="*/ 110004 h 112469"/>
                  <a:gd name="connsiteX16" fmla="*/ 18447 w 95926"/>
                  <a:gd name="connsiteY16" fmla="*/ 112469 h 112469"/>
                  <a:gd name="connsiteX17" fmla="*/ 9839 w 95926"/>
                  <a:gd name="connsiteY17" fmla="*/ 110004 h 112469"/>
                  <a:gd name="connsiteX18" fmla="*/ 0 w 95926"/>
                  <a:gd name="connsiteY18" fmla="*/ 93981 h 112469"/>
                  <a:gd name="connsiteX19" fmla="*/ 0 w 95926"/>
                  <a:gd name="connsiteY19" fmla="*/ 18796 h 112469"/>
                  <a:gd name="connsiteX20" fmla="*/ 9839 w 95926"/>
                  <a:gd name="connsiteY20" fmla="*/ 2773 h 112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5926" h="112469">
                    <a:moveTo>
                      <a:pt x="18662" y="17759"/>
                    </a:moveTo>
                    <a:cubicBezTo>
                      <a:pt x="17441" y="17759"/>
                      <a:pt x="17441" y="17759"/>
                      <a:pt x="17441" y="18985"/>
                    </a:cubicBezTo>
                    <a:lnTo>
                      <a:pt x="17441" y="93799"/>
                    </a:lnTo>
                    <a:cubicBezTo>
                      <a:pt x="17441" y="93799"/>
                      <a:pt x="17441" y="95025"/>
                      <a:pt x="18662" y="95025"/>
                    </a:cubicBezTo>
                    <a:cubicBezTo>
                      <a:pt x="18662" y="95025"/>
                      <a:pt x="19884" y="95025"/>
                      <a:pt x="21105" y="95025"/>
                    </a:cubicBezTo>
                    <a:lnTo>
                      <a:pt x="78510" y="55779"/>
                    </a:lnTo>
                    <a:lnTo>
                      <a:pt x="79731" y="54552"/>
                    </a:lnTo>
                    <a:lnTo>
                      <a:pt x="78510" y="53326"/>
                    </a:lnTo>
                    <a:lnTo>
                      <a:pt x="21105" y="17759"/>
                    </a:lnTo>
                    <a:cubicBezTo>
                      <a:pt x="19884" y="17759"/>
                      <a:pt x="19884" y="17759"/>
                      <a:pt x="18662" y="17759"/>
                    </a:cubicBezTo>
                    <a:close/>
                    <a:moveTo>
                      <a:pt x="9839" y="2773"/>
                    </a:moveTo>
                    <a:cubicBezTo>
                      <a:pt x="15988" y="-925"/>
                      <a:pt x="22137" y="-925"/>
                      <a:pt x="28286" y="2773"/>
                    </a:cubicBezTo>
                    <a:lnTo>
                      <a:pt x="87317" y="38517"/>
                    </a:lnTo>
                    <a:cubicBezTo>
                      <a:pt x="92237" y="42214"/>
                      <a:pt x="95926" y="47144"/>
                      <a:pt x="95926" y="54540"/>
                    </a:cubicBezTo>
                    <a:cubicBezTo>
                      <a:pt x="95926" y="60702"/>
                      <a:pt x="93466" y="66865"/>
                      <a:pt x="87317" y="70563"/>
                    </a:cubicBezTo>
                    <a:lnTo>
                      <a:pt x="29516" y="110004"/>
                    </a:lnTo>
                    <a:cubicBezTo>
                      <a:pt x="25826" y="111236"/>
                      <a:pt x="22137" y="112469"/>
                      <a:pt x="18447" y="112469"/>
                    </a:cubicBezTo>
                    <a:cubicBezTo>
                      <a:pt x="15988" y="112469"/>
                      <a:pt x="12298" y="111236"/>
                      <a:pt x="9839" y="110004"/>
                    </a:cubicBezTo>
                    <a:cubicBezTo>
                      <a:pt x="3689" y="107539"/>
                      <a:pt x="0" y="100144"/>
                      <a:pt x="0" y="93981"/>
                    </a:cubicBezTo>
                    <a:lnTo>
                      <a:pt x="0" y="18796"/>
                    </a:lnTo>
                    <a:cubicBezTo>
                      <a:pt x="0" y="12633"/>
                      <a:pt x="3689" y="6471"/>
                      <a:pt x="9839" y="277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6" name="Freeform 395">
                <a:extLst>
                  <a:ext uri="{FF2B5EF4-FFF2-40B4-BE49-F238E27FC236}">
                    <a16:creationId xmlns:a16="http://schemas.microsoft.com/office/drawing/2014/main" id="{4461C752-2499-5F40-A83B-B3B49CB32202}"/>
                  </a:ext>
                </a:extLst>
              </p:cNvPr>
              <p:cNvSpPr/>
              <p:nvPr/>
            </p:nvSpPr>
            <p:spPr>
              <a:xfrm>
                <a:off x="11496166" y="8441646"/>
                <a:ext cx="95926" cy="112469"/>
              </a:xfrm>
              <a:custGeom>
                <a:avLst/>
                <a:gdLst>
                  <a:gd name="connsiteX0" fmla="*/ 76042 w 95926"/>
                  <a:gd name="connsiteY0" fmla="*/ 17759 h 112469"/>
                  <a:gd name="connsiteX1" fmla="*/ 17416 w 95926"/>
                  <a:gd name="connsiteY1" fmla="*/ 53326 h 112469"/>
                  <a:gd name="connsiteX2" fmla="*/ 16195 w 95926"/>
                  <a:gd name="connsiteY2" fmla="*/ 54552 h 112469"/>
                  <a:gd name="connsiteX3" fmla="*/ 17416 w 95926"/>
                  <a:gd name="connsiteY3" fmla="*/ 55779 h 112469"/>
                  <a:gd name="connsiteX4" fmla="*/ 76042 w 95926"/>
                  <a:gd name="connsiteY4" fmla="*/ 95025 h 112469"/>
                  <a:gd name="connsiteX5" fmla="*/ 78485 w 95926"/>
                  <a:gd name="connsiteY5" fmla="*/ 95025 h 112469"/>
                  <a:gd name="connsiteX6" fmla="*/ 78485 w 95926"/>
                  <a:gd name="connsiteY6" fmla="*/ 93799 h 112469"/>
                  <a:gd name="connsiteX7" fmla="*/ 78485 w 95926"/>
                  <a:gd name="connsiteY7" fmla="*/ 18985 h 112469"/>
                  <a:gd name="connsiteX8" fmla="*/ 78485 w 95926"/>
                  <a:gd name="connsiteY8" fmla="*/ 17759 h 112469"/>
                  <a:gd name="connsiteX9" fmla="*/ 77264 w 95926"/>
                  <a:gd name="connsiteY9" fmla="*/ 17759 h 112469"/>
                  <a:gd name="connsiteX10" fmla="*/ 76042 w 95926"/>
                  <a:gd name="connsiteY10" fmla="*/ 17759 h 112469"/>
                  <a:gd name="connsiteX11" fmla="*/ 67640 w 95926"/>
                  <a:gd name="connsiteY11" fmla="*/ 2773 h 112469"/>
                  <a:gd name="connsiteX12" fmla="*/ 86087 w 95926"/>
                  <a:gd name="connsiteY12" fmla="*/ 2773 h 112469"/>
                  <a:gd name="connsiteX13" fmla="*/ 95926 w 95926"/>
                  <a:gd name="connsiteY13" fmla="*/ 18796 h 112469"/>
                  <a:gd name="connsiteX14" fmla="*/ 95926 w 95926"/>
                  <a:gd name="connsiteY14" fmla="*/ 93981 h 112469"/>
                  <a:gd name="connsiteX15" fmla="*/ 86087 w 95926"/>
                  <a:gd name="connsiteY15" fmla="*/ 110004 h 112469"/>
                  <a:gd name="connsiteX16" fmla="*/ 77479 w 95926"/>
                  <a:gd name="connsiteY16" fmla="*/ 112469 h 112469"/>
                  <a:gd name="connsiteX17" fmla="*/ 66410 w 95926"/>
                  <a:gd name="connsiteY17" fmla="*/ 110004 h 112469"/>
                  <a:gd name="connsiteX18" fmla="*/ 8609 w 95926"/>
                  <a:gd name="connsiteY18" fmla="*/ 70563 h 112469"/>
                  <a:gd name="connsiteX19" fmla="*/ 0 w 95926"/>
                  <a:gd name="connsiteY19" fmla="*/ 54540 h 112469"/>
                  <a:gd name="connsiteX20" fmla="*/ 8609 w 95926"/>
                  <a:gd name="connsiteY20" fmla="*/ 38517 h 112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5926" h="112469">
                    <a:moveTo>
                      <a:pt x="76042" y="17759"/>
                    </a:moveTo>
                    <a:lnTo>
                      <a:pt x="17416" y="53326"/>
                    </a:lnTo>
                    <a:lnTo>
                      <a:pt x="16195" y="54552"/>
                    </a:lnTo>
                    <a:lnTo>
                      <a:pt x="17416" y="55779"/>
                    </a:lnTo>
                    <a:lnTo>
                      <a:pt x="76042" y="95025"/>
                    </a:lnTo>
                    <a:cubicBezTo>
                      <a:pt x="76042" y="95025"/>
                      <a:pt x="77264" y="95025"/>
                      <a:pt x="78485" y="95025"/>
                    </a:cubicBezTo>
                    <a:lnTo>
                      <a:pt x="78485" y="93799"/>
                    </a:lnTo>
                    <a:lnTo>
                      <a:pt x="78485" y="18985"/>
                    </a:lnTo>
                    <a:cubicBezTo>
                      <a:pt x="78485" y="17759"/>
                      <a:pt x="78485" y="17759"/>
                      <a:pt x="78485" y="17759"/>
                    </a:cubicBezTo>
                    <a:cubicBezTo>
                      <a:pt x="77264" y="17759"/>
                      <a:pt x="77264" y="17759"/>
                      <a:pt x="77264" y="17759"/>
                    </a:cubicBezTo>
                    <a:cubicBezTo>
                      <a:pt x="76042" y="17759"/>
                      <a:pt x="76042" y="17759"/>
                      <a:pt x="76042" y="17759"/>
                    </a:cubicBezTo>
                    <a:close/>
                    <a:moveTo>
                      <a:pt x="67640" y="2773"/>
                    </a:moveTo>
                    <a:cubicBezTo>
                      <a:pt x="72559" y="-925"/>
                      <a:pt x="79938" y="-925"/>
                      <a:pt x="86087" y="2773"/>
                    </a:cubicBezTo>
                    <a:cubicBezTo>
                      <a:pt x="92237" y="6471"/>
                      <a:pt x="95926" y="12633"/>
                      <a:pt x="95926" y="18796"/>
                    </a:cubicBezTo>
                    <a:lnTo>
                      <a:pt x="95926" y="93981"/>
                    </a:lnTo>
                    <a:cubicBezTo>
                      <a:pt x="95926" y="100144"/>
                      <a:pt x="92237" y="107539"/>
                      <a:pt x="86087" y="110004"/>
                    </a:cubicBezTo>
                    <a:cubicBezTo>
                      <a:pt x="83628" y="111236"/>
                      <a:pt x="79938" y="112469"/>
                      <a:pt x="77479" y="112469"/>
                    </a:cubicBezTo>
                    <a:cubicBezTo>
                      <a:pt x="73789" y="112469"/>
                      <a:pt x="70100" y="111236"/>
                      <a:pt x="66410" y="110004"/>
                    </a:cubicBezTo>
                    <a:lnTo>
                      <a:pt x="8609" y="70563"/>
                    </a:lnTo>
                    <a:cubicBezTo>
                      <a:pt x="2460" y="66865"/>
                      <a:pt x="0" y="60702"/>
                      <a:pt x="0" y="54540"/>
                    </a:cubicBezTo>
                    <a:cubicBezTo>
                      <a:pt x="0" y="47144"/>
                      <a:pt x="2460" y="42214"/>
                      <a:pt x="8609" y="3851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9" name="Freeform 128">
                <a:extLst>
                  <a:ext uri="{FF2B5EF4-FFF2-40B4-BE49-F238E27FC236}">
                    <a16:creationId xmlns:a16="http://schemas.microsoft.com/office/drawing/2014/main" id="{29AF470C-DBF8-4243-8BD1-477A0DF68117}"/>
                  </a:ext>
                </a:extLst>
              </p:cNvPr>
              <p:cNvSpPr/>
              <p:nvPr/>
            </p:nvSpPr>
            <p:spPr>
              <a:xfrm>
                <a:off x="11669335" y="8091767"/>
                <a:ext cx="578047" cy="8125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5" h="653">
                    <a:moveTo>
                      <a:pt x="0" y="42"/>
                    </a:moveTo>
                    <a:lnTo>
                      <a:pt x="0" y="327"/>
                    </a:lnTo>
                    <a:lnTo>
                      <a:pt x="0" y="611"/>
                    </a:lnTo>
                    <a:cubicBezTo>
                      <a:pt x="0" y="623"/>
                      <a:pt x="5" y="633"/>
                      <a:pt x="12" y="641"/>
                    </a:cubicBezTo>
                    <a:cubicBezTo>
                      <a:pt x="19" y="648"/>
                      <a:pt x="30" y="653"/>
                      <a:pt x="41" y="653"/>
                    </a:cubicBezTo>
                    <a:lnTo>
                      <a:pt x="253" y="653"/>
                    </a:lnTo>
                    <a:lnTo>
                      <a:pt x="465" y="653"/>
                    </a:lnTo>
                    <a:lnTo>
                      <a:pt x="465" y="327"/>
                    </a:lnTo>
                    <a:lnTo>
                      <a:pt x="465" y="0"/>
                    </a:lnTo>
                    <a:lnTo>
                      <a:pt x="253" y="0"/>
                    </a:lnTo>
                    <a:lnTo>
                      <a:pt x="41" y="0"/>
                    </a:lnTo>
                    <a:cubicBezTo>
                      <a:pt x="30" y="0"/>
                      <a:pt x="19" y="5"/>
                      <a:pt x="12" y="12"/>
                    </a:cubicBezTo>
                    <a:cubicBezTo>
                      <a:pt x="5" y="20"/>
                      <a:pt x="0" y="30"/>
                      <a:pt x="0" y="42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7" name="Freeform 396">
                <a:extLst>
                  <a:ext uri="{FF2B5EF4-FFF2-40B4-BE49-F238E27FC236}">
                    <a16:creationId xmlns:a16="http://schemas.microsoft.com/office/drawing/2014/main" id="{731AFC54-EDA0-B144-A653-EF45228D64DF}"/>
                  </a:ext>
                </a:extLst>
              </p:cNvPr>
              <p:cNvSpPr/>
              <p:nvPr/>
            </p:nvSpPr>
            <p:spPr>
              <a:xfrm>
                <a:off x="11660614" y="8083043"/>
                <a:ext cx="594243" cy="829989"/>
              </a:xfrm>
              <a:custGeom>
                <a:avLst/>
                <a:gdLst>
                  <a:gd name="connsiteX0" fmla="*/ 59701 w 594243"/>
                  <a:gd name="connsiteY0" fmla="*/ 17448 h 829989"/>
                  <a:gd name="connsiteX1" fmla="*/ 29868 w 594243"/>
                  <a:gd name="connsiteY1" fmla="*/ 29891 h 829989"/>
                  <a:gd name="connsiteX2" fmla="*/ 16195 w 594243"/>
                  <a:gd name="connsiteY2" fmla="*/ 60998 h 829989"/>
                  <a:gd name="connsiteX3" fmla="*/ 16195 w 594243"/>
                  <a:gd name="connsiteY3" fmla="*/ 768992 h 829989"/>
                  <a:gd name="connsiteX4" fmla="*/ 29868 w 594243"/>
                  <a:gd name="connsiteY4" fmla="*/ 800099 h 829989"/>
                  <a:gd name="connsiteX5" fmla="*/ 59701 w 594243"/>
                  <a:gd name="connsiteY5" fmla="*/ 812542 h 829989"/>
                  <a:gd name="connsiteX6" fmla="*/ 578047 w 594243"/>
                  <a:gd name="connsiteY6" fmla="*/ 812542 h 829989"/>
                  <a:gd name="connsiteX7" fmla="*/ 578047 w 594243"/>
                  <a:gd name="connsiteY7" fmla="*/ 17448 h 829989"/>
                  <a:gd name="connsiteX8" fmla="*/ 59673 w 594243"/>
                  <a:gd name="connsiteY8" fmla="*/ 0 h 829989"/>
                  <a:gd name="connsiteX9" fmla="*/ 586784 w 594243"/>
                  <a:gd name="connsiteY9" fmla="*/ 0 h 829989"/>
                  <a:gd name="connsiteX10" fmla="*/ 594243 w 594243"/>
                  <a:gd name="connsiteY10" fmla="*/ 8711 h 829989"/>
                  <a:gd name="connsiteX11" fmla="*/ 594243 w 594243"/>
                  <a:gd name="connsiteY11" fmla="*/ 821279 h 829989"/>
                  <a:gd name="connsiteX12" fmla="*/ 586784 w 594243"/>
                  <a:gd name="connsiteY12" fmla="*/ 829989 h 829989"/>
                  <a:gd name="connsiteX13" fmla="*/ 59673 w 594243"/>
                  <a:gd name="connsiteY13" fmla="*/ 829989 h 829989"/>
                  <a:gd name="connsiteX14" fmla="*/ 17405 w 594243"/>
                  <a:gd name="connsiteY14" fmla="*/ 812568 h 829989"/>
                  <a:gd name="connsiteX15" fmla="*/ 0 w 594243"/>
                  <a:gd name="connsiteY15" fmla="*/ 769015 h 829989"/>
                  <a:gd name="connsiteX16" fmla="*/ 0 w 594243"/>
                  <a:gd name="connsiteY16" fmla="*/ 60974 h 829989"/>
                  <a:gd name="connsiteX17" fmla="*/ 17405 w 594243"/>
                  <a:gd name="connsiteY17" fmla="*/ 17421 h 829989"/>
                  <a:gd name="connsiteX18" fmla="*/ 59673 w 594243"/>
                  <a:gd name="connsiteY18" fmla="*/ 0 h 829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94243" h="829989">
                    <a:moveTo>
                      <a:pt x="59701" y="17448"/>
                    </a:moveTo>
                    <a:cubicBezTo>
                      <a:pt x="48514" y="17448"/>
                      <a:pt x="38570" y="22425"/>
                      <a:pt x="29868" y="29891"/>
                    </a:cubicBezTo>
                    <a:cubicBezTo>
                      <a:pt x="21167" y="38601"/>
                      <a:pt x="16195" y="49799"/>
                      <a:pt x="16195" y="60998"/>
                    </a:cubicBezTo>
                    <a:lnTo>
                      <a:pt x="16195" y="768992"/>
                    </a:lnTo>
                    <a:cubicBezTo>
                      <a:pt x="16195" y="780191"/>
                      <a:pt x="21167" y="791389"/>
                      <a:pt x="29868" y="800099"/>
                    </a:cubicBezTo>
                    <a:cubicBezTo>
                      <a:pt x="38570" y="807565"/>
                      <a:pt x="48514" y="812542"/>
                      <a:pt x="59701" y="812542"/>
                    </a:cubicBezTo>
                    <a:lnTo>
                      <a:pt x="578047" y="812542"/>
                    </a:lnTo>
                    <a:lnTo>
                      <a:pt x="578047" y="17448"/>
                    </a:lnTo>
                    <a:close/>
                    <a:moveTo>
                      <a:pt x="59673" y="0"/>
                    </a:moveTo>
                    <a:lnTo>
                      <a:pt x="586784" y="0"/>
                    </a:lnTo>
                    <a:cubicBezTo>
                      <a:pt x="590513" y="0"/>
                      <a:pt x="594243" y="3733"/>
                      <a:pt x="594243" y="8711"/>
                    </a:cubicBezTo>
                    <a:lnTo>
                      <a:pt x="594243" y="821279"/>
                    </a:lnTo>
                    <a:cubicBezTo>
                      <a:pt x="594243" y="826256"/>
                      <a:pt x="590513" y="829989"/>
                      <a:pt x="586784" y="829989"/>
                    </a:cubicBezTo>
                    <a:lnTo>
                      <a:pt x="59673" y="829989"/>
                    </a:lnTo>
                    <a:cubicBezTo>
                      <a:pt x="43512" y="829989"/>
                      <a:pt x="28593" y="823767"/>
                      <a:pt x="17405" y="812568"/>
                    </a:cubicBezTo>
                    <a:cubicBezTo>
                      <a:pt x="6216" y="801369"/>
                      <a:pt x="0" y="786436"/>
                      <a:pt x="0" y="769015"/>
                    </a:cubicBezTo>
                    <a:lnTo>
                      <a:pt x="0" y="60974"/>
                    </a:lnTo>
                    <a:cubicBezTo>
                      <a:pt x="0" y="44797"/>
                      <a:pt x="6216" y="29865"/>
                      <a:pt x="17405" y="17421"/>
                    </a:cubicBezTo>
                    <a:cubicBezTo>
                      <a:pt x="28593" y="6222"/>
                      <a:pt x="43512" y="0"/>
                      <a:pt x="5967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2287631E-44FE-A446-8784-E707AD7D00F9}"/>
                  </a:ext>
                </a:extLst>
              </p:cNvPr>
              <p:cNvSpPr/>
              <p:nvPr/>
            </p:nvSpPr>
            <p:spPr>
              <a:xfrm>
                <a:off x="12247382" y="8091767"/>
                <a:ext cx="135791" cy="8125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0" h="653">
                    <a:moveTo>
                      <a:pt x="0" y="653"/>
                    </a:moveTo>
                    <a:lnTo>
                      <a:pt x="110" y="653"/>
                    </a:lnTo>
                    <a:lnTo>
                      <a:pt x="11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8" name="Freeform 397">
                <a:extLst>
                  <a:ext uri="{FF2B5EF4-FFF2-40B4-BE49-F238E27FC236}">
                    <a16:creationId xmlns:a16="http://schemas.microsoft.com/office/drawing/2014/main" id="{BBC98D94-9CB3-BC47-B2DD-12156952D095}"/>
                  </a:ext>
                </a:extLst>
              </p:cNvPr>
              <p:cNvSpPr/>
              <p:nvPr/>
            </p:nvSpPr>
            <p:spPr>
              <a:xfrm>
                <a:off x="12238661" y="8083043"/>
                <a:ext cx="153232" cy="829989"/>
              </a:xfrm>
              <a:custGeom>
                <a:avLst/>
                <a:gdLst>
                  <a:gd name="connsiteX0" fmla="*/ 16192 w 153232"/>
                  <a:gd name="connsiteY0" fmla="*/ 17448 h 829989"/>
                  <a:gd name="connsiteX1" fmla="*/ 16192 w 153232"/>
                  <a:gd name="connsiteY1" fmla="*/ 812542 h 829989"/>
                  <a:gd name="connsiteX2" fmla="*/ 135788 w 153232"/>
                  <a:gd name="connsiteY2" fmla="*/ 812542 h 829989"/>
                  <a:gd name="connsiteX3" fmla="*/ 135788 w 153232"/>
                  <a:gd name="connsiteY3" fmla="*/ 17448 h 829989"/>
                  <a:gd name="connsiteX4" fmla="*/ 8650 w 153232"/>
                  <a:gd name="connsiteY4" fmla="*/ 0 h 829989"/>
                  <a:gd name="connsiteX5" fmla="*/ 144582 w 153232"/>
                  <a:gd name="connsiteY5" fmla="*/ 0 h 829989"/>
                  <a:gd name="connsiteX6" fmla="*/ 153232 w 153232"/>
                  <a:gd name="connsiteY6" fmla="*/ 8711 h 829989"/>
                  <a:gd name="connsiteX7" fmla="*/ 153232 w 153232"/>
                  <a:gd name="connsiteY7" fmla="*/ 821279 h 829989"/>
                  <a:gd name="connsiteX8" fmla="*/ 144582 w 153232"/>
                  <a:gd name="connsiteY8" fmla="*/ 829989 h 829989"/>
                  <a:gd name="connsiteX9" fmla="*/ 8650 w 153232"/>
                  <a:gd name="connsiteY9" fmla="*/ 829989 h 829989"/>
                  <a:gd name="connsiteX10" fmla="*/ 0 w 153232"/>
                  <a:gd name="connsiteY10" fmla="*/ 821279 h 829989"/>
                  <a:gd name="connsiteX11" fmla="*/ 0 w 153232"/>
                  <a:gd name="connsiteY11" fmla="*/ 8711 h 829989"/>
                  <a:gd name="connsiteX12" fmla="*/ 8650 w 153232"/>
                  <a:gd name="connsiteY12" fmla="*/ 0 h 829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3232" h="829989">
                    <a:moveTo>
                      <a:pt x="16192" y="17448"/>
                    </a:moveTo>
                    <a:lnTo>
                      <a:pt x="16192" y="812542"/>
                    </a:lnTo>
                    <a:lnTo>
                      <a:pt x="135788" y="812542"/>
                    </a:lnTo>
                    <a:lnTo>
                      <a:pt x="135788" y="17448"/>
                    </a:lnTo>
                    <a:close/>
                    <a:moveTo>
                      <a:pt x="8650" y="0"/>
                    </a:moveTo>
                    <a:lnTo>
                      <a:pt x="144582" y="0"/>
                    </a:lnTo>
                    <a:cubicBezTo>
                      <a:pt x="149525" y="0"/>
                      <a:pt x="153232" y="3733"/>
                      <a:pt x="153232" y="8711"/>
                    </a:cubicBezTo>
                    <a:lnTo>
                      <a:pt x="153232" y="821279"/>
                    </a:lnTo>
                    <a:cubicBezTo>
                      <a:pt x="153232" y="826256"/>
                      <a:pt x="149525" y="829989"/>
                      <a:pt x="144582" y="829989"/>
                    </a:cubicBezTo>
                    <a:lnTo>
                      <a:pt x="8650" y="829989"/>
                    </a:lnTo>
                    <a:cubicBezTo>
                      <a:pt x="3707" y="829989"/>
                      <a:pt x="0" y="826256"/>
                      <a:pt x="0" y="821279"/>
                    </a:cubicBezTo>
                    <a:lnTo>
                      <a:pt x="0" y="8711"/>
                    </a:lnTo>
                    <a:cubicBezTo>
                      <a:pt x="0" y="3733"/>
                      <a:pt x="3707" y="0"/>
                      <a:pt x="86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56CA5752-6145-354F-9059-EB373D2225A7}"/>
                  </a:ext>
                </a:extLst>
              </p:cNvPr>
              <p:cNvSpPr/>
              <p:nvPr/>
            </p:nvSpPr>
            <p:spPr>
              <a:xfrm>
                <a:off x="12384419" y="8091767"/>
                <a:ext cx="51077" cy="8125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" h="653">
                    <a:moveTo>
                      <a:pt x="0" y="0"/>
                    </a:moveTo>
                    <a:lnTo>
                      <a:pt x="0" y="327"/>
                    </a:lnTo>
                    <a:lnTo>
                      <a:pt x="0" y="653"/>
                    </a:lnTo>
                    <a:cubicBezTo>
                      <a:pt x="11" y="653"/>
                      <a:pt x="22" y="648"/>
                      <a:pt x="30" y="641"/>
                    </a:cubicBezTo>
                    <a:cubicBezTo>
                      <a:pt x="37" y="633"/>
                      <a:pt x="42" y="623"/>
                      <a:pt x="42" y="611"/>
                    </a:cubicBezTo>
                    <a:lnTo>
                      <a:pt x="42" y="327"/>
                    </a:lnTo>
                    <a:lnTo>
                      <a:pt x="42" y="42"/>
                    </a:lnTo>
                    <a:cubicBezTo>
                      <a:pt x="42" y="30"/>
                      <a:pt x="37" y="20"/>
                      <a:pt x="30" y="12"/>
                    </a:cubicBezTo>
                    <a:cubicBezTo>
                      <a:pt x="22" y="5"/>
                      <a:pt x="11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15A29A2F-52C5-4C41-8DBF-9CAC80688417}"/>
                  </a:ext>
                </a:extLst>
              </p:cNvPr>
              <p:cNvSpPr/>
              <p:nvPr/>
            </p:nvSpPr>
            <p:spPr>
              <a:xfrm>
                <a:off x="12375698" y="8083043"/>
                <a:ext cx="68519" cy="829989"/>
              </a:xfrm>
              <a:custGeom>
                <a:avLst/>
                <a:gdLst>
                  <a:gd name="connsiteX0" fmla="*/ 17442 w 68519"/>
                  <a:gd name="connsiteY0" fmla="*/ 17448 h 829989"/>
                  <a:gd name="connsiteX1" fmla="*/ 17442 w 68519"/>
                  <a:gd name="connsiteY1" fmla="*/ 811296 h 829989"/>
                  <a:gd name="connsiteX2" fmla="*/ 39036 w 68519"/>
                  <a:gd name="connsiteY2" fmla="*/ 800097 h 829989"/>
                  <a:gd name="connsiteX3" fmla="*/ 49833 w 68519"/>
                  <a:gd name="connsiteY3" fmla="*/ 768991 h 829989"/>
                  <a:gd name="connsiteX4" fmla="*/ 49833 w 68519"/>
                  <a:gd name="connsiteY4" fmla="*/ 60998 h 829989"/>
                  <a:gd name="connsiteX5" fmla="*/ 39036 w 68519"/>
                  <a:gd name="connsiteY5" fmla="*/ 29891 h 829989"/>
                  <a:gd name="connsiteX6" fmla="*/ 17442 w 68519"/>
                  <a:gd name="connsiteY6" fmla="*/ 17448 h 829989"/>
                  <a:gd name="connsiteX7" fmla="*/ 8565 w 68519"/>
                  <a:gd name="connsiteY7" fmla="*/ 0 h 829989"/>
                  <a:gd name="connsiteX8" fmla="*/ 50166 w 68519"/>
                  <a:gd name="connsiteY8" fmla="*/ 17421 h 829989"/>
                  <a:gd name="connsiteX9" fmla="*/ 68519 w 68519"/>
                  <a:gd name="connsiteY9" fmla="*/ 60974 h 829989"/>
                  <a:gd name="connsiteX10" fmla="*/ 68519 w 68519"/>
                  <a:gd name="connsiteY10" fmla="*/ 769015 h 829989"/>
                  <a:gd name="connsiteX11" fmla="*/ 50166 w 68519"/>
                  <a:gd name="connsiteY11" fmla="*/ 812568 h 829989"/>
                  <a:gd name="connsiteX12" fmla="*/ 8565 w 68519"/>
                  <a:gd name="connsiteY12" fmla="*/ 829989 h 829989"/>
                  <a:gd name="connsiteX13" fmla="*/ 2447 w 68519"/>
                  <a:gd name="connsiteY13" fmla="*/ 826256 h 829989"/>
                  <a:gd name="connsiteX14" fmla="*/ 0 w 68519"/>
                  <a:gd name="connsiteY14" fmla="*/ 821279 h 829989"/>
                  <a:gd name="connsiteX15" fmla="*/ 0 w 68519"/>
                  <a:gd name="connsiteY15" fmla="*/ 8711 h 829989"/>
                  <a:gd name="connsiteX16" fmla="*/ 8565 w 68519"/>
                  <a:gd name="connsiteY16" fmla="*/ 0 h 8299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8519" h="829989">
                    <a:moveTo>
                      <a:pt x="17442" y="17448"/>
                    </a:moveTo>
                    <a:lnTo>
                      <a:pt x="17442" y="811296"/>
                    </a:lnTo>
                    <a:cubicBezTo>
                      <a:pt x="25840" y="810052"/>
                      <a:pt x="33038" y="806319"/>
                      <a:pt x="39036" y="800097"/>
                    </a:cubicBezTo>
                    <a:cubicBezTo>
                      <a:pt x="47434" y="791388"/>
                      <a:pt x="49833" y="781433"/>
                      <a:pt x="49833" y="768991"/>
                    </a:cubicBezTo>
                    <a:lnTo>
                      <a:pt x="49833" y="60998"/>
                    </a:lnTo>
                    <a:cubicBezTo>
                      <a:pt x="49833" y="49799"/>
                      <a:pt x="47434" y="38601"/>
                      <a:pt x="39036" y="29891"/>
                    </a:cubicBezTo>
                    <a:cubicBezTo>
                      <a:pt x="33038" y="23670"/>
                      <a:pt x="25840" y="19937"/>
                      <a:pt x="17442" y="17448"/>
                    </a:cubicBezTo>
                    <a:close/>
                    <a:moveTo>
                      <a:pt x="8565" y="0"/>
                    </a:moveTo>
                    <a:cubicBezTo>
                      <a:pt x="24471" y="0"/>
                      <a:pt x="39154" y="6222"/>
                      <a:pt x="50166" y="17421"/>
                    </a:cubicBezTo>
                    <a:cubicBezTo>
                      <a:pt x="62401" y="29865"/>
                      <a:pt x="68519" y="44797"/>
                      <a:pt x="68519" y="60974"/>
                    </a:cubicBezTo>
                    <a:lnTo>
                      <a:pt x="68519" y="769015"/>
                    </a:lnTo>
                    <a:cubicBezTo>
                      <a:pt x="68519" y="786436"/>
                      <a:pt x="62401" y="801369"/>
                      <a:pt x="50166" y="812568"/>
                    </a:cubicBezTo>
                    <a:cubicBezTo>
                      <a:pt x="39154" y="823767"/>
                      <a:pt x="24471" y="829989"/>
                      <a:pt x="8565" y="829989"/>
                    </a:cubicBezTo>
                    <a:cubicBezTo>
                      <a:pt x="6118" y="829989"/>
                      <a:pt x="4894" y="828745"/>
                      <a:pt x="2447" y="826256"/>
                    </a:cubicBezTo>
                    <a:cubicBezTo>
                      <a:pt x="0" y="825012"/>
                      <a:pt x="0" y="823767"/>
                      <a:pt x="0" y="821279"/>
                    </a:cubicBezTo>
                    <a:lnTo>
                      <a:pt x="0" y="8711"/>
                    </a:lnTo>
                    <a:cubicBezTo>
                      <a:pt x="0" y="3733"/>
                      <a:pt x="3671" y="0"/>
                      <a:pt x="85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ABCE6D56-CAAF-B647-A55B-21B27120532C}"/>
                  </a:ext>
                </a:extLst>
              </p:cNvPr>
              <p:cNvSpPr/>
              <p:nvPr/>
            </p:nvSpPr>
            <p:spPr>
              <a:xfrm>
                <a:off x="11754048" y="8475606"/>
                <a:ext cx="397408" cy="2716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0" h="219">
                    <a:moveTo>
                      <a:pt x="281" y="219"/>
                    </a:moveTo>
                    <a:lnTo>
                      <a:pt x="160" y="219"/>
                    </a:lnTo>
                    <a:lnTo>
                      <a:pt x="39" y="219"/>
                    </a:lnTo>
                    <a:cubicBezTo>
                      <a:pt x="28" y="219"/>
                      <a:pt x="18" y="215"/>
                      <a:pt x="11" y="208"/>
                    </a:cubicBezTo>
                    <a:cubicBezTo>
                      <a:pt x="4" y="201"/>
                      <a:pt x="0" y="191"/>
                      <a:pt x="0" y="180"/>
                    </a:cubicBezTo>
                    <a:lnTo>
                      <a:pt x="0" y="110"/>
                    </a:lnTo>
                    <a:lnTo>
                      <a:pt x="0" y="39"/>
                    </a:lnTo>
                    <a:cubicBezTo>
                      <a:pt x="0" y="28"/>
                      <a:pt x="4" y="19"/>
                      <a:pt x="11" y="12"/>
                    </a:cubicBezTo>
                    <a:cubicBezTo>
                      <a:pt x="18" y="5"/>
                      <a:pt x="28" y="0"/>
                      <a:pt x="39" y="0"/>
                    </a:cubicBezTo>
                    <a:lnTo>
                      <a:pt x="160" y="0"/>
                    </a:lnTo>
                    <a:lnTo>
                      <a:pt x="281" y="0"/>
                    </a:lnTo>
                    <a:cubicBezTo>
                      <a:pt x="292" y="0"/>
                      <a:pt x="302" y="5"/>
                      <a:pt x="309" y="12"/>
                    </a:cubicBezTo>
                    <a:cubicBezTo>
                      <a:pt x="316" y="19"/>
                      <a:pt x="320" y="28"/>
                      <a:pt x="320" y="39"/>
                    </a:cubicBezTo>
                    <a:lnTo>
                      <a:pt x="320" y="110"/>
                    </a:lnTo>
                    <a:lnTo>
                      <a:pt x="320" y="180"/>
                    </a:lnTo>
                    <a:cubicBezTo>
                      <a:pt x="320" y="191"/>
                      <a:pt x="316" y="201"/>
                      <a:pt x="309" y="208"/>
                    </a:cubicBezTo>
                    <a:cubicBezTo>
                      <a:pt x="302" y="215"/>
                      <a:pt x="292" y="219"/>
                      <a:pt x="281" y="21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0" name="Freeform 399">
                <a:extLst>
                  <a:ext uri="{FF2B5EF4-FFF2-40B4-BE49-F238E27FC236}">
                    <a16:creationId xmlns:a16="http://schemas.microsoft.com/office/drawing/2014/main" id="{B491F1D2-A4BC-C047-8C8F-ACE8937D9E3A}"/>
                  </a:ext>
                </a:extLst>
              </p:cNvPr>
              <p:cNvSpPr/>
              <p:nvPr/>
            </p:nvSpPr>
            <p:spPr>
              <a:xfrm>
                <a:off x="11745328" y="8468128"/>
                <a:ext cx="414849" cy="287879"/>
              </a:xfrm>
              <a:custGeom>
                <a:avLst/>
                <a:gdLst>
                  <a:gd name="connsiteX0" fmla="*/ 57172 w 414849"/>
                  <a:gd name="connsiteY0" fmla="*/ 16201 h 287879"/>
                  <a:gd name="connsiteX1" fmla="*/ 28612 w 414849"/>
                  <a:gd name="connsiteY1" fmla="*/ 28603 h 287879"/>
                  <a:gd name="connsiteX2" fmla="*/ 16195 w 414849"/>
                  <a:gd name="connsiteY2" fmla="*/ 55886 h 287879"/>
                  <a:gd name="connsiteX3" fmla="*/ 16195 w 414849"/>
                  <a:gd name="connsiteY3" fmla="*/ 230747 h 287879"/>
                  <a:gd name="connsiteX4" fmla="*/ 28612 w 414849"/>
                  <a:gd name="connsiteY4" fmla="*/ 259271 h 287879"/>
                  <a:gd name="connsiteX5" fmla="*/ 57172 w 414849"/>
                  <a:gd name="connsiteY5" fmla="*/ 270432 h 287879"/>
                  <a:gd name="connsiteX6" fmla="*/ 357672 w 414849"/>
                  <a:gd name="connsiteY6" fmla="*/ 270432 h 287879"/>
                  <a:gd name="connsiteX7" fmla="*/ 386231 w 414849"/>
                  <a:gd name="connsiteY7" fmla="*/ 259271 h 287879"/>
                  <a:gd name="connsiteX8" fmla="*/ 397407 w 414849"/>
                  <a:gd name="connsiteY8" fmla="*/ 230747 h 287879"/>
                  <a:gd name="connsiteX9" fmla="*/ 397407 w 414849"/>
                  <a:gd name="connsiteY9" fmla="*/ 55886 h 287879"/>
                  <a:gd name="connsiteX10" fmla="*/ 386231 w 414849"/>
                  <a:gd name="connsiteY10" fmla="*/ 28603 h 287879"/>
                  <a:gd name="connsiteX11" fmla="*/ 357672 w 414849"/>
                  <a:gd name="connsiteY11" fmla="*/ 16201 h 287879"/>
                  <a:gd name="connsiteX12" fmla="*/ 57135 w 414849"/>
                  <a:gd name="connsiteY12" fmla="*/ 0 h 287879"/>
                  <a:gd name="connsiteX13" fmla="*/ 357714 w 414849"/>
                  <a:gd name="connsiteY13" fmla="*/ 0 h 287879"/>
                  <a:gd name="connsiteX14" fmla="*/ 398702 w 414849"/>
                  <a:gd name="connsiteY14" fmla="*/ 16131 h 287879"/>
                  <a:gd name="connsiteX15" fmla="*/ 414849 w 414849"/>
                  <a:gd name="connsiteY15" fmla="*/ 55839 h 287879"/>
                  <a:gd name="connsiteX16" fmla="*/ 414849 w 414849"/>
                  <a:gd name="connsiteY16" fmla="*/ 230800 h 287879"/>
                  <a:gd name="connsiteX17" fmla="*/ 398702 w 414849"/>
                  <a:gd name="connsiteY17" fmla="*/ 270507 h 287879"/>
                  <a:gd name="connsiteX18" fmla="*/ 357714 w 414849"/>
                  <a:gd name="connsiteY18" fmla="*/ 287879 h 287879"/>
                  <a:gd name="connsiteX19" fmla="*/ 57135 w 414849"/>
                  <a:gd name="connsiteY19" fmla="*/ 287879 h 287879"/>
                  <a:gd name="connsiteX20" fmla="*/ 16147 w 414849"/>
                  <a:gd name="connsiteY20" fmla="*/ 270507 h 287879"/>
                  <a:gd name="connsiteX21" fmla="*/ 0 w 414849"/>
                  <a:gd name="connsiteY21" fmla="*/ 230800 h 287879"/>
                  <a:gd name="connsiteX22" fmla="*/ 0 w 414849"/>
                  <a:gd name="connsiteY22" fmla="*/ 55839 h 287879"/>
                  <a:gd name="connsiteX23" fmla="*/ 16147 w 414849"/>
                  <a:gd name="connsiteY23" fmla="*/ 16131 h 287879"/>
                  <a:gd name="connsiteX24" fmla="*/ 57135 w 414849"/>
                  <a:gd name="connsiteY24" fmla="*/ 0 h 2878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14849" h="287879">
                    <a:moveTo>
                      <a:pt x="57172" y="16201"/>
                    </a:moveTo>
                    <a:cubicBezTo>
                      <a:pt x="45997" y="16201"/>
                      <a:pt x="36063" y="21162"/>
                      <a:pt x="28612" y="28603"/>
                    </a:cubicBezTo>
                    <a:cubicBezTo>
                      <a:pt x="21162" y="36043"/>
                      <a:pt x="16195" y="45965"/>
                      <a:pt x="16195" y="55886"/>
                    </a:cubicBezTo>
                    <a:lnTo>
                      <a:pt x="16195" y="230747"/>
                    </a:lnTo>
                    <a:cubicBezTo>
                      <a:pt x="16195" y="241909"/>
                      <a:pt x="21162" y="251830"/>
                      <a:pt x="28612" y="259271"/>
                    </a:cubicBezTo>
                    <a:cubicBezTo>
                      <a:pt x="36063" y="266712"/>
                      <a:pt x="45997" y="270432"/>
                      <a:pt x="57172" y="270432"/>
                    </a:cubicBezTo>
                    <a:lnTo>
                      <a:pt x="357672" y="270432"/>
                    </a:lnTo>
                    <a:cubicBezTo>
                      <a:pt x="368847" y="270432"/>
                      <a:pt x="378781" y="266712"/>
                      <a:pt x="386231" y="259271"/>
                    </a:cubicBezTo>
                    <a:cubicBezTo>
                      <a:pt x="393682" y="251830"/>
                      <a:pt x="397407" y="241909"/>
                      <a:pt x="397407" y="230747"/>
                    </a:cubicBezTo>
                    <a:lnTo>
                      <a:pt x="397407" y="55886"/>
                    </a:lnTo>
                    <a:cubicBezTo>
                      <a:pt x="397407" y="45965"/>
                      <a:pt x="393682" y="36043"/>
                      <a:pt x="386231" y="28603"/>
                    </a:cubicBezTo>
                    <a:cubicBezTo>
                      <a:pt x="378781" y="21162"/>
                      <a:pt x="368847" y="16201"/>
                      <a:pt x="357672" y="16201"/>
                    </a:cubicBezTo>
                    <a:close/>
                    <a:moveTo>
                      <a:pt x="57135" y="0"/>
                    </a:moveTo>
                    <a:lnTo>
                      <a:pt x="357714" y="0"/>
                    </a:lnTo>
                    <a:cubicBezTo>
                      <a:pt x="373861" y="0"/>
                      <a:pt x="387524" y="4963"/>
                      <a:pt x="398702" y="16131"/>
                    </a:cubicBezTo>
                    <a:cubicBezTo>
                      <a:pt x="409881" y="27299"/>
                      <a:pt x="414849" y="40948"/>
                      <a:pt x="414849" y="55839"/>
                    </a:cubicBezTo>
                    <a:lnTo>
                      <a:pt x="414849" y="230800"/>
                    </a:lnTo>
                    <a:cubicBezTo>
                      <a:pt x="414849" y="246931"/>
                      <a:pt x="409881" y="260580"/>
                      <a:pt x="398702" y="270507"/>
                    </a:cubicBezTo>
                    <a:cubicBezTo>
                      <a:pt x="387524" y="282916"/>
                      <a:pt x="373861" y="287879"/>
                      <a:pt x="357714" y="287879"/>
                    </a:cubicBezTo>
                    <a:lnTo>
                      <a:pt x="57135" y="287879"/>
                    </a:lnTo>
                    <a:cubicBezTo>
                      <a:pt x="42230" y="287879"/>
                      <a:pt x="27325" y="282916"/>
                      <a:pt x="16147" y="270507"/>
                    </a:cubicBezTo>
                    <a:cubicBezTo>
                      <a:pt x="6210" y="260580"/>
                      <a:pt x="0" y="246931"/>
                      <a:pt x="0" y="230800"/>
                    </a:cubicBezTo>
                    <a:lnTo>
                      <a:pt x="0" y="55839"/>
                    </a:lnTo>
                    <a:cubicBezTo>
                      <a:pt x="0" y="40948"/>
                      <a:pt x="6210" y="27299"/>
                      <a:pt x="16147" y="16131"/>
                    </a:cubicBezTo>
                    <a:cubicBezTo>
                      <a:pt x="27325" y="4963"/>
                      <a:pt x="42230" y="0"/>
                      <a:pt x="571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37836D90-742A-AC44-8B6E-D77762A1E8E6}"/>
                  </a:ext>
                </a:extLst>
              </p:cNvPr>
              <p:cNvSpPr/>
              <p:nvPr/>
            </p:nvSpPr>
            <p:spPr>
              <a:xfrm>
                <a:off x="11881116" y="8550379"/>
                <a:ext cx="143266" cy="1221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6" h="99">
                    <a:moveTo>
                      <a:pt x="116" y="99"/>
                    </a:moveTo>
                    <a:lnTo>
                      <a:pt x="0" y="99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1" name="Freeform 400">
                <a:extLst>
                  <a:ext uri="{FF2B5EF4-FFF2-40B4-BE49-F238E27FC236}">
                    <a16:creationId xmlns:a16="http://schemas.microsoft.com/office/drawing/2014/main" id="{DD3D52B2-C242-7044-9347-F7B9555605FB}"/>
                  </a:ext>
                </a:extLst>
              </p:cNvPr>
              <p:cNvSpPr/>
              <p:nvPr/>
            </p:nvSpPr>
            <p:spPr>
              <a:xfrm>
                <a:off x="11872704" y="8542902"/>
                <a:ext cx="160079" cy="138331"/>
              </a:xfrm>
              <a:custGeom>
                <a:avLst/>
                <a:gdLst>
                  <a:gd name="connsiteX0" fmla="*/ 80048 w 160079"/>
                  <a:gd name="connsiteY0" fmla="*/ 24925 h 138331"/>
                  <a:gd name="connsiteX1" fmla="*/ 23365 w 160079"/>
                  <a:gd name="connsiteY1" fmla="*/ 120885 h 138331"/>
                  <a:gd name="connsiteX2" fmla="*/ 136732 w 160079"/>
                  <a:gd name="connsiteY2" fmla="*/ 120885 h 138331"/>
                  <a:gd name="connsiteX3" fmla="*/ 80503 w 160079"/>
                  <a:gd name="connsiteY3" fmla="*/ 0 h 138331"/>
                  <a:gd name="connsiteX4" fmla="*/ 87456 w 160079"/>
                  <a:gd name="connsiteY4" fmla="*/ 3705 h 138331"/>
                  <a:gd name="connsiteX5" fmla="*/ 159152 w 160079"/>
                  <a:gd name="connsiteY5" fmla="*/ 125980 h 138331"/>
                  <a:gd name="connsiteX6" fmla="*/ 159152 w 160079"/>
                  <a:gd name="connsiteY6" fmla="*/ 134626 h 138331"/>
                  <a:gd name="connsiteX7" fmla="*/ 151735 w 160079"/>
                  <a:gd name="connsiteY7" fmla="*/ 138331 h 138331"/>
                  <a:gd name="connsiteX8" fmla="*/ 8344 w 160079"/>
                  <a:gd name="connsiteY8" fmla="*/ 138331 h 138331"/>
                  <a:gd name="connsiteX9" fmla="*/ 927 w 160079"/>
                  <a:gd name="connsiteY9" fmla="*/ 134626 h 138331"/>
                  <a:gd name="connsiteX10" fmla="*/ 927 w 160079"/>
                  <a:gd name="connsiteY10" fmla="*/ 125980 h 138331"/>
                  <a:gd name="connsiteX11" fmla="*/ 72623 w 160079"/>
                  <a:gd name="connsiteY11" fmla="*/ 3705 h 138331"/>
                  <a:gd name="connsiteX12" fmla="*/ 80503 w 160079"/>
                  <a:gd name="connsiteY12" fmla="*/ 0 h 138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0079" h="138331">
                    <a:moveTo>
                      <a:pt x="80048" y="24925"/>
                    </a:moveTo>
                    <a:lnTo>
                      <a:pt x="23365" y="120885"/>
                    </a:lnTo>
                    <a:lnTo>
                      <a:pt x="136732" y="120885"/>
                    </a:lnTo>
                    <a:close/>
                    <a:moveTo>
                      <a:pt x="80503" y="0"/>
                    </a:moveTo>
                    <a:cubicBezTo>
                      <a:pt x="83439" y="0"/>
                      <a:pt x="86220" y="1235"/>
                      <a:pt x="87456" y="3705"/>
                    </a:cubicBezTo>
                    <a:lnTo>
                      <a:pt x="159152" y="125980"/>
                    </a:lnTo>
                    <a:cubicBezTo>
                      <a:pt x="160388" y="128450"/>
                      <a:pt x="160388" y="130920"/>
                      <a:pt x="159152" y="134626"/>
                    </a:cubicBezTo>
                    <a:cubicBezTo>
                      <a:pt x="157916" y="137096"/>
                      <a:pt x="154207" y="138331"/>
                      <a:pt x="151735" y="138331"/>
                    </a:cubicBezTo>
                    <a:lnTo>
                      <a:pt x="8344" y="138331"/>
                    </a:lnTo>
                    <a:cubicBezTo>
                      <a:pt x="4636" y="138331"/>
                      <a:pt x="3399" y="137096"/>
                      <a:pt x="927" y="134626"/>
                    </a:cubicBezTo>
                    <a:cubicBezTo>
                      <a:pt x="-309" y="130920"/>
                      <a:pt x="-309" y="128450"/>
                      <a:pt x="927" y="125980"/>
                    </a:cubicBezTo>
                    <a:lnTo>
                      <a:pt x="72623" y="3705"/>
                    </a:lnTo>
                    <a:cubicBezTo>
                      <a:pt x="74477" y="1235"/>
                      <a:pt x="77567" y="0"/>
                      <a:pt x="805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E804D16C-4DB0-0647-84C5-A109877C7C97}"/>
                  </a:ext>
                </a:extLst>
              </p:cNvPr>
              <p:cNvSpPr/>
              <p:nvPr/>
            </p:nvSpPr>
            <p:spPr>
              <a:xfrm>
                <a:off x="11805126" y="8323566"/>
                <a:ext cx="291515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5" h="14">
                    <a:moveTo>
                      <a:pt x="228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28" y="0"/>
                    </a:lnTo>
                    <a:cubicBezTo>
                      <a:pt x="232" y="0"/>
                      <a:pt x="235" y="3"/>
                      <a:pt x="235" y="7"/>
                    </a:cubicBezTo>
                    <a:cubicBezTo>
                      <a:pt x="235" y="11"/>
                      <a:pt x="232" y="14"/>
                      <a:pt x="228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5" name="Freeform 144">
                <a:extLst>
                  <a:ext uri="{FF2B5EF4-FFF2-40B4-BE49-F238E27FC236}">
                    <a16:creationId xmlns:a16="http://schemas.microsoft.com/office/drawing/2014/main" id="{323EBC78-1B0C-F34C-B083-D7834BFD1E2C}"/>
                  </a:ext>
                </a:extLst>
              </p:cNvPr>
              <p:cNvSpPr/>
              <p:nvPr/>
            </p:nvSpPr>
            <p:spPr>
              <a:xfrm>
                <a:off x="11805126" y="8252531"/>
                <a:ext cx="291515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5" h="13">
                    <a:moveTo>
                      <a:pt x="228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28" y="0"/>
                    </a:lnTo>
                    <a:cubicBezTo>
                      <a:pt x="232" y="0"/>
                      <a:pt x="235" y="3"/>
                      <a:pt x="235" y="6"/>
                    </a:cubicBezTo>
                    <a:cubicBezTo>
                      <a:pt x="235" y="10"/>
                      <a:pt x="232" y="13"/>
                      <a:pt x="228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2F21F16C-CB42-9A47-817D-027EF34F34BE}"/>
                  </a:ext>
                </a:extLst>
              </p:cNvPr>
              <p:cNvSpPr/>
              <p:nvPr/>
            </p:nvSpPr>
            <p:spPr>
              <a:xfrm>
                <a:off x="12283510" y="8086782"/>
                <a:ext cx="16195" cy="3539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" h="285">
                    <a:moveTo>
                      <a:pt x="7" y="285"/>
                    </a:moveTo>
                    <a:cubicBezTo>
                      <a:pt x="3" y="285"/>
                      <a:pt x="0" y="282"/>
                      <a:pt x="0" y="278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1" y="0"/>
                      <a:pt x="14" y="3"/>
                      <a:pt x="14" y="7"/>
                    </a:cubicBezTo>
                    <a:lnTo>
                      <a:pt x="14" y="278"/>
                    </a:lnTo>
                    <a:cubicBezTo>
                      <a:pt x="14" y="282"/>
                      <a:pt x="11" y="285"/>
                      <a:pt x="7" y="2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C57200AD-DAD6-F24F-9818-E5FB0196506D}"/>
                  </a:ext>
                </a:extLst>
              </p:cNvPr>
              <p:cNvSpPr/>
              <p:nvPr/>
            </p:nvSpPr>
            <p:spPr>
              <a:xfrm>
                <a:off x="12318392" y="8574058"/>
                <a:ext cx="16195" cy="3327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" h="268">
                    <a:moveTo>
                      <a:pt x="7" y="268"/>
                    </a:moveTo>
                    <a:cubicBezTo>
                      <a:pt x="4" y="268"/>
                      <a:pt x="0" y="265"/>
                      <a:pt x="0" y="261"/>
                    </a:cubicBezTo>
                    <a:lnTo>
                      <a:pt x="0" y="6"/>
                    </a:lnTo>
                    <a:cubicBezTo>
                      <a:pt x="0" y="3"/>
                      <a:pt x="4" y="0"/>
                      <a:pt x="7" y="0"/>
                    </a:cubicBezTo>
                    <a:cubicBezTo>
                      <a:pt x="11" y="0"/>
                      <a:pt x="14" y="3"/>
                      <a:pt x="14" y="6"/>
                    </a:cubicBezTo>
                    <a:lnTo>
                      <a:pt x="14" y="261"/>
                    </a:lnTo>
                    <a:cubicBezTo>
                      <a:pt x="14" y="265"/>
                      <a:pt x="11" y="268"/>
                      <a:pt x="7" y="26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D95501BE-C374-3C48-BDAE-BCE9D3AF0EDE}"/>
                </a:ext>
              </a:extLst>
            </p:cNvPr>
            <p:cNvGrpSpPr/>
            <p:nvPr/>
          </p:nvGrpSpPr>
          <p:grpSpPr>
            <a:xfrm>
              <a:off x="9035731" y="8424507"/>
              <a:ext cx="2735755" cy="1738493"/>
              <a:chOff x="9035731" y="8424507"/>
              <a:chExt cx="2735755" cy="1738493"/>
            </a:xfrm>
          </p:grpSpPr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5ACB7B1B-13C9-3F47-AA25-2067754D0BDB}"/>
                  </a:ext>
                </a:extLst>
              </p:cNvPr>
              <p:cNvSpPr/>
              <p:nvPr/>
            </p:nvSpPr>
            <p:spPr>
              <a:xfrm>
                <a:off x="9035731" y="8489314"/>
                <a:ext cx="2612425" cy="16076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98" h="1291">
                    <a:moveTo>
                      <a:pt x="2091" y="1291"/>
                    </a:moveTo>
                    <a:lnTo>
                      <a:pt x="7" y="1291"/>
                    </a:lnTo>
                    <a:cubicBezTo>
                      <a:pt x="3" y="1291"/>
                      <a:pt x="0" y="1288"/>
                      <a:pt x="0" y="1285"/>
                    </a:cubicBezTo>
                    <a:lnTo>
                      <a:pt x="0" y="68"/>
                    </a:lnTo>
                    <a:cubicBezTo>
                      <a:pt x="0" y="31"/>
                      <a:pt x="29" y="0"/>
                      <a:pt x="64" y="0"/>
                    </a:cubicBezTo>
                    <a:lnTo>
                      <a:pt x="1628" y="0"/>
                    </a:lnTo>
                    <a:cubicBezTo>
                      <a:pt x="1632" y="0"/>
                      <a:pt x="1635" y="4"/>
                      <a:pt x="1635" y="8"/>
                    </a:cubicBezTo>
                    <a:cubicBezTo>
                      <a:pt x="1635" y="11"/>
                      <a:pt x="1632" y="15"/>
                      <a:pt x="1628" y="15"/>
                    </a:cubicBezTo>
                    <a:lnTo>
                      <a:pt x="64" y="15"/>
                    </a:lnTo>
                    <a:cubicBezTo>
                      <a:pt x="36" y="15"/>
                      <a:pt x="14" y="38"/>
                      <a:pt x="14" y="68"/>
                    </a:cubicBezTo>
                    <a:lnTo>
                      <a:pt x="14" y="1278"/>
                    </a:lnTo>
                    <a:lnTo>
                      <a:pt x="2091" y="1278"/>
                    </a:lnTo>
                    <a:cubicBezTo>
                      <a:pt x="2095" y="1278"/>
                      <a:pt x="2098" y="1281"/>
                      <a:pt x="2098" y="1285"/>
                    </a:cubicBezTo>
                    <a:cubicBezTo>
                      <a:pt x="2098" y="1288"/>
                      <a:pt x="2095" y="1291"/>
                      <a:pt x="2091" y="129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2CCCF941-95DF-0742-BB47-318DEE71EF39}"/>
                  </a:ext>
                </a:extLst>
              </p:cNvPr>
              <p:cNvSpPr/>
              <p:nvPr/>
            </p:nvSpPr>
            <p:spPr>
              <a:xfrm>
                <a:off x="11041456" y="8433230"/>
                <a:ext cx="123333" cy="1296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0" h="105">
                    <a:moveTo>
                      <a:pt x="100" y="53"/>
                    </a:moveTo>
                    <a:cubicBezTo>
                      <a:pt x="100" y="82"/>
                      <a:pt x="78" y="105"/>
                      <a:pt x="50" y="105"/>
                    </a:cubicBezTo>
                    <a:cubicBezTo>
                      <a:pt x="22" y="105"/>
                      <a:pt x="0" y="82"/>
                      <a:pt x="0" y="53"/>
                    </a:cubicBezTo>
                    <a:cubicBezTo>
                      <a:pt x="0" y="23"/>
                      <a:pt x="22" y="0"/>
                      <a:pt x="50" y="0"/>
                    </a:cubicBezTo>
                    <a:cubicBezTo>
                      <a:pt x="78" y="0"/>
                      <a:pt x="100" y="23"/>
                      <a:pt x="10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2" name="Freeform 401">
                <a:extLst>
                  <a:ext uri="{FF2B5EF4-FFF2-40B4-BE49-F238E27FC236}">
                    <a16:creationId xmlns:a16="http://schemas.microsoft.com/office/drawing/2014/main" id="{0B9A1199-E1BD-3148-84D7-91BF3773E508}"/>
                  </a:ext>
                </a:extLst>
              </p:cNvPr>
              <p:cNvSpPr/>
              <p:nvPr/>
            </p:nvSpPr>
            <p:spPr>
              <a:xfrm>
                <a:off x="11033981" y="8424507"/>
                <a:ext cx="139529" cy="147055"/>
              </a:xfrm>
              <a:custGeom>
                <a:avLst/>
                <a:gdLst>
                  <a:gd name="connsiteX0" fmla="*/ 69141 w 139529"/>
                  <a:gd name="connsiteY0" fmla="*/ 17447 h 147055"/>
                  <a:gd name="connsiteX1" fmla="*/ 16195 w 139529"/>
                  <a:gd name="connsiteY1" fmla="*/ 74151 h 147055"/>
                  <a:gd name="connsiteX2" fmla="*/ 69141 w 139529"/>
                  <a:gd name="connsiteY2" fmla="*/ 130854 h 147055"/>
                  <a:gd name="connsiteX3" fmla="*/ 122087 w 139529"/>
                  <a:gd name="connsiteY3" fmla="*/ 74151 h 147055"/>
                  <a:gd name="connsiteX4" fmla="*/ 69141 w 139529"/>
                  <a:gd name="connsiteY4" fmla="*/ 17447 h 147055"/>
                  <a:gd name="connsiteX5" fmla="*/ 69147 w 139529"/>
                  <a:gd name="connsiteY5" fmla="*/ 0 h 147055"/>
                  <a:gd name="connsiteX6" fmla="*/ 139529 w 139529"/>
                  <a:gd name="connsiteY6" fmla="*/ 74145 h 147055"/>
                  <a:gd name="connsiteX7" fmla="*/ 69147 w 139529"/>
                  <a:gd name="connsiteY7" fmla="*/ 147055 h 147055"/>
                  <a:gd name="connsiteX8" fmla="*/ 0 w 139529"/>
                  <a:gd name="connsiteY8" fmla="*/ 74145 h 147055"/>
                  <a:gd name="connsiteX9" fmla="*/ 69147 w 139529"/>
                  <a:gd name="connsiteY9" fmla="*/ 0 h 147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529" h="147055">
                    <a:moveTo>
                      <a:pt x="69141" y="17447"/>
                    </a:moveTo>
                    <a:cubicBezTo>
                      <a:pt x="40821" y="17447"/>
                      <a:pt x="16195" y="42101"/>
                      <a:pt x="16195" y="74151"/>
                    </a:cubicBezTo>
                    <a:cubicBezTo>
                      <a:pt x="16195" y="104968"/>
                      <a:pt x="40821" y="130854"/>
                      <a:pt x="69141" y="130854"/>
                    </a:cubicBezTo>
                    <a:cubicBezTo>
                      <a:pt x="98692" y="130854"/>
                      <a:pt x="122087" y="104968"/>
                      <a:pt x="122087" y="74151"/>
                    </a:cubicBezTo>
                    <a:cubicBezTo>
                      <a:pt x="122087" y="42101"/>
                      <a:pt x="98692" y="17447"/>
                      <a:pt x="69141" y="17447"/>
                    </a:cubicBezTo>
                    <a:close/>
                    <a:moveTo>
                      <a:pt x="69147" y="0"/>
                    </a:moveTo>
                    <a:cubicBezTo>
                      <a:pt x="107425" y="0"/>
                      <a:pt x="139529" y="33365"/>
                      <a:pt x="139529" y="74145"/>
                    </a:cubicBezTo>
                    <a:cubicBezTo>
                      <a:pt x="139529" y="113690"/>
                      <a:pt x="107425" y="147055"/>
                      <a:pt x="69147" y="147055"/>
                    </a:cubicBezTo>
                    <a:cubicBezTo>
                      <a:pt x="30869" y="147055"/>
                      <a:pt x="0" y="113690"/>
                      <a:pt x="0" y="74145"/>
                    </a:cubicBezTo>
                    <a:cubicBezTo>
                      <a:pt x="0" y="33365"/>
                      <a:pt x="30869" y="0"/>
                      <a:pt x="691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2" name="Freeform 151">
                <a:extLst>
                  <a:ext uri="{FF2B5EF4-FFF2-40B4-BE49-F238E27FC236}">
                    <a16:creationId xmlns:a16="http://schemas.microsoft.com/office/drawing/2014/main" id="{468DBAFB-21F8-7E4D-AD03-127326B62D64}"/>
                  </a:ext>
                </a:extLst>
              </p:cNvPr>
              <p:cNvSpPr/>
              <p:nvPr/>
            </p:nvSpPr>
            <p:spPr>
              <a:xfrm>
                <a:off x="11640681" y="10024669"/>
                <a:ext cx="122088" cy="1296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9" h="105">
                    <a:moveTo>
                      <a:pt x="99" y="53"/>
                    </a:moveTo>
                    <a:cubicBezTo>
                      <a:pt x="99" y="81"/>
                      <a:pt x="77" y="105"/>
                      <a:pt x="50" y="105"/>
                    </a:cubicBezTo>
                    <a:cubicBezTo>
                      <a:pt x="22" y="105"/>
                      <a:pt x="0" y="81"/>
                      <a:pt x="0" y="53"/>
                    </a:cubicBezTo>
                    <a:cubicBezTo>
                      <a:pt x="0" y="23"/>
                      <a:pt x="22" y="0"/>
                      <a:pt x="50" y="0"/>
                    </a:cubicBezTo>
                    <a:cubicBezTo>
                      <a:pt x="77" y="0"/>
                      <a:pt x="99" y="23"/>
                      <a:pt x="99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3" name="Freeform 402">
                <a:extLst>
                  <a:ext uri="{FF2B5EF4-FFF2-40B4-BE49-F238E27FC236}">
                    <a16:creationId xmlns:a16="http://schemas.microsoft.com/office/drawing/2014/main" id="{B5DC5890-68F7-CE49-8DFD-6B9C7D486286}"/>
                  </a:ext>
                </a:extLst>
              </p:cNvPr>
              <p:cNvSpPr/>
              <p:nvPr/>
            </p:nvSpPr>
            <p:spPr>
              <a:xfrm>
                <a:off x="11631957" y="10015945"/>
                <a:ext cx="139529" cy="147055"/>
              </a:xfrm>
              <a:custGeom>
                <a:avLst/>
                <a:gdLst>
                  <a:gd name="connsiteX0" fmla="*/ 70384 w 139529"/>
                  <a:gd name="connsiteY0" fmla="*/ 17447 h 147055"/>
                  <a:gd name="connsiteX1" fmla="*/ 17445 w 139529"/>
                  <a:gd name="connsiteY1" fmla="*/ 74151 h 147055"/>
                  <a:gd name="connsiteX2" fmla="*/ 70384 w 139529"/>
                  <a:gd name="connsiteY2" fmla="*/ 130854 h 147055"/>
                  <a:gd name="connsiteX3" fmla="*/ 122092 w 139529"/>
                  <a:gd name="connsiteY3" fmla="*/ 74151 h 147055"/>
                  <a:gd name="connsiteX4" fmla="*/ 70384 w 139529"/>
                  <a:gd name="connsiteY4" fmla="*/ 17447 h 147055"/>
                  <a:gd name="connsiteX5" fmla="*/ 70382 w 139529"/>
                  <a:gd name="connsiteY5" fmla="*/ 0 h 147055"/>
                  <a:gd name="connsiteX6" fmla="*/ 139529 w 139529"/>
                  <a:gd name="connsiteY6" fmla="*/ 74145 h 147055"/>
                  <a:gd name="connsiteX7" fmla="*/ 70382 w 139529"/>
                  <a:gd name="connsiteY7" fmla="*/ 147055 h 147055"/>
                  <a:gd name="connsiteX8" fmla="*/ 0 w 139529"/>
                  <a:gd name="connsiteY8" fmla="*/ 74145 h 147055"/>
                  <a:gd name="connsiteX9" fmla="*/ 70382 w 139529"/>
                  <a:gd name="connsiteY9" fmla="*/ 0 h 147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39529" h="147055">
                    <a:moveTo>
                      <a:pt x="70384" y="17447"/>
                    </a:moveTo>
                    <a:cubicBezTo>
                      <a:pt x="42068" y="17447"/>
                      <a:pt x="17445" y="43333"/>
                      <a:pt x="17445" y="74151"/>
                    </a:cubicBezTo>
                    <a:cubicBezTo>
                      <a:pt x="17445" y="104968"/>
                      <a:pt x="42068" y="130854"/>
                      <a:pt x="70384" y="130854"/>
                    </a:cubicBezTo>
                    <a:cubicBezTo>
                      <a:pt x="99931" y="130854"/>
                      <a:pt x="122092" y="104968"/>
                      <a:pt x="122092" y="74151"/>
                    </a:cubicBezTo>
                    <a:cubicBezTo>
                      <a:pt x="122092" y="43333"/>
                      <a:pt x="99931" y="17447"/>
                      <a:pt x="70384" y="17447"/>
                    </a:cubicBezTo>
                    <a:close/>
                    <a:moveTo>
                      <a:pt x="70382" y="0"/>
                    </a:moveTo>
                    <a:cubicBezTo>
                      <a:pt x="108660" y="0"/>
                      <a:pt x="139529" y="33365"/>
                      <a:pt x="139529" y="74145"/>
                    </a:cubicBezTo>
                    <a:cubicBezTo>
                      <a:pt x="139529" y="114925"/>
                      <a:pt x="108660" y="147055"/>
                      <a:pt x="70382" y="147055"/>
                    </a:cubicBezTo>
                    <a:cubicBezTo>
                      <a:pt x="30869" y="147055"/>
                      <a:pt x="0" y="114925"/>
                      <a:pt x="0" y="74145"/>
                    </a:cubicBezTo>
                    <a:cubicBezTo>
                      <a:pt x="0" y="33365"/>
                      <a:pt x="30869" y="0"/>
                      <a:pt x="703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9104B90-EEE6-E04D-97E0-3E94DA1AF468}"/>
                </a:ext>
              </a:extLst>
            </p:cNvPr>
            <p:cNvGrpSpPr/>
            <p:nvPr/>
          </p:nvGrpSpPr>
          <p:grpSpPr>
            <a:xfrm>
              <a:off x="11897314" y="9790378"/>
              <a:ext cx="1438886" cy="558311"/>
              <a:chOff x="11897314" y="9790378"/>
              <a:chExt cx="1438886" cy="558311"/>
            </a:xfrm>
          </p:grpSpPr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87D0A30D-852B-4343-8F5E-9FA8D8A3ED9B}"/>
                  </a:ext>
                </a:extLst>
              </p:cNvPr>
              <p:cNvSpPr/>
              <p:nvPr/>
            </p:nvSpPr>
            <p:spPr>
              <a:xfrm>
                <a:off x="11904789" y="9797855"/>
                <a:ext cx="848384" cy="5408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2" h="435">
                    <a:moveTo>
                      <a:pt x="572" y="0"/>
                    </a:moveTo>
                    <a:lnTo>
                      <a:pt x="64" y="0"/>
                    </a:lnTo>
                    <a:cubicBezTo>
                      <a:pt x="47" y="0"/>
                      <a:pt x="31" y="8"/>
                      <a:pt x="19" y="19"/>
                    </a:cubicBezTo>
                    <a:cubicBezTo>
                      <a:pt x="8" y="30"/>
                      <a:pt x="0" y="46"/>
                      <a:pt x="0" y="64"/>
                    </a:cubicBezTo>
                    <a:lnTo>
                      <a:pt x="0" y="218"/>
                    </a:lnTo>
                    <a:lnTo>
                      <a:pt x="0" y="372"/>
                    </a:lnTo>
                    <a:cubicBezTo>
                      <a:pt x="0" y="390"/>
                      <a:pt x="8" y="405"/>
                      <a:pt x="19" y="417"/>
                    </a:cubicBezTo>
                    <a:cubicBezTo>
                      <a:pt x="31" y="429"/>
                      <a:pt x="47" y="435"/>
                      <a:pt x="64" y="435"/>
                    </a:cubicBezTo>
                    <a:lnTo>
                      <a:pt x="572" y="435"/>
                    </a:lnTo>
                    <a:lnTo>
                      <a:pt x="682" y="435"/>
                    </a:lnTo>
                    <a:lnTo>
                      <a:pt x="682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4" name="Freeform 403">
                <a:extLst>
                  <a:ext uri="{FF2B5EF4-FFF2-40B4-BE49-F238E27FC236}">
                    <a16:creationId xmlns:a16="http://schemas.microsoft.com/office/drawing/2014/main" id="{CCA60098-EC0B-004B-9440-28AAEA2D93FC}"/>
                  </a:ext>
                </a:extLst>
              </p:cNvPr>
              <p:cNvSpPr/>
              <p:nvPr/>
            </p:nvSpPr>
            <p:spPr>
              <a:xfrm>
                <a:off x="11897314" y="9790378"/>
                <a:ext cx="864579" cy="558311"/>
              </a:xfrm>
              <a:custGeom>
                <a:avLst/>
                <a:gdLst>
                  <a:gd name="connsiteX0" fmla="*/ 87102 w 864579"/>
                  <a:gd name="connsiteY0" fmla="*/ 16201 h 558311"/>
                  <a:gd name="connsiteX1" fmla="*/ 37345 w 864579"/>
                  <a:gd name="connsiteY1" fmla="*/ 37337 h 558311"/>
                  <a:gd name="connsiteX2" fmla="*/ 17442 w 864579"/>
                  <a:gd name="connsiteY2" fmla="*/ 87068 h 558311"/>
                  <a:gd name="connsiteX3" fmla="*/ 17442 w 864579"/>
                  <a:gd name="connsiteY3" fmla="*/ 469997 h 558311"/>
                  <a:gd name="connsiteX4" fmla="*/ 37345 w 864579"/>
                  <a:gd name="connsiteY4" fmla="*/ 519728 h 558311"/>
                  <a:gd name="connsiteX5" fmla="*/ 87102 w 864579"/>
                  <a:gd name="connsiteY5" fmla="*/ 540864 h 558311"/>
                  <a:gd name="connsiteX6" fmla="*/ 848385 w 864579"/>
                  <a:gd name="connsiteY6" fmla="*/ 540864 h 558311"/>
                  <a:gd name="connsiteX7" fmla="*/ 848385 w 864579"/>
                  <a:gd name="connsiteY7" fmla="*/ 16201 h 558311"/>
                  <a:gd name="connsiteX8" fmla="*/ 87080 w 864579"/>
                  <a:gd name="connsiteY8" fmla="*/ 0 h 558311"/>
                  <a:gd name="connsiteX9" fmla="*/ 855871 w 864579"/>
                  <a:gd name="connsiteY9" fmla="*/ 0 h 558311"/>
                  <a:gd name="connsiteX10" fmla="*/ 864579 w 864579"/>
                  <a:gd name="connsiteY10" fmla="*/ 7461 h 558311"/>
                  <a:gd name="connsiteX11" fmla="*/ 864579 w 864579"/>
                  <a:gd name="connsiteY11" fmla="*/ 548363 h 558311"/>
                  <a:gd name="connsiteX12" fmla="*/ 855871 w 864579"/>
                  <a:gd name="connsiteY12" fmla="*/ 558311 h 558311"/>
                  <a:gd name="connsiteX13" fmla="*/ 87080 w 864579"/>
                  <a:gd name="connsiteY13" fmla="*/ 558311 h 558311"/>
                  <a:gd name="connsiteX14" fmla="*/ 24880 w 864579"/>
                  <a:gd name="connsiteY14" fmla="*/ 532198 h 558311"/>
                  <a:gd name="connsiteX15" fmla="*/ 0 w 864579"/>
                  <a:gd name="connsiteY15" fmla="*/ 470026 h 558311"/>
                  <a:gd name="connsiteX16" fmla="*/ 0 w 864579"/>
                  <a:gd name="connsiteY16" fmla="*/ 87042 h 558311"/>
                  <a:gd name="connsiteX17" fmla="*/ 24880 w 864579"/>
                  <a:gd name="connsiteY17" fmla="*/ 24869 h 558311"/>
                  <a:gd name="connsiteX18" fmla="*/ 87080 w 864579"/>
                  <a:gd name="connsiteY18" fmla="*/ 0 h 558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64579" h="558311">
                    <a:moveTo>
                      <a:pt x="87102" y="16201"/>
                    </a:moveTo>
                    <a:cubicBezTo>
                      <a:pt x="68443" y="16201"/>
                      <a:pt x="51028" y="23661"/>
                      <a:pt x="37345" y="37337"/>
                    </a:cubicBezTo>
                    <a:cubicBezTo>
                      <a:pt x="23662" y="51013"/>
                      <a:pt x="17442" y="68419"/>
                      <a:pt x="17442" y="87068"/>
                    </a:cubicBezTo>
                    <a:lnTo>
                      <a:pt x="17442" y="469997"/>
                    </a:lnTo>
                    <a:cubicBezTo>
                      <a:pt x="17442" y="488646"/>
                      <a:pt x="23662" y="507296"/>
                      <a:pt x="37345" y="519728"/>
                    </a:cubicBezTo>
                    <a:cubicBezTo>
                      <a:pt x="51028" y="533404"/>
                      <a:pt x="68443" y="540864"/>
                      <a:pt x="87102" y="540864"/>
                    </a:cubicBezTo>
                    <a:lnTo>
                      <a:pt x="848385" y="540864"/>
                    </a:lnTo>
                    <a:lnTo>
                      <a:pt x="848385" y="16201"/>
                    </a:lnTo>
                    <a:close/>
                    <a:moveTo>
                      <a:pt x="87080" y="0"/>
                    </a:moveTo>
                    <a:lnTo>
                      <a:pt x="855871" y="0"/>
                    </a:lnTo>
                    <a:cubicBezTo>
                      <a:pt x="860847" y="0"/>
                      <a:pt x="864579" y="3730"/>
                      <a:pt x="864579" y="7461"/>
                    </a:cubicBezTo>
                    <a:lnTo>
                      <a:pt x="864579" y="548363"/>
                    </a:lnTo>
                    <a:cubicBezTo>
                      <a:pt x="864579" y="554581"/>
                      <a:pt x="860847" y="558311"/>
                      <a:pt x="855871" y="558311"/>
                    </a:cubicBezTo>
                    <a:lnTo>
                      <a:pt x="87080" y="558311"/>
                    </a:lnTo>
                    <a:cubicBezTo>
                      <a:pt x="63444" y="558311"/>
                      <a:pt x="42296" y="548363"/>
                      <a:pt x="24880" y="532198"/>
                    </a:cubicBezTo>
                    <a:cubicBezTo>
                      <a:pt x="8708" y="514790"/>
                      <a:pt x="0" y="493651"/>
                      <a:pt x="0" y="470026"/>
                    </a:cubicBezTo>
                    <a:lnTo>
                      <a:pt x="0" y="87042"/>
                    </a:lnTo>
                    <a:cubicBezTo>
                      <a:pt x="0" y="63416"/>
                      <a:pt x="8708" y="41034"/>
                      <a:pt x="24880" y="24869"/>
                    </a:cubicBezTo>
                    <a:cubicBezTo>
                      <a:pt x="42296" y="8704"/>
                      <a:pt x="63444" y="0"/>
                      <a:pt x="870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C85BEF95-A66F-A040-8946-B31AB6459A0F}"/>
                  </a:ext>
                </a:extLst>
              </p:cNvPr>
              <p:cNvSpPr/>
              <p:nvPr/>
            </p:nvSpPr>
            <p:spPr>
              <a:xfrm>
                <a:off x="12753170" y="9797855"/>
                <a:ext cx="573064" cy="5408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1" h="435">
                    <a:moveTo>
                      <a:pt x="443" y="19"/>
                    </a:moveTo>
                    <a:cubicBezTo>
                      <a:pt x="431" y="8"/>
                      <a:pt x="415" y="0"/>
                      <a:pt x="398" y="0"/>
                    </a:cubicBezTo>
                    <a:lnTo>
                      <a:pt x="0" y="0"/>
                    </a:lnTo>
                    <a:lnTo>
                      <a:pt x="0" y="435"/>
                    </a:lnTo>
                    <a:lnTo>
                      <a:pt x="398" y="435"/>
                    </a:lnTo>
                    <a:cubicBezTo>
                      <a:pt x="415" y="435"/>
                      <a:pt x="431" y="429"/>
                      <a:pt x="443" y="417"/>
                    </a:cubicBezTo>
                    <a:cubicBezTo>
                      <a:pt x="455" y="405"/>
                      <a:pt x="461" y="390"/>
                      <a:pt x="461" y="372"/>
                    </a:cubicBezTo>
                    <a:lnTo>
                      <a:pt x="461" y="218"/>
                    </a:lnTo>
                    <a:lnTo>
                      <a:pt x="461" y="64"/>
                    </a:lnTo>
                    <a:cubicBezTo>
                      <a:pt x="461" y="46"/>
                      <a:pt x="455" y="30"/>
                      <a:pt x="443" y="1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5" name="Freeform 404">
                <a:extLst>
                  <a:ext uri="{FF2B5EF4-FFF2-40B4-BE49-F238E27FC236}">
                    <a16:creationId xmlns:a16="http://schemas.microsoft.com/office/drawing/2014/main" id="{77B45A3C-B1E7-BE46-8D45-4A342548352A}"/>
                  </a:ext>
                </a:extLst>
              </p:cNvPr>
              <p:cNvSpPr/>
              <p:nvPr/>
            </p:nvSpPr>
            <p:spPr>
              <a:xfrm>
                <a:off x="12744449" y="9790378"/>
                <a:ext cx="591751" cy="558311"/>
              </a:xfrm>
              <a:custGeom>
                <a:avLst/>
                <a:gdLst>
                  <a:gd name="connsiteX0" fmla="*/ 17441 w 591751"/>
                  <a:gd name="connsiteY0" fmla="*/ 16201 h 558311"/>
                  <a:gd name="connsiteX1" fmla="*/ 17441 w 591751"/>
                  <a:gd name="connsiteY1" fmla="*/ 540864 h 558311"/>
                  <a:gd name="connsiteX2" fmla="*/ 503458 w 591751"/>
                  <a:gd name="connsiteY2" fmla="*/ 540864 h 558311"/>
                  <a:gd name="connsiteX3" fmla="*/ 553179 w 591751"/>
                  <a:gd name="connsiteY3" fmla="*/ 519728 h 558311"/>
                  <a:gd name="connsiteX4" fmla="*/ 574310 w 591751"/>
                  <a:gd name="connsiteY4" fmla="*/ 469997 h 558311"/>
                  <a:gd name="connsiteX5" fmla="*/ 574310 w 591751"/>
                  <a:gd name="connsiteY5" fmla="*/ 87068 h 558311"/>
                  <a:gd name="connsiteX6" fmla="*/ 553179 w 591751"/>
                  <a:gd name="connsiteY6" fmla="*/ 37337 h 558311"/>
                  <a:gd name="connsiteX7" fmla="*/ 503458 w 591751"/>
                  <a:gd name="connsiteY7" fmla="*/ 16201 h 558311"/>
                  <a:gd name="connsiteX8" fmla="*/ 8702 w 591751"/>
                  <a:gd name="connsiteY8" fmla="*/ 0 h 558311"/>
                  <a:gd name="connsiteX9" fmla="*/ 503486 w 591751"/>
                  <a:gd name="connsiteY9" fmla="*/ 0 h 558311"/>
                  <a:gd name="connsiteX10" fmla="*/ 565644 w 591751"/>
                  <a:gd name="connsiteY10" fmla="*/ 24869 h 558311"/>
                  <a:gd name="connsiteX11" fmla="*/ 591751 w 591751"/>
                  <a:gd name="connsiteY11" fmla="*/ 87042 h 558311"/>
                  <a:gd name="connsiteX12" fmla="*/ 591751 w 591751"/>
                  <a:gd name="connsiteY12" fmla="*/ 470026 h 558311"/>
                  <a:gd name="connsiteX13" fmla="*/ 565644 w 591751"/>
                  <a:gd name="connsiteY13" fmla="*/ 532198 h 558311"/>
                  <a:gd name="connsiteX14" fmla="*/ 503486 w 591751"/>
                  <a:gd name="connsiteY14" fmla="*/ 558311 h 558311"/>
                  <a:gd name="connsiteX15" fmla="*/ 8702 w 591751"/>
                  <a:gd name="connsiteY15" fmla="*/ 558311 h 558311"/>
                  <a:gd name="connsiteX16" fmla="*/ 0 w 591751"/>
                  <a:gd name="connsiteY16" fmla="*/ 548363 h 558311"/>
                  <a:gd name="connsiteX17" fmla="*/ 0 w 591751"/>
                  <a:gd name="connsiteY17" fmla="*/ 7461 h 558311"/>
                  <a:gd name="connsiteX18" fmla="*/ 8702 w 591751"/>
                  <a:gd name="connsiteY18" fmla="*/ 0 h 5583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91751" h="558311">
                    <a:moveTo>
                      <a:pt x="17441" y="16201"/>
                    </a:moveTo>
                    <a:lnTo>
                      <a:pt x="17441" y="540864"/>
                    </a:lnTo>
                    <a:lnTo>
                      <a:pt x="503458" y="540864"/>
                    </a:lnTo>
                    <a:cubicBezTo>
                      <a:pt x="522104" y="540864"/>
                      <a:pt x="540749" y="533404"/>
                      <a:pt x="553179" y="519728"/>
                    </a:cubicBezTo>
                    <a:cubicBezTo>
                      <a:pt x="566852" y="507296"/>
                      <a:pt x="574310" y="488646"/>
                      <a:pt x="574310" y="469997"/>
                    </a:cubicBezTo>
                    <a:lnTo>
                      <a:pt x="574310" y="87068"/>
                    </a:lnTo>
                    <a:cubicBezTo>
                      <a:pt x="574310" y="68419"/>
                      <a:pt x="566852" y="51013"/>
                      <a:pt x="553179" y="37337"/>
                    </a:cubicBezTo>
                    <a:cubicBezTo>
                      <a:pt x="540749" y="23661"/>
                      <a:pt x="522104" y="16201"/>
                      <a:pt x="503458" y="16201"/>
                    </a:cubicBezTo>
                    <a:close/>
                    <a:moveTo>
                      <a:pt x="8702" y="0"/>
                    </a:moveTo>
                    <a:lnTo>
                      <a:pt x="503486" y="0"/>
                    </a:lnTo>
                    <a:cubicBezTo>
                      <a:pt x="527106" y="0"/>
                      <a:pt x="549483" y="8704"/>
                      <a:pt x="565644" y="24869"/>
                    </a:cubicBezTo>
                    <a:cubicBezTo>
                      <a:pt x="581806" y="41034"/>
                      <a:pt x="591751" y="63416"/>
                      <a:pt x="591751" y="87042"/>
                    </a:cubicBezTo>
                    <a:lnTo>
                      <a:pt x="591751" y="470026"/>
                    </a:lnTo>
                    <a:cubicBezTo>
                      <a:pt x="591751" y="493651"/>
                      <a:pt x="581806" y="514790"/>
                      <a:pt x="565644" y="532198"/>
                    </a:cubicBezTo>
                    <a:cubicBezTo>
                      <a:pt x="549483" y="548363"/>
                      <a:pt x="527106" y="558311"/>
                      <a:pt x="503486" y="558311"/>
                    </a:cubicBezTo>
                    <a:lnTo>
                      <a:pt x="8702" y="558311"/>
                    </a:lnTo>
                    <a:cubicBezTo>
                      <a:pt x="3730" y="558311"/>
                      <a:pt x="0" y="554581"/>
                      <a:pt x="0" y="548363"/>
                    </a:cubicBezTo>
                    <a:lnTo>
                      <a:pt x="0" y="7461"/>
                    </a:lnTo>
                    <a:cubicBezTo>
                      <a:pt x="0" y="3730"/>
                      <a:pt x="3730" y="0"/>
                      <a:pt x="87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1C7066F4-364A-8644-BFD5-E94D242810AD}"/>
                  </a:ext>
                </a:extLst>
              </p:cNvPr>
              <p:cNvSpPr/>
              <p:nvPr/>
            </p:nvSpPr>
            <p:spPr>
              <a:xfrm>
                <a:off x="12045564" y="9933694"/>
                <a:ext cx="36377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3" h="14">
                    <a:moveTo>
                      <a:pt x="286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86" y="0"/>
                    </a:lnTo>
                    <a:cubicBezTo>
                      <a:pt x="290" y="0"/>
                      <a:pt x="293" y="3"/>
                      <a:pt x="293" y="7"/>
                    </a:cubicBezTo>
                    <a:cubicBezTo>
                      <a:pt x="293" y="11"/>
                      <a:pt x="290" y="14"/>
                      <a:pt x="28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A25D2E0C-5027-454B-B32E-92CF3CF3743F}"/>
                  </a:ext>
                </a:extLst>
              </p:cNvPr>
              <p:cNvSpPr/>
              <p:nvPr/>
            </p:nvSpPr>
            <p:spPr>
              <a:xfrm>
                <a:off x="12045564" y="10060809"/>
                <a:ext cx="556869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8" h="14">
                    <a:moveTo>
                      <a:pt x="442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442" y="0"/>
                    </a:lnTo>
                    <a:cubicBezTo>
                      <a:pt x="445" y="0"/>
                      <a:pt x="448" y="3"/>
                      <a:pt x="448" y="7"/>
                    </a:cubicBezTo>
                    <a:cubicBezTo>
                      <a:pt x="448" y="11"/>
                      <a:pt x="445" y="14"/>
                      <a:pt x="44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3E34C996-7E65-A54F-8511-84FC3C5E09F7}"/>
                  </a:ext>
                </a:extLst>
              </p:cNvPr>
              <p:cNvSpPr/>
              <p:nvPr/>
            </p:nvSpPr>
            <p:spPr>
              <a:xfrm>
                <a:off x="12045564" y="10187925"/>
                <a:ext cx="556869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8" h="14">
                    <a:moveTo>
                      <a:pt x="442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442" y="0"/>
                    </a:lnTo>
                    <a:cubicBezTo>
                      <a:pt x="445" y="0"/>
                      <a:pt x="448" y="3"/>
                      <a:pt x="448" y="7"/>
                    </a:cubicBezTo>
                    <a:cubicBezTo>
                      <a:pt x="448" y="11"/>
                      <a:pt x="445" y="14"/>
                      <a:pt x="44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8B9E2E91-7D49-4044-8A04-B0C711D86725}"/>
                  </a:ext>
                </a:extLst>
              </p:cNvPr>
              <p:cNvSpPr/>
              <p:nvPr/>
            </p:nvSpPr>
            <p:spPr>
              <a:xfrm>
                <a:off x="12897685" y="9938675"/>
                <a:ext cx="294007" cy="2517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7" h="203">
                    <a:moveTo>
                      <a:pt x="151" y="92"/>
                    </a:moveTo>
                    <a:cubicBezTo>
                      <a:pt x="160" y="83"/>
                      <a:pt x="165" y="69"/>
                      <a:pt x="165" y="54"/>
                    </a:cubicBezTo>
                    <a:cubicBezTo>
                      <a:pt x="165" y="24"/>
                      <a:pt x="144" y="0"/>
                      <a:pt x="119" y="0"/>
                    </a:cubicBezTo>
                    <a:cubicBezTo>
                      <a:pt x="93" y="0"/>
                      <a:pt x="73" y="24"/>
                      <a:pt x="73" y="54"/>
                    </a:cubicBezTo>
                    <a:cubicBezTo>
                      <a:pt x="73" y="69"/>
                      <a:pt x="78" y="83"/>
                      <a:pt x="86" y="92"/>
                    </a:cubicBezTo>
                    <a:cubicBezTo>
                      <a:pt x="37" y="107"/>
                      <a:pt x="0" y="150"/>
                      <a:pt x="0" y="167"/>
                    </a:cubicBezTo>
                    <a:cubicBezTo>
                      <a:pt x="0" y="186"/>
                      <a:pt x="17" y="203"/>
                      <a:pt x="119" y="203"/>
                    </a:cubicBezTo>
                    <a:cubicBezTo>
                      <a:pt x="221" y="203"/>
                      <a:pt x="237" y="186"/>
                      <a:pt x="237" y="167"/>
                    </a:cubicBezTo>
                    <a:cubicBezTo>
                      <a:pt x="237" y="150"/>
                      <a:pt x="201" y="107"/>
                      <a:pt x="151" y="9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6" name="Freeform 405">
                <a:extLst>
                  <a:ext uri="{FF2B5EF4-FFF2-40B4-BE49-F238E27FC236}">
                    <a16:creationId xmlns:a16="http://schemas.microsoft.com/office/drawing/2014/main" id="{4D6BD120-518E-CE4E-9FF9-F51C20BA9838}"/>
                  </a:ext>
                </a:extLst>
              </p:cNvPr>
              <p:cNvSpPr/>
              <p:nvPr/>
            </p:nvSpPr>
            <p:spPr>
              <a:xfrm>
                <a:off x="12890207" y="9929955"/>
                <a:ext cx="311448" cy="269186"/>
              </a:xfrm>
              <a:custGeom>
                <a:avLst/>
                <a:gdLst>
                  <a:gd name="connsiteX0" fmla="*/ 155102 w 311448"/>
                  <a:gd name="connsiteY0" fmla="*/ 17444 h 269186"/>
                  <a:gd name="connsiteX1" fmla="*/ 106734 w 311448"/>
                  <a:gd name="connsiteY1" fmla="*/ 75707 h 269186"/>
                  <a:gd name="connsiteX2" fmla="*/ 121617 w 311448"/>
                  <a:gd name="connsiteY2" fmla="*/ 117854 h 269186"/>
                  <a:gd name="connsiteX3" fmla="*/ 122857 w 311448"/>
                  <a:gd name="connsiteY3" fmla="*/ 125292 h 269186"/>
                  <a:gd name="connsiteX4" fmla="*/ 116656 w 311448"/>
                  <a:gd name="connsiteY4" fmla="*/ 131490 h 269186"/>
                  <a:gd name="connsiteX5" fmla="*/ 16199 w 311448"/>
                  <a:gd name="connsiteY5" fmla="*/ 215786 h 269186"/>
                  <a:gd name="connsiteX6" fmla="*/ 155102 w 311448"/>
                  <a:gd name="connsiteY6" fmla="*/ 251735 h 269186"/>
                  <a:gd name="connsiteX7" fmla="*/ 292765 w 311448"/>
                  <a:gd name="connsiteY7" fmla="*/ 215786 h 269186"/>
                  <a:gd name="connsiteX8" fmla="*/ 193549 w 311448"/>
                  <a:gd name="connsiteY8" fmla="*/ 131490 h 269186"/>
                  <a:gd name="connsiteX9" fmla="*/ 187347 w 311448"/>
                  <a:gd name="connsiteY9" fmla="*/ 125292 h 269186"/>
                  <a:gd name="connsiteX10" fmla="*/ 188588 w 311448"/>
                  <a:gd name="connsiteY10" fmla="*/ 117854 h 269186"/>
                  <a:gd name="connsiteX11" fmla="*/ 203470 w 311448"/>
                  <a:gd name="connsiteY11" fmla="*/ 75707 h 269186"/>
                  <a:gd name="connsiteX12" fmla="*/ 155102 w 311448"/>
                  <a:gd name="connsiteY12" fmla="*/ 17444 h 269186"/>
                  <a:gd name="connsiteX13" fmla="*/ 155104 w 311448"/>
                  <a:gd name="connsiteY13" fmla="*/ 0 h 269186"/>
                  <a:gd name="connsiteX14" fmla="*/ 220867 w 311448"/>
                  <a:gd name="connsiteY14" fmla="*/ 75670 h 269186"/>
                  <a:gd name="connsiteX15" fmla="*/ 208459 w 311448"/>
                  <a:gd name="connsiteY15" fmla="*/ 119087 h 269186"/>
                  <a:gd name="connsiteX16" fmla="*/ 311448 w 311448"/>
                  <a:gd name="connsiteY16" fmla="*/ 215845 h 269186"/>
                  <a:gd name="connsiteX17" fmla="*/ 155104 w 311448"/>
                  <a:gd name="connsiteY17" fmla="*/ 269186 h 269186"/>
                  <a:gd name="connsiteX18" fmla="*/ 0 w 311448"/>
                  <a:gd name="connsiteY18" fmla="*/ 215845 h 269186"/>
                  <a:gd name="connsiteX19" fmla="*/ 100507 w 311448"/>
                  <a:gd name="connsiteY19" fmla="*/ 119087 h 269186"/>
                  <a:gd name="connsiteX20" fmla="*/ 89340 w 311448"/>
                  <a:gd name="connsiteY20" fmla="*/ 75670 h 269186"/>
                  <a:gd name="connsiteX21" fmla="*/ 155104 w 311448"/>
                  <a:gd name="connsiteY21" fmla="*/ 0 h 269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311448" h="269186">
                    <a:moveTo>
                      <a:pt x="155102" y="17444"/>
                    </a:moveTo>
                    <a:cubicBezTo>
                      <a:pt x="129058" y="17444"/>
                      <a:pt x="106734" y="43476"/>
                      <a:pt x="106734" y="75707"/>
                    </a:cubicBezTo>
                    <a:cubicBezTo>
                      <a:pt x="106734" y="91822"/>
                      <a:pt x="111695" y="106698"/>
                      <a:pt x="121617" y="117854"/>
                    </a:cubicBezTo>
                    <a:cubicBezTo>
                      <a:pt x="122857" y="120334"/>
                      <a:pt x="122857" y="122813"/>
                      <a:pt x="122857" y="125292"/>
                    </a:cubicBezTo>
                    <a:cubicBezTo>
                      <a:pt x="121617" y="129011"/>
                      <a:pt x="119136" y="131490"/>
                      <a:pt x="116656" y="131490"/>
                    </a:cubicBezTo>
                    <a:cubicBezTo>
                      <a:pt x="55886" y="148845"/>
                      <a:pt x="16199" y="200910"/>
                      <a:pt x="16199" y="215786"/>
                    </a:cubicBezTo>
                    <a:cubicBezTo>
                      <a:pt x="16199" y="225703"/>
                      <a:pt x="16199" y="251735"/>
                      <a:pt x="155102" y="251735"/>
                    </a:cubicBezTo>
                    <a:cubicBezTo>
                      <a:pt x="292765" y="251735"/>
                      <a:pt x="292765" y="225703"/>
                      <a:pt x="292765" y="215786"/>
                    </a:cubicBezTo>
                    <a:cubicBezTo>
                      <a:pt x="292765" y="200910"/>
                      <a:pt x="254319" y="148845"/>
                      <a:pt x="193549" y="131490"/>
                    </a:cubicBezTo>
                    <a:cubicBezTo>
                      <a:pt x="189828" y="131490"/>
                      <a:pt x="187347" y="129011"/>
                      <a:pt x="187347" y="125292"/>
                    </a:cubicBezTo>
                    <a:cubicBezTo>
                      <a:pt x="186107" y="122813"/>
                      <a:pt x="187347" y="120334"/>
                      <a:pt x="188588" y="117854"/>
                    </a:cubicBezTo>
                    <a:cubicBezTo>
                      <a:pt x="197269" y="106698"/>
                      <a:pt x="203470" y="91822"/>
                      <a:pt x="203470" y="75707"/>
                    </a:cubicBezTo>
                    <a:cubicBezTo>
                      <a:pt x="203470" y="43476"/>
                      <a:pt x="182387" y="17444"/>
                      <a:pt x="155102" y="17444"/>
                    </a:cubicBezTo>
                    <a:close/>
                    <a:moveTo>
                      <a:pt x="155104" y="0"/>
                    </a:moveTo>
                    <a:cubicBezTo>
                      <a:pt x="191088" y="0"/>
                      <a:pt x="220867" y="34734"/>
                      <a:pt x="220867" y="75670"/>
                    </a:cubicBezTo>
                    <a:cubicBezTo>
                      <a:pt x="220867" y="90556"/>
                      <a:pt x="217145" y="106682"/>
                      <a:pt x="208459" y="119087"/>
                    </a:cubicBezTo>
                    <a:cubicBezTo>
                      <a:pt x="265537" y="140175"/>
                      <a:pt x="311448" y="191035"/>
                      <a:pt x="311448" y="215845"/>
                    </a:cubicBezTo>
                    <a:cubicBezTo>
                      <a:pt x="311448" y="253060"/>
                      <a:pt x="266778" y="269186"/>
                      <a:pt x="155104" y="269186"/>
                    </a:cubicBezTo>
                    <a:cubicBezTo>
                      <a:pt x="43429" y="269186"/>
                      <a:pt x="0" y="253060"/>
                      <a:pt x="0" y="215845"/>
                    </a:cubicBezTo>
                    <a:cubicBezTo>
                      <a:pt x="0" y="191035"/>
                      <a:pt x="43429" y="140175"/>
                      <a:pt x="100507" y="119087"/>
                    </a:cubicBezTo>
                    <a:cubicBezTo>
                      <a:pt x="93062" y="106682"/>
                      <a:pt x="89340" y="90556"/>
                      <a:pt x="89340" y="75670"/>
                    </a:cubicBezTo>
                    <a:cubicBezTo>
                      <a:pt x="89340" y="34734"/>
                      <a:pt x="119120" y="0"/>
                      <a:pt x="1551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E58FD49-F121-3E4F-9639-98AB57B2BF16}"/>
                </a:ext>
              </a:extLst>
            </p:cNvPr>
            <p:cNvGrpSpPr/>
            <p:nvPr/>
          </p:nvGrpSpPr>
          <p:grpSpPr>
            <a:xfrm>
              <a:off x="6411938" y="8998771"/>
              <a:ext cx="7878543" cy="3699060"/>
              <a:chOff x="6411938" y="8998771"/>
              <a:chExt cx="7878543" cy="3699060"/>
            </a:xfrm>
          </p:grpSpPr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01965485-7245-A547-9207-E90EEADFDC20}"/>
                  </a:ext>
                </a:extLst>
              </p:cNvPr>
              <p:cNvSpPr/>
              <p:nvPr/>
            </p:nvSpPr>
            <p:spPr>
              <a:xfrm>
                <a:off x="6488087" y="9007746"/>
                <a:ext cx="5333234" cy="34881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82" h="2800">
                    <a:moveTo>
                      <a:pt x="3287" y="0"/>
                    </a:moveTo>
                    <a:lnTo>
                      <a:pt x="1643" y="0"/>
                    </a:lnTo>
                    <a:lnTo>
                      <a:pt x="0" y="0"/>
                    </a:lnTo>
                    <a:lnTo>
                      <a:pt x="480" y="1393"/>
                    </a:lnTo>
                    <a:lnTo>
                      <a:pt x="943" y="2800"/>
                    </a:lnTo>
                    <a:lnTo>
                      <a:pt x="2568" y="2786"/>
                    </a:lnTo>
                    <a:lnTo>
                      <a:pt x="4159" y="2800"/>
                    </a:lnTo>
                    <a:cubicBezTo>
                      <a:pt x="4194" y="2800"/>
                      <a:pt x="4246" y="2792"/>
                      <a:pt x="4267" y="2759"/>
                    </a:cubicBezTo>
                    <a:cubicBezTo>
                      <a:pt x="4289" y="2726"/>
                      <a:pt x="4284" y="2684"/>
                      <a:pt x="4272" y="2651"/>
                    </a:cubicBezTo>
                    <a:lnTo>
                      <a:pt x="3827" y="1360"/>
                    </a:lnTo>
                    <a:lnTo>
                      <a:pt x="3383" y="69"/>
                    </a:lnTo>
                    <a:cubicBezTo>
                      <a:pt x="3376" y="48"/>
                      <a:pt x="3362" y="31"/>
                      <a:pt x="3345" y="19"/>
                    </a:cubicBezTo>
                    <a:cubicBezTo>
                      <a:pt x="3329" y="7"/>
                      <a:pt x="3308" y="0"/>
                      <a:pt x="328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7" name="Freeform 406">
                <a:extLst>
                  <a:ext uri="{FF2B5EF4-FFF2-40B4-BE49-F238E27FC236}">
                    <a16:creationId xmlns:a16="http://schemas.microsoft.com/office/drawing/2014/main" id="{5DAEE5CA-5FD3-3A41-A361-F6DF86C7571A}"/>
                  </a:ext>
                </a:extLst>
              </p:cNvPr>
              <p:cNvSpPr/>
              <p:nvPr/>
            </p:nvSpPr>
            <p:spPr>
              <a:xfrm>
                <a:off x="6479793" y="8999022"/>
                <a:ext cx="5348306" cy="3505640"/>
              </a:xfrm>
              <a:custGeom>
                <a:avLst/>
                <a:gdLst>
                  <a:gd name="connsiteX0" fmla="*/ 20752 w 5348306"/>
                  <a:gd name="connsiteY0" fmla="*/ 17447 h 3505640"/>
                  <a:gd name="connsiteX1" fmla="*/ 613610 w 5348306"/>
                  <a:gd name="connsiteY1" fmla="*/ 1740364 h 3505640"/>
                  <a:gd name="connsiteX2" fmla="*/ 1189030 w 5348306"/>
                  <a:gd name="connsiteY2" fmla="*/ 3488196 h 3505640"/>
                  <a:gd name="connsiteX3" fmla="*/ 3206738 w 5348306"/>
                  <a:gd name="connsiteY3" fmla="*/ 3470755 h 3505640"/>
                  <a:gd name="connsiteX4" fmla="*/ 5188326 w 5348306"/>
                  <a:gd name="connsiteY4" fmla="*/ 3488196 h 3505640"/>
                  <a:gd name="connsiteX5" fmla="*/ 5316613 w 5348306"/>
                  <a:gd name="connsiteY5" fmla="*/ 3440856 h 3505640"/>
                  <a:gd name="connsiteX6" fmla="*/ 5321595 w 5348306"/>
                  <a:gd name="connsiteY6" fmla="*/ 3313786 h 3505640"/>
                  <a:gd name="connsiteX7" fmla="*/ 4214346 w 5348306"/>
                  <a:gd name="connsiteY7" fmla="*/ 97177 h 3505640"/>
                  <a:gd name="connsiteX8" fmla="*/ 4170754 w 5348306"/>
                  <a:gd name="connsiteY8" fmla="*/ 38625 h 3505640"/>
                  <a:gd name="connsiteX9" fmla="*/ 4102251 w 5348306"/>
                  <a:gd name="connsiteY9" fmla="*/ 17447 h 3505640"/>
                  <a:gd name="connsiteX10" fmla="*/ 8292 w 5348306"/>
                  <a:gd name="connsiteY10" fmla="*/ 0 h 3505640"/>
                  <a:gd name="connsiteX11" fmla="*/ 4101007 w 5348306"/>
                  <a:gd name="connsiteY11" fmla="*/ 0 h 3505640"/>
                  <a:gd name="connsiteX12" fmla="*/ 4179474 w 5348306"/>
                  <a:gd name="connsiteY12" fmla="*/ 24916 h 3505640"/>
                  <a:gd name="connsiteX13" fmla="*/ 4228049 w 5348306"/>
                  <a:gd name="connsiteY13" fmla="*/ 90942 h 3505640"/>
                  <a:gd name="connsiteX14" fmla="*/ 5336544 w 5348306"/>
                  <a:gd name="connsiteY14" fmla="*/ 3308806 h 3505640"/>
                  <a:gd name="connsiteX15" fmla="*/ 5329071 w 5348306"/>
                  <a:gd name="connsiteY15" fmla="*/ 3450826 h 3505640"/>
                  <a:gd name="connsiteX16" fmla="*/ 5187084 w 5348306"/>
                  <a:gd name="connsiteY16" fmla="*/ 3505640 h 3505640"/>
                  <a:gd name="connsiteX17" fmla="*/ 3206737 w 5348306"/>
                  <a:gd name="connsiteY17" fmla="*/ 3488199 h 3505640"/>
                  <a:gd name="connsiteX18" fmla="*/ 1182799 w 5348306"/>
                  <a:gd name="connsiteY18" fmla="*/ 3505640 h 3505640"/>
                  <a:gd name="connsiteX19" fmla="*/ 1175326 w 5348306"/>
                  <a:gd name="connsiteY19" fmla="*/ 3499411 h 3505640"/>
                  <a:gd name="connsiteX20" fmla="*/ 597414 w 5348306"/>
                  <a:gd name="connsiteY20" fmla="*/ 1746591 h 3505640"/>
                  <a:gd name="connsiteX21" fmla="*/ 819 w 5348306"/>
                  <a:gd name="connsiteY21" fmla="*/ 11212 h 3505640"/>
                  <a:gd name="connsiteX22" fmla="*/ 2064 w 5348306"/>
                  <a:gd name="connsiteY22" fmla="*/ 3737 h 3505640"/>
                  <a:gd name="connsiteX23" fmla="*/ 8292 w 5348306"/>
                  <a:gd name="connsiteY23" fmla="*/ 0 h 35056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348306" h="3505640">
                    <a:moveTo>
                      <a:pt x="20752" y="17447"/>
                    </a:moveTo>
                    <a:lnTo>
                      <a:pt x="613610" y="1740364"/>
                    </a:lnTo>
                    <a:lnTo>
                      <a:pt x="1189030" y="3488196"/>
                    </a:lnTo>
                    <a:lnTo>
                      <a:pt x="3206738" y="3470755"/>
                    </a:lnTo>
                    <a:lnTo>
                      <a:pt x="5188326" y="3488196"/>
                    </a:lnTo>
                    <a:cubicBezTo>
                      <a:pt x="5210745" y="3488196"/>
                      <a:pt x="5287966" y="3484459"/>
                      <a:pt x="5316613" y="3440856"/>
                    </a:cubicBezTo>
                    <a:cubicBezTo>
                      <a:pt x="5344013" y="3398500"/>
                      <a:pt x="5331559" y="3342440"/>
                      <a:pt x="5321595" y="3313786"/>
                    </a:cubicBezTo>
                    <a:lnTo>
                      <a:pt x="4214346" y="97177"/>
                    </a:lnTo>
                    <a:cubicBezTo>
                      <a:pt x="4205628" y="73507"/>
                      <a:pt x="4190682" y="53575"/>
                      <a:pt x="4170754" y="38625"/>
                    </a:cubicBezTo>
                    <a:cubicBezTo>
                      <a:pt x="4149580" y="24922"/>
                      <a:pt x="4125916" y="17447"/>
                      <a:pt x="4102251" y="17447"/>
                    </a:cubicBezTo>
                    <a:close/>
                    <a:moveTo>
                      <a:pt x="8292" y="0"/>
                    </a:moveTo>
                    <a:lnTo>
                      <a:pt x="4101007" y="0"/>
                    </a:lnTo>
                    <a:cubicBezTo>
                      <a:pt x="4128408" y="0"/>
                      <a:pt x="4155809" y="8720"/>
                      <a:pt x="4179474" y="24916"/>
                    </a:cubicBezTo>
                    <a:cubicBezTo>
                      <a:pt x="4201893" y="41111"/>
                      <a:pt x="4219330" y="64781"/>
                      <a:pt x="4228049" y="90942"/>
                    </a:cubicBezTo>
                    <a:lnTo>
                      <a:pt x="5336544" y="3308806"/>
                    </a:lnTo>
                    <a:cubicBezTo>
                      <a:pt x="5346508" y="3341196"/>
                      <a:pt x="5360209" y="3402240"/>
                      <a:pt x="5329071" y="3450826"/>
                    </a:cubicBezTo>
                    <a:cubicBezTo>
                      <a:pt x="5296688" y="3499411"/>
                      <a:pt x="5219467" y="3505640"/>
                      <a:pt x="5187084" y="3505640"/>
                    </a:cubicBezTo>
                    <a:lnTo>
                      <a:pt x="3206737" y="3488199"/>
                    </a:lnTo>
                    <a:lnTo>
                      <a:pt x="1182799" y="3505640"/>
                    </a:lnTo>
                    <a:cubicBezTo>
                      <a:pt x="1179062" y="3505640"/>
                      <a:pt x="1175326" y="3503148"/>
                      <a:pt x="1175326" y="3499411"/>
                    </a:cubicBezTo>
                    <a:lnTo>
                      <a:pt x="597414" y="1746591"/>
                    </a:lnTo>
                    <a:lnTo>
                      <a:pt x="819" y="11212"/>
                    </a:lnTo>
                    <a:cubicBezTo>
                      <a:pt x="-427" y="8720"/>
                      <a:pt x="-427" y="6229"/>
                      <a:pt x="2064" y="3737"/>
                    </a:cubicBezTo>
                    <a:cubicBezTo>
                      <a:pt x="3310" y="1246"/>
                      <a:pt x="5801" y="0"/>
                      <a:pt x="8292" y="0"/>
                    </a:cubicBezTo>
                    <a:close/>
                  </a:path>
                </a:pathLst>
              </a:custGeom>
              <a:solidFill>
                <a:srgbClr val="262626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9E704CAB-0E54-324E-B555-689A0C55F698}"/>
                  </a:ext>
                </a:extLst>
              </p:cNvPr>
              <p:cNvSpPr/>
              <p:nvPr/>
            </p:nvSpPr>
            <p:spPr>
              <a:xfrm>
                <a:off x="6679939" y="9099967"/>
                <a:ext cx="5029777" cy="3251412"/>
              </a:xfrm>
              <a:custGeom>
                <a:avLst/>
                <a:gdLst>
                  <a:gd name="connsiteX0" fmla="*/ 19932 w 5029777"/>
                  <a:gd name="connsiteY0" fmla="*/ 17447 h 3251412"/>
                  <a:gd name="connsiteX1" fmla="*/ 1128410 w 5029777"/>
                  <a:gd name="connsiteY1" fmla="*/ 3233965 h 3251412"/>
                  <a:gd name="connsiteX2" fmla="*/ 5009328 w 5029777"/>
                  <a:gd name="connsiteY2" fmla="*/ 3233965 h 3251412"/>
                  <a:gd name="connsiteX3" fmla="*/ 3902095 w 5029777"/>
                  <a:gd name="connsiteY3" fmla="*/ 17447 h 3251412"/>
                  <a:gd name="connsiteX4" fmla="*/ 8719 w 5029777"/>
                  <a:gd name="connsiteY4" fmla="*/ 0 h 3251412"/>
                  <a:gd name="connsiteX5" fmla="*/ 3908326 w 5029777"/>
                  <a:gd name="connsiteY5" fmla="*/ 0 h 3251412"/>
                  <a:gd name="connsiteX6" fmla="*/ 3915799 w 5029777"/>
                  <a:gd name="connsiteY6" fmla="*/ 4983 h 3251412"/>
                  <a:gd name="connsiteX7" fmla="*/ 5029261 w 5029777"/>
                  <a:gd name="connsiteY7" fmla="*/ 3240200 h 3251412"/>
                  <a:gd name="connsiteX8" fmla="*/ 5028015 w 5029777"/>
                  <a:gd name="connsiteY8" fmla="*/ 3247675 h 3251412"/>
                  <a:gd name="connsiteX9" fmla="*/ 5021788 w 5029777"/>
                  <a:gd name="connsiteY9" fmla="*/ 3251412 h 3251412"/>
                  <a:gd name="connsiteX10" fmla="*/ 1122181 w 5029777"/>
                  <a:gd name="connsiteY10" fmla="*/ 3251412 h 3251412"/>
                  <a:gd name="connsiteX11" fmla="*/ 1113462 w 5029777"/>
                  <a:gd name="connsiteY11" fmla="*/ 3245183 h 3251412"/>
                  <a:gd name="connsiteX12" fmla="*/ 0 w 5029777"/>
                  <a:gd name="connsiteY12" fmla="*/ 11212 h 3251412"/>
                  <a:gd name="connsiteX13" fmla="*/ 1246 w 5029777"/>
                  <a:gd name="connsiteY13" fmla="*/ 3737 h 3251412"/>
                  <a:gd name="connsiteX14" fmla="*/ 8719 w 5029777"/>
                  <a:gd name="connsiteY14" fmla="*/ 0 h 32514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029777" h="3251412">
                    <a:moveTo>
                      <a:pt x="19932" y="17447"/>
                    </a:moveTo>
                    <a:lnTo>
                      <a:pt x="1128410" y="3233965"/>
                    </a:lnTo>
                    <a:lnTo>
                      <a:pt x="5009328" y="3233965"/>
                    </a:lnTo>
                    <a:lnTo>
                      <a:pt x="3902095" y="17447"/>
                    </a:lnTo>
                    <a:close/>
                    <a:moveTo>
                      <a:pt x="8719" y="0"/>
                    </a:moveTo>
                    <a:lnTo>
                      <a:pt x="3908326" y="0"/>
                    </a:lnTo>
                    <a:cubicBezTo>
                      <a:pt x="3912063" y="0"/>
                      <a:pt x="3914553" y="2492"/>
                      <a:pt x="3915799" y="4983"/>
                    </a:cubicBezTo>
                    <a:lnTo>
                      <a:pt x="5029261" y="3240200"/>
                    </a:lnTo>
                    <a:cubicBezTo>
                      <a:pt x="5030507" y="3243937"/>
                      <a:pt x="5029261" y="3245183"/>
                      <a:pt x="5028015" y="3247675"/>
                    </a:cubicBezTo>
                    <a:cubicBezTo>
                      <a:pt x="5026770" y="3250166"/>
                      <a:pt x="5024279" y="3251412"/>
                      <a:pt x="5021788" y="3251412"/>
                    </a:cubicBezTo>
                    <a:lnTo>
                      <a:pt x="1122181" y="3251412"/>
                    </a:lnTo>
                    <a:cubicBezTo>
                      <a:pt x="1118444" y="3251412"/>
                      <a:pt x="1115953" y="3250166"/>
                      <a:pt x="1113462" y="3245183"/>
                    </a:cubicBezTo>
                    <a:lnTo>
                      <a:pt x="0" y="11212"/>
                    </a:lnTo>
                    <a:cubicBezTo>
                      <a:pt x="0" y="8720"/>
                      <a:pt x="0" y="4983"/>
                      <a:pt x="1246" y="3737"/>
                    </a:cubicBezTo>
                    <a:cubicBezTo>
                      <a:pt x="2491" y="1246"/>
                      <a:pt x="4982" y="0"/>
                      <a:pt x="87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5" name="Freeform 174">
                <a:extLst>
                  <a:ext uri="{FF2B5EF4-FFF2-40B4-BE49-F238E27FC236}">
                    <a16:creationId xmlns:a16="http://schemas.microsoft.com/office/drawing/2014/main" id="{DD8976F9-094E-DC48-9FC7-DD304D52403F}"/>
                  </a:ext>
                </a:extLst>
              </p:cNvPr>
              <p:cNvSpPr/>
              <p:nvPr/>
            </p:nvSpPr>
            <p:spPr>
              <a:xfrm>
                <a:off x="6420814" y="9007746"/>
                <a:ext cx="1280674" cy="348943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29" h="2801">
                    <a:moveTo>
                      <a:pt x="995" y="2798"/>
                    </a:moveTo>
                    <a:cubicBezTo>
                      <a:pt x="982" y="2802"/>
                      <a:pt x="968" y="2801"/>
                      <a:pt x="957" y="2795"/>
                    </a:cubicBezTo>
                    <a:cubicBezTo>
                      <a:pt x="945" y="2790"/>
                      <a:pt x="935" y="2779"/>
                      <a:pt x="931" y="2766"/>
                    </a:cubicBezTo>
                    <a:lnTo>
                      <a:pt x="467" y="1416"/>
                    </a:lnTo>
                    <a:lnTo>
                      <a:pt x="3" y="66"/>
                    </a:lnTo>
                    <a:cubicBezTo>
                      <a:pt x="-2" y="53"/>
                      <a:pt x="-1" y="39"/>
                      <a:pt x="5" y="28"/>
                    </a:cubicBezTo>
                    <a:cubicBezTo>
                      <a:pt x="11" y="16"/>
                      <a:pt x="21" y="7"/>
                      <a:pt x="34" y="2"/>
                    </a:cubicBezTo>
                    <a:cubicBezTo>
                      <a:pt x="47" y="-2"/>
                      <a:pt x="61" y="-1"/>
                      <a:pt x="73" y="4"/>
                    </a:cubicBezTo>
                    <a:cubicBezTo>
                      <a:pt x="84" y="11"/>
                      <a:pt x="93" y="20"/>
                      <a:pt x="97" y="33"/>
                    </a:cubicBezTo>
                    <a:lnTo>
                      <a:pt x="562" y="1384"/>
                    </a:lnTo>
                    <a:lnTo>
                      <a:pt x="1026" y="2733"/>
                    </a:lnTo>
                    <a:cubicBezTo>
                      <a:pt x="1031" y="2747"/>
                      <a:pt x="1030" y="2760"/>
                      <a:pt x="1023" y="2772"/>
                    </a:cubicBezTo>
                    <a:cubicBezTo>
                      <a:pt x="1018" y="2783"/>
                      <a:pt x="1008" y="2793"/>
                      <a:pt x="995" y="279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F1511709-0483-864F-9115-70EA64DF46B7}"/>
                  </a:ext>
                </a:extLst>
              </p:cNvPr>
              <p:cNvSpPr/>
              <p:nvPr/>
            </p:nvSpPr>
            <p:spPr>
              <a:xfrm>
                <a:off x="6411938" y="8998771"/>
                <a:ext cx="1298425" cy="3505891"/>
              </a:xfrm>
              <a:custGeom>
                <a:avLst/>
                <a:gdLst>
                  <a:gd name="connsiteX0" fmla="*/ 69868 w 1298425"/>
                  <a:gd name="connsiteY0" fmla="*/ 16452 h 3505891"/>
                  <a:gd name="connsiteX1" fmla="*/ 52444 w 1298425"/>
                  <a:gd name="connsiteY1" fmla="*/ 20189 h 3505891"/>
                  <a:gd name="connsiteX2" fmla="*/ 21330 w 1298425"/>
                  <a:gd name="connsiteY2" fmla="*/ 47597 h 3505891"/>
                  <a:gd name="connsiteX3" fmla="*/ 18840 w 1298425"/>
                  <a:gd name="connsiteY3" fmla="*/ 88707 h 3505891"/>
                  <a:gd name="connsiteX4" fmla="*/ 1175041 w 1298425"/>
                  <a:gd name="connsiteY4" fmla="*/ 3452319 h 3505891"/>
                  <a:gd name="connsiteX5" fmla="*/ 1201177 w 1298425"/>
                  <a:gd name="connsiteY5" fmla="*/ 3483464 h 3505891"/>
                  <a:gd name="connsiteX6" fmla="*/ 1243492 w 1298425"/>
                  <a:gd name="connsiteY6" fmla="*/ 3485955 h 3505891"/>
                  <a:gd name="connsiteX7" fmla="*/ 1273361 w 1298425"/>
                  <a:gd name="connsiteY7" fmla="*/ 3458548 h 3505891"/>
                  <a:gd name="connsiteX8" fmla="*/ 1277095 w 1298425"/>
                  <a:gd name="connsiteY8" fmla="*/ 3417437 h 3505891"/>
                  <a:gd name="connsiteX9" fmla="*/ 120895 w 1298425"/>
                  <a:gd name="connsiteY9" fmla="*/ 53825 h 3505891"/>
                  <a:gd name="connsiteX10" fmla="*/ 93514 w 1298425"/>
                  <a:gd name="connsiteY10" fmla="*/ 22681 h 3505891"/>
                  <a:gd name="connsiteX11" fmla="*/ 69868 w 1298425"/>
                  <a:gd name="connsiteY11" fmla="*/ 16452 h 3505891"/>
                  <a:gd name="connsiteX12" fmla="*/ 48695 w 1298425"/>
                  <a:gd name="connsiteY12" fmla="*/ 3988 h 3505891"/>
                  <a:gd name="connsiteX13" fmla="*/ 102212 w 1298425"/>
                  <a:gd name="connsiteY13" fmla="*/ 6480 h 3505891"/>
                  <a:gd name="connsiteX14" fmla="*/ 138306 w 1298425"/>
                  <a:gd name="connsiteY14" fmla="*/ 47591 h 3505891"/>
                  <a:gd name="connsiteX15" fmla="*/ 1294536 w 1298425"/>
                  <a:gd name="connsiteY15" fmla="*/ 3411211 h 3505891"/>
                  <a:gd name="connsiteX16" fmla="*/ 1290803 w 1298425"/>
                  <a:gd name="connsiteY16" fmla="*/ 3466026 h 3505891"/>
                  <a:gd name="connsiteX17" fmla="*/ 1249731 w 1298425"/>
                  <a:gd name="connsiteY17" fmla="*/ 3502154 h 3505891"/>
                  <a:gd name="connsiteX18" fmla="*/ 1227328 w 1298425"/>
                  <a:gd name="connsiteY18" fmla="*/ 3505891 h 3505891"/>
                  <a:gd name="connsiteX19" fmla="*/ 1196213 w 1298425"/>
                  <a:gd name="connsiteY19" fmla="*/ 3498416 h 3505891"/>
                  <a:gd name="connsiteX20" fmla="*/ 1158875 w 1298425"/>
                  <a:gd name="connsiteY20" fmla="*/ 3457305 h 3505891"/>
                  <a:gd name="connsiteX21" fmla="*/ 3889 w 1298425"/>
                  <a:gd name="connsiteY21" fmla="*/ 94931 h 3505891"/>
                  <a:gd name="connsiteX22" fmla="*/ 7623 w 1298425"/>
                  <a:gd name="connsiteY22" fmla="*/ 40116 h 3505891"/>
                  <a:gd name="connsiteX23" fmla="*/ 48695 w 1298425"/>
                  <a:gd name="connsiteY23" fmla="*/ 3988 h 3505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298425" h="3505891">
                    <a:moveTo>
                      <a:pt x="69868" y="16452"/>
                    </a:moveTo>
                    <a:cubicBezTo>
                      <a:pt x="63645" y="16452"/>
                      <a:pt x="58666" y="17698"/>
                      <a:pt x="52444" y="20189"/>
                    </a:cubicBezTo>
                    <a:cubicBezTo>
                      <a:pt x="39998" y="25172"/>
                      <a:pt x="27552" y="33893"/>
                      <a:pt x="21330" y="47597"/>
                    </a:cubicBezTo>
                    <a:cubicBezTo>
                      <a:pt x="15107" y="60054"/>
                      <a:pt x="13862" y="75004"/>
                      <a:pt x="18840" y="88707"/>
                    </a:cubicBezTo>
                    <a:lnTo>
                      <a:pt x="1175041" y="3452319"/>
                    </a:lnTo>
                    <a:cubicBezTo>
                      <a:pt x="1178774" y="3466023"/>
                      <a:pt x="1188731" y="3475989"/>
                      <a:pt x="1201177" y="3483464"/>
                    </a:cubicBezTo>
                    <a:cubicBezTo>
                      <a:pt x="1214867" y="3489693"/>
                      <a:pt x="1229802" y="3489693"/>
                      <a:pt x="1243492" y="3485955"/>
                    </a:cubicBezTo>
                    <a:cubicBezTo>
                      <a:pt x="1257182" y="3480972"/>
                      <a:pt x="1268383" y="3471006"/>
                      <a:pt x="1273361" y="3458548"/>
                    </a:cubicBezTo>
                    <a:cubicBezTo>
                      <a:pt x="1280829" y="3446091"/>
                      <a:pt x="1280829" y="3431141"/>
                      <a:pt x="1277095" y="3417437"/>
                    </a:cubicBezTo>
                    <a:lnTo>
                      <a:pt x="120895" y="53825"/>
                    </a:lnTo>
                    <a:cubicBezTo>
                      <a:pt x="115916" y="40122"/>
                      <a:pt x="107204" y="28910"/>
                      <a:pt x="93514" y="22681"/>
                    </a:cubicBezTo>
                    <a:cubicBezTo>
                      <a:pt x="86047" y="18944"/>
                      <a:pt x="78579" y="16452"/>
                      <a:pt x="69868" y="16452"/>
                    </a:cubicBezTo>
                    <a:close/>
                    <a:moveTo>
                      <a:pt x="48695" y="3988"/>
                    </a:moveTo>
                    <a:cubicBezTo>
                      <a:pt x="66119" y="-2241"/>
                      <a:pt x="84788" y="-995"/>
                      <a:pt x="102212" y="6480"/>
                    </a:cubicBezTo>
                    <a:cubicBezTo>
                      <a:pt x="119637" y="15200"/>
                      <a:pt x="132083" y="30150"/>
                      <a:pt x="138306" y="47591"/>
                    </a:cubicBezTo>
                    <a:lnTo>
                      <a:pt x="1294536" y="3411211"/>
                    </a:lnTo>
                    <a:cubicBezTo>
                      <a:pt x="1300759" y="3429898"/>
                      <a:pt x="1299515" y="3448585"/>
                      <a:pt x="1290803" y="3466026"/>
                    </a:cubicBezTo>
                    <a:cubicBezTo>
                      <a:pt x="1282090" y="3482221"/>
                      <a:pt x="1268400" y="3495925"/>
                      <a:pt x="1249731" y="3502154"/>
                    </a:cubicBezTo>
                    <a:cubicBezTo>
                      <a:pt x="1242263" y="3504645"/>
                      <a:pt x="1234796" y="3505891"/>
                      <a:pt x="1227328" y="3505891"/>
                    </a:cubicBezTo>
                    <a:cubicBezTo>
                      <a:pt x="1216127" y="3505891"/>
                      <a:pt x="1206170" y="3503399"/>
                      <a:pt x="1196213" y="3498416"/>
                    </a:cubicBezTo>
                    <a:cubicBezTo>
                      <a:pt x="1178789" y="3489696"/>
                      <a:pt x="1165098" y="3475992"/>
                      <a:pt x="1158875" y="3457305"/>
                    </a:cubicBezTo>
                    <a:lnTo>
                      <a:pt x="3889" y="94931"/>
                    </a:lnTo>
                    <a:cubicBezTo>
                      <a:pt x="-2334" y="76244"/>
                      <a:pt x="-1090" y="57557"/>
                      <a:pt x="7623" y="40116"/>
                    </a:cubicBezTo>
                    <a:cubicBezTo>
                      <a:pt x="15090" y="22675"/>
                      <a:pt x="30026" y="10217"/>
                      <a:pt x="48695" y="398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4EE74784-3FF9-6449-AC92-FB340E5887C8}"/>
                  </a:ext>
                </a:extLst>
              </p:cNvPr>
              <p:cNvSpPr/>
              <p:nvPr/>
            </p:nvSpPr>
            <p:spPr>
              <a:xfrm>
                <a:off x="7052427" y="9422736"/>
                <a:ext cx="1712964" cy="11041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76" h="887">
                    <a:moveTo>
                      <a:pt x="1070" y="0"/>
                    </a:moveTo>
                    <a:lnTo>
                      <a:pt x="0" y="0"/>
                    </a:lnTo>
                    <a:lnTo>
                      <a:pt x="306" y="887"/>
                    </a:lnTo>
                    <a:lnTo>
                      <a:pt x="1376" y="887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4222CCFB-9219-3D47-95F0-7F701B62BCA3}"/>
                  </a:ext>
                </a:extLst>
              </p:cNvPr>
              <p:cNvSpPr/>
              <p:nvPr/>
            </p:nvSpPr>
            <p:spPr>
              <a:xfrm>
                <a:off x="7043195" y="9412770"/>
                <a:ext cx="1728944" cy="1122853"/>
              </a:xfrm>
              <a:custGeom>
                <a:avLst/>
                <a:gdLst>
                  <a:gd name="connsiteX0" fmla="*/ 21693 w 1728944"/>
                  <a:gd name="connsiteY0" fmla="*/ 18694 h 1122853"/>
                  <a:gd name="connsiteX1" fmla="*/ 396400 w 1728944"/>
                  <a:gd name="connsiteY1" fmla="*/ 1105406 h 1122853"/>
                  <a:gd name="connsiteX2" fmla="*/ 1709741 w 1728944"/>
                  <a:gd name="connsiteY2" fmla="*/ 1105406 h 1122853"/>
                  <a:gd name="connsiteX3" fmla="*/ 1335034 w 1728944"/>
                  <a:gd name="connsiteY3" fmla="*/ 18694 h 1122853"/>
                  <a:gd name="connsiteX4" fmla="*/ 7985 w 1728944"/>
                  <a:gd name="connsiteY4" fmla="*/ 0 h 1122853"/>
                  <a:gd name="connsiteX5" fmla="*/ 1340022 w 1728944"/>
                  <a:gd name="connsiteY5" fmla="*/ 0 h 1122853"/>
                  <a:gd name="connsiteX6" fmla="*/ 1348736 w 1728944"/>
                  <a:gd name="connsiteY6" fmla="*/ 6224 h 1122853"/>
                  <a:gd name="connsiteX7" fmla="*/ 1728429 w 1728944"/>
                  <a:gd name="connsiteY7" fmla="*/ 1111649 h 1122853"/>
                  <a:gd name="connsiteX8" fmla="*/ 1727184 w 1728944"/>
                  <a:gd name="connsiteY8" fmla="*/ 1119118 h 1122853"/>
                  <a:gd name="connsiteX9" fmla="*/ 1720960 w 1728944"/>
                  <a:gd name="connsiteY9" fmla="*/ 1122853 h 1122853"/>
                  <a:gd name="connsiteX10" fmla="*/ 388922 w 1728944"/>
                  <a:gd name="connsiteY10" fmla="*/ 1122853 h 1122853"/>
                  <a:gd name="connsiteX11" fmla="*/ 380208 w 1728944"/>
                  <a:gd name="connsiteY11" fmla="*/ 1116629 h 1122853"/>
                  <a:gd name="connsiteX12" fmla="*/ 515 w 1728944"/>
                  <a:gd name="connsiteY12" fmla="*/ 12448 h 1122853"/>
                  <a:gd name="connsiteX13" fmla="*/ 1760 w 1728944"/>
                  <a:gd name="connsiteY13" fmla="*/ 4979 h 1122853"/>
                  <a:gd name="connsiteX14" fmla="*/ 7985 w 1728944"/>
                  <a:gd name="connsiteY14" fmla="*/ 0 h 1122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728944" h="1122853">
                    <a:moveTo>
                      <a:pt x="21693" y="18694"/>
                    </a:moveTo>
                    <a:lnTo>
                      <a:pt x="396400" y="1105406"/>
                    </a:lnTo>
                    <a:lnTo>
                      <a:pt x="1709741" y="1105406"/>
                    </a:lnTo>
                    <a:lnTo>
                      <a:pt x="1335034" y="18694"/>
                    </a:lnTo>
                    <a:close/>
                    <a:moveTo>
                      <a:pt x="7985" y="0"/>
                    </a:moveTo>
                    <a:lnTo>
                      <a:pt x="1340022" y="0"/>
                    </a:lnTo>
                    <a:cubicBezTo>
                      <a:pt x="1343757" y="0"/>
                      <a:pt x="1346246" y="3735"/>
                      <a:pt x="1348736" y="6224"/>
                    </a:cubicBezTo>
                    <a:lnTo>
                      <a:pt x="1728429" y="1111649"/>
                    </a:lnTo>
                    <a:cubicBezTo>
                      <a:pt x="1729674" y="1114139"/>
                      <a:pt x="1728429" y="1116629"/>
                      <a:pt x="1727184" y="1119118"/>
                    </a:cubicBezTo>
                    <a:cubicBezTo>
                      <a:pt x="1725939" y="1121608"/>
                      <a:pt x="1723449" y="1122853"/>
                      <a:pt x="1720960" y="1122853"/>
                    </a:cubicBezTo>
                    <a:lnTo>
                      <a:pt x="388922" y="1122853"/>
                    </a:lnTo>
                    <a:cubicBezTo>
                      <a:pt x="385188" y="1122853"/>
                      <a:pt x="382698" y="1120363"/>
                      <a:pt x="380208" y="1116629"/>
                    </a:cubicBezTo>
                    <a:lnTo>
                      <a:pt x="515" y="12448"/>
                    </a:lnTo>
                    <a:cubicBezTo>
                      <a:pt x="-730" y="9959"/>
                      <a:pt x="515" y="6224"/>
                      <a:pt x="1760" y="4979"/>
                    </a:cubicBezTo>
                    <a:cubicBezTo>
                      <a:pt x="3005" y="2490"/>
                      <a:pt x="5495" y="0"/>
                      <a:pt x="79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330C8F46-B45D-EF45-B255-2C15EDB0641E}"/>
                  </a:ext>
                </a:extLst>
              </p:cNvPr>
              <p:cNvSpPr/>
              <p:nvPr/>
            </p:nvSpPr>
            <p:spPr>
              <a:xfrm>
                <a:off x="10551859" y="11189890"/>
                <a:ext cx="788586" cy="9321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4" h="749">
                    <a:moveTo>
                      <a:pt x="362" y="0"/>
                    </a:moveTo>
                    <a:lnTo>
                      <a:pt x="202" y="0"/>
                    </a:lnTo>
                    <a:lnTo>
                      <a:pt x="43" y="0"/>
                    </a:lnTo>
                    <a:cubicBezTo>
                      <a:pt x="28" y="0"/>
                      <a:pt x="15" y="8"/>
                      <a:pt x="8" y="19"/>
                    </a:cubicBezTo>
                    <a:cubicBezTo>
                      <a:pt x="0" y="30"/>
                      <a:pt x="-3" y="44"/>
                      <a:pt x="2" y="58"/>
                    </a:cubicBezTo>
                    <a:lnTo>
                      <a:pt x="115" y="388"/>
                    </a:lnTo>
                    <a:lnTo>
                      <a:pt x="229" y="719"/>
                    </a:lnTo>
                    <a:cubicBezTo>
                      <a:pt x="232" y="728"/>
                      <a:pt x="238" y="735"/>
                      <a:pt x="245" y="741"/>
                    </a:cubicBezTo>
                    <a:cubicBezTo>
                      <a:pt x="252" y="746"/>
                      <a:pt x="262" y="749"/>
                      <a:pt x="271" y="749"/>
                    </a:cubicBezTo>
                    <a:lnTo>
                      <a:pt x="430" y="749"/>
                    </a:lnTo>
                    <a:lnTo>
                      <a:pt x="590" y="749"/>
                    </a:lnTo>
                    <a:cubicBezTo>
                      <a:pt x="604" y="749"/>
                      <a:pt x="617" y="741"/>
                      <a:pt x="625" y="730"/>
                    </a:cubicBezTo>
                    <a:cubicBezTo>
                      <a:pt x="633" y="719"/>
                      <a:pt x="636" y="705"/>
                      <a:pt x="631" y="691"/>
                    </a:cubicBezTo>
                    <a:lnTo>
                      <a:pt x="517" y="360"/>
                    </a:lnTo>
                    <a:lnTo>
                      <a:pt x="403" y="30"/>
                    </a:lnTo>
                    <a:cubicBezTo>
                      <a:pt x="401" y="21"/>
                      <a:pt x="394" y="14"/>
                      <a:pt x="387" y="8"/>
                    </a:cubicBezTo>
                    <a:cubicBezTo>
                      <a:pt x="380" y="3"/>
                      <a:pt x="371" y="0"/>
                      <a:pt x="36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FBD20059-C28D-FD4A-BFD6-40D7F4831D53}"/>
                  </a:ext>
                </a:extLst>
              </p:cNvPr>
              <p:cNvSpPr/>
              <p:nvPr/>
            </p:nvSpPr>
            <p:spPr>
              <a:xfrm>
                <a:off x="10542630" y="11181170"/>
                <a:ext cx="805386" cy="948381"/>
              </a:xfrm>
              <a:custGeom>
                <a:avLst/>
                <a:gdLst>
                  <a:gd name="connsiteX0" fmla="*/ 63969 w 805386"/>
                  <a:gd name="connsiteY0" fmla="*/ 17447 h 948381"/>
                  <a:gd name="connsiteX1" fmla="*/ 26655 w 805386"/>
                  <a:gd name="connsiteY1" fmla="*/ 36115 h 948381"/>
                  <a:gd name="connsiteX2" fmla="*/ 20437 w 805386"/>
                  <a:gd name="connsiteY2" fmla="*/ 78429 h 948381"/>
                  <a:gd name="connsiteX3" fmla="*/ 304019 w 805386"/>
                  <a:gd name="connsiteY3" fmla="*/ 901066 h 948381"/>
                  <a:gd name="connsiteX4" fmla="*/ 320188 w 805386"/>
                  <a:gd name="connsiteY4" fmla="*/ 923467 h 948381"/>
                  <a:gd name="connsiteX5" fmla="*/ 347551 w 805386"/>
                  <a:gd name="connsiteY5" fmla="*/ 932179 h 948381"/>
                  <a:gd name="connsiteX6" fmla="*/ 744318 w 805386"/>
                  <a:gd name="connsiteY6" fmla="*/ 932179 h 948381"/>
                  <a:gd name="connsiteX7" fmla="*/ 780387 w 805386"/>
                  <a:gd name="connsiteY7" fmla="*/ 913511 h 948381"/>
                  <a:gd name="connsiteX8" fmla="*/ 786606 w 805386"/>
                  <a:gd name="connsiteY8" fmla="*/ 871197 h 948381"/>
                  <a:gd name="connsiteX9" fmla="*/ 504268 w 805386"/>
                  <a:gd name="connsiteY9" fmla="*/ 48560 h 948381"/>
                  <a:gd name="connsiteX10" fmla="*/ 486855 w 805386"/>
                  <a:gd name="connsiteY10" fmla="*/ 26159 h 948381"/>
                  <a:gd name="connsiteX11" fmla="*/ 460735 w 805386"/>
                  <a:gd name="connsiteY11" fmla="*/ 17447 h 948381"/>
                  <a:gd name="connsiteX12" fmla="*/ 62701 w 805386"/>
                  <a:gd name="connsiteY12" fmla="*/ 0 h 948381"/>
                  <a:gd name="connsiteX13" fmla="*/ 459494 w 805386"/>
                  <a:gd name="connsiteY13" fmla="*/ 0 h 948381"/>
                  <a:gd name="connsiteX14" fmla="*/ 495566 w 805386"/>
                  <a:gd name="connsiteY14" fmla="*/ 12446 h 948381"/>
                  <a:gd name="connsiteX15" fmla="*/ 519200 w 805386"/>
                  <a:gd name="connsiteY15" fmla="*/ 43561 h 948381"/>
                  <a:gd name="connsiteX16" fmla="*/ 801557 w 805386"/>
                  <a:gd name="connsiteY16" fmla="*/ 864993 h 948381"/>
                  <a:gd name="connsiteX17" fmla="*/ 792850 w 805386"/>
                  <a:gd name="connsiteY17" fmla="*/ 923489 h 948381"/>
                  <a:gd name="connsiteX18" fmla="*/ 743096 w 805386"/>
                  <a:gd name="connsiteY18" fmla="*/ 948381 h 948381"/>
                  <a:gd name="connsiteX19" fmla="*/ 346303 w 805386"/>
                  <a:gd name="connsiteY19" fmla="*/ 948381 h 948381"/>
                  <a:gd name="connsiteX20" fmla="*/ 308987 w 805386"/>
                  <a:gd name="connsiteY20" fmla="*/ 937180 h 948381"/>
                  <a:gd name="connsiteX21" fmla="*/ 286597 w 805386"/>
                  <a:gd name="connsiteY21" fmla="*/ 906065 h 948381"/>
                  <a:gd name="connsiteX22" fmla="*/ 2996 w 805386"/>
                  <a:gd name="connsiteY22" fmla="*/ 84632 h 948381"/>
                  <a:gd name="connsiteX23" fmla="*/ 11703 w 805386"/>
                  <a:gd name="connsiteY23" fmla="*/ 26136 h 948381"/>
                  <a:gd name="connsiteX24" fmla="*/ 62701 w 805386"/>
                  <a:gd name="connsiteY24" fmla="*/ 0 h 94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05386" h="948381">
                    <a:moveTo>
                      <a:pt x="63969" y="17447"/>
                    </a:moveTo>
                    <a:cubicBezTo>
                      <a:pt x="49044" y="17447"/>
                      <a:pt x="35362" y="23670"/>
                      <a:pt x="26655" y="36115"/>
                    </a:cubicBezTo>
                    <a:cubicBezTo>
                      <a:pt x="17949" y="49805"/>
                      <a:pt x="15461" y="64739"/>
                      <a:pt x="20437" y="78429"/>
                    </a:cubicBezTo>
                    <a:lnTo>
                      <a:pt x="304019" y="901066"/>
                    </a:lnTo>
                    <a:cubicBezTo>
                      <a:pt x="306506" y="909777"/>
                      <a:pt x="312725" y="917245"/>
                      <a:pt x="320188" y="923467"/>
                    </a:cubicBezTo>
                    <a:cubicBezTo>
                      <a:pt x="328895" y="928445"/>
                      <a:pt x="337601" y="932179"/>
                      <a:pt x="347551" y="932179"/>
                    </a:cubicBezTo>
                    <a:lnTo>
                      <a:pt x="744318" y="932179"/>
                    </a:lnTo>
                    <a:cubicBezTo>
                      <a:pt x="759243" y="932179"/>
                      <a:pt x="772925" y="925956"/>
                      <a:pt x="780387" y="913511"/>
                    </a:cubicBezTo>
                    <a:cubicBezTo>
                      <a:pt x="790338" y="899821"/>
                      <a:pt x="791582" y="884887"/>
                      <a:pt x="786606" y="871197"/>
                    </a:cubicBezTo>
                    <a:lnTo>
                      <a:pt x="504268" y="48560"/>
                    </a:lnTo>
                    <a:cubicBezTo>
                      <a:pt x="500537" y="39849"/>
                      <a:pt x="494318" y="32381"/>
                      <a:pt x="486855" y="26159"/>
                    </a:cubicBezTo>
                    <a:cubicBezTo>
                      <a:pt x="479392" y="19936"/>
                      <a:pt x="469442" y="17447"/>
                      <a:pt x="460735" y="17447"/>
                    </a:cubicBezTo>
                    <a:close/>
                    <a:moveTo>
                      <a:pt x="62701" y="0"/>
                    </a:moveTo>
                    <a:lnTo>
                      <a:pt x="459494" y="0"/>
                    </a:lnTo>
                    <a:cubicBezTo>
                      <a:pt x="471933" y="0"/>
                      <a:pt x="485616" y="4978"/>
                      <a:pt x="495566" y="12446"/>
                    </a:cubicBezTo>
                    <a:cubicBezTo>
                      <a:pt x="506761" y="19914"/>
                      <a:pt x="515468" y="29870"/>
                      <a:pt x="519200" y="43561"/>
                    </a:cubicBezTo>
                    <a:lnTo>
                      <a:pt x="801557" y="864993"/>
                    </a:lnTo>
                    <a:cubicBezTo>
                      <a:pt x="809021" y="884907"/>
                      <a:pt x="805289" y="906065"/>
                      <a:pt x="792850" y="923489"/>
                    </a:cubicBezTo>
                    <a:cubicBezTo>
                      <a:pt x="781656" y="939669"/>
                      <a:pt x="762998" y="948381"/>
                      <a:pt x="743096" y="948381"/>
                    </a:cubicBezTo>
                    <a:lnTo>
                      <a:pt x="346303" y="948381"/>
                    </a:lnTo>
                    <a:cubicBezTo>
                      <a:pt x="332620" y="948381"/>
                      <a:pt x="320181" y="944647"/>
                      <a:pt x="308987" y="937180"/>
                    </a:cubicBezTo>
                    <a:cubicBezTo>
                      <a:pt x="299036" y="929712"/>
                      <a:pt x="290329" y="919755"/>
                      <a:pt x="286597" y="906065"/>
                    </a:cubicBezTo>
                    <a:lnTo>
                      <a:pt x="2996" y="84632"/>
                    </a:lnTo>
                    <a:cubicBezTo>
                      <a:pt x="-3224" y="64719"/>
                      <a:pt x="508" y="43561"/>
                      <a:pt x="11703" y="26136"/>
                    </a:cubicBezTo>
                    <a:cubicBezTo>
                      <a:pt x="22898" y="9957"/>
                      <a:pt x="42799" y="0"/>
                      <a:pt x="627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AE6CDE12-8F08-D04F-A970-23A39044D5B7}"/>
                  </a:ext>
                </a:extLst>
              </p:cNvPr>
              <p:cNvSpPr/>
              <p:nvPr/>
            </p:nvSpPr>
            <p:spPr>
              <a:xfrm>
                <a:off x="7843508" y="9912508"/>
                <a:ext cx="130808" cy="12337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6" h="100">
                    <a:moveTo>
                      <a:pt x="103" y="50"/>
                    </a:moveTo>
                    <a:cubicBezTo>
                      <a:pt x="113" y="79"/>
                      <a:pt x="98" y="100"/>
                      <a:pt x="70" y="100"/>
                    </a:cubicBezTo>
                    <a:cubicBezTo>
                      <a:pt x="42" y="100"/>
                      <a:pt x="12" y="79"/>
                      <a:pt x="3" y="50"/>
                    </a:cubicBezTo>
                    <a:cubicBezTo>
                      <a:pt x="-7" y="23"/>
                      <a:pt x="8" y="0"/>
                      <a:pt x="35" y="0"/>
                    </a:cubicBezTo>
                    <a:cubicBezTo>
                      <a:pt x="64" y="0"/>
                      <a:pt x="94" y="23"/>
                      <a:pt x="103" y="5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63F1A9D-A0DF-1148-9929-CC138C87F765}"/>
                  </a:ext>
                </a:extLst>
              </p:cNvPr>
              <p:cNvSpPr/>
              <p:nvPr/>
            </p:nvSpPr>
            <p:spPr>
              <a:xfrm>
                <a:off x="7834719" y="9905031"/>
                <a:ext cx="148141" cy="140824"/>
              </a:xfrm>
              <a:custGeom>
                <a:avLst/>
                <a:gdLst>
                  <a:gd name="connsiteX0" fmla="*/ 50771 w 148141"/>
                  <a:gd name="connsiteY0" fmla="*/ 16197 h 140824"/>
                  <a:gd name="connsiteX1" fmla="*/ 22426 w 148141"/>
                  <a:gd name="connsiteY1" fmla="*/ 29748 h 140824"/>
                  <a:gd name="connsiteX2" fmla="*/ 18729 w 148141"/>
                  <a:gd name="connsiteY2" fmla="*/ 66705 h 140824"/>
                  <a:gd name="connsiteX3" fmla="*/ 93905 w 148141"/>
                  <a:gd name="connsiteY3" fmla="*/ 123373 h 140824"/>
                  <a:gd name="connsiteX4" fmla="*/ 123483 w 148141"/>
                  <a:gd name="connsiteY4" fmla="*/ 109822 h 140824"/>
                  <a:gd name="connsiteX5" fmla="*/ 127180 w 148141"/>
                  <a:gd name="connsiteY5" fmla="*/ 72865 h 140824"/>
                  <a:gd name="connsiteX6" fmla="*/ 50771 w 148141"/>
                  <a:gd name="connsiteY6" fmla="*/ 16197 h 140824"/>
                  <a:gd name="connsiteX7" fmla="*/ 51956 w 148141"/>
                  <a:gd name="connsiteY7" fmla="*/ 0 h 140824"/>
                  <a:gd name="connsiteX8" fmla="*/ 143377 w 148141"/>
                  <a:gd name="connsiteY8" fmla="*/ 66706 h 140824"/>
                  <a:gd name="connsiteX9" fmla="*/ 139670 w 148141"/>
                  <a:gd name="connsiteY9" fmla="*/ 119824 h 140824"/>
                  <a:gd name="connsiteX10" fmla="*/ 95196 w 148141"/>
                  <a:gd name="connsiteY10" fmla="*/ 140824 h 140824"/>
                  <a:gd name="connsiteX11" fmla="*/ 3775 w 148141"/>
                  <a:gd name="connsiteY11" fmla="*/ 72883 h 140824"/>
                  <a:gd name="connsiteX12" fmla="*/ 8717 w 148141"/>
                  <a:gd name="connsiteY12" fmla="*/ 19765 h 140824"/>
                  <a:gd name="connsiteX13" fmla="*/ 51956 w 148141"/>
                  <a:gd name="connsiteY13" fmla="*/ 0 h 140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48141" h="140824">
                    <a:moveTo>
                      <a:pt x="50771" y="16197"/>
                    </a:moveTo>
                    <a:cubicBezTo>
                      <a:pt x="38447" y="16197"/>
                      <a:pt x="28588" y="21125"/>
                      <a:pt x="22426" y="29748"/>
                    </a:cubicBezTo>
                    <a:cubicBezTo>
                      <a:pt x="15032" y="39603"/>
                      <a:pt x="13799" y="51922"/>
                      <a:pt x="18729" y="66705"/>
                    </a:cubicBezTo>
                    <a:cubicBezTo>
                      <a:pt x="29821" y="98735"/>
                      <a:pt x="63095" y="123373"/>
                      <a:pt x="93905" y="123373"/>
                    </a:cubicBezTo>
                    <a:cubicBezTo>
                      <a:pt x="107462" y="123373"/>
                      <a:pt x="118553" y="118445"/>
                      <a:pt x="123483" y="109822"/>
                    </a:cubicBezTo>
                    <a:cubicBezTo>
                      <a:pt x="130877" y="99967"/>
                      <a:pt x="132110" y="86416"/>
                      <a:pt x="127180" y="72865"/>
                    </a:cubicBezTo>
                    <a:cubicBezTo>
                      <a:pt x="116088" y="42067"/>
                      <a:pt x="82814" y="16197"/>
                      <a:pt x="50771" y="16197"/>
                    </a:cubicBezTo>
                    <a:close/>
                    <a:moveTo>
                      <a:pt x="51956" y="0"/>
                    </a:moveTo>
                    <a:cubicBezTo>
                      <a:pt x="91489" y="0"/>
                      <a:pt x="131023" y="28412"/>
                      <a:pt x="143377" y="66706"/>
                    </a:cubicBezTo>
                    <a:cubicBezTo>
                      <a:pt x="150789" y="86471"/>
                      <a:pt x="149554" y="106236"/>
                      <a:pt x="139670" y="119824"/>
                    </a:cubicBezTo>
                    <a:cubicBezTo>
                      <a:pt x="129787" y="133412"/>
                      <a:pt x="114962" y="140824"/>
                      <a:pt x="95196" y="140824"/>
                    </a:cubicBezTo>
                    <a:cubicBezTo>
                      <a:pt x="56898" y="140824"/>
                      <a:pt x="17365" y="109942"/>
                      <a:pt x="3775" y="72883"/>
                    </a:cubicBezTo>
                    <a:cubicBezTo>
                      <a:pt x="-2402" y="53118"/>
                      <a:pt x="-1167" y="33353"/>
                      <a:pt x="8717" y="19765"/>
                    </a:cubicBezTo>
                    <a:cubicBezTo>
                      <a:pt x="18600" y="6176"/>
                      <a:pt x="33425" y="0"/>
                      <a:pt x="519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DA85371E-6FB7-8341-A0AC-6B10BE977B9E}"/>
                  </a:ext>
                </a:extLst>
              </p:cNvPr>
              <p:cNvSpPr/>
              <p:nvPr/>
            </p:nvSpPr>
            <p:spPr>
              <a:xfrm>
                <a:off x="7695938" y="9546117"/>
                <a:ext cx="424007" cy="858652"/>
              </a:xfrm>
              <a:custGeom>
                <a:avLst/>
                <a:gdLst>
                  <a:gd name="connsiteX0" fmla="*/ 67681 w 424007"/>
                  <a:gd name="connsiteY0" fmla="*/ 16201 h 858652"/>
                  <a:gd name="connsiteX1" fmla="*/ 39119 w 424007"/>
                  <a:gd name="connsiteY1" fmla="*/ 32378 h 858652"/>
                  <a:gd name="connsiteX2" fmla="*/ 77616 w 424007"/>
                  <a:gd name="connsiteY2" fmla="*/ 425592 h 858652"/>
                  <a:gd name="connsiteX3" fmla="*/ 358268 w 424007"/>
                  <a:gd name="connsiteY3" fmla="*/ 841205 h 858652"/>
                  <a:gd name="connsiteX4" fmla="*/ 388072 w 424007"/>
                  <a:gd name="connsiteY4" fmla="*/ 823784 h 858652"/>
                  <a:gd name="connsiteX5" fmla="*/ 347092 w 424007"/>
                  <a:gd name="connsiteY5" fmla="*/ 431814 h 858652"/>
                  <a:gd name="connsiteX6" fmla="*/ 67681 w 424007"/>
                  <a:gd name="connsiteY6" fmla="*/ 16201 h 858652"/>
                  <a:gd name="connsiteX7" fmla="*/ 66401 w 424007"/>
                  <a:gd name="connsiteY7" fmla="*/ 0 h 858652"/>
                  <a:gd name="connsiteX8" fmla="*/ 363271 w 424007"/>
                  <a:gd name="connsiteY8" fmla="*/ 425593 h 858652"/>
                  <a:gd name="connsiteX9" fmla="*/ 400536 w 424007"/>
                  <a:gd name="connsiteY9" fmla="*/ 833764 h 858652"/>
                  <a:gd name="connsiteX10" fmla="*/ 357061 w 424007"/>
                  <a:gd name="connsiteY10" fmla="*/ 858652 h 858652"/>
                  <a:gd name="connsiteX11" fmla="*/ 60190 w 424007"/>
                  <a:gd name="connsiteY11" fmla="*/ 431815 h 858652"/>
                  <a:gd name="connsiteX12" fmla="*/ 22926 w 424007"/>
                  <a:gd name="connsiteY12" fmla="*/ 22400 h 858652"/>
                  <a:gd name="connsiteX13" fmla="*/ 66401 w 424007"/>
                  <a:gd name="connsiteY13" fmla="*/ 0 h 8586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24007" h="858652">
                    <a:moveTo>
                      <a:pt x="67681" y="16201"/>
                    </a:moveTo>
                    <a:cubicBezTo>
                      <a:pt x="56505" y="16201"/>
                      <a:pt x="46570" y="21178"/>
                      <a:pt x="39119" y="32378"/>
                    </a:cubicBezTo>
                    <a:cubicBezTo>
                      <a:pt x="623" y="85885"/>
                      <a:pt x="16766" y="247650"/>
                      <a:pt x="77616" y="425592"/>
                    </a:cubicBezTo>
                    <a:cubicBezTo>
                      <a:pt x="155851" y="650819"/>
                      <a:pt x="282517" y="841205"/>
                      <a:pt x="358268" y="841205"/>
                    </a:cubicBezTo>
                    <a:cubicBezTo>
                      <a:pt x="369445" y="841205"/>
                      <a:pt x="379379" y="836228"/>
                      <a:pt x="388072" y="823784"/>
                    </a:cubicBezTo>
                    <a:cubicBezTo>
                      <a:pt x="425327" y="771521"/>
                      <a:pt x="409183" y="609756"/>
                      <a:pt x="347092" y="431814"/>
                    </a:cubicBezTo>
                    <a:cubicBezTo>
                      <a:pt x="270099" y="206587"/>
                      <a:pt x="142191" y="16201"/>
                      <a:pt x="67681" y="16201"/>
                    </a:cubicBezTo>
                    <a:close/>
                    <a:moveTo>
                      <a:pt x="66401" y="0"/>
                    </a:moveTo>
                    <a:cubicBezTo>
                      <a:pt x="150866" y="0"/>
                      <a:pt x="280048" y="186663"/>
                      <a:pt x="363271" y="425593"/>
                    </a:cubicBezTo>
                    <a:cubicBezTo>
                      <a:pt x="426621" y="612256"/>
                      <a:pt x="442768" y="776520"/>
                      <a:pt x="400536" y="833764"/>
                    </a:cubicBezTo>
                    <a:cubicBezTo>
                      <a:pt x="389356" y="849941"/>
                      <a:pt x="373209" y="858652"/>
                      <a:pt x="357061" y="858652"/>
                    </a:cubicBezTo>
                    <a:cubicBezTo>
                      <a:pt x="272595" y="858652"/>
                      <a:pt x="143413" y="670744"/>
                      <a:pt x="60190" y="431815"/>
                    </a:cubicBezTo>
                    <a:cubicBezTo>
                      <a:pt x="-3160" y="245151"/>
                      <a:pt x="-18065" y="80888"/>
                      <a:pt x="22926" y="22400"/>
                    </a:cubicBezTo>
                    <a:cubicBezTo>
                      <a:pt x="34105" y="7467"/>
                      <a:pt x="50253" y="0"/>
                      <a:pt x="664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1145A5A-97F0-C748-9A23-69AA7CE4F00C}"/>
                  </a:ext>
                </a:extLst>
              </p:cNvPr>
              <p:cNvSpPr/>
              <p:nvPr/>
            </p:nvSpPr>
            <p:spPr>
              <a:xfrm>
                <a:off x="7620044" y="9664843"/>
                <a:ext cx="575249" cy="621530"/>
              </a:xfrm>
              <a:custGeom>
                <a:avLst/>
                <a:gdLst>
                  <a:gd name="connsiteX0" fmla="*/ 460393 w 575249"/>
                  <a:gd name="connsiteY0" fmla="*/ 15866 h 621530"/>
                  <a:gd name="connsiteX1" fmla="*/ 159604 w 575249"/>
                  <a:gd name="connsiteY1" fmla="*/ 199917 h 621530"/>
                  <a:gd name="connsiteX2" fmla="*/ 17910 w 575249"/>
                  <a:gd name="connsiteY2" fmla="*/ 510814 h 621530"/>
                  <a:gd name="connsiteX3" fmla="*/ 48983 w 575249"/>
                  <a:gd name="connsiteY3" fmla="*/ 581699 h 621530"/>
                  <a:gd name="connsiteX4" fmla="*/ 415647 w 575249"/>
                  <a:gd name="connsiteY4" fmla="*/ 420032 h 621530"/>
                  <a:gd name="connsiteX5" fmla="*/ 557341 w 575249"/>
                  <a:gd name="connsiteY5" fmla="*/ 109135 h 621530"/>
                  <a:gd name="connsiteX6" fmla="*/ 526268 w 575249"/>
                  <a:gd name="connsiteY6" fmla="*/ 37007 h 621530"/>
                  <a:gd name="connsiteX7" fmla="*/ 460393 w 575249"/>
                  <a:gd name="connsiteY7" fmla="*/ 15866 h 621530"/>
                  <a:gd name="connsiteX8" fmla="*/ 462514 w 575249"/>
                  <a:gd name="connsiteY8" fmla="*/ 12 h 621530"/>
                  <a:gd name="connsiteX9" fmla="*/ 537488 w 575249"/>
                  <a:gd name="connsiteY9" fmla="*/ 25780 h 621530"/>
                  <a:gd name="connsiteX10" fmla="*/ 574781 w 575249"/>
                  <a:gd name="connsiteY10" fmla="*/ 109111 h 621530"/>
                  <a:gd name="connsiteX11" fmla="*/ 428095 w 575249"/>
                  <a:gd name="connsiteY11" fmla="*/ 432482 h 621530"/>
                  <a:gd name="connsiteX12" fmla="*/ 114834 w 575249"/>
                  <a:gd name="connsiteY12" fmla="*/ 621530 h 621530"/>
                  <a:gd name="connsiteX13" fmla="*/ 39004 w 575249"/>
                  <a:gd name="connsiteY13" fmla="*/ 596655 h 621530"/>
                  <a:gd name="connsiteX14" fmla="*/ 468 w 575249"/>
                  <a:gd name="connsiteY14" fmla="*/ 513325 h 621530"/>
                  <a:gd name="connsiteX15" fmla="*/ 147154 w 575249"/>
                  <a:gd name="connsiteY15" fmla="*/ 189954 h 621530"/>
                  <a:gd name="connsiteX16" fmla="*/ 462514 w 575249"/>
                  <a:gd name="connsiteY16" fmla="*/ 12 h 6215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75249" h="621530">
                    <a:moveTo>
                      <a:pt x="460393" y="15866"/>
                    </a:moveTo>
                    <a:cubicBezTo>
                      <a:pt x="378360" y="15866"/>
                      <a:pt x="259038" y="85507"/>
                      <a:pt x="159604" y="199917"/>
                    </a:cubicBezTo>
                    <a:cubicBezTo>
                      <a:pt x="67627" y="304379"/>
                      <a:pt x="11696" y="426250"/>
                      <a:pt x="17910" y="510814"/>
                    </a:cubicBezTo>
                    <a:cubicBezTo>
                      <a:pt x="20396" y="541904"/>
                      <a:pt x="31582" y="566776"/>
                      <a:pt x="48983" y="581699"/>
                    </a:cubicBezTo>
                    <a:cubicBezTo>
                      <a:pt x="119830" y="642635"/>
                      <a:pt x="283897" y="569263"/>
                      <a:pt x="415647" y="420032"/>
                    </a:cubicBezTo>
                    <a:cubicBezTo>
                      <a:pt x="507624" y="315571"/>
                      <a:pt x="563556" y="193699"/>
                      <a:pt x="557341" y="109135"/>
                    </a:cubicBezTo>
                    <a:cubicBezTo>
                      <a:pt x="554855" y="78045"/>
                      <a:pt x="543669" y="53174"/>
                      <a:pt x="526268" y="37007"/>
                    </a:cubicBezTo>
                    <a:cubicBezTo>
                      <a:pt x="508867" y="23328"/>
                      <a:pt x="486494" y="15866"/>
                      <a:pt x="460393" y="15866"/>
                    </a:cubicBezTo>
                    <a:close/>
                    <a:moveTo>
                      <a:pt x="462514" y="12"/>
                    </a:moveTo>
                    <a:cubicBezTo>
                      <a:pt x="491960" y="361"/>
                      <a:pt x="517599" y="8679"/>
                      <a:pt x="537488" y="25780"/>
                    </a:cubicBezTo>
                    <a:cubicBezTo>
                      <a:pt x="559864" y="44436"/>
                      <a:pt x="571052" y="73042"/>
                      <a:pt x="574781" y="109111"/>
                    </a:cubicBezTo>
                    <a:cubicBezTo>
                      <a:pt x="580997" y="198660"/>
                      <a:pt x="525057" y="321790"/>
                      <a:pt x="428095" y="432482"/>
                    </a:cubicBezTo>
                    <a:cubicBezTo>
                      <a:pt x="324918" y="551881"/>
                      <a:pt x="203094" y="621530"/>
                      <a:pt x="114834" y="621530"/>
                    </a:cubicBezTo>
                    <a:cubicBezTo>
                      <a:pt x="84999" y="621530"/>
                      <a:pt x="57651" y="614068"/>
                      <a:pt x="39004" y="596655"/>
                    </a:cubicBezTo>
                    <a:cubicBezTo>
                      <a:pt x="15385" y="576755"/>
                      <a:pt x="4198" y="549393"/>
                      <a:pt x="468" y="513325"/>
                    </a:cubicBezTo>
                    <a:cubicBezTo>
                      <a:pt x="-5748" y="423776"/>
                      <a:pt x="50192" y="299402"/>
                      <a:pt x="147154" y="189954"/>
                    </a:cubicBezTo>
                    <a:cubicBezTo>
                      <a:pt x="251575" y="69623"/>
                      <a:pt x="374176" y="-1037"/>
                      <a:pt x="462514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7B2297B9-AE86-3C47-A39E-34E8D1E82762}"/>
                  </a:ext>
                </a:extLst>
              </p:cNvPr>
              <p:cNvSpPr/>
              <p:nvPr/>
            </p:nvSpPr>
            <p:spPr>
              <a:xfrm>
                <a:off x="7459348" y="9664677"/>
                <a:ext cx="896638" cy="620450"/>
              </a:xfrm>
              <a:custGeom>
                <a:avLst/>
                <a:gdLst>
                  <a:gd name="connsiteX0" fmla="*/ 66413 w 896638"/>
                  <a:gd name="connsiteY0" fmla="*/ 17279 h 620450"/>
                  <a:gd name="connsiteX1" fmla="*/ 40289 w 896638"/>
                  <a:gd name="connsiteY1" fmla="*/ 19766 h 620450"/>
                  <a:gd name="connsiteX2" fmla="*/ 20385 w 896638"/>
                  <a:gd name="connsiteY2" fmla="*/ 34689 h 620450"/>
                  <a:gd name="connsiteX3" fmla="*/ 397315 w 896638"/>
                  <a:gd name="connsiteY3" fmla="*/ 418957 h 620450"/>
                  <a:gd name="connsiteX4" fmla="*/ 855103 w 896638"/>
                  <a:gd name="connsiteY4" fmla="*/ 600520 h 620450"/>
                  <a:gd name="connsiteX5" fmla="*/ 876251 w 896638"/>
                  <a:gd name="connsiteY5" fmla="*/ 585597 h 620450"/>
                  <a:gd name="connsiteX6" fmla="*/ 499322 w 896638"/>
                  <a:gd name="connsiteY6" fmla="*/ 202573 h 620450"/>
                  <a:gd name="connsiteX7" fmla="*/ 66413 w 896638"/>
                  <a:gd name="connsiteY7" fmla="*/ 17279 h 620450"/>
                  <a:gd name="connsiteX8" fmla="*/ 69908 w 896638"/>
                  <a:gd name="connsiteY8" fmla="*/ 39 h 620450"/>
                  <a:gd name="connsiteX9" fmla="*/ 508034 w 896638"/>
                  <a:gd name="connsiteY9" fmla="*/ 186388 h 620450"/>
                  <a:gd name="connsiteX10" fmla="*/ 892450 w 896638"/>
                  <a:gd name="connsiteY10" fmla="*/ 591844 h 620450"/>
                  <a:gd name="connsiteX11" fmla="*/ 860104 w 896638"/>
                  <a:gd name="connsiteY11" fmla="*/ 616719 h 620450"/>
                  <a:gd name="connsiteX12" fmla="*/ 830247 w 896638"/>
                  <a:gd name="connsiteY12" fmla="*/ 620450 h 620450"/>
                  <a:gd name="connsiteX13" fmla="*/ 388604 w 896638"/>
                  <a:gd name="connsiteY13" fmla="*/ 432647 h 620450"/>
                  <a:gd name="connsiteX14" fmla="*/ 4188 w 896638"/>
                  <a:gd name="connsiteY14" fmla="*/ 27190 h 620450"/>
                  <a:gd name="connsiteX15" fmla="*/ 36534 w 896638"/>
                  <a:gd name="connsiteY15" fmla="*/ 3559 h 620450"/>
                  <a:gd name="connsiteX16" fmla="*/ 69908 w 896638"/>
                  <a:gd name="connsiteY16" fmla="*/ 39 h 620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96638" h="620450">
                    <a:moveTo>
                      <a:pt x="66413" y="17279"/>
                    </a:moveTo>
                    <a:cubicBezTo>
                      <a:pt x="56461" y="17279"/>
                      <a:pt x="48997" y="18523"/>
                      <a:pt x="40289" y="19766"/>
                    </a:cubicBezTo>
                    <a:cubicBezTo>
                      <a:pt x="30337" y="23497"/>
                      <a:pt x="22873" y="27228"/>
                      <a:pt x="20385" y="34689"/>
                    </a:cubicBezTo>
                    <a:cubicBezTo>
                      <a:pt x="-4495" y="88163"/>
                      <a:pt x="141052" y="254804"/>
                      <a:pt x="397315" y="418957"/>
                    </a:cubicBezTo>
                    <a:cubicBezTo>
                      <a:pt x="593865" y="543315"/>
                      <a:pt x="786684" y="620417"/>
                      <a:pt x="855103" y="600520"/>
                    </a:cubicBezTo>
                    <a:cubicBezTo>
                      <a:pt x="866299" y="596789"/>
                      <a:pt x="873763" y="591815"/>
                      <a:pt x="876251" y="585597"/>
                    </a:cubicBezTo>
                    <a:cubicBezTo>
                      <a:pt x="901131" y="532123"/>
                      <a:pt x="755584" y="365482"/>
                      <a:pt x="499322" y="202573"/>
                    </a:cubicBezTo>
                    <a:cubicBezTo>
                      <a:pt x="323919" y="89407"/>
                      <a:pt x="151004" y="17279"/>
                      <a:pt x="66413" y="17279"/>
                    </a:cubicBezTo>
                    <a:close/>
                    <a:moveTo>
                      <a:pt x="69908" y="39"/>
                    </a:moveTo>
                    <a:cubicBezTo>
                      <a:pt x="159832" y="1927"/>
                      <a:pt x="330600" y="73209"/>
                      <a:pt x="508034" y="186388"/>
                    </a:cubicBezTo>
                    <a:cubicBezTo>
                      <a:pt x="725745" y="325686"/>
                      <a:pt x="928528" y="514733"/>
                      <a:pt x="892450" y="591844"/>
                    </a:cubicBezTo>
                    <a:cubicBezTo>
                      <a:pt x="886230" y="604281"/>
                      <a:pt x="875033" y="612988"/>
                      <a:pt x="860104" y="616719"/>
                    </a:cubicBezTo>
                    <a:cubicBezTo>
                      <a:pt x="851396" y="619206"/>
                      <a:pt x="842687" y="620450"/>
                      <a:pt x="830247" y="620450"/>
                    </a:cubicBezTo>
                    <a:cubicBezTo>
                      <a:pt x="741918" y="620450"/>
                      <a:pt x="567749" y="548314"/>
                      <a:pt x="388604" y="432647"/>
                    </a:cubicBezTo>
                    <a:cubicBezTo>
                      <a:pt x="170893" y="294592"/>
                      <a:pt x="-31890" y="104301"/>
                      <a:pt x="4188" y="27190"/>
                    </a:cubicBezTo>
                    <a:cubicBezTo>
                      <a:pt x="10409" y="15997"/>
                      <a:pt x="21605" y="8534"/>
                      <a:pt x="36534" y="3559"/>
                    </a:cubicBezTo>
                    <a:cubicBezTo>
                      <a:pt x="45865" y="916"/>
                      <a:pt x="57061" y="-230"/>
                      <a:pt x="69908" y="3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4" name="Freeform 193">
                <a:extLst>
                  <a:ext uri="{FF2B5EF4-FFF2-40B4-BE49-F238E27FC236}">
                    <a16:creationId xmlns:a16="http://schemas.microsoft.com/office/drawing/2014/main" id="{A742809C-BFF6-344F-9437-23460EC8026D}"/>
                  </a:ext>
                </a:extLst>
              </p:cNvPr>
              <p:cNvSpPr/>
              <p:nvPr/>
            </p:nvSpPr>
            <p:spPr>
              <a:xfrm>
                <a:off x="8248387" y="9295625"/>
                <a:ext cx="267845" cy="2529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6" h="204">
                    <a:moveTo>
                      <a:pt x="210" y="102"/>
                    </a:moveTo>
                    <a:cubicBezTo>
                      <a:pt x="229" y="158"/>
                      <a:pt x="199" y="204"/>
                      <a:pt x="143" y="204"/>
                    </a:cubicBezTo>
                    <a:cubicBezTo>
                      <a:pt x="86" y="204"/>
                      <a:pt x="25" y="158"/>
                      <a:pt x="6" y="102"/>
                    </a:cubicBezTo>
                    <a:cubicBezTo>
                      <a:pt x="-14" y="46"/>
                      <a:pt x="16" y="0"/>
                      <a:pt x="72" y="0"/>
                    </a:cubicBezTo>
                    <a:cubicBezTo>
                      <a:pt x="128" y="0"/>
                      <a:pt x="190" y="46"/>
                      <a:pt x="210" y="102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64B64FC8-27A2-8143-8323-03456B415A68}"/>
                  </a:ext>
                </a:extLst>
              </p:cNvPr>
              <p:cNvSpPr/>
              <p:nvPr/>
            </p:nvSpPr>
            <p:spPr>
              <a:xfrm>
                <a:off x="8239265" y="9286901"/>
                <a:ext cx="284580" cy="270432"/>
              </a:xfrm>
              <a:custGeom>
                <a:avLst/>
                <a:gdLst>
                  <a:gd name="connsiteX0" fmla="*/ 99660 w 284580"/>
                  <a:gd name="connsiteY0" fmla="*/ 17447 h 270432"/>
                  <a:gd name="connsiteX1" fmla="*/ 32721 w 284580"/>
                  <a:gd name="connsiteY1" fmla="*/ 48439 h 270432"/>
                  <a:gd name="connsiteX2" fmla="*/ 25283 w 284580"/>
                  <a:gd name="connsiteY2" fmla="*/ 131496 h 270432"/>
                  <a:gd name="connsiteX3" fmla="*/ 187673 w 284580"/>
                  <a:gd name="connsiteY3" fmla="*/ 252984 h 270432"/>
                  <a:gd name="connsiteX4" fmla="*/ 255853 w 284580"/>
                  <a:gd name="connsiteY4" fmla="*/ 221992 h 270432"/>
                  <a:gd name="connsiteX5" fmla="*/ 262051 w 284580"/>
                  <a:gd name="connsiteY5" fmla="*/ 137695 h 270432"/>
                  <a:gd name="connsiteX6" fmla="*/ 99660 w 284580"/>
                  <a:gd name="connsiteY6" fmla="*/ 17447 h 270432"/>
                  <a:gd name="connsiteX7" fmla="*/ 98388 w 284580"/>
                  <a:gd name="connsiteY7" fmla="*/ 0 h 270432"/>
                  <a:gd name="connsiteX8" fmla="*/ 276999 w 284580"/>
                  <a:gd name="connsiteY8" fmla="*/ 131494 h 270432"/>
                  <a:gd name="connsiteX9" fmla="*/ 267076 w 284580"/>
                  <a:gd name="connsiteY9" fmla="*/ 231976 h 270432"/>
                  <a:gd name="connsiteX10" fmla="*/ 186453 w 284580"/>
                  <a:gd name="connsiteY10" fmla="*/ 270432 h 270432"/>
                  <a:gd name="connsiteX11" fmla="*/ 7842 w 284580"/>
                  <a:gd name="connsiteY11" fmla="*/ 137697 h 270432"/>
                  <a:gd name="connsiteX12" fmla="*/ 16525 w 284580"/>
                  <a:gd name="connsiteY12" fmla="*/ 38456 h 270432"/>
                  <a:gd name="connsiteX13" fmla="*/ 98388 w 284580"/>
                  <a:gd name="connsiteY13" fmla="*/ 0 h 270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84580" h="270432">
                    <a:moveTo>
                      <a:pt x="99660" y="17447"/>
                    </a:moveTo>
                    <a:cubicBezTo>
                      <a:pt x="69909" y="17447"/>
                      <a:pt x="46357" y="28604"/>
                      <a:pt x="32721" y="48439"/>
                    </a:cubicBezTo>
                    <a:cubicBezTo>
                      <a:pt x="16606" y="69513"/>
                      <a:pt x="14126" y="99265"/>
                      <a:pt x="25283" y="131496"/>
                    </a:cubicBezTo>
                    <a:cubicBezTo>
                      <a:pt x="48836" y="198439"/>
                      <a:pt x="120734" y="252984"/>
                      <a:pt x="187673" y="252984"/>
                    </a:cubicBezTo>
                    <a:cubicBezTo>
                      <a:pt x="216185" y="252984"/>
                      <a:pt x="240977" y="241827"/>
                      <a:pt x="255853" y="221992"/>
                    </a:cubicBezTo>
                    <a:cubicBezTo>
                      <a:pt x="270728" y="200918"/>
                      <a:pt x="273208" y="169926"/>
                      <a:pt x="262051" y="137695"/>
                    </a:cubicBezTo>
                    <a:cubicBezTo>
                      <a:pt x="239738" y="71992"/>
                      <a:pt x="166600" y="17447"/>
                      <a:pt x="99660" y="17447"/>
                    </a:cubicBezTo>
                    <a:close/>
                    <a:moveTo>
                      <a:pt x="98388" y="0"/>
                    </a:moveTo>
                    <a:cubicBezTo>
                      <a:pt x="172809" y="0"/>
                      <a:pt x="252192" y="59545"/>
                      <a:pt x="276999" y="131494"/>
                    </a:cubicBezTo>
                    <a:cubicBezTo>
                      <a:pt x="289402" y="168710"/>
                      <a:pt x="286922" y="205925"/>
                      <a:pt x="267076" y="231976"/>
                    </a:cubicBezTo>
                    <a:cubicBezTo>
                      <a:pt x="250951" y="256786"/>
                      <a:pt x="221183" y="270432"/>
                      <a:pt x="186453" y="270432"/>
                    </a:cubicBezTo>
                    <a:cubicBezTo>
                      <a:pt x="113272" y="270432"/>
                      <a:pt x="32649" y="210887"/>
                      <a:pt x="7842" y="137697"/>
                    </a:cubicBezTo>
                    <a:cubicBezTo>
                      <a:pt x="-5802" y="100482"/>
                      <a:pt x="-841" y="64507"/>
                      <a:pt x="16525" y="38456"/>
                    </a:cubicBezTo>
                    <a:cubicBezTo>
                      <a:pt x="33890" y="13646"/>
                      <a:pt x="63658" y="0"/>
                      <a:pt x="983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389AE143-8D87-B941-8F1A-7EF460BEADDF}"/>
                  </a:ext>
                </a:extLst>
              </p:cNvPr>
              <p:cNvSpPr/>
              <p:nvPr/>
            </p:nvSpPr>
            <p:spPr>
              <a:xfrm>
                <a:off x="8356774" y="9366660"/>
                <a:ext cx="49832" cy="1121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" h="91">
                    <a:moveTo>
                      <a:pt x="34" y="91"/>
                    </a:moveTo>
                    <a:cubicBezTo>
                      <a:pt x="31" y="91"/>
                      <a:pt x="28" y="89"/>
                      <a:pt x="27" y="86"/>
                    </a:cubicBezTo>
                    <a:lnTo>
                      <a:pt x="0" y="9"/>
                    </a:lnTo>
                    <a:cubicBezTo>
                      <a:pt x="-1" y="6"/>
                      <a:pt x="1" y="2"/>
                      <a:pt x="5" y="1"/>
                    </a:cubicBezTo>
                    <a:cubicBezTo>
                      <a:pt x="9" y="-1"/>
                      <a:pt x="13" y="1"/>
                      <a:pt x="14" y="5"/>
                    </a:cubicBezTo>
                    <a:lnTo>
                      <a:pt x="40" y="82"/>
                    </a:lnTo>
                    <a:cubicBezTo>
                      <a:pt x="41" y="86"/>
                      <a:pt x="40" y="89"/>
                      <a:pt x="36" y="90"/>
                    </a:cubicBezTo>
                    <a:cubicBezTo>
                      <a:pt x="35" y="91"/>
                      <a:pt x="35" y="91"/>
                      <a:pt x="34" y="9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B6DE1264-2E84-AF47-8249-C83F20AD0D81}"/>
                  </a:ext>
                </a:extLst>
              </p:cNvPr>
              <p:cNvSpPr/>
              <p:nvPr/>
            </p:nvSpPr>
            <p:spPr>
              <a:xfrm>
                <a:off x="8326875" y="9412770"/>
                <a:ext cx="112121" cy="17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" h="15">
                    <a:moveTo>
                      <a:pt x="84" y="15"/>
                    </a:moveTo>
                    <a:lnTo>
                      <a:pt x="7" y="15"/>
                    </a:lnTo>
                    <a:cubicBezTo>
                      <a:pt x="3" y="15"/>
                      <a:pt x="0" y="11"/>
                      <a:pt x="0" y="8"/>
                    </a:cubicBezTo>
                    <a:cubicBezTo>
                      <a:pt x="0" y="4"/>
                      <a:pt x="3" y="0"/>
                      <a:pt x="7" y="0"/>
                    </a:cubicBezTo>
                    <a:lnTo>
                      <a:pt x="84" y="0"/>
                    </a:lnTo>
                    <a:cubicBezTo>
                      <a:pt x="88" y="0"/>
                      <a:pt x="91" y="4"/>
                      <a:pt x="91" y="8"/>
                    </a:cubicBezTo>
                    <a:cubicBezTo>
                      <a:pt x="91" y="11"/>
                      <a:pt x="88" y="15"/>
                      <a:pt x="84" y="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7" name="Freeform 416">
                <a:extLst>
                  <a:ext uri="{FF2B5EF4-FFF2-40B4-BE49-F238E27FC236}">
                    <a16:creationId xmlns:a16="http://schemas.microsoft.com/office/drawing/2014/main" id="{689C657E-0F6C-DC49-9234-D6B7518CB88C}"/>
                  </a:ext>
                </a:extLst>
              </p:cNvPr>
              <p:cNvSpPr/>
              <p:nvPr/>
            </p:nvSpPr>
            <p:spPr>
              <a:xfrm>
                <a:off x="8748751" y="9412770"/>
                <a:ext cx="1060613" cy="1122853"/>
              </a:xfrm>
              <a:custGeom>
                <a:avLst/>
                <a:gdLst>
                  <a:gd name="connsiteX0" fmla="*/ 116183 w 1060613"/>
                  <a:gd name="connsiteY0" fmla="*/ 18694 h 1122853"/>
                  <a:gd name="connsiteX1" fmla="*/ 35305 w 1060613"/>
                  <a:gd name="connsiteY1" fmla="*/ 59772 h 1122853"/>
                  <a:gd name="connsiteX2" fmla="*/ 22862 w 1060613"/>
                  <a:gd name="connsiteY2" fmla="*/ 148153 h 1122853"/>
                  <a:gd name="connsiteX3" fmla="*/ 328953 w 1060613"/>
                  <a:gd name="connsiteY3" fmla="*/ 1039432 h 1122853"/>
                  <a:gd name="connsiteX4" fmla="*/ 365037 w 1060613"/>
                  <a:gd name="connsiteY4" fmla="*/ 1086734 h 1122853"/>
                  <a:gd name="connsiteX5" fmla="*/ 422274 w 1060613"/>
                  <a:gd name="connsiteY5" fmla="*/ 1105406 h 1122853"/>
                  <a:gd name="connsiteX6" fmla="*/ 1039434 w 1060613"/>
                  <a:gd name="connsiteY6" fmla="*/ 1105406 h 1122853"/>
                  <a:gd name="connsiteX7" fmla="*/ 664907 w 1060613"/>
                  <a:gd name="connsiteY7" fmla="*/ 18694 h 1122853"/>
                  <a:gd name="connsiteX8" fmla="*/ 116167 w 1060613"/>
                  <a:gd name="connsiteY8" fmla="*/ 0 h 1122853"/>
                  <a:gd name="connsiteX9" fmla="*/ 671138 w 1060613"/>
                  <a:gd name="connsiteY9" fmla="*/ 0 h 1122853"/>
                  <a:gd name="connsiteX10" fmla="*/ 679848 w 1060613"/>
                  <a:gd name="connsiteY10" fmla="*/ 6224 h 1122853"/>
                  <a:gd name="connsiteX11" fmla="*/ 1060613 w 1060613"/>
                  <a:gd name="connsiteY11" fmla="*/ 1111649 h 1122853"/>
                  <a:gd name="connsiteX12" fmla="*/ 1058124 w 1060613"/>
                  <a:gd name="connsiteY12" fmla="*/ 1119118 h 1122853"/>
                  <a:gd name="connsiteX13" fmla="*/ 1051903 w 1060613"/>
                  <a:gd name="connsiteY13" fmla="*/ 1122853 h 1122853"/>
                  <a:gd name="connsiteX14" fmla="*/ 422272 w 1060613"/>
                  <a:gd name="connsiteY14" fmla="*/ 1122853 h 1122853"/>
                  <a:gd name="connsiteX15" fmla="*/ 355078 w 1060613"/>
                  <a:gd name="connsiteY15" fmla="*/ 1101691 h 1122853"/>
                  <a:gd name="connsiteX16" fmla="*/ 312771 w 1060613"/>
                  <a:gd name="connsiteY16" fmla="*/ 1044428 h 1122853"/>
                  <a:gd name="connsiteX17" fmla="*/ 6666 w 1060613"/>
                  <a:gd name="connsiteY17" fmla="*/ 154361 h 1122853"/>
                  <a:gd name="connsiteX18" fmla="*/ 21598 w 1060613"/>
                  <a:gd name="connsiteY18" fmla="*/ 49794 h 1122853"/>
                  <a:gd name="connsiteX19" fmla="*/ 116167 w 1060613"/>
                  <a:gd name="connsiteY19" fmla="*/ 0 h 1122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060613" h="1122853">
                    <a:moveTo>
                      <a:pt x="116183" y="18694"/>
                    </a:moveTo>
                    <a:cubicBezTo>
                      <a:pt x="83832" y="18694"/>
                      <a:pt x="53969" y="33632"/>
                      <a:pt x="35305" y="59772"/>
                    </a:cubicBezTo>
                    <a:cubicBezTo>
                      <a:pt x="16641" y="85913"/>
                      <a:pt x="12908" y="118278"/>
                      <a:pt x="22862" y="148153"/>
                    </a:cubicBezTo>
                    <a:lnTo>
                      <a:pt x="328953" y="1039432"/>
                    </a:lnTo>
                    <a:cubicBezTo>
                      <a:pt x="336419" y="1059348"/>
                      <a:pt x="347618" y="1075531"/>
                      <a:pt x="365037" y="1086734"/>
                    </a:cubicBezTo>
                    <a:cubicBezTo>
                      <a:pt x="381213" y="1099182"/>
                      <a:pt x="401121" y="1105406"/>
                      <a:pt x="422274" y="1105406"/>
                    </a:cubicBezTo>
                    <a:lnTo>
                      <a:pt x="1039434" y="1105406"/>
                    </a:lnTo>
                    <a:lnTo>
                      <a:pt x="664907" y="18694"/>
                    </a:lnTo>
                    <a:close/>
                    <a:moveTo>
                      <a:pt x="116167" y="0"/>
                    </a:moveTo>
                    <a:lnTo>
                      <a:pt x="671138" y="0"/>
                    </a:lnTo>
                    <a:cubicBezTo>
                      <a:pt x="674871" y="0"/>
                      <a:pt x="678604" y="3735"/>
                      <a:pt x="679848" y="6224"/>
                    </a:cubicBezTo>
                    <a:lnTo>
                      <a:pt x="1060613" y="1111649"/>
                    </a:lnTo>
                    <a:cubicBezTo>
                      <a:pt x="1060613" y="1114139"/>
                      <a:pt x="1060613" y="1116629"/>
                      <a:pt x="1058124" y="1119118"/>
                    </a:cubicBezTo>
                    <a:cubicBezTo>
                      <a:pt x="1056880" y="1121608"/>
                      <a:pt x="1055636" y="1122853"/>
                      <a:pt x="1051903" y="1122853"/>
                    </a:cubicBezTo>
                    <a:lnTo>
                      <a:pt x="422272" y="1122853"/>
                    </a:lnTo>
                    <a:cubicBezTo>
                      <a:pt x="398630" y="1122853"/>
                      <a:pt x="374987" y="1115384"/>
                      <a:pt x="355078" y="1101691"/>
                    </a:cubicBezTo>
                    <a:cubicBezTo>
                      <a:pt x="335169" y="1086752"/>
                      <a:pt x="320237" y="1068080"/>
                      <a:pt x="312771" y="1044428"/>
                    </a:cubicBezTo>
                    <a:lnTo>
                      <a:pt x="6666" y="154361"/>
                    </a:lnTo>
                    <a:cubicBezTo>
                      <a:pt x="-5778" y="118261"/>
                      <a:pt x="-800" y="80915"/>
                      <a:pt x="21598" y="49794"/>
                    </a:cubicBezTo>
                    <a:cubicBezTo>
                      <a:pt x="43996" y="18673"/>
                      <a:pt x="77592" y="0"/>
                      <a:pt x="11616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8" name="Freeform 417">
                <a:extLst>
                  <a:ext uri="{FF2B5EF4-FFF2-40B4-BE49-F238E27FC236}">
                    <a16:creationId xmlns:a16="http://schemas.microsoft.com/office/drawing/2014/main" id="{E75E611B-B3EE-AE44-821E-BDD5CE2BA1D4}"/>
                  </a:ext>
                </a:extLst>
              </p:cNvPr>
              <p:cNvSpPr/>
              <p:nvPr/>
            </p:nvSpPr>
            <p:spPr>
              <a:xfrm>
                <a:off x="9414451" y="9412770"/>
                <a:ext cx="1430684" cy="1122853"/>
              </a:xfrm>
              <a:custGeom>
                <a:avLst/>
                <a:gdLst>
                  <a:gd name="connsiteX0" fmla="*/ 19932 w 1430684"/>
                  <a:gd name="connsiteY0" fmla="*/ 18694 h 1122853"/>
                  <a:gd name="connsiteX1" fmla="*/ 394580 w 1430684"/>
                  <a:gd name="connsiteY1" fmla="*/ 1105406 h 1122853"/>
                  <a:gd name="connsiteX2" fmla="*/ 1410236 w 1430684"/>
                  <a:gd name="connsiteY2" fmla="*/ 1105406 h 1122853"/>
                  <a:gd name="connsiteX3" fmla="*/ 1035588 w 1430684"/>
                  <a:gd name="connsiteY3" fmla="*/ 18694 h 1122853"/>
                  <a:gd name="connsiteX4" fmla="*/ 7468 w 1430684"/>
                  <a:gd name="connsiteY4" fmla="*/ 0 h 1122853"/>
                  <a:gd name="connsiteX5" fmla="*/ 1041820 w 1430684"/>
                  <a:gd name="connsiteY5" fmla="*/ 0 h 1122853"/>
                  <a:gd name="connsiteX6" fmla="*/ 1050533 w 1430684"/>
                  <a:gd name="connsiteY6" fmla="*/ 6224 h 1122853"/>
                  <a:gd name="connsiteX7" fmla="*/ 1430169 w 1430684"/>
                  <a:gd name="connsiteY7" fmla="*/ 1111649 h 1122853"/>
                  <a:gd name="connsiteX8" fmla="*/ 1428924 w 1430684"/>
                  <a:gd name="connsiteY8" fmla="*/ 1119118 h 1122853"/>
                  <a:gd name="connsiteX9" fmla="*/ 1422701 w 1430684"/>
                  <a:gd name="connsiteY9" fmla="*/ 1122853 h 1122853"/>
                  <a:gd name="connsiteX10" fmla="*/ 388349 w 1430684"/>
                  <a:gd name="connsiteY10" fmla="*/ 1122853 h 1122853"/>
                  <a:gd name="connsiteX11" fmla="*/ 379636 w 1430684"/>
                  <a:gd name="connsiteY11" fmla="*/ 1116629 h 1122853"/>
                  <a:gd name="connsiteX12" fmla="*/ 0 w 1430684"/>
                  <a:gd name="connsiteY12" fmla="*/ 12448 h 1122853"/>
                  <a:gd name="connsiteX13" fmla="*/ 1245 w 1430684"/>
                  <a:gd name="connsiteY13" fmla="*/ 4979 h 1122853"/>
                  <a:gd name="connsiteX14" fmla="*/ 7468 w 1430684"/>
                  <a:gd name="connsiteY14" fmla="*/ 0 h 11228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30684" h="1122853">
                    <a:moveTo>
                      <a:pt x="19932" y="18694"/>
                    </a:moveTo>
                    <a:lnTo>
                      <a:pt x="394580" y="1105406"/>
                    </a:lnTo>
                    <a:lnTo>
                      <a:pt x="1410236" y="1105406"/>
                    </a:lnTo>
                    <a:lnTo>
                      <a:pt x="1035588" y="18694"/>
                    </a:lnTo>
                    <a:close/>
                    <a:moveTo>
                      <a:pt x="7468" y="0"/>
                    </a:moveTo>
                    <a:lnTo>
                      <a:pt x="1041820" y="0"/>
                    </a:lnTo>
                    <a:cubicBezTo>
                      <a:pt x="1045554" y="0"/>
                      <a:pt x="1048044" y="3735"/>
                      <a:pt x="1050533" y="6224"/>
                    </a:cubicBezTo>
                    <a:lnTo>
                      <a:pt x="1430169" y="1111649"/>
                    </a:lnTo>
                    <a:cubicBezTo>
                      <a:pt x="1431414" y="1114139"/>
                      <a:pt x="1430169" y="1116629"/>
                      <a:pt x="1428924" y="1119118"/>
                    </a:cubicBezTo>
                    <a:cubicBezTo>
                      <a:pt x="1427680" y="1121608"/>
                      <a:pt x="1423946" y="1122853"/>
                      <a:pt x="1422701" y="1122853"/>
                    </a:cubicBezTo>
                    <a:lnTo>
                      <a:pt x="388349" y="1122853"/>
                    </a:lnTo>
                    <a:cubicBezTo>
                      <a:pt x="384615" y="1122853"/>
                      <a:pt x="380881" y="1120363"/>
                      <a:pt x="379636" y="1116629"/>
                    </a:cubicBezTo>
                    <a:lnTo>
                      <a:pt x="0" y="12448"/>
                    </a:lnTo>
                    <a:cubicBezTo>
                      <a:pt x="0" y="9959"/>
                      <a:pt x="0" y="6224"/>
                      <a:pt x="1245" y="4979"/>
                    </a:cubicBezTo>
                    <a:cubicBezTo>
                      <a:pt x="2489" y="2490"/>
                      <a:pt x="6224" y="0"/>
                      <a:pt x="74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75951EF1-5AF8-DC4B-A420-3A2E62AABA2D}"/>
                  </a:ext>
                </a:extLst>
              </p:cNvPr>
              <p:cNvSpPr/>
              <p:nvPr/>
            </p:nvSpPr>
            <p:spPr>
              <a:xfrm>
                <a:off x="10343812" y="9593473"/>
                <a:ext cx="296498" cy="8287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9" h="666">
                    <a:moveTo>
                      <a:pt x="232" y="666"/>
                    </a:moveTo>
                    <a:cubicBezTo>
                      <a:pt x="229" y="666"/>
                      <a:pt x="226" y="664"/>
                      <a:pt x="225" y="661"/>
                    </a:cubicBezTo>
                    <a:lnTo>
                      <a:pt x="0" y="9"/>
                    </a:lnTo>
                    <a:cubicBezTo>
                      <a:pt x="-1" y="5"/>
                      <a:pt x="1" y="1"/>
                      <a:pt x="5" y="0"/>
                    </a:cubicBezTo>
                    <a:cubicBezTo>
                      <a:pt x="8" y="-1"/>
                      <a:pt x="13" y="1"/>
                      <a:pt x="14" y="4"/>
                    </a:cubicBezTo>
                    <a:lnTo>
                      <a:pt x="238" y="657"/>
                    </a:lnTo>
                    <a:cubicBezTo>
                      <a:pt x="240" y="660"/>
                      <a:pt x="238" y="664"/>
                      <a:pt x="234" y="665"/>
                    </a:cubicBezTo>
                    <a:cubicBezTo>
                      <a:pt x="233" y="665"/>
                      <a:pt x="232" y="666"/>
                      <a:pt x="232" y="6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000126FE-3DEA-004A-A571-8FE95FC1DC86}"/>
                  </a:ext>
                </a:extLst>
              </p:cNvPr>
              <p:cNvSpPr/>
              <p:nvPr/>
            </p:nvSpPr>
            <p:spPr>
              <a:xfrm>
                <a:off x="10399873" y="9835242"/>
                <a:ext cx="144512" cy="2305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7" h="186">
                    <a:moveTo>
                      <a:pt x="105" y="93"/>
                    </a:moveTo>
                    <a:cubicBezTo>
                      <a:pt x="128" y="159"/>
                      <a:pt x="116" y="186"/>
                      <a:pt x="91" y="186"/>
                    </a:cubicBezTo>
                    <a:cubicBezTo>
                      <a:pt x="65" y="186"/>
                      <a:pt x="35" y="159"/>
                      <a:pt x="13" y="93"/>
                    </a:cubicBezTo>
                    <a:cubicBezTo>
                      <a:pt x="-10" y="27"/>
                      <a:pt x="1" y="0"/>
                      <a:pt x="27" y="0"/>
                    </a:cubicBezTo>
                    <a:cubicBezTo>
                      <a:pt x="52" y="0"/>
                      <a:pt x="82" y="27"/>
                      <a:pt x="105" y="9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275C9EA2-5EFF-9944-9540-42AFA3CE3E08}"/>
                  </a:ext>
                </a:extLst>
              </p:cNvPr>
              <p:cNvSpPr/>
              <p:nvPr/>
            </p:nvSpPr>
            <p:spPr>
              <a:xfrm>
                <a:off x="10390681" y="9827764"/>
                <a:ext cx="161326" cy="248000"/>
              </a:xfrm>
              <a:custGeom>
                <a:avLst/>
                <a:gdLst>
                  <a:gd name="connsiteX0" fmla="*/ 42585 w 161326"/>
                  <a:gd name="connsiteY0" fmla="*/ 16201 h 248000"/>
                  <a:gd name="connsiteX1" fmla="*/ 24079 w 161326"/>
                  <a:gd name="connsiteY1" fmla="*/ 24874 h 248000"/>
                  <a:gd name="connsiteX2" fmla="*/ 32715 w 161326"/>
                  <a:gd name="connsiteY2" fmla="*/ 120279 h 248000"/>
                  <a:gd name="connsiteX3" fmla="*/ 121542 w 161326"/>
                  <a:gd name="connsiteY3" fmla="*/ 230552 h 248000"/>
                  <a:gd name="connsiteX4" fmla="*/ 138814 w 161326"/>
                  <a:gd name="connsiteY4" fmla="*/ 221879 h 248000"/>
                  <a:gd name="connsiteX5" fmla="*/ 130178 w 161326"/>
                  <a:gd name="connsiteY5" fmla="*/ 126474 h 248000"/>
                  <a:gd name="connsiteX6" fmla="*/ 42585 w 161326"/>
                  <a:gd name="connsiteY6" fmla="*/ 16201 h 248000"/>
                  <a:gd name="connsiteX7" fmla="*/ 41265 w 161326"/>
                  <a:gd name="connsiteY7" fmla="*/ 0 h 248000"/>
                  <a:gd name="connsiteX8" fmla="*/ 145106 w 161326"/>
                  <a:gd name="connsiteY8" fmla="*/ 120280 h 248000"/>
                  <a:gd name="connsiteX9" fmla="*/ 151287 w 161326"/>
                  <a:gd name="connsiteY9" fmla="*/ 233120 h 248000"/>
                  <a:gd name="connsiteX10" fmla="*/ 120382 w 161326"/>
                  <a:gd name="connsiteY10" fmla="*/ 248000 h 248000"/>
                  <a:gd name="connsiteX11" fmla="*/ 15304 w 161326"/>
                  <a:gd name="connsiteY11" fmla="*/ 126480 h 248000"/>
                  <a:gd name="connsiteX12" fmla="*/ 9123 w 161326"/>
                  <a:gd name="connsiteY12" fmla="*/ 14880 h 248000"/>
                  <a:gd name="connsiteX13" fmla="*/ 41265 w 161326"/>
                  <a:gd name="connsiteY13" fmla="*/ 0 h 24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1326" h="248000">
                    <a:moveTo>
                      <a:pt x="42585" y="16201"/>
                    </a:moveTo>
                    <a:cubicBezTo>
                      <a:pt x="33949" y="16201"/>
                      <a:pt x="27781" y="19918"/>
                      <a:pt x="24079" y="24874"/>
                    </a:cubicBezTo>
                    <a:cubicBezTo>
                      <a:pt x="17911" y="33547"/>
                      <a:pt x="11743" y="57089"/>
                      <a:pt x="32715" y="120279"/>
                    </a:cubicBezTo>
                    <a:cubicBezTo>
                      <a:pt x="56156" y="189664"/>
                      <a:pt x="89466" y="230552"/>
                      <a:pt x="121542" y="230552"/>
                    </a:cubicBezTo>
                    <a:cubicBezTo>
                      <a:pt x="128944" y="230552"/>
                      <a:pt x="135112" y="228074"/>
                      <a:pt x="138814" y="221879"/>
                    </a:cubicBezTo>
                    <a:cubicBezTo>
                      <a:pt x="144982" y="213206"/>
                      <a:pt x="152384" y="189664"/>
                      <a:pt x="130178" y="126474"/>
                    </a:cubicBezTo>
                    <a:cubicBezTo>
                      <a:pt x="106737" y="57089"/>
                      <a:pt x="74661" y="16201"/>
                      <a:pt x="42585" y="16201"/>
                    </a:cubicBezTo>
                    <a:close/>
                    <a:moveTo>
                      <a:pt x="41265" y="0"/>
                    </a:moveTo>
                    <a:cubicBezTo>
                      <a:pt x="80824" y="0"/>
                      <a:pt x="119146" y="43400"/>
                      <a:pt x="145106" y="120280"/>
                    </a:cubicBezTo>
                    <a:cubicBezTo>
                      <a:pt x="164886" y="174840"/>
                      <a:pt x="166122" y="212040"/>
                      <a:pt x="151287" y="233120"/>
                    </a:cubicBezTo>
                    <a:cubicBezTo>
                      <a:pt x="145106" y="241800"/>
                      <a:pt x="133980" y="248000"/>
                      <a:pt x="120382" y="248000"/>
                    </a:cubicBezTo>
                    <a:cubicBezTo>
                      <a:pt x="80824" y="248000"/>
                      <a:pt x="41265" y="203360"/>
                      <a:pt x="15304" y="126480"/>
                    </a:cubicBezTo>
                    <a:cubicBezTo>
                      <a:pt x="-3239" y="71920"/>
                      <a:pt x="-4475" y="34720"/>
                      <a:pt x="9123" y="14880"/>
                    </a:cubicBezTo>
                    <a:cubicBezTo>
                      <a:pt x="16541" y="4960"/>
                      <a:pt x="27667" y="0"/>
                      <a:pt x="412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669D5A63-97F5-4E4E-8D68-590AFF97063B}"/>
                  </a:ext>
                </a:extLst>
              </p:cNvPr>
              <p:cNvSpPr/>
              <p:nvPr/>
            </p:nvSpPr>
            <p:spPr>
              <a:xfrm>
                <a:off x="9963846" y="9848950"/>
                <a:ext cx="231717" cy="3501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7" h="282">
                    <a:moveTo>
                      <a:pt x="97" y="282"/>
                    </a:moveTo>
                    <a:lnTo>
                      <a:pt x="187" y="282"/>
                    </a:lnTo>
                    <a:lnTo>
                      <a:pt x="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7C6FCC35-3CA6-E44C-BDFF-16D11CF47719}"/>
                  </a:ext>
                </a:extLst>
              </p:cNvPr>
              <p:cNvSpPr/>
              <p:nvPr/>
            </p:nvSpPr>
            <p:spPr>
              <a:xfrm>
                <a:off x="9955125" y="9840227"/>
                <a:ext cx="249671" cy="366391"/>
              </a:xfrm>
              <a:custGeom>
                <a:avLst/>
                <a:gdLst>
                  <a:gd name="connsiteX0" fmla="*/ 21179 w 249671"/>
                  <a:gd name="connsiteY0" fmla="*/ 17447 h 366391"/>
                  <a:gd name="connsiteX1" fmla="*/ 135109 w 249671"/>
                  <a:gd name="connsiteY1" fmla="*/ 350190 h 366391"/>
                  <a:gd name="connsiteX2" fmla="*/ 229226 w 249671"/>
                  <a:gd name="connsiteY2" fmla="*/ 350190 h 366391"/>
                  <a:gd name="connsiteX3" fmla="*/ 114057 w 249671"/>
                  <a:gd name="connsiteY3" fmla="*/ 17447 h 366391"/>
                  <a:gd name="connsiteX4" fmla="*/ 8677 w 249671"/>
                  <a:gd name="connsiteY4" fmla="*/ 0 h 366391"/>
                  <a:gd name="connsiteX5" fmla="*/ 121480 w 249671"/>
                  <a:gd name="connsiteY5" fmla="*/ 0 h 366391"/>
                  <a:gd name="connsiteX6" fmla="*/ 128918 w 249671"/>
                  <a:gd name="connsiteY6" fmla="*/ 6210 h 366391"/>
                  <a:gd name="connsiteX7" fmla="*/ 249158 w 249671"/>
                  <a:gd name="connsiteY7" fmla="*/ 355213 h 366391"/>
                  <a:gd name="connsiteX8" fmla="*/ 247918 w 249671"/>
                  <a:gd name="connsiteY8" fmla="*/ 363907 h 366391"/>
                  <a:gd name="connsiteX9" fmla="*/ 240481 w 249671"/>
                  <a:gd name="connsiteY9" fmla="*/ 366391 h 366391"/>
                  <a:gd name="connsiteX10" fmla="*/ 128918 w 249671"/>
                  <a:gd name="connsiteY10" fmla="*/ 366391 h 366391"/>
                  <a:gd name="connsiteX11" fmla="*/ 121480 w 249671"/>
                  <a:gd name="connsiteY11" fmla="*/ 361423 h 366391"/>
                  <a:gd name="connsiteX12" fmla="*/ 0 w 249671"/>
                  <a:gd name="connsiteY12" fmla="*/ 11178 h 366391"/>
                  <a:gd name="connsiteX13" fmla="*/ 2479 w 249671"/>
                  <a:gd name="connsiteY13" fmla="*/ 3726 h 366391"/>
                  <a:gd name="connsiteX14" fmla="*/ 8677 w 249671"/>
                  <a:gd name="connsiteY14" fmla="*/ 0 h 3663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49671" h="366391">
                    <a:moveTo>
                      <a:pt x="21179" y="17447"/>
                    </a:moveTo>
                    <a:lnTo>
                      <a:pt x="135109" y="350190"/>
                    </a:lnTo>
                    <a:lnTo>
                      <a:pt x="229226" y="350190"/>
                    </a:lnTo>
                    <a:lnTo>
                      <a:pt x="114057" y="17447"/>
                    </a:lnTo>
                    <a:close/>
                    <a:moveTo>
                      <a:pt x="8677" y="0"/>
                    </a:moveTo>
                    <a:lnTo>
                      <a:pt x="121480" y="0"/>
                    </a:lnTo>
                    <a:cubicBezTo>
                      <a:pt x="123959" y="0"/>
                      <a:pt x="127678" y="2484"/>
                      <a:pt x="128918" y="6210"/>
                    </a:cubicBezTo>
                    <a:lnTo>
                      <a:pt x="249158" y="355213"/>
                    </a:lnTo>
                    <a:cubicBezTo>
                      <a:pt x="250398" y="358939"/>
                      <a:pt x="249158" y="361423"/>
                      <a:pt x="247918" y="363907"/>
                    </a:cubicBezTo>
                    <a:cubicBezTo>
                      <a:pt x="246679" y="366391"/>
                      <a:pt x="244200" y="366391"/>
                      <a:pt x="240481" y="366391"/>
                    </a:cubicBezTo>
                    <a:lnTo>
                      <a:pt x="128918" y="366391"/>
                    </a:lnTo>
                    <a:cubicBezTo>
                      <a:pt x="125199" y="366391"/>
                      <a:pt x="121480" y="365149"/>
                      <a:pt x="121480" y="361423"/>
                    </a:cubicBezTo>
                    <a:lnTo>
                      <a:pt x="0" y="11178"/>
                    </a:lnTo>
                    <a:cubicBezTo>
                      <a:pt x="0" y="8694"/>
                      <a:pt x="0" y="6210"/>
                      <a:pt x="2479" y="3726"/>
                    </a:cubicBezTo>
                    <a:cubicBezTo>
                      <a:pt x="3719" y="1242"/>
                      <a:pt x="6198" y="0"/>
                      <a:pt x="86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C8451716-67E7-4B45-9B0E-763917AAA0C2}"/>
                  </a:ext>
                </a:extLst>
              </p:cNvPr>
              <p:cNvSpPr/>
              <p:nvPr/>
            </p:nvSpPr>
            <p:spPr>
              <a:xfrm>
                <a:off x="9946405" y="9797855"/>
                <a:ext cx="129562" cy="498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5" h="41">
                    <a:moveTo>
                      <a:pt x="0" y="0"/>
                    </a:moveTo>
                    <a:lnTo>
                      <a:pt x="14" y="41"/>
                    </a:lnTo>
                    <a:lnTo>
                      <a:pt x="105" y="41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7504E7E3-4666-CD41-AAEA-1BB8323B719C}"/>
                  </a:ext>
                </a:extLst>
              </p:cNvPr>
              <p:cNvSpPr/>
              <p:nvPr/>
            </p:nvSpPr>
            <p:spPr>
              <a:xfrm>
                <a:off x="9937684" y="9790378"/>
                <a:ext cx="145758" cy="66050"/>
              </a:xfrm>
              <a:custGeom>
                <a:avLst/>
                <a:gdLst>
                  <a:gd name="connsiteX0" fmla="*/ 21179 w 145758"/>
                  <a:gd name="connsiteY0" fmla="*/ 16201 h 66050"/>
                  <a:gd name="connsiteX1" fmla="*/ 32259 w 145758"/>
                  <a:gd name="connsiteY1" fmla="*/ 48603 h 66050"/>
                  <a:gd name="connsiteX2" fmla="*/ 125826 w 145758"/>
                  <a:gd name="connsiteY2" fmla="*/ 48603 h 66050"/>
                  <a:gd name="connsiteX3" fmla="*/ 114746 w 145758"/>
                  <a:gd name="connsiteY3" fmla="*/ 16201 h 66050"/>
                  <a:gd name="connsiteX4" fmla="*/ 8647 w 145758"/>
                  <a:gd name="connsiteY4" fmla="*/ 0 h 66050"/>
                  <a:gd name="connsiteX5" fmla="*/ 121053 w 145758"/>
                  <a:gd name="connsiteY5" fmla="*/ 0 h 66050"/>
                  <a:gd name="connsiteX6" fmla="*/ 128465 w 145758"/>
                  <a:gd name="connsiteY6" fmla="*/ 4893 h 66050"/>
                  <a:gd name="connsiteX7" fmla="*/ 145758 w 145758"/>
                  <a:gd name="connsiteY7" fmla="*/ 55042 h 66050"/>
                  <a:gd name="connsiteX8" fmla="*/ 144523 w 145758"/>
                  <a:gd name="connsiteY8" fmla="*/ 62381 h 66050"/>
                  <a:gd name="connsiteX9" fmla="*/ 138347 w 145758"/>
                  <a:gd name="connsiteY9" fmla="*/ 66050 h 66050"/>
                  <a:gd name="connsiteX10" fmla="*/ 25940 w 145758"/>
                  <a:gd name="connsiteY10" fmla="*/ 66050 h 66050"/>
                  <a:gd name="connsiteX11" fmla="*/ 17293 w 145758"/>
                  <a:gd name="connsiteY11" fmla="*/ 59934 h 66050"/>
                  <a:gd name="connsiteX12" fmla="*/ 0 w 145758"/>
                  <a:gd name="connsiteY12" fmla="*/ 11008 h 66050"/>
                  <a:gd name="connsiteX13" fmla="*/ 1235 w 145758"/>
                  <a:gd name="connsiteY13" fmla="*/ 2446 h 66050"/>
                  <a:gd name="connsiteX14" fmla="*/ 8647 w 145758"/>
                  <a:gd name="connsiteY14" fmla="*/ 0 h 66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45758" h="66050">
                    <a:moveTo>
                      <a:pt x="21179" y="16201"/>
                    </a:moveTo>
                    <a:lnTo>
                      <a:pt x="32259" y="48603"/>
                    </a:lnTo>
                    <a:lnTo>
                      <a:pt x="125826" y="48603"/>
                    </a:lnTo>
                    <a:lnTo>
                      <a:pt x="114746" y="16201"/>
                    </a:lnTo>
                    <a:close/>
                    <a:moveTo>
                      <a:pt x="8647" y="0"/>
                    </a:moveTo>
                    <a:lnTo>
                      <a:pt x="121053" y="0"/>
                    </a:lnTo>
                    <a:cubicBezTo>
                      <a:pt x="123524" y="0"/>
                      <a:pt x="127229" y="1223"/>
                      <a:pt x="128465" y="4893"/>
                    </a:cubicBezTo>
                    <a:lnTo>
                      <a:pt x="145758" y="55042"/>
                    </a:lnTo>
                    <a:cubicBezTo>
                      <a:pt x="145758" y="57488"/>
                      <a:pt x="145758" y="59934"/>
                      <a:pt x="144523" y="62381"/>
                    </a:cubicBezTo>
                    <a:cubicBezTo>
                      <a:pt x="143288" y="64827"/>
                      <a:pt x="140817" y="66050"/>
                      <a:pt x="138347" y="66050"/>
                    </a:cubicBezTo>
                    <a:lnTo>
                      <a:pt x="25940" y="66050"/>
                    </a:lnTo>
                    <a:cubicBezTo>
                      <a:pt x="22234" y="66050"/>
                      <a:pt x="19764" y="63604"/>
                      <a:pt x="17293" y="59934"/>
                    </a:cubicBezTo>
                    <a:lnTo>
                      <a:pt x="0" y="11008"/>
                    </a:lnTo>
                    <a:cubicBezTo>
                      <a:pt x="0" y="7339"/>
                      <a:pt x="0" y="4893"/>
                      <a:pt x="1235" y="2446"/>
                    </a:cubicBezTo>
                    <a:cubicBezTo>
                      <a:pt x="3706" y="0"/>
                      <a:pt x="6176" y="0"/>
                      <a:pt x="864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177C3FB4-9046-CC4D-81AE-2F40A22DA304}"/>
                  </a:ext>
                </a:extLst>
              </p:cNvPr>
              <p:cNvSpPr/>
              <p:nvPr/>
            </p:nvSpPr>
            <p:spPr>
              <a:xfrm>
                <a:off x="9930209" y="9708126"/>
                <a:ext cx="127071" cy="88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3" h="72">
                    <a:moveTo>
                      <a:pt x="32" y="0"/>
                    </a:moveTo>
                    <a:cubicBezTo>
                      <a:pt x="19" y="0"/>
                      <a:pt x="10" y="4"/>
                      <a:pt x="5" y="13"/>
                    </a:cubicBezTo>
                    <a:cubicBezTo>
                      <a:pt x="-1" y="21"/>
                      <a:pt x="-2" y="32"/>
                      <a:pt x="2" y="44"/>
                    </a:cubicBezTo>
                    <a:lnTo>
                      <a:pt x="7" y="58"/>
                    </a:lnTo>
                    <a:lnTo>
                      <a:pt x="12" y="72"/>
                    </a:lnTo>
                    <a:lnTo>
                      <a:pt x="57" y="72"/>
                    </a:lnTo>
                    <a:lnTo>
                      <a:pt x="103" y="72"/>
                    </a:lnTo>
                    <a:lnTo>
                      <a:pt x="98" y="58"/>
                    </a:lnTo>
                    <a:lnTo>
                      <a:pt x="93" y="44"/>
                    </a:lnTo>
                    <a:cubicBezTo>
                      <a:pt x="89" y="32"/>
                      <a:pt x="79" y="21"/>
                      <a:pt x="68" y="13"/>
                    </a:cubicBezTo>
                    <a:cubicBezTo>
                      <a:pt x="57" y="4"/>
                      <a:pt x="45" y="0"/>
                      <a:pt x="3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B62725E8-AC0C-5F4B-BDE5-CFA0072243F1}"/>
                  </a:ext>
                </a:extLst>
              </p:cNvPr>
              <p:cNvSpPr/>
              <p:nvPr/>
            </p:nvSpPr>
            <p:spPr>
              <a:xfrm>
                <a:off x="9921070" y="9698157"/>
                <a:ext cx="143685" cy="107176"/>
              </a:xfrm>
              <a:custGeom>
                <a:avLst/>
                <a:gdLst>
                  <a:gd name="connsiteX0" fmla="*/ 49878 w 143685"/>
                  <a:gd name="connsiteY0" fmla="*/ 17443 h 107176"/>
                  <a:gd name="connsiteX1" fmla="*/ 22786 w 143685"/>
                  <a:gd name="connsiteY1" fmla="*/ 29698 h 107176"/>
                  <a:gd name="connsiteX2" fmla="*/ 21554 w 143685"/>
                  <a:gd name="connsiteY2" fmla="*/ 62785 h 107176"/>
                  <a:gd name="connsiteX3" fmla="*/ 31406 w 143685"/>
                  <a:gd name="connsiteY3" fmla="*/ 90971 h 107176"/>
                  <a:gd name="connsiteX4" fmla="*/ 124998 w 143685"/>
                  <a:gd name="connsiteY4" fmla="*/ 90971 h 107176"/>
                  <a:gd name="connsiteX5" fmla="*/ 116378 w 143685"/>
                  <a:gd name="connsiteY5" fmla="*/ 67687 h 107176"/>
                  <a:gd name="connsiteX6" fmla="*/ 90517 w 143685"/>
                  <a:gd name="connsiteY6" fmla="*/ 32149 h 107176"/>
                  <a:gd name="connsiteX7" fmla="*/ 49878 w 143685"/>
                  <a:gd name="connsiteY7" fmla="*/ 17443 h 107176"/>
                  <a:gd name="connsiteX8" fmla="*/ 48586 w 143685"/>
                  <a:gd name="connsiteY8" fmla="*/ 0 h 107176"/>
                  <a:gd name="connsiteX9" fmla="*/ 99223 w 143685"/>
                  <a:gd name="connsiteY9" fmla="*/ 18479 h 107176"/>
                  <a:gd name="connsiteX10" fmla="*/ 131334 w 143685"/>
                  <a:gd name="connsiteY10" fmla="*/ 62827 h 107176"/>
                  <a:gd name="connsiteX11" fmla="*/ 143685 w 143685"/>
                  <a:gd name="connsiteY11" fmla="*/ 96089 h 107176"/>
                  <a:gd name="connsiteX12" fmla="*/ 142450 w 143685"/>
                  <a:gd name="connsiteY12" fmla="*/ 104712 h 107176"/>
                  <a:gd name="connsiteX13" fmla="*/ 136275 w 143685"/>
                  <a:gd name="connsiteY13" fmla="*/ 107176 h 107176"/>
                  <a:gd name="connsiteX14" fmla="*/ 23885 w 143685"/>
                  <a:gd name="connsiteY14" fmla="*/ 107176 h 107176"/>
                  <a:gd name="connsiteX15" fmla="*/ 15240 w 143685"/>
                  <a:gd name="connsiteY15" fmla="*/ 102248 h 107176"/>
                  <a:gd name="connsiteX16" fmla="*/ 2889 w 143685"/>
                  <a:gd name="connsiteY16" fmla="*/ 67755 h 107176"/>
                  <a:gd name="connsiteX17" fmla="*/ 7829 w 143685"/>
                  <a:gd name="connsiteY17" fmla="*/ 20942 h 107176"/>
                  <a:gd name="connsiteX18" fmla="*/ 48586 w 143685"/>
                  <a:gd name="connsiteY18" fmla="*/ 0 h 107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3685" h="107176">
                    <a:moveTo>
                      <a:pt x="49878" y="17443"/>
                    </a:moveTo>
                    <a:cubicBezTo>
                      <a:pt x="37564" y="17443"/>
                      <a:pt x="28943" y="22345"/>
                      <a:pt x="22786" y="29698"/>
                    </a:cubicBezTo>
                    <a:cubicBezTo>
                      <a:pt x="17860" y="38276"/>
                      <a:pt x="16629" y="49305"/>
                      <a:pt x="21554" y="62785"/>
                    </a:cubicBezTo>
                    <a:lnTo>
                      <a:pt x="31406" y="90971"/>
                    </a:lnTo>
                    <a:lnTo>
                      <a:pt x="124998" y="90971"/>
                    </a:lnTo>
                    <a:lnTo>
                      <a:pt x="116378" y="67687"/>
                    </a:lnTo>
                    <a:cubicBezTo>
                      <a:pt x="111452" y="54207"/>
                      <a:pt x="101600" y="41952"/>
                      <a:pt x="90517" y="32149"/>
                    </a:cubicBezTo>
                    <a:cubicBezTo>
                      <a:pt x="76971" y="23570"/>
                      <a:pt x="63424" y="17443"/>
                      <a:pt x="49878" y="17443"/>
                    </a:cubicBezTo>
                    <a:close/>
                    <a:moveTo>
                      <a:pt x="48586" y="0"/>
                    </a:moveTo>
                    <a:cubicBezTo>
                      <a:pt x="65877" y="0"/>
                      <a:pt x="83167" y="7391"/>
                      <a:pt x="99223" y="18479"/>
                    </a:cubicBezTo>
                    <a:cubicBezTo>
                      <a:pt x="114044" y="29566"/>
                      <a:pt x="126394" y="45581"/>
                      <a:pt x="131334" y="62827"/>
                    </a:cubicBezTo>
                    <a:lnTo>
                      <a:pt x="143685" y="96089"/>
                    </a:lnTo>
                    <a:cubicBezTo>
                      <a:pt x="143685" y="98553"/>
                      <a:pt x="143685" y="102248"/>
                      <a:pt x="142450" y="104712"/>
                    </a:cubicBezTo>
                    <a:cubicBezTo>
                      <a:pt x="141215" y="105944"/>
                      <a:pt x="137510" y="107176"/>
                      <a:pt x="136275" y="107176"/>
                    </a:cubicBezTo>
                    <a:lnTo>
                      <a:pt x="23885" y="107176"/>
                    </a:lnTo>
                    <a:cubicBezTo>
                      <a:pt x="20180" y="107176"/>
                      <a:pt x="16475" y="104712"/>
                      <a:pt x="15240" y="102248"/>
                    </a:cubicBezTo>
                    <a:lnTo>
                      <a:pt x="2889" y="67755"/>
                    </a:lnTo>
                    <a:cubicBezTo>
                      <a:pt x="-2051" y="50508"/>
                      <a:pt x="-816" y="33262"/>
                      <a:pt x="7829" y="20942"/>
                    </a:cubicBezTo>
                    <a:cubicBezTo>
                      <a:pt x="15240" y="7391"/>
                      <a:pt x="30060" y="0"/>
                      <a:pt x="4858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403AE837-053A-BA43-AAB7-A0535ECBB230}"/>
                  </a:ext>
                </a:extLst>
              </p:cNvPr>
              <p:cNvSpPr/>
              <p:nvPr/>
            </p:nvSpPr>
            <p:spPr>
              <a:xfrm>
                <a:off x="10042331" y="9933694"/>
                <a:ext cx="68519" cy="1669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6" h="135">
                    <a:moveTo>
                      <a:pt x="48" y="135"/>
                    </a:moveTo>
                    <a:cubicBezTo>
                      <a:pt x="46" y="135"/>
                      <a:pt x="43" y="133"/>
                      <a:pt x="42" y="130"/>
                    </a:cubicBezTo>
                    <a:lnTo>
                      <a:pt x="0" y="9"/>
                    </a:lnTo>
                    <a:cubicBezTo>
                      <a:pt x="-1" y="6"/>
                      <a:pt x="1" y="1"/>
                      <a:pt x="5" y="0"/>
                    </a:cubicBezTo>
                    <a:cubicBezTo>
                      <a:pt x="8" y="-1"/>
                      <a:pt x="12" y="1"/>
                      <a:pt x="13" y="5"/>
                    </a:cubicBezTo>
                    <a:lnTo>
                      <a:pt x="55" y="126"/>
                    </a:lnTo>
                    <a:cubicBezTo>
                      <a:pt x="56" y="129"/>
                      <a:pt x="54" y="133"/>
                      <a:pt x="51" y="134"/>
                    </a:cubicBezTo>
                    <a:cubicBezTo>
                      <a:pt x="50" y="134"/>
                      <a:pt x="49" y="135"/>
                      <a:pt x="48" y="13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63543464-6694-3C49-8E02-1EDE4B4A512C}"/>
                  </a:ext>
                </a:extLst>
              </p:cNvPr>
              <p:cNvSpPr/>
              <p:nvPr/>
            </p:nvSpPr>
            <p:spPr>
              <a:xfrm>
                <a:off x="10139499" y="10271422"/>
                <a:ext cx="49832" cy="573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" h="47">
                    <a:moveTo>
                      <a:pt x="37" y="47"/>
                    </a:moveTo>
                    <a:lnTo>
                      <a:pt x="4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3" name="Freeform 422">
                <a:extLst>
                  <a:ext uri="{FF2B5EF4-FFF2-40B4-BE49-F238E27FC236}">
                    <a16:creationId xmlns:a16="http://schemas.microsoft.com/office/drawing/2014/main" id="{731746FF-8738-DA49-BA1F-6E792865A534}"/>
                  </a:ext>
                </a:extLst>
              </p:cNvPr>
              <p:cNvSpPr/>
              <p:nvPr/>
            </p:nvSpPr>
            <p:spPr>
              <a:xfrm>
                <a:off x="10129346" y="10262695"/>
                <a:ext cx="67462" cy="76020"/>
              </a:xfrm>
              <a:custGeom>
                <a:avLst/>
                <a:gdLst>
                  <a:gd name="connsiteX0" fmla="*/ 27596 w 67462"/>
                  <a:gd name="connsiteY0" fmla="*/ 16205 h 76020"/>
                  <a:gd name="connsiteX1" fmla="*/ 48899 w 67462"/>
                  <a:gd name="connsiteY1" fmla="*/ 43622 h 76020"/>
                  <a:gd name="connsiteX2" fmla="*/ 51266 w 67462"/>
                  <a:gd name="connsiteY2" fmla="*/ 16205 h 76020"/>
                  <a:gd name="connsiteX3" fmla="*/ 8751 w 67462"/>
                  <a:gd name="connsiteY3" fmla="*/ 0 h 76020"/>
                  <a:gd name="connsiteX4" fmla="*/ 58900 w 67462"/>
                  <a:gd name="connsiteY4" fmla="*/ 0 h 76020"/>
                  <a:gd name="connsiteX5" fmla="*/ 65016 w 67462"/>
                  <a:gd name="connsiteY5" fmla="*/ 2452 h 76020"/>
                  <a:gd name="connsiteX6" fmla="*/ 67462 w 67462"/>
                  <a:gd name="connsiteY6" fmla="*/ 8583 h 76020"/>
                  <a:gd name="connsiteX7" fmla="*/ 62569 w 67462"/>
                  <a:gd name="connsiteY7" fmla="*/ 67437 h 76020"/>
                  <a:gd name="connsiteX8" fmla="*/ 56454 w 67462"/>
                  <a:gd name="connsiteY8" fmla="*/ 74794 h 76020"/>
                  <a:gd name="connsiteX9" fmla="*/ 54007 w 67462"/>
                  <a:gd name="connsiteY9" fmla="*/ 76020 h 76020"/>
                  <a:gd name="connsiteX10" fmla="*/ 47892 w 67462"/>
                  <a:gd name="connsiteY10" fmla="*/ 72342 h 76020"/>
                  <a:gd name="connsiteX11" fmla="*/ 1412 w 67462"/>
                  <a:gd name="connsiteY11" fmla="*/ 13487 h 76020"/>
                  <a:gd name="connsiteX12" fmla="*/ 1412 w 67462"/>
                  <a:gd name="connsiteY12" fmla="*/ 4905 h 76020"/>
                  <a:gd name="connsiteX13" fmla="*/ 8751 w 67462"/>
                  <a:gd name="connsiteY13" fmla="*/ 0 h 76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67462" h="76020">
                    <a:moveTo>
                      <a:pt x="27596" y="16205"/>
                    </a:moveTo>
                    <a:lnTo>
                      <a:pt x="48899" y="43622"/>
                    </a:lnTo>
                    <a:lnTo>
                      <a:pt x="51266" y="16205"/>
                    </a:lnTo>
                    <a:close/>
                    <a:moveTo>
                      <a:pt x="8751" y="0"/>
                    </a:moveTo>
                    <a:lnTo>
                      <a:pt x="58900" y="0"/>
                    </a:lnTo>
                    <a:cubicBezTo>
                      <a:pt x="61346" y="0"/>
                      <a:pt x="63793" y="0"/>
                      <a:pt x="65016" y="2452"/>
                    </a:cubicBezTo>
                    <a:cubicBezTo>
                      <a:pt x="66239" y="4905"/>
                      <a:pt x="67462" y="6131"/>
                      <a:pt x="67462" y="8583"/>
                    </a:cubicBezTo>
                    <a:lnTo>
                      <a:pt x="62569" y="67437"/>
                    </a:lnTo>
                    <a:cubicBezTo>
                      <a:pt x="62569" y="71115"/>
                      <a:pt x="60123" y="73568"/>
                      <a:pt x="56454" y="74794"/>
                    </a:cubicBezTo>
                    <a:cubicBezTo>
                      <a:pt x="55231" y="74794"/>
                      <a:pt x="55231" y="76020"/>
                      <a:pt x="54007" y="76020"/>
                    </a:cubicBezTo>
                    <a:cubicBezTo>
                      <a:pt x="51561" y="76020"/>
                      <a:pt x="49115" y="73568"/>
                      <a:pt x="47892" y="72342"/>
                    </a:cubicBezTo>
                    <a:lnTo>
                      <a:pt x="1412" y="13487"/>
                    </a:lnTo>
                    <a:cubicBezTo>
                      <a:pt x="189" y="9809"/>
                      <a:pt x="-1034" y="7357"/>
                      <a:pt x="1412" y="4905"/>
                    </a:cubicBezTo>
                    <a:cubicBezTo>
                      <a:pt x="2635" y="1226"/>
                      <a:pt x="5082" y="0"/>
                      <a:pt x="875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6405BC95-684B-E64E-9D7A-A13C8A565CE9}"/>
                  </a:ext>
                </a:extLst>
              </p:cNvPr>
              <p:cNvSpPr/>
              <p:nvPr/>
            </p:nvSpPr>
            <p:spPr>
              <a:xfrm>
                <a:off x="10084687" y="10200387"/>
                <a:ext cx="110875" cy="697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" h="57">
                    <a:moveTo>
                      <a:pt x="0" y="0"/>
                    </a:moveTo>
                    <a:lnTo>
                      <a:pt x="44" y="57"/>
                    </a:lnTo>
                    <a:lnTo>
                      <a:pt x="85" y="57"/>
                    </a:lnTo>
                    <a:lnTo>
                      <a:pt x="9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4" name="Freeform 423">
                <a:extLst>
                  <a:ext uri="{FF2B5EF4-FFF2-40B4-BE49-F238E27FC236}">
                    <a16:creationId xmlns:a16="http://schemas.microsoft.com/office/drawing/2014/main" id="{E8965E60-6C5B-7C4E-84A4-BDBDAAA31F84}"/>
                  </a:ext>
                </a:extLst>
              </p:cNvPr>
              <p:cNvSpPr/>
              <p:nvPr/>
            </p:nvSpPr>
            <p:spPr>
              <a:xfrm>
                <a:off x="10074528" y="10191663"/>
                <a:ext cx="129002" cy="85990"/>
              </a:xfrm>
              <a:custGeom>
                <a:avLst/>
                <a:gdLst>
                  <a:gd name="connsiteX0" fmla="*/ 27601 w 129002"/>
                  <a:gd name="connsiteY0" fmla="*/ 16201 h 85990"/>
                  <a:gd name="connsiteX1" fmla="*/ 69344 w 129002"/>
                  <a:gd name="connsiteY1" fmla="*/ 69789 h 85990"/>
                  <a:gd name="connsiteX2" fmla="*/ 107404 w 129002"/>
                  <a:gd name="connsiteY2" fmla="*/ 69789 h 85990"/>
                  <a:gd name="connsiteX3" fmla="*/ 112315 w 129002"/>
                  <a:gd name="connsiteY3" fmla="*/ 16201 h 85990"/>
                  <a:gd name="connsiteX4" fmla="*/ 8827 w 129002"/>
                  <a:gd name="connsiteY4" fmla="*/ 0 h 85990"/>
                  <a:gd name="connsiteX5" fmla="*/ 119881 w 129002"/>
                  <a:gd name="connsiteY5" fmla="*/ 0 h 85990"/>
                  <a:gd name="connsiteX6" fmla="*/ 126050 w 129002"/>
                  <a:gd name="connsiteY6" fmla="*/ 2457 h 85990"/>
                  <a:gd name="connsiteX7" fmla="*/ 128518 w 129002"/>
                  <a:gd name="connsiteY7" fmla="*/ 8599 h 85990"/>
                  <a:gd name="connsiteX8" fmla="*/ 122348 w 129002"/>
                  <a:gd name="connsiteY8" fmla="*/ 78619 h 85990"/>
                  <a:gd name="connsiteX9" fmla="*/ 113711 w 129002"/>
                  <a:gd name="connsiteY9" fmla="*/ 85990 h 85990"/>
                  <a:gd name="connsiteX10" fmla="*/ 63120 w 129002"/>
                  <a:gd name="connsiteY10" fmla="*/ 85990 h 85990"/>
                  <a:gd name="connsiteX11" fmla="*/ 55717 w 129002"/>
                  <a:gd name="connsiteY11" fmla="*/ 83533 h 85990"/>
                  <a:gd name="connsiteX12" fmla="*/ 1424 w 129002"/>
                  <a:gd name="connsiteY12" fmla="*/ 13513 h 85990"/>
                  <a:gd name="connsiteX13" fmla="*/ 1424 w 129002"/>
                  <a:gd name="connsiteY13" fmla="*/ 4914 h 85990"/>
                  <a:gd name="connsiteX14" fmla="*/ 8827 w 129002"/>
                  <a:gd name="connsiteY14" fmla="*/ 0 h 85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29002" h="85990">
                    <a:moveTo>
                      <a:pt x="27601" y="16201"/>
                    </a:moveTo>
                    <a:lnTo>
                      <a:pt x="69344" y="69789"/>
                    </a:lnTo>
                    <a:lnTo>
                      <a:pt x="107404" y="69789"/>
                    </a:lnTo>
                    <a:lnTo>
                      <a:pt x="112315" y="16201"/>
                    </a:lnTo>
                    <a:close/>
                    <a:moveTo>
                      <a:pt x="8827" y="0"/>
                    </a:moveTo>
                    <a:lnTo>
                      <a:pt x="119881" y="0"/>
                    </a:lnTo>
                    <a:cubicBezTo>
                      <a:pt x="122348" y="0"/>
                      <a:pt x="124816" y="1228"/>
                      <a:pt x="126050" y="2457"/>
                    </a:cubicBezTo>
                    <a:cubicBezTo>
                      <a:pt x="128518" y="4914"/>
                      <a:pt x="129752" y="7371"/>
                      <a:pt x="128518" y="8599"/>
                    </a:cubicBezTo>
                    <a:lnTo>
                      <a:pt x="122348" y="78619"/>
                    </a:lnTo>
                    <a:cubicBezTo>
                      <a:pt x="122348" y="83533"/>
                      <a:pt x="118647" y="85990"/>
                      <a:pt x="113711" y="85990"/>
                    </a:cubicBezTo>
                    <a:lnTo>
                      <a:pt x="63120" y="85990"/>
                    </a:lnTo>
                    <a:cubicBezTo>
                      <a:pt x="60652" y="85990"/>
                      <a:pt x="56950" y="84762"/>
                      <a:pt x="55717" y="83533"/>
                    </a:cubicBezTo>
                    <a:lnTo>
                      <a:pt x="1424" y="13513"/>
                    </a:lnTo>
                    <a:cubicBezTo>
                      <a:pt x="190" y="11056"/>
                      <a:pt x="-1044" y="7371"/>
                      <a:pt x="1424" y="4914"/>
                    </a:cubicBezTo>
                    <a:cubicBezTo>
                      <a:pt x="2658" y="1228"/>
                      <a:pt x="5126" y="0"/>
                      <a:pt x="88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1DCD3A66-1A9A-4948-90FD-F2D0E88E8FE8}"/>
                  </a:ext>
                </a:extLst>
              </p:cNvPr>
              <p:cNvSpPr/>
              <p:nvPr/>
            </p:nvSpPr>
            <p:spPr>
              <a:xfrm>
                <a:off x="7502161" y="10670216"/>
                <a:ext cx="723805" cy="585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2" h="48">
                    <a:moveTo>
                      <a:pt x="565" y="48"/>
                    </a:moveTo>
                    <a:lnTo>
                      <a:pt x="34" y="48"/>
                    </a:lnTo>
                    <a:cubicBezTo>
                      <a:pt x="21" y="48"/>
                      <a:pt x="6" y="37"/>
                      <a:pt x="2" y="24"/>
                    </a:cubicBezTo>
                    <a:cubicBezTo>
                      <a:pt x="-3" y="11"/>
                      <a:pt x="4" y="0"/>
                      <a:pt x="18" y="0"/>
                    </a:cubicBezTo>
                    <a:lnTo>
                      <a:pt x="548" y="0"/>
                    </a:lnTo>
                    <a:cubicBezTo>
                      <a:pt x="561" y="0"/>
                      <a:pt x="576" y="11"/>
                      <a:pt x="581" y="24"/>
                    </a:cubicBezTo>
                    <a:cubicBezTo>
                      <a:pt x="585" y="37"/>
                      <a:pt x="578" y="48"/>
                      <a:pt x="565" y="4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32D62A9E-7CBA-6E47-B3D5-C0C6920FF86E}"/>
                  </a:ext>
                </a:extLst>
              </p:cNvPr>
              <p:cNvSpPr/>
              <p:nvPr/>
            </p:nvSpPr>
            <p:spPr>
              <a:xfrm>
                <a:off x="7493829" y="10661488"/>
                <a:ext cx="740538" cy="76020"/>
              </a:xfrm>
              <a:custGeom>
                <a:avLst/>
                <a:gdLst>
                  <a:gd name="connsiteX0" fmla="*/ 30733 w 740538"/>
                  <a:gd name="connsiteY0" fmla="*/ 17451 h 76020"/>
                  <a:gd name="connsiteX1" fmla="*/ 19540 w 740538"/>
                  <a:gd name="connsiteY1" fmla="*/ 22289 h 76020"/>
                  <a:gd name="connsiteX2" fmla="*/ 18297 w 740538"/>
                  <a:gd name="connsiteY2" fmla="*/ 35595 h 76020"/>
                  <a:gd name="connsiteX3" fmla="*/ 50630 w 740538"/>
                  <a:gd name="connsiteY3" fmla="*/ 58577 h 76020"/>
                  <a:gd name="connsiteX4" fmla="*/ 710981 w 740538"/>
                  <a:gd name="connsiteY4" fmla="*/ 58577 h 76020"/>
                  <a:gd name="connsiteX5" fmla="*/ 720930 w 740538"/>
                  <a:gd name="connsiteY5" fmla="*/ 53739 h 76020"/>
                  <a:gd name="connsiteX6" fmla="*/ 722174 w 740538"/>
                  <a:gd name="connsiteY6" fmla="*/ 40433 h 76020"/>
                  <a:gd name="connsiteX7" fmla="*/ 689840 w 740538"/>
                  <a:gd name="connsiteY7" fmla="*/ 17451 h 76020"/>
                  <a:gd name="connsiteX8" fmla="*/ 30705 w 740538"/>
                  <a:gd name="connsiteY8" fmla="*/ 0 h 76020"/>
                  <a:gd name="connsiteX9" fmla="*/ 689864 w 740538"/>
                  <a:gd name="connsiteY9" fmla="*/ 0 h 76020"/>
                  <a:gd name="connsiteX10" fmla="*/ 738369 w 740538"/>
                  <a:gd name="connsiteY10" fmla="*/ 35558 h 76020"/>
                  <a:gd name="connsiteX11" fmla="*/ 735881 w 740538"/>
                  <a:gd name="connsiteY11" fmla="*/ 63759 h 76020"/>
                  <a:gd name="connsiteX12" fmla="*/ 711007 w 740538"/>
                  <a:gd name="connsiteY12" fmla="*/ 76020 h 76020"/>
                  <a:gd name="connsiteX13" fmla="*/ 50604 w 740538"/>
                  <a:gd name="connsiteY13" fmla="*/ 76020 h 76020"/>
                  <a:gd name="connsiteX14" fmla="*/ 2100 w 740538"/>
                  <a:gd name="connsiteY14" fmla="*/ 40462 h 76020"/>
                  <a:gd name="connsiteX15" fmla="*/ 5831 w 740538"/>
                  <a:gd name="connsiteY15" fmla="*/ 11035 h 76020"/>
                  <a:gd name="connsiteX16" fmla="*/ 30705 w 740538"/>
                  <a:gd name="connsiteY16" fmla="*/ 0 h 76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40538" h="76020">
                    <a:moveTo>
                      <a:pt x="30733" y="17451"/>
                    </a:moveTo>
                    <a:cubicBezTo>
                      <a:pt x="27002" y="17451"/>
                      <a:pt x="22028" y="17451"/>
                      <a:pt x="19540" y="22289"/>
                    </a:cubicBezTo>
                    <a:cubicBezTo>
                      <a:pt x="17053" y="24709"/>
                      <a:pt x="17053" y="29547"/>
                      <a:pt x="18297" y="35595"/>
                    </a:cubicBezTo>
                    <a:cubicBezTo>
                      <a:pt x="23271" y="47691"/>
                      <a:pt x="38194" y="58577"/>
                      <a:pt x="50630" y="58577"/>
                    </a:cubicBezTo>
                    <a:lnTo>
                      <a:pt x="710981" y="58577"/>
                    </a:lnTo>
                    <a:cubicBezTo>
                      <a:pt x="714712" y="58577"/>
                      <a:pt x="718443" y="57367"/>
                      <a:pt x="720930" y="53739"/>
                    </a:cubicBezTo>
                    <a:cubicBezTo>
                      <a:pt x="723417" y="51319"/>
                      <a:pt x="724661" y="46481"/>
                      <a:pt x="722174" y="40433"/>
                    </a:cubicBezTo>
                    <a:cubicBezTo>
                      <a:pt x="717199" y="28337"/>
                      <a:pt x="703520" y="17451"/>
                      <a:pt x="689840" y="17451"/>
                    </a:cubicBezTo>
                    <a:close/>
                    <a:moveTo>
                      <a:pt x="30705" y="0"/>
                    </a:moveTo>
                    <a:lnTo>
                      <a:pt x="689864" y="0"/>
                    </a:lnTo>
                    <a:cubicBezTo>
                      <a:pt x="711007" y="0"/>
                      <a:pt x="732150" y="15940"/>
                      <a:pt x="738369" y="35558"/>
                    </a:cubicBezTo>
                    <a:cubicBezTo>
                      <a:pt x="742100" y="46593"/>
                      <a:pt x="740856" y="56402"/>
                      <a:pt x="735881" y="63759"/>
                    </a:cubicBezTo>
                    <a:cubicBezTo>
                      <a:pt x="730906" y="72342"/>
                      <a:pt x="720957" y="76020"/>
                      <a:pt x="711007" y="76020"/>
                    </a:cubicBezTo>
                    <a:lnTo>
                      <a:pt x="50604" y="76020"/>
                    </a:lnTo>
                    <a:cubicBezTo>
                      <a:pt x="30705" y="76020"/>
                      <a:pt x="9562" y="60080"/>
                      <a:pt x="2100" y="40462"/>
                    </a:cubicBezTo>
                    <a:cubicBezTo>
                      <a:pt x="-1632" y="30653"/>
                      <a:pt x="-388" y="19618"/>
                      <a:pt x="5831" y="11035"/>
                    </a:cubicBezTo>
                    <a:cubicBezTo>
                      <a:pt x="10806" y="3678"/>
                      <a:pt x="19511" y="0"/>
                      <a:pt x="3070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7C6CF868-04C8-0643-A7FA-419D738357B5}"/>
                  </a:ext>
                </a:extLst>
              </p:cNvPr>
              <p:cNvSpPr/>
              <p:nvPr/>
            </p:nvSpPr>
            <p:spPr>
              <a:xfrm>
                <a:off x="8335980" y="10661488"/>
                <a:ext cx="420368" cy="76020"/>
              </a:xfrm>
              <a:custGeom>
                <a:avLst/>
                <a:gdLst>
                  <a:gd name="connsiteX0" fmla="*/ 28233 w 420368"/>
                  <a:gd name="connsiteY0" fmla="*/ 17451 h 76020"/>
                  <a:gd name="connsiteX1" fmla="*/ 18299 w 420368"/>
                  <a:gd name="connsiteY1" fmla="*/ 22289 h 76020"/>
                  <a:gd name="connsiteX2" fmla="*/ 18299 w 420368"/>
                  <a:gd name="connsiteY2" fmla="*/ 35595 h 76020"/>
                  <a:gd name="connsiteX3" fmla="*/ 49344 w 420368"/>
                  <a:gd name="connsiteY3" fmla="*/ 58577 h 76020"/>
                  <a:gd name="connsiteX4" fmla="*/ 389592 w 420368"/>
                  <a:gd name="connsiteY4" fmla="*/ 58577 h 76020"/>
                  <a:gd name="connsiteX5" fmla="*/ 400768 w 420368"/>
                  <a:gd name="connsiteY5" fmla="*/ 53739 h 76020"/>
                  <a:gd name="connsiteX6" fmla="*/ 400768 w 420368"/>
                  <a:gd name="connsiteY6" fmla="*/ 40433 h 76020"/>
                  <a:gd name="connsiteX7" fmla="*/ 368482 w 420368"/>
                  <a:gd name="connsiteY7" fmla="*/ 17451 h 76020"/>
                  <a:gd name="connsiteX8" fmla="*/ 29423 w 420368"/>
                  <a:gd name="connsiteY8" fmla="*/ 0 h 76020"/>
                  <a:gd name="connsiteX9" fmla="*/ 369760 w 420368"/>
                  <a:gd name="connsiteY9" fmla="*/ 0 h 76020"/>
                  <a:gd name="connsiteX10" fmla="*/ 418202 w 420368"/>
                  <a:gd name="connsiteY10" fmla="*/ 35558 h 76020"/>
                  <a:gd name="connsiteX11" fmla="*/ 415718 w 420368"/>
                  <a:gd name="connsiteY11" fmla="*/ 63759 h 76020"/>
                  <a:gd name="connsiteX12" fmla="*/ 390876 w 420368"/>
                  <a:gd name="connsiteY12" fmla="*/ 76020 h 76020"/>
                  <a:gd name="connsiteX13" fmla="*/ 50539 w 420368"/>
                  <a:gd name="connsiteY13" fmla="*/ 76020 h 76020"/>
                  <a:gd name="connsiteX14" fmla="*/ 2096 w 420368"/>
                  <a:gd name="connsiteY14" fmla="*/ 40462 h 76020"/>
                  <a:gd name="connsiteX15" fmla="*/ 5823 w 420368"/>
                  <a:gd name="connsiteY15" fmla="*/ 11035 h 76020"/>
                  <a:gd name="connsiteX16" fmla="*/ 29423 w 420368"/>
                  <a:gd name="connsiteY16" fmla="*/ 0 h 76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20368" h="76020">
                    <a:moveTo>
                      <a:pt x="28233" y="17451"/>
                    </a:moveTo>
                    <a:cubicBezTo>
                      <a:pt x="25750" y="17451"/>
                      <a:pt x="20783" y="17451"/>
                      <a:pt x="18299" y="22289"/>
                    </a:cubicBezTo>
                    <a:cubicBezTo>
                      <a:pt x="17057" y="24709"/>
                      <a:pt x="17057" y="29547"/>
                      <a:pt x="18299" y="35595"/>
                    </a:cubicBezTo>
                    <a:cubicBezTo>
                      <a:pt x="22024" y="47691"/>
                      <a:pt x="36926" y="58577"/>
                      <a:pt x="49344" y="58577"/>
                    </a:cubicBezTo>
                    <a:lnTo>
                      <a:pt x="389592" y="58577"/>
                    </a:lnTo>
                    <a:cubicBezTo>
                      <a:pt x="392076" y="58577"/>
                      <a:pt x="397043" y="57367"/>
                      <a:pt x="400768" y="53739"/>
                    </a:cubicBezTo>
                    <a:cubicBezTo>
                      <a:pt x="403252" y="51319"/>
                      <a:pt x="403252" y="46481"/>
                      <a:pt x="400768" y="40433"/>
                    </a:cubicBezTo>
                    <a:cubicBezTo>
                      <a:pt x="397043" y="28337"/>
                      <a:pt x="382142" y="17451"/>
                      <a:pt x="368482" y="17451"/>
                    </a:cubicBezTo>
                    <a:close/>
                    <a:moveTo>
                      <a:pt x="29423" y="0"/>
                    </a:moveTo>
                    <a:lnTo>
                      <a:pt x="369760" y="0"/>
                    </a:lnTo>
                    <a:cubicBezTo>
                      <a:pt x="390876" y="0"/>
                      <a:pt x="411991" y="15940"/>
                      <a:pt x="418202" y="35558"/>
                    </a:cubicBezTo>
                    <a:cubicBezTo>
                      <a:pt x="421928" y="46593"/>
                      <a:pt x="420686" y="56402"/>
                      <a:pt x="415718" y="63759"/>
                    </a:cubicBezTo>
                    <a:cubicBezTo>
                      <a:pt x="409507" y="72342"/>
                      <a:pt x="400812" y="76020"/>
                      <a:pt x="390876" y="76020"/>
                    </a:cubicBezTo>
                    <a:lnTo>
                      <a:pt x="50539" y="76020"/>
                    </a:lnTo>
                    <a:cubicBezTo>
                      <a:pt x="29423" y="76020"/>
                      <a:pt x="8307" y="60080"/>
                      <a:pt x="2096" y="40462"/>
                    </a:cubicBezTo>
                    <a:cubicBezTo>
                      <a:pt x="-1630" y="30653"/>
                      <a:pt x="-388" y="19618"/>
                      <a:pt x="5823" y="11035"/>
                    </a:cubicBezTo>
                    <a:cubicBezTo>
                      <a:pt x="10791" y="3678"/>
                      <a:pt x="19486" y="0"/>
                      <a:pt x="294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34FBEC49-97EC-4441-A816-B5472F8B70DA}"/>
                  </a:ext>
                </a:extLst>
              </p:cNvPr>
              <p:cNvSpPr/>
              <p:nvPr/>
            </p:nvSpPr>
            <p:spPr>
              <a:xfrm>
                <a:off x="9860762" y="10661488"/>
                <a:ext cx="420368" cy="76020"/>
              </a:xfrm>
              <a:custGeom>
                <a:avLst/>
                <a:gdLst>
                  <a:gd name="connsiteX0" fmla="*/ 29542 w 420368"/>
                  <a:gd name="connsiteY0" fmla="*/ 17451 h 76020"/>
                  <a:gd name="connsiteX1" fmla="*/ 19608 w 420368"/>
                  <a:gd name="connsiteY1" fmla="*/ 22289 h 76020"/>
                  <a:gd name="connsiteX2" fmla="*/ 18366 w 420368"/>
                  <a:gd name="connsiteY2" fmla="*/ 35595 h 76020"/>
                  <a:gd name="connsiteX3" fmla="*/ 50652 w 420368"/>
                  <a:gd name="connsiteY3" fmla="*/ 58577 h 76020"/>
                  <a:gd name="connsiteX4" fmla="*/ 389659 w 420368"/>
                  <a:gd name="connsiteY4" fmla="*/ 58577 h 76020"/>
                  <a:gd name="connsiteX5" fmla="*/ 400835 w 420368"/>
                  <a:gd name="connsiteY5" fmla="*/ 53739 h 76020"/>
                  <a:gd name="connsiteX6" fmla="*/ 402077 w 420368"/>
                  <a:gd name="connsiteY6" fmla="*/ 40433 h 76020"/>
                  <a:gd name="connsiteX7" fmla="*/ 369791 w 420368"/>
                  <a:gd name="connsiteY7" fmla="*/ 17451 h 76020"/>
                  <a:gd name="connsiteX8" fmla="*/ 29494 w 420368"/>
                  <a:gd name="connsiteY8" fmla="*/ 0 h 76020"/>
                  <a:gd name="connsiteX9" fmla="*/ 369831 w 420368"/>
                  <a:gd name="connsiteY9" fmla="*/ 0 h 76020"/>
                  <a:gd name="connsiteX10" fmla="*/ 418273 w 420368"/>
                  <a:gd name="connsiteY10" fmla="*/ 35558 h 76020"/>
                  <a:gd name="connsiteX11" fmla="*/ 414547 w 420368"/>
                  <a:gd name="connsiteY11" fmla="*/ 63759 h 76020"/>
                  <a:gd name="connsiteX12" fmla="*/ 389704 w 420368"/>
                  <a:gd name="connsiteY12" fmla="*/ 76020 h 76020"/>
                  <a:gd name="connsiteX13" fmla="*/ 50609 w 420368"/>
                  <a:gd name="connsiteY13" fmla="*/ 76020 h 76020"/>
                  <a:gd name="connsiteX14" fmla="*/ 2167 w 420368"/>
                  <a:gd name="connsiteY14" fmla="*/ 40462 h 76020"/>
                  <a:gd name="connsiteX15" fmla="*/ 4651 w 420368"/>
                  <a:gd name="connsiteY15" fmla="*/ 11035 h 76020"/>
                  <a:gd name="connsiteX16" fmla="*/ 29494 w 420368"/>
                  <a:gd name="connsiteY16" fmla="*/ 0 h 76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20368" h="76020">
                    <a:moveTo>
                      <a:pt x="29542" y="17451"/>
                    </a:moveTo>
                    <a:cubicBezTo>
                      <a:pt x="25816" y="17451"/>
                      <a:pt x="22091" y="17451"/>
                      <a:pt x="19608" y="22289"/>
                    </a:cubicBezTo>
                    <a:cubicBezTo>
                      <a:pt x="17124" y="24709"/>
                      <a:pt x="15882" y="29547"/>
                      <a:pt x="18366" y="35595"/>
                    </a:cubicBezTo>
                    <a:cubicBezTo>
                      <a:pt x="23333" y="47691"/>
                      <a:pt x="38234" y="58577"/>
                      <a:pt x="50652" y="58577"/>
                    </a:cubicBezTo>
                    <a:lnTo>
                      <a:pt x="389659" y="58577"/>
                    </a:lnTo>
                    <a:cubicBezTo>
                      <a:pt x="393385" y="58577"/>
                      <a:pt x="398352" y="57367"/>
                      <a:pt x="400835" y="53739"/>
                    </a:cubicBezTo>
                    <a:cubicBezTo>
                      <a:pt x="403319" y="51319"/>
                      <a:pt x="403319" y="46481"/>
                      <a:pt x="402077" y="40433"/>
                    </a:cubicBezTo>
                    <a:cubicBezTo>
                      <a:pt x="397110" y="28337"/>
                      <a:pt x="382209" y="17451"/>
                      <a:pt x="369791" y="17451"/>
                    </a:cubicBezTo>
                    <a:close/>
                    <a:moveTo>
                      <a:pt x="29494" y="0"/>
                    </a:moveTo>
                    <a:lnTo>
                      <a:pt x="369831" y="0"/>
                    </a:lnTo>
                    <a:cubicBezTo>
                      <a:pt x="389704" y="0"/>
                      <a:pt x="410820" y="15940"/>
                      <a:pt x="418273" y="35558"/>
                    </a:cubicBezTo>
                    <a:cubicBezTo>
                      <a:pt x="421999" y="46593"/>
                      <a:pt x="420757" y="56402"/>
                      <a:pt x="414547" y="63759"/>
                    </a:cubicBezTo>
                    <a:cubicBezTo>
                      <a:pt x="409578" y="72342"/>
                      <a:pt x="400883" y="76020"/>
                      <a:pt x="389704" y="76020"/>
                    </a:cubicBezTo>
                    <a:lnTo>
                      <a:pt x="50609" y="76020"/>
                    </a:lnTo>
                    <a:cubicBezTo>
                      <a:pt x="29494" y="76020"/>
                      <a:pt x="8378" y="60080"/>
                      <a:pt x="2167" y="40462"/>
                    </a:cubicBezTo>
                    <a:cubicBezTo>
                      <a:pt x="-1559" y="30653"/>
                      <a:pt x="-317" y="19618"/>
                      <a:pt x="4651" y="11035"/>
                    </a:cubicBezTo>
                    <a:cubicBezTo>
                      <a:pt x="10862" y="3678"/>
                      <a:pt x="19557" y="0"/>
                      <a:pt x="294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16916656-C95A-094A-9390-CD9D8DB02C87}"/>
                  </a:ext>
                </a:extLst>
              </p:cNvPr>
              <p:cNvSpPr/>
              <p:nvPr/>
            </p:nvSpPr>
            <p:spPr>
              <a:xfrm>
                <a:off x="7311555" y="10911984"/>
                <a:ext cx="1283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" h="14">
                    <a:moveTo>
                      <a:pt x="97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97" y="0"/>
                    </a:lnTo>
                    <a:cubicBezTo>
                      <a:pt x="100" y="0"/>
                      <a:pt x="104" y="3"/>
                      <a:pt x="104" y="7"/>
                    </a:cubicBezTo>
                    <a:cubicBezTo>
                      <a:pt x="104" y="11"/>
                      <a:pt x="100" y="14"/>
                      <a:pt x="9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78F0BE7E-64EB-5949-9D80-544BF3C08D48}"/>
                  </a:ext>
                </a:extLst>
              </p:cNvPr>
              <p:cNvSpPr/>
              <p:nvPr/>
            </p:nvSpPr>
            <p:spPr>
              <a:xfrm>
                <a:off x="10660243" y="10911984"/>
                <a:ext cx="2317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7" h="14">
                    <a:moveTo>
                      <a:pt x="180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80" y="0"/>
                    </a:lnTo>
                    <a:cubicBezTo>
                      <a:pt x="184" y="0"/>
                      <a:pt x="187" y="3"/>
                      <a:pt x="187" y="7"/>
                    </a:cubicBezTo>
                    <a:cubicBezTo>
                      <a:pt x="187" y="11"/>
                      <a:pt x="184" y="14"/>
                      <a:pt x="18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536D98A7-6C88-C842-A5C4-E64646EDD4DB}"/>
                  </a:ext>
                </a:extLst>
              </p:cNvPr>
              <p:cNvSpPr/>
              <p:nvPr/>
            </p:nvSpPr>
            <p:spPr>
              <a:xfrm>
                <a:off x="10229199" y="10911984"/>
                <a:ext cx="2317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7" h="14">
                    <a:moveTo>
                      <a:pt x="180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80" y="0"/>
                    </a:lnTo>
                    <a:cubicBezTo>
                      <a:pt x="184" y="0"/>
                      <a:pt x="187" y="3"/>
                      <a:pt x="187" y="7"/>
                    </a:cubicBezTo>
                    <a:cubicBezTo>
                      <a:pt x="187" y="11"/>
                      <a:pt x="184" y="14"/>
                      <a:pt x="18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7105A5D3-AD1C-6640-8A37-CD6FF19C87BF}"/>
                  </a:ext>
                </a:extLst>
              </p:cNvPr>
              <p:cNvSpPr/>
              <p:nvPr/>
            </p:nvSpPr>
            <p:spPr>
              <a:xfrm>
                <a:off x="9796910" y="10911984"/>
                <a:ext cx="2317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7" h="14">
                    <a:moveTo>
                      <a:pt x="181" y="14"/>
                    </a:moveTo>
                    <a:lnTo>
                      <a:pt x="8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8" y="0"/>
                    </a:cubicBezTo>
                    <a:lnTo>
                      <a:pt x="181" y="0"/>
                    </a:lnTo>
                    <a:cubicBezTo>
                      <a:pt x="184" y="0"/>
                      <a:pt x="187" y="3"/>
                      <a:pt x="187" y="7"/>
                    </a:cubicBezTo>
                    <a:cubicBezTo>
                      <a:pt x="187" y="11"/>
                      <a:pt x="184" y="14"/>
                      <a:pt x="181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CB90B098-79C7-E543-AC79-75F00401D9FE}"/>
                  </a:ext>
                </a:extLst>
              </p:cNvPr>
              <p:cNvSpPr/>
              <p:nvPr/>
            </p:nvSpPr>
            <p:spPr>
              <a:xfrm>
                <a:off x="9365866" y="10911984"/>
                <a:ext cx="2317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7" h="14">
                    <a:moveTo>
                      <a:pt x="180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80" y="0"/>
                    </a:lnTo>
                    <a:cubicBezTo>
                      <a:pt x="184" y="0"/>
                      <a:pt x="187" y="3"/>
                      <a:pt x="187" y="7"/>
                    </a:cubicBezTo>
                    <a:cubicBezTo>
                      <a:pt x="187" y="11"/>
                      <a:pt x="184" y="14"/>
                      <a:pt x="18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5" name="Freeform 234">
                <a:extLst>
                  <a:ext uri="{FF2B5EF4-FFF2-40B4-BE49-F238E27FC236}">
                    <a16:creationId xmlns:a16="http://schemas.microsoft.com/office/drawing/2014/main" id="{798C5CCB-957C-524C-8943-91F310193BC8}"/>
                  </a:ext>
                </a:extLst>
              </p:cNvPr>
              <p:cNvSpPr/>
              <p:nvPr/>
            </p:nvSpPr>
            <p:spPr>
              <a:xfrm>
                <a:off x="8933576" y="10911984"/>
                <a:ext cx="2317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7" h="14">
                    <a:moveTo>
                      <a:pt x="181" y="14"/>
                    </a:moveTo>
                    <a:lnTo>
                      <a:pt x="8" y="14"/>
                    </a:lnTo>
                    <a:cubicBezTo>
                      <a:pt x="4" y="14"/>
                      <a:pt x="0" y="11"/>
                      <a:pt x="0" y="7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181" y="0"/>
                    </a:lnTo>
                    <a:cubicBezTo>
                      <a:pt x="184" y="0"/>
                      <a:pt x="187" y="3"/>
                      <a:pt x="187" y="7"/>
                    </a:cubicBezTo>
                    <a:cubicBezTo>
                      <a:pt x="187" y="11"/>
                      <a:pt x="184" y="14"/>
                      <a:pt x="181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F7605D5B-A443-ED4F-9C89-83D8231DCF8F}"/>
                  </a:ext>
                </a:extLst>
              </p:cNvPr>
              <p:cNvSpPr/>
              <p:nvPr/>
            </p:nvSpPr>
            <p:spPr>
              <a:xfrm>
                <a:off x="8502532" y="10911984"/>
                <a:ext cx="2317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7" h="14">
                    <a:moveTo>
                      <a:pt x="181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81" y="0"/>
                    </a:lnTo>
                    <a:cubicBezTo>
                      <a:pt x="184" y="0"/>
                      <a:pt x="187" y="3"/>
                      <a:pt x="187" y="7"/>
                    </a:cubicBezTo>
                    <a:cubicBezTo>
                      <a:pt x="187" y="11"/>
                      <a:pt x="184" y="14"/>
                      <a:pt x="181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5E4610D8-3423-6F4A-BCAE-51C794CE773B}"/>
                  </a:ext>
                </a:extLst>
              </p:cNvPr>
              <p:cNvSpPr/>
              <p:nvPr/>
            </p:nvSpPr>
            <p:spPr>
              <a:xfrm>
                <a:off x="8071488" y="10911984"/>
                <a:ext cx="2317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7" h="14">
                    <a:moveTo>
                      <a:pt x="180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80" y="0"/>
                    </a:lnTo>
                    <a:cubicBezTo>
                      <a:pt x="183" y="0"/>
                      <a:pt x="187" y="3"/>
                      <a:pt x="187" y="7"/>
                    </a:cubicBezTo>
                    <a:cubicBezTo>
                      <a:pt x="187" y="11"/>
                      <a:pt x="183" y="14"/>
                      <a:pt x="180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8" name="Freeform 237">
                <a:extLst>
                  <a:ext uri="{FF2B5EF4-FFF2-40B4-BE49-F238E27FC236}">
                    <a16:creationId xmlns:a16="http://schemas.microsoft.com/office/drawing/2014/main" id="{353FFDDF-B1A5-3340-A6BD-46BD805D6CBE}"/>
                  </a:ext>
                </a:extLst>
              </p:cNvPr>
              <p:cNvSpPr/>
              <p:nvPr/>
            </p:nvSpPr>
            <p:spPr>
              <a:xfrm>
                <a:off x="7639198" y="10911984"/>
                <a:ext cx="231717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7" h="14">
                    <a:moveTo>
                      <a:pt x="181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81" y="0"/>
                    </a:lnTo>
                    <a:cubicBezTo>
                      <a:pt x="184" y="0"/>
                      <a:pt x="187" y="3"/>
                      <a:pt x="187" y="7"/>
                    </a:cubicBezTo>
                    <a:cubicBezTo>
                      <a:pt x="187" y="11"/>
                      <a:pt x="184" y="14"/>
                      <a:pt x="181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9" name="Freeform 238">
                <a:extLst>
                  <a:ext uri="{FF2B5EF4-FFF2-40B4-BE49-F238E27FC236}">
                    <a16:creationId xmlns:a16="http://schemas.microsoft.com/office/drawing/2014/main" id="{E701A748-F235-BB43-93D3-A9161232AA8B}"/>
                  </a:ext>
                </a:extLst>
              </p:cNvPr>
              <p:cNvSpPr/>
              <p:nvPr/>
            </p:nvSpPr>
            <p:spPr>
              <a:xfrm>
                <a:off x="11092533" y="10911984"/>
                <a:ext cx="12707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3" h="14">
                    <a:moveTo>
                      <a:pt x="96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96" y="0"/>
                    </a:lnTo>
                    <a:cubicBezTo>
                      <a:pt x="100" y="0"/>
                      <a:pt x="103" y="3"/>
                      <a:pt x="103" y="7"/>
                    </a:cubicBezTo>
                    <a:cubicBezTo>
                      <a:pt x="103" y="11"/>
                      <a:pt x="100" y="14"/>
                      <a:pt x="96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8" name="Freeform 427">
                <a:extLst>
                  <a:ext uri="{FF2B5EF4-FFF2-40B4-BE49-F238E27FC236}">
                    <a16:creationId xmlns:a16="http://schemas.microsoft.com/office/drawing/2014/main" id="{1F1F581C-6F3D-D849-895A-F74042ABE16B}"/>
                  </a:ext>
                </a:extLst>
              </p:cNvPr>
              <p:cNvSpPr/>
              <p:nvPr/>
            </p:nvSpPr>
            <p:spPr>
              <a:xfrm>
                <a:off x="9293983" y="11278375"/>
                <a:ext cx="914943" cy="160764"/>
              </a:xfrm>
              <a:custGeom>
                <a:avLst/>
                <a:gdLst>
                  <a:gd name="connsiteX0" fmla="*/ 59363 w 914943"/>
                  <a:gd name="connsiteY0" fmla="*/ 16201 h 160764"/>
                  <a:gd name="connsiteX1" fmla="*/ 18310 w 914943"/>
                  <a:gd name="connsiteY1" fmla="*/ 40884 h 160764"/>
                  <a:gd name="connsiteX2" fmla="*/ 30750 w 914943"/>
                  <a:gd name="connsiteY2" fmla="*/ 98887 h 160764"/>
                  <a:gd name="connsiteX3" fmla="*/ 65583 w 914943"/>
                  <a:gd name="connsiteY3" fmla="*/ 130975 h 160764"/>
                  <a:gd name="connsiteX4" fmla="*/ 109124 w 914943"/>
                  <a:gd name="connsiteY4" fmla="*/ 143316 h 160764"/>
                  <a:gd name="connsiteX5" fmla="*/ 853056 w 914943"/>
                  <a:gd name="connsiteY5" fmla="*/ 143316 h 160764"/>
                  <a:gd name="connsiteX6" fmla="*/ 894109 w 914943"/>
                  <a:gd name="connsiteY6" fmla="*/ 118633 h 160764"/>
                  <a:gd name="connsiteX7" fmla="*/ 881669 w 914943"/>
                  <a:gd name="connsiteY7" fmla="*/ 61864 h 160764"/>
                  <a:gd name="connsiteX8" fmla="*/ 845592 w 914943"/>
                  <a:gd name="connsiteY8" fmla="*/ 28542 h 160764"/>
                  <a:gd name="connsiteX9" fmla="*/ 803295 w 914943"/>
                  <a:gd name="connsiteY9" fmla="*/ 16201 h 160764"/>
                  <a:gd name="connsiteX10" fmla="*/ 60588 w 914943"/>
                  <a:gd name="connsiteY10" fmla="*/ 0 h 160764"/>
                  <a:gd name="connsiteX11" fmla="*/ 804557 w 914943"/>
                  <a:gd name="connsiteY11" fmla="*/ 0 h 160764"/>
                  <a:gd name="connsiteX12" fmla="*/ 855565 w 914943"/>
                  <a:gd name="connsiteY12" fmla="*/ 13603 h 160764"/>
                  <a:gd name="connsiteX13" fmla="*/ 897865 w 914943"/>
                  <a:gd name="connsiteY13" fmla="*/ 51939 h 160764"/>
                  <a:gd name="connsiteX14" fmla="*/ 911550 w 914943"/>
                  <a:gd name="connsiteY14" fmla="*/ 124901 h 160764"/>
                  <a:gd name="connsiteX15" fmla="*/ 854321 w 914943"/>
                  <a:gd name="connsiteY15" fmla="*/ 160764 h 160764"/>
                  <a:gd name="connsiteX16" fmla="*/ 110352 w 914943"/>
                  <a:gd name="connsiteY16" fmla="*/ 160764 h 160764"/>
                  <a:gd name="connsiteX17" fmla="*/ 58100 w 914943"/>
                  <a:gd name="connsiteY17" fmla="*/ 145924 h 160764"/>
                  <a:gd name="connsiteX18" fmla="*/ 18288 w 914943"/>
                  <a:gd name="connsiteY18" fmla="*/ 108825 h 160764"/>
                  <a:gd name="connsiteX19" fmla="*/ 3359 w 914943"/>
                  <a:gd name="connsiteY19" fmla="*/ 34626 h 160764"/>
                  <a:gd name="connsiteX20" fmla="*/ 60588 w 914943"/>
                  <a:gd name="connsiteY20" fmla="*/ 0 h 160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14943" h="160764">
                    <a:moveTo>
                      <a:pt x="59363" y="16201"/>
                    </a:moveTo>
                    <a:cubicBezTo>
                      <a:pt x="38215" y="16201"/>
                      <a:pt x="24530" y="24840"/>
                      <a:pt x="18310" y="40884"/>
                    </a:cubicBezTo>
                    <a:cubicBezTo>
                      <a:pt x="12090" y="56927"/>
                      <a:pt x="17066" y="79141"/>
                      <a:pt x="30750" y="98887"/>
                    </a:cubicBezTo>
                    <a:cubicBezTo>
                      <a:pt x="39459" y="112463"/>
                      <a:pt x="51899" y="122336"/>
                      <a:pt x="65583" y="130975"/>
                    </a:cubicBezTo>
                    <a:cubicBezTo>
                      <a:pt x="80512" y="139614"/>
                      <a:pt x="95440" y="143316"/>
                      <a:pt x="109124" y="143316"/>
                    </a:cubicBezTo>
                    <a:lnTo>
                      <a:pt x="853056" y="143316"/>
                    </a:lnTo>
                    <a:cubicBezTo>
                      <a:pt x="872960" y="143316"/>
                      <a:pt x="887889" y="134677"/>
                      <a:pt x="894109" y="118633"/>
                    </a:cubicBezTo>
                    <a:cubicBezTo>
                      <a:pt x="900329" y="102590"/>
                      <a:pt x="895353" y="80376"/>
                      <a:pt x="881669" y="61864"/>
                    </a:cubicBezTo>
                    <a:cubicBezTo>
                      <a:pt x="872960" y="48288"/>
                      <a:pt x="860520" y="37181"/>
                      <a:pt x="845592" y="28542"/>
                    </a:cubicBezTo>
                    <a:cubicBezTo>
                      <a:pt x="831907" y="21138"/>
                      <a:pt x="816979" y="16201"/>
                      <a:pt x="803295" y="16201"/>
                    </a:cubicBezTo>
                    <a:close/>
                    <a:moveTo>
                      <a:pt x="60588" y="0"/>
                    </a:moveTo>
                    <a:lnTo>
                      <a:pt x="804557" y="0"/>
                    </a:lnTo>
                    <a:cubicBezTo>
                      <a:pt x="820731" y="0"/>
                      <a:pt x="838148" y="3710"/>
                      <a:pt x="855565" y="13603"/>
                    </a:cubicBezTo>
                    <a:cubicBezTo>
                      <a:pt x="871739" y="22260"/>
                      <a:pt x="886668" y="37099"/>
                      <a:pt x="897865" y="51939"/>
                    </a:cubicBezTo>
                    <a:cubicBezTo>
                      <a:pt x="914038" y="75435"/>
                      <a:pt x="919014" y="102642"/>
                      <a:pt x="911550" y="124901"/>
                    </a:cubicBezTo>
                    <a:cubicBezTo>
                      <a:pt x="902841" y="147161"/>
                      <a:pt x="881691" y="160764"/>
                      <a:pt x="854321" y="160764"/>
                    </a:cubicBezTo>
                    <a:lnTo>
                      <a:pt x="110352" y="160764"/>
                    </a:lnTo>
                    <a:cubicBezTo>
                      <a:pt x="92934" y="160764"/>
                      <a:pt x="75517" y="155817"/>
                      <a:pt x="58100" y="145924"/>
                    </a:cubicBezTo>
                    <a:cubicBezTo>
                      <a:pt x="43170" y="136031"/>
                      <a:pt x="28241" y="123665"/>
                      <a:pt x="18288" y="108825"/>
                    </a:cubicBezTo>
                    <a:cubicBezTo>
                      <a:pt x="871" y="82855"/>
                      <a:pt x="-4105" y="56886"/>
                      <a:pt x="3359" y="34626"/>
                    </a:cubicBezTo>
                    <a:cubicBezTo>
                      <a:pt x="12068" y="12366"/>
                      <a:pt x="33218" y="0"/>
                      <a:pt x="605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1E329345-1E98-2C45-92E2-F0046791C63C}"/>
                  </a:ext>
                </a:extLst>
              </p:cNvPr>
              <p:cNvSpPr/>
              <p:nvPr/>
            </p:nvSpPr>
            <p:spPr>
              <a:xfrm>
                <a:off x="9456808" y="11565008"/>
                <a:ext cx="730034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7" h="13">
                    <a:moveTo>
                      <a:pt x="581" y="13"/>
                    </a:moveTo>
                    <a:lnTo>
                      <a:pt x="7" y="13"/>
                    </a:lnTo>
                    <a:cubicBezTo>
                      <a:pt x="3" y="13"/>
                      <a:pt x="0" y="11"/>
                      <a:pt x="0" y="6"/>
                    </a:cubicBezTo>
                    <a:cubicBezTo>
                      <a:pt x="0" y="2"/>
                      <a:pt x="3" y="0"/>
                      <a:pt x="7" y="0"/>
                    </a:cubicBezTo>
                    <a:lnTo>
                      <a:pt x="581" y="0"/>
                    </a:lnTo>
                    <a:cubicBezTo>
                      <a:pt x="585" y="0"/>
                      <a:pt x="587" y="2"/>
                      <a:pt x="587" y="6"/>
                    </a:cubicBezTo>
                    <a:cubicBezTo>
                      <a:pt x="587" y="11"/>
                      <a:pt x="585" y="13"/>
                      <a:pt x="581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E96F8B42-A619-4742-B0EF-5AE9B35D5762}"/>
                  </a:ext>
                </a:extLst>
              </p:cNvPr>
              <p:cNvSpPr/>
              <p:nvPr/>
            </p:nvSpPr>
            <p:spPr>
              <a:xfrm>
                <a:off x="9519098" y="11744465"/>
                <a:ext cx="73128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8" h="13">
                    <a:moveTo>
                      <a:pt x="580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580" y="0"/>
                    </a:lnTo>
                    <a:cubicBezTo>
                      <a:pt x="584" y="0"/>
                      <a:pt x="588" y="3"/>
                      <a:pt x="588" y="6"/>
                    </a:cubicBezTo>
                    <a:cubicBezTo>
                      <a:pt x="588" y="10"/>
                      <a:pt x="584" y="13"/>
                      <a:pt x="58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4" name="Freeform 243">
                <a:extLst>
                  <a:ext uri="{FF2B5EF4-FFF2-40B4-BE49-F238E27FC236}">
                    <a16:creationId xmlns:a16="http://schemas.microsoft.com/office/drawing/2014/main" id="{B0D2B393-ECD1-7B43-AA9E-780A8C9A9875}"/>
                  </a:ext>
                </a:extLst>
              </p:cNvPr>
              <p:cNvSpPr/>
              <p:nvPr/>
            </p:nvSpPr>
            <p:spPr>
              <a:xfrm>
                <a:off x="9580138" y="11923922"/>
                <a:ext cx="731280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8" h="13">
                    <a:moveTo>
                      <a:pt x="581" y="13"/>
                    </a:moveTo>
                    <a:lnTo>
                      <a:pt x="8" y="13"/>
                    </a:lnTo>
                    <a:cubicBezTo>
                      <a:pt x="4" y="13"/>
                      <a:pt x="0" y="11"/>
                      <a:pt x="0" y="7"/>
                    </a:cubicBezTo>
                    <a:cubicBezTo>
                      <a:pt x="0" y="3"/>
                      <a:pt x="4" y="0"/>
                      <a:pt x="8" y="0"/>
                    </a:cubicBezTo>
                    <a:lnTo>
                      <a:pt x="581" y="0"/>
                    </a:lnTo>
                    <a:cubicBezTo>
                      <a:pt x="585" y="0"/>
                      <a:pt x="588" y="3"/>
                      <a:pt x="588" y="7"/>
                    </a:cubicBezTo>
                    <a:cubicBezTo>
                      <a:pt x="588" y="11"/>
                      <a:pt x="585" y="13"/>
                      <a:pt x="581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5" name="Freeform 244">
                <a:extLst>
                  <a:ext uri="{FF2B5EF4-FFF2-40B4-BE49-F238E27FC236}">
                    <a16:creationId xmlns:a16="http://schemas.microsoft.com/office/drawing/2014/main" id="{F099B633-C9F9-9440-A506-E015CA73F657}"/>
                  </a:ext>
                </a:extLst>
              </p:cNvPr>
              <p:cNvSpPr/>
              <p:nvPr/>
            </p:nvSpPr>
            <p:spPr>
              <a:xfrm>
                <a:off x="7783710" y="11189890"/>
                <a:ext cx="1164815" cy="9321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36" h="749">
                    <a:moveTo>
                      <a:pt x="2" y="42"/>
                    </a:moveTo>
                    <a:lnTo>
                      <a:pt x="119" y="385"/>
                    </a:lnTo>
                    <a:lnTo>
                      <a:pt x="237" y="727"/>
                    </a:lnTo>
                    <a:cubicBezTo>
                      <a:pt x="240" y="733"/>
                      <a:pt x="243" y="739"/>
                      <a:pt x="249" y="743"/>
                    </a:cubicBezTo>
                    <a:cubicBezTo>
                      <a:pt x="254" y="747"/>
                      <a:pt x="260" y="749"/>
                      <a:pt x="268" y="749"/>
                    </a:cubicBezTo>
                    <a:lnTo>
                      <a:pt x="602" y="749"/>
                    </a:lnTo>
                    <a:lnTo>
                      <a:pt x="936" y="749"/>
                    </a:lnTo>
                    <a:lnTo>
                      <a:pt x="808" y="374"/>
                    </a:lnTo>
                    <a:lnTo>
                      <a:pt x="679" y="0"/>
                    </a:lnTo>
                    <a:lnTo>
                      <a:pt x="355" y="0"/>
                    </a:lnTo>
                    <a:lnTo>
                      <a:pt x="31" y="0"/>
                    </a:lnTo>
                    <a:cubicBezTo>
                      <a:pt x="21" y="0"/>
                      <a:pt x="11" y="6"/>
                      <a:pt x="5" y="14"/>
                    </a:cubicBezTo>
                    <a:cubicBezTo>
                      <a:pt x="0" y="21"/>
                      <a:pt x="-2" y="32"/>
                      <a:pt x="2" y="42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9" name="Freeform 428">
                <a:extLst>
                  <a:ext uri="{FF2B5EF4-FFF2-40B4-BE49-F238E27FC236}">
                    <a16:creationId xmlns:a16="http://schemas.microsoft.com/office/drawing/2014/main" id="{D8E0EEA9-683F-FF4E-B351-289816F319F6}"/>
                  </a:ext>
                </a:extLst>
              </p:cNvPr>
              <p:cNvSpPr/>
              <p:nvPr/>
            </p:nvSpPr>
            <p:spPr>
              <a:xfrm>
                <a:off x="7773389" y="11181170"/>
                <a:ext cx="1182611" cy="948381"/>
              </a:xfrm>
              <a:custGeom>
                <a:avLst/>
                <a:gdLst>
                  <a:gd name="connsiteX0" fmla="*/ 47663 w 1182611"/>
                  <a:gd name="connsiteY0" fmla="*/ 17447 h 948381"/>
                  <a:gd name="connsiteX1" fmla="*/ 22774 w 1182611"/>
                  <a:gd name="connsiteY1" fmla="*/ 29892 h 948381"/>
                  <a:gd name="connsiteX2" fmla="*/ 19041 w 1182611"/>
                  <a:gd name="connsiteY2" fmla="*/ 58517 h 948381"/>
                  <a:gd name="connsiteX3" fmla="*/ 312728 w 1182611"/>
                  <a:gd name="connsiteY3" fmla="*/ 911022 h 948381"/>
                  <a:gd name="connsiteX4" fmla="*/ 323928 w 1182611"/>
                  <a:gd name="connsiteY4" fmla="*/ 925956 h 948381"/>
                  <a:gd name="connsiteX5" fmla="*/ 342595 w 1182611"/>
                  <a:gd name="connsiteY5" fmla="*/ 932179 h 948381"/>
                  <a:gd name="connsiteX6" fmla="*/ 1162679 w 1182611"/>
                  <a:gd name="connsiteY6" fmla="*/ 932179 h 948381"/>
                  <a:gd name="connsiteX7" fmla="*/ 847836 w 1182611"/>
                  <a:gd name="connsiteY7" fmla="*/ 17447 h 948381"/>
                  <a:gd name="connsiteX8" fmla="*/ 47645 w 1182611"/>
                  <a:gd name="connsiteY8" fmla="*/ 0 h 948381"/>
                  <a:gd name="connsiteX9" fmla="*/ 854068 w 1182611"/>
                  <a:gd name="connsiteY9" fmla="*/ 0 h 948381"/>
                  <a:gd name="connsiteX10" fmla="*/ 861535 w 1182611"/>
                  <a:gd name="connsiteY10" fmla="*/ 6223 h 948381"/>
                  <a:gd name="connsiteX11" fmla="*/ 1182611 w 1182611"/>
                  <a:gd name="connsiteY11" fmla="*/ 937180 h 948381"/>
                  <a:gd name="connsiteX12" fmla="*/ 1181367 w 1182611"/>
                  <a:gd name="connsiteY12" fmla="*/ 945892 h 948381"/>
                  <a:gd name="connsiteX13" fmla="*/ 1173900 w 1182611"/>
                  <a:gd name="connsiteY13" fmla="*/ 948381 h 948381"/>
                  <a:gd name="connsiteX14" fmla="*/ 342587 w 1182611"/>
                  <a:gd name="connsiteY14" fmla="*/ 948381 h 948381"/>
                  <a:gd name="connsiteX15" fmla="*/ 313964 w 1182611"/>
                  <a:gd name="connsiteY15" fmla="*/ 940913 h 948381"/>
                  <a:gd name="connsiteX16" fmla="*/ 295297 w 1182611"/>
                  <a:gd name="connsiteY16" fmla="*/ 916022 h 948381"/>
                  <a:gd name="connsiteX17" fmla="*/ 2844 w 1182611"/>
                  <a:gd name="connsiteY17" fmla="*/ 64719 h 948381"/>
                  <a:gd name="connsiteX18" fmla="*/ 9067 w 1182611"/>
                  <a:gd name="connsiteY18" fmla="*/ 19914 h 948381"/>
                  <a:gd name="connsiteX19" fmla="*/ 47645 w 1182611"/>
                  <a:gd name="connsiteY19" fmla="*/ 0 h 94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182611" h="948381">
                    <a:moveTo>
                      <a:pt x="47663" y="17447"/>
                    </a:moveTo>
                    <a:cubicBezTo>
                      <a:pt x="38952" y="17447"/>
                      <a:pt x="28996" y="21181"/>
                      <a:pt x="22774" y="29892"/>
                    </a:cubicBezTo>
                    <a:cubicBezTo>
                      <a:pt x="17796" y="38604"/>
                      <a:pt x="15307" y="49805"/>
                      <a:pt x="19041" y="58517"/>
                    </a:cubicBezTo>
                    <a:lnTo>
                      <a:pt x="312728" y="911022"/>
                    </a:lnTo>
                    <a:cubicBezTo>
                      <a:pt x="313972" y="917245"/>
                      <a:pt x="318950" y="922223"/>
                      <a:pt x="323928" y="925956"/>
                    </a:cubicBezTo>
                    <a:cubicBezTo>
                      <a:pt x="328906" y="929690"/>
                      <a:pt x="335128" y="932179"/>
                      <a:pt x="342595" y="932179"/>
                    </a:cubicBezTo>
                    <a:lnTo>
                      <a:pt x="1162679" y="932179"/>
                    </a:lnTo>
                    <a:lnTo>
                      <a:pt x="847836" y="17447"/>
                    </a:lnTo>
                    <a:close/>
                    <a:moveTo>
                      <a:pt x="47645" y="0"/>
                    </a:moveTo>
                    <a:lnTo>
                      <a:pt x="854068" y="0"/>
                    </a:lnTo>
                    <a:cubicBezTo>
                      <a:pt x="857802" y="0"/>
                      <a:pt x="860291" y="2489"/>
                      <a:pt x="861535" y="6223"/>
                    </a:cubicBezTo>
                    <a:lnTo>
                      <a:pt x="1182611" y="937180"/>
                    </a:lnTo>
                    <a:cubicBezTo>
                      <a:pt x="1182611" y="940913"/>
                      <a:pt x="1182611" y="943403"/>
                      <a:pt x="1181367" y="945892"/>
                    </a:cubicBezTo>
                    <a:cubicBezTo>
                      <a:pt x="1180122" y="948381"/>
                      <a:pt x="1176389" y="948381"/>
                      <a:pt x="1173900" y="948381"/>
                    </a:cubicBezTo>
                    <a:lnTo>
                      <a:pt x="342587" y="948381"/>
                    </a:lnTo>
                    <a:cubicBezTo>
                      <a:pt x="331387" y="948381"/>
                      <a:pt x="321431" y="945892"/>
                      <a:pt x="313964" y="940913"/>
                    </a:cubicBezTo>
                    <a:cubicBezTo>
                      <a:pt x="305253" y="934690"/>
                      <a:pt x="299030" y="925978"/>
                      <a:pt x="295297" y="916022"/>
                    </a:cubicBezTo>
                    <a:lnTo>
                      <a:pt x="2844" y="64719"/>
                    </a:lnTo>
                    <a:cubicBezTo>
                      <a:pt x="-2134" y="49784"/>
                      <a:pt x="-890" y="33604"/>
                      <a:pt x="9067" y="19914"/>
                    </a:cubicBezTo>
                    <a:cubicBezTo>
                      <a:pt x="17778" y="7468"/>
                      <a:pt x="32712" y="0"/>
                      <a:pt x="476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6C712E07-B725-954E-8BA8-9BEE99E55E0E}"/>
                  </a:ext>
                </a:extLst>
              </p:cNvPr>
              <p:cNvSpPr/>
              <p:nvPr/>
            </p:nvSpPr>
            <p:spPr>
              <a:xfrm>
                <a:off x="8629603" y="11189890"/>
                <a:ext cx="526970" cy="9321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4" h="749">
                    <a:moveTo>
                      <a:pt x="165" y="0"/>
                    </a:moveTo>
                    <a:lnTo>
                      <a:pt x="0" y="0"/>
                    </a:lnTo>
                    <a:lnTo>
                      <a:pt x="257" y="749"/>
                    </a:lnTo>
                    <a:lnTo>
                      <a:pt x="424" y="749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0" name="Freeform 429">
                <a:extLst>
                  <a:ext uri="{FF2B5EF4-FFF2-40B4-BE49-F238E27FC236}">
                    <a16:creationId xmlns:a16="http://schemas.microsoft.com/office/drawing/2014/main" id="{7A94061B-ADFC-C542-B04B-7AD100C1AF03}"/>
                  </a:ext>
                </a:extLst>
              </p:cNvPr>
              <p:cNvSpPr/>
              <p:nvPr/>
            </p:nvSpPr>
            <p:spPr>
              <a:xfrm>
                <a:off x="8619122" y="11181170"/>
                <a:ext cx="543679" cy="948381"/>
              </a:xfrm>
              <a:custGeom>
                <a:avLst/>
                <a:gdLst>
                  <a:gd name="connsiteX0" fmla="*/ 22939 w 543679"/>
                  <a:gd name="connsiteY0" fmla="*/ 17447 h 948381"/>
                  <a:gd name="connsiteX1" fmla="*/ 336101 w 543679"/>
                  <a:gd name="connsiteY1" fmla="*/ 932179 h 948381"/>
                  <a:gd name="connsiteX2" fmla="*/ 524993 w 543679"/>
                  <a:gd name="connsiteY2" fmla="*/ 932179 h 948381"/>
                  <a:gd name="connsiteX3" fmla="*/ 209345 w 543679"/>
                  <a:gd name="connsiteY3" fmla="*/ 17447 h 948381"/>
                  <a:gd name="connsiteX4" fmla="*/ 9215 w 543679"/>
                  <a:gd name="connsiteY4" fmla="*/ 0 h 948381"/>
                  <a:gd name="connsiteX5" fmla="*/ 214300 w 543679"/>
                  <a:gd name="connsiteY5" fmla="*/ 0 h 948381"/>
                  <a:gd name="connsiteX6" fmla="*/ 223000 w 543679"/>
                  <a:gd name="connsiteY6" fmla="*/ 6223 h 948381"/>
                  <a:gd name="connsiteX7" fmla="*/ 543679 w 543679"/>
                  <a:gd name="connsiteY7" fmla="*/ 937180 h 948381"/>
                  <a:gd name="connsiteX8" fmla="*/ 542436 w 543679"/>
                  <a:gd name="connsiteY8" fmla="*/ 945892 h 948381"/>
                  <a:gd name="connsiteX9" fmla="*/ 536221 w 543679"/>
                  <a:gd name="connsiteY9" fmla="*/ 948381 h 948381"/>
                  <a:gd name="connsiteX10" fmla="*/ 328650 w 543679"/>
                  <a:gd name="connsiteY10" fmla="*/ 948381 h 948381"/>
                  <a:gd name="connsiteX11" fmla="*/ 321193 w 543679"/>
                  <a:gd name="connsiteY11" fmla="*/ 943403 h 948381"/>
                  <a:gd name="connsiteX12" fmla="*/ 514 w 543679"/>
                  <a:gd name="connsiteY12" fmla="*/ 12446 h 948381"/>
                  <a:gd name="connsiteX13" fmla="*/ 1757 w 543679"/>
                  <a:gd name="connsiteY13" fmla="*/ 3734 h 948381"/>
                  <a:gd name="connsiteX14" fmla="*/ 9215 w 543679"/>
                  <a:gd name="connsiteY14" fmla="*/ 0 h 94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43679" h="948381">
                    <a:moveTo>
                      <a:pt x="22939" y="17447"/>
                    </a:moveTo>
                    <a:lnTo>
                      <a:pt x="336101" y="932179"/>
                    </a:lnTo>
                    <a:lnTo>
                      <a:pt x="524993" y="932179"/>
                    </a:lnTo>
                    <a:lnTo>
                      <a:pt x="209345" y="17447"/>
                    </a:lnTo>
                    <a:close/>
                    <a:moveTo>
                      <a:pt x="9215" y="0"/>
                    </a:moveTo>
                    <a:lnTo>
                      <a:pt x="214300" y="0"/>
                    </a:lnTo>
                    <a:cubicBezTo>
                      <a:pt x="218029" y="0"/>
                      <a:pt x="221757" y="2489"/>
                      <a:pt x="223000" y="6223"/>
                    </a:cubicBezTo>
                    <a:lnTo>
                      <a:pt x="543679" y="937180"/>
                    </a:lnTo>
                    <a:cubicBezTo>
                      <a:pt x="543679" y="940913"/>
                      <a:pt x="543679" y="943403"/>
                      <a:pt x="542436" y="945892"/>
                    </a:cubicBezTo>
                    <a:cubicBezTo>
                      <a:pt x="541193" y="948381"/>
                      <a:pt x="537464" y="948381"/>
                      <a:pt x="536221" y="948381"/>
                    </a:cubicBezTo>
                    <a:lnTo>
                      <a:pt x="328650" y="948381"/>
                    </a:lnTo>
                    <a:cubicBezTo>
                      <a:pt x="326164" y="948381"/>
                      <a:pt x="322436" y="947136"/>
                      <a:pt x="321193" y="943403"/>
                    </a:cubicBezTo>
                    <a:lnTo>
                      <a:pt x="514" y="12446"/>
                    </a:lnTo>
                    <a:cubicBezTo>
                      <a:pt x="-729" y="8712"/>
                      <a:pt x="514" y="6223"/>
                      <a:pt x="1757" y="3734"/>
                    </a:cubicBezTo>
                    <a:cubicBezTo>
                      <a:pt x="3000" y="1245"/>
                      <a:pt x="5486" y="0"/>
                      <a:pt x="921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48DED8A9-11B0-7549-9099-AB1B40D7F905}"/>
                  </a:ext>
                </a:extLst>
              </p:cNvPr>
              <p:cNvSpPr/>
              <p:nvPr/>
            </p:nvSpPr>
            <p:spPr>
              <a:xfrm>
                <a:off x="8835158" y="11189890"/>
                <a:ext cx="360034" cy="9321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0" h="749">
                    <a:moveTo>
                      <a:pt x="288" y="706"/>
                    </a:moveTo>
                    <a:lnTo>
                      <a:pt x="171" y="364"/>
                    </a:lnTo>
                    <a:lnTo>
                      <a:pt x="53" y="21"/>
                    </a:lnTo>
                    <a:cubicBezTo>
                      <a:pt x="51" y="15"/>
                      <a:pt x="46" y="10"/>
                      <a:pt x="41" y="6"/>
                    </a:cubicBezTo>
                    <a:cubicBezTo>
                      <a:pt x="36" y="2"/>
                      <a:pt x="29" y="0"/>
                      <a:pt x="23" y="0"/>
                    </a:cubicBezTo>
                    <a:lnTo>
                      <a:pt x="11" y="0"/>
                    </a:lnTo>
                    <a:lnTo>
                      <a:pt x="0" y="0"/>
                    </a:lnTo>
                    <a:lnTo>
                      <a:pt x="129" y="374"/>
                    </a:lnTo>
                    <a:lnTo>
                      <a:pt x="259" y="749"/>
                    </a:lnTo>
                    <a:cubicBezTo>
                      <a:pt x="270" y="749"/>
                      <a:pt x="279" y="743"/>
                      <a:pt x="284" y="735"/>
                    </a:cubicBezTo>
                    <a:cubicBezTo>
                      <a:pt x="290" y="727"/>
                      <a:pt x="292" y="717"/>
                      <a:pt x="288" y="706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1" name="Freeform 430">
                <a:extLst>
                  <a:ext uri="{FF2B5EF4-FFF2-40B4-BE49-F238E27FC236}">
                    <a16:creationId xmlns:a16="http://schemas.microsoft.com/office/drawing/2014/main" id="{F8A86E7E-68E3-E543-B073-B149F38E03FA}"/>
                  </a:ext>
                </a:extLst>
              </p:cNvPr>
              <p:cNvSpPr/>
              <p:nvPr/>
            </p:nvSpPr>
            <p:spPr>
              <a:xfrm>
                <a:off x="8825924" y="11181170"/>
                <a:ext cx="377101" cy="948381"/>
              </a:xfrm>
              <a:custGeom>
                <a:avLst/>
                <a:gdLst>
                  <a:gd name="connsiteX0" fmla="*/ 21692 w 377101"/>
                  <a:gd name="connsiteY0" fmla="*/ 17447 h 948381"/>
                  <a:gd name="connsiteX1" fmla="*/ 335722 w 377101"/>
                  <a:gd name="connsiteY1" fmla="*/ 930933 h 948381"/>
                  <a:gd name="connsiteX2" fmla="*/ 355582 w 377101"/>
                  <a:gd name="connsiteY2" fmla="*/ 919732 h 948381"/>
                  <a:gd name="connsiteX3" fmla="*/ 359306 w 377101"/>
                  <a:gd name="connsiteY3" fmla="*/ 889863 h 948381"/>
                  <a:gd name="connsiteX4" fmla="*/ 66376 w 377101"/>
                  <a:gd name="connsiteY4" fmla="*/ 38604 h 948381"/>
                  <a:gd name="connsiteX5" fmla="*/ 55205 w 377101"/>
                  <a:gd name="connsiteY5" fmla="*/ 23670 h 948381"/>
                  <a:gd name="connsiteX6" fmla="*/ 37828 w 377101"/>
                  <a:gd name="connsiteY6" fmla="*/ 17447 h 948381"/>
                  <a:gd name="connsiteX7" fmla="*/ 7964 w 377101"/>
                  <a:gd name="connsiteY7" fmla="*/ 0 h 948381"/>
                  <a:gd name="connsiteX8" fmla="*/ 36523 w 377101"/>
                  <a:gd name="connsiteY8" fmla="*/ 0 h 948381"/>
                  <a:gd name="connsiteX9" fmla="*/ 63840 w 377101"/>
                  <a:gd name="connsiteY9" fmla="*/ 8712 h 948381"/>
                  <a:gd name="connsiteX10" fmla="*/ 81224 w 377101"/>
                  <a:gd name="connsiteY10" fmla="*/ 33604 h 948381"/>
                  <a:gd name="connsiteX11" fmla="*/ 374264 w 377101"/>
                  <a:gd name="connsiteY11" fmla="*/ 884907 h 948381"/>
                  <a:gd name="connsiteX12" fmla="*/ 368055 w 377101"/>
                  <a:gd name="connsiteY12" fmla="*/ 928468 h 948381"/>
                  <a:gd name="connsiteX13" fmla="*/ 329563 w 377101"/>
                  <a:gd name="connsiteY13" fmla="*/ 948381 h 948381"/>
                  <a:gd name="connsiteX14" fmla="*/ 320871 w 377101"/>
                  <a:gd name="connsiteY14" fmla="*/ 943403 h 948381"/>
                  <a:gd name="connsiteX15" fmla="*/ 514 w 377101"/>
                  <a:gd name="connsiteY15" fmla="*/ 12446 h 948381"/>
                  <a:gd name="connsiteX16" fmla="*/ 1756 w 377101"/>
                  <a:gd name="connsiteY16" fmla="*/ 3734 h 948381"/>
                  <a:gd name="connsiteX17" fmla="*/ 7964 w 377101"/>
                  <a:gd name="connsiteY17" fmla="*/ 0 h 94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77101" h="948381">
                    <a:moveTo>
                      <a:pt x="21692" y="17447"/>
                    </a:moveTo>
                    <a:lnTo>
                      <a:pt x="335722" y="930933"/>
                    </a:lnTo>
                    <a:cubicBezTo>
                      <a:pt x="344411" y="929688"/>
                      <a:pt x="350617" y="925955"/>
                      <a:pt x="355582" y="919732"/>
                    </a:cubicBezTo>
                    <a:cubicBezTo>
                      <a:pt x="360547" y="911020"/>
                      <a:pt x="363029" y="899820"/>
                      <a:pt x="359306" y="889863"/>
                    </a:cubicBezTo>
                    <a:lnTo>
                      <a:pt x="66376" y="38604"/>
                    </a:lnTo>
                    <a:cubicBezTo>
                      <a:pt x="63894" y="32381"/>
                      <a:pt x="60170" y="27403"/>
                      <a:pt x="55205" y="23670"/>
                    </a:cubicBezTo>
                    <a:cubicBezTo>
                      <a:pt x="50240" y="19936"/>
                      <a:pt x="44034" y="17447"/>
                      <a:pt x="37828" y="17447"/>
                    </a:cubicBezTo>
                    <a:close/>
                    <a:moveTo>
                      <a:pt x="7964" y="0"/>
                    </a:moveTo>
                    <a:lnTo>
                      <a:pt x="36523" y="0"/>
                    </a:lnTo>
                    <a:cubicBezTo>
                      <a:pt x="46457" y="0"/>
                      <a:pt x="55149" y="3734"/>
                      <a:pt x="63840" y="8712"/>
                    </a:cubicBezTo>
                    <a:cubicBezTo>
                      <a:pt x="72532" y="14935"/>
                      <a:pt x="78741" y="23647"/>
                      <a:pt x="81224" y="33604"/>
                    </a:cubicBezTo>
                    <a:lnTo>
                      <a:pt x="374264" y="884907"/>
                    </a:lnTo>
                    <a:cubicBezTo>
                      <a:pt x="379231" y="899842"/>
                      <a:pt x="377989" y="916022"/>
                      <a:pt x="368055" y="928468"/>
                    </a:cubicBezTo>
                    <a:cubicBezTo>
                      <a:pt x="358122" y="942158"/>
                      <a:pt x="344463" y="948381"/>
                      <a:pt x="329563" y="948381"/>
                    </a:cubicBezTo>
                    <a:cubicBezTo>
                      <a:pt x="324596" y="948381"/>
                      <a:pt x="322113" y="947136"/>
                      <a:pt x="320871" y="943403"/>
                    </a:cubicBezTo>
                    <a:lnTo>
                      <a:pt x="514" y="12446"/>
                    </a:lnTo>
                    <a:cubicBezTo>
                      <a:pt x="-728" y="8712"/>
                      <a:pt x="514" y="6223"/>
                      <a:pt x="1756" y="3734"/>
                    </a:cubicBezTo>
                    <a:cubicBezTo>
                      <a:pt x="2997" y="1245"/>
                      <a:pt x="5481" y="0"/>
                      <a:pt x="79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56525E8C-DB1B-C44F-8AC2-739FAC499E57}"/>
                  </a:ext>
                </a:extLst>
              </p:cNvPr>
              <p:cNvSpPr/>
              <p:nvPr/>
            </p:nvSpPr>
            <p:spPr>
              <a:xfrm>
                <a:off x="7968087" y="11383059"/>
                <a:ext cx="678956" cy="1819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6" h="147">
                    <a:moveTo>
                      <a:pt x="546" y="147"/>
                    </a:moveTo>
                    <a:lnTo>
                      <a:pt x="50" y="147"/>
                    </a:lnTo>
                    <a:lnTo>
                      <a:pt x="0" y="0"/>
                    </a:lnTo>
                    <a:lnTo>
                      <a:pt x="495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2" name="Freeform 431">
                <a:extLst>
                  <a:ext uri="{FF2B5EF4-FFF2-40B4-BE49-F238E27FC236}">
                    <a16:creationId xmlns:a16="http://schemas.microsoft.com/office/drawing/2014/main" id="{DE77D9C0-046D-484F-AD10-A3BF389747A1}"/>
                  </a:ext>
                </a:extLst>
              </p:cNvPr>
              <p:cNvSpPr/>
              <p:nvPr/>
            </p:nvSpPr>
            <p:spPr>
              <a:xfrm>
                <a:off x="7958547" y="11374335"/>
                <a:ext cx="696905" cy="199397"/>
              </a:xfrm>
              <a:custGeom>
                <a:avLst/>
                <a:gdLst>
                  <a:gd name="connsiteX0" fmla="*/ 20752 w 696905"/>
                  <a:gd name="connsiteY0" fmla="*/ 17447 h 199397"/>
                  <a:gd name="connsiteX1" fmla="*/ 77950 w 696905"/>
                  <a:gd name="connsiteY1" fmla="*/ 183196 h 199397"/>
                  <a:gd name="connsiteX2" fmla="*/ 676038 w 696905"/>
                  <a:gd name="connsiteY2" fmla="*/ 183196 h 199397"/>
                  <a:gd name="connsiteX3" fmla="*/ 618840 w 696905"/>
                  <a:gd name="connsiteY3" fmla="*/ 17447 h 199397"/>
                  <a:gd name="connsiteX4" fmla="*/ 9523 w 696905"/>
                  <a:gd name="connsiteY4" fmla="*/ 0 h 199397"/>
                  <a:gd name="connsiteX5" fmla="*/ 625089 w 696905"/>
                  <a:gd name="connsiteY5" fmla="*/ 0 h 199397"/>
                  <a:gd name="connsiteX6" fmla="*/ 632550 w 696905"/>
                  <a:gd name="connsiteY6" fmla="*/ 6192 h 199397"/>
                  <a:gd name="connsiteX7" fmla="*/ 695972 w 696905"/>
                  <a:gd name="connsiteY7" fmla="*/ 188251 h 199397"/>
                  <a:gd name="connsiteX8" fmla="*/ 695972 w 696905"/>
                  <a:gd name="connsiteY8" fmla="*/ 196920 h 199397"/>
                  <a:gd name="connsiteX9" fmla="*/ 688511 w 696905"/>
                  <a:gd name="connsiteY9" fmla="*/ 199397 h 199397"/>
                  <a:gd name="connsiteX10" fmla="*/ 71701 w 696905"/>
                  <a:gd name="connsiteY10" fmla="*/ 199397 h 199397"/>
                  <a:gd name="connsiteX11" fmla="*/ 64240 w 696905"/>
                  <a:gd name="connsiteY11" fmla="*/ 194443 h 199397"/>
                  <a:gd name="connsiteX12" fmla="*/ 818 w 696905"/>
                  <a:gd name="connsiteY12" fmla="*/ 11146 h 199397"/>
                  <a:gd name="connsiteX13" fmla="*/ 2061 w 696905"/>
                  <a:gd name="connsiteY13" fmla="*/ 3715 h 199397"/>
                  <a:gd name="connsiteX14" fmla="*/ 9523 w 696905"/>
                  <a:gd name="connsiteY14" fmla="*/ 0 h 199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96905" h="199397">
                    <a:moveTo>
                      <a:pt x="20752" y="17447"/>
                    </a:moveTo>
                    <a:lnTo>
                      <a:pt x="77950" y="183196"/>
                    </a:lnTo>
                    <a:lnTo>
                      <a:pt x="676038" y="183196"/>
                    </a:lnTo>
                    <a:lnTo>
                      <a:pt x="618840" y="17447"/>
                    </a:lnTo>
                    <a:close/>
                    <a:moveTo>
                      <a:pt x="9523" y="0"/>
                    </a:moveTo>
                    <a:lnTo>
                      <a:pt x="625089" y="0"/>
                    </a:lnTo>
                    <a:cubicBezTo>
                      <a:pt x="627576" y="0"/>
                      <a:pt x="632550" y="2477"/>
                      <a:pt x="632550" y="6192"/>
                    </a:cubicBezTo>
                    <a:lnTo>
                      <a:pt x="695972" y="188251"/>
                    </a:lnTo>
                    <a:cubicBezTo>
                      <a:pt x="697216" y="190728"/>
                      <a:pt x="697216" y="194443"/>
                      <a:pt x="695972" y="196920"/>
                    </a:cubicBezTo>
                    <a:cubicBezTo>
                      <a:pt x="693485" y="198159"/>
                      <a:pt x="690998" y="199397"/>
                      <a:pt x="688511" y="199397"/>
                    </a:cubicBezTo>
                    <a:lnTo>
                      <a:pt x="71701" y="199397"/>
                    </a:lnTo>
                    <a:cubicBezTo>
                      <a:pt x="69214" y="199397"/>
                      <a:pt x="65483" y="196920"/>
                      <a:pt x="64240" y="194443"/>
                    </a:cubicBezTo>
                    <a:lnTo>
                      <a:pt x="818" y="11146"/>
                    </a:lnTo>
                    <a:cubicBezTo>
                      <a:pt x="-426" y="8669"/>
                      <a:pt x="-426" y="6192"/>
                      <a:pt x="2061" y="3715"/>
                    </a:cubicBezTo>
                    <a:cubicBezTo>
                      <a:pt x="4549" y="1238"/>
                      <a:pt x="5792" y="0"/>
                      <a:pt x="95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73B3942F-4709-AE49-9FBF-6DD5C76CE1E9}"/>
                  </a:ext>
                </a:extLst>
              </p:cNvPr>
              <p:cNvSpPr/>
              <p:nvPr/>
            </p:nvSpPr>
            <p:spPr>
              <a:xfrm>
                <a:off x="8059030" y="11672184"/>
                <a:ext cx="627879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5" h="14">
                    <a:moveTo>
                      <a:pt x="498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498" y="0"/>
                    </a:lnTo>
                    <a:cubicBezTo>
                      <a:pt x="502" y="0"/>
                      <a:pt x="505" y="3"/>
                      <a:pt x="505" y="7"/>
                    </a:cubicBezTo>
                    <a:cubicBezTo>
                      <a:pt x="505" y="11"/>
                      <a:pt x="502" y="14"/>
                      <a:pt x="498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64C433B4-E585-6247-A09D-F18B3E91B011}"/>
                  </a:ext>
                </a:extLst>
              </p:cNvPr>
              <p:cNvSpPr/>
              <p:nvPr/>
            </p:nvSpPr>
            <p:spPr>
              <a:xfrm>
                <a:off x="8095158" y="11775621"/>
                <a:ext cx="626633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4" h="14">
                    <a:moveTo>
                      <a:pt x="497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497" y="0"/>
                    </a:lnTo>
                    <a:cubicBezTo>
                      <a:pt x="502" y="0"/>
                      <a:pt x="504" y="3"/>
                      <a:pt x="504" y="7"/>
                    </a:cubicBezTo>
                    <a:cubicBezTo>
                      <a:pt x="504" y="11"/>
                      <a:pt x="502" y="14"/>
                      <a:pt x="497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600F6AA7-0517-C34C-A894-E7A540C5D40E}"/>
                  </a:ext>
                </a:extLst>
              </p:cNvPr>
              <p:cNvSpPr/>
              <p:nvPr/>
            </p:nvSpPr>
            <p:spPr>
              <a:xfrm>
                <a:off x="8130037" y="11877808"/>
                <a:ext cx="627879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5" h="14">
                    <a:moveTo>
                      <a:pt x="498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498" y="0"/>
                    </a:lnTo>
                    <a:cubicBezTo>
                      <a:pt x="502" y="0"/>
                      <a:pt x="505" y="3"/>
                      <a:pt x="505" y="7"/>
                    </a:cubicBezTo>
                    <a:cubicBezTo>
                      <a:pt x="505" y="11"/>
                      <a:pt x="502" y="14"/>
                      <a:pt x="498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606D3B37-832C-1C46-A848-59C3E3D01173}"/>
                  </a:ext>
                </a:extLst>
              </p:cNvPr>
              <p:cNvSpPr/>
              <p:nvPr/>
            </p:nvSpPr>
            <p:spPr>
              <a:xfrm>
                <a:off x="8680680" y="11188643"/>
                <a:ext cx="191852" cy="5271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5" h="424">
                    <a:moveTo>
                      <a:pt x="148" y="424"/>
                    </a:moveTo>
                    <a:cubicBezTo>
                      <a:pt x="145" y="424"/>
                      <a:pt x="142" y="423"/>
                      <a:pt x="142" y="420"/>
                    </a:cubicBezTo>
                    <a:lnTo>
                      <a:pt x="0" y="9"/>
                    </a:lnTo>
                    <a:cubicBezTo>
                      <a:pt x="-1" y="5"/>
                      <a:pt x="0" y="1"/>
                      <a:pt x="4" y="0"/>
                    </a:cubicBezTo>
                    <a:cubicBezTo>
                      <a:pt x="8" y="-1"/>
                      <a:pt x="11" y="0"/>
                      <a:pt x="13" y="4"/>
                    </a:cubicBezTo>
                    <a:lnTo>
                      <a:pt x="154" y="415"/>
                    </a:lnTo>
                    <a:cubicBezTo>
                      <a:pt x="156" y="419"/>
                      <a:pt x="154" y="423"/>
                      <a:pt x="150" y="4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E8929297-CE8A-7E4E-826D-580518C77045}"/>
                  </a:ext>
                </a:extLst>
              </p:cNvPr>
              <p:cNvSpPr/>
              <p:nvPr/>
            </p:nvSpPr>
            <p:spPr>
              <a:xfrm>
                <a:off x="8901182" y="11601149"/>
                <a:ext cx="193098" cy="5271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6" h="424">
                    <a:moveTo>
                      <a:pt x="148" y="424"/>
                    </a:moveTo>
                    <a:cubicBezTo>
                      <a:pt x="145" y="424"/>
                      <a:pt x="143" y="422"/>
                      <a:pt x="142" y="420"/>
                    </a:cubicBezTo>
                    <a:lnTo>
                      <a:pt x="0" y="9"/>
                    </a:lnTo>
                    <a:cubicBezTo>
                      <a:pt x="-1" y="5"/>
                      <a:pt x="1" y="1"/>
                      <a:pt x="4" y="0"/>
                    </a:cubicBezTo>
                    <a:cubicBezTo>
                      <a:pt x="8" y="-1"/>
                      <a:pt x="12" y="1"/>
                      <a:pt x="13" y="4"/>
                    </a:cubicBezTo>
                    <a:lnTo>
                      <a:pt x="155" y="415"/>
                    </a:lnTo>
                    <a:cubicBezTo>
                      <a:pt x="156" y="419"/>
                      <a:pt x="154" y="423"/>
                      <a:pt x="151" y="424"/>
                    </a:cubicBezTo>
                    <a:cubicBezTo>
                      <a:pt x="149" y="424"/>
                      <a:pt x="149" y="424"/>
                      <a:pt x="148" y="4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CEDC908F-8775-0A45-AA70-2450DF02DB37}"/>
                  </a:ext>
                </a:extLst>
              </p:cNvPr>
              <p:cNvSpPr/>
              <p:nvPr/>
            </p:nvSpPr>
            <p:spPr>
              <a:xfrm>
                <a:off x="10766132" y="11293330"/>
                <a:ext cx="176902" cy="1669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" h="135">
                    <a:moveTo>
                      <a:pt x="67" y="6"/>
                    </a:moveTo>
                    <a:lnTo>
                      <a:pt x="78" y="18"/>
                    </a:lnTo>
                    <a:lnTo>
                      <a:pt x="88" y="28"/>
                    </a:lnTo>
                    <a:cubicBezTo>
                      <a:pt x="89" y="29"/>
                      <a:pt x="91" y="31"/>
                      <a:pt x="93" y="31"/>
                    </a:cubicBezTo>
                    <a:cubicBezTo>
                      <a:pt x="95" y="33"/>
                      <a:pt x="97" y="33"/>
                      <a:pt x="99" y="34"/>
                    </a:cubicBezTo>
                    <a:lnTo>
                      <a:pt x="112" y="38"/>
                    </a:lnTo>
                    <a:lnTo>
                      <a:pt x="126" y="41"/>
                    </a:lnTo>
                    <a:cubicBezTo>
                      <a:pt x="131" y="42"/>
                      <a:pt x="136" y="46"/>
                      <a:pt x="139" y="51"/>
                    </a:cubicBezTo>
                    <a:cubicBezTo>
                      <a:pt x="142" y="55"/>
                      <a:pt x="143" y="60"/>
                      <a:pt x="141" y="64"/>
                    </a:cubicBezTo>
                    <a:lnTo>
                      <a:pt x="137" y="74"/>
                    </a:lnTo>
                    <a:lnTo>
                      <a:pt x="132" y="83"/>
                    </a:lnTo>
                    <a:cubicBezTo>
                      <a:pt x="131" y="85"/>
                      <a:pt x="131" y="87"/>
                      <a:pt x="131" y="88"/>
                    </a:cubicBezTo>
                    <a:cubicBezTo>
                      <a:pt x="131" y="90"/>
                      <a:pt x="131" y="92"/>
                      <a:pt x="132" y="94"/>
                    </a:cubicBezTo>
                    <a:lnTo>
                      <a:pt x="137" y="107"/>
                    </a:lnTo>
                    <a:lnTo>
                      <a:pt x="142" y="119"/>
                    </a:lnTo>
                    <a:cubicBezTo>
                      <a:pt x="144" y="124"/>
                      <a:pt x="143" y="129"/>
                      <a:pt x="141" y="132"/>
                    </a:cubicBezTo>
                    <a:cubicBezTo>
                      <a:pt x="138" y="135"/>
                      <a:pt x="133" y="135"/>
                      <a:pt x="127" y="134"/>
                    </a:cubicBezTo>
                    <a:lnTo>
                      <a:pt x="114" y="129"/>
                    </a:lnTo>
                    <a:lnTo>
                      <a:pt x="100" y="124"/>
                    </a:lnTo>
                    <a:cubicBezTo>
                      <a:pt x="99" y="124"/>
                      <a:pt x="97" y="123"/>
                      <a:pt x="95" y="123"/>
                    </a:cubicBezTo>
                    <a:cubicBezTo>
                      <a:pt x="93" y="123"/>
                      <a:pt x="91" y="124"/>
                      <a:pt x="89" y="124"/>
                    </a:cubicBezTo>
                    <a:lnTo>
                      <a:pt x="80" y="129"/>
                    </a:lnTo>
                    <a:lnTo>
                      <a:pt x="70" y="134"/>
                    </a:lnTo>
                    <a:cubicBezTo>
                      <a:pt x="65" y="135"/>
                      <a:pt x="60" y="135"/>
                      <a:pt x="55" y="132"/>
                    </a:cubicBezTo>
                    <a:cubicBezTo>
                      <a:pt x="50" y="129"/>
                      <a:pt x="46" y="124"/>
                      <a:pt x="44" y="119"/>
                    </a:cubicBezTo>
                    <a:lnTo>
                      <a:pt x="41" y="107"/>
                    </a:lnTo>
                    <a:lnTo>
                      <a:pt x="37" y="94"/>
                    </a:lnTo>
                    <a:cubicBezTo>
                      <a:pt x="37" y="92"/>
                      <a:pt x="36" y="90"/>
                      <a:pt x="34" y="88"/>
                    </a:cubicBezTo>
                    <a:cubicBezTo>
                      <a:pt x="33" y="87"/>
                      <a:pt x="32" y="85"/>
                      <a:pt x="30" y="83"/>
                    </a:cubicBezTo>
                    <a:lnTo>
                      <a:pt x="19" y="74"/>
                    </a:lnTo>
                    <a:lnTo>
                      <a:pt x="8" y="64"/>
                    </a:lnTo>
                    <a:cubicBezTo>
                      <a:pt x="3" y="60"/>
                      <a:pt x="1" y="55"/>
                      <a:pt x="0" y="51"/>
                    </a:cubicBezTo>
                    <a:cubicBezTo>
                      <a:pt x="0" y="46"/>
                      <a:pt x="2" y="42"/>
                      <a:pt x="7" y="41"/>
                    </a:cubicBezTo>
                    <a:lnTo>
                      <a:pt x="18" y="38"/>
                    </a:lnTo>
                    <a:lnTo>
                      <a:pt x="29" y="34"/>
                    </a:lnTo>
                    <a:cubicBezTo>
                      <a:pt x="31" y="33"/>
                      <a:pt x="32" y="33"/>
                      <a:pt x="34" y="31"/>
                    </a:cubicBezTo>
                    <a:cubicBezTo>
                      <a:pt x="34" y="31"/>
                      <a:pt x="36" y="29"/>
                      <a:pt x="36" y="28"/>
                    </a:cubicBezTo>
                    <a:lnTo>
                      <a:pt x="39" y="18"/>
                    </a:lnTo>
                    <a:lnTo>
                      <a:pt x="42" y="6"/>
                    </a:lnTo>
                    <a:cubicBezTo>
                      <a:pt x="43" y="2"/>
                      <a:pt x="48" y="0"/>
                      <a:pt x="52" y="0"/>
                    </a:cubicBezTo>
                    <a:cubicBezTo>
                      <a:pt x="57" y="0"/>
                      <a:pt x="63" y="2"/>
                      <a:pt x="67" y="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5" name="Freeform 434">
                <a:extLst>
                  <a:ext uri="{FF2B5EF4-FFF2-40B4-BE49-F238E27FC236}">
                    <a16:creationId xmlns:a16="http://schemas.microsoft.com/office/drawing/2014/main" id="{F8237522-82B4-0749-A5DE-8A50AE7180E5}"/>
                  </a:ext>
                </a:extLst>
              </p:cNvPr>
              <p:cNvSpPr/>
              <p:nvPr/>
            </p:nvSpPr>
            <p:spPr>
              <a:xfrm>
                <a:off x="10757412" y="11284603"/>
                <a:ext cx="194851" cy="184442"/>
              </a:xfrm>
              <a:custGeom>
                <a:avLst/>
                <a:gdLst>
                  <a:gd name="connsiteX0" fmla="*/ 73073 w 194851"/>
                  <a:gd name="connsiteY0" fmla="*/ 17451 h 184442"/>
                  <a:gd name="connsiteX1" fmla="*/ 69365 w 194851"/>
                  <a:gd name="connsiteY1" fmla="*/ 19923 h 184442"/>
                  <a:gd name="connsiteX2" fmla="*/ 60711 w 194851"/>
                  <a:gd name="connsiteY2" fmla="*/ 45877 h 184442"/>
                  <a:gd name="connsiteX3" fmla="*/ 55766 w 194851"/>
                  <a:gd name="connsiteY3" fmla="*/ 53293 h 184442"/>
                  <a:gd name="connsiteX4" fmla="*/ 47113 w 194851"/>
                  <a:gd name="connsiteY4" fmla="*/ 59473 h 184442"/>
                  <a:gd name="connsiteX5" fmla="*/ 19916 w 194851"/>
                  <a:gd name="connsiteY5" fmla="*/ 66888 h 184442"/>
                  <a:gd name="connsiteX6" fmla="*/ 17444 w 194851"/>
                  <a:gd name="connsiteY6" fmla="*/ 71832 h 184442"/>
                  <a:gd name="connsiteX7" fmla="*/ 23625 w 194851"/>
                  <a:gd name="connsiteY7" fmla="*/ 81720 h 184442"/>
                  <a:gd name="connsiteX8" fmla="*/ 50822 w 194851"/>
                  <a:gd name="connsiteY8" fmla="*/ 105202 h 184442"/>
                  <a:gd name="connsiteX9" fmla="*/ 59475 w 194851"/>
                  <a:gd name="connsiteY9" fmla="*/ 112618 h 184442"/>
                  <a:gd name="connsiteX10" fmla="*/ 61947 w 194851"/>
                  <a:gd name="connsiteY10" fmla="*/ 122505 h 184442"/>
                  <a:gd name="connsiteX11" fmla="*/ 71837 w 194851"/>
                  <a:gd name="connsiteY11" fmla="*/ 153404 h 184442"/>
                  <a:gd name="connsiteX12" fmla="*/ 80491 w 194851"/>
                  <a:gd name="connsiteY12" fmla="*/ 164527 h 184442"/>
                  <a:gd name="connsiteX13" fmla="*/ 91616 w 194851"/>
                  <a:gd name="connsiteY13" fmla="*/ 166999 h 184442"/>
                  <a:gd name="connsiteX14" fmla="*/ 115104 w 194851"/>
                  <a:gd name="connsiteY14" fmla="*/ 154640 h 184442"/>
                  <a:gd name="connsiteX15" fmla="*/ 126230 w 194851"/>
                  <a:gd name="connsiteY15" fmla="*/ 152168 h 184442"/>
                  <a:gd name="connsiteX16" fmla="*/ 136120 w 194851"/>
                  <a:gd name="connsiteY16" fmla="*/ 154640 h 184442"/>
                  <a:gd name="connsiteX17" fmla="*/ 168261 w 194851"/>
                  <a:gd name="connsiteY17" fmla="*/ 165763 h 184442"/>
                  <a:gd name="connsiteX18" fmla="*/ 176915 w 194851"/>
                  <a:gd name="connsiteY18" fmla="*/ 165763 h 184442"/>
                  <a:gd name="connsiteX19" fmla="*/ 176915 w 194851"/>
                  <a:gd name="connsiteY19" fmla="*/ 159583 h 184442"/>
                  <a:gd name="connsiteX20" fmla="*/ 164553 w 194851"/>
                  <a:gd name="connsiteY20" fmla="*/ 127449 h 184442"/>
                  <a:gd name="connsiteX21" fmla="*/ 162080 w 194851"/>
                  <a:gd name="connsiteY21" fmla="*/ 117562 h 184442"/>
                  <a:gd name="connsiteX22" fmla="*/ 164553 w 194851"/>
                  <a:gd name="connsiteY22" fmla="*/ 108910 h 184442"/>
                  <a:gd name="connsiteX23" fmla="*/ 175679 w 194851"/>
                  <a:gd name="connsiteY23" fmla="*/ 85427 h 184442"/>
                  <a:gd name="connsiteX24" fmla="*/ 173206 w 194851"/>
                  <a:gd name="connsiteY24" fmla="*/ 75540 h 184442"/>
                  <a:gd name="connsiteX25" fmla="*/ 162080 w 194851"/>
                  <a:gd name="connsiteY25" fmla="*/ 66888 h 184442"/>
                  <a:gd name="connsiteX26" fmla="*/ 128703 w 194851"/>
                  <a:gd name="connsiteY26" fmla="*/ 59473 h 184442"/>
                  <a:gd name="connsiteX27" fmla="*/ 118813 w 194851"/>
                  <a:gd name="connsiteY27" fmla="*/ 55765 h 184442"/>
                  <a:gd name="connsiteX28" fmla="*/ 111396 w 194851"/>
                  <a:gd name="connsiteY28" fmla="*/ 49585 h 184442"/>
                  <a:gd name="connsiteX29" fmla="*/ 85435 w 194851"/>
                  <a:gd name="connsiteY29" fmla="*/ 22395 h 184442"/>
                  <a:gd name="connsiteX30" fmla="*/ 73073 w 194851"/>
                  <a:gd name="connsiteY30" fmla="*/ 17451 h 184442"/>
                  <a:gd name="connsiteX31" fmla="*/ 73034 w 194851"/>
                  <a:gd name="connsiteY31" fmla="*/ 0 h 184442"/>
                  <a:gd name="connsiteX32" fmla="*/ 97791 w 194851"/>
                  <a:gd name="connsiteY32" fmla="*/ 11141 h 184442"/>
                  <a:gd name="connsiteX33" fmla="*/ 123786 w 194851"/>
                  <a:gd name="connsiteY33" fmla="*/ 37136 h 184442"/>
                  <a:gd name="connsiteX34" fmla="*/ 128737 w 194851"/>
                  <a:gd name="connsiteY34" fmla="*/ 40850 h 184442"/>
                  <a:gd name="connsiteX35" fmla="*/ 132451 w 194851"/>
                  <a:gd name="connsiteY35" fmla="*/ 42087 h 184442"/>
                  <a:gd name="connsiteX36" fmla="*/ 165873 w 194851"/>
                  <a:gd name="connsiteY36" fmla="*/ 50752 h 184442"/>
                  <a:gd name="connsiteX37" fmla="*/ 188155 w 194851"/>
                  <a:gd name="connsiteY37" fmla="*/ 66845 h 184442"/>
                  <a:gd name="connsiteX38" fmla="*/ 190630 w 194851"/>
                  <a:gd name="connsiteY38" fmla="*/ 92840 h 184442"/>
                  <a:gd name="connsiteX39" fmla="*/ 179490 w 194851"/>
                  <a:gd name="connsiteY39" fmla="*/ 116359 h 184442"/>
                  <a:gd name="connsiteX40" fmla="*/ 179490 w 194851"/>
                  <a:gd name="connsiteY40" fmla="*/ 117597 h 184442"/>
                  <a:gd name="connsiteX41" fmla="*/ 179490 w 194851"/>
                  <a:gd name="connsiteY41" fmla="*/ 122549 h 184442"/>
                  <a:gd name="connsiteX42" fmla="*/ 193106 w 194851"/>
                  <a:gd name="connsiteY42" fmla="*/ 152257 h 184442"/>
                  <a:gd name="connsiteX43" fmla="*/ 188155 w 194851"/>
                  <a:gd name="connsiteY43" fmla="*/ 178253 h 184442"/>
                  <a:gd name="connsiteX44" fmla="*/ 163398 w 194851"/>
                  <a:gd name="connsiteY44" fmla="*/ 181966 h 184442"/>
                  <a:gd name="connsiteX45" fmla="*/ 131213 w 194851"/>
                  <a:gd name="connsiteY45" fmla="*/ 170825 h 184442"/>
                  <a:gd name="connsiteX46" fmla="*/ 122548 w 194851"/>
                  <a:gd name="connsiteY46" fmla="*/ 170825 h 184442"/>
                  <a:gd name="connsiteX47" fmla="*/ 99029 w 194851"/>
                  <a:gd name="connsiteY47" fmla="*/ 181966 h 184442"/>
                  <a:gd name="connsiteX48" fmla="*/ 87888 w 194851"/>
                  <a:gd name="connsiteY48" fmla="*/ 184442 h 184442"/>
                  <a:gd name="connsiteX49" fmla="*/ 73034 w 194851"/>
                  <a:gd name="connsiteY49" fmla="*/ 179491 h 184442"/>
                  <a:gd name="connsiteX50" fmla="*/ 55704 w 194851"/>
                  <a:gd name="connsiteY50" fmla="*/ 158447 h 184442"/>
                  <a:gd name="connsiteX51" fmla="*/ 47039 w 194851"/>
                  <a:gd name="connsiteY51" fmla="*/ 127500 h 184442"/>
                  <a:gd name="connsiteX52" fmla="*/ 44563 w 194851"/>
                  <a:gd name="connsiteY52" fmla="*/ 122549 h 184442"/>
                  <a:gd name="connsiteX53" fmla="*/ 40849 w 194851"/>
                  <a:gd name="connsiteY53" fmla="*/ 117597 h 184442"/>
                  <a:gd name="connsiteX54" fmla="*/ 12379 w 194851"/>
                  <a:gd name="connsiteY54" fmla="*/ 94078 h 184442"/>
                  <a:gd name="connsiteX55" fmla="*/ 0 w 194851"/>
                  <a:gd name="connsiteY55" fmla="*/ 71796 h 184442"/>
                  <a:gd name="connsiteX56" fmla="*/ 14854 w 194851"/>
                  <a:gd name="connsiteY56" fmla="*/ 50752 h 184442"/>
                  <a:gd name="connsiteX57" fmla="*/ 43325 w 194851"/>
                  <a:gd name="connsiteY57" fmla="*/ 42087 h 184442"/>
                  <a:gd name="connsiteX58" fmla="*/ 44563 w 194851"/>
                  <a:gd name="connsiteY58" fmla="*/ 42087 h 184442"/>
                  <a:gd name="connsiteX59" fmla="*/ 44563 w 194851"/>
                  <a:gd name="connsiteY59" fmla="*/ 40850 h 184442"/>
                  <a:gd name="connsiteX60" fmla="*/ 53228 w 194851"/>
                  <a:gd name="connsiteY60" fmla="*/ 14854 h 184442"/>
                  <a:gd name="connsiteX61" fmla="*/ 73034 w 194851"/>
                  <a:gd name="connsiteY61" fmla="*/ 0 h 184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4851" h="184442">
                    <a:moveTo>
                      <a:pt x="73073" y="17451"/>
                    </a:moveTo>
                    <a:cubicBezTo>
                      <a:pt x="70601" y="17451"/>
                      <a:pt x="69365" y="18687"/>
                      <a:pt x="69365" y="19923"/>
                    </a:cubicBezTo>
                    <a:lnTo>
                      <a:pt x="60711" y="45877"/>
                    </a:lnTo>
                    <a:cubicBezTo>
                      <a:pt x="60711" y="49585"/>
                      <a:pt x="59475" y="52057"/>
                      <a:pt x="55766" y="53293"/>
                    </a:cubicBezTo>
                    <a:cubicBezTo>
                      <a:pt x="53294" y="55765"/>
                      <a:pt x="50822" y="58237"/>
                      <a:pt x="47113" y="59473"/>
                    </a:cubicBezTo>
                    <a:lnTo>
                      <a:pt x="19916" y="66888"/>
                    </a:lnTo>
                    <a:cubicBezTo>
                      <a:pt x="19916" y="66888"/>
                      <a:pt x="17444" y="68124"/>
                      <a:pt x="17444" y="71832"/>
                    </a:cubicBezTo>
                    <a:cubicBezTo>
                      <a:pt x="17444" y="73068"/>
                      <a:pt x="19916" y="78012"/>
                      <a:pt x="23625" y="81720"/>
                    </a:cubicBezTo>
                    <a:lnTo>
                      <a:pt x="50822" y="105202"/>
                    </a:lnTo>
                    <a:cubicBezTo>
                      <a:pt x="54530" y="107674"/>
                      <a:pt x="57003" y="110146"/>
                      <a:pt x="59475" y="112618"/>
                    </a:cubicBezTo>
                    <a:cubicBezTo>
                      <a:pt x="60711" y="116326"/>
                      <a:pt x="61947" y="118798"/>
                      <a:pt x="61947" y="122505"/>
                    </a:cubicBezTo>
                    <a:lnTo>
                      <a:pt x="71837" y="153404"/>
                    </a:lnTo>
                    <a:cubicBezTo>
                      <a:pt x="73073" y="158347"/>
                      <a:pt x="75546" y="162055"/>
                      <a:pt x="80491" y="164527"/>
                    </a:cubicBezTo>
                    <a:cubicBezTo>
                      <a:pt x="84199" y="166999"/>
                      <a:pt x="89144" y="166999"/>
                      <a:pt x="91616" y="166999"/>
                    </a:cubicBezTo>
                    <a:lnTo>
                      <a:pt x="115104" y="154640"/>
                    </a:lnTo>
                    <a:cubicBezTo>
                      <a:pt x="118813" y="153404"/>
                      <a:pt x="122522" y="152168"/>
                      <a:pt x="126230" y="152168"/>
                    </a:cubicBezTo>
                    <a:cubicBezTo>
                      <a:pt x="128703" y="152168"/>
                      <a:pt x="132411" y="153404"/>
                      <a:pt x="136120" y="154640"/>
                    </a:cubicBezTo>
                    <a:lnTo>
                      <a:pt x="168261" y="165763"/>
                    </a:lnTo>
                    <a:cubicBezTo>
                      <a:pt x="173206" y="166999"/>
                      <a:pt x="174442" y="166999"/>
                      <a:pt x="176915" y="165763"/>
                    </a:cubicBezTo>
                    <a:cubicBezTo>
                      <a:pt x="178151" y="164527"/>
                      <a:pt x="178151" y="162055"/>
                      <a:pt x="176915" y="159583"/>
                    </a:cubicBezTo>
                    <a:lnTo>
                      <a:pt x="164553" y="127449"/>
                    </a:lnTo>
                    <a:cubicBezTo>
                      <a:pt x="163316" y="124977"/>
                      <a:pt x="162080" y="121269"/>
                      <a:pt x="162080" y="117562"/>
                    </a:cubicBezTo>
                    <a:cubicBezTo>
                      <a:pt x="162080" y="113854"/>
                      <a:pt x="162080" y="111382"/>
                      <a:pt x="164553" y="108910"/>
                    </a:cubicBezTo>
                    <a:lnTo>
                      <a:pt x="175679" y="85427"/>
                    </a:lnTo>
                    <a:cubicBezTo>
                      <a:pt x="176915" y="82955"/>
                      <a:pt x="175679" y="79248"/>
                      <a:pt x="173206" y="75540"/>
                    </a:cubicBezTo>
                    <a:cubicBezTo>
                      <a:pt x="170734" y="71832"/>
                      <a:pt x="165789" y="68124"/>
                      <a:pt x="162080" y="66888"/>
                    </a:cubicBezTo>
                    <a:lnTo>
                      <a:pt x="128703" y="59473"/>
                    </a:lnTo>
                    <a:cubicBezTo>
                      <a:pt x="124994" y="58237"/>
                      <a:pt x="122522" y="57001"/>
                      <a:pt x="118813" y="55765"/>
                    </a:cubicBezTo>
                    <a:cubicBezTo>
                      <a:pt x="116341" y="53293"/>
                      <a:pt x="113868" y="52057"/>
                      <a:pt x="111396" y="49585"/>
                    </a:cubicBezTo>
                    <a:lnTo>
                      <a:pt x="85435" y="22395"/>
                    </a:lnTo>
                    <a:cubicBezTo>
                      <a:pt x="81727" y="18687"/>
                      <a:pt x="75546" y="17451"/>
                      <a:pt x="73073" y="17451"/>
                    </a:cubicBezTo>
                    <a:close/>
                    <a:moveTo>
                      <a:pt x="73034" y="0"/>
                    </a:moveTo>
                    <a:cubicBezTo>
                      <a:pt x="81699" y="0"/>
                      <a:pt x="90364" y="3714"/>
                      <a:pt x="97791" y="11141"/>
                    </a:cubicBezTo>
                    <a:lnTo>
                      <a:pt x="123786" y="37136"/>
                    </a:lnTo>
                    <a:cubicBezTo>
                      <a:pt x="125024" y="38374"/>
                      <a:pt x="126262" y="39612"/>
                      <a:pt x="128737" y="40850"/>
                    </a:cubicBezTo>
                    <a:cubicBezTo>
                      <a:pt x="129975" y="42087"/>
                      <a:pt x="131213" y="42087"/>
                      <a:pt x="132451" y="42087"/>
                    </a:cubicBezTo>
                    <a:lnTo>
                      <a:pt x="165873" y="50752"/>
                    </a:lnTo>
                    <a:cubicBezTo>
                      <a:pt x="174538" y="53228"/>
                      <a:pt x="183203" y="59418"/>
                      <a:pt x="188155" y="66845"/>
                    </a:cubicBezTo>
                    <a:cubicBezTo>
                      <a:pt x="193106" y="74272"/>
                      <a:pt x="194344" y="85413"/>
                      <a:pt x="190630" y="92840"/>
                    </a:cubicBezTo>
                    <a:lnTo>
                      <a:pt x="179490" y="116359"/>
                    </a:lnTo>
                    <a:lnTo>
                      <a:pt x="179490" y="117597"/>
                    </a:lnTo>
                    <a:cubicBezTo>
                      <a:pt x="179490" y="118835"/>
                      <a:pt x="179490" y="120073"/>
                      <a:pt x="179490" y="122549"/>
                    </a:cubicBezTo>
                    <a:lnTo>
                      <a:pt x="193106" y="152257"/>
                    </a:lnTo>
                    <a:cubicBezTo>
                      <a:pt x="196820" y="162160"/>
                      <a:pt x="194344" y="172063"/>
                      <a:pt x="188155" y="178253"/>
                    </a:cubicBezTo>
                    <a:cubicBezTo>
                      <a:pt x="181965" y="184442"/>
                      <a:pt x="173300" y="185680"/>
                      <a:pt x="163398" y="181966"/>
                    </a:cubicBezTo>
                    <a:lnTo>
                      <a:pt x="131213" y="170825"/>
                    </a:lnTo>
                    <a:cubicBezTo>
                      <a:pt x="127500" y="169588"/>
                      <a:pt x="125024" y="169588"/>
                      <a:pt x="122548" y="170825"/>
                    </a:cubicBezTo>
                    <a:lnTo>
                      <a:pt x="99029" y="181966"/>
                    </a:lnTo>
                    <a:cubicBezTo>
                      <a:pt x="95315" y="183204"/>
                      <a:pt x="91602" y="184442"/>
                      <a:pt x="87888" y="184442"/>
                    </a:cubicBezTo>
                    <a:cubicBezTo>
                      <a:pt x="82937" y="184442"/>
                      <a:pt x="77985" y="181966"/>
                      <a:pt x="73034" y="179491"/>
                    </a:cubicBezTo>
                    <a:cubicBezTo>
                      <a:pt x="64369" y="174539"/>
                      <a:pt x="58179" y="167112"/>
                      <a:pt x="55704" y="158447"/>
                    </a:cubicBezTo>
                    <a:lnTo>
                      <a:pt x="47039" y="127500"/>
                    </a:lnTo>
                    <a:cubicBezTo>
                      <a:pt x="45801" y="125024"/>
                      <a:pt x="44563" y="123787"/>
                      <a:pt x="44563" y="122549"/>
                    </a:cubicBezTo>
                    <a:cubicBezTo>
                      <a:pt x="43325" y="121311"/>
                      <a:pt x="42087" y="120073"/>
                      <a:pt x="40849" y="117597"/>
                    </a:cubicBezTo>
                    <a:lnTo>
                      <a:pt x="12379" y="94078"/>
                    </a:lnTo>
                    <a:cubicBezTo>
                      <a:pt x="4951" y="87888"/>
                      <a:pt x="0" y="80461"/>
                      <a:pt x="0" y="71796"/>
                    </a:cubicBezTo>
                    <a:cubicBezTo>
                      <a:pt x="0" y="60655"/>
                      <a:pt x="6189" y="53228"/>
                      <a:pt x="14854" y="50752"/>
                    </a:cubicBezTo>
                    <a:lnTo>
                      <a:pt x="43325" y="42087"/>
                    </a:lnTo>
                    <a:lnTo>
                      <a:pt x="44563" y="42087"/>
                    </a:lnTo>
                    <a:lnTo>
                      <a:pt x="44563" y="40850"/>
                    </a:lnTo>
                    <a:lnTo>
                      <a:pt x="53228" y="14854"/>
                    </a:lnTo>
                    <a:cubicBezTo>
                      <a:pt x="55704" y="4951"/>
                      <a:pt x="63131" y="0"/>
                      <a:pt x="730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F5B7C1C5-1A67-9544-8C4A-11FB3B82C1CE}"/>
                  </a:ext>
                </a:extLst>
              </p:cNvPr>
              <p:cNvSpPr/>
              <p:nvPr/>
            </p:nvSpPr>
            <p:spPr>
              <a:xfrm>
                <a:off x="10858321" y="11558774"/>
                <a:ext cx="176902" cy="1669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" h="135">
                    <a:moveTo>
                      <a:pt x="66" y="7"/>
                    </a:moveTo>
                    <a:lnTo>
                      <a:pt x="77" y="17"/>
                    </a:lnTo>
                    <a:lnTo>
                      <a:pt x="88" y="28"/>
                    </a:lnTo>
                    <a:cubicBezTo>
                      <a:pt x="89" y="29"/>
                      <a:pt x="91" y="31"/>
                      <a:pt x="93" y="32"/>
                    </a:cubicBezTo>
                    <a:cubicBezTo>
                      <a:pt x="94" y="33"/>
                      <a:pt x="96" y="34"/>
                      <a:pt x="98" y="34"/>
                    </a:cubicBezTo>
                    <a:lnTo>
                      <a:pt x="111" y="37"/>
                    </a:lnTo>
                    <a:lnTo>
                      <a:pt x="125" y="41"/>
                    </a:lnTo>
                    <a:cubicBezTo>
                      <a:pt x="130" y="42"/>
                      <a:pt x="135" y="46"/>
                      <a:pt x="138" y="51"/>
                    </a:cubicBezTo>
                    <a:cubicBezTo>
                      <a:pt x="141" y="55"/>
                      <a:pt x="143" y="61"/>
                      <a:pt x="141" y="64"/>
                    </a:cubicBezTo>
                    <a:lnTo>
                      <a:pt x="136" y="74"/>
                    </a:lnTo>
                    <a:lnTo>
                      <a:pt x="132" y="83"/>
                    </a:lnTo>
                    <a:cubicBezTo>
                      <a:pt x="130" y="85"/>
                      <a:pt x="130" y="86"/>
                      <a:pt x="130" y="88"/>
                    </a:cubicBezTo>
                    <a:cubicBezTo>
                      <a:pt x="130" y="90"/>
                      <a:pt x="131" y="92"/>
                      <a:pt x="132" y="94"/>
                    </a:cubicBezTo>
                    <a:lnTo>
                      <a:pt x="136" y="107"/>
                    </a:lnTo>
                    <a:lnTo>
                      <a:pt x="142" y="120"/>
                    </a:lnTo>
                    <a:cubicBezTo>
                      <a:pt x="144" y="125"/>
                      <a:pt x="143" y="129"/>
                      <a:pt x="140" y="132"/>
                    </a:cubicBezTo>
                    <a:cubicBezTo>
                      <a:pt x="137" y="135"/>
                      <a:pt x="132" y="136"/>
                      <a:pt x="127" y="134"/>
                    </a:cubicBezTo>
                    <a:lnTo>
                      <a:pt x="113" y="129"/>
                    </a:lnTo>
                    <a:lnTo>
                      <a:pt x="100" y="124"/>
                    </a:lnTo>
                    <a:cubicBezTo>
                      <a:pt x="98" y="124"/>
                      <a:pt x="96" y="124"/>
                      <a:pt x="94" y="124"/>
                    </a:cubicBezTo>
                    <a:cubicBezTo>
                      <a:pt x="93" y="124"/>
                      <a:pt x="91" y="124"/>
                      <a:pt x="89" y="124"/>
                    </a:cubicBezTo>
                    <a:lnTo>
                      <a:pt x="79" y="129"/>
                    </a:lnTo>
                    <a:lnTo>
                      <a:pt x="69" y="134"/>
                    </a:lnTo>
                    <a:cubicBezTo>
                      <a:pt x="65" y="136"/>
                      <a:pt x="59" y="135"/>
                      <a:pt x="54" y="132"/>
                    </a:cubicBezTo>
                    <a:cubicBezTo>
                      <a:pt x="50" y="129"/>
                      <a:pt x="45" y="125"/>
                      <a:pt x="43" y="120"/>
                    </a:cubicBezTo>
                    <a:lnTo>
                      <a:pt x="41" y="107"/>
                    </a:lnTo>
                    <a:lnTo>
                      <a:pt x="37" y="94"/>
                    </a:lnTo>
                    <a:cubicBezTo>
                      <a:pt x="36" y="92"/>
                      <a:pt x="35" y="90"/>
                      <a:pt x="34" y="88"/>
                    </a:cubicBezTo>
                    <a:cubicBezTo>
                      <a:pt x="32" y="86"/>
                      <a:pt x="31" y="85"/>
                      <a:pt x="30" y="83"/>
                    </a:cubicBezTo>
                    <a:lnTo>
                      <a:pt x="18" y="74"/>
                    </a:lnTo>
                    <a:lnTo>
                      <a:pt x="7" y="64"/>
                    </a:lnTo>
                    <a:cubicBezTo>
                      <a:pt x="2" y="61"/>
                      <a:pt x="0" y="55"/>
                      <a:pt x="0" y="51"/>
                    </a:cubicBezTo>
                    <a:cubicBezTo>
                      <a:pt x="0" y="46"/>
                      <a:pt x="2" y="42"/>
                      <a:pt x="7" y="41"/>
                    </a:cubicBezTo>
                    <a:lnTo>
                      <a:pt x="18" y="37"/>
                    </a:lnTo>
                    <a:lnTo>
                      <a:pt x="29" y="34"/>
                    </a:lnTo>
                    <a:cubicBezTo>
                      <a:pt x="31" y="34"/>
                      <a:pt x="32" y="33"/>
                      <a:pt x="33" y="32"/>
                    </a:cubicBezTo>
                    <a:cubicBezTo>
                      <a:pt x="34" y="31"/>
                      <a:pt x="35" y="29"/>
                      <a:pt x="35" y="28"/>
                    </a:cubicBezTo>
                    <a:lnTo>
                      <a:pt x="39" y="17"/>
                    </a:lnTo>
                    <a:lnTo>
                      <a:pt x="42" y="7"/>
                    </a:lnTo>
                    <a:cubicBezTo>
                      <a:pt x="43" y="3"/>
                      <a:pt x="47" y="0"/>
                      <a:pt x="52" y="0"/>
                    </a:cubicBezTo>
                    <a:cubicBezTo>
                      <a:pt x="56" y="0"/>
                      <a:pt x="62" y="3"/>
                      <a:pt x="66" y="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6" name="Freeform 435">
                <a:extLst>
                  <a:ext uri="{FF2B5EF4-FFF2-40B4-BE49-F238E27FC236}">
                    <a16:creationId xmlns:a16="http://schemas.microsoft.com/office/drawing/2014/main" id="{864E9B2F-A5F8-7247-9882-BAD64945CACB}"/>
                  </a:ext>
                </a:extLst>
              </p:cNvPr>
              <p:cNvSpPr/>
              <p:nvPr/>
            </p:nvSpPr>
            <p:spPr>
              <a:xfrm>
                <a:off x="10849601" y="11551300"/>
                <a:ext cx="193957" cy="183196"/>
              </a:xfrm>
              <a:custGeom>
                <a:avLst/>
                <a:gdLst>
                  <a:gd name="connsiteX0" fmla="*/ 73067 w 193957"/>
                  <a:gd name="connsiteY0" fmla="*/ 16201 h 183196"/>
                  <a:gd name="connsiteX1" fmla="*/ 68122 w 193957"/>
                  <a:gd name="connsiteY1" fmla="*/ 18673 h 183196"/>
                  <a:gd name="connsiteX2" fmla="*/ 60706 w 193957"/>
                  <a:gd name="connsiteY2" fmla="*/ 44627 h 183196"/>
                  <a:gd name="connsiteX3" fmla="*/ 54525 w 193957"/>
                  <a:gd name="connsiteY3" fmla="*/ 53279 h 183196"/>
                  <a:gd name="connsiteX4" fmla="*/ 47108 w 193957"/>
                  <a:gd name="connsiteY4" fmla="*/ 58223 h 183196"/>
                  <a:gd name="connsiteX5" fmla="*/ 19913 w 193957"/>
                  <a:gd name="connsiteY5" fmla="*/ 65638 h 183196"/>
                  <a:gd name="connsiteX6" fmla="*/ 17441 w 193957"/>
                  <a:gd name="connsiteY6" fmla="*/ 69346 h 183196"/>
                  <a:gd name="connsiteX7" fmla="*/ 23622 w 193957"/>
                  <a:gd name="connsiteY7" fmla="*/ 80470 h 183196"/>
                  <a:gd name="connsiteX8" fmla="*/ 50817 w 193957"/>
                  <a:gd name="connsiteY8" fmla="*/ 103952 h 183196"/>
                  <a:gd name="connsiteX9" fmla="*/ 58233 w 193957"/>
                  <a:gd name="connsiteY9" fmla="*/ 112604 h 183196"/>
                  <a:gd name="connsiteX10" fmla="*/ 61942 w 193957"/>
                  <a:gd name="connsiteY10" fmla="*/ 121255 h 183196"/>
                  <a:gd name="connsiteX11" fmla="*/ 70595 w 193957"/>
                  <a:gd name="connsiteY11" fmla="*/ 152154 h 183196"/>
                  <a:gd name="connsiteX12" fmla="*/ 80484 w 193957"/>
                  <a:gd name="connsiteY12" fmla="*/ 163277 h 183196"/>
                  <a:gd name="connsiteX13" fmla="*/ 90373 w 193957"/>
                  <a:gd name="connsiteY13" fmla="*/ 165749 h 183196"/>
                  <a:gd name="connsiteX14" fmla="*/ 115095 w 193957"/>
                  <a:gd name="connsiteY14" fmla="*/ 153390 h 183196"/>
                  <a:gd name="connsiteX15" fmla="*/ 124984 w 193957"/>
                  <a:gd name="connsiteY15" fmla="*/ 150918 h 183196"/>
                  <a:gd name="connsiteX16" fmla="*/ 134874 w 193957"/>
                  <a:gd name="connsiteY16" fmla="*/ 153390 h 183196"/>
                  <a:gd name="connsiteX17" fmla="*/ 167013 w 193957"/>
                  <a:gd name="connsiteY17" fmla="*/ 164513 h 183196"/>
                  <a:gd name="connsiteX18" fmla="*/ 175666 w 193957"/>
                  <a:gd name="connsiteY18" fmla="*/ 164513 h 183196"/>
                  <a:gd name="connsiteX19" fmla="*/ 175666 w 193957"/>
                  <a:gd name="connsiteY19" fmla="*/ 158333 h 183196"/>
                  <a:gd name="connsiteX20" fmla="*/ 163305 w 193957"/>
                  <a:gd name="connsiteY20" fmla="*/ 127435 h 183196"/>
                  <a:gd name="connsiteX21" fmla="*/ 160832 w 193957"/>
                  <a:gd name="connsiteY21" fmla="*/ 117548 h 183196"/>
                  <a:gd name="connsiteX22" fmla="*/ 163305 w 193957"/>
                  <a:gd name="connsiteY22" fmla="*/ 106424 h 183196"/>
                  <a:gd name="connsiteX23" fmla="*/ 175666 w 193957"/>
                  <a:gd name="connsiteY23" fmla="*/ 84177 h 183196"/>
                  <a:gd name="connsiteX24" fmla="*/ 173194 w 193957"/>
                  <a:gd name="connsiteY24" fmla="*/ 75526 h 183196"/>
                  <a:gd name="connsiteX25" fmla="*/ 160832 w 193957"/>
                  <a:gd name="connsiteY25" fmla="*/ 66874 h 183196"/>
                  <a:gd name="connsiteX26" fmla="*/ 127457 w 193957"/>
                  <a:gd name="connsiteY26" fmla="*/ 58223 h 183196"/>
                  <a:gd name="connsiteX27" fmla="*/ 118804 w 193957"/>
                  <a:gd name="connsiteY27" fmla="*/ 54515 h 183196"/>
                  <a:gd name="connsiteX28" fmla="*/ 111387 w 193957"/>
                  <a:gd name="connsiteY28" fmla="*/ 48335 h 183196"/>
                  <a:gd name="connsiteX29" fmla="*/ 84192 w 193957"/>
                  <a:gd name="connsiteY29" fmla="*/ 22381 h 183196"/>
                  <a:gd name="connsiteX30" fmla="*/ 73067 w 193957"/>
                  <a:gd name="connsiteY30" fmla="*/ 16201 h 183196"/>
                  <a:gd name="connsiteX31" fmla="*/ 73034 w 193957"/>
                  <a:gd name="connsiteY31" fmla="*/ 0 h 183196"/>
                  <a:gd name="connsiteX32" fmla="*/ 97791 w 193957"/>
                  <a:gd name="connsiteY32" fmla="*/ 9902 h 183196"/>
                  <a:gd name="connsiteX33" fmla="*/ 123786 w 193957"/>
                  <a:gd name="connsiteY33" fmla="*/ 35897 h 183196"/>
                  <a:gd name="connsiteX34" fmla="*/ 127500 w 193957"/>
                  <a:gd name="connsiteY34" fmla="*/ 39610 h 183196"/>
                  <a:gd name="connsiteX35" fmla="*/ 132451 w 193957"/>
                  <a:gd name="connsiteY35" fmla="*/ 42086 h 183196"/>
                  <a:gd name="connsiteX36" fmla="*/ 165873 w 193957"/>
                  <a:gd name="connsiteY36" fmla="*/ 49512 h 183196"/>
                  <a:gd name="connsiteX37" fmla="*/ 186917 w 193957"/>
                  <a:gd name="connsiteY37" fmla="*/ 65604 h 183196"/>
                  <a:gd name="connsiteX38" fmla="*/ 190630 w 193957"/>
                  <a:gd name="connsiteY38" fmla="*/ 91598 h 183196"/>
                  <a:gd name="connsiteX39" fmla="*/ 179490 w 193957"/>
                  <a:gd name="connsiteY39" fmla="*/ 113879 h 183196"/>
                  <a:gd name="connsiteX40" fmla="*/ 178252 w 193957"/>
                  <a:gd name="connsiteY40" fmla="*/ 116354 h 183196"/>
                  <a:gd name="connsiteX41" fmla="*/ 179490 w 193957"/>
                  <a:gd name="connsiteY41" fmla="*/ 120068 h 183196"/>
                  <a:gd name="connsiteX42" fmla="*/ 191868 w 193957"/>
                  <a:gd name="connsiteY42" fmla="*/ 152251 h 183196"/>
                  <a:gd name="connsiteX43" fmla="*/ 188155 w 193957"/>
                  <a:gd name="connsiteY43" fmla="*/ 177007 h 183196"/>
                  <a:gd name="connsiteX44" fmla="*/ 162160 w 193957"/>
                  <a:gd name="connsiteY44" fmla="*/ 180720 h 183196"/>
                  <a:gd name="connsiteX45" fmla="*/ 129975 w 193957"/>
                  <a:gd name="connsiteY45" fmla="*/ 169580 h 183196"/>
                  <a:gd name="connsiteX46" fmla="*/ 122548 w 193957"/>
                  <a:gd name="connsiteY46" fmla="*/ 169580 h 183196"/>
                  <a:gd name="connsiteX47" fmla="*/ 97791 w 193957"/>
                  <a:gd name="connsiteY47" fmla="*/ 180720 h 183196"/>
                  <a:gd name="connsiteX48" fmla="*/ 87888 w 193957"/>
                  <a:gd name="connsiteY48" fmla="*/ 183196 h 183196"/>
                  <a:gd name="connsiteX49" fmla="*/ 71796 w 193957"/>
                  <a:gd name="connsiteY49" fmla="*/ 178245 h 183196"/>
                  <a:gd name="connsiteX50" fmla="*/ 54466 w 193957"/>
                  <a:gd name="connsiteY50" fmla="*/ 157202 h 183196"/>
                  <a:gd name="connsiteX51" fmla="*/ 45801 w 193957"/>
                  <a:gd name="connsiteY51" fmla="*/ 126257 h 183196"/>
                  <a:gd name="connsiteX52" fmla="*/ 43325 w 193957"/>
                  <a:gd name="connsiteY52" fmla="*/ 121305 h 183196"/>
                  <a:gd name="connsiteX53" fmla="*/ 39612 w 193957"/>
                  <a:gd name="connsiteY53" fmla="*/ 117592 h 183196"/>
                  <a:gd name="connsiteX54" fmla="*/ 11141 w 193957"/>
                  <a:gd name="connsiteY54" fmla="*/ 94074 h 183196"/>
                  <a:gd name="connsiteX55" fmla="*/ 0 w 193957"/>
                  <a:gd name="connsiteY55" fmla="*/ 70555 h 183196"/>
                  <a:gd name="connsiteX56" fmla="*/ 13616 w 193957"/>
                  <a:gd name="connsiteY56" fmla="*/ 49512 h 183196"/>
                  <a:gd name="connsiteX57" fmla="*/ 42087 w 193957"/>
                  <a:gd name="connsiteY57" fmla="*/ 42086 h 183196"/>
                  <a:gd name="connsiteX58" fmla="*/ 43325 w 193957"/>
                  <a:gd name="connsiteY58" fmla="*/ 40848 h 183196"/>
                  <a:gd name="connsiteX59" fmla="*/ 44563 w 193957"/>
                  <a:gd name="connsiteY59" fmla="*/ 39610 h 183196"/>
                  <a:gd name="connsiteX60" fmla="*/ 51990 w 193957"/>
                  <a:gd name="connsiteY60" fmla="*/ 13616 h 183196"/>
                  <a:gd name="connsiteX61" fmla="*/ 73034 w 193957"/>
                  <a:gd name="connsiteY61" fmla="*/ 0 h 1831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3957" h="183196">
                    <a:moveTo>
                      <a:pt x="73067" y="16201"/>
                    </a:moveTo>
                    <a:cubicBezTo>
                      <a:pt x="69359" y="16201"/>
                      <a:pt x="68122" y="18673"/>
                      <a:pt x="68122" y="18673"/>
                    </a:cubicBezTo>
                    <a:lnTo>
                      <a:pt x="60706" y="44627"/>
                    </a:lnTo>
                    <a:cubicBezTo>
                      <a:pt x="59469" y="48335"/>
                      <a:pt x="58233" y="50807"/>
                      <a:pt x="54525" y="53279"/>
                    </a:cubicBezTo>
                    <a:cubicBezTo>
                      <a:pt x="53289" y="55751"/>
                      <a:pt x="50817" y="56987"/>
                      <a:pt x="47108" y="58223"/>
                    </a:cubicBezTo>
                    <a:lnTo>
                      <a:pt x="19913" y="65638"/>
                    </a:lnTo>
                    <a:cubicBezTo>
                      <a:pt x="18677" y="66874"/>
                      <a:pt x="17441" y="66874"/>
                      <a:pt x="17441" y="69346"/>
                    </a:cubicBezTo>
                    <a:cubicBezTo>
                      <a:pt x="17441" y="73054"/>
                      <a:pt x="18677" y="77998"/>
                      <a:pt x="23622" y="80470"/>
                    </a:cubicBezTo>
                    <a:lnTo>
                      <a:pt x="50817" y="103952"/>
                    </a:lnTo>
                    <a:cubicBezTo>
                      <a:pt x="53289" y="106424"/>
                      <a:pt x="55761" y="108896"/>
                      <a:pt x="58233" y="112604"/>
                    </a:cubicBezTo>
                    <a:cubicBezTo>
                      <a:pt x="59469" y="115076"/>
                      <a:pt x="60706" y="117548"/>
                      <a:pt x="61942" y="121255"/>
                    </a:cubicBezTo>
                    <a:lnTo>
                      <a:pt x="70595" y="152154"/>
                    </a:lnTo>
                    <a:cubicBezTo>
                      <a:pt x="73067" y="157097"/>
                      <a:pt x="75539" y="160805"/>
                      <a:pt x="80484" y="163277"/>
                    </a:cubicBezTo>
                    <a:cubicBezTo>
                      <a:pt x="82956" y="165749"/>
                      <a:pt x="87901" y="165749"/>
                      <a:pt x="90373" y="165749"/>
                    </a:cubicBezTo>
                    <a:lnTo>
                      <a:pt x="115095" y="153390"/>
                    </a:lnTo>
                    <a:cubicBezTo>
                      <a:pt x="118804" y="152154"/>
                      <a:pt x="121276" y="150918"/>
                      <a:pt x="124984" y="150918"/>
                    </a:cubicBezTo>
                    <a:cubicBezTo>
                      <a:pt x="128693" y="150918"/>
                      <a:pt x="132401" y="152154"/>
                      <a:pt x="134874" y="153390"/>
                    </a:cubicBezTo>
                    <a:lnTo>
                      <a:pt x="167013" y="164513"/>
                    </a:lnTo>
                    <a:cubicBezTo>
                      <a:pt x="171957" y="165749"/>
                      <a:pt x="175666" y="165749"/>
                      <a:pt x="175666" y="164513"/>
                    </a:cubicBezTo>
                    <a:cubicBezTo>
                      <a:pt x="176902" y="163277"/>
                      <a:pt x="176902" y="160805"/>
                      <a:pt x="175666" y="158333"/>
                    </a:cubicBezTo>
                    <a:lnTo>
                      <a:pt x="163305" y="127435"/>
                    </a:lnTo>
                    <a:cubicBezTo>
                      <a:pt x="162068" y="123727"/>
                      <a:pt x="160832" y="120019"/>
                      <a:pt x="160832" y="117548"/>
                    </a:cubicBezTo>
                    <a:cubicBezTo>
                      <a:pt x="160832" y="113840"/>
                      <a:pt x="160832" y="110132"/>
                      <a:pt x="163305" y="106424"/>
                    </a:cubicBezTo>
                    <a:lnTo>
                      <a:pt x="175666" y="84177"/>
                    </a:lnTo>
                    <a:cubicBezTo>
                      <a:pt x="175666" y="81705"/>
                      <a:pt x="175666" y="77998"/>
                      <a:pt x="173194" y="75526"/>
                    </a:cubicBezTo>
                    <a:cubicBezTo>
                      <a:pt x="169485" y="70582"/>
                      <a:pt x="165777" y="66874"/>
                      <a:pt x="160832" y="66874"/>
                    </a:cubicBezTo>
                    <a:lnTo>
                      <a:pt x="127457" y="58223"/>
                    </a:lnTo>
                    <a:cubicBezTo>
                      <a:pt x="124984" y="58223"/>
                      <a:pt x="121276" y="55751"/>
                      <a:pt x="118804" y="54515"/>
                    </a:cubicBezTo>
                    <a:cubicBezTo>
                      <a:pt x="115095" y="52043"/>
                      <a:pt x="112623" y="50807"/>
                      <a:pt x="111387" y="48335"/>
                    </a:cubicBezTo>
                    <a:lnTo>
                      <a:pt x="84192" y="22381"/>
                    </a:lnTo>
                    <a:cubicBezTo>
                      <a:pt x="80484" y="17437"/>
                      <a:pt x="75539" y="16201"/>
                      <a:pt x="73067" y="16201"/>
                    </a:cubicBezTo>
                    <a:close/>
                    <a:moveTo>
                      <a:pt x="73034" y="0"/>
                    </a:moveTo>
                    <a:cubicBezTo>
                      <a:pt x="81699" y="0"/>
                      <a:pt x="89126" y="2476"/>
                      <a:pt x="97791" y="9902"/>
                    </a:cubicBezTo>
                    <a:lnTo>
                      <a:pt x="123786" y="35897"/>
                    </a:lnTo>
                    <a:cubicBezTo>
                      <a:pt x="123786" y="37134"/>
                      <a:pt x="125024" y="38372"/>
                      <a:pt x="127500" y="39610"/>
                    </a:cubicBezTo>
                    <a:cubicBezTo>
                      <a:pt x="128737" y="39610"/>
                      <a:pt x="131213" y="40848"/>
                      <a:pt x="132451" y="42086"/>
                    </a:cubicBezTo>
                    <a:lnTo>
                      <a:pt x="165873" y="49512"/>
                    </a:lnTo>
                    <a:cubicBezTo>
                      <a:pt x="173300" y="51988"/>
                      <a:pt x="181965" y="58177"/>
                      <a:pt x="186917" y="65604"/>
                    </a:cubicBezTo>
                    <a:cubicBezTo>
                      <a:pt x="193106" y="74269"/>
                      <a:pt x="194344" y="82933"/>
                      <a:pt x="190630" y="91598"/>
                    </a:cubicBezTo>
                    <a:lnTo>
                      <a:pt x="179490" y="113879"/>
                    </a:lnTo>
                    <a:cubicBezTo>
                      <a:pt x="178252" y="115116"/>
                      <a:pt x="178252" y="116354"/>
                      <a:pt x="178252" y="116354"/>
                    </a:cubicBezTo>
                    <a:cubicBezTo>
                      <a:pt x="178252" y="117592"/>
                      <a:pt x="179490" y="118830"/>
                      <a:pt x="179490" y="120068"/>
                    </a:cubicBezTo>
                    <a:lnTo>
                      <a:pt x="191868" y="152251"/>
                    </a:lnTo>
                    <a:cubicBezTo>
                      <a:pt x="195582" y="160915"/>
                      <a:pt x="194344" y="170818"/>
                      <a:pt x="188155" y="177007"/>
                    </a:cubicBezTo>
                    <a:cubicBezTo>
                      <a:pt x="181965" y="183196"/>
                      <a:pt x="172063" y="184434"/>
                      <a:pt x="162160" y="180720"/>
                    </a:cubicBezTo>
                    <a:lnTo>
                      <a:pt x="129975" y="169580"/>
                    </a:lnTo>
                    <a:cubicBezTo>
                      <a:pt x="126262" y="168342"/>
                      <a:pt x="123786" y="168342"/>
                      <a:pt x="122548" y="169580"/>
                    </a:cubicBezTo>
                    <a:lnTo>
                      <a:pt x="97791" y="180720"/>
                    </a:lnTo>
                    <a:cubicBezTo>
                      <a:pt x="95315" y="181958"/>
                      <a:pt x="91602" y="183196"/>
                      <a:pt x="87888" y="183196"/>
                    </a:cubicBezTo>
                    <a:cubicBezTo>
                      <a:pt x="81699" y="183196"/>
                      <a:pt x="76747" y="181958"/>
                      <a:pt x="71796" y="178245"/>
                    </a:cubicBezTo>
                    <a:cubicBezTo>
                      <a:pt x="63131" y="173294"/>
                      <a:pt x="56942" y="165867"/>
                      <a:pt x="54466" y="157202"/>
                    </a:cubicBezTo>
                    <a:lnTo>
                      <a:pt x="45801" y="126257"/>
                    </a:lnTo>
                    <a:cubicBezTo>
                      <a:pt x="45801" y="125019"/>
                      <a:pt x="44563" y="123781"/>
                      <a:pt x="43325" y="121305"/>
                    </a:cubicBezTo>
                    <a:cubicBezTo>
                      <a:pt x="43325" y="120068"/>
                      <a:pt x="40849" y="118830"/>
                      <a:pt x="39612" y="117592"/>
                    </a:cubicBezTo>
                    <a:lnTo>
                      <a:pt x="11141" y="94074"/>
                    </a:lnTo>
                    <a:cubicBezTo>
                      <a:pt x="3714" y="87885"/>
                      <a:pt x="0" y="79220"/>
                      <a:pt x="0" y="70555"/>
                    </a:cubicBezTo>
                    <a:cubicBezTo>
                      <a:pt x="0" y="60653"/>
                      <a:pt x="4951" y="53226"/>
                      <a:pt x="13616" y="49512"/>
                    </a:cubicBezTo>
                    <a:lnTo>
                      <a:pt x="42087" y="42086"/>
                    </a:lnTo>
                    <a:cubicBezTo>
                      <a:pt x="43325" y="42086"/>
                      <a:pt x="43325" y="40848"/>
                      <a:pt x="43325" y="40848"/>
                    </a:cubicBezTo>
                    <a:cubicBezTo>
                      <a:pt x="43325" y="39610"/>
                      <a:pt x="43325" y="39610"/>
                      <a:pt x="44563" y="39610"/>
                    </a:cubicBezTo>
                    <a:lnTo>
                      <a:pt x="51990" y="13616"/>
                    </a:lnTo>
                    <a:cubicBezTo>
                      <a:pt x="54466" y="4951"/>
                      <a:pt x="61893" y="0"/>
                      <a:pt x="730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4F7C8047-A27B-2D40-9AB0-F94FFD0F0340}"/>
                  </a:ext>
                </a:extLst>
              </p:cNvPr>
              <p:cNvSpPr/>
              <p:nvPr/>
            </p:nvSpPr>
            <p:spPr>
              <a:xfrm>
                <a:off x="10949263" y="11825470"/>
                <a:ext cx="176902" cy="1657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" h="134">
                    <a:moveTo>
                      <a:pt x="67" y="6"/>
                    </a:moveTo>
                    <a:lnTo>
                      <a:pt x="78" y="17"/>
                    </a:lnTo>
                    <a:lnTo>
                      <a:pt x="88" y="27"/>
                    </a:lnTo>
                    <a:cubicBezTo>
                      <a:pt x="89" y="29"/>
                      <a:pt x="91" y="30"/>
                      <a:pt x="93" y="31"/>
                    </a:cubicBezTo>
                    <a:cubicBezTo>
                      <a:pt x="95" y="32"/>
                      <a:pt x="96" y="33"/>
                      <a:pt x="98" y="33"/>
                    </a:cubicBezTo>
                    <a:lnTo>
                      <a:pt x="112" y="37"/>
                    </a:lnTo>
                    <a:lnTo>
                      <a:pt x="125" y="40"/>
                    </a:lnTo>
                    <a:cubicBezTo>
                      <a:pt x="131" y="42"/>
                      <a:pt x="136" y="45"/>
                      <a:pt x="139" y="50"/>
                    </a:cubicBezTo>
                    <a:cubicBezTo>
                      <a:pt x="142" y="55"/>
                      <a:pt x="143" y="60"/>
                      <a:pt x="141" y="64"/>
                    </a:cubicBezTo>
                    <a:lnTo>
                      <a:pt x="136" y="74"/>
                    </a:lnTo>
                    <a:lnTo>
                      <a:pt x="132" y="83"/>
                    </a:lnTo>
                    <a:cubicBezTo>
                      <a:pt x="131" y="84"/>
                      <a:pt x="131" y="86"/>
                      <a:pt x="131" y="88"/>
                    </a:cubicBezTo>
                    <a:cubicBezTo>
                      <a:pt x="131" y="90"/>
                      <a:pt x="131" y="91"/>
                      <a:pt x="132" y="93"/>
                    </a:cubicBezTo>
                    <a:lnTo>
                      <a:pt x="137" y="106"/>
                    </a:lnTo>
                    <a:lnTo>
                      <a:pt x="142" y="119"/>
                    </a:lnTo>
                    <a:cubicBezTo>
                      <a:pt x="144" y="124"/>
                      <a:pt x="144" y="129"/>
                      <a:pt x="141" y="132"/>
                    </a:cubicBezTo>
                    <a:cubicBezTo>
                      <a:pt x="137" y="134"/>
                      <a:pt x="133" y="135"/>
                      <a:pt x="127" y="133"/>
                    </a:cubicBezTo>
                    <a:lnTo>
                      <a:pt x="113" y="129"/>
                    </a:lnTo>
                    <a:lnTo>
                      <a:pt x="101" y="124"/>
                    </a:lnTo>
                    <a:cubicBezTo>
                      <a:pt x="98" y="123"/>
                      <a:pt x="96" y="122"/>
                      <a:pt x="95" y="122"/>
                    </a:cubicBezTo>
                    <a:cubicBezTo>
                      <a:pt x="93" y="122"/>
                      <a:pt x="91" y="123"/>
                      <a:pt x="89" y="124"/>
                    </a:cubicBezTo>
                    <a:lnTo>
                      <a:pt x="79" y="129"/>
                    </a:lnTo>
                    <a:lnTo>
                      <a:pt x="70" y="133"/>
                    </a:lnTo>
                    <a:cubicBezTo>
                      <a:pt x="65" y="135"/>
                      <a:pt x="60" y="134"/>
                      <a:pt x="55" y="132"/>
                    </a:cubicBezTo>
                    <a:cubicBezTo>
                      <a:pt x="50" y="129"/>
                      <a:pt x="46" y="124"/>
                      <a:pt x="44" y="119"/>
                    </a:cubicBezTo>
                    <a:lnTo>
                      <a:pt x="41" y="106"/>
                    </a:lnTo>
                    <a:lnTo>
                      <a:pt x="37" y="93"/>
                    </a:lnTo>
                    <a:cubicBezTo>
                      <a:pt x="37" y="91"/>
                      <a:pt x="35" y="90"/>
                      <a:pt x="34" y="88"/>
                    </a:cubicBezTo>
                    <a:cubicBezTo>
                      <a:pt x="33" y="86"/>
                      <a:pt x="32" y="84"/>
                      <a:pt x="30" y="83"/>
                    </a:cubicBezTo>
                    <a:lnTo>
                      <a:pt x="19" y="74"/>
                    </a:lnTo>
                    <a:lnTo>
                      <a:pt x="8" y="64"/>
                    </a:lnTo>
                    <a:cubicBezTo>
                      <a:pt x="3" y="60"/>
                      <a:pt x="0" y="55"/>
                      <a:pt x="0" y="50"/>
                    </a:cubicBezTo>
                    <a:cubicBezTo>
                      <a:pt x="0" y="45"/>
                      <a:pt x="2" y="42"/>
                      <a:pt x="7" y="40"/>
                    </a:cubicBezTo>
                    <a:lnTo>
                      <a:pt x="18" y="37"/>
                    </a:lnTo>
                    <a:lnTo>
                      <a:pt x="29" y="33"/>
                    </a:lnTo>
                    <a:cubicBezTo>
                      <a:pt x="31" y="33"/>
                      <a:pt x="32" y="32"/>
                      <a:pt x="33" y="31"/>
                    </a:cubicBezTo>
                    <a:cubicBezTo>
                      <a:pt x="34" y="30"/>
                      <a:pt x="35" y="29"/>
                      <a:pt x="35" y="27"/>
                    </a:cubicBezTo>
                    <a:lnTo>
                      <a:pt x="39" y="17"/>
                    </a:lnTo>
                    <a:lnTo>
                      <a:pt x="42" y="6"/>
                    </a:lnTo>
                    <a:cubicBezTo>
                      <a:pt x="43" y="1"/>
                      <a:pt x="48" y="0"/>
                      <a:pt x="52" y="0"/>
                    </a:cubicBezTo>
                    <a:cubicBezTo>
                      <a:pt x="57" y="0"/>
                      <a:pt x="62" y="1"/>
                      <a:pt x="67" y="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7" name="Freeform 436">
                <a:extLst>
                  <a:ext uri="{FF2B5EF4-FFF2-40B4-BE49-F238E27FC236}">
                    <a16:creationId xmlns:a16="http://schemas.microsoft.com/office/drawing/2014/main" id="{1B0E310E-C998-4D49-8F48-4EF32BBDE772}"/>
                  </a:ext>
                </a:extLst>
              </p:cNvPr>
              <p:cNvSpPr/>
              <p:nvPr/>
            </p:nvSpPr>
            <p:spPr>
              <a:xfrm>
                <a:off x="10940546" y="11815498"/>
                <a:ext cx="194567" cy="185301"/>
              </a:xfrm>
              <a:custGeom>
                <a:avLst/>
                <a:gdLst>
                  <a:gd name="connsiteX0" fmla="*/ 73067 w 194567"/>
                  <a:gd name="connsiteY0" fmla="*/ 17447 h 185301"/>
                  <a:gd name="connsiteX1" fmla="*/ 69359 w 194567"/>
                  <a:gd name="connsiteY1" fmla="*/ 19919 h 185301"/>
                  <a:gd name="connsiteX2" fmla="*/ 60705 w 194567"/>
                  <a:gd name="connsiteY2" fmla="*/ 45873 h 185301"/>
                  <a:gd name="connsiteX3" fmla="*/ 55760 w 194567"/>
                  <a:gd name="connsiteY3" fmla="*/ 54525 h 185301"/>
                  <a:gd name="connsiteX4" fmla="*/ 47107 w 194567"/>
                  <a:gd name="connsiteY4" fmla="*/ 59469 h 185301"/>
                  <a:gd name="connsiteX5" fmla="*/ 19910 w 194567"/>
                  <a:gd name="connsiteY5" fmla="*/ 68120 h 185301"/>
                  <a:gd name="connsiteX6" fmla="*/ 17438 w 194567"/>
                  <a:gd name="connsiteY6" fmla="*/ 71828 h 185301"/>
                  <a:gd name="connsiteX7" fmla="*/ 23619 w 194567"/>
                  <a:gd name="connsiteY7" fmla="*/ 81716 h 185301"/>
                  <a:gd name="connsiteX8" fmla="*/ 52052 w 194567"/>
                  <a:gd name="connsiteY8" fmla="*/ 105198 h 185301"/>
                  <a:gd name="connsiteX9" fmla="*/ 58233 w 194567"/>
                  <a:gd name="connsiteY9" fmla="*/ 113850 h 185301"/>
                  <a:gd name="connsiteX10" fmla="*/ 61941 w 194567"/>
                  <a:gd name="connsiteY10" fmla="*/ 122501 h 185301"/>
                  <a:gd name="connsiteX11" fmla="*/ 70595 w 194567"/>
                  <a:gd name="connsiteY11" fmla="*/ 153400 h 185301"/>
                  <a:gd name="connsiteX12" fmla="*/ 80485 w 194567"/>
                  <a:gd name="connsiteY12" fmla="*/ 165759 h 185301"/>
                  <a:gd name="connsiteX13" fmla="*/ 91610 w 194567"/>
                  <a:gd name="connsiteY13" fmla="*/ 166995 h 185301"/>
                  <a:gd name="connsiteX14" fmla="*/ 116335 w 194567"/>
                  <a:gd name="connsiteY14" fmla="*/ 155872 h 185301"/>
                  <a:gd name="connsiteX15" fmla="*/ 126224 w 194567"/>
                  <a:gd name="connsiteY15" fmla="*/ 153400 h 185301"/>
                  <a:gd name="connsiteX16" fmla="*/ 134878 w 194567"/>
                  <a:gd name="connsiteY16" fmla="*/ 154636 h 185301"/>
                  <a:gd name="connsiteX17" fmla="*/ 168255 w 194567"/>
                  <a:gd name="connsiteY17" fmla="*/ 166995 h 185301"/>
                  <a:gd name="connsiteX18" fmla="*/ 176909 w 194567"/>
                  <a:gd name="connsiteY18" fmla="*/ 165759 h 185301"/>
                  <a:gd name="connsiteX19" fmla="*/ 176909 w 194567"/>
                  <a:gd name="connsiteY19" fmla="*/ 159579 h 185301"/>
                  <a:gd name="connsiteX20" fmla="*/ 163310 w 194567"/>
                  <a:gd name="connsiteY20" fmla="*/ 128681 h 185301"/>
                  <a:gd name="connsiteX21" fmla="*/ 162074 w 194567"/>
                  <a:gd name="connsiteY21" fmla="*/ 118794 h 185301"/>
                  <a:gd name="connsiteX22" fmla="*/ 163310 w 194567"/>
                  <a:gd name="connsiteY22" fmla="*/ 108906 h 185301"/>
                  <a:gd name="connsiteX23" fmla="*/ 175673 w 194567"/>
                  <a:gd name="connsiteY23" fmla="*/ 85423 h 185301"/>
                  <a:gd name="connsiteX24" fmla="*/ 173200 w 194567"/>
                  <a:gd name="connsiteY24" fmla="*/ 76772 h 185301"/>
                  <a:gd name="connsiteX25" fmla="*/ 160838 w 194567"/>
                  <a:gd name="connsiteY25" fmla="*/ 68120 h 185301"/>
                  <a:gd name="connsiteX26" fmla="*/ 127460 w 194567"/>
                  <a:gd name="connsiteY26" fmla="*/ 59469 h 185301"/>
                  <a:gd name="connsiteX27" fmla="*/ 118807 w 194567"/>
                  <a:gd name="connsiteY27" fmla="*/ 55761 h 185301"/>
                  <a:gd name="connsiteX28" fmla="*/ 111390 w 194567"/>
                  <a:gd name="connsiteY28" fmla="*/ 49581 h 185301"/>
                  <a:gd name="connsiteX29" fmla="*/ 85429 w 194567"/>
                  <a:gd name="connsiteY29" fmla="*/ 23627 h 185301"/>
                  <a:gd name="connsiteX30" fmla="*/ 73067 w 194567"/>
                  <a:gd name="connsiteY30" fmla="*/ 17447 h 185301"/>
                  <a:gd name="connsiteX31" fmla="*/ 73034 w 194567"/>
                  <a:gd name="connsiteY31" fmla="*/ 0 h 185301"/>
                  <a:gd name="connsiteX32" fmla="*/ 97791 w 194567"/>
                  <a:gd name="connsiteY32" fmla="*/ 11141 h 185301"/>
                  <a:gd name="connsiteX33" fmla="*/ 123786 w 194567"/>
                  <a:gd name="connsiteY33" fmla="*/ 37138 h 185301"/>
                  <a:gd name="connsiteX34" fmla="*/ 127500 w 194567"/>
                  <a:gd name="connsiteY34" fmla="*/ 40851 h 185301"/>
                  <a:gd name="connsiteX35" fmla="*/ 132451 w 194567"/>
                  <a:gd name="connsiteY35" fmla="*/ 43327 h 185301"/>
                  <a:gd name="connsiteX36" fmla="*/ 165873 w 194567"/>
                  <a:gd name="connsiteY36" fmla="*/ 50755 h 185301"/>
                  <a:gd name="connsiteX37" fmla="*/ 188155 w 194567"/>
                  <a:gd name="connsiteY37" fmla="*/ 66848 h 185301"/>
                  <a:gd name="connsiteX38" fmla="*/ 190630 w 194567"/>
                  <a:gd name="connsiteY38" fmla="*/ 92844 h 185301"/>
                  <a:gd name="connsiteX39" fmla="*/ 179490 w 194567"/>
                  <a:gd name="connsiteY39" fmla="*/ 116364 h 185301"/>
                  <a:gd name="connsiteX40" fmla="*/ 178252 w 194567"/>
                  <a:gd name="connsiteY40" fmla="*/ 118840 h 185301"/>
                  <a:gd name="connsiteX41" fmla="*/ 179490 w 194567"/>
                  <a:gd name="connsiteY41" fmla="*/ 122554 h 185301"/>
                  <a:gd name="connsiteX42" fmla="*/ 191868 w 194567"/>
                  <a:gd name="connsiteY42" fmla="*/ 153502 h 185301"/>
                  <a:gd name="connsiteX43" fmla="*/ 189393 w 194567"/>
                  <a:gd name="connsiteY43" fmla="*/ 179498 h 185301"/>
                  <a:gd name="connsiteX44" fmla="*/ 163398 w 194567"/>
                  <a:gd name="connsiteY44" fmla="*/ 183212 h 185301"/>
                  <a:gd name="connsiteX45" fmla="*/ 129975 w 194567"/>
                  <a:gd name="connsiteY45" fmla="*/ 172071 h 185301"/>
                  <a:gd name="connsiteX46" fmla="*/ 122548 w 194567"/>
                  <a:gd name="connsiteY46" fmla="*/ 170833 h 185301"/>
                  <a:gd name="connsiteX47" fmla="*/ 99029 w 194567"/>
                  <a:gd name="connsiteY47" fmla="*/ 183212 h 185301"/>
                  <a:gd name="connsiteX48" fmla="*/ 87888 w 194567"/>
                  <a:gd name="connsiteY48" fmla="*/ 184450 h 185301"/>
                  <a:gd name="connsiteX49" fmla="*/ 71796 w 194567"/>
                  <a:gd name="connsiteY49" fmla="*/ 179498 h 185301"/>
                  <a:gd name="connsiteX50" fmla="*/ 55704 w 194567"/>
                  <a:gd name="connsiteY50" fmla="*/ 159692 h 185301"/>
                  <a:gd name="connsiteX51" fmla="*/ 47039 w 194567"/>
                  <a:gd name="connsiteY51" fmla="*/ 127506 h 185301"/>
                  <a:gd name="connsiteX52" fmla="*/ 44563 w 194567"/>
                  <a:gd name="connsiteY52" fmla="*/ 122554 h 185301"/>
                  <a:gd name="connsiteX53" fmla="*/ 40849 w 194567"/>
                  <a:gd name="connsiteY53" fmla="*/ 118840 h 185301"/>
                  <a:gd name="connsiteX54" fmla="*/ 12379 w 194567"/>
                  <a:gd name="connsiteY54" fmla="*/ 95320 h 185301"/>
                  <a:gd name="connsiteX55" fmla="*/ 0 w 194567"/>
                  <a:gd name="connsiteY55" fmla="*/ 71799 h 185301"/>
                  <a:gd name="connsiteX56" fmla="*/ 14854 w 194567"/>
                  <a:gd name="connsiteY56" fmla="*/ 50755 h 185301"/>
                  <a:gd name="connsiteX57" fmla="*/ 42087 w 194567"/>
                  <a:gd name="connsiteY57" fmla="*/ 43327 h 185301"/>
                  <a:gd name="connsiteX58" fmla="*/ 44563 w 194567"/>
                  <a:gd name="connsiteY58" fmla="*/ 42089 h 185301"/>
                  <a:gd name="connsiteX59" fmla="*/ 44563 w 194567"/>
                  <a:gd name="connsiteY59" fmla="*/ 40851 h 185301"/>
                  <a:gd name="connsiteX60" fmla="*/ 51990 w 194567"/>
                  <a:gd name="connsiteY60" fmla="*/ 14855 h 185301"/>
                  <a:gd name="connsiteX61" fmla="*/ 73034 w 194567"/>
                  <a:gd name="connsiteY61" fmla="*/ 0 h 1853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194567" h="185301">
                    <a:moveTo>
                      <a:pt x="73067" y="17447"/>
                    </a:moveTo>
                    <a:cubicBezTo>
                      <a:pt x="69359" y="17447"/>
                      <a:pt x="69359" y="19919"/>
                      <a:pt x="69359" y="19919"/>
                    </a:cubicBezTo>
                    <a:lnTo>
                      <a:pt x="60705" y="45873"/>
                    </a:lnTo>
                    <a:cubicBezTo>
                      <a:pt x="60705" y="49581"/>
                      <a:pt x="58233" y="52053"/>
                      <a:pt x="55760" y="54525"/>
                    </a:cubicBezTo>
                    <a:cubicBezTo>
                      <a:pt x="53288" y="56997"/>
                      <a:pt x="50816" y="58233"/>
                      <a:pt x="47107" y="59469"/>
                    </a:cubicBezTo>
                    <a:lnTo>
                      <a:pt x="19910" y="68120"/>
                    </a:lnTo>
                    <a:cubicBezTo>
                      <a:pt x="18674" y="68120"/>
                      <a:pt x="17438" y="68120"/>
                      <a:pt x="17438" y="71828"/>
                    </a:cubicBezTo>
                    <a:cubicBezTo>
                      <a:pt x="17438" y="74300"/>
                      <a:pt x="18674" y="78008"/>
                      <a:pt x="23619" y="81716"/>
                    </a:cubicBezTo>
                    <a:lnTo>
                      <a:pt x="52052" y="105198"/>
                    </a:lnTo>
                    <a:cubicBezTo>
                      <a:pt x="54524" y="107670"/>
                      <a:pt x="55760" y="110142"/>
                      <a:pt x="58233" y="113850"/>
                    </a:cubicBezTo>
                    <a:cubicBezTo>
                      <a:pt x="60705" y="116322"/>
                      <a:pt x="61941" y="120030"/>
                      <a:pt x="61941" y="122501"/>
                    </a:cubicBezTo>
                    <a:lnTo>
                      <a:pt x="70595" y="153400"/>
                    </a:lnTo>
                    <a:cubicBezTo>
                      <a:pt x="73067" y="158343"/>
                      <a:pt x="76776" y="162051"/>
                      <a:pt x="80485" y="165759"/>
                    </a:cubicBezTo>
                    <a:cubicBezTo>
                      <a:pt x="84193" y="166995"/>
                      <a:pt x="89138" y="168231"/>
                      <a:pt x="91610" y="166995"/>
                    </a:cubicBezTo>
                    <a:lnTo>
                      <a:pt x="116335" y="155872"/>
                    </a:lnTo>
                    <a:cubicBezTo>
                      <a:pt x="118807" y="153400"/>
                      <a:pt x="122516" y="153400"/>
                      <a:pt x="126224" y="153400"/>
                    </a:cubicBezTo>
                    <a:cubicBezTo>
                      <a:pt x="128697" y="153400"/>
                      <a:pt x="132405" y="153400"/>
                      <a:pt x="134878" y="154636"/>
                    </a:cubicBezTo>
                    <a:lnTo>
                      <a:pt x="168255" y="166995"/>
                    </a:lnTo>
                    <a:cubicBezTo>
                      <a:pt x="173200" y="168231"/>
                      <a:pt x="175673" y="166995"/>
                      <a:pt x="176909" y="165759"/>
                    </a:cubicBezTo>
                    <a:cubicBezTo>
                      <a:pt x="178145" y="165759"/>
                      <a:pt x="178145" y="163287"/>
                      <a:pt x="176909" y="159579"/>
                    </a:cubicBezTo>
                    <a:lnTo>
                      <a:pt x="163310" y="128681"/>
                    </a:lnTo>
                    <a:cubicBezTo>
                      <a:pt x="163310" y="124973"/>
                      <a:pt x="162074" y="121265"/>
                      <a:pt x="162074" y="118794"/>
                    </a:cubicBezTo>
                    <a:cubicBezTo>
                      <a:pt x="162074" y="115086"/>
                      <a:pt x="162074" y="111378"/>
                      <a:pt x="163310" y="108906"/>
                    </a:cubicBezTo>
                    <a:lnTo>
                      <a:pt x="175673" y="85423"/>
                    </a:lnTo>
                    <a:cubicBezTo>
                      <a:pt x="176909" y="82951"/>
                      <a:pt x="175673" y="79244"/>
                      <a:pt x="173200" y="76772"/>
                    </a:cubicBezTo>
                    <a:cubicBezTo>
                      <a:pt x="170728" y="71828"/>
                      <a:pt x="165783" y="69356"/>
                      <a:pt x="160838" y="68120"/>
                    </a:cubicBezTo>
                    <a:lnTo>
                      <a:pt x="127460" y="59469"/>
                    </a:lnTo>
                    <a:cubicBezTo>
                      <a:pt x="124988" y="58233"/>
                      <a:pt x="122516" y="58233"/>
                      <a:pt x="118807" y="55761"/>
                    </a:cubicBezTo>
                    <a:cubicBezTo>
                      <a:pt x="116335" y="54525"/>
                      <a:pt x="113862" y="52053"/>
                      <a:pt x="111390" y="49581"/>
                    </a:cubicBezTo>
                    <a:lnTo>
                      <a:pt x="85429" y="23627"/>
                    </a:lnTo>
                    <a:cubicBezTo>
                      <a:pt x="81721" y="19919"/>
                      <a:pt x="76776" y="17447"/>
                      <a:pt x="73067" y="17447"/>
                    </a:cubicBezTo>
                    <a:close/>
                    <a:moveTo>
                      <a:pt x="73034" y="0"/>
                    </a:moveTo>
                    <a:cubicBezTo>
                      <a:pt x="81699" y="0"/>
                      <a:pt x="90364" y="4952"/>
                      <a:pt x="97791" y="11141"/>
                    </a:cubicBezTo>
                    <a:lnTo>
                      <a:pt x="123786" y="37138"/>
                    </a:lnTo>
                    <a:cubicBezTo>
                      <a:pt x="125024" y="38376"/>
                      <a:pt x="126262" y="39613"/>
                      <a:pt x="127500" y="40851"/>
                    </a:cubicBezTo>
                    <a:cubicBezTo>
                      <a:pt x="129975" y="42089"/>
                      <a:pt x="131213" y="43327"/>
                      <a:pt x="132451" y="43327"/>
                    </a:cubicBezTo>
                    <a:lnTo>
                      <a:pt x="165873" y="50755"/>
                    </a:lnTo>
                    <a:cubicBezTo>
                      <a:pt x="174538" y="53231"/>
                      <a:pt x="183203" y="59420"/>
                      <a:pt x="188155" y="66848"/>
                    </a:cubicBezTo>
                    <a:cubicBezTo>
                      <a:pt x="193106" y="75513"/>
                      <a:pt x="194344" y="85416"/>
                      <a:pt x="190630" y="92844"/>
                    </a:cubicBezTo>
                    <a:lnTo>
                      <a:pt x="179490" y="116364"/>
                    </a:lnTo>
                    <a:cubicBezTo>
                      <a:pt x="178252" y="116364"/>
                      <a:pt x="178252" y="117602"/>
                      <a:pt x="178252" y="118840"/>
                    </a:cubicBezTo>
                    <a:cubicBezTo>
                      <a:pt x="178252" y="118840"/>
                      <a:pt x="179490" y="121316"/>
                      <a:pt x="179490" y="122554"/>
                    </a:cubicBezTo>
                    <a:lnTo>
                      <a:pt x="191868" y="153502"/>
                    </a:lnTo>
                    <a:cubicBezTo>
                      <a:pt x="196820" y="163405"/>
                      <a:pt x="194344" y="173309"/>
                      <a:pt x="189393" y="179498"/>
                    </a:cubicBezTo>
                    <a:cubicBezTo>
                      <a:pt x="181965" y="185688"/>
                      <a:pt x="173300" y="186926"/>
                      <a:pt x="163398" y="183212"/>
                    </a:cubicBezTo>
                    <a:lnTo>
                      <a:pt x="129975" y="172071"/>
                    </a:lnTo>
                    <a:cubicBezTo>
                      <a:pt x="127500" y="169595"/>
                      <a:pt x="125024" y="169595"/>
                      <a:pt x="122548" y="170833"/>
                    </a:cubicBezTo>
                    <a:lnTo>
                      <a:pt x="99029" y="183212"/>
                    </a:lnTo>
                    <a:cubicBezTo>
                      <a:pt x="95315" y="183212"/>
                      <a:pt x="91602" y="184450"/>
                      <a:pt x="87888" y="184450"/>
                    </a:cubicBezTo>
                    <a:cubicBezTo>
                      <a:pt x="82937" y="184450"/>
                      <a:pt x="76747" y="183212"/>
                      <a:pt x="71796" y="179498"/>
                    </a:cubicBezTo>
                    <a:cubicBezTo>
                      <a:pt x="63131" y="174547"/>
                      <a:pt x="58179" y="167119"/>
                      <a:pt x="55704" y="159692"/>
                    </a:cubicBezTo>
                    <a:lnTo>
                      <a:pt x="47039" y="127506"/>
                    </a:lnTo>
                    <a:cubicBezTo>
                      <a:pt x="45801" y="126268"/>
                      <a:pt x="44563" y="123792"/>
                      <a:pt x="44563" y="122554"/>
                    </a:cubicBezTo>
                    <a:cubicBezTo>
                      <a:pt x="43325" y="121316"/>
                      <a:pt x="42087" y="120078"/>
                      <a:pt x="40849" y="118840"/>
                    </a:cubicBezTo>
                    <a:lnTo>
                      <a:pt x="12379" y="95320"/>
                    </a:lnTo>
                    <a:cubicBezTo>
                      <a:pt x="4951" y="89130"/>
                      <a:pt x="0" y="80465"/>
                      <a:pt x="0" y="71799"/>
                    </a:cubicBezTo>
                    <a:cubicBezTo>
                      <a:pt x="0" y="61896"/>
                      <a:pt x="4951" y="54468"/>
                      <a:pt x="14854" y="50755"/>
                    </a:cubicBezTo>
                    <a:lnTo>
                      <a:pt x="42087" y="43327"/>
                    </a:lnTo>
                    <a:cubicBezTo>
                      <a:pt x="43325" y="43327"/>
                      <a:pt x="43325" y="43327"/>
                      <a:pt x="44563" y="42089"/>
                    </a:cubicBezTo>
                    <a:lnTo>
                      <a:pt x="44563" y="40851"/>
                    </a:lnTo>
                    <a:lnTo>
                      <a:pt x="51990" y="14855"/>
                    </a:lnTo>
                    <a:cubicBezTo>
                      <a:pt x="55704" y="6190"/>
                      <a:pt x="63131" y="0"/>
                      <a:pt x="730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C14BEC9E-FD92-894C-9DCB-B34EE2D83815}"/>
                  </a:ext>
                </a:extLst>
              </p:cNvPr>
              <p:cNvSpPr/>
              <p:nvPr/>
            </p:nvSpPr>
            <p:spPr>
              <a:xfrm>
                <a:off x="9302330" y="11285853"/>
                <a:ext cx="896970" cy="14456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1" h="117">
                    <a:moveTo>
                      <a:pt x="640" y="0"/>
                    </a:moveTo>
                    <a:lnTo>
                      <a:pt x="341" y="0"/>
                    </a:lnTo>
                    <a:lnTo>
                      <a:pt x="42" y="0"/>
                    </a:lnTo>
                    <a:cubicBezTo>
                      <a:pt x="22" y="0"/>
                      <a:pt x="8" y="10"/>
                      <a:pt x="3" y="25"/>
                    </a:cubicBezTo>
                    <a:cubicBezTo>
                      <a:pt x="-3" y="39"/>
                      <a:pt x="0" y="58"/>
                      <a:pt x="13" y="77"/>
                    </a:cubicBezTo>
                    <a:cubicBezTo>
                      <a:pt x="21" y="89"/>
                      <a:pt x="32" y="99"/>
                      <a:pt x="44" y="106"/>
                    </a:cubicBezTo>
                    <a:cubicBezTo>
                      <a:pt x="57" y="113"/>
                      <a:pt x="69" y="117"/>
                      <a:pt x="82" y="117"/>
                    </a:cubicBezTo>
                    <a:lnTo>
                      <a:pt x="381" y="117"/>
                    </a:lnTo>
                    <a:lnTo>
                      <a:pt x="680" y="117"/>
                    </a:lnTo>
                    <a:cubicBezTo>
                      <a:pt x="700" y="117"/>
                      <a:pt x="714" y="107"/>
                      <a:pt x="719" y="93"/>
                    </a:cubicBezTo>
                    <a:cubicBezTo>
                      <a:pt x="724" y="78"/>
                      <a:pt x="722" y="58"/>
                      <a:pt x="709" y="39"/>
                    </a:cubicBezTo>
                    <a:cubicBezTo>
                      <a:pt x="700" y="28"/>
                      <a:pt x="689" y="18"/>
                      <a:pt x="678" y="11"/>
                    </a:cubicBezTo>
                    <a:cubicBezTo>
                      <a:pt x="666" y="4"/>
                      <a:pt x="652" y="0"/>
                      <a:pt x="640" y="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E32F16B7-F3CB-0241-B0C4-B0FBB3E36A4B}"/>
                  </a:ext>
                </a:extLst>
              </p:cNvPr>
              <p:cNvSpPr/>
              <p:nvPr/>
            </p:nvSpPr>
            <p:spPr>
              <a:xfrm>
                <a:off x="6420814" y="9007746"/>
                <a:ext cx="1280674" cy="348943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29" h="2801">
                    <a:moveTo>
                      <a:pt x="995" y="2798"/>
                    </a:moveTo>
                    <a:cubicBezTo>
                      <a:pt x="982" y="2802"/>
                      <a:pt x="968" y="2801"/>
                      <a:pt x="957" y="2795"/>
                    </a:cubicBezTo>
                    <a:cubicBezTo>
                      <a:pt x="945" y="2790"/>
                      <a:pt x="935" y="2779"/>
                      <a:pt x="931" y="2766"/>
                    </a:cubicBezTo>
                    <a:lnTo>
                      <a:pt x="467" y="1416"/>
                    </a:lnTo>
                    <a:lnTo>
                      <a:pt x="3" y="66"/>
                    </a:lnTo>
                    <a:cubicBezTo>
                      <a:pt x="-2" y="53"/>
                      <a:pt x="-1" y="39"/>
                      <a:pt x="5" y="28"/>
                    </a:cubicBezTo>
                    <a:cubicBezTo>
                      <a:pt x="11" y="16"/>
                      <a:pt x="21" y="7"/>
                      <a:pt x="34" y="2"/>
                    </a:cubicBezTo>
                    <a:cubicBezTo>
                      <a:pt x="47" y="-2"/>
                      <a:pt x="61" y="-1"/>
                      <a:pt x="73" y="4"/>
                    </a:cubicBezTo>
                    <a:cubicBezTo>
                      <a:pt x="84" y="11"/>
                      <a:pt x="93" y="20"/>
                      <a:pt x="97" y="33"/>
                    </a:cubicBezTo>
                    <a:lnTo>
                      <a:pt x="562" y="1384"/>
                    </a:lnTo>
                    <a:lnTo>
                      <a:pt x="1026" y="2733"/>
                    </a:lnTo>
                    <a:cubicBezTo>
                      <a:pt x="1031" y="2747"/>
                      <a:pt x="1030" y="2760"/>
                      <a:pt x="1023" y="2772"/>
                    </a:cubicBezTo>
                    <a:cubicBezTo>
                      <a:pt x="1018" y="2783"/>
                      <a:pt x="1008" y="2793"/>
                      <a:pt x="995" y="2798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EDB8FEB1-1309-0542-BD47-CB85D3EC171D}"/>
                  </a:ext>
                </a:extLst>
              </p:cNvPr>
              <p:cNvSpPr/>
              <p:nvPr/>
            </p:nvSpPr>
            <p:spPr>
              <a:xfrm>
                <a:off x="8757916" y="9422736"/>
                <a:ext cx="1042728" cy="11041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38" h="887">
                    <a:moveTo>
                      <a:pt x="4" y="114"/>
                    </a:moveTo>
                    <a:lnTo>
                      <a:pt x="127" y="472"/>
                    </a:lnTo>
                    <a:lnTo>
                      <a:pt x="251" y="829"/>
                    </a:lnTo>
                    <a:cubicBezTo>
                      <a:pt x="257" y="846"/>
                      <a:pt x="268" y="861"/>
                      <a:pt x="282" y="871"/>
                    </a:cubicBezTo>
                    <a:cubicBezTo>
                      <a:pt x="296" y="881"/>
                      <a:pt x="313" y="887"/>
                      <a:pt x="332" y="887"/>
                    </a:cubicBezTo>
                    <a:lnTo>
                      <a:pt x="585" y="887"/>
                    </a:lnTo>
                    <a:lnTo>
                      <a:pt x="838" y="887"/>
                    </a:lnTo>
                    <a:lnTo>
                      <a:pt x="685" y="443"/>
                    </a:lnTo>
                    <a:lnTo>
                      <a:pt x="532" y="0"/>
                    </a:lnTo>
                    <a:lnTo>
                      <a:pt x="309" y="0"/>
                    </a:lnTo>
                    <a:lnTo>
                      <a:pt x="86" y="0"/>
                    </a:lnTo>
                    <a:cubicBezTo>
                      <a:pt x="56" y="0"/>
                      <a:pt x="31" y="15"/>
                      <a:pt x="16" y="36"/>
                    </a:cubicBezTo>
                    <a:cubicBezTo>
                      <a:pt x="0" y="58"/>
                      <a:pt x="-5" y="86"/>
                      <a:pt x="4" y="114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ACBE7117-2AD4-2546-B147-ABE037368ACA}"/>
                  </a:ext>
                </a:extLst>
              </p:cNvPr>
              <p:cNvSpPr/>
              <p:nvPr/>
            </p:nvSpPr>
            <p:spPr>
              <a:xfrm>
                <a:off x="9132903" y="10096950"/>
                <a:ext cx="348822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1" h="13">
                    <a:moveTo>
                      <a:pt x="274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74" y="0"/>
                    </a:lnTo>
                    <a:cubicBezTo>
                      <a:pt x="278" y="0"/>
                      <a:pt x="281" y="3"/>
                      <a:pt x="281" y="6"/>
                    </a:cubicBezTo>
                    <a:cubicBezTo>
                      <a:pt x="281" y="10"/>
                      <a:pt x="278" y="13"/>
                      <a:pt x="274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5" name="Freeform 274">
                <a:extLst>
                  <a:ext uri="{FF2B5EF4-FFF2-40B4-BE49-F238E27FC236}">
                    <a16:creationId xmlns:a16="http://schemas.microsoft.com/office/drawing/2014/main" id="{24C5E2F8-E5CF-404A-89D8-DDF980883E06}"/>
                  </a:ext>
                </a:extLst>
              </p:cNvPr>
              <p:cNvSpPr/>
              <p:nvPr/>
            </p:nvSpPr>
            <p:spPr>
              <a:xfrm>
                <a:off x="9170276" y="10204126"/>
                <a:ext cx="348822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1" h="14">
                    <a:moveTo>
                      <a:pt x="274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74" y="0"/>
                    </a:lnTo>
                    <a:cubicBezTo>
                      <a:pt x="278" y="0"/>
                      <a:pt x="281" y="3"/>
                      <a:pt x="281" y="7"/>
                    </a:cubicBezTo>
                    <a:cubicBezTo>
                      <a:pt x="281" y="11"/>
                      <a:pt x="278" y="14"/>
                      <a:pt x="274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AF9874B6-2783-024E-8114-C8040580743D}"/>
                  </a:ext>
                </a:extLst>
              </p:cNvPr>
              <p:cNvSpPr/>
              <p:nvPr/>
            </p:nvSpPr>
            <p:spPr>
              <a:xfrm>
                <a:off x="9029498" y="9652046"/>
                <a:ext cx="363771" cy="3439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3" h="277">
                    <a:moveTo>
                      <a:pt x="285" y="138"/>
                    </a:moveTo>
                    <a:cubicBezTo>
                      <a:pt x="311" y="215"/>
                      <a:pt x="271" y="277"/>
                      <a:pt x="194" y="277"/>
                    </a:cubicBezTo>
                    <a:cubicBezTo>
                      <a:pt x="118" y="277"/>
                      <a:pt x="35" y="215"/>
                      <a:pt x="8" y="138"/>
                    </a:cubicBezTo>
                    <a:cubicBezTo>
                      <a:pt x="-18" y="62"/>
                      <a:pt x="23" y="0"/>
                      <a:pt x="99" y="0"/>
                    </a:cubicBezTo>
                    <a:cubicBezTo>
                      <a:pt x="175" y="0"/>
                      <a:pt x="259" y="62"/>
                      <a:pt x="285" y="13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4" name="Freeform 433">
                <a:extLst>
                  <a:ext uri="{FF2B5EF4-FFF2-40B4-BE49-F238E27FC236}">
                    <a16:creationId xmlns:a16="http://schemas.microsoft.com/office/drawing/2014/main" id="{6B14A809-95FA-C544-9719-62BE64588E82}"/>
                  </a:ext>
                </a:extLst>
              </p:cNvPr>
              <p:cNvSpPr/>
              <p:nvPr/>
            </p:nvSpPr>
            <p:spPr>
              <a:xfrm>
                <a:off x="9021216" y="9643319"/>
                <a:ext cx="380960" cy="361407"/>
              </a:xfrm>
              <a:custGeom>
                <a:avLst/>
                <a:gdLst>
                  <a:gd name="connsiteX0" fmla="*/ 131208 w 380960"/>
                  <a:gd name="connsiteY0" fmla="*/ 17451 h 361407"/>
                  <a:gd name="connsiteX1" fmla="*/ 36867 w 380960"/>
                  <a:gd name="connsiteY1" fmla="*/ 60903 h 361407"/>
                  <a:gd name="connsiteX2" fmla="*/ 26937 w 380960"/>
                  <a:gd name="connsiteY2" fmla="*/ 177603 h 361407"/>
                  <a:gd name="connsiteX3" fmla="*/ 249134 w 380960"/>
                  <a:gd name="connsiteY3" fmla="*/ 343963 h 361407"/>
                  <a:gd name="connsiteX4" fmla="*/ 344716 w 380960"/>
                  <a:gd name="connsiteY4" fmla="*/ 300511 h 361407"/>
                  <a:gd name="connsiteX5" fmla="*/ 354647 w 380960"/>
                  <a:gd name="connsiteY5" fmla="*/ 183811 h 361407"/>
                  <a:gd name="connsiteX6" fmla="*/ 131208 w 380960"/>
                  <a:gd name="connsiteY6" fmla="*/ 17451 h 361407"/>
                  <a:gd name="connsiteX7" fmla="*/ 131186 w 380960"/>
                  <a:gd name="connsiteY7" fmla="*/ 0 h 361407"/>
                  <a:gd name="connsiteX8" fmla="*/ 370840 w 380960"/>
                  <a:gd name="connsiteY8" fmla="*/ 177599 h 361407"/>
                  <a:gd name="connsiteX9" fmla="*/ 358423 w 380960"/>
                  <a:gd name="connsiteY9" fmla="*/ 310487 h 361407"/>
                  <a:gd name="connsiteX10" fmla="*/ 249150 w 380960"/>
                  <a:gd name="connsiteY10" fmla="*/ 361407 h 361407"/>
                  <a:gd name="connsiteX11" fmla="*/ 10738 w 380960"/>
                  <a:gd name="connsiteY11" fmla="*/ 183808 h 361407"/>
                  <a:gd name="connsiteX12" fmla="*/ 21913 w 380960"/>
                  <a:gd name="connsiteY12" fmla="*/ 50920 h 361407"/>
                  <a:gd name="connsiteX13" fmla="*/ 131186 w 380960"/>
                  <a:gd name="connsiteY13" fmla="*/ 0 h 3614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80960" h="361407">
                    <a:moveTo>
                      <a:pt x="131208" y="17451"/>
                    </a:moveTo>
                    <a:cubicBezTo>
                      <a:pt x="90244" y="17451"/>
                      <a:pt x="56728" y="33590"/>
                      <a:pt x="36867" y="60903"/>
                    </a:cubicBezTo>
                    <a:cubicBezTo>
                      <a:pt x="14523" y="91940"/>
                      <a:pt x="12041" y="132910"/>
                      <a:pt x="26937" y="177603"/>
                    </a:cubicBezTo>
                    <a:cubicBezTo>
                      <a:pt x="57970" y="269474"/>
                      <a:pt x="158517" y="343963"/>
                      <a:pt x="249134" y="343963"/>
                    </a:cubicBezTo>
                    <a:cubicBezTo>
                      <a:pt x="291339" y="343963"/>
                      <a:pt x="324855" y="327824"/>
                      <a:pt x="344716" y="300511"/>
                    </a:cubicBezTo>
                    <a:cubicBezTo>
                      <a:pt x="365819" y="269474"/>
                      <a:pt x="369543" y="228504"/>
                      <a:pt x="354647" y="183811"/>
                    </a:cubicBezTo>
                    <a:cubicBezTo>
                      <a:pt x="322372" y="91940"/>
                      <a:pt x="223066" y="17451"/>
                      <a:pt x="131208" y="17451"/>
                    </a:cubicBezTo>
                    <a:close/>
                    <a:moveTo>
                      <a:pt x="131186" y="0"/>
                    </a:moveTo>
                    <a:cubicBezTo>
                      <a:pt x="229283" y="0"/>
                      <a:pt x="336072" y="80727"/>
                      <a:pt x="370840" y="177599"/>
                    </a:cubicBezTo>
                    <a:cubicBezTo>
                      <a:pt x="386983" y="228519"/>
                      <a:pt x="384499" y="275713"/>
                      <a:pt x="358423" y="310487"/>
                    </a:cubicBezTo>
                    <a:cubicBezTo>
                      <a:pt x="334830" y="342778"/>
                      <a:pt x="296336" y="361407"/>
                      <a:pt x="249150" y="361407"/>
                    </a:cubicBezTo>
                    <a:cubicBezTo>
                      <a:pt x="151053" y="361407"/>
                      <a:pt x="44264" y="281922"/>
                      <a:pt x="10738" y="183808"/>
                    </a:cubicBezTo>
                    <a:cubicBezTo>
                      <a:pt x="-6647" y="132888"/>
                      <a:pt x="-2921" y="85694"/>
                      <a:pt x="21913" y="50920"/>
                    </a:cubicBezTo>
                    <a:cubicBezTo>
                      <a:pt x="45506" y="17387"/>
                      <a:pt x="85242" y="0"/>
                      <a:pt x="13118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AD5F3833-AB64-8D46-8066-A6A107AACF7E}"/>
                  </a:ext>
                </a:extLst>
              </p:cNvPr>
              <p:cNvSpPr/>
              <p:nvPr/>
            </p:nvSpPr>
            <p:spPr>
              <a:xfrm>
                <a:off x="9104249" y="9754237"/>
                <a:ext cx="282795" cy="2417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8" h="195">
                    <a:moveTo>
                      <a:pt x="134" y="195"/>
                    </a:moveTo>
                    <a:cubicBezTo>
                      <a:pt x="182" y="195"/>
                      <a:pt x="215" y="171"/>
                      <a:pt x="228" y="134"/>
                    </a:cubicBezTo>
                    <a:cubicBezTo>
                      <a:pt x="199" y="107"/>
                      <a:pt x="164" y="87"/>
                      <a:pt x="127" y="79"/>
                    </a:cubicBezTo>
                    <a:cubicBezTo>
                      <a:pt x="129" y="70"/>
                      <a:pt x="128" y="60"/>
                      <a:pt x="124" y="50"/>
                    </a:cubicBezTo>
                    <a:cubicBezTo>
                      <a:pt x="115" y="23"/>
                      <a:pt x="90" y="0"/>
                      <a:pt x="67" y="0"/>
                    </a:cubicBezTo>
                    <a:cubicBezTo>
                      <a:pt x="45" y="0"/>
                      <a:pt x="35" y="23"/>
                      <a:pt x="45" y="50"/>
                    </a:cubicBezTo>
                    <a:cubicBezTo>
                      <a:pt x="49" y="60"/>
                      <a:pt x="55" y="70"/>
                      <a:pt x="62" y="79"/>
                    </a:cubicBezTo>
                    <a:cubicBezTo>
                      <a:pt x="31" y="87"/>
                      <a:pt x="9" y="107"/>
                      <a:pt x="0" y="134"/>
                    </a:cubicBezTo>
                    <a:cubicBezTo>
                      <a:pt x="37" y="171"/>
                      <a:pt x="87" y="195"/>
                      <a:pt x="134" y="19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3" name="Freeform 432">
                <a:extLst>
                  <a:ext uri="{FF2B5EF4-FFF2-40B4-BE49-F238E27FC236}">
                    <a16:creationId xmlns:a16="http://schemas.microsoft.com/office/drawing/2014/main" id="{15C2F67D-DEC0-3445-9161-75A02A3AA0EF}"/>
                  </a:ext>
                </a:extLst>
              </p:cNvPr>
              <p:cNvSpPr/>
              <p:nvPr/>
            </p:nvSpPr>
            <p:spPr>
              <a:xfrm>
                <a:off x="9093798" y="9745513"/>
                <a:ext cx="299995" cy="259216"/>
              </a:xfrm>
              <a:custGeom>
                <a:avLst/>
                <a:gdLst>
                  <a:gd name="connsiteX0" fmla="*/ 93574 w 299995"/>
                  <a:gd name="connsiteY0" fmla="*/ 17448 h 259216"/>
                  <a:gd name="connsiteX1" fmla="*/ 74975 w 299995"/>
                  <a:gd name="connsiteY1" fmla="*/ 26123 h 259216"/>
                  <a:gd name="connsiteX2" fmla="*/ 73735 w 299995"/>
                  <a:gd name="connsiteY2" fmla="*/ 68261 h 259216"/>
                  <a:gd name="connsiteX3" fmla="*/ 93574 w 299995"/>
                  <a:gd name="connsiteY3" fmla="*/ 100484 h 259216"/>
                  <a:gd name="connsiteX4" fmla="*/ 96054 w 299995"/>
                  <a:gd name="connsiteY4" fmla="*/ 109159 h 259216"/>
                  <a:gd name="connsiteX5" fmla="*/ 89854 w 299995"/>
                  <a:gd name="connsiteY5" fmla="*/ 115356 h 259216"/>
                  <a:gd name="connsiteX6" fmla="*/ 20419 w 299995"/>
                  <a:gd name="connsiteY6" fmla="*/ 173605 h 259216"/>
                  <a:gd name="connsiteX7" fmla="*/ 176648 w 299995"/>
                  <a:gd name="connsiteY7" fmla="*/ 241769 h 259216"/>
                  <a:gd name="connsiteX8" fmla="*/ 283281 w 299995"/>
                  <a:gd name="connsiteY8" fmla="*/ 177323 h 259216"/>
                  <a:gd name="connsiteX9" fmla="*/ 166729 w 299995"/>
                  <a:gd name="connsiteY9" fmla="*/ 115356 h 259216"/>
                  <a:gd name="connsiteX10" fmla="*/ 159289 w 299995"/>
                  <a:gd name="connsiteY10" fmla="*/ 104202 h 259216"/>
                  <a:gd name="connsiteX11" fmla="*/ 156810 w 299995"/>
                  <a:gd name="connsiteY11" fmla="*/ 73218 h 259216"/>
                  <a:gd name="connsiteX12" fmla="*/ 93574 w 299995"/>
                  <a:gd name="connsiteY12" fmla="*/ 17448 h 259216"/>
                  <a:gd name="connsiteX13" fmla="*/ 92294 w 299995"/>
                  <a:gd name="connsiteY13" fmla="*/ 0 h 259216"/>
                  <a:gd name="connsiteX14" fmla="*/ 171695 w 299995"/>
                  <a:gd name="connsiteY14" fmla="*/ 68215 h 259216"/>
                  <a:gd name="connsiteX15" fmla="*/ 176658 w 299995"/>
                  <a:gd name="connsiteY15" fmla="*/ 99221 h 259216"/>
                  <a:gd name="connsiteX16" fmla="*/ 298241 w 299995"/>
                  <a:gd name="connsiteY16" fmla="*/ 169917 h 259216"/>
                  <a:gd name="connsiteX17" fmla="*/ 299481 w 299995"/>
                  <a:gd name="connsiteY17" fmla="*/ 178599 h 259216"/>
                  <a:gd name="connsiteX18" fmla="*/ 175417 w 299995"/>
                  <a:gd name="connsiteY18" fmla="*/ 259216 h 259216"/>
                  <a:gd name="connsiteX19" fmla="*/ 2967 w 299995"/>
                  <a:gd name="connsiteY19" fmla="*/ 181079 h 259216"/>
                  <a:gd name="connsiteX20" fmla="*/ 486 w 299995"/>
                  <a:gd name="connsiteY20" fmla="*/ 173638 h 259216"/>
                  <a:gd name="connsiteX21" fmla="*/ 71203 w 299995"/>
                  <a:gd name="connsiteY21" fmla="*/ 101702 h 259216"/>
                  <a:gd name="connsiteX22" fmla="*/ 56315 w 299995"/>
                  <a:gd name="connsiteY22" fmla="*/ 73176 h 259216"/>
                  <a:gd name="connsiteX23" fmla="*/ 60037 w 299995"/>
                  <a:gd name="connsiteY23" fmla="*/ 16123 h 259216"/>
                  <a:gd name="connsiteX24" fmla="*/ 92294 w 299995"/>
                  <a:gd name="connsiteY24" fmla="*/ 0 h 2592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99995" h="259216">
                    <a:moveTo>
                      <a:pt x="93574" y="17448"/>
                    </a:moveTo>
                    <a:cubicBezTo>
                      <a:pt x="86135" y="17448"/>
                      <a:pt x="79935" y="19927"/>
                      <a:pt x="74975" y="26123"/>
                    </a:cubicBezTo>
                    <a:cubicBezTo>
                      <a:pt x="68776" y="34799"/>
                      <a:pt x="68776" y="50910"/>
                      <a:pt x="73735" y="68261"/>
                    </a:cubicBezTo>
                    <a:cubicBezTo>
                      <a:pt x="78695" y="79415"/>
                      <a:pt x="84895" y="90569"/>
                      <a:pt x="93574" y="100484"/>
                    </a:cubicBezTo>
                    <a:cubicBezTo>
                      <a:pt x="96054" y="102963"/>
                      <a:pt x="96054" y="105441"/>
                      <a:pt x="96054" y="109159"/>
                    </a:cubicBezTo>
                    <a:cubicBezTo>
                      <a:pt x="94814" y="111638"/>
                      <a:pt x="92334" y="114117"/>
                      <a:pt x="89854" y="115356"/>
                    </a:cubicBezTo>
                    <a:cubicBezTo>
                      <a:pt x="56377" y="122792"/>
                      <a:pt x="31578" y="143861"/>
                      <a:pt x="20419" y="173605"/>
                    </a:cubicBezTo>
                    <a:cubicBezTo>
                      <a:pt x="66296" y="216982"/>
                      <a:pt x="124572" y="241769"/>
                      <a:pt x="176648" y="241769"/>
                    </a:cubicBezTo>
                    <a:cubicBezTo>
                      <a:pt x="227485" y="241769"/>
                      <a:pt x="265922" y="218221"/>
                      <a:pt x="283281" y="177323"/>
                    </a:cubicBezTo>
                    <a:cubicBezTo>
                      <a:pt x="248563" y="146340"/>
                      <a:pt x="207646" y="124031"/>
                      <a:pt x="166729" y="115356"/>
                    </a:cubicBezTo>
                    <a:cubicBezTo>
                      <a:pt x="161769" y="112877"/>
                      <a:pt x="158050" y="109159"/>
                      <a:pt x="159289" y="104202"/>
                    </a:cubicBezTo>
                    <a:cubicBezTo>
                      <a:pt x="161769" y="95527"/>
                      <a:pt x="160529" y="84373"/>
                      <a:pt x="156810" y="73218"/>
                    </a:cubicBezTo>
                    <a:cubicBezTo>
                      <a:pt x="146890" y="43474"/>
                      <a:pt x="118372" y="17448"/>
                      <a:pt x="93574" y="17448"/>
                    </a:cubicBezTo>
                    <a:close/>
                    <a:moveTo>
                      <a:pt x="92294" y="0"/>
                    </a:moveTo>
                    <a:cubicBezTo>
                      <a:pt x="124550" y="0"/>
                      <a:pt x="158048" y="29766"/>
                      <a:pt x="171695" y="68215"/>
                    </a:cubicBezTo>
                    <a:cubicBezTo>
                      <a:pt x="175417" y="79377"/>
                      <a:pt x="176658" y="89299"/>
                      <a:pt x="176658" y="99221"/>
                    </a:cubicBezTo>
                    <a:cubicBezTo>
                      <a:pt x="220080" y="110384"/>
                      <a:pt x="262262" y="135189"/>
                      <a:pt x="298241" y="169917"/>
                    </a:cubicBezTo>
                    <a:cubicBezTo>
                      <a:pt x="299481" y="172397"/>
                      <a:pt x="300722" y="174878"/>
                      <a:pt x="299481" y="178599"/>
                    </a:cubicBezTo>
                    <a:cubicBezTo>
                      <a:pt x="282112" y="228209"/>
                      <a:pt x="236208" y="259216"/>
                      <a:pt x="175417" y="259216"/>
                    </a:cubicBezTo>
                    <a:cubicBezTo>
                      <a:pt x="117107" y="259216"/>
                      <a:pt x="52593" y="230690"/>
                      <a:pt x="2967" y="181079"/>
                    </a:cubicBezTo>
                    <a:cubicBezTo>
                      <a:pt x="486" y="179839"/>
                      <a:pt x="-755" y="176118"/>
                      <a:pt x="486" y="173638"/>
                    </a:cubicBezTo>
                    <a:cubicBezTo>
                      <a:pt x="12892" y="138910"/>
                      <a:pt x="37705" y="114105"/>
                      <a:pt x="71203" y="101702"/>
                    </a:cubicBezTo>
                    <a:cubicBezTo>
                      <a:pt x="65000" y="93020"/>
                      <a:pt x="60037" y="83098"/>
                      <a:pt x="56315" y="73176"/>
                    </a:cubicBezTo>
                    <a:cubicBezTo>
                      <a:pt x="48871" y="50851"/>
                      <a:pt x="50112" y="29766"/>
                      <a:pt x="60037" y="16123"/>
                    </a:cubicBezTo>
                    <a:cubicBezTo>
                      <a:pt x="67481" y="6201"/>
                      <a:pt x="78647" y="0"/>
                      <a:pt x="9229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6ABAAE00-5813-BD4E-BD70-26CDBBF12E17}"/>
                  </a:ext>
                </a:extLst>
              </p:cNvPr>
              <p:cNvSpPr/>
              <p:nvPr/>
            </p:nvSpPr>
            <p:spPr>
              <a:xfrm>
                <a:off x="7717683" y="12479737"/>
                <a:ext cx="6565322" cy="2093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71" h="169">
                    <a:moveTo>
                      <a:pt x="5186" y="0"/>
                    </a:moveTo>
                    <a:lnTo>
                      <a:pt x="2636" y="0"/>
                    </a:lnTo>
                    <a:lnTo>
                      <a:pt x="84" y="0"/>
                    </a:lnTo>
                    <a:cubicBezTo>
                      <a:pt x="61" y="0"/>
                      <a:pt x="41" y="9"/>
                      <a:pt x="25" y="24"/>
                    </a:cubicBezTo>
                    <a:cubicBezTo>
                      <a:pt x="10" y="40"/>
                      <a:pt x="0" y="61"/>
                      <a:pt x="0" y="84"/>
                    </a:cubicBezTo>
                    <a:cubicBezTo>
                      <a:pt x="0" y="107"/>
                      <a:pt x="10" y="129"/>
                      <a:pt x="25" y="144"/>
                    </a:cubicBezTo>
                    <a:cubicBezTo>
                      <a:pt x="41" y="159"/>
                      <a:pt x="61" y="169"/>
                      <a:pt x="84" y="169"/>
                    </a:cubicBezTo>
                    <a:lnTo>
                      <a:pt x="2636" y="169"/>
                    </a:lnTo>
                    <a:lnTo>
                      <a:pt x="5186" y="169"/>
                    </a:lnTo>
                    <a:cubicBezTo>
                      <a:pt x="5210" y="169"/>
                      <a:pt x="5231" y="159"/>
                      <a:pt x="5246" y="144"/>
                    </a:cubicBezTo>
                    <a:cubicBezTo>
                      <a:pt x="5261" y="129"/>
                      <a:pt x="5271" y="107"/>
                      <a:pt x="5271" y="84"/>
                    </a:cubicBezTo>
                    <a:cubicBezTo>
                      <a:pt x="5271" y="61"/>
                      <a:pt x="5261" y="40"/>
                      <a:pt x="5246" y="24"/>
                    </a:cubicBezTo>
                    <a:cubicBezTo>
                      <a:pt x="5231" y="9"/>
                      <a:pt x="5210" y="0"/>
                      <a:pt x="518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9" name="Freeform 438">
                <a:extLst>
                  <a:ext uri="{FF2B5EF4-FFF2-40B4-BE49-F238E27FC236}">
                    <a16:creationId xmlns:a16="http://schemas.microsoft.com/office/drawing/2014/main" id="{787E742E-E184-0B43-B2E1-34CEEF1D7B66}"/>
                  </a:ext>
                </a:extLst>
              </p:cNvPr>
              <p:cNvSpPr/>
              <p:nvPr/>
            </p:nvSpPr>
            <p:spPr>
              <a:xfrm>
                <a:off x="7708963" y="12471017"/>
                <a:ext cx="6581518" cy="226814"/>
              </a:xfrm>
              <a:custGeom>
                <a:avLst/>
                <a:gdLst>
                  <a:gd name="connsiteX0" fmla="*/ 113349 w 6581518"/>
                  <a:gd name="connsiteY0" fmla="*/ 17444 h 226814"/>
                  <a:gd name="connsiteX1" fmla="*/ 46089 w 6581518"/>
                  <a:gd name="connsiteY1" fmla="*/ 44684 h 226814"/>
                  <a:gd name="connsiteX2" fmla="*/ 17441 w 6581518"/>
                  <a:gd name="connsiteY2" fmla="*/ 112784 h 226814"/>
                  <a:gd name="connsiteX3" fmla="*/ 46089 w 6581518"/>
                  <a:gd name="connsiteY3" fmla="*/ 180885 h 226814"/>
                  <a:gd name="connsiteX4" fmla="*/ 113349 w 6581518"/>
                  <a:gd name="connsiteY4" fmla="*/ 209363 h 226814"/>
                  <a:gd name="connsiteX5" fmla="*/ 6468169 w 6581518"/>
                  <a:gd name="connsiteY5" fmla="*/ 209363 h 226814"/>
                  <a:gd name="connsiteX6" fmla="*/ 6536674 w 6581518"/>
                  <a:gd name="connsiteY6" fmla="*/ 180885 h 226814"/>
                  <a:gd name="connsiteX7" fmla="*/ 6565322 w 6581518"/>
                  <a:gd name="connsiteY7" fmla="*/ 112784 h 226814"/>
                  <a:gd name="connsiteX8" fmla="*/ 6536674 w 6581518"/>
                  <a:gd name="connsiteY8" fmla="*/ 44684 h 226814"/>
                  <a:gd name="connsiteX9" fmla="*/ 6468169 w 6581518"/>
                  <a:gd name="connsiteY9" fmla="*/ 17444 h 226814"/>
                  <a:gd name="connsiteX10" fmla="*/ 113346 w 6581518"/>
                  <a:gd name="connsiteY10" fmla="*/ 0 h 226814"/>
                  <a:gd name="connsiteX11" fmla="*/ 6468173 w 6581518"/>
                  <a:gd name="connsiteY11" fmla="*/ 0 h 226814"/>
                  <a:gd name="connsiteX12" fmla="*/ 6549133 w 6581518"/>
                  <a:gd name="connsiteY12" fmla="*/ 33464 h 226814"/>
                  <a:gd name="connsiteX13" fmla="*/ 6581518 w 6581518"/>
                  <a:gd name="connsiteY13" fmla="*/ 112787 h 226814"/>
                  <a:gd name="connsiteX14" fmla="*/ 6549133 w 6581518"/>
                  <a:gd name="connsiteY14" fmla="*/ 193350 h 226814"/>
                  <a:gd name="connsiteX15" fmla="*/ 6468173 w 6581518"/>
                  <a:gd name="connsiteY15" fmla="*/ 226814 h 226814"/>
                  <a:gd name="connsiteX16" fmla="*/ 113346 w 6581518"/>
                  <a:gd name="connsiteY16" fmla="*/ 226814 h 226814"/>
                  <a:gd name="connsiteX17" fmla="*/ 33630 w 6581518"/>
                  <a:gd name="connsiteY17" fmla="*/ 193350 h 226814"/>
                  <a:gd name="connsiteX18" fmla="*/ 0 w 6581518"/>
                  <a:gd name="connsiteY18" fmla="*/ 112787 h 226814"/>
                  <a:gd name="connsiteX19" fmla="*/ 33630 w 6581518"/>
                  <a:gd name="connsiteY19" fmla="*/ 33464 h 226814"/>
                  <a:gd name="connsiteX20" fmla="*/ 113346 w 6581518"/>
                  <a:gd name="connsiteY20" fmla="*/ 0 h 226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581518" h="226814">
                    <a:moveTo>
                      <a:pt x="113349" y="17444"/>
                    </a:moveTo>
                    <a:cubicBezTo>
                      <a:pt x="88438" y="17444"/>
                      <a:pt x="64772" y="27349"/>
                      <a:pt x="46089" y="44684"/>
                    </a:cubicBezTo>
                    <a:cubicBezTo>
                      <a:pt x="27406" y="63257"/>
                      <a:pt x="17441" y="88021"/>
                      <a:pt x="17441" y="112784"/>
                    </a:cubicBezTo>
                    <a:cubicBezTo>
                      <a:pt x="17441" y="138786"/>
                      <a:pt x="27406" y="163550"/>
                      <a:pt x="46089" y="180885"/>
                    </a:cubicBezTo>
                    <a:cubicBezTo>
                      <a:pt x="64772" y="199457"/>
                      <a:pt x="88438" y="209363"/>
                      <a:pt x="113349" y="209363"/>
                    </a:cubicBezTo>
                    <a:lnTo>
                      <a:pt x="6468169" y="209363"/>
                    </a:lnTo>
                    <a:cubicBezTo>
                      <a:pt x="6494325" y="209363"/>
                      <a:pt x="6519237" y="199457"/>
                      <a:pt x="6536674" y="180885"/>
                    </a:cubicBezTo>
                    <a:cubicBezTo>
                      <a:pt x="6555357" y="163550"/>
                      <a:pt x="6565322" y="138786"/>
                      <a:pt x="6565322" y="112784"/>
                    </a:cubicBezTo>
                    <a:cubicBezTo>
                      <a:pt x="6565322" y="88021"/>
                      <a:pt x="6555357" y="63257"/>
                      <a:pt x="6536674" y="44684"/>
                    </a:cubicBezTo>
                    <a:cubicBezTo>
                      <a:pt x="6519237" y="27349"/>
                      <a:pt x="6494325" y="17444"/>
                      <a:pt x="6468169" y="17444"/>
                    </a:cubicBezTo>
                    <a:close/>
                    <a:moveTo>
                      <a:pt x="113346" y="0"/>
                    </a:moveTo>
                    <a:lnTo>
                      <a:pt x="6468173" y="0"/>
                    </a:lnTo>
                    <a:cubicBezTo>
                      <a:pt x="6499311" y="0"/>
                      <a:pt x="6526713" y="11155"/>
                      <a:pt x="6549133" y="33464"/>
                    </a:cubicBezTo>
                    <a:cubicBezTo>
                      <a:pt x="6570308" y="54535"/>
                      <a:pt x="6581518" y="83041"/>
                      <a:pt x="6581518" y="112787"/>
                    </a:cubicBezTo>
                    <a:cubicBezTo>
                      <a:pt x="6581518" y="143773"/>
                      <a:pt x="6570308" y="172279"/>
                      <a:pt x="6549133" y="193350"/>
                    </a:cubicBezTo>
                    <a:cubicBezTo>
                      <a:pt x="6526713" y="214420"/>
                      <a:pt x="6499311" y="226814"/>
                      <a:pt x="6468173" y="226814"/>
                    </a:cubicBezTo>
                    <a:lnTo>
                      <a:pt x="113346" y="226814"/>
                    </a:lnTo>
                    <a:cubicBezTo>
                      <a:pt x="83452" y="226814"/>
                      <a:pt x="54805" y="214420"/>
                      <a:pt x="33630" y="193350"/>
                    </a:cubicBezTo>
                    <a:cubicBezTo>
                      <a:pt x="12456" y="172279"/>
                      <a:pt x="0" y="143773"/>
                      <a:pt x="0" y="112787"/>
                    </a:cubicBezTo>
                    <a:cubicBezTo>
                      <a:pt x="0" y="83041"/>
                      <a:pt x="12456" y="54535"/>
                      <a:pt x="33630" y="33464"/>
                    </a:cubicBezTo>
                    <a:cubicBezTo>
                      <a:pt x="54805" y="11155"/>
                      <a:pt x="83452" y="0"/>
                      <a:pt x="1133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0" name="Freeform 439">
                <a:extLst>
                  <a:ext uri="{FF2B5EF4-FFF2-40B4-BE49-F238E27FC236}">
                    <a16:creationId xmlns:a16="http://schemas.microsoft.com/office/drawing/2014/main" id="{AC87061C-9DA4-D542-B3FB-62E4B0AFC1FD}"/>
                  </a:ext>
                </a:extLst>
              </p:cNvPr>
              <p:cNvSpPr/>
              <p:nvPr/>
            </p:nvSpPr>
            <p:spPr>
              <a:xfrm>
                <a:off x="7708963" y="12471017"/>
                <a:ext cx="6581518" cy="127115"/>
              </a:xfrm>
              <a:custGeom>
                <a:avLst/>
                <a:gdLst>
                  <a:gd name="connsiteX0" fmla="*/ 113349 w 6581518"/>
                  <a:gd name="connsiteY0" fmla="*/ 17444 h 127115"/>
                  <a:gd name="connsiteX1" fmla="*/ 46089 w 6581518"/>
                  <a:gd name="connsiteY1" fmla="*/ 44500 h 127115"/>
                  <a:gd name="connsiteX2" fmla="*/ 17441 w 6581518"/>
                  <a:gd name="connsiteY2" fmla="*/ 110911 h 127115"/>
                  <a:gd name="connsiteX3" fmla="*/ 6565322 w 6581518"/>
                  <a:gd name="connsiteY3" fmla="*/ 110911 h 127115"/>
                  <a:gd name="connsiteX4" fmla="*/ 6536674 w 6581518"/>
                  <a:gd name="connsiteY4" fmla="*/ 44500 h 127115"/>
                  <a:gd name="connsiteX5" fmla="*/ 6468169 w 6581518"/>
                  <a:gd name="connsiteY5" fmla="*/ 17444 h 127115"/>
                  <a:gd name="connsiteX6" fmla="*/ 113346 w 6581518"/>
                  <a:gd name="connsiteY6" fmla="*/ 0 h 127115"/>
                  <a:gd name="connsiteX7" fmla="*/ 6468173 w 6581518"/>
                  <a:gd name="connsiteY7" fmla="*/ 0 h 127115"/>
                  <a:gd name="connsiteX8" fmla="*/ 6549133 w 6581518"/>
                  <a:gd name="connsiteY8" fmla="*/ 33321 h 127115"/>
                  <a:gd name="connsiteX9" fmla="*/ 6581518 w 6581518"/>
                  <a:gd name="connsiteY9" fmla="*/ 112305 h 127115"/>
                  <a:gd name="connsiteX10" fmla="*/ 6581518 w 6581518"/>
                  <a:gd name="connsiteY10" fmla="*/ 118476 h 127115"/>
                  <a:gd name="connsiteX11" fmla="*/ 6574045 w 6581518"/>
                  <a:gd name="connsiteY11" fmla="*/ 127115 h 127115"/>
                  <a:gd name="connsiteX12" fmla="*/ 8719 w 6581518"/>
                  <a:gd name="connsiteY12" fmla="*/ 127115 h 127115"/>
                  <a:gd name="connsiteX13" fmla="*/ 0 w 6581518"/>
                  <a:gd name="connsiteY13" fmla="*/ 118476 h 127115"/>
                  <a:gd name="connsiteX14" fmla="*/ 0 w 6581518"/>
                  <a:gd name="connsiteY14" fmla="*/ 112305 h 127115"/>
                  <a:gd name="connsiteX15" fmla="*/ 33630 w 6581518"/>
                  <a:gd name="connsiteY15" fmla="*/ 33321 h 127115"/>
                  <a:gd name="connsiteX16" fmla="*/ 113346 w 6581518"/>
                  <a:gd name="connsiteY16" fmla="*/ 0 h 1271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581518" h="127115">
                    <a:moveTo>
                      <a:pt x="113349" y="17444"/>
                    </a:moveTo>
                    <a:cubicBezTo>
                      <a:pt x="88438" y="17444"/>
                      <a:pt x="64772" y="27283"/>
                      <a:pt x="46089" y="44500"/>
                    </a:cubicBezTo>
                    <a:cubicBezTo>
                      <a:pt x="27406" y="62948"/>
                      <a:pt x="18687" y="85085"/>
                      <a:pt x="17441" y="110911"/>
                    </a:cubicBezTo>
                    <a:lnTo>
                      <a:pt x="6565322" y="110911"/>
                    </a:lnTo>
                    <a:cubicBezTo>
                      <a:pt x="6564077" y="85085"/>
                      <a:pt x="6554112" y="62948"/>
                      <a:pt x="6536674" y="44500"/>
                    </a:cubicBezTo>
                    <a:cubicBezTo>
                      <a:pt x="6519237" y="27283"/>
                      <a:pt x="6494325" y="17444"/>
                      <a:pt x="6468169" y="17444"/>
                    </a:cubicBezTo>
                    <a:close/>
                    <a:moveTo>
                      <a:pt x="113346" y="0"/>
                    </a:moveTo>
                    <a:lnTo>
                      <a:pt x="6468173" y="0"/>
                    </a:lnTo>
                    <a:cubicBezTo>
                      <a:pt x="6499311" y="0"/>
                      <a:pt x="6526713" y="11107"/>
                      <a:pt x="6549133" y="33321"/>
                    </a:cubicBezTo>
                    <a:cubicBezTo>
                      <a:pt x="6570308" y="54302"/>
                      <a:pt x="6581518" y="82686"/>
                      <a:pt x="6581518" y="112305"/>
                    </a:cubicBezTo>
                    <a:lnTo>
                      <a:pt x="6581518" y="118476"/>
                    </a:lnTo>
                    <a:cubicBezTo>
                      <a:pt x="6581518" y="123413"/>
                      <a:pt x="6577781" y="127115"/>
                      <a:pt x="6574045" y="127115"/>
                    </a:cubicBezTo>
                    <a:lnTo>
                      <a:pt x="8719" y="127115"/>
                    </a:lnTo>
                    <a:cubicBezTo>
                      <a:pt x="4982" y="127115"/>
                      <a:pt x="0" y="123413"/>
                      <a:pt x="0" y="118476"/>
                    </a:cubicBezTo>
                    <a:lnTo>
                      <a:pt x="0" y="112305"/>
                    </a:lnTo>
                    <a:cubicBezTo>
                      <a:pt x="0" y="82686"/>
                      <a:pt x="12456" y="54302"/>
                      <a:pt x="33630" y="33321"/>
                    </a:cubicBezTo>
                    <a:cubicBezTo>
                      <a:pt x="54805" y="11107"/>
                      <a:pt x="83452" y="0"/>
                      <a:pt x="1133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F003CFA4-B898-5D40-AFC7-C174E44F1679}"/>
                  </a:ext>
                </a:extLst>
              </p:cNvPr>
              <p:cNvSpPr/>
              <p:nvPr/>
            </p:nvSpPr>
            <p:spPr>
              <a:xfrm>
                <a:off x="7717683" y="12479737"/>
                <a:ext cx="6565322" cy="1096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71" h="89">
                    <a:moveTo>
                      <a:pt x="5186" y="0"/>
                    </a:moveTo>
                    <a:lnTo>
                      <a:pt x="2636" y="0"/>
                    </a:lnTo>
                    <a:lnTo>
                      <a:pt x="84" y="0"/>
                    </a:lnTo>
                    <a:cubicBezTo>
                      <a:pt x="61" y="0"/>
                      <a:pt x="41" y="9"/>
                      <a:pt x="25" y="24"/>
                    </a:cubicBezTo>
                    <a:cubicBezTo>
                      <a:pt x="10" y="40"/>
                      <a:pt x="0" y="61"/>
                      <a:pt x="0" y="84"/>
                    </a:cubicBezTo>
                    <a:lnTo>
                      <a:pt x="0" y="87"/>
                    </a:lnTo>
                    <a:lnTo>
                      <a:pt x="0" y="89"/>
                    </a:lnTo>
                    <a:lnTo>
                      <a:pt x="2636" y="89"/>
                    </a:lnTo>
                    <a:lnTo>
                      <a:pt x="5271" y="89"/>
                    </a:lnTo>
                    <a:lnTo>
                      <a:pt x="5271" y="87"/>
                    </a:lnTo>
                    <a:lnTo>
                      <a:pt x="5271" y="84"/>
                    </a:lnTo>
                    <a:cubicBezTo>
                      <a:pt x="5271" y="61"/>
                      <a:pt x="5261" y="40"/>
                      <a:pt x="5246" y="24"/>
                    </a:cubicBezTo>
                    <a:cubicBezTo>
                      <a:pt x="5231" y="9"/>
                      <a:pt x="5210" y="0"/>
                      <a:pt x="5186" y="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51112D8-9379-1F4B-9504-946EDDB4FF22}"/>
                </a:ext>
              </a:extLst>
            </p:cNvPr>
            <p:cNvGrpSpPr/>
            <p:nvPr/>
          </p:nvGrpSpPr>
          <p:grpSpPr>
            <a:xfrm>
              <a:off x="13004636" y="7673034"/>
              <a:ext cx="2854296" cy="5024793"/>
              <a:chOff x="13004636" y="7673034"/>
              <a:chExt cx="2854296" cy="5024793"/>
            </a:xfrm>
          </p:grpSpPr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164EE820-AEA8-0540-9362-F63BC2353448}"/>
                  </a:ext>
                </a:extLst>
              </p:cNvPr>
              <p:cNvSpPr/>
              <p:nvPr/>
            </p:nvSpPr>
            <p:spPr>
              <a:xfrm>
                <a:off x="13013540" y="8878138"/>
                <a:ext cx="379966" cy="5221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6" h="420">
                    <a:moveTo>
                      <a:pt x="306" y="302"/>
                    </a:moveTo>
                    <a:cubicBezTo>
                      <a:pt x="306" y="302"/>
                      <a:pt x="130" y="-4"/>
                      <a:pt x="101" y="0"/>
                    </a:cubicBezTo>
                    <a:cubicBezTo>
                      <a:pt x="72" y="4"/>
                      <a:pt x="129" y="139"/>
                      <a:pt x="129" y="139"/>
                    </a:cubicBezTo>
                    <a:cubicBezTo>
                      <a:pt x="129" y="139"/>
                      <a:pt x="85" y="124"/>
                      <a:pt x="86" y="175"/>
                    </a:cubicBezTo>
                    <a:cubicBezTo>
                      <a:pt x="86" y="175"/>
                      <a:pt x="30" y="158"/>
                      <a:pt x="39" y="211"/>
                    </a:cubicBezTo>
                    <a:cubicBezTo>
                      <a:pt x="39" y="211"/>
                      <a:pt x="-3" y="195"/>
                      <a:pt x="0" y="239"/>
                    </a:cubicBezTo>
                    <a:cubicBezTo>
                      <a:pt x="2" y="282"/>
                      <a:pt x="43" y="353"/>
                      <a:pt x="89" y="348"/>
                    </a:cubicBezTo>
                    <a:cubicBezTo>
                      <a:pt x="89" y="348"/>
                      <a:pt x="95" y="436"/>
                      <a:pt x="214" y="41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1" name="Freeform 440">
                <a:extLst>
                  <a:ext uri="{FF2B5EF4-FFF2-40B4-BE49-F238E27FC236}">
                    <a16:creationId xmlns:a16="http://schemas.microsoft.com/office/drawing/2014/main" id="{5EA523FD-A013-5940-9710-C774462B5485}"/>
                  </a:ext>
                </a:extLst>
              </p:cNvPr>
              <p:cNvSpPr/>
              <p:nvPr/>
            </p:nvSpPr>
            <p:spPr>
              <a:xfrm>
                <a:off x="13004636" y="8869192"/>
                <a:ext cx="398219" cy="539839"/>
              </a:xfrm>
              <a:custGeom>
                <a:avLst/>
                <a:gdLst>
                  <a:gd name="connsiteX0" fmla="*/ 134328 w 398219"/>
                  <a:gd name="connsiteY0" fmla="*/ 17669 h 539839"/>
                  <a:gd name="connsiteX1" fmla="*/ 134328 w 398219"/>
                  <a:gd name="connsiteY1" fmla="*/ 18912 h 539839"/>
                  <a:gd name="connsiteX2" fmla="*/ 177781 w 398219"/>
                  <a:gd name="connsiteY2" fmla="*/ 176794 h 539839"/>
                  <a:gd name="connsiteX3" fmla="*/ 175298 w 398219"/>
                  <a:gd name="connsiteY3" fmla="*/ 186740 h 539839"/>
                  <a:gd name="connsiteX4" fmla="*/ 166607 w 398219"/>
                  <a:gd name="connsiteY4" fmla="*/ 189226 h 539839"/>
                  <a:gd name="connsiteX5" fmla="*/ 135569 w 398219"/>
                  <a:gd name="connsiteY5" fmla="*/ 192956 h 539839"/>
                  <a:gd name="connsiteX6" fmla="*/ 124396 w 398219"/>
                  <a:gd name="connsiteY6" fmla="*/ 226521 h 539839"/>
                  <a:gd name="connsiteX7" fmla="*/ 120671 w 398219"/>
                  <a:gd name="connsiteY7" fmla="*/ 232737 h 539839"/>
                  <a:gd name="connsiteX8" fmla="*/ 113222 w 398219"/>
                  <a:gd name="connsiteY8" fmla="*/ 233980 h 539839"/>
                  <a:gd name="connsiteX9" fmla="*/ 72252 w 398219"/>
                  <a:gd name="connsiteY9" fmla="*/ 237710 h 539839"/>
                  <a:gd name="connsiteX10" fmla="*/ 66044 w 398219"/>
                  <a:gd name="connsiteY10" fmla="*/ 268789 h 539839"/>
                  <a:gd name="connsiteX11" fmla="*/ 62319 w 398219"/>
                  <a:gd name="connsiteY11" fmla="*/ 277491 h 539839"/>
                  <a:gd name="connsiteX12" fmla="*/ 54870 w 398219"/>
                  <a:gd name="connsiteY12" fmla="*/ 278734 h 539839"/>
                  <a:gd name="connsiteX13" fmla="*/ 25074 w 398219"/>
                  <a:gd name="connsiteY13" fmla="*/ 279977 h 539839"/>
                  <a:gd name="connsiteX14" fmla="*/ 16383 w 398219"/>
                  <a:gd name="connsiteY14" fmla="*/ 304841 h 539839"/>
                  <a:gd name="connsiteX15" fmla="*/ 73493 w 398219"/>
                  <a:gd name="connsiteY15" fmla="*/ 416726 h 539839"/>
                  <a:gd name="connsiteX16" fmla="*/ 119429 w 398219"/>
                  <a:gd name="connsiteY16" fmla="*/ 434130 h 539839"/>
                  <a:gd name="connsiteX17" fmla="*/ 124396 w 398219"/>
                  <a:gd name="connsiteY17" fmla="*/ 435373 h 539839"/>
                  <a:gd name="connsiteX18" fmla="*/ 128120 w 398219"/>
                  <a:gd name="connsiteY18" fmla="*/ 441589 h 539839"/>
                  <a:gd name="connsiteX19" fmla="*/ 160400 w 398219"/>
                  <a:gd name="connsiteY19" fmla="*/ 500018 h 539839"/>
                  <a:gd name="connsiteX20" fmla="*/ 269654 w 398219"/>
                  <a:gd name="connsiteY20" fmla="*/ 521152 h 539839"/>
                  <a:gd name="connsiteX21" fmla="*/ 378908 w 398219"/>
                  <a:gd name="connsiteY21" fmla="*/ 383160 h 539839"/>
                  <a:gd name="connsiteX22" fmla="*/ 134328 w 398219"/>
                  <a:gd name="connsiteY22" fmla="*/ 17669 h 539839"/>
                  <a:gd name="connsiteX23" fmla="*/ 133071 w 398219"/>
                  <a:gd name="connsiteY23" fmla="*/ 222 h 539839"/>
                  <a:gd name="connsiteX24" fmla="*/ 283342 w 398219"/>
                  <a:gd name="connsiteY24" fmla="*/ 190456 h 539839"/>
                  <a:gd name="connsiteX25" fmla="*/ 396356 w 398219"/>
                  <a:gd name="connsiteY25" fmla="*/ 379446 h 539839"/>
                  <a:gd name="connsiteX26" fmla="*/ 396356 w 398219"/>
                  <a:gd name="connsiteY26" fmla="*/ 389393 h 539839"/>
                  <a:gd name="connsiteX27" fmla="*/ 280859 w 398219"/>
                  <a:gd name="connsiteY27" fmla="*/ 533622 h 539839"/>
                  <a:gd name="connsiteX28" fmla="*/ 275891 w 398219"/>
                  <a:gd name="connsiteY28" fmla="*/ 537352 h 539839"/>
                  <a:gd name="connsiteX29" fmla="*/ 237392 w 398219"/>
                  <a:gd name="connsiteY29" fmla="*/ 539839 h 539839"/>
                  <a:gd name="connsiteX30" fmla="*/ 149216 w 398219"/>
                  <a:gd name="connsiteY30" fmla="*/ 513728 h 539839"/>
                  <a:gd name="connsiteX31" fmla="*/ 111959 w 398219"/>
                  <a:gd name="connsiteY31" fmla="*/ 450317 h 539839"/>
                  <a:gd name="connsiteX32" fmla="*/ 62282 w 398219"/>
                  <a:gd name="connsiteY32" fmla="*/ 429180 h 539839"/>
                  <a:gd name="connsiteX33" fmla="*/ 187 w 398219"/>
                  <a:gd name="connsiteY33" fmla="*/ 306088 h 539839"/>
                  <a:gd name="connsiteX34" fmla="*/ 13848 w 398219"/>
                  <a:gd name="connsiteY34" fmla="*/ 266300 h 539839"/>
                  <a:gd name="connsiteX35" fmla="*/ 47380 w 398219"/>
                  <a:gd name="connsiteY35" fmla="*/ 260084 h 539839"/>
                  <a:gd name="connsiteX36" fmla="*/ 59799 w 398219"/>
                  <a:gd name="connsiteY36" fmla="*/ 225270 h 539839"/>
                  <a:gd name="connsiteX37" fmla="*/ 106991 w 398219"/>
                  <a:gd name="connsiteY37" fmla="*/ 215323 h 539839"/>
                  <a:gd name="connsiteX38" fmla="*/ 125620 w 398219"/>
                  <a:gd name="connsiteY38" fmla="*/ 178022 h 539839"/>
                  <a:gd name="connsiteX39" fmla="*/ 155426 w 398219"/>
                  <a:gd name="connsiteY39" fmla="*/ 170562 h 539839"/>
                  <a:gd name="connsiteX40" fmla="*/ 119410 w 398219"/>
                  <a:gd name="connsiteY40" fmla="*/ 10169 h 539839"/>
                  <a:gd name="connsiteX41" fmla="*/ 133071 w 398219"/>
                  <a:gd name="connsiteY41" fmla="*/ 222 h 539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398219" h="539839">
                    <a:moveTo>
                      <a:pt x="134328" y="17669"/>
                    </a:moveTo>
                    <a:cubicBezTo>
                      <a:pt x="135569" y="17669"/>
                      <a:pt x="134328" y="17669"/>
                      <a:pt x="134328" y="18912"/>
                    </a:cubicBezTo>
                    <a:cubicBezTo>
                      <a:pt x="124396" y="36317"/>
                      <a:pt x="154192" y="122095"/>
                      <a:pt x="177781" y="176794"/>
                    </a:cubicBezTo>
                    <a:cubicBezTo>
                      <a:pt x="177781" y="180524"/>
                      <a:pt x="177781" y="184253"/>
                      <a:pt x="175298" y="186740"/>
                    </a:cubicBezTo>
                    <a:cubicBezTo>
                      <a:pt x="172815" y="189226"/>
                      <a:pt x="170332" y="190469"/>
                      <a:pt x="166607" y="189226"/>
                    </a:cubicBezTo>
                    <a:cubicBezTo>
                      <a:pt x="165366" y="189226"/>
                      <a:pt x="147985" y="183010"/>
                      <a:pt x="135569" y="192956"/>
                    </a:cubicBezTo>
                    <a:cubicBezTo>
                      <a:pt x="128120" y="197928"/>
                      <a:pt x="124396" y="209117"/>
                      <a:pt x="124396" y="226521"/>
                    </a:cubicBezTo>
                    <a:cubicBezTo>
                      <a:pt x="124396" y="229007"/>
                      <a:pt x="121913" y="231494"/>
                      <a:pt x="120671" y="232737"/>
                    </a:cubicBezTo>
                    <a:cubicBezTo>
                      <a:pt x="119429" y="233980"/>
                      <a:pt x="115705" y="235223"/>
                      <a:pt x="113222" y="233980"/>
                    </a:cubicBezTo>
                    <a:cubicBezTo>
                      <a:pt x="105773" y="232737"/>
                      <a:pt x="82184" y="227764"/>
                      <a:pt x="72252" y="237710"/>
                    </a:cubicBezTo>
                    <a:cubicBezTo>
                      <a:pt x="64802" y="243925"/>
                      <a:pt x="63561" y="253871"/>
                      <a:pt x="66044" y="268789"/>
                    </a:cubicBezTo>
                    <a:cubicBezTo>
                      <a:pt x="66044" y="272518"/>
                      <a:pt x="66044" y="275005"/>
                      <a:pt x="62319" y="277491"/>
                    </a:cubicBezTo>
                    <a:cubicBezTo>
                      <a:pt x="59836" y="278734"/>
                      <a:pt x="57353" y="279977"/>
                      <a:pt x="54870" y="278734"/>
                    </a:cubicBezTo>
                    <a:cubicBezTo>
                      <a:pt x="48663" y="277491"/>
                      <a:pt x="32523" y="273761"/>
                      <a:pt x="25074" y="279977"/>
                    </a:cubicBezTo>
                    <a:cubicBezTo>
                      <a:pt x="18866" y="283707"/>
                      <a:pt x="16383" y="292409"/>
                      <a:pt x="16383" y="304841"/>
                    </a:cubicBezTo>
                    <a:cubicBezTo>
                      <a:pt x="20108" y="338406"/>
                      <a:pt x="41213" y="388133"/>
                      <a:pt x="73493" y="416726"/>
                    </a:cubicBezTo>
                    <a:cubicBezTo>
                      <a:pt x="88391" y="429157"/>
                      <a:pt x="103290" y="434130"/>
                      <a:pt x="119429" y="434130"/>
                    </a:cubicBezTo>
                    <a:cubicBezTo>
                      <a:pt x="120671" y="434130"/>
                      <a:pt x="123154" y="434130"/>
                      <a:pt x="124396" y="435373"/>
                    </a:cubicBezTo>
                    <a:cubicBezTo>
                      <a:pt x="126879" y="436616"/>
                      <a:pt x="128120" y="439103"/>
                      <a:pt x="128120" y="441589"/>
                    </a:cubicBezTo>
                    <a:cubicBezTo>
                      <a:pt x="128120" y="441589"/>
                      <a:pt x="130603" y="476398"/>
                      <a:pt x="160400" y="500018"/>
                    </a:cubicBezTo>
                    <a:cubicBezTo>
                      <a:pt x="185230" y="519908"/>
                      <a:pt x="222476" y="527368"/>
                      <a:pt x="269654" y="521152"/>
                    </a:cubicBezTo>
                    <a:lnTo>
                      <a:pt x="378908" y="383160"/>
                    </a:lnTo>
                    <a:cubicBezTo>
                      <a:pt x="277103" y="206630"/>
                      <a:pt x="159158" y="22642"/>
                      <a:pt x="134328" y="17669"/>
                    </a:cubicBezTo>
                    <a:close/>
                    <a:moveTo>
                      <a:pt x="133071" y="222"/>
                    </a:moveTo>
                    <a:cubicBezTo>
                      <a:pt x="143007" y="-1021"/>
                      <a:pt x="161635" y="-3508"/>
                      <a:pt x="283342" y="190456"/>
                    </a:cubicBezTo>
                    <a:cubicBezTo>
                      <a:pt x="341712" y="283707"/>
                      <a:pt x="396356" y="378203"/>
                      <a:pt x="396356" y="379446"/>
                    </a:cubicBezTo>
                    <a:cubicBezTo>
                      <a:pt x="398840" y="383176"/>
                      <a:pt x="398840" y="386906"/>
                      <a:pt x="396356" y="389393"/>
                    </a:cubicBezTo>
                    <a:lnTo>
                      <a:pt x="280859" y="533622"/>
                    </a:lnTo>
                    <a:cubicBezTo>
                      <a:pt x="279617" y="534866"/>
                      <a:pt x="277133" y="537352"/>
                      <a:pt x="275891" y="537352"/>
                    </a:cubicBezTo>
                    <a:cubicBezTo>
                      <a:pt x="262230" y="539839"/>
                      <a:pt x="249811" y="539839"/>
                      <a:pt x="237392" y="539839"/>
                    </a:cubicBezTo>
                    <a:cubicBezTo>
                      <a:pt x="200134" y="539839"/>
                      <a:pt x="171571" y="532379"/>
                      <a:pt x="149216" y="513728"/>
                    </a:cubicBezTo>
                    <a:cubicBezTo>
                      <a:pt x="123136" y="492591"/>
                      <a:pt x="114443" y="463994"/>
                      <a:pt x="111959" y="450317"/>
                    </a:cubicBezTo>
                    <a:cubicBezTo>
                      <a:pt x="94572" y="450317"/>
                      <a:pt x="78427" y="442857"/>
                      <a:pt x="62282" y="429180"/>
                    </a:cubicBezTo>
                    <a:cubicBezTo>
                      <a:pt x="28751" y="400583"/>
                      <a:pt x="2671" y="348362"/>
                      <a:pt x="187" y="306088"/>
                    </a:cubicBezTo>
                    <a:cubicBezTo>
                      <a:pt x="-1055" y="287438"/>
                      <a:pt x="3913" y="273761"/>
                      <a:pt x="13848" y="266300"/>
                    </a:cubicBezTo>
                    <a:cubicBezTo>
                      <a:pt x="25025" y="257597"/>
                      <a:pt x="38686" y="257597"/>
                      <a:pt x="47380" y="260084"/>
                    </a:cubicBezTo>
                    <a:cubicBezTo>
                      <a:pt x="47380" y="243920"/>
                      <a:pt x="51105" y="232730"/>
                      <a:pt x="59799" y="225270"/>
                    </a:cubicBezTo>
                    <a:cubicBezTo>
                      <a:pt x="73460" y="212836"/>
                      <a:pt x="94572" y="214079"/>
                      <a:pt x="106991" y="215323"/>
                    </a:cubicBezTo>
                    <a:cubicBezTo>
                      <a:pt x="108233" y="199159"/>
                      <a:pt x="114443" y="185482"/>
                      <a:pt x="125620" y="178022"/>
                    </a:cubicBezTo>
                    <a:cubicBezTo>
                      <a:pt x="135555" y="170562"/>
                      <a:pt x="146732" y="169319"/>
                      <a:pt x="155426" y="170562"/>
                    </a:cubicBezTo>
                    <a:cubicBezTo>
                      <a:pt x="139281" y="130774"/>
                      <a:pt x="104507" y="36279"/>
                      <a:pt x="119410" y="10169"/>
                    </a:cubicBezTo>
                    <a:cubicBezTo>
                      <a:pt x="121894" y="5195"/>
                      <a:pt x="126862" y="1465"/>
                      <a:pt x="133071" y="22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1AEB19E2-B007-594D-A5EB-99142DEE0114}"/>
                  </a:ext>
                </a:extLst>
              </p:cNvPr>
              <p:cNvSpPr/>
              <p:nvPr/>
            </p:nvSpPr>
            <p:spPr>
              <a:xfrm>
                <a:off x="14071221" y="7990822"/>
                <a:ext cx="614175" cy="7714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4" h="620">
                    <a:moveTo>
                      <a:pt x="494" y="538"/>
                    </a:moveTo>
                    <a:lnTo>
                      <a:pt x="419" y="375"/>
                    </a:lnTo>
                    <a:cubicBezTo>
                      <a:pt x="419" y="375"/>
                      <a:pt x="438" y="295"/>
                      <a:pt x="437" y="246"/>
                    </a:cubicBezTo>
                    <a:cubicBezTo>
                      <a:pt x="433" y="111"/>
                      <a:pt x="377" y="33"/>
                      <a:pt x="282" y="11"/>
                    </a:cubicBezTo>
                    <a:cubicBezTo>
                      <a:pt x="58" y="-41"/>
                      <a:pt x="-3" y="108"/>
                      <a:pt x="0" y="167"/>
                    </a:cubicBezTo>
                    <a:cubicBezTo>
                      <a:pt x="2" y="239"/>
                      <a:pt x="43" y="480"/>
                      <a:pt x="138" y="503"/>
                    </a:cubicBezTo>
                    <a:cubicBezTo>
                      <a:pt x="170" y="511"/>
                      <a:pt x="207" y="499"/>
                      <a:pt x="244" y="477"/>
                    </a:cubicBezTo>
                    <a:lnTo>
                      <a:pt x="307" y="62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2" name="Freeform 441">
                <a:extLst>
                  <a:ext uri="{FF2B5EF4-FFF2-40B4-BE49-F238E27FC236}">
                    <a16:creationId xmlns:a16="http://schemas.microsoft.com/office/drawing/2014/main" id="{D43E8738-C165-5946-9F05-50896BCB8E0B}"/>
                  </a:ext>
                </a:extLst>
              </p:cNvPr>
              <p:cNvSpPr/>
              <p:nvPr/>
            </p:nvSpPr>
            <p:spPr>
              <a:xfrm>
                <a:off x="14061208" y="7981667"/>
                <a:ext cx="632595" cy="786802"/>
              </a:xfrm>
              <a:custGeom>
                <a:avLst/>
                <a:gdLst>
                  <a:gd name="connsiteX0" fmla="*/ 277898 w 632595"/>
                  <a:gd name="connsiteY0" fmla="*/ 18150 h 786802"/>
                  <a:gd name="connsiteX1" fmla="*/ 90837 w 632595"/>
                  <a:gd name="connsiteY1" fmla="*/ 68889 h 786802"/>
                  <a:gd name="connsiteX2" fmla="*/ 17489 w 632595"/>
                  <a:gd name="connsiteY2" fmla="*/ 214456 h 786802"/>
                  <a:gd name="connsiteX3" fmla="*/ 61001 w 632595"/>
                  <a:gd name="connsiteY3" fmla="*/ 444626 h 786802"/>
                  <a:gd name="connsiteX4" fmla="*/ 184076 w 632595"/>
                  <a:gd name="connsiteY4" fmla="*/ 625029 h 786802"/>
                  <a:gd name="connsiteX5" fmla="*/ 309639 w 632595"/>
                  <a:gd name="connsiteY5" fmla="*/ 592681 h 786802"/>
                  <a:gd name="connsiteX6" fmla="*/ 313368 w 632595"/>
                  <a:gd name="connsiteY6" fmla="*/ 592681 h 786802"/>
                  <a:gd name="connsiteX7" fmla="*/ 317098 w 632595"/>
                  <a:gd name="connsiteY7" fmla="*/ 592681 h 786802"/>
                  <a:gd name="connsiteX8" fmla="*/ 322071 w 632595"/>
                  <a:gd name="connsiteY8" fmla="*/ 597658 h 786802"/>
                  <a:gd name="connsiteX9" fmla="*/ 396662 w 632595"/>
                  <a:gd name="connsiteY9" fmla="*/ 768108 h 786802"/>
                  <a:gd name="connsiteX10" fmla="*/ 612977 w 632595"/>
                  <a:gd name="connsiteY10" fmla="*/ 673552 h 786802"/>
                  <a:gd name="connsiteX11" fmla="*/ 522224 w 632595"/>
                  <a:gd name="connsiteY11" fmla="*/ 476974 h 786802"/>
                  <a:gd name="connsiteX12" fmla="*/ 522224 w 632595"/>
                  <a:gd name="connsiteY12" fmla="*/ 471997 h 786802"/>
                  <a:gd name="connsiteX13" fmla="*/ 544602 w 632595"/>
                  <a:gd name="connsiteY13" fmla="*/ 313989 h 786802"/>
                  <a:gd name="connsiteX14" fmla="*/ 358123 w 632595"/>
                  <a:gd name="connsiteY14" fmla="*/ 30320 h 786802"/>
                  <a:gd name="connsiteX15" fmla="*/ 277898 w 632595"/>
                  <a:gd name="connsiteY15" fmla="*/ 18150 h 786802"/>
                  <a:gd name="connsiteX16" fmla="*/ 261981 w 632595"/>
                  <a:gd name="connsiteY16" fmla="*/ 61 h 786802"/>
                  <a:gd name="connsiteX17" fmla="*/ 361857 w 632595"/>
                  <a:gd name="connsiteY17" fmla="*/ 12874 h 786802"/>
                  <a:gd name="connsiteX18" fmla="*/ 562035 w 632595"/>
                  <a:gd name="connsiteY18" fmla="*/ 313984 h 786802"/>
                  <a:gd name="connsiteX19" fmla="*/ 539655 w 632595"/>
                  <a:gd name="connsiteY19" fmla="*/ 472005 h 786802"/>
                  <a:gd name="connsiteX20" fmla="*/ 631663 w 632595"/>
                  <a:gd name="connsiteY20" fmla="*/ 673574 h 786802"/>
                  <a:gd name="connsiteX21" fmla="*/ 631663 w 632595"/>
                  <a:gd name="connsiteY21" fmla="*/ 681040 h 786802"/>
                  <a:gd name="connsiteX22" fmla="*/ 627933 w 632595"/>
                  <a:gd name="connsiteY22" fmla="*/ 684773 h 786802"/>
                  <a:gd name="connsiteX23" fmla="*/ 395427 w 632595"/>
                  <a:gd name="connsiteY23" fmla="*/ 786802 h 786802"/>
                  <a:gd name="connsiteX24" fmla="*/ 391697 w 632595"/>
                  <a:gd name="connsiteY24" fmla="*/ 786802 h 786802"/>
                  <a:gd name="connsiteX25" fmla="*/ 389211 w 632595"/>
                  <a:gd name="connsiteY25" fmla="*/ 786802 h 786802"/>
                  <a:gd name="connsiteX26" fmla="*/ 384237 w 632595"/>
                  <a:gd name="connsiteY26" fmla="*/ 783069 h 786802"/>
                  <a:gd name="connsiteX27" fmla="*/ 309637 w 632595"/>
                  <a:gd name="connsiteY27" fmla="*/ 612606 h 786802"/>
                  <a:gd name="connsiteX28" fmla="*/ 179086 w 632595"/>
                  <a:gd name="connsiteY28" fmla="*/ 642468 h 786802"/>
                  <a:gd name="connsiteX29" fmla="*/ 44 w 632595"/>
                  <a:gd name="connsiteY29" fmla="*/ 215688 h 786802"/>
                  <a:gd name="connsiteX30" fmla="*/ 79618 w 632595"/>
                  <a:gd name="connsiteY30" fmla="*/ 55179 h 786802"/>
                  <a:gd name="connsiteX31" fmla="*/ 261981 w 632595"/>
                  <a:gd name="connsiteY31" fmla="*/ 61 h 7868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632595" h="786802">
                    <a:moveTo>
                      <a:pt x="277898" y="18150"/>
                    </a:moveTo>
                    <a:cubicBezTo>
                      <a:pt x="201559" y="13368"/>
                      <a:pt x="137457" y="30631"/>
                      <a:pt x="90837" y="68889"/>
                    </a:cubicBezTo>
                    <a:cubicBezTo>
                      <a:pt x="31164" y="118655"/>
                      <a:pt x="17489" y="185840"/>
                      <a:pt x="17489" y="214456"/>
                    </a:cubicBezTo>
                    <a:cubicBezTo>
                      <a:pt x="19975" y="254269"/>
                      <a:pt x="32407" y="352558"/>
                      <a:pt x="61001" y="444626"/>
                    </a:cubicBezTo>
                    <a:cubicBezTo>
                      <a:pt x="83378" y="519276"/>
                      <a:pt x="123160" y="611344"/>
                      <a:pt x="184076" y="625029"/>
                    </a:cubicBezTo>
                    <a:cubicBezTo>
                      <a:pt x="218886" y="633738"/>
                      <a:pt x="262397" y="622541"/>
                      <a:pt x="309639" y="592681"/>
                    </a:cubicBezTo>
                    <a:cubicBezTo>
                      <a:pt x="310882" y="592681"/>
                      <a:pt x="312125" y="592681"/>
                      <a:pt x="313368" y="592681"/>
                    </a:cubicBezTo>
                    <a:cubicBezTo>
                      <a:pt x="315855" y="592681"/>
                      <a:pt x="315855" y="592681"/>
                      <a:pt x="317098" y="592681"/>
                    </a:cubicBezTo>
                    <a:cubicBezTo>
                      <a:pt x="319584" y="592681"/>
                      <a:pt x="322071" y="595169"/>
                      <a:pt x="322071" y="597658"/>
                    </a:cubicBezTo>
                    <a:lnTo>
                      <a:pt x="396662" y="768108"/>
                    </a:lnTo>
                    <a:lnTo>
                      <a:pt x="612977" y="673552"/>
                    </a:lnTo>
                    <a:lnTo>
                      <a:pt x="522224" y="476974"/>
                    </a:lnTo>
                    <a:cubicBezTo>
                      <a:pt x="522224" y="475730"/>
                      <a:pt x="522224" y="473241"/>
                      <a:pt x="522224" y="471997"/>
                    </a:cubicBezTo>
                    <a:cubicBezTo>
                      <a:pt x="522224" y="470753"/>
                      <a:pt x="545845" y="373709"/>
                      <a:pt x="544602" y="313989"/>
                    </a:cubicBezTo>
                    <a:cubicBezTo>
                      <a:pt x="540872" y="155980"/>
                      <a:pt x="476226" y="57691"/>
                      <a:pt x="358123" y="30320"/>
                    </a:cubicBezTo>
                    <a:cubicBezTo>
                      <a:pt x="330151" y="23788"/>
                      <a:pt x="303345" y="19744"/>
                      <a:pt x="277898" y="18150"/>
                    </a:cubicBezTo>
                    <a:close/>
                    <a:moveTo>
                      <a:pt x="261981" y="61"/>
                    </a:moveTo>
                    <a:cubicBezTo>
                      <a:pt x="291686" y="587"/>
                      <a:pt x="324868" y="4475"/>
                      <a:pt x="361857" y="12874"/>
                    </a:cubicBezTo>
                    <a:cubicBezTo>
                      <a:pt x="488678" y="42736"/>
                      <a:pt x="558305" y="147254"/>
                      <a:pt x="562035" y="313984"/>
                    </a:cubicBezTo>
                    <a:cubicBezTo>
                      <a:pt x="563279" y="369976"/>
                      <a:pt x="543385" y="455829"/>
                      <a:pt x="539655" y="472005"/>
                    </a:cubicBezTo>
                    <a:lnTo>
                      <a:pt x="631663" y="673574"/>
                    </a:lnTo>
                    <a:cubicBezTo>
                      <a:pt x="632906" y="676063"/>
                      <a:pt x="632906" y="678552"/>
                      <a:pt x="631663" y="681040"/>
                    </a:cubicBezTo>
                    <a:cubicBezTo>
                      <a:pt x="631663" y="683529"/>
                      <a:pt x="630419" y="684773"/>
                      <a:pt x="627933" y="684773"/>
                    </a:cubicBezTo>
                    <a:lnTo>
                      <a:pt x="395427" y="786802"/>
                    </a:lnTo>
                    <a:cubicBezTo>
                      <a:pt x="394184" y="786802"/>
                      <a:pt x="392941" y="786802"/>
                      <a:pt x="391697" y="786802"/>
                    </a:cubicBezTo>
                    <a:cubicBezTo>
                      <a:pt x="390454" y="786802"/>
                      <a:pt x="389211" y="786802"/>
                      <a:pt x="389211" y="786802"/>
                    </a:cubicBezTo>
                    <a:cubicBezTo>
                      <a:pt x="386724" y="786802"/>
                      <a:pt x="385481" y="784314"/>
                      <a:pt x="384237" y="783069"/>
                    </a:cubicBezTo>
                    <a:lnTo>
                      <a:pt x="309637" y="612606"/>
                    </a:lnTo>
                    <a:cubicBezTo>
                      <a:pt x="262390" y="641224"/>
                      <a:pt x="216386" y="651178"/>
                      <a:pt x="179086" y="642468"/>
                    </a:cubicBezTo>
                    <a:cubicBezTo>
                      <a:pt x="53508" y="611362"/>
                      <a:pt x="3774" y="300297"/>
                      <a:pt x="44" y="215688"/>
                    </a:cubicBezTo>
                    <a:cubicBezTo>
                      <a:pt x="-1199" y="170895"/>
                      <a:pt x="23668" y="102460"/>
                      <a:pt x="79618" y="55179"/>
                    </a:cubicBezTo>
                    <a:cubicBezTo>
                      <a:pt x="115053" y="27183"/>
                      <a:pt x="172869" y="-1513"/>
                      <a:pt x="261981" y="6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4C492887-229C-EC43-833D-0ABC648C74DE}"/>
                  </a:ext>
                </a:extLst>
              </p:cNvPr>
              <p:cNvSpPr/>
              <p:nvPr/>
            </p:nvSpPr>
            <p:spPr>
              <a:xfrm>
                <a:off x="14367719" y="8530440"/>
                <a:ext cx="64781" cy="1121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" h="91">
                    <a:moveTo>
                      <a:pt x="49" y="5"/>
                    </a:moveTo>
                    <a:cubicBezTo>
                      <a:pt x="48" y="2"/>
                      <a:pt x="46" y="0"/>
                      <a:pt x="44" y="0"/>
                    </a:cubicBezTo>
                    <a:cubicBezTo>
                      <a:pt x="41" y="0"/>
                      <a:pt x="38" y="1"/>
                      <a:pt x="37" y="4"/>
                    </a:cubicBezTo>
                    <a:cubicBezTo>
                      <a:pt x="23" y="25"/>
                      <a:pt x="3" y="36"/>
                      <a:pt x="3" y="36"/>
                    </a:cubicBezTo>
                    <a:cubicBezTo>
                      <a:pt x="0" y="38"/>
                      <a:pt x="-1" y="42"/>
                      <a:pt x="0" y="46"/>
                    </a:cubicBezTo>
                    <a:lnTo>
                      <a:pt x="19" y="87"/>
                    </a:lnTo>
                    <a:cubicBezTo>
                      <a:pt x="19" y="88"/>
                      <a:pt x="21" y="90"/>
                      <a:pt x="23" y="90"/>
                    </a:cubicBezTo>
                    <a:cubicBezTo>
                      <a:pt x="24" y="91"/>
                      <a:pt x="24" y="91"/>
                      <a:pt x="25" y="91"/>
                    </a:cubicBezTo>
                    <a:cubicBezTo>
                      <a:pt x="26" y="91"/>
                      <a:pt x="28" y="90"/>
                      <a:pt x="29" y="89"/>
                    </a:cubicBezTo>
                    <a:cubicBezTo>
                      <a:pt x="64" y="63"/>
                      <a:pt x="50" y="8"/>
                      <a:pt x="49" y="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2B96D8DA-79CB-2446-A417-3DF49316F2F3}"/>
                  </a:ext>
                </a:extLst>
              </p:cNvPr>
              <p:cNvSpPr/>
              <p:nvPr/>
            </p:nvSpPr>
            <p:spPr>
              <a:xfrm>
                <a:off x="14055026" y="7673034"/>
                <a:ext cx="1047711" cy="9384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42" h="754">
                    <a:moveTo>
                      <a:pt x="818" y="386"/>
                    </a:moveTo>
                    <a:cubicBezTo>
                      <a:pt x="846" y="233"/>
                      <a:pt x="877" y="60"/>
                      <a:pt x="735" y="13"/>
                    </a:cubicBezTo>
                    <a:cubicBezTo>
                      <a:pt x="542" y="-51"/>
                      <a:pt x="410" y="142"/>
                      <a:pt x="374" y="202"/>
                    </a:cubicBezTo>
                    <a:cubicBezTo>
                      <a:pt x="351" y="188"/>
                      <a:pt x="326" y="179"/>
                      <a:pt x="298" y="174"/>
                    </a:cubicBezTo>
                    <a:cubicBezTo>
                      <a:pt x="212" y="159"/>
                      <a:pt x="131" y="194"/>
                      <a:pt x="85" y="230"/>
                    </a:cubicBezTo>
                    <a:cubicBezTo>
                      <a:pt x="-15" y="309"/>
                      <a:pt x="0" y="409"/>
                      <a:pt x="1" y="412"/>
                    </a:cubicBezTo>
                    <a:cubicBezTo>
                      <a:pt x="2" y="415"/>
                      <a:pt x="3" y="417"/>
                      <a:pt x="5" y="418"/>
                    </a:cubicBezTo>
                    <a:cubicBezTo>
                      <a:pt x="7" y="419"/>
                      <a:pt x="10" y="419"/>
                      <a:pt x="12" y="417"/>
                    </a:cubicBezTo>
                    <a:cubicBezTo>
                      <a:pt x="12" y="417"/>
                      <a:pt x="112" y="363"/>
                      <a:pt x="189" y="365"/>
                    </a:cubicBezTo>
                    <a:cubicBezTo>
                      <a:pt x="189" y="372"/>
                      <a:pt x="191" y="381"/>
                      <a:pt x="193" y="391"/>
                    </a:cubicBezTo>
                    <a:cubicBezTo>
                      <a:pt x="201" y="420"/>
                      <a:pt x="216" y="427"/>
                      <a:pt x="228" y="427"/>
                    </a:cubicBezTo>
                    <a:cubicBezTo>
                      <a:pt x="244" y="428"/>
                      <a:pt x="247" y="437"/>
                      <a:pt x="250" y="452"/>
                    </a:cubicBezTo>
                    <a:cubicBezTo>
                      <a:pt x="252" y="459"/>
                      <a:pt x="254" y="467"/>
                      <a:pt x="259" y="472"/>
                    </a:cubicBezTo>
                    <a:cubicBezTo>
                      <a:pt x="266" y="480"/>
                      <a:pt x="277" y="482"/>
                      <a:pt x="288" y="478"/>
                    </a:cubicBezTo>
                    <a:cubicBezTo>
                      <a:pt x="296" y="474"/>
                      <a:pt x="311" y="463"/>
                      <a:pt x="311" y="428"/>
                    </a:cubicBezTo>
                    <a:cubicBezTo>
                      <a:pt x="311" y="410"/>
                      <a:pt x="325" y="400"/>
                      <a:pt x="338" y="398"/>
                    </a:cubicBezTo>
                    <a:cubicBezTo>
                      <a:pt x="351" y="396"/>
                      <a:pt x="370" y="403"/>
                      <a:pt x="377" y="426"/>
                    </a:cubicBezTo>
                    <a:cubicBezTo>
                      <a:pt x="386" y="462"/>
                      <a:pt x="385" y="493"/>
                      <a:pt x="371" y="510"/>
                    </a:cubicBezTo>
                    <a:cubicBezTo>
                      <a:pt x="361" y="522"/>
                      <a:pt x="346" y="528"/>
                      <a:pt x="326" y="527"/>
                    </a:cubicBezTo>
                    <a:cubicBezTo>
                      <a:pt x="323" y="527"/>
                      <a:pt x="322" y="528"/>
                      <a:pt x="320" y="529"/>
                    </a:cubicBezTo>
                    <a:cubicBezTo>
                      <a:pt x="319" y="531"/>
                      <a:pt x="318" y="533"/>
                      <a:pt x="318" y="535"/>
                    </a:cubicBezTo>
                    <a:cubicBezTo>
                      <a:pt x="318" y="536"/>
                      <a:pt x="327" y="627"/>
                      <a:pt x="431" y="636"/>
                    </a:cubicBezTo>
                    <a:lnTo>
                      <a:pt x="432" y="636"/>
                    </a:lnTo>
                    <a:cubicBezTo>
                      <a:pt x="433" y="636"/>
                      <a:pt x="435" y="635"/>
                      <a:pt x="437" y="634"/>
                    </a:cubicBezTo>
                    <a:cubicBezTo>
                      <a:pt x="438" y="632"/>
                      <a:pt x="542" y="508"/>
                      <a:pt x="488" y="352"/>
                    </a:cubicBezTo>
                    <a:cubicBezTo>
                      <a:pt x="491" y="353"/>
                      <a:pt x="493" y="354"/>
                      <a:pt x="495" y="356"/>
                    </a:cubicBezTo>
                    <a:cubicBezTo>
                      <a:pt x="534" y="378"/>
                      <a:pt x="569" y="391"/>
                      <a:pt x="581" y="396"/>
                    </a:cubicBezTo>
                    <a:cubicBezTo>
                      <a:pt x="556" y="551"/>
                      <a:pt x="647" y="661"/>
                      <a:pt x="688" y="701"/>
                    </a:cubicBezTo>
                    <a:cubicBezTo>
                      <a:pt x="720" y="732"/>
                      <a:pt x="753" y="754"/>
                      <a:pt x="769" y="754"/>
                    </a:cubicBezTo>
                    <a:cubicBezTo>
                      <a:pt x="770" y="754"/>
                      <a:pt x="771" y="754"/>
                      <a:pt x="772" y="754"/>
                    </a:cubicBezTo>
                    <a:cubicBezTo>
                      <a:pt x="778" y="752"/>
                      <a:pt x="782" y="749"/>
                      <a:pt x="784" y="744"/>
                    </a:cubicBezTo>
                    <a:cubicBezTo>
                      <a:pt x="792" y="726"/>
                      <a:pt x="774" y="684"/>
                      <a:pt x="761" y="659"/>
                    </a:cubicBezTo>
                    <a:cubicBezTo>
                      <a:pt x="787" y="669"/>
                      <a:pt x="825" y="682"/>
                      <a:pt x="837" y="667"/>
                    </a:cubicBezTo>
                    <a:cubicBezTo>
                      <a:pt x="846" y="656"/>
                      <a:pt x="839" y="637"/>
                      <a:pt x="815" y="606"/>
                    </a:cubicBezTo>
                    <a:cubicBezTo>
                      <a:pt x="785" y="568"/>
                      <a:pt x="802" y="480"/>
                      <a:pt x="818" y="38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D2C6C0D7-3B95-A44E-B3E1-0A589C25AFEE}"/>
                  </a:ext>
                </a:extLst>
              </p:cNvPr>
              <p:cNvSpPr/>
              <p:nvPr/>
            </p:nvSpPr>
            <p:spPr>
              <a:xfrm>
                <a:off x="15059134" y="10667723"/>
                <a:ext cx="44849" cy="1769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" h="143">
                    <a:moveTo>
                      <a:pt x="7" y="143"/>
                    </a:moveTo>
                    <a:lnTo>
                      <a:pt x="6" y="143"/>
                    </a:lnTo>
                    <a:cubicBezTo>
                      <a:pt x="2" y="142"/>
                      <a:pt x="-1" y="138"/>
                      <a:pt x="0" y="135"/>
                    </a:cubicBezTo>
                    <a:lnTo>
                      <a:pt x="24" y="6"/>
                    </a:lnTo>
                    <a:cubicBezTo>
                      <a:pt x="24" y="2"/>
                      <a:pt x="28" y="-1"/>
                      <a:pt x="32" y="0"/>
                    </a:cubicBezTo>
                    <a:cubicBezTo>
                      <a:pt x="35" y="1"/>
                      <a:pt x="38" y="4"/>
                      <a:pt x="37" y="8"/>
                    </a:cubicBezTo>
                    <a:lnTo>
                      <a:pt x="14" y="137"/>
                    </a:lnTo>
                    <a:cubicBezTo>
                      <a:pt x="13" y="140"/>
                      <a:pt x="10" y="143"/>
                      <a:pt x="7" y="1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E593FD25-5D90-DC4F-9BA8-DD06FC04248C}"/>
                  </a:ext>
                </a:extLst>
              </p:cNvPr>
              <p:cNvSpPr/>
              <p:nvPr/>
            </p:nvSpPr>
            <p:spPr>
              <a:xfrm>
                <a:off x="13278897" y="8638862"/>
                <a:ext cx="1992021" cy="14194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00" h="1140">
                    <a:moveTo>
                      <a:pt x="1600" y="944"/>
                    </a:moveTo>
                    <a:cubicBezTo>
                      <a:pt x="1564" y="897"/>
                      <a:pt x="1513" y="830"/>
                      <a:pt x="1513" y="830"/>
                    </a:cubicBezTo>
                    <a:cubicBezTo>
                      <a:pt x="1513" y="830"/>
                      <a:pt x="1472" y="285"/>
                      <a:pt x="1377" y="91"/>
                    </a:cubicBezTo>
                    <a:cubicBezTo>
                      <a:pt x="1330" y="-3"/>
                      <a:pt x="1180" y="-68"/>
                      <a:pt x="867" y="123"/>
                    </a:cubicBezTo>
                    <a:cubicBezTo>
                      <a:pt x="635" y="264"/>
                      <a:pt x="551" y="597"/>
                      <a:pt x="551" y="597"/>
                    </a:cubicBezTo>
                    <a:lnTo>
                      <a:pt x="104" y="480"/>
                    </a:lnTo>
                    <a:cubicBezTo>
                      <a:pt x="104" y="480"/>
                      <a:pt x="-13" y="552"/>
                      <a:pt x="1" y="638"/>
                    </a:cubicBezTo>
                    <a:cubicBezTo>
                      <a:pt x="6" y="671"/>
                      <a:pt x="431" y="895"/>
                      <a:pt x="596" y="867"/>
                    </a:cubicBezTo>
                    <a:cubicBezTo>
                      <a:pt x="731" y="844"/>
                      <a:pt x="800" y="743"/>
                      <a:pt x="800" y="743"/>
                    </a:cubicBezTo>
                    <a:cubicBezTo>
                      <a:pt x="800" y="743"/>
                      <a:pt x="836" y="823"/>
                      <a:pt x="916" y="833"/>
                    </a:cubicBezTo>
                    <a:cubicBezTo>
                      <a:pt x="916" y="833"/>
                      <a:pt x="954" y="922"/>
                      <a:pt x="951" y="1140"/>
                    </a:cubicBezTo>
                    <a:cubicBezTo>
                      <a:pt x="1074" y="1057"/>
                      <a:pt x="1332" y="913"/>
                      <a:pt x="1600" y="944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3" name="Freeform 442">
                <a:extLst>
                  <a:ext uri="{FF2B5EF4-FFF2-40B4-BE49-F238E27FC236}">
                    <a16:creationId xmlns:a16="http://schemas.microsoft.com/office/drawing/2014/main" id="{2C0F453A-84F9-0041-B74D-25BE8A922CB9}"/>
                  </a:ext>
                </a:extLst>
              </p:cNvPr>
              <p:cNvSpPr/>
              <p:nvPr/>
            </p:nvSpPr>
            <p:spPr>
              <a:xfrm>
                <a:off x="13268913" y="8630716"/>
                <a:ext cx="2010415" cy="1436324"/>
              </a:xfrm>
              <a:custGeom>
                <a:avLst/>
                <a:gdLst>
                  <a:gd name="connsiteX0" fmla="*/ 1520375 w 2010415"/>
                  <a:gd name="connsiteY0" fmla="*/ 17161 h 1436324"/>
                  <a:gd name="connsiteX1" fmla="*/ 1095634 w 2010415"/>
                  <a:gd name="connsiteY1" fmla="*/ 170018 h 1436324"/>
                  <a:gd name="connsiteX2" fmla="*/ 705948 w 2010415"/>
                  <a:gd name="connsiteY2" fmla="*/ 755224 h 1436324"/>
                  <a:gd name="connsiteX3" fmla="*/ 702213 w 2010415"/>
                  <a:gd name="connsiteY3" fmla="*/ 760204 h 1436324"/>
                  <a:gd name="connsiteX4" fmla="*/ 695988 w 2010415"/>
                  <a:gd name="connsiteY4" fmla="*/ 761449 h 1436324"/>
                  <a:gd name="connsiteX5" fmla="*/ 143207 w 2010415"/>
                  <a:gd name="connsiteY5" fmla="*/ 617016 h 1436324"/>
                  <a:gd name="connsiteX6" fmla="*/ 21197 w 2010415"/>
                  <a:gd name="connsiteY6" fmla="*/ 802538 h 1436324"/>
                  <a:gd name="connsiteX7" fmla="*/ 752014 w 2010415"/>
                  <a:gd name="connsiteY7" fmla="*/ 1080200 h 1436324"/>
                  <a:gd name="connsiteX8" fmla="*/ 999769 w 2010415"/>
                  <a:gd name="connsiteY8" fmla="*/ 929540 h 1436324"/>
                  <a:gd name="connsiteX9" fmla="*/ 1007239 w 2010415"/>
                  <a:gd name="connsiteY9" fmla="*/ 925805 h 1436324"/>
                  <a:gd name="connsiteX10" fmla="*/ 1008484 w 2010415"/>
                  <a:gd name="connsiteY10" fmla="*/ 925805 h 1436324"/>
                  <a:gd name="connsiteX11" fmla="*/ 1014709 w 2010415"/>
                  <a:gd name="connsiteY11" fmla="*/ 930785 h 1436324"/>
                  <a:gd name="connsiteX12" fmla="*/ 1151659 w 2010415"/>
                  <a:gd name="connsiteY12" fmla="*/ 1037866 h 1436324"/>
                  <a:gd name="connsiteX13" fmla="*/ 1159129 w 2010415"/>
                  <a:gd name="connsiteY13" fmla="*/ 1044091 h 1436324"/>
                  <a:gd name="connsiteX14" fmla="*/ 1203949 w 2010415"/>
                  <a:gd name="connsiteY14" fmla="*/ 1412646 h 1436324"/>
                  <a:gd name="connsiteX15" fmla="*/ 1984566 w 2010415"/>
                  <a:gd name="connsiteY15" fmla="*/ 1173583 h 1436324"/>
                  <a:gd name="connsiteX16" fmla="*/ 1887456 w 2010415"/>
                  <a:gd name="connsiteY16" fmla="*/ 1047826 h 1436324"/>
                  <a:gd name="connsiteX17" fmla="*/ 1884966 w 2010415"/>
                  <a:gd name="connsiteY17" fmla="*/ 1042846 h 1436324"/>
                  <a:gd name="connsiteX18" fmla="*/ 1718136 w 2010415"/>
                  <a:gd name="connsiteY18" fmla="*/ 126439 h 1436324"/>
                  <a:gd name="connsiteX19" fmla="*/ 1596125 w 2010415"/>
                  <a:gd name="connsiteY19" fmla="*/ 28075 h 1436324"/>
                  <a:gd name="connsiteX20" fmla="*/ 1520375 w 2010415"/>
                  <a:gd name="connsiteY20" fmla="*/ 17161 h 1436324"/>
                  <a:gd name="connsiteX21" fmla="*/ 1521084 w 2010415"/>
                  <a:gd name="connsiteY21" fmla="*/ 83 h 1436324"/>
                  <a:gd name="connsiteX22" fmla="*/ 1599870 w 2010415"/>
                  <a:gd name="connsiteY22" fmla="*/ 11873 h 1436324"/>
                  <a:gd name="connsiteX23" fmla="*/ 1731842 w 2010415"/>
                  <a:gd name="connsiteY23" fmla="*/ 118956 h 1436324"/>
                  <a:gd name="connsiteX24" fmla="*/ 1901165 w 2010415"/>
                  <a:gd name="connsiteY24" fmla="*/ 1037876 h 1436324"/>
                  <a:gd name="connsiteX25" fmla="*/ 2009482 w 2010415"/>
                  <a:gd name="connsiteY25" fmla="*/ 1178578 h 1436324"/>
                  <a:gd name="connsiteX26" fmla="*/ 2009482 w 2010415"/>
                  <a:gd name="connsiteY26" fmla="*/ 1188539 h 1436324"/>
                  <a:gd name="connsiteX27" fmla="*/ 2002012 w 2010415"/>
                  <a:gd name="connsiteY27" fmla="*/ 1192275 h 1436324"/>
                  <a:gd name="connsiteX28" fmla="*/ 1200219 w 2010415"/>
                  <a:gd name="connsiteY28" fmla="*/ 1435079 h 1436324"/>
                  <a:gd name="connsiteX29" fmla="*/ 1193994 w 2010415"/>
                  <a:gd name="connsiteY29" fmla="*/ 1436324 h 1436324"/>
                  <a:gd name="connsiteX30" fmla="*/ 1190258 w 2010415"/>
                  <a:gd name="connsiteY30" fmla="*/ 1435079 h 1436324"/>
                  <a:gd name="connsiteX31" fmla="*/ 1186524 w 2010415"/>
                  <a:gd name="connsiteY31" fmla="*/ 1427608 h 1436324"/>
                  <a:gd name="connsiteX32" fmla="*/ 1144193 w 2010415"/>
                  <a:gd name="connsiteY32" fmla="*/ 1054063 h 1436324"/>
                  <a:gd name="connsiteX33" fmla="*/ 1004750 w 2010415"/>
                  <a:gd name="connsiteY33" fmla="*/ 949471 h 1436324"/>
                  <a:gd name="connsiteX34" fmla="*/ 753256 w 2010415"/>
                  <a:gd name="connsiteY34" fmla="*/ 1096398 h 1436324"/>
                  <a:gd name="connsiteX35" fmla="*/ 713416 w 2010415"/>
                  <a:gd name="connsiteY35" fmla="*/ 1100134 h 1436324"/>
                  <a:gd name="connsiteX36" fmla="*/ 33635 w 2010415"/>
                  <a:gd name="connsiteY36" fmla="*/ 837407 h 1436324"/>
                  <a:gd name="connsiteX37" fmla="*/ 1264 w 2010415"/>
                  <a:gd name="connsiteY37" fmla="*/ 803788 h 1436324"/>
                  <a:gd name="connsiteX38" fmla="*/ 135726 w 2010415"/>
                  <a:gd name="connsiteY38" fmla="*/ 599584 h 1436324"/>
                  <a:gd name="connsiteX39" fmla="*/ 141951 w 2010415"/>
                  <a:gd name="connsiteY39" fmla="*/ 598339 h 1436324"/>
                  <a:gd name="connsiteX40" fmla="*/ 689760 w 2010415"/>
                  <a:gd name="connsiteY40" fmla="*/ 741531 h 1436324"/>
                  <a:gd name="connsiteX41" fmla="*/ 1084432 w 2010415"/>
                  <a:gd name="connsiteY41" fmla="*/ 153820 h 1436324"/>
                  <a:gd name="connsiteX42" fmla="*/ 1521084 w 2010415"/>
                  <a:gd name="connsiteY42" fmla="*/ 83 h 1436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2010415" h="1436324">
                    <a:moveTo>
                      <a:pt x="1520375" y="17161"/>
                    </a:moveTo>
                    <a:cubicBezTo>
                      <a:pt x="1429917" y="15935"/>
                      <a:pt x="1293590" y="49553"/>
                      <a:pt x="1095634" y="170018"/>
                    </a:cubicBezTo>
                    <a:cubicBezTo>
                      <a:pt x="811774" y="340600"/>
                      <a:pt x="707193" y="750243"/>
                      <a:pt x="705948" y="755224"/>
                    </a:cubicBezTo>
                    <a:cubicBezTo>
                      <a:pt x="705948" y="757714"/>
                      <a:pt x="704703" y="758959"/>
                      <a:pt x="702213" y="760204"/>
                    </a:cubicBezTo>
                    <a:cubicBezTo>
                      <a:pt x="700968" y="761449"/>
                      <a:pt x="697233" y="761449"/>
                      <a:pt x="695988" y="761449"/>
                    </a:cubicBezTo>
                    <a:lnTo>
                      <a:pt x="143207" y="617016"/>
                    </a:lnTo>
                    <a:cubicBezTo>
                      <a:pt x="123287" y="630712"/>
                      <a:pt x="7502" y="710400"/>
                      <a:pt x="21197" y="802538"/>
                    </a:cubicBezTo>
                    <a:cubicBezTo>
                      <a:pt x="32402" y="838647"/>
                      <a:pt x="546588" y="1115063"/>
                      <a:pt x="752014" y="1080200"/>
                    </a:cubicBezTo>
                    <a:cubicBezTo>
                      <a:pt x="915109" y="1052807"/>
                      <a:pt x="999769" y="930785"/>
                      <a:pt x="999769" y="929540"/>
                    </a:cubicBezTo>
                    <a:cubicBezTo>
                      <a:pt x="1001014" y="927050"/>
                      <a:pt x="1004749" y="925805"/>
                      <a:pt x="1007239" y="925805"/>
                    </a:cubicBezTo>
                    <a:lnTo>
                      <a:pt x="1008484" y="925805"/>
                    </a:lnTo>
                    <a:cubicBezTo>
                      <a:pt x="1010974" y="925805"/>
                      <a:pt x="1013464" y="928295"/>
                      <a:pt x="1014709" y="930785"/>
                    </a:cubicBezTo>
                    <a:cubicBezTo>
                      <a:pt x="1015954" y="932031"/>
                      <a:pt x="1058284" y="1026660"/>
                      <a:pt x="1151659" y="1037866"/>
                    </a:cubicBezTo>
                    <a:cubicBezTo>
                      <a:pt x="1155394" y="1039111"/>
                      <a:pt x="1157884" y="1040356"/>
                      <a:pt x="1159129" y="1044091"/>
                    </a:cubicBezTo>
                    <a:cubicBezTo>
                      <a:pt x="1161619" y="1047826"/>
                      <a:pt x="1205194" y="1153662"/>
                      <a:pt x="1203949" y="1412646"/>
                    </a:cubicBezTo>
                    <a:cubicBezTo>
                      <a:pt x="1365800" y="1306811"/>
                      <a:pt x="1667090" y="1146191"/>
                      <a:pt x="1984566" y="1173583"/>
                    </a:cubicBezTo>
                    <a:cubicBezTo>
                      <a:pt x="1940991" y="1117553"/>
                      <a:pt x="1887456" y="1047826"/>
                      <a:pt x="1887456" y="1047826"/>
                    </a:cubicBezTo>
                    <a:cubicBezTo>
                      <a:pt x="1886211" y="1046581"/>
                      <a:pt x="1886211" y="1044091"/>
                      <a:pt x="1884966" y="1042846"/>
                    </a:cubicBezTo>
                    <a:cubicBezTo>
                      <a:pt x="1884966" y="1036620"/>
                      <a:pt x="1833921" y="364257"/>
                      <a:pt x="1718136" y="126439"/>
                    </a:cubicBezTo>
                    <a:cubicBezTo>
                      <a:pt x="1700705" y="92821"/>
                      <a:pt x="1667090" y="49242"/>
                      <a:pt x="1596125" y="28075"/>
                    </a:cubicBezTo>
                    <a:cubicBezTo>
                      <a:pt x="1575583" y="21850"/>
                      <a:pt x="1550527" y="17569"/>
                      <a:pt x="1520375" y="17161"/>
                    </a:cubicBezTo>
                    <a:close/>
                    <a:moveTo>
                      <a:pt x="1521084" y="83"/>
                    </a:moveTo>
                    <a:cubicBezTo>
                      <a:pt x="1552326" y="745"/>
                      <a:pt x="1578394" y="5336"/>
                      <a:pt x="1599870" y="11873"/>
                    </a:cubicBezTo>
                    <a:cubicBezTo>
                      <a:pt x="1675816" y="34286"/>
                      <a:pt x="1714412" y="81602"/>
                      <a:pt x="1731842" y="118956"/>
                    </a:cubicBezTo>
                    <a:cubicBezTo>
                      <a:pt x="1847629" y="354289"/>
                      <a:pt x="1897430" y="985580"/>
                      <a:pt x="1901165" y="1037876"/>
                    </a:cubicBezTo>
                    <a:cubicBezTo>
                      <a:pt x="1911125" y="1051573"/>
                      <a:pt x="1967151" y="1125037"/>
                      <a:pt x="2009482" y="1178578"/>
                    </a:cubicBezTo>
                    <a:cubicBezTo>
                      <a:pt x="2010727" y="1181068"/>
                      <a:pt x="2010727" y="1184804"/>
                      <a:pt x="2009482" y="1188539"/>
                    </a:cubicBezTo>
                    <a:cubicBezTo>
                      <a:pt x="2008237" y="1191030"/>
                      <a:pt x="2005747" y="1192275"/>
                      <a:pt x="2002012" y="1192275"/>
                    </a:cubicBezTo>
                    <a:cubicBezTo>
                      <a:pt x="1860080" y="1176088"/>
                      <a:pt x="1567500" y="1186049"/>
                      <a:pt x="1200219" y="1435079"/>
                    </a:cubicBezTo>
                    <a:cubicBezTo>
                      <a:pt x="1197729" y="1435079"/>
                      <a:pt x="1196484" y="1436324"/>
                      <a:pt x="1193994" y="1436324"/>
                    </a:cubicBezTo>
                    <a:cubicBezTo>
                      <a:pt x="1193994" y="1436324"/>
                      <a:pt x="1192749" y="1435079"/>
                      <a:pt x="1190258" y="1435079"/>
                    </a:cubicBezTo>
                    <a:cubicBezTo>
                      <a:pt x="1187768" y="1432588"/>
                      <a:pt x="1186524" y="1430098"/>
                      <a:pt x="1186524" y="1427608"/>
                    </a:cubicBezTo>
                    <a:cubicBezTo>
                      <a:pt x="1187768" y="1189784"/>
                      <a:pt x="1152908" y="1076476"/>
                      <a:pt x="1144193" y="1054063"/>
                    </a:cubicBezTo>
                    <a:cubicBezTo>
                      <a:pt x="1064512" y="1041612"/>
                      <a:pt x="1019691" y="976864"/>
                      <a:pt x="1004750" y="949471"/>
                    </a:cubicBezTo>
                    <a:cubicBezTo>
                      <a:pt x="978605" y="981845"/>
                      <a:pt x="895189" y="1072740"/>
                      <a:pt x="753256" y="1096398"/>
                    </a:cubicBezTo>
                    <a:cubicBezTo>
                      <a:pt x="740806" y="1097644"/>
                      <a:pt x="728356" y="1100134"/>
                      <a:pt x="713416" y="1100134"/>
                    </a:cubicBezTo>
                    <a:cubicBezTo>
                      <a:pt x="520438" y="1100134"/>
                      <a:pt x="149421" y="920832"/>
                      <a:pt x="33635" y="837407"/>
                    </a:cubicBezTo>
                    <a:cubicBezTo>
                      <a:pt x="7489" y="818730"/>
                      <a:pt x="3754" y="810014"/>
                      <a:pt x="1264" y="803788"/>
                    </a:cubicBezTo>
                    <a:cubicBezTo>
                      <a:pt x="-14921" y="692970"/>
                      <a:pt x="129501" y="602074"/>
                      <a:pt x="135726" y="599584"/>
                    </a:cubicBezTo>
                    <a:cubicBezTo>
                      <a:pt x="136971" y="598339"/>
                      <a:pt x="139461" y="597094"/>
                      <a:pt x="141951" y="598339"/>
                    </a:cubicBezTo>
                    <a:lnTo>
                      <a:pt x="689760" y="741531"/>
                    </a:lnTo>
                    <a:cubicBezTo>
                      <a:pt x="707191" y="680518"/>
                      <a:pt x="817997" y="316935"/>
                      <a:pt x="1084432" y="153820"/>
                    </a:cubicBezTo>
                    <a:cubicBezTo>
                      <a:pt x="1287059" y="31485"/>
                      <a:pt x="1427357" y="-1901"/>
                      <a:pt x="1521084" y="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8A8C379A-290F-B649-8734-610AC9F4E787}"/>
                  </a:ext>
                </a:extLst>
              </p:cNvPr>
              <p:cNvSpPr/>
              <p:nvPr/>
            </p:nvSpPr>
            <p:spPr>
              <a:xfrm>
                <a:off x="15305801" y="12484722"/>
                <a:ext cx="544411" cy="2043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8" h="165">
                    <a:moveTo>
                      <a:pt x="416" y="0"/>
                    </a:moveTo>
                    <a:lnTo>
                      <a:pt x="134" y="0"/>
                    </a:lnTo>
                    <a:cubicBezTo>
                      <a:pt x="97" y="49"/>
                      <a:pt x="0" y="40"/>
                      <a:pt x="0" y="165"/>
                    </a:cubicBezTo>
                    <a:lnTo>
                      <a:pt x="438" y="165"/>
                    </a:lnTo>
                    <a:cubicBezTo>
                      <a:pt x="438" y="165"/>
                      <a:pt x="432" y="103"/>
                      <a:pt x="41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4" name="Freeform 443">
                <a:extLst>
                  <a:ext uri="{FF2B5EF4-FFF2-40B4-BE49-F238E27FC236}">
                    <a16:creationId xmlns:a16="http://schemas.microsoft.com/office/drawing/2014/main" id="{52B73126-7493-E947-829A-B3994D9785D9}"/>
                  </a:ext>
                </a:extLst>
              </p:cNvPr>
              <p:cNvSpPr/>
              <p:nvPr/>
            </p:nvSpPr>
            <p:spPr>
              <a:xfrm>
                <a:off x="15297080" y="12475998"/>
                <a:ext cx="561852" cy="221829"/>
              </a:xfrm>
              <a:custGeom>
                <a:avLst/>
                <a:gdLst>
                  <a:gd name="connsiteX0" fmla="*/ 180255 w 561852"/>
                  <a:gd name="connsiteY0" fmla="*/ 17448 h 221829"/>
                  <a:gd name="connsiteX1" fmla="*/ 118112 w 561852"/>
                  <a:gd name="connsiteY1" fmla="*/ 60777 h 221829"/>
                  <a:gd name="connsiteX2" fmla="*/ 17441 w 561852"/>
                  <a:gd name="connsiteY2" fmla="*/ 204382 h 221829"/>
                  <a:gd name="connsiteX3" fmla="*/ 544411 w 561852"/>
                  <a:gd name="connsiteY3" fmla="*/ 204382 h 221829"/>
                  <a:gd name="connsiteX4" fmla="*/ 518311 w 561852"/>
                  <a:gd name="connsiteY4" fmla="*/ 17448 h 221829"/>
                  <a:gd name="connsiteX5" fmla="*/ 175268 w 561852"/>
                  <a:gd name="connsiteY5" fmla="*/ 0 h 221829"/>
                  <a:gd name="connsiteX6" fmla="*/ 525804 w 561852"/>
                  <a:gd name="connsiteY6" fmla="*/ 0 h 221829"/>
                  <a:gd name="connsiteX7" fmla="*/ 534505 w 561852"/>
                  <a:gd name="connsiteY7" fmla="*/ 7436 h 221829"/>
                  <a:gd name="connsiteX8" fmla="*/ 561852 w 561852"/>
                  <a:gd name="connsiteY8" fmla="*/ 211915 h 221829"/>
                  <a:gd name="connsiteX9" fmla="*/ 559366 w 561852"/>
                  <a:gd name="connsiteY9" fmla="*/ 219350 h 221829"/>
                  <a:gd name="connsiteX10" fmla="*/ 553151 w 561852"/>
                  <a:gd name="connsiteY10" fmla="*/ 221829 h 221829"/>
                  <a:gd name="connsiteX11" fmla="*/ 8701 w 561852"/>
                  <a:gd name="connsiteY11" fmla="*/ 221829 h 221829"/>
                  <a:gd name="connsiteX12" fmla="*/ 0 w 561852"/>
                  <a:gd name="connsiteY12" fmla="*/ 213154 h 221829"/>
                  <a:gd name="connsiteX13" fmla="*/ 109387 w 561852"/>
                  <a:gd name="connsiteY13" fmla="*/ 44614 h 221829"/>
                  <a:gd name="connsiteX14" fmla="*/ 169053 w 561852"/>
                  <a:gd name="connsiteY14" fmla="*/ 2479 h 221829"/>
                  <a:gd name="connsiteX15" fmla="*/ 175268 w 561852"/>
                  <a:gd name="connsiteY15" fmla="*/ 0 h 221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61852" h="221829">
                    <a:moveTo>
                      <a:pt x="180255" y="17448"/>
                    </a:moveTo>
                    <a:cubicBezTo>
                      <a:pt x="164098" y="36018"/>
                      <a:pt x="141726" y="48397"/>
                      <a:pt x="118112" y="60777"/>
                    </a:cubicBezTo>
                    <a:cubicBezTo>
                      <a:pt x="69641" y="86775"/>
                      <a:pt x="19927" y="112772"/>
                      <a:pt x="17441" y="204382"/>
                    </a:cubicBezTo>
                    <a:lnTo>
                      <a:pt x="544411" y="204382"/>
                    </a:lnTo>
                    <a:cubicBezTo>
                      <a:pt x="540682" y="180860"/>
                      <a:pt x="533225" y="114010"/>
                      <a:pt x="518311" y="17448"/>
                    </a:cubicBezTo>
                    <a:close/>
                    <a:moveTo>
                      <a:pt x="175268" y="0"/>
                    </a:moveTo>
                    <a:lnTo>
                      <a:pt x="525804" y="0"/>
                    </a:lnTo>
                    <a:cubicBezTo>
                      <a:pt x="530776" y="0"/>
                      <a:pt x="534505" y="2479"/>
                      <a:pt x="534505" y="7436"/>
                    </a:cubicBezTo>
                    <a:cubicBezTo>
                      <a:pt x="553151" y="133841"/>
                      <a:pt x="561852" y="211915"/>
                      <a:pt x="561852" y="211915"/>
                    </a:cubicBezTo>
                    <a:cubicBezTo>
                      <a:pt x="561852" y="214393"/>
                      <a:pt x="561852" y="216872"/>
                      <a:pt x="559366" y="219350"/>
                    </a:cubicBezTo>
                    <a:cubicBezTo>
                      <a:pt x="558123" y="220590"/>
                      <a:pt x="555637" y="221829"/>
                      <a:pt x="553151" y="221829"/>
                    </a:cubicBezTo>
                    <a:lnTo>
                      <a:pt x="8701" y="221829"/>
                    </a:lnTo>
                    <a:cubicBezTo>
                      <a:pt x="3729" y="221829"/>
                      <a:pt x="0" y="218111"/>
                      <a:pt x="0" y="213154"/>
                    </a:cubicBezTo>
                    <a:cubicBezTo>
                      <a:pt x="0" y="104099"/>
                      <a:pt x="58423" y="71878"/>
                      <a:pt x="109387" y="44614"/>
                    </a:cubicBezTo>
                    <a:cubicBezTo>
                      <a:pt x="133005" y="33460"/>
                      <a:pt x="155379" y="21068"/>
                      <a:pt x="169053" y="2479"/>
                    </a:cubicBezTo>
                    <a:cubicBezTo>
                      <a:pt x="171539" y="1239"/>
                      <a:pt x="174025" y="0"/>
                      <a:pt x="1752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3E75D1B5-16C9-4C4B-BBC7-92E24DB6B28C}"/>
                  </a:ext>
                </a:extLst>
              </p:cNvPr>
              <p:cNvSpPr/>
              <p:nvPr/>
            </p:nvSpPr>
            <p:spPr>
              <a:xfrm>
                <a:off x="15445329" y="12284083"/>
                <a:ext cx="377475" cy="1993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4" h="161">
                    <a:moveTo>
                      <a:pt x="278" y="0"/>
                    </a:moveTo>
                    <a:lnTo>
                      <a:pt x="0" y="0"/>
                    </a:lnTo>
                    <a:cubicBezTo>
                      <a:pt x="23" y="79"/>
                      <a:pt x="36" y="135"/>
                      <a:pt x="30" y="149"/>
                    </a:cubicBezTo>
                    <a:cubicBezTo>
                      <a:pt x="28" y="153"/>
                      <a:pt x="26" y="158"/>
                      <a:pt x="22" y="161"/>
                    </a:cubicBezTo>
                    <a:lnTo>
                      <a:pt x="304" y="161"/>
                    </a:lnTo>
                    <a:cubicBezTo>
                      <a:pt x="297" y="115"/>
                      <a:pt x="289" y="61"/>
                      <a:pt x="278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:a16="http://schemas.microsoft.com/office/drawing/2014/main" id="{404F8DEB-7E6F-AC44-90FE-B2B5690BFC4D}"/>
                  </a:ext>
                </a:extLst>
              </p:cNvPr>
              <p:cNvSpPr/>
              <p:nvPr/>
            </p:nvSpPr>
            <p:spPr>
              <a:xfrm>
                <a:off x="15438165" y="12276605"/>
                <a:ext cx="394606" cy="215598"/>
              </a:xfrm>
              <a:custGeom>
                <a:avLst/>
                <a:gdLst>
                  <a:gd name="connsiteX0" fmla="*/ 18376 w 394606"/>
                  <a:gd name="connsiteY0" fmla="*/ 17447 h 215598"/>
                  <a:gd name="connsiteX1" fmla="*/ 51895 w 394606"/>
                  <a:gd name="connsiteY1" fmla="*/ 195675 h 215598"/>
                  <a:gd name="connsiteX2" fmla="*/ 50654 w 394606"/>
                  <a:gd name="connsiteY2" fmla="*/ 198150 h 215598"/>
                  <a:gd name="connsiteX3" fmla="*/ 374672 w 394606"/>
                  <a:gd name="connsiteY3" fmla="*/ 198150 h 215598"/>
                  <a:gd name="connsiteX4" fmla="*/ 344877 w 394606"/>
                  <a:gd name="connsiteY4" fmla="*/ 17447 h 215598"/>
                  <a:gd name="connsiteX5" fmla="*/ 8383 w 394606"/>
                  <a:gd name="connsiteY5" fmla="*/ 0 h 215598"/>
                  <a:gd name="connsiteX6" fmla="*/ 353624 w 394606"/>
                  <a:gd name="connsiteY6" fmla="*/ 0 h 215598"/>
                  <a:gd name="connsiteX7" fmla="*/ 361075 w 394606"/>
                  <a:gd name="connsiteY7" fmla="*/ 6195 h 215598"/>
                  <a:gd name="connsiteX8" fmla="*/ 394606 w 394606"/>
                  <a:gd name="connsiteY8" fmla="*/ 205685 h 215598"/>
                  <a:gd name="connsiteX9" fmla="*/ 392122 w 394606"/>
                  <a:gd name="connsiteY9" fmla="*/ 211881 h 215598"/>
                  <a:gd name="connsiteX10" fmla="*/ 385913 w 394606"/>
                  <a:gd name="connsiteY10" fmla="*/ 215598 h 215598"/>
                  <a:gd name="connsiteX11" fmla="*/ 35704 w 394606"/>
                  <a:gd name="connsiteY11" fmla="*/ 215598 h 215598"/>
                  <a:gd name="connsiteX12" fmla="*/ 28253 w 394606"/>
                  <a:gd name="connsiteY12" fmla="*/ 210642 h 215598"/>
                  <a:gd name="connsiteX13" fmla="*/ 29495 w 394606"/>
                  <a:gd name="connsiteY13" fmla="*/ 200729 h 215598"/>
                  <a:gd name="connsiteX14" fmla="*/ 38188 w 394606"/>
                  <a:gd name="connsiteY14" fmla="*/ 189578 h 215598"/>
                  <a:gd name="connsiteX15" fmla="*/ 932 w 394606"/>
                  <a:gd name="connsiteY15" fmla="*/ 9913 h 215598"/>
                  <a:gd name="connsiteX16" fmla="*/ 932 w 394606"/>
                  <a:gd name="connsiteY16" fmla="*/ 2478 h 215598"/>
                  <a:gd name="connsiteX17" fmla="*/ 8383 w 394606"/>
                  <a:gd name="connsiteY17" fmla="*/ 0 h 215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94606" h="215598">
                    <a:moveTo>
                      <a:pt x="18376" y="17447"/>
                    </a:moveTo>
                    <a:cubicBezTo>
                      <a:pt x="59344" y="152355"/>
                      <a:pt x="56861" y="183298"/>
                      <a:pt x="51895" y="195675"/>
                    </a:cubicBezTo>
                    <a:cubicBezTo>
                      <a:pt x="51895" y="196912"/>
                      <a:pt x="50654" y="196912"/>
                      <a:pt x="50654" y="198150"/>
                    </a:cubicBezTo>
                    <a:lnTo>
                      <a:pt x="374672" y="198150"/>
                    </a:lnTo>
                    <a:cubicBezTo>
                      <a:pt x="365982" y="138741"/>
                      <a:pt x="356050" y="78094"/>
                      <a:pt x="344877" y="17447"/>
                    </a:cubicBezTo>
                    <a:close/>
                    <a:moveTo>
                      <a:pt x="8383" y="0"/>
                    </a:moveTo>
                    <a:lnTo>
                      <a:pt x="353624" y="0"/>
                    </a:lnTo>
                    <a:cubicBezTo>
                      <a:pt x="357350" y="0"/>
                      <a:pt x="361075" y="2478"/>
                      <a:pt x="361075" y="6195"/>
                    </a:cubicBezTo>
                    <a:cubicBezTo>
                      <a:pt x="373494" y="73105"/>
                      <a:pt x="384671" y="140015"/>
                      <a:pt x="394606" y="205685"/>
                    </a:cubicBezTo>
                    <a:cubicBezTo>
                      <a:pt x="394606" y="208164"/>
                      <a:pt x="394606" y="210642"/>
                      <a:pt x="392122" y="211881"/>
                    </a:cubicBezTo>
                    <a:cubicBezTo>
                      <a:pt x="390880" y="214359"/>
                      <a:pt x="388397" y="215598"/>
                      <a:pt x="385913" y="215598"/>
                    </a:cubicBezTo>
                    <a:lnTo>
                      <a:pt x="35704" y="215598"/>
                    </a:lnTo>
                    <a:cubicBezTo>
                      <a:pt x="33221" y="215598"/>
                      <a:pt x="30737" y="213120"/>
                      <a:pt x="28253" y="210642"/>
                    </a:cubicBezTo>
                    <a:cubicBezTo>
                      <a:pt x="27011" y="206925"/>
                      <a:pt x="28253" y="204446"/>
                      <a:pt x="29495" y="200729"/>
                    </a:cubicBezTo>
                    <a:cubicBezTo>
                      <a:pt x="33221" y="197012"/>
                      <a:pt x="35704" y="192056"/>
                      <a:pt x="38188" y="189578"/>
                    </a:cubicBezTo>
                    <a:cubicBezTo>
                      <a:pt x="40672" y="180904"/>
                      <a:pt x="40672" y="147449"/>
                      <a:pt x="932" y="9913"/>
                    </a:cubicBezTo>
                    <a:cubicBezTo>
                      <a:pt x="-310" y="7434"/>
                      <a:pt x="-310" y="4956"/>
                      <a:pt x="932" y="2478"/>
                    </a:cubicBezTo>
                    <a:cubicBezTo>
                      <a:pt x="3416" y="1239"/>
                      <a:pt x="5899" y="0"/>
                      <a:pt x="8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CC31BD1D-80E5-7248-87CD-0467E609E5CD}"/>
                  </a:ext>
                </a:extLst>
              </p:cNvPr>
              <p:cNvSpPr/>
              <p:nvPr/>
            </p:nvSpPr>
            <p:spPr>
              <a:xfrm>
                <a:off x="14437484" y="9810317"/>
                <a:ext cx="1352930" cy="24725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87" h="1985">
                    <a:moveTo>
                      <a:pt x="919" y="1303"/>
                    </a:moveTo>
                    <a:cubicBezTo>
                      <a:pt x="919" y="1303"/>
                      <a:pt x="888" y="908"/>
                      <a:pt x="872" y="685"/>
                    </a:cubicBezTo>
                    <a:cubicBezTo>
                      <a:pt x="848" y="368"/>
                      <a:pt x="847" y="223"/>
                      <a:pt x="699" y="39"/>
                    </a:cubicBezTo>
                    <a:cubicBezTo>
                      <a:pt x="692" y="30"/>
                      <a:pt x="682" y="18"/>
                      <a:pt x="671" y="4"/>
                    </a:cubicBezTo>
                    <a:cubicBezTo>
                      <a:pt x="403" y="-27"/>
                      <a:pt x="145" y="117"/>
                      <a:pt x="22" y="200"/>
                    </a:cubicBezTo>
                    <a:cubicBezTo>
                      <a:pt x="22" y="259"/>
                      <a:pt x="19" y="328"/>
                      <a:pt x="11" y="408"/>
                    </a:cubicBezTo>
                    <a:cubicBezTo>
                      <a:pt x="-37" y="879"/>
                      <a:pt x="92" y="1582"/>
                      <a:pt x="134" y="1854"/>
                    </a:cubicBezTo>
                    <a:cubicBezTo>
                      <a:pt x="141" y="1906"/>
                      <a:pt x="147" y="1949"/>
                      <a:pt x="150" y="1985"/>
                    </a:cubicBezTo>
                    <a:lnTo>
                      <a:pt x="443" y="1985"/>
                    </a:lnTo>
                    <a:cubicBezTo>
                      <a:pt x="452" y="1825"/>
                      <a:pt x="462" y="1523"/>
                      <a:pt x="404" y="1298"/>
                    </a:cubicBezTo>
                    <a:lnTo>
                      <a:pt x="507" y="824"/>
                    </a:lnTo>
                    <a:cubicBezTo>
                      <a:pt x="507" y="824"/>
                      <a:pt x="546" y="1181"/>
                      <a:pt x="586" y="1316"/>
                    </a:cubicBezTo>
                    <a:cubicBezTo>
                      <a:pt x="615" y="1414"/>
                      <a:pt x="749" y="1776"/>
                      <a:pt x="810" y="1985"/>
                    </a:cubicBezTo>
                    <a:lnTo>
                      <a:pt x="1087" y="1985"/>
                    </a:lnTo>
                    <a:cubicBezTo>
                      <a:pt x="1053" y="1800"/>
                      <a:pt x="1000" y="1555"/>
                      <a:pt x="919" y="130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2F05746C-7D0C-3B42-AE8E-FB87CCFA2245}"/>
                  </a:ext>
                </a:extLst>
              </p:cNvPr>
              <p:cNvSpPr/>
              <p:nvPr/>
            </p:nvSpPr>
            <p:spPr>
              <a:xfrm>
                <a:off x="14427418" y="9801421"/>
                <a:ext cx="1370985" cy="2490139"/>
              </a:xfrm>
              <a:custGeom>
                <a:avLst/>
                <a:gdLst>
                  <a:gd name="connsiteX0" fmla="*/ 718144 w 1370985"/>
                  <a:gd name="connsiteY0" fmla="*/ 18165 h 2490139"/>
                  <a:gd name="connsiteX1" fmla="*/ 44923 w 1370985"/>
                  <a:gd name="connsiteY1" fmla="*/ 261757 h 2490139"/>
                  <a:gd name="connsiteX2" fmla="*/ 29987 w 1370985"/>
                  <a:gd name="connsiteY2" fmla="*/ 517105 h 2490139"/>
                  <a:gd name="connsiteX3" fmla="*/ 159429 w 1370985"/>
                  <a:gd name="connsiteY3" fmla="*/ 2161293 h 2490139"/>
                  <a:gd name="connsiteX4" fmla="*/ 183077 w 1370985"/>
                  <a:gd name="connsiteY4" fmla="*/ 2316993 h 2490139"/>
                  <a:gd name="connsiteX5" fmla="*/ 204236 w 1370985"/>
                  <a:gd name="connsiteY5" fmla="*/ 2473938 h 2490139"/>
                  <a:gd name="connsiteX6" fmla="*/ 551488 w 1370985"/>
                  <a:gd name="connsiteY6" fmla="*/ 2473938 h 2490139"/>
                  <a:gd name="connsiteX7" fmla="*/ 504192 w 1370985"/>
                  <a:gd name="connsiteY7" fmla="*/ 1626932 h 2490139"/>
                  <a:gd name="connsiteX8" fmla="*/ 502947 w 1370985"/>
                  <a:gd name="connsiteY8" fmla="*/ 1623195 h 2490139"/>
                  <a:gd name="connsiteX9" fmla="*/ 631144 w 1370985"/>
                  <a:gd name="connsiteY9" fmla="*/ 1032782 h 2490139"/>
                  <a:gd name="connsiteX10" fmla="*/ 639856 w 1370985"/>
                  <a:gd name="connsiteY10" fmla="*/ 1026554 h 2490139"/>
                  <a:gd name="connsiteX11" fmla="*/ 648569 w 1370985"/>
                  <a:gd name="connsiteY11" fmla="*/ 1034027 h 2490139"/>
                  <a:gd name="connsiteX12" fmla="*/ 746895 w 1370985"/>
                  <a:gd name="connsiteY12" fmla="*/ 1645616 h 2490139"/>
                  <a:gd name="connsiteX13" fmla="*/ 842731 w 1370985"/>
                  <a:gd name="connsiteY13" fmla="*/ 1929612 h 2490139"/>
                  <a:gd name="connsiteX14" fmla="*/ 1023203 w 1370985"/>
                  <a:gd name="connsiteY14" fmla="*/ 2473938 h 2490139"/>
                  <a:gd name="connsiteX15" fmla="*/ 1353030 w 1370985"/>
                  <a:gd name="connsiteY15" fmla="*/ 2473938 h 2490139"/>
                  <a:gd name="connsiteX16" fmla="*/ 1143932 w 1370985"/>
                  <a:gd name="connsiteY16" fmla="*/ 1634405 h 2490139"/>
                  <a:gd name="connsiteX17" fmla="*/ 1143932 w 1370985"/>
                  <a:gd name="connsiteY17" fmla="*/ 1633160 h 2490139"/>
                  <a:gd name="connsiteX18" fmla="*/ 1085434 w 1370985"/>
                  <a:gd name="connsiteY18" fmla="*/ 863381 h 2490139"/>
                  <a:gd name="connsiteX19" fmla="*/ 1080456 w 1370985"/>
                  <a:gd name="connsiteY19" fmla="*/ 791136 h 2490139"/>
                  <a:gd name="connsiteX20" fmla="*/ 872602 w 1370985"/>
                  <a:gd name="connsiteY20" fmla="*/ 62462 h 2490139"/>
                  <a:gd name="connsiteX21" fmla="*/ 838997 w 1370985"/>
                  <a:gd name="connsiteY21" fmla="*/ 22602 h 2490139"/>
                  <a:gd name="connsiteX22" fmla="*/ 718144 w 1370985"/>
                  <a:gd name="connsiteY22" fmla="*/ 18165 h 2490139"/>
                  <a:gd name="connsiteX23" fmla="*/ 720757 w 1370985"/>
                  <a:gd name="connsiteY23" fmla="*/ 525 h 2490139"/>
                  <a:gd name="connsiteX24" fmla="*/ 845223 w 1370985"/>
                  <a:gd name="connsiteY24" fmla="*/ 5155 h 2490139"/>
                  <a:gd name="connsiteX25" fmla="*/ 851447 w 1370985"/>
                  <a:gd name="connsiteY25" fmla="*/ 8892 h 2490139"/>
                  <a:gd name="connsiteX26" fmla="*/ 885052 w 1370985"/>
                  <a:gd name="connsiteY26" fmla="*/ 52488 h 2490139"/>
                  <a:gd name="connsiteX27" fmla="*/ 1097889 w 1370985"/>
                  <a:gd name="connsiteY27" fmla="*/ 789887 h 2490139"/>
                  <a:gd name="connsiteX28" fmla="*/ 1102868 w 1370985"/>
                  <a:gd name="connsiteY28" fmla="*/ 862132 h 2490139"/>
                  <a:gd name="connsiteX29" fmla="*/ 1160122 w 1370985"/>
                  <a:gd name="connsiteY29" fmla="*/ 1629425 h 2490139"/>
                  <a:gd name="connsiteX30" fmla="*/ 1370470 w 1370985"/>
                  <a:gd name="connsiteY30" fmla="*/ 2480174 h 2490139"/>
                  <a:gd name="connsiteX31" fmla="*/ 1369225 w 1370985"/>
                  <a:gd name="connsiteY31" fmla="*/ 2487648 h 2490139"/>
                  <a:gd name="connsiteX32" fmla="*/ 1363002 w 1370985"/>
                  <a:gd name="connsiteY32" fmla="*/ 2490139 h 2490139"/>
                  <a:gd name="connsiteX33" fmla="*/ 1016986 w 1370985"/>
                  <a:gd name="connsiteY33" fmla="*/ 2490139 h 2490139"/>
                  <a:gd name="connsiteX34" fmla="*/ 1009518 w 1370985"/>
                  <a:gd name="connsiteY34" fmla="*/ 2483911 h 2490139"/>
                  <a:gd name="connsiteX35" fmla="*/ 825309 w 1370985"/>
                  <a:gd name="connsiteY35" fmla="*/ 1935844 h 2490139"/>
                  <a:gd name="connsiteX36" fmla="*/ 729470 w 1370985"/>
                  <a:gd name="connsiteY36" fmla="*/ 1650601 h 2490139"/>
                  <a:gd name="connsiteX37" fmla="*/ 637365 w 1370985"/>
                  <a:gd name="connsiteY37" fmla="*/ 1087587 h 2490139"/>
                  <a:gd name="connsiteX38" fmla="*/ 520367 w 1370985"/>
                  <a:gd name="connsiteY38" fmla="*/ 1624443 h 2490139"/>
                  <a:gd name="connsiteX39" fmla="*/ 568909 w 1370985"/>
                  <a:gd name="connsiteY39" fmla="*/ 2482665 h 2490139"/>
                  <a:gd name="connsiteX40" fmla="*/ 560196 w 1370985"/>
                  <a:gd name="connsiteY40" fmla="*/ 2490139 h 2490139"/>
                  <a:gd name="connsiteX41" fmla="*/ 195511 w 1370985"/>
                  <a:gd name="connsiteY41" fmla="*/ 2490139 h 2490139"/>
                  <a:gd name="connsiteX42" fmla="*/ 186798 w 1370985"/>
                  <a:gd name="connsiteY42" fmla="*/ 2482665 h 2490139"/>
                  <a:gd name="connsiteX43" fmla="*/ 165639 w 1370985"/>
                  <a:gd name="connsiteY43" fmla="*/ 2320737 h 2490139"/>
                  <a:gd name="connsiteX44" fmla="*/ 141990 w 1370985"/>
                  <a:gd name="connsiteY44" fmla="*/ 2163790 h 2490139"/>
                  <a:gd name="connsiteX45" fmla="*/ 12546 w 1370985"/>
                  <a:gd name="connsiteY45" fmla="*/ 515854 h 2490139"/>
                  <a:gd name="connsiteX46" fmla="*/ 28726 w 1370985"/>
                  <a:gd name="connsiteY46" fmla="*/ 258013 h 2490139"/>
                  <a:gd name="connsiteX47" fmla="*/ 32460 w 1370985"/>
                  <a:gd name="connsiteY47" fmla="*/ 250540 h 2490139"/>
                  <a:gd name="connsiteX48" fmla="*/ 720757 w 1370985"/>
                  <a:gd name="connsiteY48" fmla="*/ 525 h 24901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370985" h="2490139">
                    <a:moveTo>
                      <a:pt x="718144" y="18165"/>
                    </a:moveTo>
                    <a:cubicBezTo>
                      <a:pt x="439024" y="27838"/>
                      <a:pt x="184322" y="169116"/>
                      <a:pt x="44923" y="261757"/>
                    </a:cubicBezTo>
                    <a:cubicBezTo>
                      <a:pt x="44923" y="341475"/>
                      <a:pt x="39944" y="427422"/>
                      <a:pt x="29987" y="517105"/>
                    </a:cubicBezTo>
                    <a:cubicBezTo>
                      <a:pt x="-21043" y="1027799"/>
                      <a:pt x="95953" y="1765193"/>
                      <a:pt x="159429" y="2161293"/>
                    </a:cubicBezTo>
                    <a:cubicBezTo>
                      <a:pt x="168141" y="2221082"/>
                      <a:pt x="176854" y="2273397"/>
                      <a:pt x="183077" y="2316993"/>
                    </a:cubicBezTo>
                    <a:cubicBezTo>
                      <a:pt x="191789" y="2378027"/>
                      <a:pt x="199257" y="2429097"/>
                      <a:pt x="204236" y="2473938"/>
                    </a:cubicBezTo>
                    <a:lnTo>
                      <a:pt x="551488" y="2473938"/>
                    </a:lnTo>
                    <a:cubicBezTo>
                      <a:pt x="571402" y="2113960"/>
                      <a:pt x="555222" y="1828719"/>
                      <a:pt x="504192" y="1626932"/>
                    </a:cubicBezTo>
                    <a:cubicBezTo>
                      <a:pt x="502947" y="1626932"/>
                      <a:pt x="502947" y="1624441"/>
                      <a:pt x="502947" y="1623195"/>
                    </a:cubicBezTo>
                    <a:lnTo>
                      <a:pt x="631144" y="1032782"/>
                    </a:lnTo>
                    <a:cubicBezTo>
                      <a:pt x="632389" y="1029045"/>
                      <a:pt x="636123" y="1026554"/>
                      <a:pt x="639856" y="1026554"/>
                    </a:cubicBezTo>
                    <a:cubicBezTo>
                      <a:pt x="644835" y="1026554"/>
                      <a:pt x="647324" y="1030291"/>
                      <a:pt x="648569" y="1034027"/>
                    </a:cubicBezTo>
                    <a:cubicBezTo>
                      <a:pt x="648569" y="1037764"/>
                      <a:pt x="698354" y="1479951"/>
                      <a:pt x="746895" y="1645616"/>
                    </a:cubicBezTo>
                    <a:cubicBezTo>
                      <a:pt x="760586" y="1696685"/>
                      <a:pt x="799169" y="1805052"/>
                      <a:pt x="842731" y="1929612"/>
                    </a:cubicBezTo>
                    <a:cubicBezTo>
                      <a:pt x="902474" y="2105241"/>
                      <a:pt x="978396" y="2320729"/>
                      <a:pt x="1023203" y="2473938"/>
                    </a:cubicBezTo>
                    <a:lnTo>
                      <a:pt x="1353030" y="2473938"/>
                    </a:lnTo>
                    <a:cubicBezTo>
                      <a:pt x="1298266" y="2174995"/>
                      <a:pt x="1227322" y="1893490"/>
                      <a:pt x="1143932" y="1634405"/>
                    </a:cubicBezTo>
                    <a:cubicBezTo>
                      <a:pt x="1143932" y="1633160"/>
                      <a:pt x="1143932" y="1633160"/>
                      <a:pt x="1143932" y="1633160"/>
                    </a:cubicBezTo>
                    <a:cubicBezTo>
                      <a:pt x="1142687" y="1626932"/>
                      <a:pt x="1105348" y="1138658"/>
                      <a:pt x="1085434" y="863381"/>
                    </a:cubicBezTo>
                    <a:cubicBezTo>
                      <a:pt x="1084190" y="838469"/>
                      <a:pt x="1081700" y="814802"/>
                      <a:pt x="1080456" y="791136"/>
                    </a:cubicBezTo>
                    <a:cubicBezTo>
                      <a:pt x="1055563" y="447351"/>
                      <a:pt x="1043117" y="275459"/>
                      <a:pt x="872602" y="62462"/>
                    </a:cubicBezTo>
                    <a:cubicBezTo>
                      <a:pt x="863890" y="52497"/>
                      <a:pt x="852688" y="38795"/>
                      <a:pt x="838997" y="22602"/>
                    </a:cubicBezTo>
                    <a:cubicBezTo>
                      <a:pt x="798391" y="18087"/>
                      <a:pt x="758018" y="16783"/>
                      <a:pt x="718144" y="18165"/>
                    </a:cubicBezTo>
                    <a:close/>
                    <a:moveTo>
                      <a:pt x="720757" y="525"/>
                    </a:moveTo>
                    <a:cubicBezTo>
                      <a:pt x="761792" y="-878"/>
                      <a:pt x="803371" y="484"/>
                      <a:pt x="845223" y="5155"/>
                    </a:cubicBezTo>
                    <a:cubicBezTo>
                      <a:pt x="847713" y="5155"/>
                      <a:pt x="848957" y="6401"/>
                      <a:pt x="851447" y="8892"/>
                    </a:cubicBezTo>
                    <a:cubicBezTo>
                      <a:pt x="865138" y="26331"/>
                      <a:pt x="877584" y="41278"/>
                      <a:pt x="885052" y="52488"/>
                    </a:cubicBezTo>
                    <a:cubicBezTo>
                      <a:pt x="1060550" y="269224"/>
                      <a:pt x="1072996" y="442363"/>
                      <a:pt x="1097889" y="789887"/>
                    </a:cubicBezTo>
                    <a:cubicBezTo>
                      <a:pt x="1099134" y="813554"/>
                      <a:pt x="1100379" y="837220"/>
                      <a:pt x="1102868" y="862132"/>
                    </a:cubicBezTo>
                    <a:cubicBezTo>
                      <a:pt x="1121538" y="1129937"/>
                      <a:pt x="1158878" y="1604513"/>
                      <a:pt x="1160122" y="1629425"/>
                    </a:cubicBezTo>
                    <a:cubicBezTo>
                      <a:pt x="1246004" y="1892248"/>
                      <a:pt x="1315705" y="2177492"/>
                      <a:pt x="1370470" y="2480174"/>
                    </a:cubicBezTo>
                    <a:cubicBezTo>
                      <a:pt x="1371715" y="2482665"/>
                      <a:pt x="1370470" y="2486402"/>
                      <a:pt x="1369225" y="2487648"/>
                    </a:cubicBezTo>
                    <a:cubicBezTo>
                      <a:pt x="1367981" y="2488893"/>
                      <a:pt x="1364247" y="2490139"/>
                      <a:pt x="1363002" y="2490139"/>
                    </a:cubicBezTo>
                    <a:lnTo>
                      <a:pt x="1016986" y="2490139"/>
                    </a:lnTo>
                    <a:cubicBezTo>
                      <a:pt x="1013252" y="2490139"/>
                      <a:pt x="1009518" y="2487648"/>
                      <a:pt x="1009518" y="2483911"/>
                    </a:cubicBezTo>
                    <a:cubicBezTo>
                      <a:pt x="964711" y="2331947"/>
                      <a:pt x="887542" y="2112721"/>
                      <a:pt x="825309" y="1935844"/>
                    </a:cubicBezTo>
                    <a:cubicBezTo>
                      <a:pt x="782990" y="1810038"/>
                      <a:pt x="744406" y="1700425"/>
                      <a:pt x="729470" y="1650601"/>
                    </a:cubicBezTo>
                    <a:cubicBezTo>
                      <a:pt x="690886" y="1517321"/>
                      <a:pt x="652301" y="1209656"/>
                      <a:pt x="637365" y="1087587"/>
                    </a:cubicBezTo>
                    <a:lnTo>
                      <a:pt x="520367" y="1624443"/>
                    </a:lnTo>
                    <a:cubicBezTo>
                      <a:pt x="572643" y="1829968"/>
                      <a:pt x="588823" y="2118949"/>
                      <a:pt x="568909" y="2482665"/>
                    </a:cubicBezTo>
                    <a:cubicBezTo>
                      <a:pt x="568909" y="2487648"/>
                      <a:pt x="565175" y="2490139"/>
                      <a:pt x="560196" y="2490139"/>
                    </a:cubicBezTo>
                    <a:lnTo>
                      <a:pt x="195511" y="2490139"/>
                    </a:lnTo>
                    <a:cubicBezTo>
                      <a:pt x="191777" y="2490139"/>
                      <a:pt x="188043" y="2487648"/>
                      <a:pt x="186798" y="2482665"/>
                    </a:cubicBezTo>
                    <a:cubicBezTo>
                      <a:pt x="183064" y="2437823"/>
                      <a:pt x="175596" y="2383017"/>
                      <a:pt x="165639" y="2320737"/>
                    </a:cubicBezTo>
                    <a:cubicBezTo>
                      <a:pt x="159416" y="2275895"/>
                      <a:pt x="151948" y="2224825"/>
                      <a:pt x="141990" y="2163790"/>
                    </a:cubicBezTo>
                    <a:cubicBezTo>
                      <a:pt x="78513" y="1766442"/>
                      <a:pt x="-38485" y="1027798"/>
                      <a:pt x="12546" y="515854"/>
                    </a:cubicBezTo>
                    <a:cubicBezTo>
                      <a:pt x="22503" y="424925"/>
                      <a:pt x="27482" y="337732"/>
                      <a:pt x="28726" y="258013"/>
                    </a:cubicBezTo>
                    <a:cubicBezTo>
                      <a:pt x="28726" y="255522"/>
                      <a:pt x="29971" y="251785"/>
                      <a:pt x="32460" y="250540"/>
                    </a:cubicBezTo>
                    <a:cubicBezTo>
                      <a:pt x="172951" y="155718"/>
                      <a:pt x="433513" y="10352"/>
                      <a:pt x="720757" y="5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098B535E-EF91-2449-90AE-803C2C967D23}"/>
                  </a:ext>
                </a:extLst>
              </p:cNvPr>
              <p:cNvSpPr/>
              <p:nvPr/>
            </p:nvSpPr>
            <p:spPr>
              <a:xfrm>
                <a:off x="14441221" y="12484722"/>
                <a:ext cx="535690" cy="2043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1" h="165">
                    <a:moveTo>
                      <a:pt x="135" y="0"/>
                    </a:moveTo>
                    <a:cubicBezTo>
                      <a:pt x="79" y="34"/>
                      <a:pt x="-11" y="60"/>
                      <a:pt x="1" y="165"/>
                    </a:cubicBezTo>
                    <a:lnTo>
                      <a:pt x="419" y="165"/>
                    </a:lnTo>
                    <a:cubicBezTo>
                      <a:pt x="419" y="165"/>
                      <a:pt x="426" y="88"/>
                      <a:pt x="431" y="0"/>
                    </a:cubicBezTo>
                    <a:lnTo>
                      <a:pt x="136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D2A83C81-5792-B548-BC1B-57DEC0E4E612}"/>
                  </a:ext>
                </a:extLst>
              </p:cNvPr>
              <p:cNvSpPr/>
              <p:nvPr/>
            </p:nvSpPr>
            <p:spPr>
              <a:xfrm>
                <a:off x="14432236" y="12475998"/>
                <a:ext cx="552151" cy="221829"/>
              </a:xfrm>
              <a:custGeom>
                <a:avLst/>
                <a:gdLst>
                  <a:gd name="connsiteX0" fmla="*/ 180513 w 552151"/>
                  <a:gd name="connsiteY0" fmla="*/ 17448 h 221829"/>
                  <a:gd name="connsiteX1" fmla="*/ 143229 w 552151"/>
                  <a:gd name="connsiteY1" fmla="*/ 37256 h 221829"/>
                  <a:gd name="connsiteX2" fmla="*/ 17706 w 552151"/>
                  <a:gd name="connsiteY2" fmla="*/ 204382 h 221829"/>
                  <a:gd name="connsiteX3" fmla="*/ 522282 w 552151"/>
                  <a:gd name="connsiteY3" fmla="*/ 204382 h 221829"/>
                  <a:gd name="connsiteX4" fmla="*/ 534710 w 552151"/>
                  <a:gd name="connsiteY4" fmla="*/ 17448 h 221829"/>
                  <a:gd name="connsiteX5" fmla="*/ 178012 w 552151"/>
                  <a:gd name="connsiteY5" fmla="*/ 0 h 221829"/>
                  <a:gd name="connsiteX6" fmla="*/ 544693 w 552151"/>
                  <a:gd name="connsiteY6" fmla="*/ 0 h 221829"/>
                  <a:gd name="connsiteX7" fmla="*/ 549665 w 552151"/>
                  <a:gd name="connsiteY7" fmla="*/ 2479 h 221829"/>
                  <a:gd name="connsiteX8" fmla="*/ 552151 w 552151"/>
                  <a:gd name="connsiteY8" fmla="*/ 8675 h 221829"/>
                  <a:gd name="connsiteX9" fmla="*/ 538478 w 552151"/>
                  <a:gd name="connsiteY9" fmla="*/ 213154 h 221829"/>
                  <a:gd name="connsiteX10" fmla="*/ 529777 w 552151"/>
                  <a:gd name="connsiteY10" fmla="*/ 221829 h 221829"/>
                  <a:gd name="connsiteX11" fmla="*/ 10209 w 552151"/>
                  <a:gd name="connsiteY11" fmla="*/ 221829 h 221829"/>
                  <a:gd name="connsiteX12" fmla="*/ 1508 w 552151"/>
                  <a:gd name="connsiteY12" fmla="*/ 214393 h 221829"/>
                  <a:gd name="connsiteX13" fmla="*/ 135751 w 552151"/>
                  <a:gd name="connsiteY13" fmla="*/ 22307 h 221829"/>
                  <a:gd name="connsiteX14" fmla="*/ 173040 w 552151"/>
                  <a:gd name="connsiteY14" fmla="*/ 1239 h 221829"/>
                  <a:gd name="connsiteX15" fmla="*/ 178012 w 552151"/>
                  <a:gd name="connsiteY15" fmla="*/ 0 h 2218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52151" h="221829">
                    <a:moveTo>
                      <a:pt x="180513" y="17448"/>
                    </a:moveTo>
                    <a:cubicBezTo>
                      <a:pt x="169327" y="23638"/>
                      <a:pt x="156899" y="29828"/>
                      <a:pt x="143229" y="37256"/>
                    </a:cubicBezTo>
                    <a:cubicBezTo>
                      <a:pt x="78603" y="71919"/>
                      <a:pt x="10249" y="107820"/>
                      <a:pt x="17706" y="204382"/>
                    </a:cubicBezTo>
                    <a:lnTo>
                      <a:pt x="522282" y="204382"/>
                    </a:lnTo>
                    <a:cubicBezTo>
                      <a:pt x="523525" y="179623"/>
                      <a:pt x="529739" y="104106"/>
                      <a:pt x="534710" y="17448"/>
                    </a:cubicBezTo>
                    <a:close/>
                    <a:moveTo>
                      <a:pt x="178012" y="0"/>
                    </a:moveTo>
                    <a:lnTo>
                      <a:pt x="544693" y="0"/>
                    </a:lnTo>
                    <a:cubicBezTo>
                      <a:pt x="545936" y="0"/>
                      <a:pt x="548422" y="0"/>
                      <a:pt x="549665" y="2479"/>
                    </a:cubicBezTo>
                    <a:cubicBezTo>
                      <a:pt x="552151" y="4957"/>
                      <a:pt x="552151" y="6196"/>
                      <a:pt x="552151" y="8675"/>
                    </a:cubicBezTo>
                    <a:cubicBezTo>
                      <a:pt x="545936" y="116491"/>
                      <a:pt x="538478" y="213154"/>
                      <a:pt x="538478" y="213154"/>
                    </a:cubicBezTo>
                    <a:cubicBezTo>
                      <a:pt x="538478" y="218111"/>
                      <a:pt x="533506" y="221829"/>
                      <a:pt x="529777" y="221829"/>
                    </a:cubicBezTo>
                    <a:lnTo>
                      <a:pt x="10209" y="221829"/>
                    </a:lnTo>
                    <a:cubicBezTo>
                      <a:pt x="5237" y="221829"/>
                      <a:pt x="1508" y="218111"/>
                      <a:pt x="1508" y="214393"/>
                    </a:cubicBezTo>
                    <a:cubicBezTo>
                      <a:pt x="-12165" y="99141"/>
                      <a:pt x="69872" y="57006"/>
                      <a:pt x="135751" y="22307"/>
                    </a:cubicBezTo>
                    <a:cubicBezTo>
                      <a:pt x="148180" y="14871"/>
                      <a:pt x="160610" y="8675"/>
                      <a:pt x="173040" y="1239"/>
                    </a:cubicBezTo>
                    <a:cubicBezTo>
                      <a:pt x="174283" y="0"/>
                      <a:pt x="175526" y="0"/>
                      <a:pt x="1780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E2A5746E-CEBC-7D44-9579-641D2BEAF5DB}"/>
                  </a:ext>
                </a:extLst>
              </p:cNvPr>
              <p:cNvSpPr/>
              <p:nvPr/>
            </p:nvSpPr>
            <p:spPr>
              <a:xfrm>
                <a:off x="14610649" y="12284083"/>
                <a:ext cx="376229" cy="1993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3" h="161">
                    <a:moveTo>
                      <a:pt x="0" y="161"/>
                    </a:moveTo>
                    <a:lnTo>
                      <a:pt x="295" y="161"/>
                    </a:lnTo>
                    <a:cubicBezTo>
                      <a:pt x="296" y="140"/>
                      <a:pt x="296" y="120"/>
                      <a:pt x="297" y="99"/>
                    </a:cubicBezTo>
                    <a:cubicBezTo>
                      <a:pt x="298" y="82"/>
                      <a:pt x="301" y="47"/>
                      <a:pt x="303" y="0"/>
                    </a:cubicBezTo>
                    <a:lnTo>
                      <a:pt x="10" y="0"/>
                    </a:lnTo>
                    <a:cubicBezTo>
                      <a:pt x="22" y="109"/>
                      <a:pt x="15" y="150"/>
                      <a:pt x="0" y="1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AA055832-716D-A846-97E7-03E8AF1FA7CC}"/>
                  </a:ext>
                </a:extLst>
              </p:cNvPr>
              <p:cNvSpPr/>
              <p:nvPr/>
            </p:nvSpPr>
            <p:spPr>
              <a:xfrm>
                <a:off x="14603388" y="12276605"/>
                <a:ext cx="393457" cy="215598"/>
              </a:xfrm>
              <a:custGeom>
                <a:avLst/>
                <a:gdLst>
                  <a:gd name="connsiteX0" fmla="*/ 29664 w 393457"/>
                  <a:gd name="connsiteY0" fmla="*/ 17447 h 215598"/>
                  <a:gd name="connsiteX1" fmla="*/ 24699 w 393457"/>
                  <a:gd name="connsiteY1" fmla="*/ 198150 h 215598"/>
                  <a:gd name="connsiteX2" fmla="*/ 364835 w 393457"/>
                  <a:gd name="connsiteY2" fmla="*/ 198150 h 215598"/>
                  <a:gd name="connsiteX3" fmla="*/ 368559 w 393457"/>
                  <a:gd name="connsiteY3" fmla="*/ 130077 h 215598"/>
                  <a:gd name="connsiteX4" fmla="*/ 371042 w 393457"/>
                  <a:gd name="connsiteY4" fmla="*/ 79332 h 215598"/>
                  <a:gd name="connsiteX5" fmla="*/ 374766 w 393457"/>
                  <a:gd name="connsiteY5" fmla="*/ 17447 h 215598"/>
                  <a:gd name="connsiteX6" fmla="*/ 20899 w 393457"/>
                  <a:gd name="connsiteY6" fmla="*/ 0 h 215598"/>
                  <a:gd name="connsiteX7" fmla="*/ 384764 w 393457"/>
                  <a:gd name="connsiteY7" fmla="*/ 0 h 215598"/>
                  <a:gd name="connsiteX8" fmla="*/ 390973 w 393457"/>
                  <a:gd name="connsiteY8" fmla="*/ 1239 h 215598"/>
                  <a:gd name="connsiteX9" fmla="*/ 393457 w 393457"/>
                  <a:gd name="connsiteY9" fmla="*/ 8673 h 215598"/>
                  <a:gd name="connsiteX10" fmla="*/ 389731 w 393457"/>
                  <a:gd name="connsiteY10" fmla="*/ 79300 h 215598"/>
                  <a:gd name="connsiteX11" fmla="*/ 386006 w 393457"/>
                  <a:gd name="connsiteY11" fmla="*/ 130102 h 215598"/>
                  <a:gd name="connsiteX12" fmla="*/ 382280 w 393457"/>
                  <a:gd name="connsiteY12" fmla="*/ 206925 h 215598"/>
                  <a:gd name="connsiteX13" fmla="*/ 374829 w 393457"/>
                  <a:gd name="connsiteY13" fmla="*/ 215598 h 215598"/>
                  <a:gd name="connsiteX14" fmla="*/ 8480 w 393457"/>
                  <a:gd name="connsiteY14" fmla="*/ 215598 h 215598"/>
                  <a:gd name="connsiteX15" fmla="*/ 1029 w 393457"/>
                  <a:gd name="connsiteY15" fmla="*/ 209403 h 215598"/>
                  <a:gd name="connsiteX16" fmla="*/ 3513 w 393457"/>
                  <a:gd name="connsiteY16" fmla="*/ 199490 h 215598"/>
                  <a:gd name="connsiteX17" fmla="*/ 12206 w 393457"/>
                  <a:gd name="connsiteY17" fmla="*/ 8673 h 215598"/>
                  <a:gd name="connsiteX18" fmla="*/ 14689 w 393457"/>
                  <a:gd name="connsiteY18" fmla="*/ 2478 h 215598"/>
                  <a:gd name="connsiteX19" fmla="*/ 20899 w 393457"/>
                  <a:gd name="connsiteY19" fmla="*/ 0 h 215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93457" h="215598">
                    <a:moveTo>
                      <a:pt x="29664" y="17447"/>
                    </a:moveTo>
                    <a:cubicBezTo>
                      <a:pt x="40837" y="128839"/>
                      <a:pt x="35871" y="175872"/>
                      <a:pt x="24699" y="198150"/>
                    </a:cubicBezTo>
                    <a:lnTo>
                      <a:pt x="364835" y="198150"/>
                    </a:lnTo>
                    <a:cubicBezTo>
                      <a:pt x="366076" y="173396"/>
                      <a:pt x="367318" y="151118"/>
                      <a:pt x="368559" y="130077"/>
                    </a:cubicBezTo>
                    <a:cubicBezTo>
                      <a:pt x="368559" y="118938"/>
                      <a:pt x="368559" y="100372"/>
                      <a:pt x="371042" y="79332"/>
                    </a:cubicBezTo>
                    <a:cubicBezTo>
                      <a:pt x="372283" y="60766"/>
                      <a:pt x="373525" y="40963"/>
                      <a:pt x="374766" y="17447"/>
                    </a:cubicBezTo>
                    <a:close/>
                    <a:moveTo>
                      <a:pt x="20899" y="0"/>
                    </a:moveTo>
                    <a:lnTo>
                      <a:pt x="384764" y="0"/>
                    </a:lnTo>
                    <a:cubicBezTo>
                      <a:pt x="387248" y="0"/>
                      <a:pt x="389731" y="0"/>
                      <a:pt x="390973" y="1239"/>
                    </a:cubicBezTo>
                    <a:cubicBezTo>
                      <a:pt x="392215" y="3717"/>
                      <a:pt x="393457" y="6195"/>
                      <a:pt x="393457" y="8673"/>
                    </a:cubicBezTo>
                    <a:cubicBezTo>
                      <a:pt x="390973" y="35933"/>
                      <a:pt x="389731" y="60714"/>
                      <a:pt x="389731" y="79300"/>
                    </a:cubicBezTo>
                    <a:cubicBezTo>
                      <a:pt x="388490" y="101604"/>
                      <a:pt x="387248" y="118951"/>
                      <a:pt x="386006" y="130102"/>
                    </a:cubicBezTo>
                    <a:cubicBezTo>
                      <a:pt x="386006" y="153645"/>
                      <a:pt x="383522" y="179665"/>
                      <a:pt x="382280" y="206925"/>
                    </a:cubicBezTo>
                    <a:cubicBezTo>
                      <a:pt x="382280" y="211881"/>
                      <a:pt x="378555" y="215598"/>
                      <a:pt x="374829" y="215598"/>
                    </a:cubicBezTo>
                    <a:lnTo>
                      <a:pt x="8480" y="215598"/>
                    </a:lnTo>
                    <a:cubicBezTo>
                      <a:pt x="4754" y="215598"/>
                      <a:pt x="1029" y="211881"/>
                      <a:pt x="1029" y="209403"/>
                    </a:cubicBezTo>
                    <a:cubicBezTo>
                      <a:pt x="-1455" y="205685"/>
                      <a:pt x="1029" y="201968"/>
                      <a:pt x="3513" y="199490"/>
                    </a:cubicBezTo>
                    <a:cubicBezTo>
                      <a:pt x="22141" y="187099"/>
                      <a:pt x="24624" y="123907"/>
                      <a:pt x="12206" y="8673"/>
                    </a:cubicBezTo>
                    <a:cubicBezTo>
                      <a:pt x="12206" y="6195"/>
                      <a:pt x="13447" y="3717"/>
                      <a:pt x="14689" y="2478"/>
                    </a:cubicBezTo>
                    <a:cubicBezTo>
                      <a:pt x="17173" y="0"/>
                      <a:pt x="18415" y="0"/>
                      <a:pt x="2089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B1E91DD2-34C7-BE4C-8B8A-F7862191410B}"/>
                  </a:ext>
                </a:extLst>
              </p:cNvPr>
              <p:cNvSpPr/>
              <p:nvPr/>
            </p:nvSpPr>
            <p:spPr>
              <a:xfrm>
                <a:off x="15305801" y="12484722"/>
                <a:ext cx="544411" cy="2043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8" h="165">
                    <a:moveTo>
                      <a:pt x="416" y="0"/>
                    </a:moveTo>
                    <a:lnTo>
                      <a:pt x="134" y="0"/>
                    </a:lnTo>
                    <a:cubicBezTo>
                      <a:pt x="97" y="49"/>
                      <a:pt x="0" y="40"/>
                      <a:pt x="0" y="165"/>
                    </a:cubicBezTo>
                    <a:lnTo>
                      <a:pt x="438" y="165"/>
                    </a:lnTo>
                    <a:cubicBezTo>
                      <a:pt x="438" y="165"/>
                      <a:pt x="432" y="103"/>
                      <a:pt x="416" y="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5AA23E86-8EE3-9E42-90F0-4C3FE4201D9E}"/>
                  </a:ext>
                </a:extLst>
              </p:cNvPr>
              <p:cNvSpPr/>
              <p:nvPr/>
            </p:nvSpPr>
            <p:spPr>
              <a:xfrm>
                <a:off x="14441221" y="12484722"/>
                <a:ext cx="535690" cy="2043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1" h="165">
                    <a:moveTo>
                      <a:pt x="135" y="0"/>
                    </a:moveTo>
                    <a:cubicBezTo>
                      <a:pt x="79" y="34"/>
                      <a:pt x="-11" y="60"/>
                      <a:pt x="1" y="165"/>
                    </a:cubicBezTo>
                    <a:lnTo>
                      <a:pt x="419" y="165"/>
                    </a:lnTo>
                    <a:cubicBezTo>
                      <a:pt x="419" y="165"/>
                      <a:pt x="426" y="88"/>
                      <a:pt x="431" y="0"/>
                    </a:cubicBezTo>
                    <a:lnTo>
                      <a:pt x="136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5E6CF256-1B40-0F40-91D4-B7C723FAB37C}"/>
                  </a:ext>
                </a:extLst>
              </p:cNvPr>
              <p:cNvSpPr/>
              <p:nvPr/>
            </p:nvSpPr>
            <p:spPr>
              <a:xfrm>
                <a:off x="14268056" y="9396569"/>
                <a:ext cx="87205" cy="1757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" h="142">
                    <a:moveTo>
                      <a:pt x="7" y="142"/>
                    </a:moveTo>
                    <a:cubicBezTo>
                      <a:pt x="6" y="142"/>
                      <a:pt x="5" y="142"/>
                      <a:pt x="4" y="142"/>
                    </a:cubicBezTo>
                    <a:cubicBezTo>
                      <a:pt x="1" y="140"/>
                      <a:pt x="-1" y="136"/>
                      <a:pt x="1" y="133"/>
                    </a:cubicBezTo>
                    <a:lnTo>
                      <a:pt x="58" y="4"/>
                    </a:lnTo>
                    <a:cubicBezTo>
                      <a:pt x="60" y="1"/>
                      <a:pt x="63" y="-1"/>
                      <a:pt x="67" y="1"/>
                    </a:cubicBezTo>
                    <a:cubicBezTo>
                      <a:pt x="71" y="2"/>
                      <a:pt x="72" y="6"/>
                      <a:pt x="71" y="10"/>
                    </a:cubicBezTo>
                    <a:lnTo>
                      <a:pt x="13" y="139"/>
                    </a:lnTo>
                    <a:cubicBezTo>
                      <a:pt x="12" y="141"/>
                      <a:pt x="10" y="142"/>
                      <a:pt x="7" y="1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7341B126-DDF0-0D4E-A908-F3D4ACA1260D}"/>
                  </a:ext>
                </a:extLst>
              </p:cNvPr>
              <p:cNvSpPr/>
              <p:nvPr/>
            </p:nvSpPr>
            <p:spPr>
              <a:xfrm>
                <a:off x="14655497" y="10100689"/>
                <a:ext cx="209293" cy="760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9" h="62">
                    <a:moveTo>
                      <a:pt x="6" y="62"/>
                    </a:moveTo>
                    <a:cubicBezTo>
                      <a:pt x="3" y="62"/>
                      <a:pt x="0" y="60"/>
                      <a:pt x="0" y="57"/>
                    </a:cubicBezTo>
                    <a:cubicBezTo>
                      <a:pt x="-1" y="53"/>
                      <a:pt x="0" y="50"/>
                      <a:pt x="4" y="49"/>
                    </a:cubicBezTo>
                    <a:lnTo>
                      <a:pt x="159" y="0"/>
                    </a:lnTo>
                    <a:cubicBezTo>
                      <a:pt x="163" y="0"/>
                      <a:pt x="167" y="1"/>
                      <a:pt x="168" y="5"/>
                    </a:cubicBezTo>
                    <a:cubicBezTo>
                      <a:pt x="169" y="9"/>
                      <a:pt x="167" y="12"/>
                      <a:pt x="163" y="14"/>
                    </a:cubicBezTo>
                    <a:lnTo>
                      <a:pt x="8" y="61"/>
                    </a:lnTo>
                    <a:cubicBezTo>
                      <a:pt x="8" y="62"/>
                      <a:pt x="7" y="62"/>
                      <a:pt x="6" y="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A69F7D56-7CF5-564B-87CE-BF9C97829F06}"/>
                  </a:ext>
                </a:extLst>
              </p:cNvPr>
              <p:cNvSpPr/>
              <p:nvPr/>
            </p:nvSpPr>
            <p:spPr>
              <a:xfrm>
                <a:off x="15249740" y="9972324"/>
                <a:ext cx="149495" cy="535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1" h="44">
                    <a:moveTo>
                      <a:pt x="6" y="44"/>
                    </a:moveTo>
                    <a:cubicBezTo>
                      <a:pt x="3" y="44"/>
                      <a:pt x="0" y="43"/>
                      <a:pt x="0" y="39"/>
                    </a:cubicBezTo>
                    <a:cubicBezTo>
                      <a:pt x="-1" y="36"/>
                      <a:pt x="1" y="32"/>
                      <a:pt x="5" y="31"/>
                    </a:cubicBezTo>
                    <a:lnTo>
                      <a:pt x="112" y="0"/>
                    </a:lnTo>
                    <a:cubicBezTo>
                      <a:pt x="115" y="-1"/>
                      <a:pt x="119" y="1"/>
                      <a:pt x="120" y="5"/>
                    </a:cubicBezTo>
                    <a:cubicBezTo>
                      <a:pt x="121" y="9"/>
                      <a:pt x="119" y="12"/>
                      <a:pt x="115" y="13"/>
                    </a:cubicBezTo>
                    <a:lnTo>
                      <a:pt x="8" y="44"/>
                    </a:lnTo>
                    <a:cubicBezTo>
                      <a:pt x="8" y="44"/>
                      <a:pt x="7" y="44"/>
                      <a:pt x="6" y="4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471611A-00BF-4B48-AB4B-95FAF42D0F50}"/>
                </a:ext>
              </a:extLst>
            </p:cNvPr>
            <p:cNvGrpSpPr/>
            <p:nvPr/>
          </p:nvGrpSpPr>
          <p:grpSpPr>
            <a:xfrm>
              <a:off x="16173602" y="7542180"/>
              <a:ext cx="1798193" cy="5155647"/>
              <a:chOff x="16173602" y="7542180"/>
              <a:chExt cx="1798193" cy="5155647"/>
            </a:xfrm>
          </p:grpSpPr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F5FBC9A4-ABB8-BC4C-B519-4E47416F9964}"/>
                  </a:ext>
                </a:extLst>
              </p:cNvPr>
              <p:cNvSpPr/>
              <p:nvPr/>
            </p:nvSpPr>
            <p:spPr>
              <a:xfrm>
                <a:off x="16652501" y="8496792"/>
                <a:ext cx="1163569" cy="13521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35" h="1086">
                    <a:moveTo>
                      <a:pt x="890" y="1043"/>
                    </a:moveTo>
                    <a:cubicBezTo>
                      <a:pt x="886" y="1032"/>
                      <a:pt x="882" y="1020"/>
                      <a:pt x="878" y="1009"/>
                    </a:cubicBezTo>
                    <a:cubicBezTo>
                      <a:pt x="865" y="975"/>
                      <a:pt x="829" y="873"/>
                      <a:pt x="829" y="873"/>
                    </a:cubicBezTo>
                    <a:cubicBezTo>
                      <a:pt x="829" y="873"/>
                      <a:pt x="1004" y="280"/>
                      <a:pt x="904" y="124"/>
                    </a:cubicBezTo>
                    <a:cubicBezTo>
                      <a:pt x="827" y="5"/>
                      <a:pt x="598" y="0"/>
                      <a:pt x="598" y="0"/>
                    </a:cubicBezTo>
                    <a:lnTo>
                      <a:pt x="411" y="0"/>
                    </a:lnTo>
                    <a:cubicBezTo>
                      <a:pt x="411" y="0"/>
                      <a:pt x="196" y="-4"/>
                      <a:pt x="137" y="180"/>
                    </a:cubicBezTo>
                    <a:cubicBezTo>
                      <a:pt x="78" y="364"/>
                      <a:pt x="0" y="695"/>
                      <a:pt x="0" y="695"/>
                    </a:cubicBezTo>
                    <a:lnTo>
                      <a:pt x="214" y="746"/>
                    </a:lnTo>
                    <a:cubicBezTo>
                      <a:pt x="214" y="746"/>
                      <a:pt x="202" y="865"/>
                      <a:pt x="189" y="1048"/>
                    </a:cubicBezTo>
                    <a:cubicBezTo>
                      <a:pt x="287" y="1073"/>
                      <a:pt x="551" y="1122"/>
                      <a:pt x="890" y="104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9" name="Freeform 448">
                <a:extLst>
                  <a:ext uri="{FF2B5EF4-FFF2-40B4-BE49-F238E27FC236}">
                    <a16:creationId xmlns:a16="http://schemas.microsoft.com/office/drawing/2014/main" id="{2D2EE405-98E9-0B42-B0C4-6E883DDD3C61}"/>
                  </a:ext>
                </a:extLst>
              </p:cNvPr>
              <p:cNvSpPr/>
              <p:nvPr/>
            </p:nvSpPr>
            <p:spPr>
              <a:xfrm>
                <a:off x="16644710" y="8488064"/>
                <a:ext cx="1179717" cy="1369607"/>
              </a:xfrm>
              <a:custGeom>
                <a:avLst/>
                <a:gdLst>
                  <a:gd name="connsiteX0" fmla="*/ 519268 w 1179717"/>
                  <a:gd name="connsiteY0" fmla="*/ 17451 h 1369607"/>
                  <a:gd name="connsiteX1" fmla="*/ 187002 w 1179717"/>
                  <a:gd name="connsiteY1" fmla="*/ 235338 h 1369607"/>
                  <a:gd name="connsiteX2" fmla="*/ 19004 w 1179717"/>
                  <a:gd name="connsiteY2" fmla="*/ 867832 h 1369607"/>
                  <a:gd name="connsiteX3" fmla="*/ 276602 w 1179717"/>
                  <a:gd name="connsiteY3" fmla="*/ 930085 h 1369607"/>
                  <a:gd name="connsiteX4" fmla="*/ 281580 w 1179717"/>
                  <a:gd name="connsiteY4" fmla="*/ 938801 h 1369607"/>
                  <a:gd name="connsiteX5" fmla="*/ 251714 w 1179717"/>
                  <a:gd name="connsiteY5" fmla="*/ 1306096 h 1369607"/>
                  <a:gd name="connsiteX6" fmla="*/ 1104152 w 1179717"/>
                  <a:gd name="connsiteY6" fmla="*/ 1299870 h 1369607"/>
                  <a:gd name="connsiteX7" fmla="*/ 1091708 w 1179717"/>
                  <a:gd name="connsiteY7" fmla="*/ 1267498 h 1369607"/>
                  <a:gd name="connsiteX8" fmla="*/ 1030730 w 1179717"/>
                  <a:gd name="connsiteY8" fmla="*/ 1098169 h 1369607"/>
                  <a:gd name="connsiteX9" fmla="*/ 1030730 w 1179717"/>
                  <a:gd name="connsiteY9" fmla="*/ 1093189 h 1369607"/>
                  <a:gd name="connsiteX10" fmla="*/ 1124064 w 1179717"/>
                  <a:gd name="connsiteY10" fmla="*/ 166859 h 1369607"/>
                  <a:gd name="connsiteX11" fmla="*/ 750732 w 1179717"/>
                  <a:gd name="connsiteY11" fmla="*/ 17451 h 1369607"/>
                  <a:gd name="connsiteX12" fmla="*/ 519264 w 1179717"/>
                  <a:gd name="connsiteY12" fmla="*/ 1 h 1369607"/>
                  <a:gd name="connsiteX13" fmla="*/ 751982 w 1179717"/>
                  <a:gd name="connsiteY13" fmla="*/ 1 h 1369607"/>
                  <a:gd name="connsiteX14" fmla="*/ 907542 w 1179717"/>
                  <a:gd name="connsiteY14" fmla="*/ 22413 h 1369607"/>
                  <a:gd name="connsiteX15" fmla="*/ 1139014 w 1179717"/>
                  <a:gd name="connsiteY15" fmla="*/ 158128 h 1369607"/>
                  <a:gd name="connsiteX16" fmla="*/ 1048168 w 1179717"/>
                  <a:gd name="connsiteY16" fmla="*/ 1095686 h 1369607"/>
                  <a:gd name="connsiteX17" fmla="*/ 1107902 w 1179717"/>
                  <a:gd name="connsiteY17" fmla="*/ 1262529 h 1369607"/>
                  <a:gd name="connsiteX18" fmla="*/ 1122836 w 1179717"/>
                  <a:gd name="connsiteY18" fmla="*/ 1303617 h 1369607"/>
                  <a:gd name="connsiteX19" fmla="*/ 1122836 w 1179717"/>
                  <a:gd name="connsiteY19" fmla="*/ 1311088 h 1369607"/>
                  <a:gd name="connsiteX20" fmla="*/ 1116614 w 1179717"/>
                  <a:gd name="connsiteY20" fmla="*/ 1314823 h 1369607"/>
                  <a:gd name="connsiteX21" fmla="*/ 654912 w 1179717"/>
                  <a:gd name="connsiteY21" fmla="*/ 1369607 h 1369607"/>
                  <a:gd name="connsiteX22" fmla="*/ 241746 w 1179717"/>
                  <a:gd name="connsiteY22" fmla="*/ 1321048 h 1369607"/>
                  <a:gd name="connsiteX23" fmla="*/ 235524 w 1179717"/>
                  <a:gd name="connsiteY23" fmla="*/ 1312333 h 1369607"/>
                  <a:gd name="connsiteX24" fmla="*/ 264146 w 1179717"/>
                  <a:gd name="connsiteY24" fmla="*/ 945029 h 1369607"/>
                  <a:gd name="connsiteX25" fmla="*/ 6539 w 1179717"/>
                  <a:gd name="connsiteY25" fmla="*/ 881529 h 1369607"/>
                  <a:gd name="connsiteX26" fmla="*/ 317 w 1179717"/>
                  <a:gd name="connsiteY26" fmla="*/ 871568 h 1369607"/>
                  <a:gd name="connsiteX27" fmla="*/ 170810 w 1179717"/>
                  <a:gd name="connsiteY27" fmla="*/ 230344 h 1369607"/>
                  <a:gd name="connsiteX28" fmla="*/ 519264 w 1179717"/>
                  <a:gd name="connsiteY28" fmla="*/ 1 h 1369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1179717" h="1369607">
                    <a:moveTo>
                      <a:pt x="519268" y="17451"/>
                    </a:moveTo>
                    <a:cubicBezTo>
                      <a:pt x="516778" y="17451"/>
                      <a:pt x="257936" y="14961"/>
                      <a:pt x="187002" y="235338"/>
                    </a:cubicBezTo>
                    <a:cubicBezTo>
                      <a:pt x="119803" y="443264"/>
                      <a:pt x="32693" y="808069"/>
                      <a:pt x="19004" y="867832"/>
                    </a:cubicBezTo>
                    <a:lnTo>
                      <a:pt x="276602" y="930085"/>
                    </a:lnTo>
                    <a:cubicBezTo>
                      <a:pt x="280336" y="931330"/>
                      <a:pt x="282824" y="935066"/>
                      <a:pt x="281580" y="938801"/>
                    </a:cubicBezTo>
                    <a:cubicBezTo>
                      <a:pt x="281580" y="940046"/>
                      <a:pt x="267892" y="1085719"/>
                      <a:pt x="251714" y="1306096"/>
                    </a:cubicBezTo>
                    <a:cubicBezTo>
                      <a:pt x="378646" y="1337222"/>
                      <a:pt x="695978" y="1394495"/>
                      <a:pt x="1104152" y="1299870"/>
                    </a:cubicBezTo>
                    <a:cubicBezTo>
                      <a:pt x="1100420" y="1288665"/>
                      <a:pt x="1096686" y="1278704"/>
                      <a:pt x="1091708" y="1267498"/>
                    </a:cubicBezTo>
                    <a:cubicBezTo>
                      <a:pt x="1076774" y="1226411"/>
                      <a:pt x="1031976" y="1099414"/>
                      <a:pt x="1030730" y="1098169"/>
                    </a:cubicBezTo>
                    <a:cubicBezTo>
                      <a:pt x="1030730" y="1096924"/>
                      <a:pt x="1030730" y="1094434"/>
                      <a:pt x="1030730" y="1093189"/>
                    </a:cubicBezTo>
                    <a:cubicBezTo>
                      <a:pt x="1033220" y="1085719"/>
                      <a:pt x="1247262" y="356109"/>
                      <a:pt x="1124064" y="166859"/>
                    </a:cubicBezTo>
                    <a:cubicBezTo>
                      <a:pt x="1033220" y="24921"/>
                      <a:pt x="754466" y="17451"/>
                      <a:pt x="750732" y="17451"/>
                    </a:cubicBezTo>
                    <a:close/>
                    <a:moveTo>
                      <a:pt x="519264" y="1"/>
                    </a:moveTo>
                    <a:lnTo>
                      <a:pt x="751982" y="1"/>
                    </a:lnTo>
                    <a:cubicBezTo>
                      <a:pt x="751982" y="1"/>
                      <a:pt x="824162" y="1246"/>
                      <a:pt x="907542" y="22413"/>
                    </a:cubicBezTo>
                    <a:cubicBezTo>
                      <a:pt x="1019544" y="48560"/>
                      <a:pt x="1099190" y="95873"/>
                      <a:pt x="1139014" y="158128"/>
                    </a:cubicBezTo>
                    <a:cubicBezTo>
                      <a:pt x="1263462" y="349873"/>
                      <a:pt x="1064346" y="1038411"/>
                      <a:pt x="1048168" y="1095686"/>
                    </a:cubicBezTo>
                    <a:cubicBezTo>
                      <a:pt x="1054390" y="1113117"/>
                      <a:pt x="1094214" y="1222686"/>
                      <a:pt x="1107902" y="1262529"/>
                    </a:cubicBezTo>
                    <a:cubicBezTo>
                      <a:pt x="1112880" y="1276225"/>
                      <a:pt x="1119102" y="1289921"/>
                      <a:pt x="1122836" y="1303617"/>
                    </a:cubicBezTo>
                    <a:cubicBezTo>
                      <a:pt x="1124080" y="1306107"/>
                      <a:pt x="1124080" y="1308597"/>
                      <a:pt x="1122836" y="1311088"/>
                    </a:cubicBezTo>
                    <a:cubicBezTo>
                      <a:pt x="1121592" y="1313578"/>
                      <a:pt x="1119102" y="1314823"/>
                      <a:pt x="1116614" y="1314823"/>
                    </a:cubicBezTo>
                    <a:cubicBezTo>
                      <a:pt x="944876" y="1355911"/>
                      <a:pt x="788072" y="1369607"/>
                      <a:pt x="654912" y="1369607"/>
                    </a:cubicBezTo>
                    <a:cubicBezTo>
                      <a:pt x="459530" y="1369607"/>
                      <a:pt x="313926" y="1339725"/>
                      <a:pt x="241746" y="1321048"/>
                    </a:cubicBezTo>
                    <a:cubicBezTo>
                      <a:pt x="236768" y="1321048"/>
                      <a:pt x="234278" y="1316068"/>
                      <a:pt x="235524" y="1312333"/>
                    </a:cubicBezTo>
                    <a:cubicBezTo>
                      <a:pt x="249212" y="1115607"/>
                      <a:pt x="261658" y="978647"/>
                      <a:pt x="264146" y="945029"/>
                    </a:cubicBezTo>
                    <a:lnTo>
                      <a:pt x="6539" y="881529"/>
                    </a:lnTo>
                    <a:cubicBezTo>
                      <a:pt x="1561" y="881529"/>
                      <a:pt x="-927" y="876549"/>
                      <a:pt x="317" y="871568"/>
                    </a:cubicBezTo>
                    <a:cubicBezTo>
                      <a:pt x="1561" y="867833"/>
                      <a:pt x="98631" y="456951"/>
                      <a:pt x="170810" y="230344"/>
                    </a:cubicBezTo>
                    <a:cubicBezTo>
                      <a:pt x="245480" y="-2489"/>
                      <a:pt x="516776" y="1"/>
                      <a:pt x="51926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0FA42B9F-9B7B-9E4A-A995-88238ABBEE4B}"/>
                  </a:ext>
                </a:extLst>
              </p:cNvPr>
              <p:cNvSpPr/>
              <p:nvPr/>
            </p:nvSpPr>
            <p:spPr>
              <a:xfrm>
                <a:off x="16764623" y="12568223"/>
                <a:ext cx="488350" cy="120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3" h="98">
                    <a:moveTo>
                      <a:pt x="0" y="63"/>
                    </a:moveTo>
                    <a:cubicBezTo>
                      <a:pt x="0" y="83"/>
                      <a:pt x="5" y="98"/>
                      <a:pt x="5" y="98"/>
                    </a:cubicBezTo>
                    <a:lnTo>
                      <a:pt x="386" y="98"/>
                    </a:lnTo>
                    <a:cubicBezTo>
                      <a:pt x="386" y="98"/>
                      <a:pt x="395" y="54"/>
                      <a:pt x="392" y="0"/>
                    </a:cubicBezTo>
                    <a:cubicBezTo>
                      <a:pt x="329" y="-1"/>
                      <a:pt x="281" y="19"/>
                      <a:pt x="251" y="37"/>
                    </a:cubicBezTo>
                    <a:cubicBezTo>
                      <a:pt x="225" y="52"/>
                      <a:pt x="195" y="57"/>
                      <a:pt x="165" y="51"/>
                    </a:cubicBezTo>
                    <a:cubicBezTo>
                      <a:pt x="74" y="33"/>
                      <a:pt x="21" y="52"/>
                      <a:pt x="0" y="6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0" name="Freeform 449">
                <a:extLst>
                  <a:ext uri="{FF2B5EF4-FFF2-40B4-BE49-F238E27FC236}">
                    <a16:creationId xmlns:a16="http://schemas.microsoft.com/office/drawing/2014/main" id="{CA29620E-C47A-4F49-AD69-D6E5DCAB0141}"/>
                  </a:ext>
                </a:extLst>
              </p:cNvPr>
              <p:cNvSpPr/>
              <p:nvPr/>
            </p:nvSpPr>
            <p:spPr>
              <a:xfrm>
                <a:off x="16755902" y="12559496"/>
                <a:ext cx="504577" cy="138331"/>
              </a:xfrm>
              <a:custGeom>
                <a:avLst/>
                <a:gdLst>
                  <a:gd name="connsiteX0" fmla="*/ 487104 w 504577"/>
                  <a:gd name="connsiteY0" fmla="*/ 17450 h 138331"/>
                  <a:gd name="connsiteX1" fmla="*/ 325578 w 504577"/>
                  <a:gd name="connsiteY1" fmla="*/ 61780 h 138331"/>
                  <a:gd name="connsiteX2" fmla="*/ 212510 w 504577"/>
                  <a:gd name="connsiteY2" fmla="*/ 80251 h 138331"/>
                  <a:gd name="connsiteX3" fmla="*/ 16195 w 504577"/>
                  <a:gd name="connsiteY3" fmla="*/ 91334 h 138331"/>
                  <a:gd name="connsiteX4" fmla="*/ 22408 w 504577"/>
                  <a:gd name="connsiteY4" fmla="*/ 120887 h 138331"/>
                  <a:gd name="connsiteX5" fmla="*/ 480892 w 504577"/>
                  <a:gd name="connsiteY5" fmla="*/ 120887 h 138331"/>
                  <a:gd name="connsiteX6" fmla="*/ 487104 w 504577"/>
                  <a:gd name="connsiteY6" fmla="*/ 17450 h 138331"/>
                  <a:gd name="connsiteX7" fmla="*/ 495846 w 504577"/>
                  <a:gd name="connsiteY7" fmla="*/ 0 h 138331"/>
                  <a:gd name="connsiteX8" fmla="*/ 503304 w 504577"/>
                  <a:gd name="connsiteY8" fmla="*/ 7411 h 138331"/>
                  <a:gd name="connsiteX9" fmla="*/ 497090 w 504577"/>
                  <a:gd name="connsiteY9" fmla="*/ 130920 h 138331"/>
                  <a:gd name="connsiteX10" fmla="*/ 488390 w 504577"/>
                  <a:gd name="connsiteY10" fmla="*/ 138331 h 138331"/>
                  <a:gd name="connsiteX11" fmla="*/ 14913 w 504577"/>
                  <a:gd name="connsiteY11" fmla="*/ 138331 h 138331"/>
                  <a:gd name="connsiteX12" fmla="*/ 7456 w 504577"/>
                  <a:gd name="connsiteY12" fmla="*/ 132156 h 138331"/>
                  <a:gd name="connsiteX13" fmla="*/ 0 w 504577"/>
                  <a:gd name="connsiteY13" fmla="*/ 86457 h 138331"/>
                  <a:gd name="connsiteX14" fmla="*/ 3728 w 504577"/>
                  <a:gd name="connsiteY14" fmla="*/ 79046 h 138331"/>
                  <a:gd name="connsiteX15" fmla="*/ 216234 w 504577"/>
                  <a:gd name="connsiteY15" fmla="*/ 64225 h 138331"/>
                  <a:gd name="connsiteX16" fmla="*/ 315652 w 504577"/>
                  <a:gd name="connsiteY16" fmla="*/ 46934 h 138331"/>
                  <a:gd name="connsiteX17" fmla="*/ 495846 w 504577"/>
                  <a:gd name="connsiteY17" fmla="*/ 0 h 138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04577" h="138331">
                    <a:moveTo>
                      <a:pt x="487104" y="17450"/>
                    </a:moveTo>
                    <a:cubicBezTo>
                      <a:pt x="413796" y="18681"/>
                      <a:pt x="359126" y="42078"/>
                      <a:pt x="325578" y="61780"/>
                    </a:cubicBezTo>
                    <a:cubicBezTo>
                      <a:pt x="290788" y="81482"/>
                      <a:pt x="251028" y="87639"/>
                      <a:pt x="212510" y="80251"/>
                    </a:cubicBezTo>
                    <a:cubicBezTo>
                      <a:pt x="110626" y="59317"/>
                      <a:pt x="47258" y="77788"/>
                      <a:pt x="16195" y="91334"/>
                    </a:cubicBezTo>
                    <a:cubicBezTo>
                      <a:pt x="17438" y="103648"/>
                      <a:pt x="19923" y="114730"/>
                      <a:pt x="22408" y="120887"/>
                    </a:cubicBezTo>
                    <a:lnTo>
                      <a:pt x="480892" y="120887"/>
                    </a:lnTo>
                    <a:cubicBezTo>
                      <a:pt x="483376" y="104879"/>
                      <a:pt x="489590" y="64243"/>
                      <a:pt x="487104" y="17450"/>
                    </a:cubicBezTo>
                    <a:close/>
                    <a:moveTo>
                      <a:pt x="495846" y="0"/>
                    </a:moveTo>
                    <a:cubicBezTo>
                      <a:pt x="499576" y="0"/>
                      <a:pt x="503304" y="3705"/>
                      <a:pt x="503304" y="7411"/>
                    </a:cubicBezTo>
                    <a:cubicBezTo>
                      <a:pt x="508274" y="74106"/>
                      <a:pt x="497090" y="129685"/>
                      <a:pt x="497090" y="130920"/>
                    </a:cubicBezTo>
                    <a:cubicBezTo>
                      <a:pt x="495846" y="135861"/>
                      <a:pt x="492118" y="138331"/>
                      <a:pt x="488390" y="138331"/>
                    </a:cubicBezTo>
                    <a:lnTo>
                      <a:pt x="14913" y="138331"/>
                    </a:lnTo>
                    <a:cubicBezTo>
                      <a:pt x="12427" y="138331"/>
                      <a:pt x="8699" y="135861"/>
                      <a:pt x="7456" y="132156"/>
                    </a:cubicBezTo>
                    <a:cubicBezTo>
                      <a:pt x="6214" y="130920"/>
                      <a:pt x="0" y="112394"/>
                      <a:pt x="0" y="86457"/>
                    </a:cubicBezTo>
                    <a:cubicBezTo>
                      <a:pt x="0" y="82752"/>
                      <a:pt x="1243" y="80281"/>
                      <a:pt x="3728" y="79046"/>
                    </a:cubicBezTo>
                    <a:cubicBezTo>
                      <a:pt x="34796" y="64225"/>
                      <a:pt x="101904" y="40758"/>
                      <a:pt x="216234" y="64225"/>
                    </a:cubicBezTo>
                    <a:cubicBezTo>
                      <a:pt x="251030" y="70401"/>
                      <a:pt x="287070" y="64225"/>
                      <a:pt x="315652" y="46934"/>
                    </a:cubicBezTo>
                    <a:cubicBezTo>
                      <a:pt x="352934" y="24702"/>
                      <a:pt x="413828" y="0"/>
                      <a:pt x="4958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D2666660-EEFB-F24D-8578-9533EFE99E5B}"/>
                  </a:ext>
                </a:extLst>
              </p:cNvPr>
              <p:cNvSpPr/>
              <p:nvPr/>
            </p:nvSpPr>
            <p:spPr>
              <a:xfrm>
                <a:off x="16764623" y="12456059"/>
                <a:ext cx="487105" cy="1894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2" h="153">
                    <a:moveTo>
                      <a:pt x="50" y="74"/>
                    </a:moveTo>
                    <a:cubicBezTo>
                      <a:pt x="8" y="94"/>
                      <a:pt x="0" y="128"/>
                      <a:pt x="0" y="153"/>
                    </a:cubicBezTo>
                    <a:cubicBezTo>
                      <a:pt x="21" y="142"/>
                      <a:pt x="74" y="123"/>
                      <a:pt x="165" y="141"/>
                    </a:cubicBezTo>
                    <a:cubicBezTo>
                      <a:pt x="195" y="147"/>
                      <a:pt x="225" y="142"/>
                      <a:pt x="251" y="127"/>
                    </a:cubicBezTo>
                    <a:cubicBezTo>
                      <a:pt x="281" y="109"/>
                      <a:pt x="329" y="89"/>
                      <a:pt x="392" y="90"/>
                    </a:cubicBezTo>
                    <a:cubicBezTo>
                      <a:pt x="391" y="74"/>
                      <a:pt x="388" y="59"/>
                      <a:pt x="385" y="43"/>
                    </a:cubicBezTo>
                    <a:lnTo>
                      <a:pt x="386" y="0"/>
                    </a:lnTo>
                    <a:lnTo>
                      <a:pt x="132" y="0"/>
                    </a:lnTo>
                    <a:cubicBezTo>
                      <a:pt x="122" y="28"/>
                      <a:pt x="98" y="52"/>
                      <a:pt x="50" y="7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AA3AA482-1D8B-B446-A3A1-B3F56A4849C7}"/>
                  </a:ext>
                </a:extLst>
              </p:cNvPr>
              <p:cNvSpPr/>
              <p:nvPr/>
            </p:nvSpPr>
            <p:spPr>
              <a:xfrm>
                <a:off x="16755820" y="12447335"/>
                <a:ext cx="503382" cy="206874"/>
              </a:xfrm>
              <a:custGeom>
                <a:avLst/>
                <a:gdLst>
                  <a:gd name="connsiteX0" fmla="*/ 179046 w 503382"/>
                  <a:gd name="connsiteY0" fmla="*/ 17447 h 206874"/>
                  <a:gd name="connsiteX1" fmla="*/ 74678 w 503382"/>
                  <a:gd name="connsiteY1" fmla="*/ 107748 h 206874"/>
                  <a:gd name="connsiteX2" fmla="*/ 17523 w 503382"/>
                  <a:gd name="connsiteY2" fmla="*/ 184442 h 206874"/>
                  <a:gd name="connsiteX3" fmla="*/ 216322 w 503382"/>
                  <a:gd name="connsiteY3" fmla="*/ 175783 h 206874"/>
                  <a:gd name="connsiteX4" fmla="*/ 315720 w 503382"/>
                  <a:gd name="connsiteY4" fmla="*/ 158465 h 206874"/>
                  <a:gd name="connsiteX5" fmla="*/ 485940 w 503382"/>
                  <a:gd name="connsiteY5" fmla="*/ 111459 h 206874"/>
                  <a:gd name="connsiteX6" fmla="*/ 478486 w 503382"/>
                  <a:gd name="connsiteY6" fmla="*/ 64453 h 206874"/>
                  <a:gd name="connsiteX7" fmla="*/ 478486 w 503382"/>
                  <a:gd name="connsiteY7" fmla="*/ 61979 h 206874"/>
                  <a:gd name="connsiteX8" fmla="*/ 479728 w 503382"/>
                  <a:gd name="connsiteY8" fmla="*/ 17447 h 206874"/>
                  <a:gd name="connsiteX9" fmla="*/ 172820 w 503382"/>
                  <a:gd name="connsiteY9" fmla="*/ 0 h 206874"/>
                  <a:gd name="connsiteX10" fmla="*/ 488470 w 503382"/>
                  <a:gd name="connsiteY10" fmla="*/ 0 h 206874"/>
                  <a:gd name="connsiteX11" fmla="*/ 494684 w 503382"/>
                  <a:gd name="connsiteY11" fmla="*/ 2478 h 206874"/>
                  <a:gd name="connsiteX12" fmla="*/ 495926 w 503382"/>
                  <a:gd name="connsiteY12" fmla="*/ 8671 h 206874"/>
                  <a:gd name="connsiteX13" fmla="*/ 495926 w 503382"/>
                  <a:gd name="connsiteY13" fmla="*/ 60700 h 206874"/>
                  <a:gd name="connsiteX14" fmla="*/ 503382 w 503382"/>
                  <a:gd name="connsiteY14" fmla="*/ 118922 h 206874"/>
                  <a:gd name="connsiteX15" fmla="*/ 502140 w 503382"/>
                  <a:gd name="connsiteY15" fmla="*/ 126354 h 206874"/>
                  <a:gd name="connsiteX16" fmla="*/ 494684 w 503382"/>
                  <a:gd name="connsiteY16" fmla="*/ 128832 h 206874"/>
                  <a:gd name="connsiteX17" fmla="*/ 325674 w 503382"/>
                  <a:gd name="connsiteY17" fmla="*/ 173427 h 206874"/>
                  <a:gd name="connsiteX18" fmla="*/ 212586 w 503382"/>
                  <a:gd name="connsiteY18" fmla="*/ 192009 h 206874"/>
                  <a:gd name="connsiteX19" fmla="*/ 12509 w 503382"/>
                  <a:gd name="connsiteY19" fmla="*/ 205635 h 206874"/>
                  <a:gd name="connsiteX20" fmla="*/ 8781 w 503382"/>
                  <a:gd name="connsiteY20" fmla="*/ 206874 h 206874"/>
                  <a:gd name="connsiteX21" fmla="*/ 3810 w 503382"/>
                  <a:gd name="connsiteY21" fmla="*/ 205635 h 206874"/>
                  <a:gd name="connsiteX22" fmla="*/ 82 w 503382"/>
                  <a:gd name="connsiteY22" fmla="*/ 198203 h 206874"/>
                  <a:gd name="connsiteX23" fmla="*/ 67188 w 503382"/>
                  <a:gd name="connsiteY23" fmla="*/ 92907 h 206874"/>
                  <a:gd name="connsiteX24" fmla="*/ 165364 w 503382"/>
                  <a:gd name="connsiteY24" fmla="*/ 6194 h 206874"/>
                  <a:gd name="connsiteX25" fmla="*/ 172820 w 503382"/>
                  <a:gd name="connsiteY25" fmla="*/ 0 h 20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503382" h="206874">
                    <a:moveTo>
                      <a:pt x="179046" y="17447"/>
                    </a:moveTo>
                    <a:cubicBezTo>
                      <a:pt x="162894" y="53320"/>
                      <a:pt x="130590" y="81771"/>
                      <a:pt x="74678" y="107748"/>
                    </a:cubicBezTo>
                    <a:cubicBezTo>
                      <a:pt x="39888" y="125066"/>
                      <a:pt x="21250" y="149806"/>
                      <a:pt x="17523" y="184442"/>
                    </a:cubicBezTo>
                    <a:cubicBezTo>
                      <a:pt x="52312" y="169598"/>
                      <a:pt x="116922" y="155991"/>
                      <a:pt x="216322" y="175783"/>
                    </a:cubicBezTo>
                    <a:cubicBezTo>
                      <a:pt x="251110" y="181968"/>
                      <a:pt x="287142" y="175783"/>
                      <a:pt x="315720" y="158465"/>
                    </a:cubicBezTo>
                    <a:cubicBezTo>
                      <a:pt x="351752" y="137436"/>
                      <a:pt x="410150" y="112696"/>
                      <a:pt x="485940" y="111459"/>
                    </a:cubicBezTo>
                    <a:cubicBezTo>
                      <a:pt x="483456" y="95378"/>
                      <a:pt x="482214" y="79297"/>
                      <a:pt x="478486" y="64453"/>
                    </a:cubicBezTo>
                    <a:cubicBezTo>
                      <a:pt x="478486" y="63216"/>
                      <a:pt x="478486" y="61979"/>
                      <a:pt x="478486" y="61979"/>
                    </a:cubicBezTo>
                    <a:lnTo>
                      <a:pt x="479728" y="17447"/>
                    </a:lnTo>
                    <a:close/>
                    <a:moveTo>
                      <a:pt x="172820" y="0"/>
                    </a:moveTo>
                    <a:lnTo>
                      <a:pt x="488470" y="0"/>
                    </a:lnTo>
                    <a:cubicBezTo>
                      <a:pt x="489712" y="0"/>
                      <a:pt x="492198" y="0"/>
                      <a:pt x="494684" y="2478"/>
                    </a:cubicBezTo>
                    <a:cubicBezTo>
                      <a:pt x="495926" y="3716"/>
                      <a:pt x="495926" y="6194"/>
                      <a:pt x="495926" y="8671"/>
                    </a:cubicBezTo>
                    <a:lnTo>
                      <a:pt x="495926" y="60700"/>
                    </a:lnTo>
                    <a:cubicBezTo>
                      <a:pt x="499654" y="79281"/>
                      <a:pt x="502140" y="99101"/>
                      <a:pt x="503382" y="118922"/>
                    </a:cubicBezTo>
                    <a:cubicBezTo>
                      <a:pt x="503382" y="121399"/>
                      <a:pt x="503382" y="123877"/>
                      <a:pt x="502140" y="126354"/>
                    </a:cubicBezTo>
                    <a:cubicBezTo>
                      <a:pt x="499654" y="127593"/>
                      <a:pt x="497168" y="128832"/>
                      <a:pt x="494684" y="128832"/>
                    </a:cubicBezTo>
                    <a:cubicBezTo>
                      <a:pt x="417634" y="127593"/>
                      <a:pt x="360470" y="152368"/>
                      <a:pt x="325674" y="173427"/>
                    </a:cubicBezTo>
                    <a:cubicBezTo>
                      <a:pt x="290878" y="193248"/>
                      <a:pt x="251110" y="199441"/>
                      <a:pt x="212586" y="192009"/>
                    </a:cubicBezTo>
                    <a:cubicBezTo>
                      <a:pt x="104470" y="169711"/>
                      <a:pt x="39848" y="190770"/>
                      <a:pt x="12509" y="205635"/>
                    </a:cubicBezTo>
                    <a:cubicBezTo>
                      <a:pt x="10024" y="206874"/>
                      <a:pt x="10024" y="206874"/>
                      <a:pt x="8781" y="206874"/>
                    </a:cubicBezTo>
                    <a:cubicBezTo>
                      <a:pt x="6296" y="206874"/>
                      <a:pt x="5053" y="206874"/>
                      <a:pt x="3810" y="205635"/>
                    </a:cubicBezTo>
                    <a:cubicBezTo>
                      <a:pt x="1325" y="204396"/>
                      <a:pt x="82" y="200680"/>
                      <a:pt x="82" y="198203"/>
                    </a:cubicBezTo>
                    <a:cubicBezTo>
                      <a:pt x="-1161" y="164756"/>
                      <a:pt x="11266" y="118922"/>
                      <a:pt x="67188" y="92907"/>
                    </a:cubicBezTo>
                    <a:cubicBezTo>
                      <a:pt x="121868" y="66893"/>
                      <a:pt x="151694" y="40879"/>
                      <a:pt x="165364" y="6194"/>
                    </a:cubicBezTo>
                    <a:cubicBezTo>
                      <a:pt x="166606" y="1239"/>
                      <a:pt x="169092" y="0"/>
                      <a:pt x="1728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1A957116-050E-6D48-B1BE-D78277510753}"/>
                  </a:ext>
                </a:extLst>
              </p:cNvPr>
              <p:cNvSpPr/>
              <p:nvPr/>
            </p:nvSpPr>
            <p:spPr>
              <a:xfrm>
                <a:off x="16848091" y="9796609"/>
                <a:ext cx="1095051" cy="26582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0" h="2134">
                    <a:moveTo>
                      <a:pt x="800" y="1197"/>
                    </a:moveTo>
                    <a:cubicBezTo>
                      <a:pt x="800" y="1197"/>
                      <a:pt x="791" y="642"/>
                      <a:pt x="791" y="451"/>
                    </a:cubicBezTo>
                    <a:cubicBezTo>
                      <a:pt x="791" y="217"/>
                      <a:pt x="775" y="120"/>
                      <a:pt x="733" y="0"/>
                    </a:cubicBezTo>
                    <a:cubicBezTo>
                      <a:pt x="394" y="79"/>
                      <a:pt x="130" y="30"/>
                      <a:pt x="32" y="5"/>
                    </a:cubicBezTo>
                    <a:cubicBezTo>
                      <a:pt x="11" y="307"/>
                      <a:pt x="-13" y="788"/>
                      <a:pt x="8" y="1212"/>
                    </a:cubicBezTo>
                    <a:cubicBezTo>
                      <a:pt x="42" y="1893"/>
                      <a:pt x="65" y="1967"/>
                      <a:pt x="72" y="2076"/>
                    </a:cubicBezTo>
                    <a:cubicBezTo>
                      <a:pt x="73" y="2098"/>
                      <a:pt x="72" y="2117"/>
                      <a:pt x="65" y="2134"/>
                    </a:cubicBezTo>
                    <a:lnTo>
                      <a:pt x="319" y="2134"/>
                    </a:lnTo>
                    <a:lnTo>
                      <a:pt x="336" y="1254"/>
                    </a:lnTo>
                    <a:lnTo>
                      <a:pt x="392" y="987"/>
                    </a:lnTo>
                    <a:cubicBezTo>
                      <a:pt x="392" y="987"/>
                      <a:pt x="584" y="1837"/>
                      <a:pt x="645" y="2114"/>
                    </a:cubicBezTo>
                    <a:cubicBezTo>
                      <a:pt x="647" y="2122"/>
                      <a:pt x="647" y="2128"/>
                      <a:pt x="647" y="2134"/>
                    </a:cubicBezTo>
                    <a:lnTo>
                      <a:pt x="880" y="2134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4127B493-41CF-9A44-A63B-42AAFF3391A6}"/>
                  </a:ext>
                </a:extLst>
              </p:cNvPr>
              <p:cNvSpPr/>
              <p:nvPr/>
            </p:nvSpPr>
            <p:spPr>
              <a:xfrm>
                <a:off x="16839049" y="9787561"/>
                <a:ext cx="1112813" cy="2675978"/>
              </a:xfrm>
              <a:custGeom>
                <a:avLst/>
                <a:gdLst>
                  <a:gd name="connsiteX0" fmla="*/ 914939 w 1112813"/>
                  <a:gd name="connsiteY0" fmla="*/ 17771 h 2675978"/>
                  <a:gd name="connsiteX1" fmla="*/ 56337 w 1112813"/>
                  <a:gd name="connsiteY1" fmla="*/ 25245 h 2675978"/>
                  <a:gd name="connsiteX2" fmla="*/ 27717 w 1112813"/>
                  <a:gd name="connsiteY2" fmla="*/ 1518767 h 2675978"/>
                  <a:gd name="connsiteX3" fmla="*/ 96157 w 1112813"/>
                  <a:gd name="connsiteY3" fmla="*/ 2485383 h 2675978"/>
                  <a:gd name="connsiteX4" fmla="*/ 107355 w 1112813"/>
                  <a:gd name="connsiteY4" fmla="*/ 2594999 h 2675978"/>
                  <a:gd name="connsiteX5" fmla="*/ 102377 w 1112813"/>
                  <a:gd name="connsiteY5" fmla="*/ 2658527 h 2675978"/>
                  <a:gd name="connsiteX6" fmla="*/ 397289 w 1112813"/>
                  <a:gd name="connsiteY6" fmla="*/ 2658527 h 2675978"/>
                  <a:gd name="connsiteX7" fmla="*/ 418443 w 1112813"/>
                  <a:gd name="connsiteY7" fmla="*/ 1571084 h 2675978"/>
                  <a:gd name="connsiteX8" fmla="*/ 419687 w 1112813"/>
                  <a:gd name="connsiteY8" fmla="*/ 1569838 h 2675978"/>
                  <a:gd name="connsiteX9" fmla="*/ 488127 w 1112813"/>
                  <a:gd name="connsiteY9" fmla="*/ 1236007 h 2675978"/>
                  <a:gd name="connsiteX10" fmla="*/ 495593 w 1112813"/>
                  <a:gd name="connsiteY10" fmla="*/ 1228533 h 2675978"/>
                  <a:gd name="connsiteX11" fmla="*/ 505547 w 1112813"/>
                  <a:gd name="connsiteY11" fmla="*/ 1236007 h 2675978"/>
                  <a:gd name="connsiteX12" fmla="*/ 820369 w 1112813"/>
                  <a:gd name="connsiteY12" fmla="*/ 2641088 h 2675978"/>
                  <a:gd name="connsiteX13" fmla="*/ 822857 w 1112813"/>
                  <a:gd name="connsiteY13" fmla="*/ 2658527 h 2675978"/>
                  <a:gd name="connsiteX14" fmla="*/ 1094127 w 1112813"/>
                  <a:gd name="connsiteY14" fmla="*/ 2658527 h 2675978"/>
                  <a:gd name="connsiteX15" fmla="*/ 995823 w 1112813"/>
                  <a:gd name="connsiteY15" fmla="*/ 1501328 h 2675978"/>
                  <a:gd name="connsiteX16" fmla="*/ 995823 w 1112813"/>
                  <a:gd name="connsiteY16" fmla="*/ 1500082 h 2675978"/>
                  <a:gd name="connsiteX17" fmla="*/ 983379 w 1112813"/>
                  <a:gd name="connsiteY17" fmla="*/ 570835 h 2675978"/>
                  <a:gd name="connsiteX18" fmla="*/ 914939 w 1112813"/>
                  <a:gd name="connsiteY18" fmla="*/ 17771 h 2675978"/>
                  <a:gd name="connsiteX19" fmla="*/ 918687 w 1112813"/>
                  <a:gd name="connsiteY19" fmla="*/ 324 h 2675978"/>
                  <a:gd name="connsiteX20" fmla="*/ 928643 w 1112813"/>
                  <a:gd name="connsiteY20" fmla="*/ 5307 h 2675978"/>
                  <a:gd name="connsiteX21" fmla="*/ 1000817 w 1112813"/>
                  <a:gd name="connsiteY21" fmla="*/ 570831 h 2675978"/>
                  <a:gd name="connsiteX22" fmla="*/ 1013261 w 1112813"/>
                  <a:gd name="connsiteY22" fmla="*/ 1500085 h 2675978"/>
                  <a:gd name="connsiteX23" fmla="*/ 1112813 w 1112813"/>
                  <a:gd name="connsiteY23" fmla="*/ 2666013 h 2675978"/>
                  <a:gd name="connsiteX24" fmla="*/ 1110325 w 1112813"/>
                  <a:gd name="connsiteY24" fmla="*/ 2672241 h 2675978"/>
                  <a:gd name="connsiteX25" fmla="*/ 1104103 w 1112813"/>
                  <a:gd name="connsiteY25" fmla="*/ 2675978 h 2675978"/>
                  <a:gd name="connsiteX26" fmla="*/ 814157 w 1112813"/>
                  <a:gd name="connsiteY26" fmla="*/ 2675978 h 2675978"/>
                  <a:gd name="connsiteX27" fmla="*/ 806691 w 1112813"/>
                  <a:gd name="connsiteY27" fmla="*/ 2667259 h 2675978"/>
                  <a:gd name="connsiteX28" fmla="*/ 802957 w 1112813"/>
                  <a:gd name="connsiteY28" fmla="*/ 2644837 h 2675978"/>
                  <a:gd name="connsiteX29" fmla="*/ 496835 w 1112813"/>
                  <a:gd name="connsiteY29" fmla="*/ 1278360 h 2675978"/>
                  <a:gd name="connsiteX30" fmla="*/ 435861 w 1112813"/>
                  <a:gd name="connsiteY30" fmla="*/ 1572333 h 2675978"/>
                  <a:gd name="connsiteX31" fmla="*/ 413461 w 1112813"/>
                  <a:gd name="connsiteY31" fmla="*/ 2667259 h 2675978"/>
                  <a:gd name="connsiteX32" fmla="*/ 405995 w 1112813"/>
                  <a:gd name="connsiteY32" fmla="*/ 2675978 h 2675978"/>
                  <a:gd name="connsiteX33" fmla="*/ 89917 w 1112813"/>
                  <a:gd name="connsiteY33" fmla="*/ 2675978 h 2675978"/>
                  <a:gd name="connsiteX34" fmla="*/ 83695 w 1112813"/>
                  <a:gd name="connsiteY34" fmla="*/ 2672241 h 2675978"/>
                  <a:gd name="connsiteX35" fmla="*/ 82451 w 1112813"/>
                  <a:gd name="connsiteY35" fmla="*/ 2664767 h 2675978"/>
                  <a:gd name="connsiteX36" fmla="*/ 89917 w 1112813"/>
                  <a:gd name="connsiteY36" fmla="*/ 2596257 h 2675978"/>
                  <a:gd name="connsiteX37" fmla="*/ 79963 w 1112813"/>
                  <a:gd name="connsiteY37" fmla="*/ 2486639 h 2675978"/>
                  <a:gd name="connsiteX38" fmla="*/ 10277 w 1112813"/>
                  <a:gd name="connsiteY38" fmla="*/ 1518770 h 2675978"/>
                  <a:gd name="connsiteX39" fmla="*/ 41387 w 1112813"/>
                  <a:gd name="connsiteY39" fmla="*/ 14026 h 2675978"/>
                  <a:gd name="connsiteX40" fmla="*/ 43875 w 1112813"/>
                  <a:gd name="connsiteY40" fmla="*/ 7798 h 2675978"/>
                  <a:gd name="connsiteX41" fmla="*/ 51341 w 1112813"/>
                  <a:gd name="connsiteY41" fmla="*/ 6552 h 2675978"/>
                  <a:gd name="connsiteX42" fmla="*/ 918687 w 1112813"/>
                  <a:gd name="connsiteY42" fmla="*/ 324 h 2675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112813" h="2675978">
                    <a:moveTo>
                      <a:pt x="914939" y="17771"/>
                    </a:moveTo>
                    <a:cubicBezTo>
                      <a:pt x="506793" y="112440"/>
                      <a:pt x="185749" y="57631"/>
                      <a:pt x="56337" y="25245"/>
                    </a:cubicBezTo>
                    <a:cubicBezTo>
                      <a:pt x="28961" y="425095"/>
                      <a:pt x="1585" y="1004318"/>
                      <a:pt x="27717" y="1518767"/>
                    </a:cubicBezTo>
                    <a:cubicBezTo>
                      <a:pt x="58825" y="2149061"/>
                      <a:pt x="82469" y="2359573"/>
                      <a:pt x="96157" y="2485383"/>
                    </a:cubicBezTo>
                    <a:cubicBezTo>
                      <a:pt x="101133" y="2528981"/>
                      <a:pt x="104867" y="2560121"/>
                      <a:pt x="107355" y="2594999"/>
                    </a:cubicBezTo>
                    <a:cubicBezTo>
                      <a:pt x="108599" y="2619912"/>
                      <a:pt x="107355" y="2639843"/>
                      <a:pt x="102377" y="2658527"/>
                    </a:cubicBezTo>
                    <a:lnTo>
                      <a:pt x="397289" y="2658527"/>
                    </a:lnTo>
                    <a:lnTo>
                      <a:pt x="418443" y="1571084"/>
                    </a:lnTo>
                    <a:cubicBezTo>
                      <a:pt x="419687" y="1569838"/>
                      <a:pt x="419687" y="1569838"/>
                      <a:pt x="419687" y="1569838"/>
                    </a:cubicBezTo>
                    <a:lnTo>
                      <a:pt x="488127" y="1236007"/>
                    </a:lnTo>
                    <a:cubicBezTo>
                      <a:pt x="489371" y="1232270"/>
                      <a:pt x="491859" y="1228533"/>
                      <a:pt x="495593" y="1228533"/>
                    </a:cubicBezTo>
                    <a:cubicBezTo>
                      <a:pt x="499327" y="1228533"/>
                      <a:pt x="503059" y="1232270"/>
                      <a:pt x="505547" y="1236007"/>
                    </a:cubicBezTo>
                    <a:cubicBezTo>
                      <a:pt x="506793" y="1247217"/>
                      <a:pt x="745707" y="2299783"/>
                      <a:pt x="820369" y="2641088"/>
                    </a:cubicBezTo>
                    <a:cubicBezTo>
                      <a:pt x="821613" y="2647316"/>
                      <a:pt x="821613" y="2652299"/>
                      <a:pt x="822857" y="2658527"/>
                    </a:cubicBezTo>
                    <a:lnTo>
                      <a:pt x="1094127" y="2658527"/>
                    </a:lnTo>
                    <a:lnTo>
                      <a:pt x="995823" y="1501328"/>
                    </a:lnTo>
                    <a:lnTo>
                      <a:pt x="995823" y="1500082"/>
                    </a:lnTo>
                    <a:cubicBezTo>
                      <a:pt x="994577" y="1492608"/>
                      <a:pt x="983379" y="806261"/>
                      <a:pt x="983379" y="570835"/>
                    </a:cubicBezTo>
                    <a:cubicBezTo>
                      <a:pt x="983379" y="271881"/>
                      <a:pt x="962225" y="156037"/>
                      <a:pt x="914939" y="17771"/>
                    </a:cubicBezTo>
                    <a:close/>
                    <a:moveTo>
                      <a:pt x="918687" y="324"/>
                    </a:moveTo>
                    <a:cubicBezTo>
                      <a:pt x="923665" y="-922"/>
                      <a:pt x="927397" y="1570"/>
                      <a:pt x="928643" y="5307"/>
                    </a:cubicBezTo>
                    <a:cubicBezTo>
                      <a:pt x="978419" y="148556"/>
                      <a:pt x="1000817" y="264402"/>
                      <a:pt x="1000817" y="570831"/>
                    </a:cubicBezTo>
                    <a:cubicBezTo>
                      <a:pt x="1000817" y="803768"/>
                      <a:pt x="1013261" y="1481401"/>
                      <a:pt x="1013261" y="1500085"/>
                    </a:cubicBezTo>
                    <a:lnTo>
                      <a:pt x="1112813" y="2666013"/>
                    </a:lnTo>
                    <a:cubicBezTo>
                      <a:pt x="1112813" y="2668504"/>
                      <a:pt x="1112813" y="2670995"/>
                      <a:pt x="1110325" y="2672241"/>
                    </a:cubicBezTo>
                    <a:cubicBezTo>
                      <a:pt x="1109079" y="2674732"/>
                      <a:pt x="1106591" y="2675978"/>
                      <a:pt x="1104103" y="2675978"/>
                    </a:cubicBezTo>
                    <a:lnTo>
                      <a:pt x="814157" y="2675978"/>
                    </a:lnTo>
                    <a:cubicBezTo>
                      <a:pt x="810425" y="2675978"/>
                      <a:pt x="806691" y="2672241"/>
                      <a:pt x="806691" y="2667259"/>
                    </a:cubicBezTo>
                    <a:cubicBezTo>
                      <a:pt x="806691" y="2659785"/>
                      <a:pt x="805447" y="2652311"/>
                      <a:pt x="802957" y="2644837"/>
                    </a:cubicBezTo>
                    <a:cubicBezTo>
                      <a:pt x="735761" y="2340899"/>
                      <a:pt x="540389" y="1472681"/>
                      <a:pt x="496835" y="1278360"/>
                    </a:cubicBezTo>
                    <a:lnTo>
                      <a:pt x="435861" y="1572333"/>
                    </a:lnTo>
                    <a:lnTo>
                      <a:pt x="413461" y="2667259"/>
                    </a:lnTo>
                    <a:cubicBezTo>
                      <a:pt x="413461" y="2672241"/>
                      <a:pt x="409727" y="2675978"/>
                      <a:pt x="405995" y="2675978"/>
                    </a:cubicBezTo>
                    <a:lnTo>
                      <a:pt x="89917" y="2675978"/>
                    </a:lnTo>
                    <a:cubicBezTo>
                      <a:pt x="87429" y="2675978"/>
                      <a:pt x="84941" y="2673487"/>
                      <a:pt x="83695" y="2672241"/>
                    </a:cubicBezTo>
                    <a:cubicBezTo>
                      <a:pt x="82451" y="2669750"/>
                      <a:pt x="81207" y="2666013"/>
                      <a:pt x="82451" y="2664767"/>
                    </a:cubicBezTo>
                    <a:cubicBezTo>
                      <a:pt x="89917" y="2644837"/>
                      <a:pt x="92407" y="2623661"/>
                      <a:pt x="89917" y="2596257"/>
                    </a:cubicBezTo>
                    <a:cubicBezTo>
                      <a:pt x="87429" y="2561378"/>
                      <a:pt x="83695" y="2530237"/>
                      <a:pt x="79963" y="2486639"/>
                    </a:cubicBezTo>
                    <a:cubicBezTo>
                      <a:pt x="65029" y="2360829"/>
                      <a:pt x="41387" y="2150314"/>
                      <a:pt x="10277" y="1518770"/>
                    </a:cubicBezTo>
                    <a:cubicBezTo>
                      <a:pt x="-15857" y="1000580"/>
                      <a:pt x="12765" y="413879"/>
                      <a:pt x="41387" y="14026"/>
                    </a:cubicBezTo>
                    <a:cubicBezTo>
                      <a:pt x="41387" y="11535"/>
                      <a:pt x="42631" y="9044"/>
                      <a:pt x="43875" y="7798"/>
                    </a:cubicBezTo>
                    <a:cubicBezTo>
                      <a:pt x="46363" y="6552"/>
                      <a:pt x="48853" y="5307"/>
                      <a:pt x="51341" y="6552"/>
                    </a:cubicBezTo>
                    <a:cubicBezTo>
                      <a:pt x="172047" y="37693"/>
                      <a:pt x="499325" y="98730"/>
                      <a:pt x="918687" y="3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AA7FBAE6-D5F7-444C-A1F1-BFDA321EF0DD}"/>
                  </a:ext>
                </a:extLst>
              </p:cNvPr>
              <p:cNvSpPr/>
              <p:nvPr/>
            </p:nvSpPr>
            <p:spPr>
              <a:xfrm>
                <a:off x="17497148" y="12456059"/>
                <a:ext cx="455960" cy="1844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7" h="149">
                    <a:moveTo>
                      <a:pt x="126" y="0"/>
                    </a:moveTo>
                    <a:cubicBezTo>
                      <a:pt x="128" y="34"/>
                      <a:pt x="102" y="45"/>
                      <a:pt x="46" y="73"/>
                    </a:cubicBezTo>
                    <a:cubicBezTo>
                      <a:pt x="10" y="90"/>
                      <a:pt x="1" y="123"/>
                      <a:pt x="0" y="149"/>
                    </a:cubicBezTo>
                    <a:cubicBezTo>
                      <a:pt x="25" y="138"/>
                      <a:pt x="75" y="125"/>
                      <a:pt x="153" y="141"/>
                    </a:cubicBezTo>
                    <a:cubicBezTo>
                      <a:pt x="185" y="147"/>
                      <a:pt x="218" y="141"/>
                      <a:pt x="246" y="125"/>
                    </a:cubicBezTo>
                    <a:cubicBezTo>
                      <a:pt x="273" y="109"/>
                      <a:pt x="314" y="93"/>
                      <a:pt x="367" y="90"/>
                    </a:cubicBezTo>
                    <a:lnTo>
                      <a:pt x="359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BA0BDCB0-6C9C-2643-95A0-B4BDCFFA99B6}"/>
                  </a:ext>
                </a:extLst>
              </p:cNvPr>
              <p:cNvSpPr/>
              <p:nvPr/>
            </p:nvSpPr>
            <p:spPr>
              <a:xfrm>
                <a:off x="17488427" y="12447335"/>
                <a:ext cx="472670" cy="201889"/>
              </a:xfrm>
              <a:custGeom>
                <a:avLst/>
                <a:gdLst>
                  <a:gd name="connsiteX0" fmla="*/ 173968 w 472670"/>
                  <a:gd name="connsiteY0" fmla="*/ 17447 h 201889"/>
                  <a:gd name="connsiteX1" fmla="*/ 84526 w 472670"/>
                  <a:gd name="connsiteY1" fmla="*/ 99075 h 201889"/>
                  <a:gd name="connsiteX2" fmla="*/ 70862 w 472670"/>
                  <a:gd name="connsiteY2" fmla="*/ 106496 h 201889"/>
                  <a:gd name="connsiteX3" fmla="*/ 18688 w 472670"/>
                  <a:gd name="connsiteY3" fmla="*/ 180703 h 201889"/>
                  <a:gd name="connsiteX4" fmla="*/ 201298 w 472670"/>
                  <a:gd name="connsiteY4" fmla="*/ 174519 h 201889"/>
                  <a:gd name="connsiteX5" fmla="*/ 309374 w 472670"/>
                  <a:gd name="connsiteY5" fmla="*/ 155967 h 201889"/>
                  <a:gd name="connsiteX6" fmla="*/ 455960 w 472670"/>
                  <a:gd name="connsiteY6" fmla="*/ 112680 h 201889"/>
                  <a:gd name="connsiteX7" fmla="*/ 447264 w 472670"/>
                  <a:gd name="connsiteY7" fmla="*/ 17447 h 201889"/>
                  <a:gd name="connsiteX8" fmla="*/ 165254 w 472670"/>
                  <a:gd name="connsiteY8" fmla="*/ 0 h 201889"/>
                  <a:gd name="connsiteX9" fmla="*/ 454760 w 472670"/>
                  <a:gd name="connsiteY9" fmla="*/ 0 h 201889"/>
                  <a:gd name="connsiteX10" fmla="*/ 463458 w 472670"/>
                  <a:gd name="connsiteY10" fmla="*/ 7431 h 201889"/>
                  <a:gd name="connsiteX11" fmla="*/ 472156 w 472670"/>
                  <a:gd name="connsiteY11" fmla="*/ 118904 h 201889"/>
                  <a:gd name="connsiteX12" fmla="*/ 470912 w 472670"/>
                  <a:gd name="connsiteY12" fmla="*/ 126335 h 201889"/>
                  <a:gd name="connsiteX13" fmla="*/ 464700 w 472670"/>
                  <a:gd name="connsiteY13" fmla="*/ 128813 h 201889"/>
                  <a:gd name="connsiteX14" fmla="*/ 318084 w 472670"/>
                  <a:gd name="connsiteY14" fmla="*/ 170924 h 201889"/>
                  <a:gd name="connsiteX15" fmla="*/ 197560 w 472670"/>
                  <a:gd name="connsiteY15" fmla="*/ 190742 h 201889"/>
                  <a:gd name="connsiteX16" fmla="*/ 11182 w 472670"/>
                  <a:gd name="connsiteY16" fmla="*/ 200650 h 201889"/>
                  <a:gd name="connsiteX17" fmla="*/ 8698 w 472670"/>
                  <a:gd name="connsiteY17" fmla="*/ 201889 h 201889"/>
                  <a:gd name="connsiteX18" fmla="*/ 3728 w 472670"/>
                  <a:gd name="connsiteY18" fmla="*/ 200650 h 201889"/>
                  <a:gd name="connsiteX19" fmla="*/ 0 w 472670"/>
                  <a:gd name="connsiteY19" fmla="*/ 193219 h 201889"/>
                  <a:gd name="connsiteX20" fmla="*/ 62126 w 472670"/>
                  <a:gd name="connsiteY20" fmla="*/ 91655 h 201889"/>
                  <a:gd name="connsiteX21" fmla="*/ 75794 w 472670"/>
                  <a:gd name="connsiteY21" fmla="*/ 84224 h 201889"/>
                  <a:gd name="connsiteX22" fmla="*/ 157800 w 472670"/>
                  <a:gd name="connsiteY22" fmla="*/ 8670 h 201889"/>
                  <a:gd name="connsiteX23" fmla="*/ 159042 w 472670"/>
                  <a:gd name="connsiteY23" fmla="*/ 2477 h 201889"/>
                  <a:gd name="connsiteX24" fmla="*/ 165254 w 472670"/>
                  <a:gd name="connsiteY24" fmla="*/ 0 h 2018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72670" h="201889">
                    <a:moveTo>
                      <a:pt x="173968" y="17447"/>
                    </a:moveTo>
                    <a:cubicBezTo>
                      <a:pt x="171484" y="55787"/>
                      <a:pt x="141670" y="70629"/>
                      <a:pt x="84526" y="99075"/>
                    </a:cubicBezTo>
                    <a:lnTo>
                      <a:pt x="70862" y="106496"/>
                    </a:lnTo>
                    <a:cubicBezTo>
                      <a:pt x="41048" y="120100"/>
                      <a:pt x="22414" y="146073"/>
                      <a:pt x="18688" y="180703"/>
                    </a:cubicBezTo>
                    <a:cubicBezTo>
                      <a:pt x="55954" y="167098"/>
                      <a:pt x="114340" y="157204"/>
                      <a:pt x="201298" y="174519"/>
                    </a:cubicBezTo>
                    <a:cubicBezTo>
                      <a:pt x="238566" y="180703"/>
                      <a:pt x="277076" y="175756"/>
                      <a:pt x="309374" y="155967"/>
                    </a:cubicBezTo>
                    <a:cubicBezTo>
                      <a:pt x="340430" y="138652"/>
                      <a:pt x="391362" y="116390"/>
                      <a:pt x="455960" y="112680"/>
                    </a:cubicBezTo>
                    <a:lnTo>
                      <a:pt x="447264" y="17447"/>
                    </a:lnTo>
                    <a:close/>
                    <a:moveTo>
                      <a:pt x="165254" y="0"/>
                    </a:moveTo>
                    <a:lnTo>
                      <a:pt x="454760" y="0"/>
                    </a:lnTo>
                    <a:cubicBezTo>
                      <a:pt x="458488" y="0"/>
                      <a:pt x="463458" y="3716"/>
                      <a:pt x="463458" y="7431"/>
                    </a:cubicBezTo>
                    <a:lnTo>
                      <a:pt x="472156" y="118904"/>
                    </a:lnTo>
                    <a:cubicBezTo>
                      <a:pt x="473398" y="122620"/>
                      <a:pt x="472156" y="125097"/>
                      <a:pt x="470912" y="126335"/>
                    </a:cubicBezTo>
                    <a:cubicBezTo>
                      <a:pt x="469670" y="127574"/>
                      <a:pt x="467184" y="128813"/>
                      <a:pt x="464700" y="128813"/>
                    </a:cubicBezTo>
                    <a:cubicBezTo>
                      <a:pt x="398846" y="132528"/>
                      <a:pt x="349146" y="153584"/>
                      <a:pt x="318084" y="170924"/>
                    </a:cubicBezTo>
                    <a:cubicBezTo>
                      <a:pt x="282050" y="191980"/>
                      <a:pt x="239806" y="198173"/>
                      <a:pt x="197560" y="190742"/>
                    </a:cubicBezTo>
                    <a:cubicBezTo>
                      <a:pt x="100644" y="172163"/>
                      <a:pt x="39760" y="189503"/>
                      <a:pt x="11182" y="200650"/>
                    </a:cubicBezTo>
                    <a:cubicBezTo>
                      <a:pt x="11182" y="201889"/>
                      <a:pt x="9940" y="201889"/>
                      <a:pt x="8698" y="201889"/>
                    </a:cubicBezTo>
                    <a:cubicBezTo>
                      <a:pt x="7456" y="201889"/>
                      <a:pt x="4970" y="201889"/>
                      <a:pt x="3728" y="200650"/>
                    </a:cubicBezTo>
                    <a:cubicBezTo>
                      <a:pt x="1242" y="198173"/>
                      <a:pt x="0" y="195696"/>
                      <a:pt x="0" y="193219"/>
                    </a:cubicBezTo>
                    <a:cubicBezTo>
                      <a:pt x="1242" y="159777"/>
                      <a:pt x="13668" y="115188"/>
                      <a:pt x="62126" y="91655"/>
                    </a:cubicBezTo>
                    <a:lnTo>
                      <a:pt x="75794" y="84224"/>
                    </a:lnTo>
                    <a:cubicBezTo>
                      <a:pt x="137918" y="52020"/>
                      <a:pt x="157800" y="40873"/>
                      <a:pt x="157800" y="8670"/>
                    </a:cubicBezTo>
                    <a:cubicBezTo>
                      <a:pt x="157800" y="6193"/>
                      <a:pt x="157800" y="3716"/>
                      <a:pt x="159042" y="2477"/>
                    </a:cubicBezTo>
                    <a:cubicBezTo>
                      <a:pt x="161526" y="0"/>
                      <a:pt x="164012" y="0"/>
                      <a:pt x="16525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AED83FF1-30CD-BE4C-914A-0528082FDFF6}"/>
                  </a:ext>
                </a:extLst>
              </p:cNvPr>
              <p:cNvSpPr/>
              <p:nvPr/>
            </p:nvSpPr>
            <p:spPr>
              <a:xfrm>
                <a:off x="17497148" y="12568223"/>
                <a:ext cx="465926" cy="120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5" h="98">
                    <a:moveTo>
                      <a:pt x="0" y="59"/>
                    </a:moveTo>
                    <a:cubicBezTo>
                      <a:pt x="-1" y="81"/>
                      <a:pt x="4" y="98"/>
                      <a:pt x="4" y="98"/>
                    </a:cubicBezTo>
                    <a:lnTo>
                      <a:pt x="375" y="98"/>
                    </a:lnTo>
                    <a:lnTo>
                      <a:pt x="367" y="0"/>
                    </a:lnTo>
                    <a:cubicBezTo>
                      <a:pt x="314" y="3"/>
                      <a:pt x="273" y="19"/>
                      <a:pt x="246" y="35"/>
                    </a:cubicBezTo>
                    <a:cubicBezTo>
                      <a:pt x="218" y="51"/>
                      <a:pt x="185" y="57"/>
                      <a:pt x="153" y="51"/>
                    </a:cubicBezTo>
                    <a:cubicBezTo>
                      <a:pt x="75" y="35"/>
                      <a:pt x="25" y="48"/>
                      <a:pt x="0" y="5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1CBB846F-5B67-1F44-A645-349145633F94}"/>
                  </a:ext>
                </a:extLst>
              </p:cNvPr>
              <p:cNvSpPr/>
              <p:nvPr/>
            </p:nvSpPr>
            <p:spPr>
              <a:xfrm>
                <a:off x="17488263" y="12559496"/>
                <a:ext cx="483532" cy="138331"/>
              </a:xfrm>
              <a:custGeom>
                <a:avLst/>
                <a:gdLst>
                  <a:gd name="connsiteX0" fmla="*/ 457394 w 483532"/>
                  <a:gd name="connsiteY0" fmla="*/ 17450 h 138331"/>
                  <a:gd name="connsiteX1" fmla="*/ 318252 w 483532"/>
                  <a:gd name="connsiteY1" fmla="*/ 59317 h 138331"/>
                  <a:gd name="connsiteX2" fmla="*/ 197744 w 483532"/>
                  <a:gd name="connsiteY2" fmla="*/ 79020 h 138331"/>
                  <a:gd name="connsiteX3" fmla="*/ 17604 w 483532"/>
                  <a:gd name="connsiteY3" fmla="*/ 87639 h 138331"/>
                  <a:gd name="connsiteX4" fmla="*/ 20090 w 483532"/>
                  <a:gd name="connsiteY4" fmla="*/ 120887 h 138331"/>
                  <a:gd name="connsiteX5" fmla="*/ 466090 w 483532"/>
                  <a:gd name="connsiteY5" fmla="*/ 120887 h 138331"/>
                  <a:gd name="connsiteX6" fmla="*/ 464892 w 483532"/>
                  <a:gd name="connsiteY6" fmla="*/ 0 h 138331"/>
                  <a:gd name="connsiteX7" fmla="*/ 472348 w 483532"/>
                  <a:gd name="connsiteY7" fmla="*/ 7411 h 138331"/>
                  <a:gd name="connsiteX8" fmla="*/ 483532 w 483532"/>
                  <a:gd name="connsiteY8" fmla="*/ 128450 h 138331"/>
                  <a:gd name="connsiteX9" fmla="*/ 481046 w 483532"/>
                  <a:gd name="connsiteY9" fmla="*/ 135861 h 138331"/>
                  <a:gd name="connsiteX10" fmla="*/ 474832 w 483532"/>
                  <a:gd name="connsiteY10" fmla="*/ 138331 h 138331"/>
                  <a:gd name="connsiteX11" fmla="*/ 13832 w 483532"/>
                  <a:gd name="connsiteY11" fmla="*/ 138331 h 138331"/>
                  <a:gd name="connsiteX12" fmla="*/ 5134 w 483532"/>
                  <a:gd name="connsiteY12" fmla="*/ 130920 h 138331"/>
                  <a:gd name="connsiteX13" fmla="*/ 164 w 483532"/>
                  <a:gd name="connsiteY13" fmla="*/ 81516 h 138331"/>
                  <a:gd name="connsiteX14" fmla="*/ 6376 w 483532"/>
                  <a:gd name="connsiteY14" fmla="*/ 74106 h 138331"/>
                  <a:gd name="connsiteX15" fmla="*/ 201464 w 483532"/>
                  <a:gd name="connsiteY15" fmla="*/ 62990 h 138331"/>
                  <a:gd name="connsiteX16" fmla="*/ 309568 w 483532"/>
                  <a:gd name="connsiteY16" fmla="*/ 44464 h 138331"/>
                  <a:gd name="connsiteX17" fmla="*/ 464892 w 483532"/>
                  <a:gd name="connsiteY17" fmla="*/ 0 h 138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83532" h="138331">
                    <a:moveTo>
                      <a:pt x="457394" y="17450"/>
                    </a:moveTo>
                    <a:cubicBezTo>
                      <a:pt x="395276" y="22376"/>
                      <a:pt x="348068" y="42078"/>
                      <a:pt x="318252" y="59317"/>
                    </a:cubicBezTo>
                    <a:cubicBezTo>
                      <a:pt x="282224" y="80251"/>
                      <a:pt x="239984" y="86408"/>
                      <a:pt x="197744" y="79020"/>
                    </a:cubicBezTo>
                    <a:cubicBezTo>
                      <a:pt x="105812" y="61780"/>
                      <a:pt x="46178" y="75325"/>
                      <a:pt x="17604" y="87639"/>
                    </a:cubicBezTo>
                    <a:cubicBezTo>
                      <a:pt x="17604" y="102416"/>
                      <a:pt x="18848" y="114730"/>
                      <a:pt x="20090" y="120887"/>
                    </a:cubicBezTo>
                    <a:lnTo>
                      <a:pt x="466090" y="120887"/>
                    </a:lnTo>
                    <a:close/>
                    <a:moveTo>
                      <a:pt x="464892" y="0"/>
                    </a:moveTo>
                    <a:cubicBezTo>
                      <a:pt x="469862" y="0"/>
                      <a:pt x="472348" y="3705"/>
                      <a:pt x="472348" y="7411"/>
                    </a:cubicBezTo>
                    <a:lnTo>
                      <a:pt x="483532" y="128450"/>
                    </a:lnTo>
                    <a:cubicBezTo>
                      <a:pt x="483532" y="130920"/>
                      <a:pt x="483532" y="133391"/>
                      <a:pt x="481046" y="135861"/>
                    </a:cubicBezTo>
                    <a:cubicBezTo>
                      <a:pt x="479804" y="137096"/>
                      <a:pt x="477318" y="138331"/>
                      <a:pt x="474832" y="138331"/>
                    </a:cubicBezTo>
                    <a:lnTo>
                      <a:pt x="13832" y="138331"/>
                    </a:lnTo>
                    <a:cubicBezTo>
                      <a:pt x="8862" y="138331"/>
                      <a:pt x="6376" y="135861"/>
                      <a:pt x="5134" y="130920"/>
                    </a:cubicBezTo>
                    <a:cubicBezTo>
                      <a:pt x="5134" y="130920"/>
                      <a:pt x="-1078" y="108689"/>
                      <a:pt x="164" y="81516"/>
                    </a:cubicBezTo>
                    <a:cubicBezTo>
                      <a:pt x="164" y="77811"/>
                      <a:pt x="2650" y="75341"/>
                      <a:pt x="6376" y="74106"/>
                    </a:cubicBezTo>
                    <a:cubicBezTo>
                      <a:pt x="41170" y="58050"/>
                      <a:pt x="104542" y="44464"/>
                      <a:pt x="201464" y="62990"/>
                    </a:cubicBezTo>
                    <a:cubicBezTo>
                      <a:pt x="238742" y="69166"/>
                      <a:pt x="277262" y="64225"/>
                      <a:pt x="309568" y="44464"/>
                    </a:cubicBezTo>
                    <a:cubicBezTo>
                      <a:pt x="341876" y="25937"/>
                      <a:pt x="395308" y="3705"/>
                      <a:pt x="4648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30D20792-877B-C646-88C9-D726DE54A6D7}"/>
                  </a:ext>
                </a:extLst>
              </p:cNvPr>
              <p:cNvSpPr/>
              <p:nvPr/>
            </p:nvSpPr>
            <p:spPr>
              <a:xfrm>
                <a:off x="17497148" y="12568223"/>
                <a:ext cx="465926" cy="120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5" h="98">
                    <a:moveTo>
                      <a:pt x="0" y="59"/>
                    </a:moveTo>
                    <a:cubicBezTo>
                      <a:pt x="-1" y="81"/>
                      <a:pt x="4" y="98"/>
                      <a:pt x="4" y="98"/>
                    </a:cubicBezTo>
                    <a:lnTo>
                      <a:pt x="375" y="98"/>
                    </a:lnTo>
                    <a:lnTo>
                      <a:pt x="367" y="0"/>
                    </a:lnTo>
                    <a:cubicBezTo>
                      <a:pt x="314" y="3"/>
                      <a:pt x="273" y="19"/>
                      <a:pt x="246" y="35"/>
                    </a:cubicBezTo>
                    <a:cubicBezTo>
                      <a:pt x="218" y="51"/>
                      <a:pt x="185" y="57"/>
                      <a:pt x="153" y="51"/>
                    </a:cubicBezTo>
                    <a:cubicBezTo>
                      <a:pt x="75" y="35"/>
                      <a:pt x="25" y="48"/>
                      <a:pt x="0" y="5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76D29B43-5A22-9C45-B779-9BD2978A426A}"/>
                  </a:ext>
                </a:extLst>
              </p:cNvPr>
              <p:cNvSpPr/>
              <p:nvPr/>
            </p:nvSpPr>
            <p:spPr>
              <a:xfrm>
                <a:off x="16935296" y="7720391"/>
                <a:ext cx="535690" cy="8785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1" h="706">
                    <a:moveTo>
                      <a:pt x="260" y="4"/>
                    </a:moveTo>
                    <a:cubicBezTo>
                      <a:pt x="125" y="-10"/>
                      <a:pt x="21" y="14"/>
                      <a:pt x="10" y="107"/>
                    </a:cubicBezTo>
                    <a:cubicBezTo>
                      <a:pt x="-19" y="338"/>
                      <a:pt x="15" y="479"/>
                      <a:pt x="123" y="492"/>
                    </a:cubicBezTo>
                    <a:cubicBezTo>
                      <a:pt x="142" y="494"/>
                      <a:pt x="163" y="492"/>
                      <a:pt x="184" y="487"/>
                    </a:cubicBezTo>
                    <a:lnTo>
                      <a:pt x="184" y="624"/>
                    </a:lnTo>
                    <a:lnTo>
                      <a:pt x="241" y="706"/>
                    </a:lnTo>
                    <a:lnTo>
                      <a:pt x="371" y="624"/>
                    </a:lnTo>
                    <a:lnTo>
                      <a:pt x="371" y="418"/>
                    </a:lnTo>
                    <a:cubicBezTo>
                      <a:pt x="411" y="376"/>
                      <a:pt x="431" y="350"/>
                      <a:pt x="431" y="258"/>
                    </a:cubicBezTo>
                    <a:cubicBezTo>
                      <a:pt x="430" y="99"/>
                      <a:pt x="395" y="19"/>
                      <a:pt x="260" y="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5" name="Freeform 454">
                <a:extLst>
                  <a:ext uri="{FF2B5EF4-FFF2-40B4-BE49-F238E27FC236}">
                    <a16:creationId xmlns:a16="http://schemas.microsoft.com/office/drawing/2014/main" id="{A6675A58-6A21-E244-8209-04EEF29F6BD1}"/>
                  </a:ext>
                </a:extLst>
              </p:cNvPr>
              <p:cNvSpPr/>
              <p:nvPr/>
            </p:nvSpPr>
            <p:spPr>
              <a:xfrm>
                <a:off x="16928158" y="7711793"/>
                <a:ext cx="552794" cy="895913"/>
              </a:xfrm>
              <a:custGeom>
                <a:avLst/>
                <a:gdLst>
                  <a:gd name="connsiteX0" fmla="*/ 230670 w 552794"/>
                  <a:gd name="connsiteY0" fmla="*/ 17885 h 895913"/>
                  <a:gd name="connsiteX1" fmla="*/ 28288 w 552794"/>
                  <a:gd name="connsiteY1" fmla="*/ 143008 h 895913"/>
                  <a:gd name="connsiteX2" fmla="*/ 73028 w 552794"/>
                  <a:gd name="connsiteY2" fmla="*/ 562379 h 895913"/>
                  <a:gd name="connsiteX3" fmla="*/ 161266 w 552794"/>
                  <a:gd name="connsiteY3" fmla="*/ 612156 h 895913"/>
                  <a:gd name="connsiteX4" fmla="*/ 233350 w 552794"/>
                  <a:gd name="connsiteY4" fmla="*/ 605933 h 895913"/>
                  <a:gd name="connsiteX5" fmla="*/ 242050 w 552794"/>
                  <a:gd name="connsiteY5" fmla="*/ 607178 h 895913"/>
                  <a:gd name="connsiteX6" fmla="*/ 244534 w 552794"/>
                  <a:gd name="connsiteY6" fmla="*/ 614644 h 895913"/>
                  <a:gd name="connsiteX7" fmla="*/ 244534 w 552794"/>
                  <a:gd name="connsiteY7" fmla="*/ 782641 h 895913"/>
                  <a:gd name="connsiteX8" fmla="*/ 309160 w 552794"/>
                  <a:gd name="connsiteY8" fmla="*/ 875973 h 895913"/>
                  <a:gd name="connsiteX9" fmla="*/ 458298 w 552794"/>
                  <a:gd name="connsiteY9" fmla="*/ 780152 h 895913"/>
                  <a:gd name="connsiteX10" fmla="*/ 458298 w 552794"/>
                  <a:gd name="connsiteY10" fmla="*/ 528779 h 895913"/>
                  <a:gd name="connsiteX11" fmla="*/ 460782 w 552794"/>
                  <a:gd name="connsiteY11" fmla="*/ 522557 h 895913"/>
                  <a:gd name="connsiteX12" fmla="*/ 534108 w 552794"/>
                  <a:gd name="connsiteY12" fmla="*/ 329671 h 895913"/>
                  <a:gd name="connsiteX13" fmla="*/ 330288 w 552794"/>
                  <a:gd name="connsiteY13" fmla="*/ 22299 h 895913"/>
                  <a:gd name="connsiteX14" fmla="*/ 230670 w 552794"/>
                  <a:gd name="connsiteY14" fmla="*/ 17885 h 895913"/>
                  <a:gd name="connsiteX15" fmla="*/ 263180 w 552794"/>
                  <a:gd name="connsiteY15" fmla="*/ 166 h 895913"/>
                  <a:gd name="connsiteX16" fmla="*/ 332786 w 552794"/>
                  <a:gd name="connsiteY16" fmla="*/ 4852 h 895913"/>
                  <a:gd name="connsiteX17" fmla="*/ 552794 w 552794"/>
                  <a:gd name="connsiteY17" fmla="*/ 329666 h 895913"/>
                  <a:gd name="connsiteX18" fmla="*/ 476972 w 552794"/>
                  <a:gd name="connsiteY18" fmla="*/ 532520 h 895913"/>
                  <a:gd name="connsiteX19" fmla="*/ 476972 w 552794"/>
                  <a:gd name="connsiteY19" fmla="*/ 785153 h 895913"/>
                  <a:gd name="connsiteX20" fmla="*/ 474486 w 552794"/>
                  <a:gd name="connsiteY20" fmla="*/ 792620 h 895913"/>
                  <a:gd name="connsiteX21" fmla="*/ 312898 w 552794"/>
                  <a:gd name="connsiteY21" fmla="*/ 894669 h 895913"/>
                  <a:gd name="connsiteX22" fmla="*/ 307926 w 552794"/>
                  <a:gd name="connsiteY22" fmla="*/ 895913 h 895913"/>
                  <a:gd name="connsiteX23" fmla="*/ 301710 w 552794"/>
                  <a:gd name="connsiteY23" fmla="*/ 892179 h 895913"/>
                  <a:gd name="connsiteX24" fmla="*/ 229616 w 552794"/>
                  <a:gd name="connsiteY24" fmla="*/ 790131 h 895913"/>
                  <a:gd name="connsiteX25" fmla="*/ 228374 w 552794"/>
                  <a:gd name="connsiteY25" fmla="*/ 785153 h 895913"/>
                  <a:gd name="connsiteX26" fmla="*/ 228374 w 552794"/>
                  <a:gd name="connsiteY26" fmla="*/ 625857 h 895913"/>
                  <a:gd name="connsiteX27" fmla="*/ 160010 w 552794"/>
                  <a:gd name="connsiteY27" fmla="*/ 628346 h 895913"/>
                  <a:gd name="connsiteX28" fmla="*/ 60570 w 552794"/>
                  <a:gd name="connsiteY28" fmla="*/ 572344 h 895913"/>
                  <a:gd name="connsiteX29" fmla="*/ 12092 w 552794"/>
                  <a:gd name="connsiteY29" fmla="*/ 140503 h 895913"/>
                  <a:gd name="connsiteX30" fmla="*/ 263180 w 552794"/>
                  <a:gd name="connsiteY30" fmla="*/ 166 h 895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52794" h="895913">
                    <a:moveTo>
                      <a:pt x="230670" y="17885"/>
                    </a:moveTo>
                    <a:cubicBezTo>
                      <a:pt x="131050" y="20743"/>
                      <a:pt x="39472" y="49676"/>
                      <a:pt x="28288" y="143008"/>
                    </a:cubicBezTo>
                    <a:cubicBezTo>
                      <a:pt x="2188" y="350827"/>
                      <a:pt x="17102" y="491446"/>
                      <a:pt x="73028" y="562379"/>
                    </a:cubicBezTo>
                    <a:cubicBezTo>
                      <a:pt x="95398" y="591000"/>
                      <a:pt x="125226" y="607178"/>
                      <a:pt x="161266" y="612156"/>
                    </a:cubicBezTo>
                    <a:cubicBezTo>
                      <a:pt x="183638" y="614644"/>
                      <a:pt x="208494" y="613400"/>
                      <a:pt x="233350" y="605933"/>
                    </a:cubicBezTo>
                    <a:cubicBezTo>
                      <a:pt x="235836" y="604689"/>
                      <a:pt x="239564" y="605933"/>
                      <a:pt x="242050" y="607178"/>
                    </a:cubicBezTo>
                    <a:cubicBezTo>
                      <a:pt x="243292" y="609667"/>
                      <a:pt x="244534" y="610911"/>
                      <a:pt x="244534" y="614644"/>
                    </a:cubicBezTo>
                    <a:lnTo>
                      <a:pt x="244534" y="782641"/>
                    </a:lnTo>
                    <a:lnTo>
                      <a:pt x="309160" y="875973"/>
                    </a:lnTo>
                    <a:lnTo>
                      <a:pt x="458298" y="780152"/>
                    </a:lnTo>
                    <a:lnTo>
                      <a:pt x="458298" y="528779"/>
                    </a:lnTo>
                    <a:cubicBezTo>
                      <a:pt x="458298" y="526290"/>
                      <a:pt x="459540" y="523801"/>
                      <a:pt x="460782" y="522557"/>
                    </a:cubicBezTo>
                    <a:cubicBezTo>
                      <a:pt x="510494" y="471536"/>
                      <a:pt x="534108" y="442914"/>
                      <a:pt x="534108" y="329671"/>
                    </a:cubicBezTo>
                    <a:cubicBezTo>
                      <a:pt x="532866" y="118120"/>
                      <a:pt x="479424" y="38476"/>
                      <a:pt x="330288" y="22299"/>
                    </a:cubicBezTo>
                    <a:cubicBezTo>
                      <a:pt x="297976" y="18877"/>
                      <a:pt x="263876" y="16932"/>
                      <a:pt x="230670" y="17885"/>
                    </a:cubicBezTo>
                    <a:close/>
                    <a:moveTo>
                      <a:pt x="263180" y="166"/>
                    </a:moveTo>
                    <a:cubicBezTo>
                      <a:pt x="285028" y="652"/>
                      <a:pt x="308236" y="2208"/>
                      <a:pt x="332786" y="4852"/>
                    </a:cubicBezTo>
                    <a:cubicBezTo>
                      <a:pt x="514262" y="24764"/>
                      <a:pt x="551552" y="142992"/>
                      <a:pt x="552794" y="329666"/>
                    </a:cubicBezTo>
                    <a:cubicBezTo>
                      <a:pt x="552794" y="446649"/>
                      <a:pt x="525450" y="482740"/>
                      <a:pt x="476972" y="532520"/>
                    </a:cubicBezTo>
                    <a:lnTo>
                      <a:pt x="476972" y="785153"/>
                    </a:lnTo>
                    <a:cubicBezTo>
                      <a:pt x="476972" y="787642"/>
                      <a:pt x="475730" y="791375"/>
                      <a:pt x="474486" y="792620"/>
                    </a:cubicBezTo>
                    <a:lnTo>
                      <a:pt x="312898" y="894669"/>
                    </a:lnTo>
                    <a:cubicBezTo>
                      <a:pt x="311654" y="895913"/>
                      <a:pt x="309168" y="895913"/>
                      <a:pt x="307926" y="895913"/>
                    </a:cubicBezTo>
                    <a:cubicBezTo>
                      <a:pt x="305440" y="895913"/>
                      <a:pt x="302954" y="894669"/>
                      <a:pt x="301710" y="892179"/>
                    </a:cubicBezTo>
                    <a:lnTo>
                      <a:pt x="229616" y="790131"/>
                    </a:lnTo>
                    <a:cubicBezTo>
                      <a:pt x="229616" y="788886"/>
                      <a:pt x="228374" y="787642"/>
                      <a:pt x="228374" y="785153"/>
                    </a:cubicBezTo>
                    <a:lnTo>
                      <a:pt x="228374" y="625857"/>
                    </a:lnTo>
                    <a:cubicBezTo>
                      <a:pt x="204756" y="630835"/>
                      <a:pt x="182384" y="632080"/>
                      <a:pt x="160010" y="628346"/>
                    </a:cubicBezTo>
                    <a:cubicBezTo>
                      <a:pt x="118990" y="624613"/>
                      <a:pt x="86672" y="604701"/>
                      <a:pt x="60570" y="572344"/>
                    </a:cubicBezTo>
                    <a:cubicBezTo>
                      <a:pt x="2148" y="497674"/>
                      <a:pt x="-14010" y="353312"/>
                      <a:pt x="12092" y="140503"/>
                    </a:cubicBezTo>
                    <a:cubicBezTo>
                      <a:pt x="24056" y="45765"/>
                      <a:pt x="110250" y="-3237"/>
                      <a:pt x="263180" y="1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4" name="Freeform 343">
                <a:extLst>
                  <a:ext uri="{FF2B5EF4-FFF2-40B4-BE49-F238E27FC236}">
                    <a16:creationId xmlns:a16="http://schemas.microsoft.com/office/drawing/2014/main" id="{71253F68-D3C4-9D46-A848-9630F4C36582}"/>
                  </a:ext>
                </a:extLst>
              </p:cNvPr>
              <p:cNvSpPr/>
              <p:nvPr/>
            </p:nvSpPr>
            <p:spPr>
              <a:xfrm>
                <a:off x="16181592" y="8878138"/>
                <a:ext cx="845893" cy="74150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0" h="596">
                    <a:moveTo>
                      <a:pt x="680" y="596"/>
                    </a:moveTo>
                    <a:lnTo>
                      <a:pt x="198" y="596"/>
                    </a:lnTo>
                    <a:lnTo>
                      <a:pt x="0" y="0"/>
                    </a:lnTo>
                    <a:lnTo>
                      <a:pt x="482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F311F93D-DD78-E44A-9EA4-EA64F42F3025}"/>
                  </a:ext>
                </a:extLst>
              </p:cNvPr>
              <p:cNvSpPr/>
              <p:nvPr/>
            </p:nvSpPr>
            <p:spPr>
              <a:xfrm>
                <a:off x="16173602" y="8870660"/>
                <a:ext cx="862175" cy="758954"/>
              </a:xfrm>
              <a:custGeom>
                <a:avLst/>
                <a:gdLst>
                  <a:gd name="connsiteX0" fmla="*/ 20448 w 862175"/>
                  <a:gd name="connsiteY0" fmla="*/ 17448 h 758954"/>
                  <a:gd name="connsiteX1" fmla="*/ 260522 w 862175"/>
                  <a:gd name="connsiteY1" fmla="*/ 741507 h 758954"/>
                  <a:gd name="connsiteX2" fmla="*/ 841426 w 862175"/>
                  <a:gd name="connsiteY2" fmla="*/ 741507 h 758954"/>
                  <a:gd name="connsiteX3" fmla="*/ 601351 w 862175"/>
                  <a:gd name="connsiteY3" fmla="*/ 17448 h 758954"/>
                  <a:gd name="connsiteX4" fmla="*/ 7979 w 862175"/>
                  <a:gd name="connsiteY4" fmla="*/ 0 h 758954"/>
                  <a:gd name="connsiteX5" fmla="*/ 607584 w 862175"/>
                  <a:gd name="connsiteY5" fmla="*/ 0 h 758954"/>
                  <a:gd name="connsiteX6" fmla="*/ 615048 w 862175"/>
                  <a:gd name="connsiteY6" fmla="*/ 4977 h 758954"/>
                  <a:gd name="connsiteX7" fmla="*/ 861358 w 862175"/>
                  <a:gd name="connsiteY7" fmla="*/ 747756 h 758954"/>
                  <a:gd name="connsiteX8" fmla="*/ 860114 w 862175"/>
                  <a:gd name="connsiteY8" fmla="*/ 755221 h 758954"/>
                  <a:gd name="connsiteX9" fmla="*/ 853896 w 862175"/>
                  <a:gd name="connsiteY9" fmla="*/ 758954 h 758954"/>
                  <a:gd name="connsiteX10" fmla="*/ 254290 w 862175"/>
                  <a:gd name="connsiteY10" fmla="*/ 758954 h 758954"/>
                  <a:gd name="connsiteX11" fmla="*/ 245582 w 862175"/>
                  <a:gd name="connsiteY11" fmla="*/ 752733 h 758954"/>
                  <a:gd name="connsiteX12" fmla="*/ 515 w 862175"/>
                  <a:gd name="connsiteY12" fmla="*/ 11198 h 758954"/>
                  <a:gd name="connsiteX13" fmla="*/ 1759 w 862175"/>
                  <a:gd name="connsiteY13" fmla="*/ 3733 h 758954"/>
                  <a:gd name="connsiteX14" fmla="*/ 7979 w 862175"/>
                  <a:gd name="connsiteY14" fmla="*/ 0 h 758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62175" h="758954">
                    <a:moveTo>
                      <a:pt x="20448" y="17448"/>
                    </a:moveTo>
                    <a:lnTo>
                      <a:pt x="260522" y="741507"/>
                    </a:lnTo>
                    <a:lnTo>
                      <a:pt x="841426" y="741507"/>
                    </a:lnTo>
                    <a:lnTo>
                      <a:pt x="601351" y="17448"/>
                    </a:lnTo>
                    <a:close/>
                    <a:moveTo>
                      <a:pt x="7979" y="0"/>
                    </a:moveTo>
                    <a:lnTo>
                      <a:pt x="607584" y="0"/>
                    </a:lnTo>
                    <a:cubicBezTo>
                      <a:pt x="611316" y="0"/>
                      <a:pt x="615048" y="2488"/>
                      <a:pt x="615048" y="4977"/>
                    </a:cubicBezTo>
                    <a:lnTo>
                      <a:pt x="861358" y="747756"/>
                    </a:lnTo>
                    <a:cubicBezTo>
                      <a:pt x="862602" y="749000"/>
                      <a:pt x="862602" y="752733"/>
                      <a:pt x="860114" y="755221"/>
                    </a:cubicBezTo>
                    <a:cubicBezTo>
                      <a:pt x="858870" y="757710"/>
                      <a:pt x="856382" y="758954"/>
                      <a:pt x="853896" y="758954"/>
                    </a:cubicBezTo>
                    <a:lnTo>
                      <a:pt x="254290" y="758954"/>
                    </a:lnTo>
                    <a:cubicBezTo>
                      <a:pt x="250558" y="758954"/>
                      <a:pt x="248070" y="756466"/>
                      <a:pt x="245582" y="752733"/>
                    </a:cubicBezTo>
                    <a:lnTo>
                      <a:pt x="515" y="11198"/>
                    </a:lnTo>
                    <a:cubicBezTo>
                      <a:pt x="-729" y="7465"/>
                      <a:pt x="515" y="4977"/>
                      <a:pt x="1759" y="3733"/>
                    </a:cubicBezTo>
                    <a:cubicBezTo>
                      <a:pt x="3003" y="1244"/>
                      <a:pt x="5491" y="0"/>
                      <a:pt x="79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0BB305E4-3E9E-094F-9BC7-522C527660D7}"/>
                  </a:ext>
                </a:extLst>
              </p:cNvPr>
              <p:cNvSpPr/>
              <p:nvPr/>
            </p:nvSpPr>
            <p:spPr>
              <a:xfrm>
                <a:off x="16258831" y="9207142"/>
                <a:ext cx="247913" cy="25547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0" h="206">
                    <a:moveTo>
                      <a:pt x="26" y="0"/>
                    </a:moveTo>
                    <a:cubicBezTo>
                      <a:pt x="26" y="0"/>
                      <a:pt x="-18" y="10"/>
                      <a:pt x="8" y="94"/>
                    </a:cubicBezTo>
                    <a:cubicBezTo>
                      <a:pt x="23" y="144"/>
                      <a:pt x="60" y="195"/>
                      <a:pt x="86" y="204"/>
                    </a:cubicBezTo>
                    <a:cubicBezTo>
                      <a:pt x="122" y="215"/>
                      <a:pt x="195" y="177"/>
                      <a:pt x="192" y="159"/>
                    </a:cubicBezTo>
                    <a:cubicBezTo>
                      <a:pt x="190" y="146"/>
                      <a:pt x="173" y="148"/>
                      <a:pt x="172" y="144"/>
                    </a:cubicBezTo>
                    <a:cubicBezTo>
                      <a:pt x="171" y="140"/>
                      <a:pt x="201" y="132"/>
                      <a:pt x="200" y="119"/>
                    </a:cubicBezTo>
                    <a:cubicBezTo>
                      <a:pt x="198" y="101"/>
                      <a:pt x="169" y="103"/>
                      <a:pt x="161" y="104"/>
                    </a:cubicBezTo>
                    <a:cubicBezTo>
                      <a:pt x="153" y="104"/>
                      <a:pt x="184" y="94"/>
                      <a:pt x="182" y="79"/>
                    </a:cubicBezTo>
                    <a:cubicBezTo>
                      <a:pt x="179" y="63"/>
                      <a:pt x="144" y="70"/>
                      <a:pt x="144" y="67"/>
                    </a:cubicBezTo>
                    <a:cubicBezTo>
                      <a:pt x="143" y="63"/>
                      <a:pt x="164" y="51"/>
                      <a:pt x="153" y="37"/>
                    </a:cubicBezTo>
                    <a:cubicBezTo>
                      <a:pt x="140" y="19"/>
                      <a:pt x="49" y="43"/>
                      <a:pt x="49" y="4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7" name="Freeform 456">
                <a:extLst>
                  <a:ext uri="{FF2B5EF4-FFF2-40B4-BE49-F238E27FC236}">
                    <a16:creationId xmlns:a16="http://schemas.microsoft.com/office/drawing/2014/main" id="{04E921E2-4F8B-FF44-B485-893934F9385A}"/>
                  </a:ext>
                </a:extLst>
              </p:cNvPr>
              <p:cNvSpPr/>
              <p:nvPr/>
            </p:nvSpPr>
            <p:spPr>
              <a:xfrm>
                <a:off x="16249801" y="9198089"/>
                <a:ext cx="265736" cy="273254"/>
              </a:xfrm>
              <a:custGeom>
                <a:avLst/>
                <a:gdLst>
                  <a:gd name="connsiteX0" fmla="*/ 38822 w 265736"/>
                  <a:gd name="connsiteY0" fmla="*/ 19023 h 273254"/>
                  <a:gd name="connsiteX1" fmla="*/ 26432 w 265736"/>
                  <a:gd name="connsiteY1" fmla="*/ 32660 h 273254"/>
                  <a:gd name="connsiteX2" fmla="*/ 28910 w 265736"/>
                  <a:gd name="connsiteY2" fmla="*/ 123158 h 273254"/>
                  <a:gd name="connsiteX3" fmla="*/ 120602 w 265736"/>
                  <a:gd name="connsiteY3" fmla="*/ 253328 h 273254"/>
                  <a:gd name="connsiteX4" fmla="*/ 223447 w 265736"/>
                  <a:gd name="connsiteY4" fmla="*/ 224814 h 273254"/>
                  <a:gd name="connsiteX5" fmla="*/ 239555 w 265736"/>
                  <a:gd name="connsiteY5" fmla="*/ 208698 h 273254"/>
                  <a:gd name="connsiteX6" fmla="*/ 227164 w 265736"/>
                  <a:gd name="connsiteY6" fmla="*/ 198780 h 273254"/>
                  <a:gd name="connsiteX7" fmla="*/ 214773 w 265736"/>
                  <a:gd name="connsiteY7" fmla="*/ 188863 h 273254"/>
                  <a:gd name="connsiteX8" fmla="*/ 228403 w 265736"/>
                  <a:gd name="connsiteY8" fmla="*/ 173986 h 273254"/>
                  <a:gd name="connsiteX9" fmla="*/ 249468 w 265736"/>
                  <a:gd name="connsiteY9" fmla="*/ 157870 h 273254"/>
                  <a:gd name="connsiteX10" fmla="*/ 209817 w 265736"/>
                  <a:gd name="connsiteY10" fmla="*/ 146713 h 273254"/>
                  <a:gd name="connsiteX11" fmla="*/ 199904 w 265736"/>
                  <a:gd name="connsiteY11" fmla="*/ 140514 h 273254"/>
                  <a:gd name="connsiteX12" fmla="*/ 208578 w 265736"/>
                  <a:gd name="connsiteY12" fmla="*/ 126877 h 273254"/>
                  <a:gd name="connsiteX13" fmla="*/ 227164 w 265736"/>
                  <a:gd name="connsiteY13" fmla="*/ 107042 h 273254"/>
                  <a:gd name="connsiteX14" fmla="*/ 198665 w 265736"/>
                  <a:gd name="connsiteY14" fmla="*/ 102083 h 273254"/>
                  <a:gd name="connsiteX15" fmla="*/ 180079 w 265736"/>
                  <a:gd name="connsiteY15" fmla="*/ 93405 h 273254"/>
                  <a:gd name="connsiteX16" fmla="*/ 186274 w 265736"/>
                  <a:gd name="connsiteY16" fmla="*/ 79769 h 273254"/>
                  <a:gd name="connsiteX17" fmla="*/ 193709 w 265736"/>
                  <a:gd name="connsiteY17" fmla="*/ 59933 h 273254"/>
                  <a:gd name="connsiteX18" fmla="*/ 73517 w 265736"/>
                  <a:gd name="connsiteY18" fmla="*/ 69851 h 273254"/>
                  <a:gd name="connsiteX19" fmla="*/ 64843 w 265736"/>
                  <a:gd name="connsiteY19" fmla="*/ 66132 h 273254"/>
                  <a:gd name="connsiteX20" fmla="*/ 38749 w 265736"/>
                  <a:gd name="connsiteY20" fmla="*/ 330 h 273254"/>
                  <a:gd name="connsiteX21" fmla="*/ 48669 w 265736"/>
                  <a:gd name="connsiteY21" fmla="*/ 4052 h 273254"/>
                  <a:gd name="connsiteX22" fmla="*/ 74708 w 265736"/>
                  <a:gd name="connsiteY22" fmla="*/ 52434 h 273254"/>
                  <a:gd name="connsiteX23" fmla="*/ 206145 w 265736"/>
                  <a:gd name="connsiteY23" fmla="*/ 48712 h 273254"/>
                  <a:gd name="connsiteX24" fmla="*/ 203665 w 265736"/>
                  <a:gd name="connsiteY24" fmla="*/ 84688 h 273254"/>
                  <a:gd name="connsiteX25" fmla="*/ 243345 w 265736"/>
                  <a:gd name="connsiteY25" fmla="*/ 105778 h 273254"/>
                  <a:gd name="connsiteX26" fmla="*/ 232185 w 265736"/>
                  <a:gd name="connsiteY26" fmla="*/ 129349 h 273254"/>
                  <a:gd name="connsiteX27" fmla="*/ 265664 w 265736"/>
                  <a:gd name="connsiteY27" fmla="*/ 155400 h 273254"/>
                  <a:gd name="connsiteX28" fmla="*/ 240865 w 265736"/>
                  <a:gd name="connsiteY28" fmla="*/ 185174 h 273254"/>
                  <a:gd name="connsiteX29" fmla="*/ 255744 w 265736"/>
                  <a:gd name="connsiteY29" fmla="*/ 206264 h 273254"/>
                  <a:gd name="connsiteX30" fmla="*/ 240865 w 265736"/>
                  <a:gd name="connsiteY30" fmla="*/ 233556 h 273254"/>
                  <a:gd name="connsiteX31" fmla="*/ 135467 w 265736"/>
                  <a:gd name="connsiteY31" fmla="*/ 273254 h 273254"/>
                  <a:gd name="connsiteX32" fmla="*/ 114387 w 265736"/>
                  <a:gd name="connsiteY32" fmla="*/ 269532 h 273254"/>
                  <a:gd name="connsiteX33" fmla="*/ 10230 w 265736"/>
                  <a:gd name="connsiteY33" fmla="*/ 128108 h 273254"/>
                  <a:gd name="connsiteX34" fmla="*/ 10230 w 265736"/>
                  <a:gd name="connsiteY34" fmla="*/ 22660 h 273254"/>
                  <a:gd name="connsiteX35" fmla="*/ 38749 w 265736"/>
                  <a:gd name="connsiteY35" fmla="*/ 330 h 2732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265736" h="273254">
                    <a:moveTo>
                      <a:pt x="38822" y="19023"/>
                    </a:moveTo>
                    <a:cubicBezTo>
                      <a:pt x="35105" y="21502"/>
                      <a:pt x="30149" y="26461"/>
                      <a:pt x="26432" y="32660"/>
                    </a:cubicBezTo>
                    <a:cubicBezTo>
                      <a:pt x="18997" y="46297"/>
                      <a:pt x="14041" y="72330"/>
                      <a:pt x="28910" y="123158"/>
                    </a:cubicBezTo>
                    <a:cubicBezTo>
                      <a:pt x="47496" y="187623"/>
                      <a:pt x="92103" y="244650"/>
                      <a:pt x="120602" y="253328"/>
                    </a:cubicBezTo>
                    <a:cubicBezTo>
                      <a:pt x="146623" y="262006"/>
                      <a:pt x="193709" y="245889"/>
                      <a:pt x="223447" y="224814"/>
                    </a:cubicBezTo>
                    <a:cubicBezTo>
                      <a:pt x="237077" y="216136"/>
                      <a:pt x="239555" y="209938"/>
                      <a:pt x="239555" y="208698"/>
                    </a:cubicBezTo>
                    <a:cubicBezTo>
                      <a:pt x="239555" y="203739"/>
                      <a:pt x="235838" y="201260"/>
                      <a:pt x="227164" y="198780"/>
                    </a:cubicBezTo>
                    <a:cubicBezTo>
                      <a:pt x="222208" y="197541"/>
                      <a:pt x="216013" y="195061"/>
                      <a:pt x="214773" y="188863"/>
                    </a:cubicBezTo>
                    <a:cubicBezTo>
                      <a:pt x="213534" y="181425"/>
                      <a:pt x="220969" y="177705"/>
                      <a:pt x="228403" y="173986"/>
                    </a:cubicBezTo>
                    <a:cubicBezTo>
                      <a:pt x="233360" y="170267"/>
                      <a:pt x="249468" y="161589"/>
                      <a:pt x="249468" y="157870"/>
                    </a:cubicBezTo>
                    <a:cubicBezTo>
                      <a:pt x="248229" y="151672"/>
                      <a:pt x="242033" y="144233"/>
                      <a:pt x="209817" y="146713"/>
                    </a:cubicBezTo>
                    <a:cubicBezTo>
                      <a:pt x="202383" y="146713"/>
                      <a:pt x="201143" y="141754"/>
                      <a:pt x="199904" y="140514"/>
                    </a:cubicBezTo>
                    <a:cubicBezTo>
                      <a:pt x="197426" y="133076"/>
                      <a:pt x="203622" y="129357"/>
                      <a:pt x="208578" y="126877"/>
                    </a:cubicBezTo>
                    <a:cubicBezTo>
                      <a:pt x="213534" y="123158"/>
                      <a:pt x="228403" y="114480"/>
                      <a:pt x="227164" y="107042"/>
                    </a:cubicBezTo>
                    <a:cubicBezTo>
                      <a:pt x="225925" y="102083"/>
                      <a:pt x="207339" y="102083"/>
                      <a:pt x="198665" y="102083"/>
                    </a:cubicBezTo>
                    <a:cubicBezTo>
                      <a:pt x="188753" y="102083"/>
                      <a:pt x="181318" y="102083"/>
                      <a:pt x="180079" y="93405"/>
                    </a:cubicBezTo>
                    <a:cubicBezTo>
                      <a:pt x="180079" y="88447"/>
                      <a:pt x="182557" y="83488"/>
                      <a:pt x="186274" y="79769"/>
                    </a:cubicBezTo>
                    <a:cubicBezTo>
                      <a:pt x="194948" y="71091"/>
                      <a:pt x="197426" y="66132"/>
                      <a:pt x="193709" y="59933"/>
                    </a:cubicBezTo>
                    <a:cubicBezTo>
                      <a:pt x="186274" y="50016"/>
                      <a:pt x="130515" y="56214"/>
                      <a:pt x="73517" y="69851"/>
                    </a:cubicBezTo>
                    <a:cubicBezTo>
                      <a:pt x="69800" y="71091"/>
                      <a:pt x="66082" y="69851"/>
                      <a:pt x="64843" y="66132"/>
                    </a:cubicBezTo>
                    <a:close/>
                    <a:moveTo>
                      <a:pt x="38749" y="330"/>
                    </a:moveTo>
                    <a:cubicBezTo>
                      <a:pt x="42469" y="-911"/>
                      <a:pt x="46189" y="1571"/>
                      <a:pt x="48669" y="4052"/>
                    </a:cubicBezTo>
                    <a:lnTo>
                      <a:pt x="74708" y="52434"/>
                    </a:lnTo>
                    <a:cubicBezTo>
                      <a:pt x="178866" y="26382"/>
                      <a:pt x="201185" y="43750"/>
                      <a:pt x="206145" y="48712"/>
                    </a:cubicBezTo>
                    <a:cubicBezTo>
                      <a:pt x="216065" y="63599"/>
                      <a:pt x="209865" y="76004"/>
                      <a:pt x="203665" y="84688"/>
                    </a:cubicBezTo>
                    <a:cubicBezTo>
                      <a:pt x="218545" y="85929"/>
                      <a:pt x="239625" y="87169"/>
                      <a:pt x="243345" y="105778"/>
                    </a:cubicBezTo>
                    <a:cubicBezTo>
                      <a:pt x="244584" y="114462"/>
                      <a:pt x="238385" y="123146"/>
                      <a:pt x="232185" y="129349"/>
                    </a:cubicBezTo>
                    <a:cubicBezTo>
                      <a:pt x="252024" y="133070"/>
                      <a:pt x="263184" y="140514"/>
                      <a:pt x="265664" y="155400"/>
                    </a:cubicBezTo>
                    <a:cubicBezTo>
                      <a:pt x="266904" y="170287"/>
                      <a:pt x="252024" y="178971"/>
                      <a:pt x="240865" y="185174"/>
                    </a:cubicBezTo>
                    <a:cubicBezTo>
                      <a:pt x="247064" y="190136"/>
                      <a:pt x="254504" y="195098"/>
                      <a:pt x="255744" y="206264"/>
                    </a:cubicBezTo>
                    <a:cubicBezTo>
                      <a:pt x="256984" y="213707"/>
                      <a:pt x="252024" y="223631"/>
                      <a:pt x="240865" y="233556"/>
                    </a:cubicBezTo>
                    <a:cubicBezTo>
                      <a:pt x="217305" y="252164"/>
                      <a:pt x="171426" y="273254"/>
                      <a:pt x="135467" y="273254"/>
                    </a:cubicBezTo>
                    <a:cubicBezTo>
                      <a:pt x="128027" y="273254"/>
                      <a:pt x="119347" y="272013"/>
                      <a:pt x="114387" y="269532"/>
                    </a:cubicBezTo>
                    <a:cubicBezTo>
                      <a:pt x="78428" y="258367"/>
                      <a:pt x="30069" y="191377"/>
                      <a:pt x="10230" y="128108"/>
                    </a:cubicBezTo>
                    <a:cubicBezTo>
                      <a:pt x="-3410" y="82207"/>
                      <a:pt x="-3410" y="47471"/>
                      <a:pt x="10230" y="22660"/>
                    </a:cubicBezTo>
                    <a:cubicBezTo>
                      <a:pt x="22629" y="4052"/>
                      <a:pt x="37509" y="330"/>
                      <a:pt x="38749" y="3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037E66A5-5246-234F-811F-8DBC78C55AA3}"/>
                  </a:ext>
                </a:extLst>
              </p:cNvPr>
              <p:cNvSpPr/>
              <p:nvPr/>
            </p:nvSpPr>
            <p:spPr>
              <a:xfrm>
                <a:off x="17066104" y="8997776"/>
                <a:ext cx="626633" cy="67421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4" h="542">
                    <a:moveTo>
                      <a:pt x="384" y="542"/>
                    </a:moveTo>
                    <a:cubicBezTo>
                      <a:pt x="332" y="542"/>
                      <a:pt x="264" y="528"/>
                      <a:pt x="181" y="500"/>
                    </a:cubicBezTo>
                    <a:cubicBezTo>
                      <a:pt x="86" y="469"/>
                      <a:pt x="4" y="430"/>
                      <a:pt x="3" y="429"/>
                    </a:cubicBezTo>
                    <a:cubicBezTo>
                      <a:pt x="0" y="428"/>
                      <a:pt x="-1" y="424"/>
                      <a:pt x="0" y="420"/>
                    </a:cubicBezTo>
                    <a:lnTo>
                      <a:pt x="54" y="257"/>
                    </a:lnTo>
                    <a:cubicBezTo>
                      <a:pt x="55" y="254"/>
                      <a:pt x="58" y="252"/>
                      <a:pt x="62" y="252"/>
                    </a:cubicBezTo>
                    <a:lnTo>
                      <a:pt x="287" y="293"/>
                    </a:lnTo>
                    <a:lnTo>
                      <a:pt x="346" y="6"/>
                    </a:lnTo>
                    <a:cubicBezTo>
                      <a:pt x="347" y="2"/>
                      <a:pt x="351" y="0"/>
                      <a:pt x="355" y="0"/>
                    </a:cubicBezTo>
                    <a:cubicBezTo>
                      <a:pt x="358" y="2"/>
                      <a:pt x="361" y="5"/>
                      <a:pt x="360" y="9"/>
                    </a:cubicBezTo>
                    <a:lnTo>
                      <a:pt x="299" y="302"/>
                    </a:lnTo>
                    <a:cubicBezTo>
                      <a:pt x="298" y="305"/>
                      <a:pt x="294" y="308"/>
                      <a:pt x="291" y="307"/>
                    </a:cubicBezTo>
                    <a:lnTo>
                      <a:pt x="65" y="267"/>
                    </a:lnTo>
                    <a:lnTo>
                      <a:pt x="15" y="419"/>
                    </a:lnTo>
                    <a:cubicBezTo>
                      <a:pt x="58" y="440"/>
                      <a:pt x="340" y="567"/>
                      <a:pt x="450" y="516"/>
                    </a:cubicBezTo>
                    <a:cubicBezTo>
                      <a:pt x="471" y="507"/>
                      <a:pt x="485" y="491"/>
                      <a:pt x="490" y="469"/>
                    </a:cubicBezTo>
                    <a:cubicBezTo>
                      <a:pt x="491" y="466"/>
                      <a:pt x="495" y="463"/>
                      <a:pt x="499" y="464"/>
                    </a:cubicBezTo>
                    <a:cubicBezTo>
                      <a:pt x="502" y="465"/>
                      <a:pt x="504" y="469"/>
                      <a:pt x="504" y="472"/>
                    </a:cubicBezTo>
                    <a:cubicBezTo>
                      <a:pt x="497" y="499"/>
                      <a:pt x="481" y="518"/>
                      <a:pt x="456" y="529"/>
                    </a:cubicBezTo>
                    <a:cubicBezTo>
                      <a:pt x="437" y="538"/>
                      <a:pt x="413" y="542"/>
                      <a:pt x="384" y="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BEFE9D0C-AE69-A544-B743-8573F7BDF1F8}"/>
                  </a:ext>
                </a:extLst>
              </p:cNvPr>
              <p:cNvSpPr/>
              <p:nvPr/>
            </p:nvSpPr>
            <p:spPr>
              <a:xfrm>
                <a:off x="16718528" y="9114921"/>
                <a:ext cx="422323" cy="40876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0" h="329">
                    <a:moveTo>
                      <a:pt x="138" y="58"/>
                    </a:moveTo>
                    <a:cubicBezTo>
                      <a:pt x="112" y="22"/>
                      <a:pt x="119" y="-4"/>
                      <a:pt x="128" y="0"/>
                    </a:cubicBezTo>
                    <a:cubicBezTo>
                      <a:pt x="159" y="12"/>
                      <a:pt x="198" y="48"/>
                      <a:pt x="222" y="73"/>
                    </a:cubicBezTo>
                    <a:cubicBezTo>
                      <a:pt x="242" y="92"/>
                      <a:pt x="261" y="136"/>
                      <a:pt x="261" y="136"/>
                    </a:cubicBezTo>
                    <a:lnTo>
                      <a:pt x="340" y="165"/>
                    </a:lnTo>
                    <a:lnTo>
                      <a:pt x="286" y="329"/>
                    </a:lnTo>
                    <a:lnTo>
                      <a:pt x="179" y="279"/>
                    </a:lnTo>
                    <a:cubicBezTo>
                      <a:pt x="179" y="279"/>
                      <a:pt x="102" y="270"/>
                      <a:pt x="35" y="210"/>
                    </a:cubicBezTo>
                    <a:cubicBezTo>
                      <a:pt x="-24" y="159"/>
                      <a:pt x="32" y="159"/>
                      <a:pt x="32" y="159"/>
                    </a:cubicBezTo>
                    <a:cubicBezTo>
                      <a:pt x="32" y="159"/>
                      <a:pt x="-5" y="133"/>
                      <a:pt x="1" y="114"/>
                    </a:cubicBezTo>
                    <a:cubicBezTo>
                      <a:pt x="7" y="96"/>
                      <a:pt x="38" y="107"/>
                      <a:pt x="38" y="107"/>
                    </a:cubicBezTo>
                    <a:cubicBezTo>
                      <a:pt x="38" y="107"/>
                      <a:pt x="1" y="81"/>
                      <a:pt x="8" y="61"/>
                    </a:cubicBezTo>
                    <a:cubicBezTo>
                      <a:pt x="15" y="41"/>
                      <a:pt x="54" y="60"/>
                      <a:pt x="54" y="60"/>
                    </a:cubicBezTo>
                    <a:cubicBezTo>
                      <a:pt x="54" y="60"/>
                      <a:pt x="34" y="38"/>
                      <a:pt x="47" y="26"/>
                    </a:cubicBezTo>
                    <a:cubicBezTo>
                      <a:pt x="63" y="7"/>
                      <a:pt x="138" y="58"/>
                      <a:pt x="138" y="5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8" name="Freeform 457">
                <a:extLst>
                  <a:ext uri="{FF2B5EF4-FFF2-40B4-BE49-F238E27FC236}">
                    <a16:creationId xmlns:a16="http://schemas.microsoft.com/office/drawing/2014/main" id="{4FE64BA4-A8B9-3B40-AFF3-83C3851CA08A}"/>
                  </a:ext>
                </a:extLst>
              </p:cNvPr>
              <p:cNvSpPr/>
              <p:nvPr/>
            </p:nvSpPr>
            <p:spPr>
              <a:xfrm>
                <a:off x="16708512" y="9105690"/>
                <a:ext cx="440137" cy="426718"/>
              </a:xfrm>
              <a:custGeom>
                <a:avLst/>
                <a:gdLst>
                  <a:gd name="connsiteX0" fmla="*/ 166526 w 440137"/>
                  <a:gd name="connsiteY0" fmla="*/ 17951 h 426718"/>
                  <a:gd name="connsiteX1" fmla="*/ 187640 w 440137"/>
                  <a:gd name="connsiteY1" fmla="*/ 76336 h 426718"/>
                  <a:gd name="connsiteX2" fmla="*/ 186398 w 440137"/>
                  <a:gd name="connsiteY2" fmla="*/ 87516 h 426718"/>
                  <a:gd name="connsiteX3" fmla="*/ 175220 w 440137"/>
                  <a:gd name="connsiteY3" fmla="*/ 88758 h 426718"/>
                  <a:gd name="connsiteX4" fmla="*/ 73380 w 440137"/>
                  <a:gd name="connsiteY4" fmla="*/ 46522 h 426718"/>
                  <a:gd name="connsiteX5" fmla="*/ 83314 w 440137"/>
                  <a:gd name="connsiteY5" fmla="*/ 77578 h 426718"/>
                  <a:gd name="connsiteX6" fmla="*/ 83314 w 440137"/>
                  <a:gd name="connsiteY6" fmla="*/ 88758 h 426718"/>
                  <a:gd name="connsiteX7" fmla="*/ 72138 w 440137"/>
                  <a:gd name="connsiteY7" fmla="*/ 91243 h 426718"/>
                  <a:gd name="connsiteX8" fmla="*/ 29911 w 440137"/>
                  <a:gd name="connsiteY8" fmla="*/ 83789 h 426718"/>
                  <a:gd name="connsiteX9" fmla="*/ 26185 w 440137"/>
                  <a:gd name="connsiteY9" fmla="*/ 87516 h 426718"/>
                  <a:gd name="connsiteX10" fmla="*/ 60960 w 440137"/>
                  <a:gd name="connsiteY10" fmla="*/ 134721 h 426718"/>
                  <a:gd name="connsiteX11" fmla="*/ 63444 w 440137"/>
                  <a:gd name="connsiteY11" fmla="*/ 145901 h 426718"/>
                  <a:gd name="connsiteX12" fmla="*/ 52266 w 440137"/>
                  <a:gd name="connsiteY12" fmla="*/ 149628 h 426718"/>
                  <a:gd name="connsiteX13" fmla="*/ 22459 w 440137"/>
                  <a:gd name="connsiteY13" fmla="*/ 148386 h 426718"/>
                  <a:gd name="connsiteX14" fmla="*/ 17491 w 440137"/>
                  <a:gd name="connsiteY14" fmla="*/ 154597 h 426718"/>
                  <a:gd name="connsiteX15" fmla="*/ 52266 w 440137"/>
                  <a:gd name="connsiteY15" fmla="*/ 200559 h 426718"/>
                  <a:gd name="connsiteX16" fmla="*/ 55992 w 440137"/>
                  <a:gd name="connsiteY16" fmla="*/ 210497 h 426718"/>
                  <a:gd name="connsiteX17" fmla="*/ 47298 w 440137"/>
                  <a:gd name="connsiteY17" fmla="*/ 215466 h 426718"/>
                  <a:gd name="connsiteX18" fmla="*/ 27427 w 440137"/>
                  <a:gd name="connsiteY18" fmla="*/ 222920 h 426718"/>
                  <a:gd name="connsiteX19" fmla="*/ 57234 w 440137"/>
                  <a:gd name="connsiteY19" fmla="*/ 263913 h 426718"/>
                  <a:gd name="connsiteX20" fmla="*/ 232350 w 440137"/>
                  <a:gd name="connsiteY20" fmla="*/ 345901 h 426718"/>
                  <a:gd name="connsiteX21" fmla="*/ 234834 w 440137"/>
                  <a:gd name="connsiteY21" fmla="*/ 347143 h 426718"/>
                  <a:gd name="connsiteX22" fmla="*/ 359030 w 440137"/>
                  <a:gd name="connsiteY22" fmla="*/ 405528 h 426718"/>
                  <a:gd name="connsiteX23" fmla="*/ 421128 w 440137"/>
                  <a:gd name="connsiteY23" fmla="*/ 219193 h 426718"/>
                  <a:gd name="connsiteX24" fmla="*/ 329222 w 440137"/>
                  <a:gd name="connsiteY24" fmla="*/ 185653 h 426718"/>
                  <a:gd name="connsiteX25" fmla="*/ 325498 w 440137"/>
                  <a:gd name="connsiteY25" fmla="*/ 180684 h 426718"/>
                  <a:gd name="connsiteX26" fmla="*/ 278302 w 440137"/>
                  <a:gd name="connsiteY26" fmla="*/ 104907 h 426718"/>
                  <a:gd name="connsiteX27" fmla="*/ 166526 w 440137"/>
                  <a:gd name="connsiteY27" fmla="*/ 17951 h 426718"/>
                  <a:gd name="connsiteX28" fmla="*/ 161856 w 440137"/>
                  <a:gd name="connsiteY28" fmla="*/ 508 h 426718"/>
                  <a:gd name="connsiteX29" fmla="*/ 171484 w 440137"/>
                  <a:gd name="connsiteY29" fmla="*/ 1751 h 426718"/>
                  <a:gd name="connsiteX30" fmla="*/ 290742 w 440137"/>
                  <a:gd name="connsiteY30" fmla="*/ 93703 h 426718"/>
                  <a:gd name="connsiteX31" fmla="*/ 339190 w 440137"/>
                  <a:gd name="connsiteY31" fmla="*/ 170743 h 426718"/>
                  <a:gd name="connsiteX32" fmla="*/ 434844 w 440137"/>
                  <a:gd name="connsiteY32" fmla="*/ 206779 h 426718"/>
                  <a:gd name="connsiteX33" fmla="*/ 439814 w 440137"/>
                  <a:gd name="connsiteY33" fmla="*/ 217962 h 426718"/>
                  <a:gd name="connsiteX34" fmla="*/ 372732 w 440137"/>
                  <a:gd name="connsiteY34" fmla="*/ 420505 h 426718"/>
                  <a:gd name="connsiteX35" fmla="*/ 367762 w 440137"/>
                  <a:gd name="connsiteY35" fmla="*/ 425475 h 426718"/>
                  <a:gd name="connsiteX36" fmla="*/ 364036 w 440137"/>
                  <a:gd name="connsiteY36" fmla="*/ 426718 h 426718"/>
                  <a:gd name="connsiteX37" fmla="*/ 360308 w 440137"/>
                  <a:gd name="connsiteY37" fmla="*/ 425475 h 426718"/>
                  <a:gd name="connsiteX38" fmla="*/ 228628 w 440137"/>
                  <a:gd name="connsiteY38" fmla="*/ 363346 h 426718"/>
                  <a:gd name="connsiteX39" fmla="*/ 46014 w 440137"/>
                  <a:gd name="connsiteY39" fmla="*/ 276364 h 426718"/>
                  <a:gd name="connsiteX40" fmla="*/ 11230 w 440137"/>
                  <a:gd name="connsiteY40" fmla="*/ 216719 h 426718"/>
                  <a:gd name="connsiteX41" fmla="*/ 27380 w 440137"/>
                  <a:gd name="connsiteY41" fmla="*/ 201808 h 426718"/>
                  <a:gd name="connsiteX42" fmla="*/ 1292 w 440137"/>
                  <a:gd name="connsiteY42" fmla="*/ 148377 h 426718"/>
                  <a:gd name="connsiteX43" fmla="*/ 14957 w 440137"/>
                  <a:gd name="connsiteY43" fmla="*/ 133466 h 426718"/>
                  <a:gd name="connsiteX44" fmla="*/ 28622 w 440137"/>
                  <a:gd name="connsiteY44" fmla="*/ 128495 h 426718"/>
                  <a:gd name="connsiteX45" fmla="*/ 9988 w 440137"/>
                  <a:gd name="connsiteY45" fmla="*/ 82519 h 426718"/>
                  <a:gd name="connsiteX46" fmla="*/ 23653 w 440137"/>
                  <a:gd name="connsiteY46" fmla="*/ 67608 h 426718"/>
                  <a:gd name="connsiteX47" fmla="*/ 55952 w 440137"/>
                  <a:gd name="connsiteY47" fmla="*/ 67608 h 426718"/>
                  <a:gd name="connsiteX48" fmla="*/ 59679 w 440137"/>
                  <a:gd name="connsiteY48" fmla="*/ 35301 h 426718"/>
                  <a:gd name="connsiteX49" fmla="*/ 155334 w 440137"/>
                  <a:gd name="connsiteY49" fmla="*/ 56425 h 426718"/>
                  <a:gd name="connsiteX50" fmla="*/ 154092 w 440137"/>
                  <a:gd name="connsiteY50" fmla="*/ 6721 h 426718"/>
                  <a:gd name="connsiteX51" fmla="*/ 161856 w 440137"/>
                  <a:gd name="connsiteY51" fmla="*/ 508 h 426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</a:cxnLst>
                <a:rect l="l" t="t" r="r" b="b"/>
                <a:pathLst>
                  <a:path w="440137" h="426718">
                    <a:moveTo>
                      <a:pt x="166526" y="17951"/>
                    </a:moveTo>
                    <a:cubicBezTo>
                      <a:pt x="165284" y="24162"/>
                      <a:pt x="165284" y="45280"/>
                      <a:pt x="187640" y="76336"/>
                    </a:cubicBezTo>
                    <a:cubicBezTo>
                      <a:pt x="190124" y="80063"/>
                      <a:pt x="190124" y="83789"/>
                      <a:pt x="186398" y="87516"/>
                    </a:cubicBezTo>
                    <a:cubicBezTo>
                      <a:pt x="183914" y="90001"/>
                      <a:pt x="178946" y="91243"/>
                      <a:pt x="175220" y="88758"/>
                    </a:cubicBezTo>
                    <a:cubicBezTo>
                      <a:pt x="134236" y="61429"/>
                      <a:pt x="82072" y="36585"/>
                      <a:pt x="73380" y="46522"/>
                    </a:cubicBezTo>
                    <a:cubicBezTo>
                      <a:pt x="63444" y="56460"/>
                      <a:pt x="82072" y="77578"/>
                      <a:pt x="83314" y="77578"/>
                    </a:cubicBezTo>
                    <a:cubicBezTo>
                      <a:pt x="85798" y="81305"/>
                      <a:pt x="85798" y="86274"/>
                      <a:pt x="83314" y="88758"/>
                    </a:cubicBezTo>
                    <a:cubicBezTo>
                      <a:pt x="80830" y="92485"/>
                      <a:pt x="75864" y="93727"/>
                      <a:pt x="72138" y="91243"/>
                    </a:cubicBezTo>
                    <a:cubicBezTo>
                      <a:pt x="60960" y="86274"/>
                      <a:pt x="39846" y="80063"/>
                      <a:pt x="29911" y="83789"/>
                    </a:cubicBezTo>
                    <a:cubicBezTo>
                      <a:pt x="28669" y="83789"/>
                      <a:pt x="27427" y="86274"/>
                      <a:pt x="26185" y="87516"/>
                    </a:cubicBezTo>
                    <a:cubicBezTo>
                      <a:pt x="22459" y="102423"/>
                      <a:pt x="47298" y="124783"/>
                      <a:pt x="60960" y="134721"/>
                    </a:cubicBezTo>
                    <a:cubicBezTo>
                      <a:pt x="63444" y="137205"/>
                      <a:pt x="65927" y="142174"/>
                      <a:pt x="63444" y="145901"/>
                    </a:cubicBezTo>
                    <a:cubicBezTo>
                      <a:pt x="60960" y="149628"/>
                      <a:pt x="57234" y="150870"/>
                      <a:pt x="52266" y="149628"/>
                    </a:cubicBezTo>
                    <a:cubicBezTo>
                      <a:pt x="48540" y="148386"/>
                      <a:pt x="31153" y="144659"/>
                      <a:pt x="22459" y="148386"/>
                    </a:cubicBezTo>
                    <a:cubicBezTo>
                      <a:pt x="21217" y="149628"/>
                      <a:pt x="18733" y="150870"/>
                      <a:pt x="17491" y="154597"/>
                    </a:cubicBezTo>
                    <a:cubicBezTo>
                      <a:pt x="13765" y="165777"/>
                      <a:pt x="36120" y="188137"/>
                      <a:pt x="52266" y="200559"/>
                    </a:cubicBezTo>
                    <a:cubicBezTo>
                      <a:pt x="55992" y="203044"/>
                      <a:pt x="57234" y="206771"/>
                      <a:pt x="55992" y="210497"/>
                    </a:cubicBezTo>
                    <a:cubicBezTo>
                      <a:pt x="54750" y="212982"/>
                      <a:pt x="51024" y="215466"/>
                      <a:pt x="47298" y="215466"/>
                    </a:cubicBezTo>
                    <a:cubicBezTo>
                      <a:pt x="39846" y="215466"/>
                      <a:pt x="28669" y="217951"/>
                      <a:pt x="27427" y="222920"/>
                    </a:cubicBezTo>
                    <a:cubicBezTo>
                      <a:pt x="27427" y="222920"/>
                      <a:pt x="23701" y="234100"/>
                      <a:pt x="57234" y="263913"/>
                    </a:cubicBezTo>
                    <a:cubicBezTo>
                      <a:pt x="139204" y="334721"/>
                      <a:pt x="231108" y="345901"/>
                      <a:pt x="232350" y="345901"/>
                    </a:cubicBezTo>
                    <a:cubicBezTo>
                      <a:pt x="233592" y="347143"/>
                      <a:pt x="233592" y="347143"/>
                      <a:pt x="234834" y="347143"/>
                    </a:cubicBezTo>
                    <a:lnTo>
                      <a:pt x="359030" y="405528"/>
                    </a:lnTo>
                    <a:lnTo>
                      <a:pt x="421128" y="219193"/>
                    </a:lnTo>
                    <a:lnTo>
                      <a:pt x="329222" y="185653"/>
                    </a:lnTo>
                    <a:cubicBezTo>
                      <a:pt x="327980" y="184410"/>
                      <a:pt x="325498" y="183168"/>
                      <a:pt x="325498" y="180684"/>
                    </a:cubicBezTo>
                    <a:cubicBezTo>
                      <a:pt x="325498" y="180684"/>
                      <a:pt x="301900" y="127268"/>
                      <a:pt x="278302" y="104907"/>
                    </a:cubicBezTo>
                    <a:cubicBezTo>
                      <a:pt x="255948" y="82547"/>
                      <a:pt x="205026" y="32858"/>
                      <a:pt x="166526" y="17951"/>
                    </a:cubicBezTo>
                    <a:close/>
                    <a:moveTo>
                      <a:pt x="161856" y="508"/>
                    </a:moveTo>
                    <a:cubicBezTo>
                      <a:pt x="164962" y="-424"/>
                      <a:pt x="168378" y="-113"/>
                      <a:pt x="171484" y="1751"/>
                    </a:cubicBezTo>
                    <a:cubicBezTo>
                      <a:pt x="207510" y="15419"/>
                      <a:pt x="250988" y="53940"/>
                      <a:pt x="290742" y="93703"/>
                    </a:cubicBezTo>
                    <a:cubicBezTo>
                      <a:pt x="313102" y="114827"/>
                      <a:pt x="334220" y="158318"/>
                      <a:pt x="339190" y="170743"/>
                    </a:cubicBezTo>
                    <a:lnTo>
                      <a:pt x="434844" y="206779"/>
                    </a:lnTo>
                    <a:cubicBezTo>
                      <a:pt x="438572" y="208021"/>
                      <a:pt x="441056" y="212992"/>
                      <a:pt x="439814" y="217962"/>
                    </a:cubicBezTo>
                    <a:lnTo>
                      <a:pt x="372732" y="420505"/>
                    </a:lnTo>
                    <a:cubicBezTo>
                      <a:pt x="372732" y="422990"/>
                      <a:pt x="370246" y="424233"/>
                      <a:pt x="367762" y="425475"/>
                    </a:cubicBezTo>
                    <a:cubicBezTo>
                      <a:pt x="366520" y="426718"/>
                      <a:pt x="365278" y="426718"/>
                      <a:pt x="364036" y="426718"/>
                    </a:cubicBezTo>
                    <a:cubicBezTo>
                      <a:pt x="362794" y="426718"/>
                      <a:pt x="362794" y="426718"/>
                      <a:pt x="360308" y="425475"/>
                    </a:cubicBezTo>
                    <a:lnTo>
                      <a:pt x="228628" y="363346"/>
                    </a:lnTo>
                    <a:cubicBezTo>
                      <a:pt x="216206" y="362103"/>
                      <a:pt x="126762" y="347192"/>
                      <a:pt x="46014" y="276364"/>
                    </a:cubicBezTo>
                    <a:cubicBezTo>
                      <a:pt x="16200" y="250270"/>
                      <a:pt x="5019" y="231631"/>
                      <a:pt x="11230" y="216719"/>
                    </a:cubicBezTo>
                    <a:cubicBezTo>
                      <a:pt x="14957" y="209264"/>
                      <a:pt x="21169" y="204294"/>
                      <a:pt x="27380" y="201808"/>
                    </a:cubicBezTo>
                    <a:cubicBezTo>
                      <a:pt x="12473" y="189382"/>
                      <a:pt x="-4919" y="168258"/>
                      <a:pt x="1292" y="148377"/>
                    </a:cubicBezTo>
                    <a:cubicBezTo>
                      <a:pt x="3777" y="142164"/>
                      <a:pt x="8746" y="135951"/>
                      <a:pt x="14957" y="133466"/>
                    </a:cubicBezTo>
                    <a:cubicBezTo>
                      <a:pt x="18684" y="130980"/>
                      <a:pt x="23653" y="129738"/>
                      <a:pt x="28622" y="128495"/>
                    </a:cubicBezTo>
                    <a:cubicBezTo>
                      <a:pt x="16200" y="116069"/>
                      <a:pt x="5019" y="98673"/>
                      <a:pt x="9988" y="82519"/>
                    </a:cubicBezTo>
                    <a:cubicBezTo>
                      <a:pt x="12473" y="75064"/>
                      <a:pt x="17442" y="70093"/>
                      <a:pt x="23653" y="67608"/>
                    </a:cubicBezTo>
                    <a:cubicBezTo>
                      <a:pt x="33591" y="63880"/>
                      <a:pt x="44772" y="65123"/>
                      <a:pt x="55952" y="67608"/>
                    </a:cubicBezTo>
                    <a:cubicBezTo>
                      <a:pt x="50983" y="56425"/>
                      <a:pt x="50983" y="45241"/>
                      <a:pt x="59679" y="35301"/>
                    </a:cubicBezTo>
                    <a:cubicBezTo>
                      <a:pt x="77070" y="15419"/>
                      <a:pt x="123034" y="37786"/>
                      <a:pt x="155334" y="56425"/>
                    </a:cubicBezTo>
                    <a:cubicBezTo>
                      <a:pt x="146638" y="32815"/>
                      <a:pt x="147880" y="15419"/>
                      <a:pt x="154092" y="6721"/>
                    </a:cubicBezTo>
                    <a:cubicBezTo>
                      <a:pt x="155956" y="3615"/>
                      <a:pt x="158750" y="1440"/>
                      <a:pt x="161856" y="50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C13271CF-A597-A04C-9669-C333377303E1}"/>
                  </a:ext>
                </a:extLst>
              </p:cNvPr>
              <p:cNvSpPr/>
              <p:nvPr/>
            </p:nvSpPr>
            <p:spPr>
              <a:xfrm>
                <a:off x="17254219" y="10639060"/>
                <a:ext cx="89697" cy="3950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3" h="318">
                    <a:moveTo>
                      <a:pt x="66" y="318"/>
                    </a:moveTo>
                    <a:cubicBezTo>
                      <a:pt x="62" y="318"/>
                      <a:pt x="60" y="315"/>
                      <a:pt x="59" y="312"/>
                    </a:cubicBezTo>
                    <a:lnTo>
                      <a:pt x="0" y="9"/>
                    </a:lnTo>
                    <a:cubicBezTo>
                      <a:pt x="-1" y="5"/>
                      <a:pt x="2" y="1"/>
                      <a:pt x="5" y="0"/>
                    </a:cubicBezTo>
                    <a:cubicBezTo>
                      <a:pt x="9" y="-1"/>
                      <a:pt x="13" y="2"/>
                      <a:pt x="13" y="5"/>
                    </a:cubicBezTo>
                    <a:lnTo>
                      <a:pt x="73" y="309"/>
                    </a:lnTo>
                    <a:cubicBezTo>
                      <a:pt x="73" y="313"/>
                      <a:pt x="71" y="317"/>
                      <a:pt x="67" y="31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5" name="Freeform 354">
                <a:extLst>
                  <a:ext uri="{FF2B5EF4-FFF2-40B4-BE49-F238E27FC236}">
                    <a16:creationId xmlns:a16="http://schemas.microsoft.com/office/drawing/2014/main" id="{03EA50CD-EB54-2A42-9AFF-642DF3ED43AF}"/>
                  </a:ext>
                </a:extLst>
              </p:cNvPr>
              <p:cNvSpPr/>
              <p:nvPr/>
            </p:nvSpPr>
            <p:spPr>
              <a:xfrm>
                <a:off x="16899168" y="7542180"/>
                <a:ext cx="696398" cy="7091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60" h="570">
                    <a:moveTo>
                      <a:pt x="560" y="366"/>
                    </a:moveTo>
                    <a:cubicBezTo>
                      <a:pt x="559" y="337"/>
                      <a:pt x="545" y="320"/>
                      <a:pt x="532" y="311"/>
                    </a:cubicBezTo>
                    <a:cubicBezTo>
                      <a:pt x="547" y="299"/>
                      <a:pt x="569" y="272"/>
                      <a:pt x="556" y="225"/>
                    </a:cubicBezTo>
                    <a:cubicBezTo>
                      <a:pt x="548" y="194"/>
                      <a:pt x="523" y="183"/>
                      <a:pt x="504" y="181"/>
                    </a:cubicBezTo>
                    <a:cubicBezTo>
                      <a:pt x="509" y="167"/>
                      <a:pt x="515" y="143"/>
                      <a:pt x="500" y="115"/>
                    </a:cubicBezTo>
                    <a:cubicBezTo>
                      <a:pt x="484" y="88"/>
                      <a:pt x="448" y="90"/>
                      <a:pt x="432" y="93"/>
                    </a:cubicBezTo>
                    <a:cubicBezTo>
                      <a:pt x="430" y="77"/>
                      <a:pt x="424" y="43"/>
                      <a:pt x="393" y="30"/>
                    </a:cubicBezTo>
                    <a:cubicBezTo>
                      <a:pt x="363" y="17"/>
                      <a:pt x="336" y="30"/>
                      <a:pt x="323" y="38"/>
                    </a:cubicBezTo>
                    <a:cubicBezTo>
                      <a:pt x="315" y="25"/>
                      <a:pt x="296" y="0"/>
                      <a:pt x="263" y="0"/>
                    </a:cubicBezTo>
                    <a:cubicBezTo>
                      <a:pt x="231" y="0"/>
                      <a:pt x="210" y="23"/>
                      <a:pt x="201" y="34"/>
                    </a:cubicBezTo>
                    <a:cubicBezTo>
                      <a:pt x="189" y="26"/>
                      <a:pt x="161" y="9"/>
                      <a:pt x="134" y="18"/>
                    </a:cubicBezTo>
                    <a:cubicBezTo>
                      <a:pt x="107" y="27"/>
                      <a:pt x="98" y="57"/>
                      <a:pt x="94" y="71"/>
                    </a:cubicBezTo>
                    <a:cubicBezTo>
                      <a:pt x="80" y="68"/>
                      <a:pt x="49" y="63"/>
                      <a:pt x="27" y="83"/>
                    </a:cubicBezTo>
                    <a:cubicBezTo>
                      <a:pt x="2" y="107"/>
                      <a:pt x="14" y="142"/>
                      <a:pt x="21" y="155"/>
                    </a:cubicBezTo>
                    <a:cubicBezTo>
                      <a:pt x="14" y="162"/>
                      <a:pt x="2" y="175"/>
                      <a:pt x="0" y="193"/>
                    </a:cubicBezTo>
                    <a:cubicBezTo>
                      <a:pt x="-2" y="206"/>
                      <a:pt x="3" y="219"/>
                      <a:pt x="13" y="231"/>
                    </a:cubicBezTo>
                    <a:cubicBezTo>
                      <a:pt x="52" y="275"/>
                      <a:pt x="165" y="260"/>
                      <a:pt x="202" y="254"/>
                    </a:cubicBezTo>
                    <a:cubicBezTo>
                      <a:pt x="199" y="269"/>
                      <a:pt x="196" y="296"/>
                      <a:pt x="211" y="315"/>
                    </a:cubicBezTo>
                    <a:cubicBezTo>
                      <a:pt x="222" y="329"/>
                      <a:pt x="240" y="335"/>
                      <a:pt x="265" y="334"/>
                    </a:cubicBezTo>
                    <a:cubicBezTo>
                      <a:pt x="264" y="348"/>
                      <a:pt x="264" y="376"/>
                      <a:pt x="277" y="390"/>
                    </a:cubicBezTo>
                    <a:cubicBezTo>
                      <a:pt x="283" y="397"/>
                      <a:pt x="290" y="400"/>
                      <a:pt x="298" y="400"/>
                    </a:cubicBezTo>
                    <a:cubicBezTo>
                      <a:pt x="301" y="400"/>
                      <a:pt x="305" y="400"/>
                      <a:pt x="308" y="400"/>
                    </a:cubicBezTo>
                    <a:cubicBezTo>
                      <a:pt x="322" y="401"/>
                      <a:pt x="332" y="401"/>
                      <a:pt x="339" y="394"/>
                    </a:cubicBezTo>
                    <a:cubicBezTo>
                      <a:pt x="346" y="388"/>
                      <a:pt x="348" y="377"/>
                      <a:pt x="348" y="354"/>
                    </a:cubicBezTo>
                    <a:cubicBezTo>
                      <a:pt x="348" y="337"/>
                      <a:pt x="362" y="330"/>
                      <a:pt x="376" y="330"/>
                    </a:cubicBezTo>
                    <a:cubicBezTo>
                      <a:pt x="394" y="330"/>
                      <a:pt x="414" y="341"/>
                      <a:pt x="415" y="367"/>
                    </a:cubicBezTo>
                    <a:cubicBezTo>
                      <a:pt x="416" y="419"/>
                      <a:pt x="415" y="449"/>
                      <a:pt x="400" y="461"/>
                    </a:cubicBezTo>
                    <a:cubicBezTo>
                      <a:pt x="391" y="469"/>
                      <a:pt x="376" y="471"/>
                      <a:pt x="353" y="466"/>
                    </a:cubicBezTo>
                    <a:cubicBezTo>
                      <a:pt x="351" y="466"/>
                      <a:pt x="349" y="466"/>
                      <a:pt x="348" y="467"/>
                    </a:cubicBezTo>
                    <a:cubicBezTo>
                      <a:pt x="346" y="469"/>
                      <a:pt x="345" y="471"/>
                      <a:pt x="345" y="472"/>
                    </a:cubicBezTo>
                    <a:cubicBezTo>
                      <a:pt x="345" y="476"/>
                      <a:pt x="339" y="537"/>
                      <a:pt x="388" y="560"/>
                    </a:cubicBezTo>
                    <a:cubicBezTo>
                      <a:pt x="400" y="567"/>
                      <a:pt x="413" y="570"/>
                      <a:pt x="425" y="570"/>
                    </a:cubicBezTo>
                    <a:cubicBezTo>
                      <a:pt x="437" y="570"/>
                      <a:pt x="449" y="567"/>
                      <a:pt x="458" y="559"/>
                    </a:cubicBezTo>
                    <a:cubicBezTo>
                      <a:pt x="471" y="551"/>
                      <a:pt x="478" y="537"/>
                      <a:pt x="479" y="523"/>
                    </a:cubicBezTo>
                    <a:cubicBezTo>
                      <a:pt x="498" y="524"/>
                      <a:pt x="525" y="517"/>
                      <a:pt x="537" y="488"/>
                    </a:cubicBezTo>
                    <a:cubicBezTo>
                      <a:pt x="548" y="459"/>
                      <a:pt x="538" y="437"/>
                      <a:pt x="531" y="427"/>
                    </a:cubicBezTo>
                    <a:cubicBezTo>
                      <a:pt x="542" y="420"/>
                      <a:pt x="560" y="401"/>
                      <a:pt x="560" y="3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6" name="Freeform 355">
                <a:extLst>
                  <a:ext uri="{FF2B5EF4-FFF2-40B4-BE49-F238E27FC236}">
                    <a16:creationId xmlns:a16="http://schemas.microsoft.com/office/drawing/2014/main" id="{A993EAFF-766F-8540-8433-00AEAEC285C1}"/>
                  </a:ext>
                </a:extLst>
              </p:cNvPr>
              <p:cNvSpPr/>
              <p:nvPr/>
            </p:nvSpPr>
            <p:spPr>
              <a:xfrm>
                <a:off x="17155801" y="8287425"/>
                <a:ext cx="85960" cy="1183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" h="96">
                    <a:moveTo>
                      <a:pt x="70" y="6"/>
                    </a:moveTo>
                    <a:cubicBezTo>
                      <a:pt x="69" y="4"/>
                      <a:pt x="68" y="2"/>
                      <a:pt x="66" y="1"/>
                    </a:cubicBezTo>
                    <a:cubicBezTo>
                      <a:pt x="64" y="0"/>
                      <a:pt x="62" y="0"/>
                      <a:pt x="59" y="1"/>
                    </a:cubicBezTo>
                    <a:cubicBezTo>
                      <a:pt x="29" y="18"/>
                      <a:pt x="5" y="25"/>
                      <a:pt x="5" y="25"/>
                    </a:cubicBezTo>
                    <a:cubicBezTo>
                      <a:pt x="2" y="26"/>
                      <a:pt x="0" y="29"/>
                      <a:pt x="0" y="32"/>
                    </a:cubicBezTo>
                    <a:lnTo>
                      <a:pt x="0" y="89"/>
                    </a:lnTo>
                    <a:cubicBezTo>
                      <a:pt x="0" y="91"/>
                      <a:pt x="1" y="94"/>
                      <a:pt x="3" y="95"/>
                    </a:cubicBezTo>
                    <a:cubicBezTo>
                      <a:pt x="4" y="96"/>
                      <a:pt x="5" y="96"/>
                      <a:pt x="7" y="96"/>
                    </a:cubicBezTo>
                    <a:cubicBezTo>
                      <a:pt x="8" y="96"/>
                      <a:pt x="9" y="96"/>
                      <a:pt x="9" y="96"/>
                    </a:cubicBezTo>
                    <a:cubicBezTo>
                      <a:pt x="79" y="70"/>
                      <a:pt x="70" y="6"/>
                      <a:pt x="70" y="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4" name="Freeform 373">
                <a:extLst>
                  <a:ext uri="{FF2B5EF4-FFF2-40B4-BE49-F238E27FC236}">
                    <a16:creationId xmlns:a16="http://schemas.microsoft.com/office/drawing/2014/main" id="{E0C0CBDF-2ED5-D94D-8401-0F963A9BE352}"/>
                  </a:ext>
                </a:extLst>
              </p:cNvPr>
              <p:cNvSpPr/>
              <p:nvPr/>
            </p:nvSpPr>
            <p:spPr>
              <a:xfrm>
                <a:off x="16764623" y="12568223"/>
                <a:ext cx="488350" cy="120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3" h="98">
                    <a:moveTo>
                      <a:pt x="0" y="63"/>
                    </a:moveTo>
                    <a:cubicBezTo>
                      <a:pt x="0" y="83"/>
                      <a:pt x="5" y="98"/>
                      <a:pt x="5" y="98"/>
                    </a:cubicBezTo>
                    <a:lnTo>
                      <a:pt x="386" y="98"/>
                    </a:lnTo>
                    <a:cubicBezTo>
                      <a:pt x="386" y="98"/>
                      <a:pt x="395" y="54"/>
                      <a:pt x="392" y="0"/>
                    </a:cubicBezTo>
                    <a:cubicBezTo>
                      <a:pt x="329" y="-1"/>
                      <a:pt x="281" y="19"/>
                      <a:pt x="251" y="37"/>
                    </a:cubicBezTo>
                    <a:cubicBezTo>
                      <a:pt x="225" y="52"/>
                      <a:pt x="195" y="57"/>
                      <a:pt x="165" y="51"/>
                    </a:cubicBezTo>
                    <a:cubicBezTo>
                      <a:pt x="74" y="33"/>
                      <a:pt x="21" y="52"/>
                      <a:pt x="0" y="63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35B981B-C110-5A4C-8154-45CC298E7955}"/>
                </a:ext>
              </a:extLst>
            </p:cNvPr>
            <p:cNvGrpSpPr/>
            <p:nvPr/>
          </p:nvGrpSpPr>
          <p:grpSpPr>
            <a:xfrm>
              <a:off x="15416676" y="6752071"/>
              <a:ext cx="1268216" cy="1780858"/>
              <a:chOff x="15416676" y="6752071"/>
              <a:chExt cx="1268216" cy="1780858"/>
            </a:xfrm>
          </p:grpSpPr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D8925EEC-0D9B-4742-986B-FBCC0E086D11}"/>
                  </a:ext>
                </a:extLst>
              </p:cNvPr>
              <p:cNvSpPr/>
              <p:nvPr/>
            </p:nvSpPr>
            <p:spPr>
              <a:xfrm>
                <a:off x="15425397" y="6760794"/>
                <a:ext cx="1250775" cy="17634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05" h="1416">
                    <a:moveTo>
                      <a:pt x="92" y="0"/>
                    </a:moveTo>
                    <a:lnTo>
                      <a:pt x="502" y="0"/>
                    </a:lnTo>
                    <a:lnTo>
                      <a:pt x="912" y="0"/>
                    </a:lnTo>
                    <a:cubicBezTo>
                      <a:pt x="938" y="0"/>
                      <a:pt x="961" y="11"/>
                      <a:pt x="977" y="27"/>
                    </a:cubicBezTo>
                    <a:cubicBezTo>
                      <a:pt x="995" y="43"/>
                      <a:pt x="1005" y="67"/>
                      <a:pt x="1005" y="93"/>
                    </a:cubicBezTo>
                    <a:lnTo>
                      <a:pt x="1005" y="615"/>
                    </a:lnTo>
                    <a:lnTo>
                      <a:pt x="1005" y="1138"/>
                    </a:lnTo>
                    <a:cubicBezTo>
                      <a:pt x="1005" y="1163"/>
                      <a:pt x="995" y="1186"/>
                      <a:pt x="977" y="1203"/>
                    </a:cubicBezTo>
                    <a:cubicBezTo>
                      <a:pt x="961" y="1220"/>
                      <a:pt x="938" y="1230"/>
                      <a:pt x="912" y="1230"/>
                    </a:cubicBezTo>
                    <a:lnTo>
                      <a:pt x="880" y="1230"/>
                    </a:lnTo>
                    <a:lnTo>
                      <a:pt x="766" y="1230"/>
                    </a:lnTo>
                    <a:lnTo>
                      <a:pt x="714" y="1324"/>
                    </a:lnTo>
                    <a:lnTo>
                      <a:pt x="662" y="1416"/>
                    </a:lnTo>
                    <a:lnTo>
                      <a:pt x="615" y="1324"/>
                    </a:lnTo>
                    <a:lnTo>
                      <a:pt x="567" y="1230"/>
                    </a:lnTo>
                    <a:lnTo>
                      <a:pt x="371" y="1230"/>
                    </a:lnTo>
                    <a:lnTo>
                      <a:pt x="92" y="1230"/>
                    </a:lnTo>
                    <a:cubicBezTo>
                      <a:pt x="67" y="1230"/>
                      <a:pt x="43" y="1220"/>
                      <a:pt x="27" y="1203"/>
                    </a:cubicBezTo>
                    <a:cubicBezTo>
                      <a:pt x="10" y="1186"/>
                      <a:pt x="0" y="1163"/>
                      <a:pt x="0" y="1138"/>
                    </a:cubicBezTo>
                    <a:lnTo>
                      <a:pt x="0" y="615"/>
                    </a:lnTo>
                    <a:lnTo>
                      <a:pt x="0" y="93"/>
                    </a:lnTo>
                    <a:cubicBezTo>
                      <a:pt x="0" y="67"/>
                      <a:pt x="10" y="43"/>
                      <a:pt x="27" y="27"/>
                    </a:cubicBezTo>
                    <a:cubicBezTo>
                      <a:pt x="43" y="11"/>
                      <a:pt x="67" y="0"/>
                      <a:pt x="9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C3AC3E11-86D1-2546-A819-A2CE8FBA1298}"/>
                  </a:ext>
                </a:extLst>
              </p:cNvPr>
              <p:cNvSpPr/>
              <p:nvPr/>
            </p:nvSpPr>
            <p:spPr>
              <a:xfrm>
                <a:off x="15416676" y="6752071"/>
                <a:ext cx="1268216" cy="1780858"/>
              </a:xfrm>
              <a:custGeom>
                <a:avLst/>
                <a:gdLst>
                  <a:gd name="connsiteX0" fmla="*/ 123226 w 1268216"/>
                  <a:gd name="connsiteY0" fmla="*/ 17447 h 1780858"/>
                  <a:gd name="connsiteX1" fmla="*/ 48554 w 1268216"/>
                  <a:gd name="connsiteY1" fmla="*/ 48581 h 1780858"/>
                  <a:gd name="connsiteX2" fmla="*/ 17441 w 1268216"/>
                  <a:gd name="connsiteY2" fmla="*/ 124546 h 1780858"/>
                  <a:gd name="connsiteX3" fmla="*/ 17441 w 1268216"/>
                  <a:gd name="connsiteY3" fmla="*/ 1425922 h 1780858"/>
                  <a:gd name="connsiteX4" fmla="*/ 48554 w 1268216"/>
                  <a:gd name="connsiteY4" fmla="*/ 1500643 h 1780858"/>
                  <a:gd name="connsiteX5" fmla="*/ 123226 w 1268216"/>
                  <a:gd name="connsiteY5" fmla="*/ 1531776 h 1780858"/>
                  <a:gd name="connsiteX6" fmla="*/ 714380 w 1268216"/>
                  <a:gd name="connsiteY6" fmla="*/ 1531776 h 1780858"/>
                  <a:gd name="connsiteX7" fmla="*/ 721847 w 1268216"/>
                  <a:gd name="connsiteY7" fmla="*/ 1536757 h 1780858"/>
                  <a:gd name="connsiteX8" fmla="*/ 832610 w 1268216"/>
                  <a:gd name="connsiteY8" fmla="*/ 1754691 h 1780858"/>
                  <a:gd name="connsiteX9" fmla="*/ 954575 w 1268216"/>
                  <a:gd name="connsiteY9" fmla="*/ 1535512 h 1780858"/>
                  <a:gd name="connsiteX10" fmla="*/ 962042 w 1268216"/>
                  <a:gd name="connsiteY10" fmla="*/ 1531776 h 1780858"/>
                  <a:gd name="connsiteX11" fmla="*/ 1143744 w 1268216"/>
                  <a:gd name="connsiteY11" fmla="*/ 1531776 h 1780858"/>
                  <a:gd name="connsiteX12" fmla="*/ 1219660 w 1268216"/>
                  <a:gd name="connsiteY12" fmla="*/ 1500643 h 1780858"/>
                  <a:gd name="connsiteX13" fmla="*/ 1249529 w 1268216"/>
                  <a:gd name="connsiteY13" fmla="*/ 1425922 h 1780858"/>
                  <a:gd name="connsiteX14" fmla="*/ 1249529 w 1268216"/>
                  <a:gd name="connsiteY14" fmla="*/ 124546 h 1780858"/>
                  <a:gd name="connsiteX15" fmla="*/ 1219660 w 1268216"/>
                  <a:gd name="connsiteY15" fmla="*/ 48581 h 1780858"/>
                  <a:gd name="connsiteX16" fmla="*/ 1143744 w 1268216"/>
                  <a:gd name="connsiteY16" fmla="*/ 17447 h 1780858"/>
                  <a:gd name="connsiteX17" fmla="*/ 123212 w 1268216"/>
                  <a:gd name="connsiteY17" fmla="*/ 0 h 1780858"/>
                  <a:gd name="connsiteX18" fmla="*/ 1143759 w 1268216"/>
                  <a:gd name="connsiteY18" fmla="*/ 0 h 1780858"/>
                  <a:gd name="connsiteX19" fmla="*/ 1230879 w 1268216"/>
                  <a:gd name="connsiteY19" fmla="*/ 36116 h 1780858"/>
                  <a:gd name="connsiteX20" fmla="*/ 1268216 w 1268216"/>
                  <a:gd name="connsiteY20" fmla="*/ 124536 h 1780858"/>
                  <a:gd name="connsiteX21" fmla="*/ 1268216 w 1268216"/>
                  <a:gd name="connsiteY21" fmla="*/ 1425932 h 1780858"/>
                  <a:gd name="connsiteX22" fmla="*/ 1230879 w 1268216"/>
                  <a:gd name="connsiteY22" fmla="*/ 1513107 h 1780858"/>
                  <a:gd name="connsiteX23" fmla="*/ 1143759 w 1268216"/>
                  <a:gd name="connsiteY23" fmla="*/ 1549222 h 1780858"/>
                  <a:gd name="connsiteX24" fmla="*/ 967030 w 1268216"/>
                  <a:gd name="connsiteY24" fmla="*/ 1549222 h 1780858"/>
                  <a:gd name="connsiteX25" fmla="*/ 840084 w 1268216"/>
                  <a:gd name="connsiteY25" fmla="*/ 1777122 h 1780858"/>
                  <a:gd name="connsiteX26" fmla="*/ 832617 w 1268216"/>
                  <a:gd name="connsiteY26" fmla="*/ 1780858 h 1780858"/>
                  <a:gd name="connsiteX27" fmla="*/ 825149 w 1268216"/>
                  <a:gd name="connsiteY27" fmla="*/ 1777122 h 1780858"/>
                  <a:gd name="connsiteX28" fmla="*/ 709404 w 1268216"/>
                  <a:gd name="connsiteY28" fmla="*/ 1549222 h 1780858"/>
                  <a:gd name="connsiteX29" fmla="*/ 123212 w 1268216"/>
                  <a:gd name="connsiteY29" fmla="*/ 1549222 h 1780858"/>
                  <a:gd name="connsiteX30" fmla="*/ 36093 w 1268216"/>
                  <a:gd name="connsiteY30" fmla="*/ 1513107 h 1780858"/>
                  <a:gd name="connsiteX31" fmla="*/ 0 w 1268216"/>
                  <a:gd name="connsiteY31" fmla="*/ 1425932 h 1780858"/>
                  <a:gd name="connsiteX32" fmla="*/ 0 w 1268216"/>
                  <a:gd name="connsiteY32" fmla="*/ 124536 h 1780858"/>
                  <a:gd name="connsiteX33" fmla="*/ 36093 w 1268216"/>
                  <a:gd name="connsiteY33" fmla="*/ 36116 h 1780858"/>
                  <a:gd name="connsiteX34" fmla="*/ 123212 w 1268216"/>
                  <a:gd name="connsiteY34" fmla="*/ 0 h 17808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1268216" h="1780858">
                    <a:moveTo>
                      <a:pt x="123226" y="17447"/>
                    </a:moveTo>
                    <a:cubicBezTo>
                      <a:pt x="94602" y="17447"/>
                      <a:pt x="68467" y="28655"/>
                      <a:pt x="48554" y="48581"/>
                    </a:cubicBezTo>
                    <a:cubicBezTo>
                      <a:pt x="27397" y="68506"/>
                      <a:pt x="17441" y="94658"/>
                      <a:pt x="17441" y="124546"/>
                    </a:cubicBezTo>
                    <a:lnTo>
                      <a:pt x="17441" y="1425922"/>
                    </a:lnTo>
                    <a:cubicBezTo>
                      <a:pt x="17441" y="1453320"/>
                      <a:pt x="27397" y="1480717"/>
                      <a:pt x="48554" y="1500643"/>
                    </a:cubicBezTo>
                    <a:cubicBezTo>
                      <a:pt x="68467" y="1520568"/>
                      <a:pt x="94602" y="1531776"/>
                      <a:pt x="123226" y="1531776"/>
                    </a:cubicBezTo>
                    <a:lnTo>
                      <a:pt x="714380" y="1531776"/>
                    </a:lnTo>
                    <a:cubicBezTo>
                      <a:pt x="718113" y="1531776"/>
                      <a:pt x="720602" y="1534267"/>
                      <a:pt x="721847" y="1536757"/>
                    </a:cubicBezTo>
                    <a:lnTo>
                      <a:pt x="832610" y="1754691"/>
                    </a:lnTo>
                    <a:lnTo>
                      <a:pt x="954575" y="1535512"/>
                    </a:lnTo>
                    <a:cubicBezTo>
                      <a:pt x="955819" y="1534267"/>
                      <a:pt x="959553" y="1531776"/>
                      <a:pt x="962042" y="1531776"/>
                    </a:cubicBezTo>
                    <a:lnTo>
                      <a:pt x="1143744" y="1531776"/>
                    </a:lnTo>
                    <a:cubicBezTo>
                      <a:pt x="1172368" y="1531776"/>
                      <a:pt x="1198503" y="1520568"/>
                      <a:pt x="1219660" y="1500643"/>
                    </a:cubicBezTo>
                    <a:cubicBezTo>
                      <a:pt x="1239573" y="1480717"/>
                      <a:pt x="1249529" y="1453320"/>
                      <a:pt x="1249529" y="1425922"/>
                    </a:cubicBezTo>
                    <a:lnTo>
                      <a:pt x="1249529" y="124546"/>
                    </a:lnTo>
                    <a:cubicBezTo>
                      <a:pt x="1249529" y="94658"/>
                      <a:pt x="1239573" y="68506"/>
                      <a:pt x="1219660" y="48581"/>
                    </a:cubicBezTo>
                    <a:cubicBezTo>
                      <a:pt x="1198503" y="28655"/>
                      <a:pt x="1172368" y="17447"/>
                      <a:pt x="1143744" y="17447"/>
                    </a:cubicBezTo>
                    <a:close/>
                    <a:moveTo>
                      <a:pt x="123212" y="0"/>
                    </a:moveTo>
                    <a:lnTo>
                      <a:pt x="1143759" y="0"/>
                    </a:lnTo>
                    <a:cubicBezTo>
                      <a:pt x="1177362" y="0"/>
                      <a:pt x="1208477" y="12454"/>
                      <a:pt x="1230879" y="36116"/>
                    </a:cubicBezTo>
                    <a:cubicBezTo>
                      <a:pt x="1254526" y="59777"/>
                      <a:pt x="1268216" y="90911"/>
                      <a:pt x="1268216" y="124536"/>
                    </a:cubicBezTo>
                    <a:lnTo>
                      <a:pt x="1268216" y="1425932"/>
                    </a:lnTo>
                    <a:cubicBezTo>
                      <a:pt x="1268216" y="1458311"/>
                      <a:pt x="1254526" y="1489445"/>
                      <a:pt x="1230879" y="1513107"/>
                    </a:cubicBezTo>
                    <a:cubicBezTo>
                      <a:pt x="1208477" y="1535523"/>
                      <a:pt x="1177362" y="1549222"/>
                      <a:pt x="1143759" y="1549222"/>
                    </a:cubicBezTo>
                    <a:lnTo>
                      <a:pt x="967030" y="1549222"/>
                    </a:lnTo>
                    <a:lnTo>
                      <a:pt x="840084" y="1777122"/>
                    </a:lnTo>
                    <a:cubicBezTo>
                      <a:pt x="838840" y="1779613"/>
                      <a:pt x="835106" y="1780858"/>
                      <a:pt x="832617" y="1780858"/>
                    </a:cubicBezTo>
                    <a:cubicBezTo>
                      <a:pt x="828883" y="1780858"/>
                      <a:pt x="826394" y="1779613"/>
                      <a:pt x="825149" y="1777122"/>
                    </a:cubicBezTo>
                    <a:lnTo>
                      <a:pt x="709404" y="1549222"/>
                    </a:lnTo>
                    <a:lnTo>
                      <a:pt x="123212" y="1549222"/>
                    </a:lnTo>
                    <a:cubicBezTo>
                      <a:pt x="90854" y="1549222"/>
                      <a:pt x="58495" y="1535523"/>
                      <a:pt x="36093" y="1513107"/>
                    </a:cubicBezTo>
                    <a:cubicBezTo>
                      <a:pt x="12446" y="1489445"/>
                      <a:pt x="0" y="1458311"/>
                      <a:pt x="0" y="1425932"/>
                    </a:cubicBezTo>
                    <a:lnTo>
                      <a:pt x="0" y="124536"/>
                    </a:lnTo>
                    <a:cubicBezTo>
                      <a:pt x="0" y="90911"/>
                      <a:pt x="12446" y="59777"/>
                      <a:pt x="36093" y="36116"/>
                    </a:cubicBezTo>
                    <a:cubicBezTo>
                      <a:pt x="58495" y="12454"/>
                      <a:pt x="90854" y="0"/>
                      <a:pt x="1232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0" name="Freeform 359">
                <a:extLst>
                  <a:ext uri="{FF2B5EF4-FFF2-40B4-BE49-F238E27FC236}">
                    <a16:creationId xmlns:a16="http://schemas.microsoft.com/office/drawing/2014/main" id="{4F3AEA55-A232-DD43-91D9-527E23832E54}"/>
                  </a:ext>
                </a:extLst>
              </p:cNvPr>
              <p:cNvSpPr/>
              <p:nvPr/>
            </p:nvSpPr>
            <p:spPr>
              <a:xfrm>
                <a:off x="15588595" y="6926543"/>
                <a:ext cx="928115" cy="7115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6" h="572">
                    <a:moveTo>
                      <a:pt x="746" y="572"/>
                    </a:moveTo>
                    <a:lnTo>
                      <a:pt x="0" y="572"/>
                    </a:lnTo>
                    <a:lnTo>
                      <a:pt x="0" y="0"/>
                    </a:lnTo>
                    <a:lnTo>
                      <a:pt x="746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1EF7DCEA-6BDD-374A-9887-F35E73D5F91B}"/>
                  </a:ext>
                </a:extLst>
              </p:cNvPr>
              <p:cNvSpPr/>
              <p:nvPr/>
            </p:nvSpPr>
            <p:spPr>
              <a:xfrm>
                <a:off x="15581121" y="6917819"/>
                <a:ext cx="944310" cy="729044"/>
              </a:xfrm>
              <a:custGeom>
                <a:avLst/>
                <a:gdLst>
                  <a:gd name="connsiteX0" fmla="*/ 16195 w 944310"/>
                  <a:gd name="connsiteY0" fmla="*/ 17447 h 729044"/>
                  <a:gd name="connsiteX1" fmla="*/ 16195 w 944310"/>
                  <a:gd name="connsiteY1" fmla="*/ 711597 h 729044"/>
                  <a:gd name="connsiteX2" fmla="*/ 926869 w 944310"/>
                  <a:gd name="connsiteY2" fmla="*/ 711597 h 729044"/>
                  <a:gd name="connsiteX3" fmla="*/ 926869 w 944310"/>
                  <a:gd name="connsiteY3" fmla="*/ 17447 h 729044"/>
                  <a:gd name="connsiteX4" fmla="*/ 7465 w 944310"/>
                  <a:gd name="connsiteY4" fmla="*/ 0 h 729044"/>
                  <a:gd name="connsiteX5" fmla="*/ 935601 w 944310"/>
                  <a:gd name="connsiteY5" fmla="*/ 0 h 729044"/>
                  <a:gd name="connsiteX6" fmla="*/ 944310 w 944310"/>
                  <a:gd name="connsiteY6" fmla="*/ 8709 h 729044"/>
                  <a:gd name="connsiteX7" fmla="*/ 944310 w 944310"/>
                  <a:gd name="connsiteY7" fmla="*/ 720336 h 729044"/>
                  <a:gd name="connsiteX8" fmla="*/ 935601 w 944310"/>
                  <a:gd name="connsiteY8" fmla="*/ 729044 h 729044"/>
                  <a:gd name="connsiteX9" fmla="*/ 7465 w 944310"/>
                  <a:gd name="connsiteY9" fmla="*/ 729044 h 729044"/>
                  <a:gd name="connsiteX10" fmla="*/ 0 w 944310"/>
                  <a:gd name="connsiteY10" fmla="*/ 720336 h 729044"/>
                  <a:gd name="connsiteX11" fmla="*/ 0 w 944310"/>
                  <a:gd name="connsiteY11" fmla="*/ 8709 h 729044"/>
                  <a:gd name="connsiteX12" fmla="*/ 7465 w 944310"/>
                  <a:gd name="connsiteY12" fmla="*/ 0 h 7290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44310" h="729044">
                    <a:moveTo>
                      <a:pt x="16195" y="17447"/>
                    </a:moveTo>
                    <a:lnTo>
                      <a:pt x="16195" y="711597"/>
                    </a:lnTo>
                    <a:lnTo>
                      <a:pt x="926869" y="711597"/>
                    </a:lnTo>
                    <a:lnTo>
                      <a:pt x="926869" y="17447"/>
                    </a:lnTo>
                    <a:close/>
                    <a:moveTo>
                      <a:pt x="7465" y="0"/>
                    </a:moveTo>
                    <a:lnTo>
                      <a:pt x="935601" y="0"/>
                    </a:lnTo>
                    <a:cubicBezTo>
                      <a:pt x="940578" y="0"/>
                      <a:pt x="944310" y="3733"/>
                      <a:pt x="944310" y="8709"/>
                    </a:cubicBezTo>
                    <a:lnTo>
                      <a:pt x="944310" y="720336"/>
                    </a:lnTo>
                    <a:cubicBezTo>
                      <a:pt x="944310" y="725312"/>
                      <a:pt x="940578" y="729044"/>
                      <a:pt x="935601" y="729044"/>
                    </a:cubicBezTo>
                    <a:lnTo>
                      <a:pt x="7465" y="729044"/>
                    </a:lnTo>
                    <a:cubicBezTo>
                      <a:pt x="3732" y="729044"/>
                      <a:pt x="0" y="725312"/>
                      <a:pt x="0" y="720336"/>
                    </a:cubicBezTo>
                    <a:lnTo>
                      <a:pt x="0" y="8709"/>
                    </a:lnTo>
                    <a:cubicBezTo>
                      <a:pt x="0" y="3733"/>
                      <a:pt x="3732" y="0"/>
                      <a:pt x="74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44537A41-6DAC-A14C-88B2-6AD318936DA0}"/>
                  </a:ext>
                </a:extLst>
              </p:cNvPr>
              <p:cNvSpPr/>
              <p:nvPr/>
            </p:nvSpPr>
            <p:spPr>
              <a:xfrm>
                <a:off x="15852703" y="7082321"/>
                <a:ext cx="399899" cy="4000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2" h="322">
                    <a:moveTo>
                      <a:pt x="275" y="47"/>
                    </a:moveTo>
                    <a:cubicBezTo>
                      <a:pt x="338" y="110"/>
                      <a:pt x="338" y="212"/>
                      <a:pt x="275" y="275"/>
                    </a:cubicBezTo>
                    <a:cubicBezTo>
                      <a:pt x="212" y="338"/>
                      <a:pt x="110" y="338"/>
                      <a:pt x="47" y="275"/>
                    </a:cubicBezTo>
                    <a:cubicBezTo>
                      <a:pt x="-16" y="212"/>
                      <a:pt x="-16" y="110"/>
                      <a:pt x="47" y="47"/>
                    </a:cubicBezTo>
                    <a:cubicBezTo>
                      <a:pt x="110" y="-16"/>
                      <a:pt x="212" y="-16"/>
                      <a:pt x="275" y="4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E4D5971B-55A9-0441-BFDD-8CEAEDAB8BE5}"/>
                  </a:ext>
                </a:extLst>
              </p:cNvPr>
              <p:cNvSpPr/>
              <p:nvPr/>
            </p:nvSpPr>
            <p:spPr>
              <a:xfrm>
                <a:off x="15845538" y="7073909"/>
                <a:ext cx="418276" cy="417176"/>
              </a:xfrm>
              <a:custGeom>
                <a:avLst/>
                <a:gdLst>
                  <a:gd name="connsiteX0" fmla="*/ 208359 w 418276"/>
                  <a:gd name="connsiteY0" fmla="*/ 17136 h 417176"/>
                  <a:gd name="connsiteX1" fmla="*/ 71765 w 418276"/>
                  <a:gd name="connsiteY1" fmla="*/ 73035 h 417176"/>
                  <a:gd name="connsiteX2" fmla="*/ 71765 w 418276"/>
                  <a:gd name="connsiteY2" fmla="*/ 343834 h 417176"/>
                  <a:gd name="connsiteX3" fmla="*/ 342469 w 418276"/>
                  <a:gd name="connsiteY3" fmla="*/ 343834 h 417176"/>
                  <a:gd name="connsiteX4" fmla="*/ 399590 w 418276"/>
                  <a:gd name="connsiteY4" fmla="*/ 208435 h 417176"/>
                  <a:gd name="connsiteX5" fmla="*/ 342469 w 418276"/>
                  <a:gd name="connsiteY5" fmla="*/ 73035 h 417176"/>
                  <a:gd name="connsiteX6" fmla="*/ 208359 w 418276"/>
                  <a:gd name="connsiteY6" fmla="*/ 17136 h 417176"/>
                  <a:gd name="connsiteX7" fmla="*/ 208828 w 418276"/>
                  <a:gd name="connsiteY7" fmla="*/ 0 h 417176"/>
                  <a:gd name="connsiteX8" fmla="*/ 356171 w 418276"/>
                  <a:gd name="connsiteY8" fmla="*/ 60573 h 417176"/>
                  <a:gd name="connsiteX9" fmla="*/ 418276 w 418276"/>
                  <a:gd name="connsiteY9" fmla="*/ 208433 h 417176"/>
                  <a:gd name="connsiteX10" fmla="*/ 356171 w 418276"/>
                  <a:gd name="connsiteY10" fmla="*/ 356293 h 417176"/>
                  <a:gd name="connsiteX11" fmla="*/ 209604 w 418276"/>
                  <a:gd name="connsiteY11" fmla="*/ 417176 h 417176"/>
                  <a:gd name="connsiteX12" fmla="*/ 60553 w 418276"/>
                  <a:gd name="connsiteY12" fmla="*/ 356293 h 417176"/>
                  <a:gd name="connsiteX13" fmla="*/ 60553 w 418276"/>
                  <a:gd name="connsiteY13" fmla="*/ 60573 h 417176"/>
                  <a:gd name="connsiteX14" fmla="*/ 208828 w 418276"/>
                  <a:gd name="connsiteY14" fmla="*/ 0 h 417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18276" h="417176">
                    <a:moveTo>
                      <a:pt x="208359" y="17136"/>
                    </a:moveTo>
                    <a:cubicBezTo>
                      <a:pt x="158688" y="17136"/>
                      <a:pt x="109018" y="34527"/>
                      <a:pt x="71765" y="73035"/>
                    </a:cubicBezTo>
                    <a:cubicBezTo>
                      <a:pt x="-2740" y="147567"/>
                      <a:pt x="-2740" y="269302"/>
                      <a:pt x="71765" y="343834"/>
                    </a:cubicBezTo>
                    <a:cubicBezTo>
                      <a:pt x="146271" y="419608"/>
                      <a:pt x="269205" y="419608"/>
                      <a:pt x="342469" y="343834"/>
                    </a:cubicBezTo>
                    <a:cubicBezTo>
                      <a:pt x="379722" y="307810"/>
                      <a:pt x="399590" y="259365"/>
                      <a:pt x="399590" y="208435"/>
                    </a:cubicBezTo>
                    <a:cubicBezTo>
                      <a:pt x="399590" y="157505"/>
                      <a:pt x="379722" y="109059"/>
                      <a:pt x="342469" y="73035"/>
                    </a:cubicBezTo>
                    <a:cubicBezTo>
                      <a:pt x="305216" y="34527"/>
                      <a:pt x="256788" y="17136"/>
                      <a:pt x="208359" y="17136"/>
                    </a:cubicBezTo>
                    <a:close/>
                    <a:moveTo>
                      <a:pt x="208828" y="0"/>
                    </a:moveTo>
                    <a:cubicBezTo>
                      <a:pt x="262393" y="0"/>
                      <a:pt x="315803" y="20191"/>
                      <a:pt x="356171" y="60573"/>
                    </a:cubicBezTo>
                    <a:cubicBezTo>
                      <a:pt x="395918" y="100333"/>
                      <a:pt x="418276" y="152519"/>
                      <a:pt x="418276" y="208433"/>
                    </a:cubicBezTo>
                    <a:cubicBezTo>
                      <a:pt x="418276" y="264346"/>
                      <a:pt x="395918" y="316532"/>
                      <a:pt x="356171" y="356293"/>
                    </a:cubicBezTo>
                    <a:cubicBezTo>
                      <a:pt x="316424" y="397296"/>
                      <a:pt x="261772" y="417176"/>
                      <a:pt x="209604" y="417176"/>
                    </a:cubicBezTo>
                    <a:cubicBezTo>
                      <a:pt x="154952" y="417176"/>
                      <a:pt x="101542" y="397296"/>
                      <a:pt x="60553" y="356293"/>
                    </a:cubicBezTo>
                    <a:cubicBezTo>
                      <a:pt x="-20184" y="274286"/>
                      <a:pt x="-20184" y="141337"/>
                      <a:pt x="60553" y="60573"/>
                    </a:cubicBezTo>
                    <a:cubicBezTo>
                      <a:pt x="101542" y="20191"/>
                      <a:pt x="155263" y="0"/>
                      <a:pt x="2088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6" name="Freeform 365">
                <a:extLst>
                  <a:ext uri="{FF2B5EF4-FFF2-40B4-BE49-F238E27FC236}">
                    <a16:creationId xmlns:a16="http://schemas.microsoft.com/office/drawing/2014/main" id="{93E6ED39-0233-4E48-9FC0-2ABD2C598FA6}"/>
                  </a:ext>
                </a:extLst>
              </p:cNvPr>
              <p:cNvSpPr/>
              <p:nvPr/>
            </p:nvSpPr>
            <p:spPr>
              <a:xfrm>
                <a:off x="15987249" y="7215668"/>
                <a:ext cx="134546" cy="1333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" h="108">
                    <a:moveTo>
                      <a:pt x="6" y="108"/>
                    </a:moveTo>
                    <a:cubicBezTo>
                      <a:pt x="4" y="108"/>
                      <a:pt x="2" y="107"/>
                      <a:pt x="1" y="106"/>
                    </a:cubicBezTo>
                    <a:cubicBezTo>
                      <a:pt x="0" y="104"/>
                      <a:pt x="0" y="99"/>
                      <a:pt x="1" y="96"/>
                    </a:cubicBezTo>
                    <a:lnTo>
                      <a:pt x="96" y="2"/>
                    </a:lnTo>
                    <a:cubicBezTo>
                      <a:pt x="99" y="-1"/>
                      <a:pt x="103" y="-1"/>
                      <a:pt x="106" y="2"/>
                    </a:cubicBezTo>
                    <a:cubicBezTo>
                      <a:pt x="109" y="4"/>
                      <a:pt x="109" y="9"/>
                      <a:pt x="106" y="11"/>
                    </a:cubicBezTo>
                    <a:lnTo>
                      <a:pt x="11" y="106"/>
                    </a:lnTo>
                    <a:cubicBezTo>
                      <a:pt x="10" y="107"/>
                      <a:pt x="8" y="108"/>
                      <a:pt x="6" y="10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B91604E8-6BEB-5F4B-860B-DF29D76FF293}"/>
                  </a:ext>
                </a:extLst>
              </p:cNvPr>
              <p:cNvSpPr/>
              <p:nvPr/>
            </p:nvSpPr>
            <p:spPr>
              <a:xfrm>
                <a:off x="15969808" y="7199771"/>
                <a:ext cx="77239" cy="76959"/>
              </a:xfrm>
              <a:custGeom>
                <a:avLst/>
                <a:gdLst>
                  <a:gd name="connsiteX0" fmla="*/ 38014 w 77239"/>
                  <a:gd name="connsiteY0" fmla="*/ 15898 h 76959"/>
                  <a:gd name="connsiteX1" fmla="*/ 23492 w 77239"/>
                  <a:gd name="connsiteY1" fmla="*/ 21951 h 76959"/>
                  <a:gd name="connsiteX2" fmla="*/ 23492 w 77239"/>
                  <a:gd name="connsiteY2" fmla="*/ 53428 h 76959"/>
                  <a:gd name="connsiteX3" fmla="*/ 53747 w 77239"/>
                  <a:gd name="connsiteY3" fmla="*/ 53428 h 76959"/>
                  <a:gd name="connsiteX4" fmla="*/ 53747 w 77239"/>
                  <a:gd name="connsiteY4" fmla="*/ 21951 h 76959"/>
                  <a:gd name="connsiteX5" fmla="*/ 38014 w 77239"/>
                  <a:gd name="connsiteY5" fmla="*/ 15898 h 76959"/>
                  <a:gd name="connsiteX6" fmla="*/ 38160 w 77239"/>
                  <a:gd name="connsiteY6" fmla="*/ 0 h 76959"/>
                  <a:gd name="connsiteX7" fmla="*/ 66205 w 77239"/>
                  <a:gd name="connsiteY7" fmla="*/ 11958 h 76959"/>
                  <a:gd name="connsiteX8" fmla="*/ 66205 w 77239"/>
                  <a:gd name="connsiteY8" fmla="*/ 65921 h 76959"/>
                  <a:gd name="connsiteX9" fmla="*/ 38006 w 77239"/>
                  <a:gd name="connsiteY9" fmla="*/ 76959 h 76959"/>
                  <a:gd name="connsiteX10" fmla="*/ 11034 w 77239"/>
                  <a:gd name="connsiteY10" fmla="*/ 65921 h 76959"/>
                  <a:gd name="connsiteX11" fmla="*/ 11034 w 77239"/>
                  <a:gd name="connsiteY11" fmla="*/ 11958 h 76959"/>
                  <a:gd name="connsiteX12" fmla="*/ 38160 w 77239"/>
                  <a:gd name="connsiteY12" fmla="*/ 0 h 76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7239" h="76959">
                    <a:moveTo>
                      <a:pt x="38014" y="15898"/>
                    </a:moveTo>
                    <a:cubicBezTo>
                      <a:pt x="31963" y="15898"/>
                      <a:pt x="27123" y="18320"/>
                      <a:pt x="23492" y="21951"/>
                    </a:cubicBezTo>
                    <a:cubicBezTo>
                      <a:pt x="15021" y="30426"/>
                      <a:pt x="15021" y="44953"/>
                      <a:pt x="23492" y="53428"/>
                    </a:cubicBezTo>
                    <a:cubicBezTo>
                      <a:pt x="30753" y="60692"/>
                      <a:pt x="45276" y="60692"/>
                      <a:pt x="53747" y="53428"/>
                    </a:cubicBezTo>
                    <a:cubicBezTo>
                      <a:pt x="61008" y="44953"/>
                      <a:pt x="61008" y="30426"/>
                      <a:pt x="53747" y="21951"/>
                    </a:cubicBezTo>
                    <a:cubicBezTo>
                      <a:pt x="48906" y="18320"/>
                      <a:pt x="44065" y="15898"/>
                      <a:pt x="38014" y="15898"/>
                    </a:cubicBezTo>
                    <a:close/>
                    <a:moveTo>
                      <a:pt x="38160" y="0"/>
                    </a:moveTo>
                    <a:cubicBezTo>
                      <a:pt x="48121" y="0"/>
                      <a:pt x="58236" y="3986"/>
                      <a:pt x="66205" y="11958"/>
                    </a:cubicBezTo>
                    <a:cubicBezTo>
                      <a:pt x="80917" y="26675"/>
                      <a:pt x="80917" y="51204"/>
                      <a:pt x="66205" y="65921"/>
                    </a:cubicBezTo>
                    <a:cubicBezTo>
                      <a:pt x="57623" y="73280"/>
                      <a:pt x="47815" y="76959"/>
                      <a:pt x="38006" y="76959"/>
                    </a:cubicBezTo>
                    <a:cubicBezTo>
                      <a:pt x="28198" y="76959"/>
                      <a:pt x="18390" y="73280"/>
                      <a:pt x="11034" y="65921"/>
                    </a:cubicBezTo>
                    <a:cubicBezTo>
                      <a:pt x="-3678" y="51204"/>
                      <a:pt x="-3678" y="26675"/>
                      <a:pt x="11034" y="11958"/>
                    </a:cubicBezTo>
                    <a:cubicBezTo>
                      <a:pt x="18390" y="3986"/>
                      <a:pt x="28198" y="0"/>
                      <a:pt x="38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63" name="Freeform 462">
                <a:extLst>
                  <a:ext uri="{FF2B5EF4-FFF2-40B4-BE49-F238E27FC236}">
                    <a16:creationId xmlns:a16="http://schemas.microsoft.com/office/drawing/2014/main" id="{79BD4913-F8AB-AE4B-BAE6-0EEE3EBBDA04}"/>
                  </a:ext>
                </a:extLst>
              </p:cNvPr>
              <p:cNvSpPr/>
              <p:nvPr/>
            </p:nvSpPr>
            <p:spPr>
              <a:xfrm>
                <a:off x="16059505" y="7289503"/>
                <a:ext cx="77239" cy="78205"/>
              </a:xfrm>
              <a:custGeom>
                <a:avLst/>
                <a:gdLst>
                  <a:gd name="connsiteX0" fmla="*/ 39225 w 77239"/>
                  <a:gd name="connsiteY0" fmla="*/ 15894 h 78205"/>
                  <a:gd name="connsiteX1" fmla="*/ 23492 w 77239"/>
                  <a:gd name="connsiteY1" fmla="*/ 23158 h 78205"/>
                  <a:gd name="connsiteX2" fmla="*/ 23492 w 77239"/>
                  <a:gd name="connsiteY2" fmla="*/ 52213 h 78205"/>
                  <a:gd name="connsiteX3" fmla="*/ 53747 w 77239"/>
                  <a:gd name="connsiteY3" fmla="*/ 52213 h 78205"/>
                  <a:gd name="connsiteX4" fmla="*/ 53747 w 77239"/>
                  <a:gd name="connsiteY4" fmla="*/ 23158 h 78205"/>
                  <a:gd name="connsiteX5" fmla="*/ 39225 w 77239"/>
                  <a:gd name="connsiteY5" fmla="*/ 15894 h 78205"/>
                  <a:gd name="connsiteX6" fmla="*/ 38160 w 77239"/>
                  <a:gd name="connsiteY6" fmla="*/ 0 h 78205"/>
                  <a:gd name="connsiteX7" fmla="*/ 66205 w 77239"/>
                  <a:gd name="connsiteY7" fmla="*/ 11961 h 78205"/>
                  <a:gd name="connsiteX8" fmla="*/ 66205 w 77239"/>
                  <a:gd name="connsiteY8" fmla="*/ 65938 h 78205"/>
                  <a:gd name="connsiteX9" fmla="*/ 39233 w 77239"/>
                  <a:gd name="connsiteY9" fmla="*/ 78205 h 78205"/>
                  <a:gd name="connsiteX10" fmla="*/ 11034 w 77239"/>
                  <a:gd name="connsiteY10" fmla="*/ 65938 h 78205"/>
                  <a:gd name="connsiteX11" fmla="*/ 11034 w 77239"/>
                  <a:gd name="connsiteY11" fmla="*/ 11961 h 78205"/>
                  <a:gd name="connsiteX12" fmla="*/ 38160 w 77239"/>
                  <a:gd name="connsiteY12" fmla="*/ 0 h 782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7239" h="78205">
                    <a:moveTo>
                      <a:pt x="39225" y="15894"/>
                    </a:moveTo>
                    <a:cubicBezTo>
                      <a:pt x="33174" y="15894"/>
                      <a:pt x="27123" y="18316"/>
                      <a:pt x="23492" y="23158"/>
                    </a:cubicBezTo>
                    <a:cubicBezTo>
                      <a:pt x="15021" y="30422"/>
                      <a:pt x="15021" y="44949"/>
                      <a:pt x="23492" y="52213"/>
                    </a:cubicBezTo>
                    <a:cubicBezTo>
                      <a:pt x="31963" y="60688"/>
                      <a:pt x="45276" y="60688"/>
                      <a:pt x="53747" y="52213"/>
                    </a:cubicBezTo>
                    <a:cubicBezTo>
                      <a:pt x="62218" y="44949"/>
                      <a:pt x="62218" y="30422"/>
                      <a:pt x="53747" y="23158"/>
                    </a:cubicBezTo>
                    <a:cubicBezTo>
                      <a:pt x="48906" y="18316"/>
                      <a:pt x="44065" y="15894"/>
                      <a:pt x="39225" y="15894"/>
                    </a:cubicBezTo>
                    <a:close/>
                    <a:moveTo>
                      <a:pt x="38160" y="0"/>
                    </a:moveTo>
                    <a:cubicBezTo>
                      <a:pt x="48121" y="0"/>
                      <a:pt x="58236" y="3987"/>
                      <a:pt x="66205" y="11961"/>
                    </a:cubicBezTo>
                    <a:cubicBezTo>
                      <a:pt x="80917" y="26682"/>
                      <a:pt x="80917" y="51217"/>
                      <a:pt x="66205" y="65938"/>
                    </a:cubicBezTo>
                    <a:cubicBezTo>
                      <a:pt x="58849" y="74525"/>
                      <a:pt x="49041" y="78205"/>
                      <a:pt x="39233" y="78205"/>
                    </a:cubicBezTo>
                    <a:cubicBezTo>
                      <a:pt x="28198" y="78205"/>
                      <a:pt x="18390" y="74525"/>
                      <a:pt x="11034" y="65938"/>
                    </a:cubicBezTo>
                    <a:cubicBezTo>
                      <a:pt x="-3678" y="51217"/>
                      <a:pt x="-3678" y="26682"/>
                      <a:pt x="11034" y="11961"/>
                    </a:cubicBezTo>
                    <a:cubicBezTo>
                      <a:pt x="18390" y="3987"/>
                      <a:pt x="28198" y="0"/>
                      <a:pt x="38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B8587102-E745-6746-A810-8C936E22B452}"/>
                  </a:ext>
                </a:extLst>
              </p:cNvPr>
              <p:cNvSpPr/>
              <p:nvPr/>
            </p:nvSpPr>
            <p:spPr>
              <a:xfrm>
                <a:off x="15581121" y="7757778"/>
                <a:ext cx="433536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9" h="14">
                    <a:moveTo>
                      <a:pt x="342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42" y="0"/>
                    </a:lnTo>
                    <a:cubicBezTo>
                      <a:pt x="346" y="0"/>
                      <a:pt x="349" y="3"/>
                      <a:pt x="349" y="6"/>
                    </a:cubicBezTo>
                    <a:cubicBezTo>
                      <a:pt x="349" y="11"/>
                      <a:pt x="346" y="14"/>
                      <a:pt x="342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EA0F1D31-E4E2-0A46-B574-7355E7375526}"/>
                  </a:ext>
                </a:extLst>
              </p:cNvPr>
              <p:cNvSpPr/>
              <p:nvPr/>
            </p:nvSpPr>
            <p:spPr>
              <a:xfrm>
                <a:off x="15581121" y="7883647"/>
                <a:ext cx="90569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8" h="14">
                    <a:moveTo>
                      <a:pt x="721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8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721" y="0"/>
                    </a:lnTo>
                    <a:cubicBezTo>
                      <a:pt x="725" y="0"/>
                      <a:pt x="728" y="3"/>
                      <a:pt x="728" y="8"/>
                    </a:cubicBezTo>
                    <a:cubicBezTo>
                      <a:pt x="728" y="11"/>
                      <a:pt x="725" y="14"/>
                      <a:pt x="721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3" name="Freeform 372">
                <a:extLst>
                  <a:ext uri="{FF2B5EF4-FFF2-40B4-BE49-F238E27FC236}">
                    <a16:creationId xmlns:a16="http://schemas.microsoft.com/office/drawing/2014/main" id="{AAC0EC60-7994-D946-A6A3-691902A3B84F}"/>
                  </a:ext>
                </a:extLst>
              </p:cNvPr>
              <p:cNvSpPr/>
              <p:nvPr/>
            </p:nvSpPr>
            <p:spPr>
              <a:xfrm>
                <a:off x="15581121" y="8010762"/>
                <a:ext cx="90569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8" h="14">
                    <a:moveTo>
                      <a:pt x="721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721" y="0"/>
                    </a:lnTo>
                    <a:cubicBezTo>
                      <a:pt x="725" y="0"/>
                      <a:pt x="728" y="3"/>
                      <a:pt x="728" y="7"/>
                    </a:cubicBezTo>
                    <a:cubicBezTo>
                      <a:pt x="728" y="11"/>
                      <a:pt x="725" y="14"/>
                      <a:pt x="721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591" name="Freeform 590">
            <a:extLst>
              <a:ext uri="{FF2B5EF4-FFF2-40B4-BE49-F238E27FC236}">
                <a16:creationId xmlns:a16="http://schemas.microsoft.com/office/drawing/2014/main" id="{CEDEC51E-100D-FB43-B4F9-051F5E37D714}"/>
              </a:ext>
            </a:extLst>
          </p:cNvPr>
          <p:cNvSpPr/>
          <p:nvPr/>
        </p:nvSpPr>
        <p:spPr>
          <a:xfrm>
            <a:off x="1562226" y="3285061"/>
            <a:ext cx="1386566" cy="10916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14" h="877">
                <a:moveTo>
                  <a:pt x="1114" y="0"/>
                </a:moveTo>
                <a:lnTo>
                  <a:pt x="1114" y="301"/>
                </a:lnTo>
                <a:cubicBezTo>
                  <a:pt x="1114" y="619"/>
                  <a:pt x="856" y="877"/>
                  <a:pt x="537" y="877"/>
                </a:cubicBezTo>
                <a:lnTo>
                  <a:pt x="0" y="877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</a:ln>
        </p:spPr>
        <p:txBody>
          <a:bodyPr vert="horz" wrap="none" lIns="3600" tIns="3600" rIns="3600" bIns="36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92" name="Freeform 591">
            <a:extLst>
              <a:ext uri="{FF2B5EF4-FFF2-40B4-BE49-F238E27FC236}">
                <a16:creationId xmlns:a16="http://schemas.microsoft.com/office/drawing/2014/main" id="{CF67BCA4-A181-3548-8D70-F6FA8131B3CC}"/>
              </a:ext>
            </a:extLst>
          </p:cNvPr>
          <p:cNvSpPr/>
          <p:nvPr/>
        </p:nvSpPr>
        <p:spPr>
          <a:xfrm>
            <a:off x="1933472" y="4478948"/>
            <a:ext cx="6255120" cy="109668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22" h="881">
                <a:moveTo>
                  <a:pt x="5022" y="0"/>
                </a:moveTo>
                <a:lnTo>
                  <a:pt x="4707" y="0"/>
                </a:lnTo>
                <a:cubicBezTo>
                  <a:pt x="4554" y="0"/>
                  <a:pt x="4430" y="124"/>
                  <a:pt x="4430" y="277"/>
                </a:cubicBezTo>
                <a:lnTo>
                  <a:pt x="4430" y="604"/>
                </a:lnTo>
                <a:cubicBezTo>
                  <a:pt x="4430" y="757"/>
                  <a:pt x="4306" y="881"/>
                  <a:pt x="4153" y="881"/>
                </a:cubicBezTo>
                <a:lnTo>
                  <a:pt x="0" y="881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  <a:headEnd type="arrow" w="lg" len="lg"/>
            <a:tailEnd type="none"/>
          </a:ln>
        </p:spPr>
        <p:txBody>
          <a:bodyPr vert="horz" wrap="none" lIns="3600" tIns="3600" rIns="3600" bIns="36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94" name="Freeform 593">
            <a:extLst>
              <a:ext uri="{FF2B5EF4-FFF2-40B4-BE49-F238E27FC236}">
                <a16:creationId xmlns:a16="http://schemas.microsoft.com/office/drawing/2014/main" id="{02B08E0A-D0BE-6648-B7E5-201A844B4CA5}"/>
              </a:ext>
            </a:extLst>
          </p:cNvPr>
          <p:cNvSpPr/>
          <p:nvPr/>
        </p:nvSpPr>
        <p:spPr>
          <a:xfrm>
            <a:off x="8861317" y="3285061"/>
            <a:ext cx="1386566" cy="10916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14" h="877">
                <a:moveTo>
                  <a:pt x="1114" y="0"/>
                </a:moveTo>
                <a:lnTo>
                  <a:pt x="1114" y="301"/>
                </a:lnTo>
                <a:cubicBezTo>
                  <a:pt x="1114" y="619"/>
                  <a:pt x="856" y="877"/>
                  <a:pt x="537" y="877"/>
                </a:cubicBezTo>
                <a:lnTo>
                  <a:pt x="0" y="877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</a:ln>
        </p:spPr>
        <p:txBody>
          <a:bodyPr vert="horz" wrap="none" lIns="3600" tIns="3600" rIns="3600" bIns="36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95" name="Freeform 594">
            <a:extLst>
              <a:ext uri="{FF2B5EF4-FFF2-40B4-BE49-F238E27FC236}">
                <a16:creationId xmlns:a16="http://schemas.microsoft.com/office/drawing/2014/main" id="{387FD62B-AFA2-794E-86FE-4E019CA5AAA8}"/>
              </a:ext>
            </a:extLst>
          </p:cNvPr>
          <p:cNvSpPr/>
          <p:nvPr/>
        </p:nvSpPr>
        <p:spPr>
          <a:xfrm>
            <a:off x="9232566" y="4478948"/>
            <a:ext cx="6255120" cy="109668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22" h="881">
                <a:moveTo>
                  <a:pt x="5022" y="0"/>
                </a:moveTo>
                <a:lnTo>
                  <a:pt x="4707" y="0"/>
                </a:lnTo>
                <a:cubicBezTo>
                  <a:pt x="4554" y="0"/>
                  <a:pt x="4430" y="124"/>
                  <a:pt x="4430" y="277"/>
                </a:cubicBezTo>
                <a:lnTo>
                  <a:pt x="4430" y="604"/>
                </a:lnTo>
                <a:cubicBezTo>
                  <a:pt x="4430" y="757"/>
                  <a:pt x="4305" y="881"/>
                  <a:pt x="4153" y="881"/>
                </a:cubicBezTo>
                <a:lnTo>
                  <a:pt x="0" y="881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  <a:headEnd type="arrow" w="lg" len="lg"/>
          </a:ln>
        </p:spPr>
        <p:txBody>
          <a:bodyPr vert="horz" wrap="none" lIns="3600" tIns="3600" rIns="3600" bIns="36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97" name="Freeform 596">
            <a:extLst>
              <a:ext uri="{FF2B5EF4-FFF2-40B4-BE49-F238E27FC236}">
                <a16:creationId xmlns:a16="http://schemas.microsoft.com/office/drawing/2014/main" id="{ABDAF466-98AD-9547-B084-8824A560E741}"/>
              </a:ext>
            </a:extLst>
          </p:cNvPr>
          <p:cNvSpPr/>
          <p:nvPr/>
        </p:nvSpPr>
        <p:spPr>
          <a:xfrm>
            <a:off x="16159168" y="3285061"/>
            <a:ext cx="1386566" cy="109169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14" h="877">
                <a:moveTo>
                  <a:pt x="1114" y="0"/>
                </a:moveTo>
                <a:lnTo>
                  <a:pt x="1114" y="301"/>
                </a:lnTo>
                <a:cubicBezTo>
                  <a:pt x="1114" y="619"/>
                  <a:pt x="856" y="877"/>
                  <a:pt x="537" y="877"/>
                </a:cubicBezTo>
                <a:lnTo>
                  <a:pt x="0" y="877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</a:ln>
        </p:spPr>
        <p:txBody>
          <a:bodyPr vert="horz" wrap="none" lIns="3600" tIns="3600" rIns="3600" bIns="36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98" name="Freeform 597">
            <a:extLst>
              <a:ext uri="{FF2B5EF4-FFF2-40B4-BE49-F238E27FC236}">
                <a16:creationId xmlns:a16="http://schemas.microsoft.com/office/drawing/2014/main" id="{154B923A-B6CC-F441-A6D9-8BBDEB65A469}"/>
              </a:ext>
            </a:extLst>
          </p:cNvPr>
          <p:cNvSpPr/>
          <p:nvPr/>
        </p:nvSpPr>
        <p:spPr>
          <a:xfrm>
            <a:off x="16530414" y="4478948"/>
            <a:ext cx="6255120" cy="1096682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22" h="881">
                <a:moveTo>
                  <a:pt x="5022" y="0"/>
                </a:moveTo>
                <a:lnTo>
                  <a:pt x="4707" y="0"/>
                </a:lnTo>
                <a:cubicBezTo>
                  <a:pt x="4553" y="0"/>
                  <a:pt x="4429" y="124"/>
                  <a:pt x="4429" y="277"/>
                </a:cubicBezTo>
                <a:lnTo>
                  <a:pt x="4429" y="604"/>
                </a:lnTo>
                <a:cubicBezTo>
                  <a:pt x="4429" y="757"/>
                  <a:pt x="4305" y="881"/>
                  <a:pt x="4152" y="881"/>
                </a:cubicBezTo>
                <a:lnTo>
                  <a:pt x="0" y="881"/>
                </a:lnTo>
              </a:path>
            </a:pathLst>
          </a:custGeom>
          <a:noFill/>
          <a:ln w="25400" cap="flat">
            <a:solidFill>
              <a:schemeClr val="accent1"/>
            </a:solidFill>
            <a:prstDash val="solid"/>
            <a:round/>
            <a:headEnd type="arrow" w="lg" len="lg"/>
          </a:ln>
        </p:spPr>
        <p:txBody>
          <a:bodyPr vert="horz" wrap="none" lIns="3600" tIns="3600" rIns="3600" bIns="36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61E04AE9-4BE5-1443-89CE-C2472F20712A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2617F6F8-94C0-D84B-AD5D-6213A6F77433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3987E560-EC84-4745-8CCC-080D3380364C}"/>
              </a:ext>
            </a:extLst>
          </p:cNvPr>
          <p:cNvSpPr txBox="1"/>
          <p:nvPr/>
        </p:nvSpPr>
        <p:spPr>
          <a:xfrm>
            <a:off x="1495305" y="3202597"/>
            <a:ext cx="1197204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A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BD73D9D9-195D-5149-8D5B-71812B1370C1}"/>
              </a:ext>
            </a:extLst>
          </p:cNvPr>
          <p:cNvSpPr txBox="1"/>
          <p:nvPr/>
        </p:nvSpPr>
        <p:spPr>
          <a:xfrm>
            <a:off x="1329179" y="4433060"/>
            <a:ext cx="5844018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79A02179-0E5E-3448-A370-7B0F60761DF6}"/>
              </a:ext>
            </a:extLst>
          </p:cNvPr>
          <p:cNvSpPr txBox="1"/>
          <p:nvPr/>
        </p:nvSpPr>
        <p:spPr>
          <a:xfrm>
            <a:off x="11524573" y="3746064"/>
            <a:ext cx="2984725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469" name="TextBox 468">
            <a:extLst>
              <a:ext uri="{FF2B5EF4-FFF2-40B4-BE49-F238E27FC236}">
                <a16:creationId xmlns:a16="http://schemas.microsoft.com/office/drawing/2014/main" id="{1B2F3FBC-59DC-0541-8FCE-019CA51CA64F}"/>
              </a:ext>
            </a:extLst>
          </p:cNvPr>
          <p:cNvSpPr txBox="1"/>
          <p:nvPr/>
        </p:nvSpPr>
        <p:spPr>
          <a:xfrm>
            <a:off x="8655854" y="4432079"/>
            <a:ext cx="5844018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70" name="TextBox 469">
            <a:extLst>
              <a:ext uri="{FF2B5EF4-FFF2-40B4-BE49-F238E27FC236}">
                <a16:creationId xmlns:a16="http://schemas.microsoft.com/office/drawing/2014/main" id="{609E943D-BDD2-1243-967D-603D1761B798}"/>
              </a:ext>
            </a:extLst>
          </p:cNvPr>
          <p:cNvSpPr txBox="1"/>
          <p:nvPr/>
        </p:nvSpPr>
        <p:spPr>
          <a:xfrm>
            <a:off x="18851906" y="3748967"/>
            <a:ext cx="301234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471" name="TextBox 470">
            <a:extLst>
              <a:ext uri="{FF2B5EF4-FFF2-40B4-BE49-F238E27FC236}">
                <a16:creationId xmlns:a16="http://schemas.microsoft.com/office/drawing/2014/main" id="{CDA15F1A-850F-4B41-BEF7-AA6DAA8B1449}"/>
              </a:ext>
            </a:extLst>
          </p:cNvPr>
          <p:cNvSpPr txBox="1"/>
          <p:nvPr/>
        </p:nvSpPr>
        <p:spPr>
          <a:xfrm>
            <a:off x="16001381" y="4432079"/>
            <a:ext cx="5844018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72" name="TextBox 471">
            <a:extLst>
              <a:ext uri="{FF2B5EF4-FFF2-40B4-BE49-F238E27FC236}">
                <a16:creationId xmlns:a16="http://schemas.microsoft.com/office/drawing/2014/main" id="{E9AC4C6E-C689-1046-8BCF-5E4C2C2250B6}"/>
              </a:ext>
            </a:extLst>
          </p:cNvPr>
          <p:cNvSpPr txBox="1"/>
          <p:nvPr/>
        </p:nvSpPr>
        <p:spPr>
          <a:xfrm>
            <a:off x="8832065" y="3201898"/>
            <a:ext cx="1197204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B</a:t>
            </a:r>
          </a:p>
        </p:txBody>
      </p:sp>
      <p:sp>
        <p:nvSpPr>
          <p:cNvPr id="473" name="TextBox 472">
            <a:extLst>
              <a:ext uri="{FF2B5EF4-FFF2-40B4-BE49-F238E27FC236}">
                <a16:creationId xmlns:a16="http://schemas.microsoft.com/office/drawing/2014/main" id="{B00F45BE-7DD4-2A49-8F2E-FD43F32774DE}"/>
              </a:ext>
            </a:extLst>
          </p:cNvPr>
          <p:cNvSpPr txBox="1"/>
          <p:nvPr/>
        </p:nvSpPr>
        <p:spPr>
          <a:xfrm>
            <a:off x="16159398" y="3201897"/>
            <a:ext cx="1197204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C</a:t>
            </a:r>
          </a:p>
        </p:txBody>
      </p:sp>
      <p:sp>
        <p:nvSpPr>
          <p:cNvPr id="474" name="TextBox 473">
            <a:extLst>
              <a:ext uri="{FF2B5EF4-FFF2-40B4-BE49-F238E27FC236}">
                <a16:creationId xmlns:a16="http://schemas.microsoft.com/office/drawing/2014/main" id="{208EDE80-BB8E-3946-B660-4EAB19EA2E0E}"/>
              </a:ext>
            </a:extLst>
          </p:cNvPr>
          <p:cNvSpPr txBox="1"/>
          <p:nvPr/>
        </p:nvSpPr>
        <p:spPr>
          <a:xfrm>
            <a:off x="4194212" y="3748966"/>
            <a:ext cx="2984725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</p:spTree>
    <p:extLst>
      <p:ext uri="{BB962C8B-B14F-4D97-AF65-F5344CB8AC3E}">
        <p14:creationId xmlns:p14="http://schemas.microsoft.com/office/powerpoint/2010/main" val="576127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CD927F69-9773-4846-9832-3BE07AD78801}"/>
              </a:ext>
            </a:extLst>
          </p:cNvPr>
          <p:cNvGrpSpPr/>
          <p:nvPr/>
        </p:nvGrpSpPr>
        <p:grpSpPr>
          <a:xfrm>
            <a:off x="5657144" y="6505317"/>
            <a:ext cx="12906398" cy="6466684"/>
            <a:chOff x="5657144" y="6505317"/>
            <a:chExt cx="12906398" cy="646668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6C16A03-BEB3-1142-BCAE-07D45A88A8A8}"/>
                </a:ext>
              </a:extLst>
            </p:cNvPr>
            <p:cNvGrpSpPr/>
            <p:nvPr/>
          </p:nvGrpSpPr>
          <p:grpSpPr>
            <a:xfrm>
              <a:off x="5657144" y="6505317"/>
              <a:ext cx="12906398" cy="4613541"/>
              <a:chOff x="5657144" y="6505317"/>
              <a:chExt cx="12906398" cy="4613541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D4B4010E-63CE-ED4C-A03E-BAD22D678D3B}"/>
                  </a:ext>
                </a:extLst>
              </p:cNvPr>
              <p:cNvSpPr/>
              <p:nvPr/>
            </p:nvSpPr>
            <p:spPr>
              <a:xfrm>
                <a:off x="5657144" y="6505317"/>
                <a:ext cx="335118" cy="46135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0" h="3703">
                    <a:moveTo>
                      <a:pt x="268" y="1"/>
                    </a:moveTo>
                    <a:cubicBezTo>
                      <a:pt x="267" y="0"/>
                      <a:pt x="265" y="0"/>
                      <a:pt x="263" y="0"/>
                    </a:cubicBezTo>
                    <a:cubicBezTo>
                      <a:pt x="193" y="0"/>
                      <a:pt x="127" y="27"/>
                      <a:pt x="77" y="77"/>
                    </a:cubicBezTo>
                    <a:cubicBezTo>
                      <a:pt x="27" y="126"/>
                      <a:pt x="0" y="192"/>
                      <a:pt x="0" y="263"/>
                    </a:cubicBezTo>
                    <a:lnTo>
                      <a:pt x="0" y="3440"/>
                    </a:lnTo>
                    <a:cubicBezTo>
                      <a:pt x="0" y="3510"/>
                      <a:pt x="27" y="3576"/>
                      <a:pt x="77" y="3626"/>
                    </a:cubicBezTo>
                    <a:cubicBezTo>
                      <a:pt x="127" y="3676"/>
                      <a:pt x="193" y="3703"/>
                      <a:pt x="263" y="3703"/>
                    </a:cubicBezTo>
                    <a:cubicBezTo>
                      <a:pt x="267" y="3703"/>
                      <a:pt x="270" y="3700"/>
                      <a:pt x="270" y="3696"/>
                    </a:cubicBezTo>
                    <a:lnTo>
                      <a:pt x="270" y="6"/>
                    </a:lnTo>
                    <a:cubicBezTo>
                      <a:pt x="270" y="4"/>
                      <a:pt x="269" y="3"/>
                      <a:pt x="2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8" name="Freeform 67">
                <a:extLst>
                  <a:ext uri="{FF2B5EF4-FFF2-40B4-BE49-F238E27FC236}">
                    <a16:creationId xmlns:a16="http://schemas.microsoft.com/office/drawing/2014/main" id="{9F6A05D4-B3BE-B249-9DBE-3B27BD4DB99E}"/>
                  </a:ext>
                </a:extLst>
              </p:cNvPr>
              <p:cNvSpPr/>
              <p:nvPr/>
            </p:nvSpPr>
            <p:spPr>
              <a:xfrm>
                <a:off x="18229670" y="6505317"/>
                <a:ext cx="333872" cy="46135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9" h="3703">
                    <a:moveTo>
                      <a:pt x="192" y="77"/>
                    </a:moveTo>
                    <a:cubicBezTo>
                      <a:pt x="143" y="27"/>
                      <a:pt x="77" y="0"/>
                      <a:pt x="6" y="0"/>
                    </a:cubicBezTo>
                    <a:cubicBezTo>
                      <a:pt x="3" y="0"/>
                      <a:pt x="0" y="2"/>
                      <a:pt x="0" y="6"/>
                    </a:cubicBezTo>
                    <a:lnTo>
                      <a:pt x="0" y="3696"/>
                    </a:lnTo>
                    <a:cubicBezTo>
                      <a:pt x="0" y="3700"/>
                      <a:pt x="3" y="3703"/>
                      <a:pt x="6" y="3703"/>
                    </a:cubicBezTo>
                    <a:cubicBezTo>
                      <a:pt x="77" y="3703"/>
                      <a:pt x="143" y="3676"/>
                      <a:pt x="192" y="3626"/>
                    </a:cubicBezTo>
                    <a:cubicBezTo>
                      <a:pt x="243" y="3576"/>
                      <a:pt x="269" y="3510"/>
                      <a:pt x="269" y="3440"/>
                    </a:cubicBezTo>
                    <a:lnTo>
                      <a:pt x="269" y="263"/>
                    </a:lnTo>
                    <a:cubicBezTo>
                      <a:pt x="269" y="192"/>
                      <a:pt x="243" y="126"/>
                      <a:pt x="192" y="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9" name="Freeform 68">
                <a:extLst>
                  <a:ext uri="{FF2B5EF4-FFF2-40B4-BE49-F238E27FC236}">
                    <a16:creationId xmlns:a16="http://schemas.microsoft.com/office/drawing/2014/main" id="{3ABBFD3C-4BEA-484F-A096-33FAE01CCBC9}"/>
                  </a:ext>
                </a:extLst>
              </p:cNvPr>
              <p:cNvSpPr/>
              <p:nvPr/>
            </p:nvSpPr>
            <p:spPr>
              <a:xfrm>
                <a:off x="5984787" y="6512794"/>
                <a:ext cx="12251116" cy="45973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35" h="3690">
                    <a:moveTo>
                      <a:pt x="0" y="3690"/>
                    </a:moveTo>
                    <a:lnTo>
                      <a:pt x="9835" y="3690"/>
                    </a:lnTo>
                    <a:lnTo>
                      <a:pt x="983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2FA8C5D7-3267-4547-9238-DBE31DC7757D}"/>
                  </a:ext>
                </a:extLst>
              </p:cNvPr>
              <p:cNvSpPr/>
              <p:nvPr/>
            </p:nvSpPr>
            <p:spPr>
              <a:xfrm>
                <a:off x="5977311" y="6505317"/>
                <a:ext cx="12267312" cy="4613541"/>
              </a:xfrm>
              <a:custGeom>
                <a:avLst/>
                <a:gdLst>
                  <a:gd name="connsiteX0" fmla="*/ 16192 w 12267312"/>
                  <a:gd name="connsiteY0" fmla="*/ 14955 h 4613541"/>
                  <a:gd name="connsiteX1" fmla="*/ 16192 w 12267312"/>
                  <a:gd name="connsiteY1" fmla="*/ 4597340 h 4613541"/>
                  <a:gd name="connsiteX2" fmla="*/ 12251112 w 12267312"/>
                  <a:gd name="connsiteY2" fmla="*/ 4597340 h 4613541"/>
                  <a:gd name="connsiteX3" fmla="*/ 12251112 w 12267312"/>
                  <a:gd name="connsiteY3" fmla="*/ 14955 h 4613541"/>
                  <a:gd name="connsiteX4" fmla="*/ 7474 w 12267312"/>
                  <a:gd name="connsiteY4" fmla="*/ 0 h 4613541"/>
                  <a:gd name="connsiteX5" fmla="*/ 12258592 w 12267312"/>
                  <a:gd name="connsiteY5" fmla="*/ 0 h 4613541"/>
                  <a:gd name="connsiteX6" fmla="*/ 12267312 w 12267312"/>
                  <a:gd name="connsiteY6" fmla="*/ 7476 h 4613541"/>
                  <a:gd name="connsiteX7" fmla="*/ 12267312 w 12267312"/>
                  <a:gd name="connsiteY7" fmla="*/ 4604820 h 4613541"/>
                  <a:gd name="connsiteX8" fmla="*/ 12258592 w 12267312"/>
                  <a:gd name="connsiteY8" fmla="*/ 4613541 h 4613541"/>
                  <a:gd name="connsiteX9" fmla="*/ 7474 w 12267312"/>
                  <a:gd name="connsiteY9" fmla="*/ 4613541 h 4613541"/>
                  <a:gd name="connsiteX10" fmla="*/ 0 w 12267312"/>
                  <a:gd name="connsiteY10" fmla="*/ 4604820 h 4613541"/>
                  <a:gd name="connsiteX11" fmla="*/ 0 w 12267312"/>
                  <a:gd name="connsiteY11" fmla="*/ 7476 h 4613541"/>
                  <a:gd name="connsiteX12" fmla="*/ 7474 w 12267312"/>
                  <a:gd name="connsiteY12" fmla="*/ 0 h 4613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67312" h="4613541">
                    <a:moveTo>
                      <a:pt x="16192" y="14955"/>
                    </a:moveTo>
                    <a:lnTo>
                      <a:pt x="16192" y="4597340"/>
                    </a:lnTo>
                    <a:lnTo>
                      <a:pt x="12251112" y="4597340"/>
                    </a:lnTo>
                    <a:lnTo>
                      <a:pt x="12251112" y="14955"/>
                    </a:lnTo>
                    <a:close/>
                    <a:moveTo>
                      <a:pt x="7474" y="0"/>
                    </a:moveTo>
                    <a:lnTo>
                      <a:pt x="12258592" y="0"/>
                    </a:lnTo>
                    <a:cubicBezTo>
                      <a:pt x="12263574" y="0"/>
                      <a:pt x="12267312" y="2492"/>
                      <a:pt x="12267312" y="7476"/>
                    </a:cubicBezTo>
                    <a:lnTo>
                      <a:pt x="12267312" y="4604820"/>
                    </a:lnTo>
                    <a:cubicBezTo>
                      <a:pt x="12267312" y="4609803"/>
                      <a:pt x="12263574" y="4613541"/>
                      <a:pt x="12258592" y="4613541"/>
                    </a:cubicBezTo>
                    <a:lnTo>
                      <a:pt x="7474" y="4613541"/>
                    </a:lnTo>
                    <a:cubicBezTo>
                      <a:pt x="3737" y="4613541"/>
                      <a:pt x="0" y="4609803"/>
                      <a:pt x="0" y="4604820"/>
                    </a:cubicBezTo>
                    <a:lnTo>
                      <a:pt x="0" y="7476"/>
                    </a:lnTo>
                    <a:cubicBezTo>
                      <a:pt x="0" y="2492"/>
                      <a:pt x="3737" y="0"/>
                      <a:pt x="74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sp>
          <p:nvSpPr>
            <p:cNvPr id="296" name="Freeform 295">
              <a:extLst>
                <a:ext uri="{FF2B5EF4-FFF2-40B4-BE49-F238E27FC236}">
                  <a16:creationId xmlns:a16="http://schemas.microsoft.com/office/drawing/2014/main" id="{B000E876-7206-6F4B-A2F4-E432F90F5236}"/>
                </a:ext>
              </a:extLst>
            </p:cNvPr>
            <p:cNvSpPr/>
            <p:nvPr/>
          </p:nvSpPr>
          <p:spPr>
            <a:xfrm>
              <a:off x="10610408" y="7397617"/>
              <a:ext cx="3908049" cy="193166"/>
            </a:xfrm>
            <a:custGeom>
              <a:avLst/>
              <a:gdLst>
                <a:gd name="connsiteX0" fmla="*/ 98395 w 3908049"/>
                <a:gd name="connsiteY0" fmla="*/ 16201 h 193166"/>
                <a:gd name="connsiteX1" fmla="*/ 41107 w 3908049"/>
                <a:gd name="connsiteY1" fmla="*/ 39698 h 193166"/>
                <a:gd name="connsiteX2" fmla="*/ 17445 w 3908049"/>
                <a:gd name="connsiteY2" fmla="*/ 96583 h 193166"/>
                <a:gd name="connsiteX3" fmla="*/ 41107 w 3908049"/>
                <a:gd name="connsiteY3" fmla="*/ 153469 h 193166"/>
                <a:gd name="connsiteX4" fmla="*/ 98395 w 3908049"/>
                <a:gd name="connsiteY4" fmla="*/ 176965 h 193166"/>
                <a:gd name="connsiteX5" fmla="*/ 3810906 w 3908049"/>
                <a:gd name="connsiteY5" fmla="*/ 176965 h 193166"/>
                <a:gd name="connsiteX6" fmla="*/ 3868194 w 3908049"/>
                <a:gd name="connsiteY6" fmla="*/ 153469 h 193166"/>
                <a:gd name="connsiteX7" fmla="*/ 3891857 w 3908049"/>
                <a:gd name="connsiteY7" fmla="*/ 96583 h 193166"/>
                <a:gd name="connsiteX8" fmla="*/ 3868194 w 3908049"/>
                <a:gd name="connsiteY8" fmla="*/ 39698 h 193166"/>
                <a:gd name="connsiteX9" fmla="*/ 3810906 w 3908049"/>
                <a:gd name="connsiteY9" fmla="*/ 16201 h 193166"/>
                <a:gd name="connsiteX10" fmla="*/ 98386 w 3908049"/>
                <a:gd name="connsiteY10" fmla="*/ 0 h 193166"/>
                <a:gd name="connsiteX11" fmla="*/ 3810908 w 3908049"/>
                <a:gd name="connsiteY11" fmla="*/ 0 h 193166"/>
                <a:gd name="connsiteX12" fmla="*/ 3879405 w 3908049"/>
                <a:gd name="connsiteY12" fmla="*/ 28480 h 193166"/>
                <a:gd name="connsiteX13" fmla="*/ 3908049 w 3908049"/>
                <a:gd name="connsiteY13" fmla="*/ 96583 h 193166"/>
                <a:gd name="connsiteX14" fmla="*/ 3879405 w 3908049"/>
                <a:gd name="connsiteY14" fmla="*/ 164687 h 193166"/>
                <a:gd name="connsiteX15" fmla="*/ 3810908 w 3908049"/>
                <a:gd name="connsiteY15" fmla="*/ 193166 h 193166"/>
                <a:gd name="connsiteX16" fmla="*/ 98386 w 3908049"/>
                <a:gd name="connsiteY16" fmla="*/ 193166 h 193166"/>
                <a:gd name="connsiteX17" fmla="*/ 28644 w 3908049"/>
                <a:gd name="connsiteY17" fmla="*/ 164687 h 193166"/>
                <a:gd name="connsiteX18" fmla="*/ 0 w 3908049"/>
                <a:gd name="connsiteY18" fmla="*/ 96583 h 193166"/>
                <a:gd name="connsiteX19" fmla="*/ 28644 w 3908049"/>
                <a:gd name="connsiteY19" fmla="*/ 28480 h 193166"/>
                <a:gd name="connsiteX20" fmla="*/ 98386 w 3908049"/>
                <a:gd name="connsiteY20" fmla="*/ 0 h 193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908049" h="193166">
                  <a:moveTo>
                    <a:pt x="98395" y="16201"/>
                  </a:moveTo>
                  <a:cubicBezTo>
                    <a:pt x="77224" y="16201"/>
                    <a:pt x="56052" y="23621"/>
                    <a:pt x="41107" y="39698"/>
                  </a:cubicBezTo>
                  <a:cubicBezTo>
                    <a:pt x="26163" y="54537"/>
                    <a:pt x="17445" y="74324"/>
                    <a:pt x="17445" y="96583"/>
                  </a:cubicBezTo>
                  <a:cubicBezTo>
                    <a:pt x="17445" y="117606"/>
                    <a:pt x="26163" y="138629"/>
                    <a:pt x="41107" y="153469"/>
                  </a:cubicBezTo>
                  <a:cubicBezTo>
                    <a:pt x="56052" y="168309"/>
                    <a:pt x="77224" y="176965"/>
                    <a:pt x="98395" y="176965"/>
                  </a:cubicBezTo>
                  <a:lnTo>
                    <a:pt x="3810906" y="176965"/>
                  </a:lnTo>
                  <a:cubicBezTo>
                    <a:pt x="3833324" y="176965"/>
                    <a:pt x="3853250" y="168309"/>
                    <a:pt x="3868194" y="153469"/>
                  </a:cubicBezTo>
                  <a:cubicBezTo>
                    <a:pt x="3884385" y="138629"/>
                    <a:pt x="3891857" y="117606"/>
                    <a:pt x="3891857" y="96583"/>
                  </a:cubicBezTo>
                  <a:cubicBezTo>
                    <a:pt x="3891857" y="74324"/>
                    <a:pt x="3884385" y="54537"/>
                    <a:pt x="3868194" y="39698"/>
                  </a:cubicBezTo>
                  <a:cubicBezTo>
                    <a:pt x="3853250" y="23621"/>
                    <a:pt x="3833324" y="16201"/>
                    <a:pt x="3810906" y="16201"/>
                  </a:cubicBezTo>
                  <a:close/>
                  <a:moveTo>
                    <a:pt x="98386" y="0"/>
                  </a:moveTo>
                  <a:lnTo>
                    <a:pt x="3810908" y="0"/>
                  </a:lnTo>
                  <a:cubicBezTo>
                    <a:pt x="3837062" y="0"/>
                    <a:pt x="3860724" y="9906"/>
                    <a:pt x="3879405" y="28480"/>
                  </a:cubicBezTo>
                  <a:cubicBezTo>
                    <a:pt x="3898086" y="45815"/>
                    <a:pt x="3908049" y="71818"/>
                    <a:pt x="3908049" y="96583"/>
                  </a:cubicBezTo>
                  <a:cubicBezTo>
                    <a:pt x="3908049" y="122586"/>
                    <a:pt x="3898086" y="147351"/>
                    <a:pt x="3879405" y="164687"/>
                  </a:cubicBezTo>
                  <a:cubicBezTo>
                    <a:pt x="3860724" y="183260"/>
                    <a:pt x="3837062" y="193166"/>
                    <a:pt x="3810908" y="193166"/>
                  </a:cubicBezTo>
                  <a:lnTo>
                    <a:pt x="98386" y="193166"/>
                  </a:lnTo>
                  <a:cubicBezTo>
                    <a:pt x="72233" y="193166"/>
                    <a:pt x="47325" y="183260"/>
                    <a:pt x="28644" y="164687"/>
                  </a:cubicBezTo>
                  <a:cubicBezTo>
                    <a:pt x="11209" y="147351"/>
                    <a:pt x="0" y="122586"/>
                    <a:pt x="0" y="96583"/>
                  </a:cubicBezTo>
                  <a:cubicBezTo>
                    <a:pt x="0" y="71818"/>
                    <a:pt x="11209" y="45815"/>
                    <a:pt x="28644" y="28480"/>
                  </a:cubicBezTo>
                  <a:cubicBezTo>
                    <a:pt x="47325" y="9906"/>
                    <a:pt x="72233" y="0"/>
                    <a:pt x="98386" y="0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square" lIns="90000" tIns="45000" rIns="90000" bIns="45000" anchor="ctr" anchorCtr="1" compatLnSpc="0">
              <a:noAutofit/>
            </a:bodyPr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742627F-16D5-3448-910F-22D49DD85C33}"/>
                </a:ext>
              </a:extLst>
            </p:cNvPr>
            <p:cNvGrpSpPr/>
            <p:nvPr/>
          </p:nvGrpSpPr>
          <p:grpSpPr>
            <a:xfrm>
              <a:off x="10610408" y="9659524"/>
              <a:ext cx="3908049" cy="704120"/>
              <a:chOff x="10610408" y="9659524"/>
              <a:chExt cx="3908049" cy="704120"/>
            </a:xfrm>
          </p:grpSpPr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CF9894E7-B97E-7541-AAAF-B0E43F7BA770}"/>
                  </a:ext>
                </a:extLst>
              </p:cNvPr>
              <p:cNvSpPr/>
              <p:nvPr/>
            </p:nvSpPr>
            <p:spPr>
              <a:xfrm>
                <a:off x="10619132" y="9667001"/>
                <a:ext cx="3891853" cy="6891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25" h="554">
                    <a:moveTo>
                      <a:pt x="0" y="122"/>
                    </a:moveTo>
                    <a:lnTo>
                      <a:pt x="0" y="277"/>
                    </a:lnTo>
                    <a:lnTo>
                      <a:pt x="0" y="433"/>
                    </a:lnTo>
                    <a:cubicBezTo>
                      <a:pt x="0" y="466"/>
                      <a:pt x="14" y="496"/>
                      <a:pt x="36" y="518"/>
                    </a:cubicBezTo>
                    <a:cubicBezTo>
                      <a:pt x="57" y="540"/>
                      <a:pt x="88" y="554"/>
                      <a:pt x="121" y="554"/>
                    </a:cubicBezTo>
                    <a:lnTo>
                      <a:pt x="1563" y="554"/>
                    </a:lnTo>
                    <a:lnTo>
                      <a:pt x="3003" y="554"/>
                    </a:lnTo>
                    <a:cubicBezTo>
                      <a:pt x="3037" y="554"/>
                      <a:pt x="3067" y="540"/>
                      <a:pt x="3089" y="518"/>
                    </a:cubicBezTo>
                    <a:cubicBezTo>
                      <a:pt x="3111" y="496"/>
                      <a:pt x="3125" y="466"/>
                      <a:pt x="3125" y="433"/>
                    </a:cubicBezTo>
                    <a:lnTo>
                      <a:pt x="3125" y="277"/>
                    </a:lnTo>
                    <a:lnTo>
                      <a:pt x="3125" y="122"/>
                    </a:lnTo>
                    <a:cubicBezTo>
                      <a:pt x="3125" y="88"/>
                      <a:pt x="3111" y="58"/>
                      <a:pt x="3089" y="36"/>
                    </a:cubicBezTo>
                    <a:cubicBezTo>
                      <a:pt x="3067" y="14"/>
                      <a:pt x="3037" y="0"/>
                      <a:pt x="3003" y="0"/>
                    </a:cubicBezTo>
                    <a:lnTo>
                      <a:pt x="1563" y="0"/>
                    </a:lnTo>
                    <a:lnTo>
                      <a:pt x="121" y="0"/>
                    </a:lnTo>
                    <a:cubicBezTo>
                      <a:pt x="88" y="0"/>
                      <a:pt x="57" y="14"/>
                      <a:pt x="36" y="36"/>
                    </a:cubicBezTo>
                    <a:cubicBezTo>
                      <a:pt x="14" y="58"/>
                      <a:pt x="0" y="88"/>
                      <a:pt x="0" y="12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3F686DF0-A730-C341-AE56-7DB015411CD7}"/>
                  </a:ext>
                </a:extLst>
              </p:cNvPr>
              <p:cNvSpPr/>
              <p:nvPr/>
            </p:nvSpPr>
            <p:spPr>
              <a:xfrm>
                <a:off x="10610408" y="9659524"/>
                <a:ext cx="3908049" cy="704120"/>
              </a:xfrm>
              <a:custGeom>
                <a:avLst/>
                <a:gdLst>
                  <a:gd name="connsiteX0" fmla="*/ 159420 w 3908049"/>
                  <a:gd name="connsiteY0" fmla="*/ 16201 h 704120"/>
                  <a:gd name="connsiteX1" fmla="*/ 58543 w 3908049"/>
                  <a:gd name="connsiteY1" fmla="*/ 58494 h 704120"/>
                  <a:gd name="connsiteX2" fmla="*/ 17445 w 3908049"/>
                  <a:gd name="connsiteY2" fmla="*/ 159252 h 704120"/>
                  <a:gd name="connsiteX3" fmla="*/ 17445 w 3908049"/>
                  <a:gd name="connsiteY3" fmla="*/ 546112 h 704120"/>
                  <a:gd name="connsiteX4" fmla="*/ 58543 w 3908049"/>
                  <a:gd name="connsiteY4" fmla="*/ 645626 h 704120"/>
                  <a:gd name="connsiteX5" fmla="*/ 159420 w 3908049"/>
                  <a:gd name="connsiteY5" fmla="*/ 687919 h 704120"/>
                  <a:gd name="connsiteX6" fmla="*/ 3748637 w 3908049"/>
                  <a:gd name="connsiteY6" fmla="*/ 687919 h 704120"/>
                  <a:gd name="connsiteX7" fmla="*/ 3850759 w 3908049"/>
                  <a:gd name="connsiteY7" fmla="*/ 645626 h 704120"/>
                  <a:gd name="connsiteX8" fmla="*/ 3891857 w 3908049"/>
                  <a:gd name="connsiteY8" fmla="*/ 546112 h 704120"/>
                  <a:gd name="connsiteX9" fmla="*/ 3891857 w 3908049"/>
                  <a:gd name="connsiteY9" fmla="*/ 159252 h 704120"/>
                  <a:gd name="connsiteX10" fmla="*/ 3850759 w 3908049"/>
                  <a:gd name="connsiteY10" fmla="*/ 58494 h 704120"/>
                  <a:gd name="connsiteX11" fmla="*/ 3748637 w 3908049"/>
                  <a:gd name="connsiteY11" fmla="*/ 16201 h 704120"/>
                  <a:gd name="connsiteX12" fmla="*/ 159411 w 3908049"/>
                  <a:gd name="connsiteY12" fmla="*/ 0 h 704120"/>
                  <a:gd name="connsiteX13" fmla="*/ 3748638 w 3908049"/>
                  <a:gd name="connsiteY13" fmla="*/ 0 h 704120"/>
                  <a:gd name="connsiteX14" fmla="*/ 3861970 w 3908049"/>
                  <a:gd name="connsiteY14" fmla="*/ 46029 h 704120"/>
                  <a:gd name="connsiteX15" fmla="*/ 3908049 w 3908049"/>
                  <a:gd name="connsiteY15" fmla="*/ 159236 h 704120"/>
                  <a:gd name="connsiteX16" fmla="*/ 3908049 w 3908049"/>
                  <a:gd name="connsiteY16" fmla="*/ 546128 h 704120"/>
                  <a:gd name="connsiteX17" fmla="*/ 3861970 w 3908049"/>
                  <a:gd name="connsiteY17" fmla="*/ 658091 h 704120"/>
                  <a:gd name="connsiteX18" fmla="*/ 3748638 w 3908049"/>
                  <a:gd name="connsiteY18" fmla="*/ 704120 h 704120"/>
                  <a:gd name="connsiteX19" fmla="*/ 159411 w 3908049"/>
                  <a:gd name="connsiteY19" fmla="*/ 704120 h 704120"/>
                  <a:gd name="connsiteX20" fmla="*/ 47325 w 3908049"/>
                  <a:gd name="connsiteY20" fmla="*/ 658091 h 704120"/>
                  <a:gd name="connsiteX21" fmla="*/ 0 w 3908049"/>
                  <a:gd name="connsiteY21" fmla="*/ 546128 h 704120"/>
                  <a:gd name="connsiteX22" fmla="*/ 0 w 3908049"/>
                  <a:gd name="connsiteY22" fmla="*/ 159236 h 704120"/>
                  <a:gd name="connsiteX23" fmla="*/ 47325 w 3908049"/>
                  <a:gd name="connsiteY23" fmla="*/ 46029 h 704120"/>
                  <a:gd name="connsiteX24" fmla="*/ 159411 w 3908049"/>
                  <a:gd name="connsiteY24" fmla="*/ 0 h 7041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908049" h="704120">
                    <a:moveTo>
                      <a:pt x="159420" y="16201"/>
                    </a:moveTo>
                    <a:cubicBezTo>
                      <a:pt x="122058" y="16201"/>
                      <a:pt x="85942" y="31128"/>
                      <a:pt x="58543" y="58494"/>
                    </a:cubicBezTo>
                    <a:cubicBezTo>
                      <a:pt x="31144" y="84617"/>
                      <a:pt x="17445" y="120690"/>
                      <a:pt x="17445" y="159252"/>
                    </a:cubicBezTo>
                    <a:lnTo>
                      <a:pt x="17445" y="546112"/>
                    </a:lnTo>
                    <a:cubicBezTo>
                      <a:pt x="17445" y="583430"/>
                      <a:pt x="31144" y="619503"/>
                      <a:pt x="58543" y="645626"/>
                    </a:cubicBezTo>
                    <a:cubicBezTo>
                      <a:pt x="85942" y="672992"/>
                      <a:pt x="122058" y="687919"/>
                      <a:pt x="159420" y="687919"/>
                    </a:cubicBezTo>
                    <a:lnTo>
                      <a:pt x="3748637" y="687919"/>
                    </a:lnTo>
                    <a:cubicBezTo>
                      <a:pt x="3787244" y="687919"/>
                      <a:pt x="3823360" y="672992"/>
                      <a:pt x="3850759" y="645626"/>
                    </a:cubicBezTo>
                    <a:cubicBezTo>
                      <a:pt x="3876912" y="619503"/>
                      <a:pt x="3891857" y="583430"/>
                      <a:pt x="3891857" y="546112"/>
                    </a:cubicBezTo>
                    <a:lnTo>
                      <a:pt x="3891857" y="159252"/>
                    </a:lnTo>
                    <a:cubicBezTo>
                      <a:pt x="3891857" y="120690"/>
                      <a:pt x="3876912" y="84617"/>
                      <a:pt x="3850759" y="58494"/>
                    </a:cubicBezTo>
                    <a:cubicBezTo>
                      <a:pt x="3823360" y="31128"/>
                      <a:pt x="3787244" y="16201"/>
                      <a:pt x="3748637" y="16201"/>
                    </a:cubicBezTo>
                    <a:close/>
                    <a:moveTo>
                      <a:pt x="159411" y="0"/>
                    </a:moveTo>
                    <a:lnTo>
                      <a:pt x="3748638" y="0"/>
                    </a:lnTo>
                    <a:cubicBezTo>
                      <a:pt x="3792227" y="0"/>
                      <a:pt x="3832080" y="16172"/>
                      <a:pt x="3861970" y="46029"/>
                    </a:cubicBezTo>
                    <a:cubicBezTo>
                      <a:pt x="3891859" y="75886"/>
                      <a:pt x="3908049" y="116939"/>
                      <a:pt x="3908049" y="159236"/>
                    </a:cubicBezTo>
                    <a:lnTo>
                      <a:pt x="3908049" y="546128"/>
                    </a:lnTo>
                    <a:cubicBezTo>
                      <a:pt x="3908049" y="587181"/>
                      <a:pt x="3891859" y="628234"/>
                      <a:pt x="3861970" y="658091"/>
                    </a:cubicBezTo>
                    <a:cubicBezTo>
                      <a:pt x="3832080" y="687948"/>
                      <a:pt x="3792227" y="704120"/>
                      <a:pt x="3748638" y="704120"/>
                    </a:cubicBezTo>
                    <a:lnTo>
                      <a:pt x="159411" y="704120"/>
                    </a:lnTo>
                    <a:cubicBezTo>
                      <a:pt x="118313" y="704120"/>
                      <a:pt x="77214" y="687948"/>
                      <a:pt x="47325" y="658091"/>
                    </a:cubicBezTo>
                    <a:cubicBezTo>
                      <a:pt x="17436" y="628234"/>
                      <a:pt x="0" y="587181"/>
                      <a:pt x="0" y="546128"/>
                    </a:cubicBezTo>
                    <a:lnTo>
                      <a:pt x="0" y="159236"/>
                    </a:lnTo>
                    <a:cubicBezTo>
                      <a:pt x="0" y="116939"/>
                      <a:pt x="17436" y="75886"/>
                      <a:pt x="47325" y="46029"/>
                    </a:cubicBezTo>
                    <a:cubicBezTo>
                      <a:pt x="77214" y="16172"/>
                      <a:pt x="118313" y="0"/>
                      <a:pt x="1594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5D475F45-DABD-6547-92BC-73CFADF49479}"/>
                  </a:ext>
                </a:extLst>
              </p:cNvPr>
              <p:cNvSpPr/>
              <p:nvPr/>
            </p:nvSpPr>
            <p:spPr>
              <a:xfrm>
                <a:off x="10890711" y="9861413"/>
                <a:ext cx="313940" cy="3003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3" h="242">
                    <a:moveTo>
                      <a:pt x="147" y="11"/>
                    </a:moveTo>
                    <a:lnTo>
                      <a:pt x="160" y="31"/>
                    </a:lnTo>
                    <a:lnTo>
                      <a:pt x="173" y="52"/>
                    </a:lnTo>
                    <a:cubicBezTo>
                      <a:pt x="175" y="55"/>
                      <a:pt x="177" y="57"/>
                      <a:pt x="179" y="58"/>
                    </a:cubicBezTo>
                    <a:cubicBezTo>
                      <a:pt x="181" y="60"/>
                      <a:pt x="184" y="61"/>
                      <a:pt x="187" y="62"/>
                    </a:cubicBezTo>
                    <a:lnTo>
                      <a:pt x="211" y="69"/>
                    </a:lnTo>
                    <a:lnTo>
                      <a:pt x="236" y="75"/>
                    </a:lnTo>
                    <a:cubicBezTo>
                      <a:pt x="244" y="78"/>
                      <a:pt x="249" y="84"/>
                      <a:pt x="252" y="91"/>
                    </a:cubicBezTo>
                    <a:cubicBezTo>
                      <a:pt x="254" y="98"/>
                      <a:pt x="253" y="107"/>
                      <a:pt x="247" y="113"/>
                    </a:cubicBezTo>
                    <a:lnTo>
                      <a:pt x="232" y="132"/>
                    </a:lnTo>
                    <a:lnTo>
                      <a:pt x="216" y="151"/>
                    </a:lnTo>
                    <a:cubicBezTo>
                      <a:pt x="214" y="153"/>
                      <a:pt x="212" y="156"/>
                      <a:pt x="211" y="159"/>
                    </a:cubicBezTo>
                    <a:cubicBezTo>
                      <a:pt x="211" y="161"/>
                      <a:pt x="210" y="164"/>
                      <a:pt x="210" y="167"/>
                    </a:cubicBezTo>
                    <a:lnTo>
                      <a:pt x="212" y="192"/>
                    </a:lnTo>
                    <a:lnTo>
                      <a:pt x="214" y="217"/>
                    </a:lnTo>
                    <a:cubicBezTo>
                      <a:pt x="214" y="226"/>
                      <a:pt x="210" y="234"/>
                      <a:pt x="204" y="238"/>
                    </a:cubicBezTo>
                    <a:cubicBezTo>
                      <a:pt x="198" y="242"/>
                      <a:pt x="189" y="244"/>
                      <a:pt x="181" y="241"/>
                    </a:cubicBezTo>
                    <a:lnTo>
                      <a:pt x="158" y="231"/>
                    </a:lnTo>
                    <a:lnTo>
                      <a:pt x="136" y="222"/>
                    </a:lnTo>
                    <a:cubicBezTo>
                      <a:pt x="132" y="221"/>
                      <a:pt x="130" y="220"/>
                      <a:pt x="126" y="220"/>
                    </a:cubicBezTo>
                    <a:cubicBezTo>
                      <a:pt x="123" y="220"/>
                      <a:pt x="121" y="221"/>
                      <a:pt x="118" y="222"/>
                    </a:cubicBezTo>
                    <a:lnTo>
                      <a:pt x="95" y="231"/>
                    </a:lnTo>
                    <a:lnTo>
                      <a:pt x="72" y="241"/>
                    </a:lnTo>
                    <a:cubicBezTo>
                      <a:pt x="64" y="244"/>
                      <a:pt x="55" y="242"/>
                      <a:pt x="49" y="238"/>
                    </a:cubicBezTo>
                    <a:cubicBezTo>
                      <a:pt x="43" y="234"/>
                      <a:pt x="39" y="226"/>
                      <a:pt x="39" y="217"/>
                    </a:cubicBezTo>
                    <a:lnTo>
                      <a:pt x="41" y="192"/>
                    </a:lnTo>
                    <a:lnTo>
                      <a:pt x="43" y="167"/>
                    </a:lnTo>
                    <a:cubicBezTo>
                      <a:pt x="43" y="164"/>
                      <a:pt x="43" y="161"/>
                      <a:pt x="41" y="159"/>
                    </a:cubicBezTo>
                    <a:cubicBezTo>
                      <a:pt x="41" y="156"/>
                      <a:pt x="39" y="153"/>
                      <a:pt x="37" y="151"/>
                    </a:cubicBezTo>
                    <a:lnTo>
                      <a:pt x="22" y="132"/>
                    </a:lnTo>
                    <a:lnTo>
                      <a:pt x="6" y="113"/>
                    </a:lnTo>
                    <a:cubicBezTo>
                      <a:pt x="0" y="107"/>
                      <a:pt x="-1" y="98"/>
                      <a:pt x="2" y="91"/>
                    </a:cubicBezTo>
                    <a:cubicBezTo>
                      <a:pt x="4" y="84"/>
                      <a:pt x="10" y="78"/>
                      <a:pt x="17" y="75"/>
                    </a:cubicBezTo>
                    <a:lnTo>
                      <a:pt x="42" y="69"/>
                    </a:lnTo>
                    <a:lnTo>
                      <a:pt x="67" y="62"/>
                    </a:lnTo>
                    <a:cubicBezTo>
                      <a:pt x="69" y="61"/>
                      <a:pt x="72" y="60"/>
                      <a:pt x="74" y="58"/>
                    </a:cubicBezTo>
                    <a:cubicBezTo>
                      <a:pt x="76" y="57"/>
                      <a:pt x="79" y="55"/>
                      <a:pt x="80" y="52"/>
                    </a:cubicBezTo>
                    <a:lnTo>
                      <a:pt x="93" y="31"/>
                    </a:lnTo>
                    <a:lnTo>
                      <a:pt x="107" y="11"/>
                    </a:lnTo>
                    <a:cubicBezTo>
                      <a:pt x="112" y="3"/>
                      <a:pt x="119" y="0"/>
                      <a:pt x="126" y="0"/>
                    </a:cubicBezTo>
                    <a:cubicBezTo>
                      <a:pt x="134" y="0"/>
                      <a:pt x="142" y="3"/>
                      <a:pt x="147" y="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5F5D4417-D738-A746-A110-3B7EFED4295F}"/>
                  </a:ext>
                </a:extLst>
              </p:cNvPr>
              <p:cNvSpPr/>
              <p:nvPr/>
            </p:nvSpPr>
            <p:spPr>
              <a:xfrm>
                <a:off x="10881557" y="9853935"/>
                <a:ext cx="329762" cy="316542"/>
              </a:xfrm>
              <a:custGeom>
                <a:avLst/>
                <a:gdLst>
                  <a:gd name="connsiteX0" fmla="*/ 165507 w 329762"/>
                  <a:gd name="connsiteY0" fmla="*/ 14955 h 316542"/>
                  <a:gd name="connsiteX1" fmla="*/ 148139 w 329762"/>
                  <a:gd name="connsiteY1" fmla="*/ 24882 h 316542"/>
                  <a:gd name="connsiteX2" fmla="*/ 114643 w 329762"/>
                  <a:gd name="connsiteY2" fmla="*/ 76996 h 316542"/>
                  <a:gd name="connsiteX3" fmla="*/ 105959 w 329762"/>
                  <a:gd name="connsiteY3" fmla="*/ 86922 h 316542"/>
                  <a:gd name="connsiteX4" fmla="*/ 93553 w 329762"/>
                  <a:gd name="connsiteY4" fmla="*/ 93126 h 316542"/>
                  <a:gd name="connsiteX5" fmla="*/ 32765 w 329762"/>
                  <a:gd name="connsiteY5" fmla="*/ 109257 h 316542"/>
                  <a:gd name="connsiteX6" fmla="*/ 19119 w 329762"/>
                  <a:gd name="connsiteY6" fmla="*/ 122906 h 316542"/>
                  <a:gd name="connsiteX7" fmla="*/ 22840 w 329762"/>
                  <a:gd name="connsiteY7" fmla="*/ 142759 h 316542"/>
                  <a:gd name="connsiteX8" fmla="*/ 62539 w 329762"/>
                  <a:gd name="connsiteY8" fmla="*/ 188669 h 316542"/>
                  <a:gd name="connsiteX9" fmla="*/ 67501 w 329762"/>
                  <a:gd name="connsiteY9" fmla="*/ 201077 h 316542"/>
                  <a:gd name="connsiteX10" fmla="*/ 69982 w 329762"/>
                  <a:gd name="connsiteY10" fmla="*/ 215967 h 316542"/>
                  <a:gd name="connsiteX11" fmla="*/ 66261 w 329762"/>
                  <a:gd name="connsiteY11" fmla="*/ 278007 h 316542"/>
                  <a:gd name="connsiteX12" fmla="*/ 74945 w 329762"/>
                  <a:gd name="connsiteY12" fmla="*/ 295379 h 316542"/>
                  <a:gd name="connsiteX13" fmla="*/ 94794 w 329762"/>
                  <a:gd name="connsiteY13" fmla="*/ 299101 h 316542"/>
                  <a:gd name="connsiteX14" fmla="*/ 151860 w 329762"/>
                  <a:gd name="connsiteY14" fmla="*/ 275526 h 316542"/>
                  <a:gd name="connsiteX15" fmla="*/ 180394 w 329762"/>
                  <a:gd name="connsiteY15" fmla="*/ 275526 h 316542"/>
                  <a:gd name="connsiteX16" fmla="*/ 237460 w 329762"/>
                  <a:gd name="connsiteY16" fmla="*/ 299101 h 316542"/>
                  <a:gd name="connsiteX17" fmla="*/ 257309 w 329762"/>
                  <a:gd name="connsiteY17" fmla="*/ 295379 h 316542"/>
                  <a:gd name="connsiteX18" fmla="*/ 265993 w 329762"/>
                  <a:gd name="connsiteY18" fmla="*/ 278007 h 316542"/>
                  <a:gd name="connsiteX19" fmla="*/ 262272 w 329762"/>
                  <a:gd name="connsiteY19" fmla="*/ 215967 h 316542"/>
                  <a:gd name="connsiteX20" fmla="*/ 263512 w 329762"/>
                  <a:gd name="connsiteY20" fmla="*/ 201077 h 316542"/>
                  <a:gd name="connsiteX21" fmla="*/ 270956 w 329762"/>
                  <a:gd name="connsiteY21" fmla="*/ 188669 h 316542"/>
                  <a:gd name="connsiteX22" fmla="*/ 310654 w 329762"/>
                  <a:gd name="connsiteY22" fmla="*/ 142759 h 316542"/>
                  <a:gd name="connsiteX23" fmla="*/ 314376 w 329762"/>
                  <a:gd name="connsiteY23" fmla="*/ 122906 h 316542"/>
                  <a:gd name="connsiteX24" fmla="*/ 299489 w 329762"/>
                  <a:gd name="connsiteY24" fmla="*/ 109257 h 316542"/>
                  <a:gd name="connsiteX25" fmla="*/ 238701 w 329762"/>
                  <a:gd name="connsiteY25" fmla="*/ 93126 h 316542"/>
                  <a:gd name="connsiteX26" fmla="*/ 226295 w 329762"/>
                  <a:gd name="connsiteY26" fmla="*/ 86922 h 316542"/>
                  <a:gd name="connsiteX27" fmla="*/ 217611 w 329762"/>
                  <a:gd name="connsiteY27" fmla="*/ 76996 h 316542"/>
                  <a:gd name="connsiteX28" fmla="*/ 184115 w 329762"/>
                  <a:gd name="connsiteY28" fmla="*/ 24882 h 316542"/>
                  <a:gd name="connsiteX29" fmla="*/ 165507 w 329762"/>
                  <a:gd name="connsiteY29" fmla="*/ 14955 h 316542"/>
                  <a:gd name="connsiteX30" fmla="*/ 164260 w 329762"/>
                  <a:gd name="connsiteY30" fmla="*/ 0 h 316542"/>
                  <a:gd name="connsiteX31" fmla="*/ 196529 w 329762"/>
                  <a:gd name="connsiteY31" fmla="*/ 16137 h 316542"/>
                  <a:gd name="connsiteX32" fmla="*/ 228798 w 329762"/>
                  <a:gd name="connsiteY32" fmla="*/ 68274 h 316542"/>
                  <a:gd name="connsiteX33" fmla="*/ 235004 w 329762"/>
                  <a:gd name="connsiteY33" fmla="*/ 73239 h 316542"/>
                  <a:gd name="connsiteX34" fmla="*/ 242450 w 329762"/>
                  <a:gd name="connsiteY34" fmla="*/ 76963 h 316542"/>
                  <a:gd name="connsiteX35" fmla="*/ 302023 w 329762"/>
                  <a:gd name="connsiteY35" fmla="*/ 93101 h 316542"/>
                  <a:gd name="connsiteX36" fmla="*/ 328087 w 329762"/>
                  <a:gd name="connsiteY36" fmla="*/ 117927 h 316542"/>
                  <a:gd name="connsiteX37" fmla="*/ 320640 w 329762"/>
                  <a:gd name="connsiteY37" fmla="*/ 152685 h 316542"/>
                  <a:gd name="connsiteX38" fmla="*/ 282166 w 329762"/>
                  <a:gd name="connsiteY38" fmla="*/ 199856 h 316542"/>
                  <a:gd name="connsiteX39" fmla="*/ 277201 w 329762"/>
                  <a:gd name="connsiteY39" fmla="*/ 207304 h 316542"/>
                  <a:gd name="connsiteX40" fmla="*/ 277201 w 329762"/>
                  <a:gd name="connsiteY40" fmla="*/ 214752 h 316542"/>
                  <a:gd name="connsiteX41" fmla="*/ 280925 w 329762"/>
                  <a:gd name="connsiteY41" fmla="*/ 276819 h 316542"/>
                  <a:gd name="connsiteX42" fmla="*/ 266031 w 329762"/>
                  <a:gd name="connsiteY42" fmla="*/ 309094 h 316542"/>
                  <a:gd name="connsiteX43" fmla="*/ 230039 w 329762"/>
                  <a:gd name="connsiteY43" fmla="*/ 314059 h 316542"/>
                  <a:gd name="connsiteX44" fmla="*/ 172948 w 329762"/>
                  <a:gd name="connsiteY44" fmla="*/ 290474 h 316542"/>
                  <a:gd name="connsiteX45" fmla="*/ 156814 w 329762"/>
                  <a:gd name="connsiteY45" fmla="*/ 290474 h 316542"/>
                  <a:gd name="connsiteX46" fmla="*/ 99723 w 329762"/>
                  <a:gd name="connsiteY46" fmla="*/ 314059 h 316542"/>
                  <a:gd name="connsiteX47" fmla="*/ 86071 w 329762"/>
                  <a:gd name="connsiteY47" fmla="*/ 316542 h 316542"/>
                  <a:gd name="connsiteX48" fmla="*/ 64972 w 329762"/>
                  <a:gd name="connsiteY48" fmla="*/ 309094 h 316542"/>
                  <a:gd name="connsiteX49" fmla="*/ 48837 w 329762"/>
                  <a:gd name="connsiteY49" fmla="*/ 276819 h 316542"/>
                  <a:gd name="connsiteX50" fmla="*/ 53802 w 329762"/>
                  <a:gd name="connsiteY50" fmla="*/ 214752 h 316542"/>
                  <a:gd name="connsiteX51" fmla="*/ 51319 w 329762"/>
                  <a:gd name="connsiteY51" fmla="*/ 207304 h 316542"/>
                  <a:gd name="connsiteX52" fmla="*/ 47596 w 329762"/>
                  <a:gd name="connsiteY52" fmla="*/ 199856 h 316542"/>
                  <a:gd name="connsiteX53" fmla="*/ 9122 w 329762"/>
                  <a:gd name="connsiteY53" fmla="*/ 152685 h 316542"/>
                  <a:gd name="connsiteX54" fmla="*/ 1675 w 329762"/>
                  <a:gd name="connsiteY54" fmla="*/ 117927 h 316542"/>
                  <a:gd name="connsiteX55" fmla="*/ 27738 w 329762"/>
                  <a:gd name="connsiteY55" fmla="*/ 93101 h 316542"/>
                  <a:gd name="connsiteX56" fmla="*/ 88553 w 329762"/>
                  <a:gd name="connsiteY56" fmla="*/ 76963 h 316542"/>
                  <a:gd name="connsiteX57" fmla="*/ 94758 w 329762"/>
                  <a:gd name="connsiteY57" fmla="*/ 73239 h 316542"/>
                  <a:gd name="connsiteX58" fmla="*/ 99723 w 329762"/>
                  <a:gd name="connsiteY58" fmla="*/ 67032 h 316542"/>
                  <a:gd name="connsiteX59" fmla="*/ 133233 w 329762"/>
                  <a:gd name="connsiteY59" fmla="*/ 16137 h 316542"/>
                  <a:gd name="connsiteX60" fmla="*/ 164260 w 329762"/>
                  <a:gd name="connsiteY60" fmla="*/ 0 h 316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329762" h="316542">
                    <a:moveTo>
                      <a:pt x="165507" y="14955"/>
                    </a:moveTo>
                    <a:cubicBezTo>
                      <a:pt x="159304" y="14955"/>
                      <a:pt x="151860" y="18677"/>
                      <a:pt x="148139" y="24882"/>
                    </a:cubicBezTo>
                    <a:lnTo>
                      <a:pt x="114643" y="76996"/>
                    </a:lnTo>
                    <a:cubicBezTo>
                      <a:pt x="113402" y="80718"/>
                      <a:pt x="109681" y="83200"/>
                      <a:pt x="105959" y="86922"/>
                    </a:cubicBezTo>
                    <a:cubicBezTo>
                      <a:pt x="102237" y="89404"/>
                      <a:pt x="98516" y="91885"/>
                      <a:pt x="93553" y="93126"/>
                    </a:cubicBezTo>
                    <a:lnTo>
                      <a:pt x="32765" y="109257"/>
                    </a:lnTo>
                    <a:cubicBezTo>
                      <a:pt x="26562" y="110498"/>
                      <a:pt x="20359" y="116702"/>
                      <a:pt x="19119" y="122906"/>
                    </a:cubicBezTo>
                    <a:cubicBezTo>
                      <a:pt x="16637" y="130351"/>
                      <a:pt x="17878" y="136555"/>
                      <a:pt x="22840" y="142759"/>
                    </a:cubicBezTo>
                    <a:lnTo>
                      <a:pt x="62539" y="188669"/>
                    </a:lnTo>
                    <a:cubicBezTo>
                      <a:pt x="65020" y="192391"/>
                      <a:pt x="67501" y="196114"/>
                      <a:pt x="67501" y="201077"/>
                    </a:cubicBezTo>
                    <a:cubicBezTo>
                      <a:pt x="69982" y="206040"/>
                      <a:pt x="69982" y="209763"/>
                      <a:pt x="69982" y="215967"/>
                    </a:cubicBezTo>
                    <a:lnTo>
                      <a:pt x="66261" y="278007"/>
                    </a:lnTo>
                    <a:cubicBezTo>
                      <a:pt x="66261" y="285452"/>
                      <a:pt x="68742" y="292897"/>
                      <a:pt x="74945" y="295379"/>
                    </a:cubicBezTo>
                    <a:cubicBezTo>
                      <a:pt x="81147" y="300342"/>
                      <a:pt x="88591" y="301583"/>
                      <a:pt x="94794" y="299101"/>
                    </a:cubicBezTo>
                    <a:lnTo>
                      <a:pt x="151860" y="275526"/>
                    </a:lnTo>
                    <a:cubicBezTo>
                      <a:pt x="161785" y="271803"/>
                      <a:pt x="171710" y="271803"/>
                      <a:pt x="180394" y="275526"/>
                    </a:cubicBezTo>
                    <a:lnTo>
                      <a:pt x="237460" y="299101"/>
                    </a:lnTo>
                    <a:cubicBezTo>
                      <a:pt x="243663" y="301583"/>
                      <a:pt x="251107" y="300342"/>
                      <a:pt x="257309" y="295379"/>
                    </a:cubicBezTo>
                    <a:cubicBezTo>
                      <a:pt x="263512" y="292897"/>
                      <a:pt x="267234" y="285452"/>
                      <a:pt x="265993" y="278007"/>
                    </a:cubicBezTo>
                    <a:lnTo>
                      <a:pt x="262272" y="215967"/>
                    </a:lnTo>
                    <a:cubicBezTo>
                      <a:pt x="262272" y="209763"/>
                      <a:pt x="262272" y="206040"/>
                      <a:pt x="263512" y="201077"/>
                    </a:cubicBezTo>
                    <a:cubicBezTo>
                      <a:pt x="264753" y="196114"/>
                      <a:pt x="267234" y="192391"/>
                      <a:pt x="270956" y="188669"/>
                    </a:cubicBezTo>
                    <a:lnTo>
                      <a:pt x="310654" y="142759"/>
                    </a:lnTo>
                    <a:cubicBezTo>
                      <a:pt x="314376" y="136555"/>
                      <a:pt x="315617" y="130351"/>
                      <a:pt x="314376" y="122906"/>
                    </a:cubicBezTo>
                    <a:cubicBezTo>
                      <a:pt x="311895" y="116702"/>
                      <a:pt x="306933" y="110498"/>
                      <a:pt x="299489" y="109257"/>
                    </a:cubicBezTo>
                    <a:lnTo>
                      <a:pt x="238701" y="93126"/>
                    </a:lnTo>
                    <a:cubicBezTo>
                      <a:pt x="233738" y="91885"/>
                      <a:pt x="230017" y="89404"/>
                      <a:pt x="226295" y="86922"/>
                    </a:cubicBezTo>
                    <a:cubicBezTo>
                      <a:pt x="222573" y="83200"/>
                      <a:pt x="220092" y="80718"/>
                      <a:pt x="217611" y="76996"/>
                    </a:cubicBezTo>
                    <a:lnTo>
                      <a:pt x="184115" y="24882"/>
                    </a:lnTo>
                    <a:cubicBezTo>
                      <a:pt x="179153" y="18677"/>
                      <a:pt x="172950" y="14955"/>
                      <a:pt x="165507" y="14955"/>
                    </a:cubicBezTo>
                    <a:close/>
                    <a:moveTo>
                      <a:pt x="164260" y="0"/>
                    </a:moveTo>
                    <a:cubicBezTo>
                      <a:pt x="177913" y="0"/>
                      <a:pt x="189083" y="4965"/>
                      <a:pt x="196529" y="16137"/>
                    </a:cubicBezTo>
                    <a:lnTo>
                      <a:pt x="228798" y="68274"/>
                    </a:lnTo>
                    <a:cubicBezTo>
                      <a:pt x="231280" y="69515"/>
                      <a:pt x="232521" y="71998"/>
                      <a:pt x="235004" y="73239"/>
                    </a:cubicBezTo>
                    <a:cubicBezTo>
                      <a:pt x="236245" y="75722"/>
                      <a:pt x="238727" y="75722"/>
                      <a:pt x="242450" y="76963"/>
                    </a:cubicBezTo>
                    <a:lnTo>
                      <a:pt x="302023" y="93101"/>
                    </a:lnTo>
                    <a:cubicBezTo>
                      <a:pt x="314435" y="96825"/>
                      <a:pt x="324363" y="105514"/>
                      <a:pt x="328087" y="117927"/>
                    </a:cubicBezTo>
                    <a:cubicBezTo>
                      <a:pt x="331810" y="130341"/>
                      <a:pt x="329328" y="142754"/>
                      <a:pt x="320640" y="152685"/>
                    </a:cubicBezTo>
                    <a:lnTo>
                      <a:pt x="282166" y="199856"/>
                    </a:lnTo>
                    <a:cubicBezTo>
                      <a:pt x="279684" y="202339"/>
                      <a:pt x="278442" y="204821"/>
                      <a:pt x="277201" y="207304"/>
                    </a:cubicBezTo>
                    <a:cubicBezTo>
                      <a:pt x="277201" y="208545"/>
                      <a:pt x="277201" y="212269"/>
                      <a:pt x="277201" y="214752"/>
                    </a:cubicBezTo>
                    <a:lnTo>
                      <a:pt x="280925" y="276819"/>
                    </a:lnTo>
                    <a:cubicBezTo>
                      <a:pt x="282166" y="290474"/>
                      <a:pt x="275960" y="301646"/>
                      <a:pt x="266031" y="309094"/>
                    </a:cubicBezTo>
                    <a:cubicBezTo>
                      <a:pt x="254861" y="316542"/>
                      <a:pt x="242450" y="317783"/>
                      <a:pt x="230039" y="314059"/>
                    </a:cubicBezTo>
                    <a:lnTo>
                      <a:pt x="172948" y="290474"/>
                    </a:lnTo>
                    <a:cubicBezTo>
                      <a:pt x="167984" y="287991"/>
                      <a:pt x="163019" y="287991"/>
                      <a:pt x="156814" y="290474"/>
                    </a:cubicBezTo>
                    <a:lnTo>
                      <a:pt x="99723" y="314059"/>
                    </a:lnTo>
                    <a:cubicBezTo>
                      <a:pt x="95999" y="315301"/>
                      <a:pt x="91035" y="316542"/>
                      <a:pt x="86071" y="316542"/>
                    </a:cubicBezTo>
                    <a:cubicBezTo>
                      <a:pt x="78624" y="316542"/>
                      <a:pt x="69936" y="314059"/>
                      <a:pt x="64972" y="309094"/>
                    </a:cubicBezTo>
                    <a:cubicBezTo>
                      <a:pt x="53802" y="301646"/>
                      <a:pt x="48837" y="290474"/>
                      <a:pt x="48837" y="276819"/>
                    </a:cubicBezTo>
                    <a:lnTo>
                      <a:pt x="53802" y="214752"/>
                    </a:lnTo>
                    <a:cubicBezTo>
                      <a:pt x="53802" y="212269"/>
                      <a:pt x="52561" y="208545"/>
                      <a:pt x="51319" y="207304"/>
                    </a:cubicBezTo>
                    <a:cubicBezTo>
                      <a:pt x="50078" y="204821"/>
                      <a:pt x="50078" y="202339"/>
                      <a:pt x="47596" y="199856"/>
                    </a:cubicBezTo>
                    <a:lnTo>
                      <a:pt x="9122" y="152685"/>
                    </a:lnTo>
                    <a:cubicBezTo>
                      <a:pt x="434" y="142754"/>
                      <a:pt x="-2048" y="130341"/>
                      <a:pt x="1675" y="117927"/>
                    </a:cubicBezTo>
                    <a:cubicBezTo>
                      <a:pt x="5398" y="105514"/>
                      <a:pt x="15327" y="96825"/>
                      <a:pt x="27738" y="93101"/>
                    </a:cubicBezTo>
                    <a:lnTo>
                      <a:pt x="88553" y="76963"/>
                    </a:lnTo>
                    <a:cubicBezTo>
                      <a:pt x="91035" y="75722"/>
                      <a:pt x="93517" y="75722"/>
                      <a:pt x="94758" y="73239"/>
                    </a:cubicBezTo>
                    <a:cubicBezTo>
                      <a:pt x="97241" y="71998"/>
                      <a:pt x="98482" y="69515"/>
                      <a:pt x="99723" y="67032"/>
                    </a:cubicBezTo>
                    <a:lnTo>
                      <a:pt x="133233" y="16137"/>
                    </a:lnTo>
                    <a:cubicBezTo>
                      <a:pt x="140679" y="4965"/>
                      <a:pt x="153090" y="0"/>
                      <a:pt x="1642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0D9CEA7E-ECF1-8C49-A092-055902E863E7}"/>
                  </a:ext>
                </a:extLst>
              </p:cNvPr>
              <p:cNvSpPr/>
              <p:nvPr/>
            </p:nvSpPr>
            <p:spPr>
              <a:xfrm>
                <a:off x="11372833" y="9861413"/>
                <a:ext cx="313940" cy="3003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3" h="242">
                    <a:moveTo>
                      <a:pt x="146" y="11"/>
                    </a:moveTo>
                    <a:lnTo>
                      <a:pt x="159" y="31"/>
                    </a:lnTo>
                    <a:lnTo>
                      <a:pt x="173" y="52"/>
                    </a:lnTo>
                    <a:cubicBezTo>
                      <a:pt x="174" y="55"/>
                      <a:pt x="176" y="57"/>
                      <a:pt x="179" y="58"/>
                    </a:cubicBezTo>
                    <a:cubicBezTo>
                      <a:pt x="181" y="60"/>
                      <a:pt x="183" y="61"/>
                      <a:pt x="186" y="62"/>
                    </a:cubicBezTo>
                    <a:lnTo>
                      <a:pt x="211" y="69"/>
                    </a:lnTo>
                    <a:lnTo>
                      <a:pt x="235" y="75"/>
                    </a:lnTo>
                    <a:cubicBezTo>
                      <a:pt x="243" y="78"/>
                      <a:pt x="249" y="84"/>
                      <a:pt x="251" y="91"/>
                    </a:cubicBezTo>
                    <a:cubicBezTo>
                      <a:pt x="254" y="98"/>
                      <a:pt x="253" y="107"/>
                      <a:pt x="247" y="113"/>
                    </a:cubicBezTo>
                    <a:lnTo>
                      <a:pt x="231" y="132"/>
                    </a:lnTo>
                    <a:lnTo>
                      <a:pt x="215" y="151"/>
                    </a:lnTo>
                    <a:cubicBezTo>
                      <a:pt x="213" y="153"/>
                      <a:pt x="212" y="156"/>
                      <a:pt x="211" y="159"/>
                    </a:cubicBezTo>
                    <a:cubicBezTo>
                      <a:pt x="210" y="161"/>
                      <a:pt x="210" y="164"/>
                      <a:pt x="210" y="167"/>
                    </a:cubicBezTo>
                    <a:lnTo>
                      <a:pt x="212" y="192"/>
                    </a:lnTo>
                    <a:lnTo>
                      <a:pt x="213" y="217"/>
                    </a:lnTo>
                    <a:cubicBezTo>
                      <a:pt x="213" y="226"/>
                      <a:pt x="210" y="234"/>
                      <a:pt x="203" y="238"/>
                    </a:cubicBezTo>
                    <a:cubicBezTo>
                      <a:pt x="197" y="242"/>
                      <a:pt x="189" y="244"/>
                      <a:pt x="181" y="241"/>
                    </a:cubicBezTo>
                    <a:lnTo>
                      <a:pt x="158" y="231"/>
                    </a:lnTo>
                    <a:lnTo>
                      <a:pt x="135" y="222"/>
                    </a:lnTo>
                    <a:cubicBezTo>
                      <a:pt x="132" y="221"/>
                      <a:pt x="129" y="220"/>
                      <a:pt x="126" y="220"/>
                    </a:cubicBezTo>
                    <a:cubicBezTo>
                      <a:pt x="123" y="220"/>
                      <a:pt x="120" y="221"/>
                      <a:pt x="117" y="222"/>
                    </a:cubicBezTo>
                    <a:lnTo>
                      <a:pt x="94" y="231"/>
                    </a:lnTo>
                    <a:lnTo>
                      <a:pt x="71" y="241"/>
                    </a:lnTo>
                    <a:cubicBezTo>
                      <a:pt x="64" y="244"/>
                      <a:pt x="55" y="242"/>
                      <a:pt x="49" y="238"/>
                    </a:cubicBezTo>
                    <a:cubicBezTo>
                      <a:pt x="43" y="234"/>
                      <a:pt x="38" y="226"/>
                      <a:pt x="39" y="217"/>
                    </a:cubicBezTo>
                    <a:lnTo>
                      <a:pt x="41" y="192"/>
                    </a:lnTo>
                    <a:lnTo>
                      <a:pt x="42" y="167"/>
                    </a:lnTo>
                    <a:cubicBezTo>
                      <a:pt x="43" y="164"/>
                      <a:pt x="42" y="161"/>
                      <a:pt x="41" y="159"/>
                    </a:cubicBezTo>
                    <a:cubicBezTo>
                      <a:pt x="40" y="156"/>
                      <a:pt x="39" y="153"/>
                      <a:pt x="37" y="151"/>
                    </a:cubicBezTo>
                    <a:lnTo>
                      <a:pt x="21" y="132"/>
                    </a:lnTo>
                    <a:lnTo>
                      <a:pt x="5" y="113"/>
                    </a:lnTo>
                    <a:cubicBezTo>
                      <a:pt x="0" y="107"/>
                      <a:pt x="-1" y="98"/>
                      <a:pt x="1" y="91"/>
                    </a:cubicBezTo>
                    <a:cubicBezTo>
                      <a:pt x="3" y="84"/>
                      <a:pt x="9" y="78"/>
                      <a:pt x="17" y="75"/>
                    </a:cubicBezTo>
                    <a:lnTo>
                      <a:pt x="42" y="69"/>
                    </a:lnTo>
                    <a:lnTo>
                      <a:pt x="66" y="62"/>
                    </a:lnTo>
                    <a:cubicBezTo>
                      <a:pt x="69" y="61"/>
                      <a:pt x="71" y="60"/>
                      <a:pt x="74" y="58"/>
                    </a:cubicBezTo>
                    <a:cubicBezTo>
                      <a:pt x="76" y="57"/>
                      <a:pt x="78" y="55"/>
                      <a:pt x="79" y="52"/>
                    </a:cubicBezTo>
                    <a:lnTo>
                      <a:pt x="93" y="31"/>
                    </a:lnTo>
                    <a:lnTo>
                      <a:pt x="106" y="11"/>
                    </a:lnTo>
                    <a:cubicBezTo>
                      <a:pt x="111" y="3"/>
                      <a:pt x="118" y="0"/>
                      <a:pt x="126" y="0"/>
                    </a:cubicBezTo>
                    <a:cubicBezTo>
                      <a:pt x="134" y="0"/>
                      <a:pt x="141" y="3"/>
                      <a:pt x="146" y="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65A41B3C-DD2A-4541-8BBC-9B1D36E09D83}"/>
                  </a:ext>
                </a:extLst>
              </p:cNvPr>
              <p:cNvSpPr/>
              <p:nvPr/>
            </p:nvSpPr>
            <p:spPr>
              <a:xfrm>
                <a:off x="11364369" y="9853935"/>
                <a:ext cx="329368" cy="316542"/>
              </a:xfrm>
              <a:custGeom>
                <a:avLst/>
                <a:gdLst>
                  <a:gd name="connsiteX0" fmla="*/ 164809 w 329368"/>
                  <a:gd name="connsiteY0" fmla="*/ 14955 h 316542"/>
                  <a:gd name="connsiteX1" fmla="*/ 147441 w 329368"/>
                  <a:gd name="connsiteY1" fmla="*/ 24882 h 316542"/>
                  <a:gd name="connsiteX2" fmla="*/ 113944 w 329368"/>
                  <a:gd name="connsiteY2" fmla="*/ 76996 h 316542"/>
                  <a:gd name="connsiteX3" fmla="*/ 104020 w 329368"/>
                  <a:gd name="connsiteY3" fmla="*/ 86922 h 316542"/>
                  <a:gd name="connsiteX4" fmla="*/ 92854 w 329368"/>
                  <a:gd name="connsiteY4" fmla="*/ 93126 h 316542"/>
                  <a:gd name="connsiteX5" fmla="*/ 32065 w 329368"/>
                  <a:gd name="connsiteY5" fmla="*/ 109257 h 316542"/>
                  <a:gd name="connsiteX6" fmla="*/ 17178 w 329368"/>
                  <a:gd name="connsiteY6" fmla="*/ 122906 h 316542"/>
                  <a:gd name="connsiteX7" fmla="*/ 20899 w 329368"/>
                  <a:gd name="connsiteY7" fmla="*/ 142759 h 316542"/>
                  <a:gd name="connsiteX8" fmla="*/ 60599 w 329368"/>
                  <a:gd name="connsiteY8" fmla="*/ 188669 h 316542"/>
                  <a:gd name="connsiteX9" fmla="*/ 68042 w 329368"/>
                  <a:gd name="connsiteY9" fmla="*/ 201077 h 316542"/>
                  <a:gd name="connsiteX10" fmla="*/ 69283 w 329368"/>
                  <a:gd name="connsiteY10" fmla="*/ 215967 h 316542"/>
                  <a:gd name="connsiteX11" fmla="*/ 65561 w 329368"/>
                  <a:gd name="connsiteY11" fmla="*/ 278007 h 316542"/>
                  <a:gd name="connsiteX12" fmla="*/ 74245 w 329368"/>
                  <a:gd name="connsiteY12" fmla="*/ 295379 h 316542"/>
                  <a:gd name="connsiteX13" fmla="*/ 94095 w 329368"/>
                  <a:gd name="connsiteY13" fmla="*/ 299101 h 316542"/>
                  <a:gd name="connsiteX14" fmla="*/ 151162 w 329368"/>
                  <a:gd name="connsiteY14" fmla="*/ 275526 h 316542"/>
                  <a:gd name="connsiteX15" fmla="*/ 179696 w 329368"/>
                  <a:gd name="connsiteY15" fmla="*/ 275526 h 316542"/>
                  <a:gd name="connsiteX16" fmla="*/ 235523 w 329368"/>
                  <a:gd name="connsiteY16" fmla="*/ 299101 h 316542"/>
                  <a:gd name="connsiteX17" fmla="*/ 256613 w 329368"/>
                  <a:gd name="connsiteY17" fmla="*/ 295379 h 316542"/>
                  <a:gd name="connsiteX18" fmla="*/ 265298 w 329368"/>
                  <a:gd name="connsiteY18" fmla="*/ 278007 h 316542"/>
                  <a:gd name="connsiteX19" fmla="*/ 260335 w 329368"/>
                  <a:gd name="connsiteY19" fmla="*/ 215967 h 316542"/>
                  <a:gd name="connsiteX20" fmla="*/ 262816 w 329368"/>
                  <a:gd name="connsiteY20" fmla="*/ 201077 h 316542"/>
                  <a:gd name="connsiteX21" fmla="*/ 269019 w 329368"/>
                  <a:gd name="connsiteY21" fmla="*/ 188669 h 316542"/>
                  <a:gd name="connsiteX22" fmla="*/ 308719 w 329368"/>
                  <a:gd name="connsiteY22" fmla="*/ 142759 h 316542"/>
                  <a:gd name="connsiteX23" fmla="*/ 312440 w 329368"/>
                  <a:gd name="connsiteY23" fmla="*/ 122906 h 316542"/>
                  <a:gd name="connsiteX24" fmla="*/ 297553 w 329368"/>
                  <a:gd name="connsiteY24" fmla="*/ 109257 h 316542"/>
                  <a:gd name="connsiteX25" fmla="*/ 238004 w 329368"/>
                  <a:gd name="connsiteY25" fmla="*/ 93126 h 316542"/>
                  <a:gd name="connsiteX26" fmla="*/ 225598 w 329368"/>
                  <a:gd name="connsiteY26" fmla="*/ 86922 h 316542"/>
                  <a:gd name="connsiteX27" fmla="*/ 216914 w 329368"/>
                  <a:gd name="connsiteY27" fmla="*/ 76996 h 316542"/>
                  <a:gd name="connsiteX28" fmla="*/ 182177 w 329368"/>
                  <a:gd name="connsiteY28" fmla="*/ 24882 h 316542"/>
                  <a:gd name="connsiteX29" fmla="*/ 164809 w 329368"/>
                  <a:gd name="connsiteY29" fmla="*/ 14955 h 316542"/>
                  <a:gd name="connsiteX30" fmla="*/ 164807 w 329368"/>
                  <a:gd name="connsiteY30" fmla="*/ 0 h 316542"/>
                  <a:gd name="connsiteX31" fmla="*/ 195834 w 329368"/>
                  <a:gd name="connsiteY31" fmla="*/ 16137 h 316542"/>
                  <a:gd name="connsiteX32" fmla="*/ 229344 w 329368"/>
                  <a:gd name="connsiteY32" fmla="*/ 68274 h 316542"/>
                  <a:gd name="connsiteX33" fmla="*/ 234308 w 329368"/>
                  <a:gd name="connsiteY33" fmla="*/ 73239 h 316542"/>
                  <a:gd name="connsiteX34" fmla="*/ 241755 w 329368"/>
                  <a:gd name="connsiteY34" fmla="*/ 76963 h 316542"/>
                  <a:gd name="connsiteX35" fmla="*/ 302568 w 329368"/>
                  <a:gd name="connsiteY35" fmla="*/ 93101 h 316542"/>
                  <a:gd name="connsiteX36" fmla="*/ 327390 w 329368"/>
                  <a:gd name="connsiteY36" fmla="*/ 117927 h 316542"/>
                  <a:gd name="connsiteX37" fmla="*/ 321184 w 329368"/>
                  <a:gd name="connsiteY37" fmla="*/ 152685 h 316542"/>
                  <a:gd name="connsiteX38" fmla="*/ 281470 w 329368"/>
                  <a:gd name="connsiteY38" fmla="*/ 199856 h 316542"/>
                  <a:gd name="connsiteX39" fmla="*/ 277746 w 329368"/>
                  <a:gd name="connsiteY39" fmla="*/ 207304 h 316542"/>
                  <a:gd name="connsiteX40" fmla="*/ 276505 w 329368"/>
                  <a:gd name="connsiteY40" fmla="*/ 214752 h 316542"/>
                  <a:gd name="connsiteX41" fmla="*/ 280228 w 329368"/>
                  <a:gd name="connsiteY41" fmla="*/ 276819 h 316542"/>
                  <a:gd name="connsiteX42" fmla="*/ 265335 w 329368"/>
                  <a:gd name="connsiteY42" fmla="*/ 309094 h 316542"/>
                  <a:gd name="connsiteX43" fmla="*/ 230585 w 329368"/>
                  <a:gd name="connsiteY43" fmla="*/ 314059 h 316542"/>
                  <a:gd name="connsiteX44" fmla="*/ 173495 w 329368"/>
                  <a:gd name="connsiteY44" fmla="*/ 290474 h 316542"/>
                  <a:gd name="connsiteX45" fmla="*/ 157360 w 329368"/>
                  <a:gd name="connsiteY45" fmla="*/ 290474 h 316542"/>
                  <a:gd name="connsiteX46" fmla="*/ 100270 w 329368"/>
                  <a:gd name="connsiteY46" fmla="*/ 314059 h 316542"/>
                  <a:gd name="connsiteX47" fmla="*/ 85377 w 329368"/>
                  <a:gd name="connsiteY47" fmla="*/ 316542 h 316542"/>
                  <a:gd name="connsiteX48" fmla="*/ 64279 w 329368"/>
                  <a:gd name="connsiteY48" fmla="*/ 309094 h 316542"/>
                  <a:gd name="connsiteX49" fmla="*/ 49386 w 329368"/>
                  <a:gd name="connsiteY49" fmla="*/ 276819 h 316542"/>
                  <a:gd name="connsiteX50" fmla="*/ 53109 w 329368"/>
                  <a:gd name="connsiteY50" fmla="*/ 214752 h 316542"/>
                  <a:gd name="connsiteX51" fmla="*/ 51868 w 329368"/>
                  <a:gd name="connsiteY51" fmla="*/ 207304 h 316542"/>
                  <a:gd name="connsiteX52" fmla="*/ 48145 w 329368"/>
                  <a:gd name="connsiteY52" fmla="*/ 199856 h 316542"/>
                  <a:gd name="connsiteX53" fmla="*/ 9671 w 329368"/>
                  <a:gd name="connsiteY53" fmla="*/ 152685 h 316542"/>
                  <a:gd name="connsiteX54" fmla="*/ 2224 w 329368"/>
                  <a:gd name="connsiteY54" fmla="*/ 117927 h 316542"/>
                  <a:gd name="connsiteX55" fmla="*/ 27046 w 329368"/>
                  <a:gd name="connsiteY55" fmla="*/ 93101 h 316542"/>
                  <a:gd name="connsiteX56" fmla="*/ 87859 w 329368"/>
                  <a:gd name="connsiteY56" fmla="*/ 76963 h 316542"/>
                  <a:gd name="connsiteX57" fmla="*/ 95306 w 329368"/>
                  <a:gd name="connsiteY57" fmla="*/ 73239 h 316542"/>
                  <a:gd name="connsiteX58" fmla="*/ 100270 w 329368"/>
                  <a:gd name="connsiteY58" fmla="*/ 68274 h 316542"/>
                  <a:gd name="connsiteX59" fmla="*/ 133780 w 329368"/>
                  <a:gd name="connsiteY59" fmla="*/ 16137 h 316542"/>
                  <a:gd name="connsiteX60" fmla="*/ 164807 w 329368"/>
                  <a:gd name="connsiteY60" fmla="*/ 0 h 316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329368" h="316542">
                    <a:moveTo>
                      <a:pt x="164809" y="14955"/>
                    </a:moveTo>
                    <a:cubicBezTo>
                      <a:pt x="157365" y="14955"/>
                      <a:pt x="151162" y="18677"/>
                      <a:pt x="147441" y="24882"/>
                    </a:cubicBezTo>
                    <a:lnTo>
                      <a:pt x="113944" y="76996"/>
                    </a:lnTo>
                    <a:cubicBezTo>
                      <a:pt x="111463" y="80718"/>
                      <a:pt x="108982" y="83200"/>
                      <a:pt x="104020" y="86922"/>
                    </a:cubicBezTo>
                    <a:cubicBezTo>
                      <a:pt x="101538" y="89404"/>
                      <a:pt x="96576" y="91885"/>
                      <a:pt x="92854" y="93126"/>
                    </a:cubicBezTo>
                    <a:lnTo>
                      <a:pt x="32065" y="109257"/>
                    </a:lnTo>
                    <a:cubicBezTo>
                      <a:pt x="24621" y="110498"/>
                      <a:pt x="19659" y="116702"/>
                      <a:pt x="17178" y="122906"/>
                    </a:cubicBezTo>
                    <a:cubicBezTo>
                      <a:pt x="14696" y="130351"/>
                      <a:pt x="17178" y="136555"/>
                      <a:pt x="20899" y="142759"/>
                    </a:cubicBezTo>
                    <a:lnTo>
                      <a:pt x="60599" y="188669"/>
                    </a:lnTo>
                    <a:cubicBezTo>
                      <a:pt x="63080" y="192391"/>
                      <a:pt x="65561" y="196114"/>
                      <a:pt x="68042" y="201077"/>
                    </a:cubicBezTo>
                    <a:cubicBezTo>
                      <a:pt x="68042" y="206040"/>
                      <a:pt x="69283" y="209763"/>
                      <a:pt x="69283" y="215967"/>
                    </a:cubicBezTo>
                    <a:lnTo>
                      <a:pt x="65561" y="278007"/>
                    </a:lnTo>
                    <a:cubicBezTo>
                      <a:pt x="64320" y="285452"/>
                      <a:pt x="68042" y="292897"/>
                      <a:pt x="74245" y="295379"/>
                    </a:cubicBezTo>
                    <a:cubicBezTo>
                      <a:pt x="79208" y="300342"/>
                      <a:pt x="87892" y="301583"/>
                      <a:pt x="94095" y="299101"/>
                    </a:cubicBezTo>
                    <a:lnTo>
                      <a:pt x="151162" y="275526"/>
                    </a:lnTo>
                    <a:cubicBezTo>
                      <a:pt x="159847" y="271803"/>
                      <a:pt x="169771" y="271803"/>
                      <a:pt x="179696" y="275526"/>
                    </a:cubicBezTo>
                    <a:lnTo>
                      <a:pt x="235523" y="299101"/>
                    </a:lnTo>
                    <a:cubicBezTo>
                      <a:pt x="242967" y="301583"/>
                      <a:pt x="250410" y="300342"/>
                      <a:pt x="256613" y="295379"/>
                    </a:cubicBezTo>
                    <a:cubicBezTo>
                      <a:pt x="261576" y="292897"/>
                      <a:pt x="265298" y="285452"/>
                      <a:pt x="265298" y="278007"/>
                    </a:cubicBezTo>
                    <a:lnTo>
                      <a:pt x="260335" y="215967"/>
                    </a:lnTo>
                    <a:cubicBezTo>
                      <a:pt x="260335" y="209763"/>
                      <a:pt x="260335" y="206040"/>
                      <a:pt x="262816" y="201077"/>
                    </a:cubicBezTo>
                    <a:cubicBezTo>
                      <a:pt x="264057" y="196114"/>
                      <a:pt x="266538" y="192391"/>
                      <a:pt x="269019" y="188669"/>
                    </a:cubicBezTo>
                    <a:lnTo>
                      <a:pt x="308719" y="142759"/>
                    </a:lnTo>
                    <a:cubicBezTo>
                      <a:pt x="313681" y="136555"/>
                      <a:pt x="314922" y="130351"/>
                      <a:pt x="312440" y="122906"/>
                    </a:cubicBezTo>
                    <a:cubicBezTo>
                      <a:pt x="309959" y="116702"/>
                      <a:pt x="304997" y="110498"/>
                      <a:pt x="297553" y="109257"/>
                    </a:cubicBezTo>
                    <a:lnTo>
                      <a:pt x="238004" y="93126"/>
                    </a:lnTo>
                    <a:cubicBezTo>
                      <a:pt x="233042" y="91885"/>
                      <a:pt x="229320" y="89404"/>
                      <a:pt x="225598" y="86922"/>
                    </a:cubicBezTo>
                    <a:cubicBezTo>
                      <a:pt x="221877" y="83200"/>
                      <a:pt x="218155" y="80718"/>
                      <a:pt x="216914" y="76996"/>
                    </a:cubicBezTo>
                    <a:lnTo>
                      <a:pt x="182177" y="24882"/>
                    </a:lnTo>
                    <a:cubicBezTo>
                      <a:pt x="178456" y="18677"/>
                      <a:pt x="172253" y="14955"/>
                      <a:pt x="164809" y="14955"/>
                    </a:cubicBezTo>
                    <a:close/>
                    <a:moveTo>
                      <a:pt x="164807" y="0"/>
                    </a:moveTo>
                    <a:cubicBezTo>
                      <a:pt x="177218" y="0"/>
                      <a:pt x="188388" y="4965"/>
                      <a:pt x="195834" y="16137"/>
                    </a:cubicBezTo>
                    <a:lnTo>
                      <a:pt x="229344" y="68274"/>
                    </a:lnTo>
                    <a:cubicBezTo>
                      <a:pt x="230585" y="69515"/>
                      <a:pt x="233067" y="71998"/>
                      <a:pt x="234308" y="73239"/>
                    </a:cubicBezTo>
                    <a:cubicBezTo>
                      <a:pt x="236790" y="75722"/>
                      <a:pt x="239272" y="75722"/>
                      <a:pt x="241755" y="76963"/>
                    </a:cubicBezTo>
                    <a:lnTo>
                      <a:pt x="302568" y="93101"/>
                    </a:lnTo>
                    <a:cubicBezTo>
                      <a:pt x="314979" y="96825"/>
                      <a:pt x="323667" y="105514"/>
                      <a:pt x="327390" y="117927"/>
                    </a:cubicBezTo>
                    <a:cubicBezTo>
                      <a:pt x="331113" y="130341"/>
                      <a:pt x="329872" y="142754"/>
                      <a:pt x="321184" y="152685"/>
                    </a:cubicBezTo>
                    <a:lnTo>
                      <a:pt x="281470" y="199856"/>
                    </a:lnTo>
                    <a:cubicBezTo>
                      <a:pt x="280228" y="202339"/>
                      <a:pt x="278987" y="204821"/>
                      <a:pt x="277746" y="207304"/>
                    </a:cubicBezTo>
                    <a:cubicBezTo>
                      <a:pt x="276505" y="208545"/>
                      <a:pt x="276505" y="212269"/>
                      <a:pt x="276505" y="214752"/>
                    </a:cubicBezTo>
                    <a:lnTo>
                      <a:pt x="280228" y="276819"/>
                    </a:lnTo>
                    <a:cubicBezTo>
                      <a:pt x="281470" y="290474"/>
                      <a:pt x="276505" y="301646"/>
                      <a:pt x="265335" y="309094"/>
                    </a:cubicBezTo>
                    <a:cubicBezTo>
                      <a:pt x="255407" y="316542"/>
                      <a:pt x="241755" y="317783"/>
                      <a:pt x="230585" y="314059"/>
                    </a:cubicBezTo>
                    <a:lnTo>
                      <a:pt x="173495" y="290474"/>
                    </a:lnTo>
                    <a:cubicBezTo>
                      <a:pt x="167289" y="287991"/>
                      <a:pt x="162325" y="287991"/>
                      <a:pt x="157360" y="290474"/>
                    </a:cubicBezTo>
                    <a:lnTo>
                      <a:pt x="100270" y="314059"/>
                    </a:lnTo>
                    <a:cubicBezTo>
                      <a:pt x="95306" y="315301"/>
                      <a:pt x="90342" y="316542"/>
                      <a:pt x="85377" y="316542"/>
                    </a:cubicBezTo>
                    <a:cubicBezTo>
                      <a:pt x="77931" y="316542"/>
                      <a:pt x="70484" y="314059"/>
                      <a:pt x="64279" y="309094"/>
                    </a:cubicBezTo>
                    <a:cubicBezTo>
                      <a:pt x="54350" y="301646"/>
                      <a:pt x="48145" y="290474"/>
                      <a:pt x="49386" y="276819"/>
                    </a:cubicBezTo>
                    <a:lnTo>
                      <a:pt x="53109" y="214752"/>
                    </a:lnTo>
                    <a:cubicBezTo>
                      <a:pt x="53109" y="212269"/>
                      <a:pt x="51868" y="208545"/>
                      <a:pt x="51868" y="207304"/>
                    </a:cubicBezTo>
                    <a:cubicBezTo>
                      <a:pt x="50627" y="204821"/>
                      <a:pt x="50627" y="202339"/>
                      <a:pt x="48145" y="199856"/>
                    </a:cubicBezTo>
                    <a:lnTo>
                      <a:pt x="9671" y="152685"/>
                    </a:lnTo>
                    <a:cubicBezTo>
                      <a:pt x="983" y="142754"/>
                      <a:pt x="-2740" y="130341"/>
                      <a:pt x="2224" y="117927"/>
                    </a:cubicBezTo>
                    <a:cubicBezTo>
                      <a:pt x="4706" y="105514"/>
                      <a:pt x="14635" y="96825"/>
                      <a:pt x="27046" y="93101"/>
                    </a:cubicBezTo>
                    <a:lnTo>
                      <a:pt x="87859" y="76963"/>
                    </a:lnTo>
                    <a:cubicBezTo>
                      <a:pt x="90342" y="75722"/>
                      <a:pt x="92824" y="75722"/>
                      <a:pt x="95306" y="73239"/>
                    </a:cubicBezTo>
                    <a:cubicBezTo>
                      <a:pt x="96547" y="71998"/>
                      <a:pt x="99029" y="69515"/>
                      <a:pt x="100270" y="68274"/>
                    </a:cubicBezTo>
                    <a:lnTo>
                      <a:pt x="133780" y="16137"/>
                    </a:lnTo>
                    <a:cubicBezTo>
                      <a:pt x="139985" y="4965"/>
                      <a:pt x="152396" y="0"/>
                      <a:pt x="16480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3B698213-F151-B34C-A0F6-43C724EB099D}"/>
                  </a:ext>
                </a:extLst>
              </p:cNvPr>
              <p:cNvSpPr/>
              <p:nvPr/>
            </p:nvSpPr>
            <p:spPr>
              <a:xfrm>
                <a:off x="11853712" y="9861413"/>
                <a:ext cx="313940" cy="3003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3" h="242">
                    <a:moveTo>
                      <a:pt x="147" y="11"/>
                    </a:moveTo>
                    <a:lnTo>
                      <a:pt x="160" y="31"/>
                    </a:lnTo>
                    <a:lnTo>
                      <a:pt x="173" y="52"/>
                    </a:lnTo>
                    <a:cubicBezTo>
                      <a:pt x="175" y="55"/>
                      <a:pt x="177" y="57"/>
                      <a:pt x="179" y="58"/>
                    </a:cubicBezTo>
                    <a:cubicBezTo>
                      <a:pt x="181" y="60"/>
                      <a:pt x="184" y="61"/>
                      <a:pt x="187" y="62"/>
                    </a:cubicBezTo>
                    <a:lnTo>
                      <a:pt x="212" y="69"/>
                    </a:lnTo>
                    <a:lnTo>
                      <a:pt x="236" y="75"/>
                    </a:lnTo>
                    <a:cubicBezTo>
                      <a:pt x="244" y="78"/>
                      <a:pt x="250" y="84"/>
                      <a:pt x="252" y="91"/>
                    </a:cubicBezTo>
                    <a:cubicBezTo>
                      <a:pt x="254" y="98"/>
                      <a:pt x="253" y="107"/>
                      <a:pt x="247" y="113"/>
                    </a:cubicBezTo>
                    <a:lnTo>
                      <a:pt x="231" y="132"/>
                    </a:lnTo>
                    <a:lnTo>
                      <a:pt x="216" y="151"/>
                    </a:lnTo>
                    <a:cubicBezTo>
                      <a:pt x="214" y="153"/>
                      <a:pt x="213" y="156"/>
                      <a:pt x="212" y="159"/>
                    </a:cubicBezTo>
                    <a:cubicBezTo>
                      <a:pt x="211" y="161"/>
                      <a:pt x="210" y="164"/>
                      <a:pt x="211" y="167"/>
                    </a:cubicBezTo>
                    <a:lnTo>
                      <a:pt x="212" y="192"/>
                    </a:lnTo>
                    <a:lnTo>
                      <a:pt x="214" y="217"/>
                    </a:lnTo>
                    <a:cubicBezTo>
                      <a:pt x="214" y="226"/>
                      <a:pt x="210" y="234"/>
                      <a:pt x="204" y="238"/>
                    </a:cubicBezTo>
                    <a:cubicBezTo>
                      <a:pt x="198" y="242"/>
                      <a:pt x="189" y="244"/>
                      <a:pt x="181" y="241"/>
                    </a:cubicBezTo>
                    <a:lnTo>
                      <a:pt x="158" y="231"/>
                    </a:lnTo>
                    <a:lnTo>
                      <a:pt x="136" y="222"/>
                    </a:lnTo>
                    <a:cubicBezTo>
                      <a:pt x="133" y="221"/>
                      <a:pt x="129" y="220"/>
                      <a:pt x="126" y="220"/>
                    </a:cubicBezTo>
                    <a:cubicBezTo>
                      <a:pt x="124" y="220"/>
                      <a:pt x="121" y="221"/>
                      <a:pt x="118" y="222"/>
                    </a:cubicBezTo>
                    <a:lnTo>
                      <a:pt x="95" y="231"/>
                    </a:lnTo>
                    <a:lnTo>
                      <a:pt x="72" y="241"/>
                    </a:lnTo>
                    <a:cubicBezTo>
                      <a:pt x="64" y="244"/>
                      <a:pt x="55" y="242"/>
                      <a:pt x="49" y="238"/>
                    </a:cubicBezTo>
                    <a:cubicBezTo>
                      <a:pt x="43" y="234"/>
                      <a:pt x="39" y="226"/>
                      <a:pt x="40" y="217"/>
                    </a:cubicBezTo>
                    <a:lnTo>
                      <a:pt x="41" y="192"/>
                    </a:lnTo>
                    <a:lnTo>
                      <a:pt x="42" y="167"/>
                    </a:lnTo>
                    <a:cubicBezTo>
                      <a:pt x="43" y="164"/>
                      <a:pt x="42" y="161"/>
                      <a:pt x="41" y="159"/>
                    </a:cubicBezTo>
                    <a:cubicBezTo>
                      <a:pt x="41" y="156"/>
                      <a:pt x="40" y="153"/>
                      <a:pt x="37" y="151"/>
                    </a:cubicBezTo>
                    <a:lnTo>
                      <a:pt x="22" y="132"/>
                    </a:lnTo>
                    <a:lnTo>
                      <a:pt x="6" y="113"/>
                    </a:lnTo>
                    <a:cubicBezTo>
                      <a:pt x="0" y="107"/>
                      <a:pt x="-1" y="98"/>
                      <a:pt x="2" y="91"/>
                    </a:cubicBezTo>
                    <a:cubicBezTo>
                      <a:pt x="3" y="84"/>
                      <a:pt x="10" y="78"/>
                      <a:pt x="18" y="75"/>
                    </a:cubicBezTo>
                    <a:lnTo>
                      <a:pt x="42" y="69"/>
                    </a:lnTo>
                    <a:lnTo>
                      <a:pt x="66" y="62"/>
                    </a:lnTo>
                    <a:cubicBezTo>
                      <a:pt x="70" y="61"/>
                      <a:pt x="72" y="60"/>
                      <a:pt x="74" y="58"/>
                    </a:cubicBezTo>
                    <a:cubicBezTo>
                      <a:pt x="76" y="57"/>
                      <a:pt x="79" y="55"/>
                      <a:pt x="80" y="52"/>
                    </a:cubicBezTo>
                    <a:lnTo>
                      <a:pt x="93" y="31"/>
                    </a:lnTo>
                    <a:lnTo>
                      <a:pt x="107" y="11"/>
                    </a:lnTo>
                    <a:cubicBezTo>
                      <a:pt x="112" y="3"/>
                      <a:pt x="119" y="0"/>
                      <a:pt x="126" y="0"/>
                    </a:cubicBezTo>
                    <a:cubicBezTo>
                      <a:pt x="134" y="0"/>
                      <a:pt x="142" y="3"/>
                      <a:pt x="147" y="1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0" name="Freeform 299">
                <a:extLst>
                  <a:ext uri="{FF2B5EF4-FFF2-40B4-BE49-F238E27FC236}">
                    <a16:creationId xmlns:a16="http://schemas.microsoft.com/office/drawing/2014/main" id="{56904482-A841-AF4D-A886-1E2BD803D344}"/>
                  </a:ext>
                </a:extLst>
              </p:cNvPr>
              <p:cNvSpPr/>
              <p:nvPr/>
            </p:nvSpPr>
            <p:spPr>
              <a:xfrm>
                <a:off x="11844557" y="9853935"/>
                <a:ext cx="329762" cy="316542"/>
              </a:xfrm>
              <a:custGeom>
                <a:avLst/>
                <a:gdLst>
                  <a:gd name="connsiteX0" fmla="*/ 165504 w 329762"/>
                  <a:gd name="connsiteY0" fmla="*/ 14955 h 316542"/>
                  <a:gd name="connsiteX1" fmla="*/ 148136 w 329762"/>
                  <a:gd name="connsiteY1" fmla="*/ 24882 h 316542"/>
                  <a:gd name="connsiteX2" fmla="*/ 115881 w 329762"/>
                  <a:gd name="connsiteY2" fmla="*/ 76996 h 316542"/>
                  <a:gd name="connsiteX3" fmla="*/ 105956 w 329762"/>
                  <a:gd name="connsiteY3" fmla="*/ 86922 h 316542"/>
                  <a:gd name="connsiteX4" fmla="*/ 93550 w 329762"/>
                  <a:gd name="connsiteY4" fmla="*/ 93126 h 316542"/>
                  <a:gd name="connsiteX5" fmla="*/ 32762 w 329762"/>
                  <a:gd name="connsiteY5" fmla="*/ 109257 h 316542"/>
                  <a:gd name="connsiteX6" fmla="*/ 19116 w 329762"/>
                  <a:gd name="connsiteY6" fmla="*/ 122906 h 316542"/>
                  <a:gd name="connsiteX7" fmla="*/ 22837 w 329762"/>
                  <a:gd name="connsiteY7" fmla="*/ 142759 h 316542"/>
                  <a:gd name="connsiteX8" fmla="*/ 61295 w 329762"/>
                  <a:gd name="connsiteY8" fmla="*/ 188669 h 316542"/>
                  <a:gd name="connsiteX9" fmla="*/ 68739 w 329762"/>
                  <a:gd name="connsiteY9" fmla="*/ 201077 h 316542"/>
                  <a:gd name="connsiteX10" fmla="*/ 69979 w 329762"/>
                  <a:gd name="connsiteY10" fmla="*/ 215967 h 316542"/>
                  <a:gd name="connsiteX11" fmla="*/ 66258 w 329762"/>
                  <a:gd name="connsiteY11" fmla="*/ 278007 h 316542"/>
                  <a:gd name="connsiteX12" fmla="*/ 74942 w 329762"/>
                  <a:gd name="connsiteY12" fmla="*/ 295379 h 316542"/>
                  <a:gd name="connsiteX13" fmla="*/ 96031 w 329762"/>
                  <a:gd name="connsiteY13" fmla="*/ 299101 h 316542"/>
                  <a:gd name="connsiteX14" fmla="*/ 151857 w 329762"/>
                  <a:gd name="connsiteY14" fmla="*/ 275526 h 316542"/>
                  <a:gd name="connsiteX15" fmla="*/ 165504 w 329762"/>
                  <a:gd name="connsiteY15" fmla="*/ 273044 h 316542"/>
                  <a:gd name="connsiteX16" fmla="*/ 180391 w 329762"/>
                  <a:gd name="connsiteY16" fmla="*/ 275526 h 316542"/>
                  <a:gd name="connsiteX17" fmla="*/ 237457 w 329762"/>
                  <a:gd name="connsiteY17" fmla="*/ 299101 h 316542"/>
                  <a:gd name="connsiteX18" fmla="*/ 257306 w 329762"/>
                  <a:gd name="connsiteY18" fmla="*/ 295379 h 316542"/>
                  <a:gd name="connsiteX19" fmla="*/ 265990 w 329762"/>
                  <a:gd name="connsiteY19" fmla="*/ 278007 h 316542"/>
                  <a:gd name="connsiteX20" fmla="*/ 262269 w 329762"/>
                  <a:gd name="connsiteY20" fmla="*/ 215967 h 316542"/>
                  <a:gd name="connsiteX21" fmla="*/ 263509 w 329762"/>
                  <a:gd name="connsiteY21" fmla="*/ 201077 h 316542"/>
                  <a:gd name="connsiteX22" fmla="*/ 270953 w 329762"/>
                  <a:gd name="connsiteY22" fmla="*/ 188669 h 316542"/>
                  <a:gd name="connsiteX23" fmla="*/ 310651 w 329762"/>
                  <a:gd name="connsiteY23" fmla="*/ 142759 h 316542"/>
                  <a:gd name="connsiteX24" fmla="*/ 314373 w 329762"/>
                  <a:gd name="connsiteY24" fmla="*/ 122906 h 316542"/>
                  <a:gd name="connsiteX25" fmla="*/ 299486 w 329762"/>
                  <a:gd name="connsiteY25" fmla="*/ 109257 h 316542"/>
                  <a:gd name="connsiteX26" fmla="*/ 238698 w 329762"/>
                  <a:gd name="connsiteY26" fmla="*/ 93126 h 316542"/>
                  <a:gd name="connsiteX27" fmla="*/ 226292 w 329762"/>
                  <a:gd name="connsiteY27" fmla="*/ 86922 h 316542"/>
                  <a:gd name="connsiteX28" fmla="*/ 217608 w 329762"/>
                  <a:gd name="connsiteY28" fmla="*/ 76996 h 316542"/>
                  <a:gd name="connsiteX29" fmla="*/ 184112 w 329762"/>
                  <a:gd name="connsiteY29" fmla="*/ 24882 h 316542"/>
                  <a:gd name="connsiteX30" fmla="*/ 165504 w 329762"/>
                  <a:gd name="connsiteY30" fmla="*/ 14955 h 316542"/>
                  <a:gd name="connsiteX31" fmla="*/ 164260 w 329762"/>
                  <a:gd name="connsiteY31" fmla="*/ 0 h 316542"/>
                  <a:gd name="connsiteX32" fmla="*/ 195288 w 329762"/>
                  <a:gd name="connsiteY32" fmla="*/ 16137 h 316542"/>
                  <a:gd name="connsiteX33" fmla="*/ 228798 w 329762"/>
                  <a:gd name="connsiteY33" fmla="*/ 68274 h 316542"/>
                  <a:gd name="connsiteX34" fmla="*/ 235004 w 329762"/>
                  <a:gd name="connsiteY34" fmla="*/ 73239 h 316542"/>
                  <a:gd name="connsiteX35" fmla="*/ 242450 w 329762"/>
                  <a:gd name="connsiteY35" fmla="*/ 76963 h 316542"/>
                  <a:gd name="connsiteX36" fmla="*/ 302023 w 329762"/>
                  <a:gd name="connsiteY36" fmla="*/ 93101 h 316542"/>
                  <a:gd name="connsiteX37" fmla="*/ 328087 w 329762"/>
                  <a:gd name="connsiteY37" fmla="*/ 117927 h 316542"/>
                  <a:gd name="connsiteX38" fmla="*/ 320640 w 329762"/>
                  <a:gd name="connsiteY38" fmla="*/ 152685 h 316542"/>
                  <a:gd name="connsiteX39" fmla="*/ 280925 w 329762"/>
                  <a:gd name="connsiteY39" fmla="*/ 199856 h 316542"/>
                  <a:gd name="connsiteX40" fmla="*/ 278442 w 329762"/>
                  <a:gd name="connsiteY40" fmla="*/ 207304 h 316542"/>
                  <a:gd name="connsiteX41" fmla="*/ 277201 w 329762"/>
                  <a:gd name="connsiteY41" fmla="*/ 214752 h 316542"/>
                  <a:gd name="connsiteX42" fmla="*/ 280925 w 329762"/>
                  <a:gd name="connsiteY42" fmla="*/ 276819 h 316542"/>
                  <a:gd name="connsiteX43" fmla="*/ 266031 w 329762"/>
                  <a:gd name="connsiteY43" fmla="*/ 309094 h 316542"/>
                  <a:gd name="connsiteX44" fmla="*/ 244932 w 329762"/>
                  <a:gd name="connsiteY44" fmla="*/ 316542 h 316542"/>
                  <a:gd name="connsiteX45" fmla="*/ 230039 w 329762"/>
                  <a:gd name="connsiteY45" fmla="*/ 314059 h 316542"/>
                  <a:gd name="connsiteX46" fmla="*/ 172948 w 329762"/>
                  <a:gd name="connsiteY46" fmla="*/ 290474 h 316542"/>
                  <a:gd name="connsiteX47" fmla="*/ 156814 w 329762"/>
                  <a:gd name="connsiteY47" fmla="*/ 290474 h 316542"/>
                  <a:gd name="connsiteX48" fmla="*/ 99723 w 329762"/>
                  <a:gd name="connsiteY48" fmla="*/ 314059 h 316542"/>
                  <a:gd name="connsiteX49" fmla="*/ 64972 w 329762"/>
                  <a:gd name="connsiteY49" fmla="*/ 309094 h 316542"/>
                  <a:gd name="connsiteX50" fmla="*/ 50078 w 329762"/>
                  <a:gd name="connsiteY50" fmla="*/ 276819 h 316542"/>
                  <a:gd name="connsiteX51" fmla="*/ 52561 w 329762"/>
                  <a:gd name="connsiteY51" fmla="*/ 214752 h 316542"/>
                  <a:gd name="connsiteX52" fmla="*/ 51319 w 329762"/>
                  <a:gd name="connsiteY52" fmla="*/ 207304 h 316542"/>
                  <a:gd name="connsiteX53" fmla="*/ 47596 w 329762"/>
                  <a:gd name="connsiteY53" fmla="*/ 199856 h 316542"/>
                  <a:gd name="connsiteX54" fmla="*/ 9122 w 329762"/>
                  <a:gd name="connsiteY54" fmla="*/ 152685 h 316542"/>
                  <a:gd name="connsiteX55" fmla="*/ 1675 w 329762"/>
                  <a:gd name="connsiteY55" fmla="*/ 117927 h 316542"/>
                  <a:gd name="connsiteX56" fmla="*/ 27738 w 329762"/>
                  <a:gd name="connsiteY56" fmla="*/ 93101 h 316542"/>
                  <a:gd name="connsiteX57" fmla="*/ 88553 w 329762"/>
                  <a:gd name="connsiteY57" fmla="*/ 76963 h 316542"/>
                  <a:gd name="connsiteX58" fmla="*/ 94758 w 329762"/>
                  <a:gd name="connsiteY58" fmla="*/ 73239 h 316542"/>
                  <a:gd name="connsiteX59" fmla="*/ 99723 w 329762"/>
                  <a:gd name="connsiteY59" fmla="*/ 67032 h 316542"/>
                  <a:gd name="connsiteX60" fmla="*/ 133233 w 329762"/>
                  <a:gd name="connsiteY60" fmla="*/ 16137 h 316542"/>
                  <a:gd name="connsiteX61" fmla="*/ 164260 w 329762"/>
                  <a:gd name="connsiteY61" fmla="*/ 0 h 316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329762" h="316542">
                    <a:moveTo>
                      <a:pt x="165504" y="14955"/>
                    </a:moveTo>
                    <a:cubicBezTo>
                      <a:pt x="159301" y="14955"/>
                      <a:pt x="151857" y="18677"/>
                      <a:pt x="148136" y="24882"/>
                    </a:cubicBezTo>
                    <a:lnTo>
                      <a:pt x="115881" y="76996"/>
                    </a:lnTo>
                    <a:cubicBezTo>
                      <a:pt x="113399" y="80718"/>
                      <a:pt x="109678" y="83200"/>
                      <a:pt x="105956" y="86922"/>
                    </a:cubicBezTo>
                    <a:cubicBezTo>
                      <a:pt x="102234" y="89404"/>
                      <a:pt x="98513" y="91885"/>
                      <a:pt x="93550" y="93126"/>
                    </a:cubicBezTo>
                    <a:lnTo>
                      <a:pt x="32762" y="109257"/>
                    </a:lnTo>
                    <a:cubicBezTo>
                      <a:pt x="26559" y="110498"/>
                      <a:pt x="21597" y="116702"/>
                      <a:pt x="19116" y="122906"/>
                    </a:cubicBezTo>
                    <a:cubicBezTo>
                      <a:pt x="16634" y="130351"/>
                      <a:pt x="17875" y="136555"/>
                      <a:pt x="22837" y="142759"/>
                    </a:cubicBezTo>
                    <a:lnTo>
                      <a:pt x="61295" y="188669"/>
                    </a:lnTo>
                    <a:cubicBezTo>
                      <a:pt x="65017" y="192391"/>
                      <a:pt x="67498" y="196114"/>
                      <a:pt x="68739" y="201077"/>
                    </a:cubicBezTo>
                    <a:cubicBezTo>
                      <a:pt x="69979" y="206040"/>
                      <a:pt x="69979" y="209763"/>
                      <a:pt x="69979" y="215967"/>
                    </a:cubicBezTo>
                    <a:lnTo>
                      <a:pt x="66258" y="278007"/>
                    </a:lnTo>
                    <a:cubicBezTo>
                      <a:pt x="66258" y="285452"/>
                      <a:pt x="68739" y="292897"/>
                      <a:pt x="74942" y="295379"/>
                    </a:cubicBezTo>
                    <a:cubicBezTo>
                      <a:pt x="81144" y="300342"/>
                      <a:pt x="88588" y="301583"/>
                      <a:pt x="96031" y="299101"/>
                    </a:cubicBezTo>
                    <a:lnTo>
                      <a:pt x="151857" y="275526"/>
                    </a:lnTo>
                    <a:cubicBezTo>
                      <a:pt x="156820" y="273044"/>
                      <a:pt x="161782" y="273044"/>
                      <a:pt x="165504" y="273044"/>
                    </a:cubicBezTo>
                    <a:cubicBezTo>
                      <a:pt x="171707" y="273044"/>
                      <a:pt x="175428" y="273044"/>
                      <a:pt x="180391" y="275526"/>
                    </a:cubicBezTo>
                    <a:lnTo>
                      <a:pt x="237457" y="299101"/>
                    </a:lnTo>
                    <a:cubicBezTo>
                      <a:pt x="243660" y="301583"/>
                      <a:pt x="252344" y="300342"/>
                      <a:pt x="257306" y="295379"/>
                    </a:cubicBezTo>
                    <a:cubicBezTo>
                      <a:pt x="263509" y="292897"/>
                      <a:pt x="267231" y="285452"/>
                      <a:pt x="265990" y="278007"/>
                    </a:cubicBezTo>
                    <a:lnTo>
                      <a:pt x="262269" y="215967"/>
                    </a:lnTo>
                    <a:cubicBezTo>
                      <a:pt x="262269" y="209763"/>
                      <a:pt x="262269" y="206040"/>
                      <a:pt x="263509" y="201077"/>
                    </a:cubicBezTo>
                    <a:cubicBezTo>
                      <a:pt x="265990" y="196114"/>
                      <a:pt x="267231" y="192391"/>
                      <a:pt x="270953" y="188669"/>
                    </a:cubicBezTo>
                    <a:lnTo>
                      <a:pt x="310651" y="142759"/>
                    </a:lnTo>
                    <a:cubicBezTo>
                      <a:pt x="314373" y="136555"/>
                      <a:pt x="315614" y="130351"/>
                      <a:pt x="314373" y="122906"/>
                    </a:cubicBezTo>
                    <a:cubicBezTo>
                      <a:pt x="311892" y="116702"/>
                      <a:pt x="306930" y="110498"/>
                      <a:pt x="299486" y="109257"/>
                    </a:cubicBezTo>
                    <a:lnTo>
                      <a:pt x="238698" y="93126"/>
                    </a:lnTo>
                    <a:cubicBezTo>
                      <a:pt x="233735" y="91885"/>
                      <a:pt x="230014" y="89404"/>
                      <a:pt x="226292" y="86922"/>
                    </a:cubicBezTo>
                    <a:cubicBezTo>
                      <a:pt x="222570" y="83200"/>
                      <a:pt x="220089" y="80718"/>
                      <a:pt x="217608" y="76996"/>
                    </a:cubicBezTo>
                    <a:lnTo>
                      <a:pt x="184112" y="24882"/>
                    </a:lnTo>
                    <a:cubicBezTo>
                      <a:pt x="179150" y="18677"/>
                      <a:pt x="174188" y="14955"/>
                      <a:pt x="165504" y="14955"/>
                    </a:cubicBezTo>
                    <a:close/>
                    <a:moveTo>
                      <a:pt x="164260" y="0"/>
                    </a:moveTo>
                    <a:cubicBezTo>
                      <a:pt x="177913" y="0"/>
                      <a:pt x="189083" y="4965"/>
                      <a:pt x="195288" y="16137"/>
                    </a:cubicBezTo>
                    <a:lnTo>
                      <a:pt x="228798" y="68274"/>
                    </a:lnTo>
                    <a:cubicBezTo>
                      <a:pt x="230039" y="69515"/>
                      <a:pt x="232521" y="71998"/>
                      <a:pt x="235004" y="73239"/>
                    </a:cubicBezTo>
                    <a:cubicBezTo>
                      <a:pt x="236245" y="75722"/>
                      <a:pt x="238727" y="75722"/>
                      <a:pt x="242450" y="76963"/>
                    </a:cubicBezTo>
                    <a:lnTo>
                      <a:pt x="302023" y="93101"/>
                    </a:lnTo>
                    <a:cubicBezTo>
                      <a:pt x="314435" y="96825"/>
                      <a:pt x="324363" y="105514"/>
                      <a:pt x="328087" y="117927"/>
                    </a:cubicBezTo>
                    <a:cubicBezTo>
                      <a:pt x="331810" y="130341"/>
                      <a:pt x="329328" y="142754"/>
                      <a:pt x="320640" y="152685"/>
                    </a:cubicBezTo>
                    <a:lnTo>
                      <a:pt x="280925" y="199856"/>
                    </a:lnTo>
                    <a:cubicBezTo>
                      <a:pt x="279684" y="202339"/>
                      <a:pt x="279684" y="204821"/>
                      <a:pt x="278442" y="207304"/>
                    </a:cubicBezTo>
                    <a:cubicBezTo>
                      <a:pt x="277201" y="208545"/>
                      <a:pt x="277201" y="212269"/>
                      <a:pt x="277201" y="214752"/>
                    </a:cubicBezTo>
                    <a:lnTo>
                      <a:pt x="280925" y="276819"/>
                    </a:lnTo>
                    <a:cubicBezTo>
                      <a:pt x="280925" y="290474"/>
                      <a:pt x="275960" y="301646"/>
                      <a:pt x="266031" y="309094"/>
                    </a:cubicBezTo>
                    <a:cubicBezTo>
                      <a:pt x="258585" y="314059"/>
                      <a:pt x="252379" y="316542"/>
                      <a:pt x="244932" y="316542"/>
                    </a:cubicBezTo>
                    <a:cubicBezTo>
                      <a:pt x="238727" y="316542"/>
                      <a:pt x="235004" y="315301"/>
                      <a:pt x="230039" y="314059"/>
                    </a:cubicBezTo>
                    <a:lnTo>
                      <a:pt x="172948" y="290474"/>
                    </a:lnTo>
                    <a:cubicBezTo>
                      <a:pt x="167984" y="287991"/>
                      <a:pt x="163019" y="287991"/>
                      <a:pt x="156814" y="290474"/>
                    </a:cubicBezTo>
                    <a:lnTo>
                      <a:pt x="99723" y="314059"/>
                    </a:lnTo>
                    <a:cubicBezTo>
                      <a:pt x="88553" y="317783"/>
                      <a:pt x="74901" y="316542"/>
                      <a:pt x="64972" y="309094"/>
                    </a:cubicBezTo>
                    <a:cubicBezTo>
                      <a:pt x="53802" y="301646"/>
                      <a:pt x="48837" y="290474"/>
                      <a:pt x="50078" y="276819"/>
                    </a:cubicBezTo>
                    <a:lnTo>
                      <a:pt x="52561" y="214752"/>
                    </a:lnTo>
                    <a:cubicBezTo>
                      <a:pt x="52561" y="212269"/>
                      <a:pt x="52561" y="208545"/>
                      <a:pt x="51319" y="207304"/>
                    </a:cubicBezTo>
                    <a:cubicBezTo>
                      <a:pt x="51319" y="204821"/>
                      <a:pt x="50078" y="202339"/>
                      <a:pt x="47596" y="199856"/>
                    </a:cubicBezTo>
                    <a:lnTo>
                      <a:pt x="9122" y="152685"/>
                    </a:lnTo>
                    <a:cubicBezTo>
                      <a:pt x="434" y="142754"/>
                      <a:pt x="-2048" y="130341"/>
                      <a:pt x="1675" y="117927"/>
                    </a:cubicBezTo>
                    <a:cubicBezTo>
                      <a:pt x="5398" y="105514"/>
                      <a:pt x="15327" y="96825"/>
                      <a:pt x="27738" y="93101"/>
                    </a:cubicBezTo>
                    <a:lnTo>
                      <a:pt x="88553" y="76963"/>
                    </a:lnTo>
                    <a:cubicBezTo>
                      <a:pt x="91035" y="75722"/>
                      <a:pt x="93517" y="75722"/>
                      <a:pt x="94758" y="73239"/>
                    </a:cubicBezTo>
                    <a:cubicBezTo>
                      <a:pt x="97241" y="71998"/>
                      <a:pt x="98482" y="69515"/>
                      <a:pt x="99723" y="67032"/>
                    </a:cubicBezTo>
                    <a:lnTo>
                      <a:pt x="133233" y="16137"/>
                    </a:lnTo>
                    <a:cubicBezTo>
                      <a:pt x="140679" y="4965"/>
                      <a:pt x="151849" y="0"/>
                      <a:pt x="1642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94EDF3B2-DFEF-474A-ABC4-7FFF6FE68952}"/>
                  </a:ext>
                </a:extLst>
              </p:cNvPr>
              <p:cNvSpPr/>
              <p:nvPr/>
            </p:nvSpPr>
            <p:spPr>
              <a:xfrm>
                <a:off x="12839133" y="9913751"/>
                <a:ext cx="1461314" cy="195658"/>
              </a:xfrm>
              <a:custGeom>
                <a:avLst/>
                <a:gdLst>
                  <a:gd name="connsiteX0" fmla="*/ 99592 w 1461314"/>
                  <a:gd name="connsiteY0" fmla="*/ 16204 h 195658"/>
                  <a:gd name="connsiteX1" fmla="*/ 41090 w 1461314"/>
                  <a:gd name="connsiteY1" fmla="*/ 39703 h 195658"/>
                  <a:gd name="connsiteX2" fmla="*/ 17441 w 1461314"/>
                  <a:gd name="connsiteY2" fmla="*/ 97832 h 195658"/>
                  <a:gd name="connsiteX3" fmla="*/ 41090 w 1461314"/>
                  <a:gd name="connsiteY3" fmla="*/ 155961 h 195658"/>
                  <a:gd name="connsiteX4" fmla="*/ 99592 w 1461314"/>
                  <a:gd name="connsiteY4" fmla="*/ 179460 h 195658"/>
                  <a:gd name="connsiteX5" fmla="*/ 1361723 w 1461314"/>
                  <a:gd name="connsiteY5" fmla="*/ 179460 h 195658"/>
                  <a:gd name="connsiteX6" fmla="*/ 1421469 w 1461314"/>
                  <a:gd name="connsiteY6" fmla="*/ 155961 h 195658"/>
                  <a:gd name="connsiteX7" fmla="*/ 1445118 w 1461314"/>
                  <a:gd name="connsiteY7" fmla="*/ 97832 h 195658"/>
                  <a:gd name="connsiteX8" fmla="*/ 1421469 w 1461314"/>
                  <a:gd name="connsiteY8" fmla="*/ 39703 h 195658"/>
                  <a:gd name="connsiteX9" fmla="*/ 1361723 w 1461314"/>
                  <a:gd name="connsiteY9" fmla="*/ 16204 h 195658"/>
                  <a:gd name="connsiteX10" fmla="*/ 99578 w 1461314"/>
                  <a:gd name="connsiteY10" fmla="*/ 0 h 195658"/>
                  <a:gd name="connsiteX11" fmla="*/ 1361735 w 1461314"/>
                  <a:gd name="connsiteY11" fmla="*/ 0 h 195658"/>
                  <a:gd name="connsiteX12" fmla="*/ 1432685 w 1461314"/>
                  <a:gd name="connsiteY12" fmla="*/ 28482 h 195658"/>
                  <a:gd name="connsiteX13" fmla="*/ 1461314 w 1461314"/>
                  <a:gd name="connsiteY13" fmla="*/ 97829 h 195658"/>
                  <a:gd name="connsiteX14" fmla="*/ 1432685 w 1461314"/>
                  <a:gd name="connsiteY14" fmla="*/ 167176 h 195658"/>
                  <a:gd name="connsiteX15" fmla="*/ 1361735 w 1461314"/>
                  <a:gd name="connsiteY15" fmla="*/ 195658 h 195658"/>
                  <a:gd name="connsiteX16" fmla="*/ 99578 w 1461314"/>
                  <a:gd name="connsiteY16" fmla="*/ 195658 h 195658"/>
                  <a:gd name="connsiteX17" fmla="*/ 29874 w 1461314"/>
                  <a:gd name="connsiteY17" fmla="*/ 167176 h 195658"/>
                  <a:gd name="connsiteX18" fmla="*/ 0 w 1461314"/>
                  <a:gd name="connsiteY18" fmla="*/ 97829 h 195658"/>
                  <a:gd name="connsiteX19" fmla="*/ 29874 w 1461314"/>
                  <a:gd name="connsiteY19" fmla="*/ 28482 h 195658"/>
                  <a:gd name="connsiteX20" fmla="*/ 99578 w 1461314"/>
                  <a:gd name="connsiteY20" fmla="*/ 0 h 195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461314" h="195658">
                    <a:moveTo>
                      <a:pt x="99592" y="16204"/>
                    </a:moveTo>
                    <a:cubicBezTo>
                      <a:pt x="77187" y="16204"/>
                      <a:pt x="57272" y="24862"/>
                      <a:pt x="41090" y="39703"/>
                    </a:cubicBezTo>
                    <a:cubicBezTo>
                      <a:pt x="26154" y="55781"/>
                      <a:pt x="17441" y="76807"/>
                      <a:pt x="17441" y="97832"/>
                    </a:cubicBezTo>
                    <a:cubicBezTo>
                      <a:pt x="17441" y="120094"/>
                      <a:pt x="26154" y="141120"/>
                      <a:pt x="41090" y="155961"/>
                    </a:cubicBezTo>
                    <a:cubicBezTo>
                      <a:pt x="57272" y="170802"/>
                      <a:pt x="77187" y="179460"/>
                      <a:pt x="99592" y="179460"/>
                    </a:cubicBezTo>
                    <a:lnTo>
                      <a:pt x="1361723" y="179460"/>
                    </a:lnTo>
                    <a:cubicBezTo>
                      <a:pt x="1384127" y="179460"/>
                      <a:pt x="1405287" y="170802"/>
                      <a:pt x="1421469" y="155961"/>
                    </a:cubicBezTo>
                    <a:cubicBezTo>
                      <a:pt x="1436405" y="141120"/>
                      <a:pt x="1445118" y="120094"/>
                      <a:pt x="1445118" y="97832"/>
                    </a:cubicBezTo>
                    <a:cubicBezTo>
                      <a:pt x="1445118" y="76807"/>
                      <a:pt x="1436405" y="55781"/>
                      <a:pt x="1421469" y="39703"/>
                    </a:cubicBezTo>
                    <a:cubicBezTo>
                      <a:pt x="1405287" y="24862"/>
                      <a:pt x="1384127" y="16204"/>
                      <a:pt x="1361723" y="16204"/>
                    </a:cubicBezTo>
                    <a:close/>
                    <a:moveTo>
                      <a:pt x="99578" y="0"/>
                    </a:moveTo>
                    <a:lnTo>
                      <a:pt x="1361735" y="0"/>
                    </a:lnTo>
                    <a:cubicBezTo>
                      <a:pt x="1389120" y="0"/>
                      <a:pt x="1414014" y="9907"/>
                      <a:pt x="1432685" y="28482"/>
                    </a:cubicBezTo>
                    <a:cubicBezTo>
                      <a:pt x="1450111" y="47057"/>
                      <a:pt x="1461314" y="71824"/>
                      <a:pt x="1461314" y="97829"/>
                    </a:cubicBezTo>
                    <a:cubicBezTo>
                      <a:pt x="1461314" y="123834"/>
                      <a:pt x="1450111" y="148601"/>
                      <a:pt x="1432685" y="167176"/>
                    </a:cubicBezTo>
                    <a:cubicBezTo>
                      <a:pt x="1414014" y="185751"/>
                      <a:pt x="1389120" y="195658"/>
                      <a:pt x="1361735" y="195658"/>
                    </a:cubicBezTo>
                    <a:lnTo>
                      <a:pt x="99578" y="195658"/>
                    </a:lnTo>
                    <a:cubicBezTo>
                      <a:pt x="72194" y="195658"/>
                      <a:pt x="48545" y="185751"/>
                      <a:pt x="29874" y="167176"/>
                    </a:cubicBezTo>
                    <a:cubicBezTo>
                      <a:pt x="11203" y="148601"/>
                      <a:pt x="0" y="123834"/>
                      <a:pt x="0" y="97829"/>
                    </a:cubicBezTo>
                    <a:cubicBezTo>
                      <a:pt x="0" y="71824"/>
                      <a:pt x="11203" y="47057"/>
                      <a:pt x="29874" y="28482"/>
                    </a:cubicBezTo>
                    <a:cubicBezTo>
                      <a:pt x="48545" y="9907"/>
                      <a:pt x="72194" y="0"/>
                      <a:pt x="995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5F10E913-1B16-614A-A7E9-E922A8CDEBB1}"/>
                  </a:ext>
                </a:extLst>
              </p:cNvPr>
              <p:cNvSpPr/>
              <p:nvPr/>
            </p:nvSpPr>
            <p:spPr>
              <a:xfrm>
                <a:off x="12556338" y="9810317"/>
                <a:ext cx="14950" cy="4037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325">
                    <a:moveTo>
                      <a:pt x="7" y="325"/>
                    </a:moveTo>
                    <a:cubicBezTo>
                      <a:pt x="3" y="325"/>
                      <a:pt x="0" y="322"/>
                      <a:pt x="0" y="318"/>
                    </a:cubicBezTo>
                    <a:lnTo>
                      <a:pt x="0" y="6"/>
                    </a:lnTo>
                    <a:cubicBezTo>
                      <a:pt x="0" y="2"/>
                      <a:pt x="3" y="0"/>
                      <a:pt x="7" y="0"/>
                    </a:cubicBezTo>
                    <a:cubicBezTo>
                      <a:pt x="10" y="0"/>
                      <a:pt x="13" y="2"/>
                      <a:pt x="13" y="6"/>
                    </a:cubicBezTo>
                    <a:lnTo>
                      <a:pt x="13" y="318"/>
                    </a:lnTo>
                    <a:cubicBezTo>
                      <a:pt x="13" y="322"/>
                      <a:pt x="10" y="325"/>
                      <a:pt x="7" y="3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C85350EA-EE31-B349-AB1E-ED85C2B3FB59}"/>
                  </a:ext>
                </a:extLst>
              </p:cNvPr>
              <p:cNvSpPr/>
              <p:nvPr/>
            </p:nvSpPr>
            <p:spPr>
              <a:xfrm>
                <a:off x="12847854" y="9921228"/>
                <a:ext cx="1443873" cy="1794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60" h="145">
                    <a:moveTo>
                      <a:pt x="0" y="73"/>
                    </a:moveTo>
                    <a:cubicBezTo>
                      <a:pt x="0" y="93"/>
                      <a:pt x="8" y="111"/>
                      <a:pt x="22" y="125"/>
                    </a:cubicBezTo>
                    <a:cubicBezTo>
                      <a:pt x="34" y="137"/>
                      <a:pt x="53" y="145"/>
                      <a:pt x="73" y="145"/>
                    </a:cubicBezTo>
                    <a:lnTo>
                      <a:pt x="580" y="145"/>
                    </a:lnTo>
                    <a:lnTo>
                      <a:pt x="1087" y="145"/>
                    </a:lnTo>
                    <a:cubicBezTo>
                      <a:pt x="1108" y="145"/>
                      <a:pt x="1126" y="137"/>
                      <a:pt x="1139" y="125"/>
                    </a:cubicBezTo>
                    <a:cubicBezTo>
                      <a:pt x="1152" y="111"/>
                      <a:pt x="1160" y="93"/>
                      <a:pt x="1160" y="73"/>
                    </a:cubicBezTo>
                    <a:cubicBezTo>
                      <a:pt x="1160" y="53"/>
                      <a:pt x="1152" y="35"/>
                      <a:pt x="1139" y="22"/>
                    </a:cubicBezTo>
                    <a:cubicBezTo>
                      <a:pt x="1126" y="9"/>
                      <a:pt x="1108" y="0"/>
                      <a:pt x="1087" y="0"/>
                    </a:cubicBezTo>
                    <a:lnTo>
                      <a:pt x="580" y="0"/>
                    </a:lnTo>
                    <a:lnTo>
                      <a:pt x="73" y="0"/>
                    </a:lnTo>
                    <a:cubicBezTo>
                      <a:pt x="53" y="0"/>
                      <a:pt x="34" y="9"/>
                      <a:pt x="22" y="22"/>
                    </a:cubicBezTo>
                    <a:cubicBezTo>
                      <a:pt x="8" y="35"/>
                      <a:pt x="0" y="53"/>
                      <a:pt x="0" y="73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8C6364-B436-7241-B3D2-0D871CA42086}"/>
                </a:ext>
              </a:extLst>
            </p:cNvPr>
            <p:cNvGrpSpPr/>
            <p:nvPr/>
          </p:nvGrpSpPr>
          <p:grpSpPr>
            <a:xfrm>
              <a:off x="10610408" y="7867446"/>
              <a:ext cx="3908049" cy="1515415"/>
              <a:chOff x="10610408" y="7867446"/>
              <a:chExt cx="3908049" cy="1515415"/>
            </a:xfrm>
          </p:grpSpPr>
          <p:sp>
            <p:nvSpPr>
              <p:cNvPr id="90" name="Freeform 89">
                <a:extLst>
                  <a:ext uri="{FF2B5EF4-FFF2-40B4-BE49-F238E27FC236}">
                    <a16:creationId xmlns:a16="http://schemas.microsoft.com/office/drawing/2014/main" id="{37ECC383-7C6D-2346-92B3-EE9D98B88442}"/>
                  </a:ext>
                </a:extLst>
              </p:cNvPr>
              <p:cNvSpPr/>
              <p:nvPr/>
            </p:nvSpPr>
            <p:spPr>
              <a:xfrm>
                <a:off x="10619132" y="7874923"/>
                <a:ext cx="3891853" cy="149921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25" h="1204">
                    <a:moveTo>
                      <a:pt x="0" y="122"/>
                    </a:moveTo>
                    <a:lnTo>
                      <a:pt x="0" y="602"/>
                    </a:lnTo>
                    <a:lnTo>
                      <a:pt x="0" y="1083"/>
                    </a:lnTo>
                    <a:cubicBezTo>
                      <a:pt x="0" y="1117"/>
                      <a:pt x="14" y="1147"/>
                      <a:pt x="36" y="1169"/>
                    </a:cubicBezTo>
                    <a:cubicBezTo>
                      <a:pt x="57" y="1191"/>
                      <a:pt x="88" y="1204"/>
                      <a:pt x="121" y="1204"/>
                    </a:cubicBezTo>
                    <a:lnTo>
                      <a:pt x="1563" y="1204"/>
                    </a:lnTo>
                    <a:lnTo>
                      <a:pt x="3003" y="1204"/>
                    </a:lnTo>
                    <a:cubicBezTo>
                      <a:pt x="3037" y="1204"/>
                      <a:pt x="3067" y="1191"/>
                      <a:pt x="3089" y="1169"/>
                    </a:cubicBezTo>
                    <a:cubicBezTo>
                      <a:pt x="3111" y="1147"/>
                      <a:pt x="3125" y="1117"/>
                      <a:pt x="3125" y="1083"/>
                    </a:cubicBezTo>
                    <a:lnTo>
                      <a:pt x="3125" y="602"/>
                    </a:lnTo>
                    <a:lnTo>
                      <a:pt x="3125" y="122"/>
                    </a:lnTo>
                    <a:cubicBezTo>
                      <a:pt x="3125" y="89"/>
                      <a:pt x="3111" y="59"/>
                      <a:pt x="3089" y="37"/>
                    </a:cubicBezTo>
                    <a:cubicBezTo>
                      <a:pt x="3067" y="15"/>
                      <a:pt x="3037" y="0"/>
                      <a:pt x="3003" y="0"/>
                    </a:cubicBezTo>
                    <a:lnTo>
                      <a:pt x="1563" y="0"/>
                    </a:lnTo>
                    <a:lnTo>
                      <a:pt x="121" y="0"/>
                    </a:lnTo>
                    <a:cubicBezTo>
                      <a:pt x="88" y="0"/>
                      <a:pt x="57" y="15"/>
                      <a:pt x="36" y="37"/>
                    </a:cubicBezTo>
                    <a:cubicBezTo>
                      <a:pt x="14" y="59"/>
                      <a:pt x="0" y="89"/>
                      <a:pt x="0" y="12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C9FB9945-196C-5249-B1EC-63EE1D979150}"/>
                  </a:ext>
                </a:extLst>
              </p:cNvPr>
              <p:cNvSpPr/>
              <p:nvPr/>
            </p:nvSpPr>
            <p:spPr>
              <a:xfrm>
                <a:off x="10610408" y="7867446"/>
                <a:ext cx="3908049" cy="1515415"/>
              </a:xfrm>
              <a:custGeom>
                <a:avLst/>
                <a:gdLst>
                  <a:gd name="connsiteX0" fmla="*/ 159420 w 3908049"/>
                  <a:gd name="connsiteY0" fmla="*/ 16201 h 1515415"/>
                  <a:gd name="connsiteX1" fmla="*/ 58543 w 3908049"/>
                  <a:gd name="connsiteY1" fmla="*/ 58537 h 1515415"/>
                  <a:gd name="connsiteX2" fmla="*/ 17445 w 3908049"/>
                  <a:gd name="connsiteY2" fmla="*/ 159397 h 1515415"/>
                  <a:gd name="connsiteX3" fmla="*/ 17445 w 3908049"/>
                  <a:gd name="connsiteY3" fmla="*/ 1356018 h 1515415"/>
                  <a:gd name="connsiteX4" fmla="*/ 58543 w 3908049"/>
                  <a:gd name="connsiteY4" fmla="*/ 1456878 h 1515415"/>
                  <a:gd name="connsiteX5" fmla="*/ 159420 w 3908049"/>
                  <a:gd name="connsiteY5" fmla="*/ 1499214 h 1515415"/>
                  <a:gd name="connsiteX6" fmla="*/ 3748637 w 3908049"/>
                  <a:gd name="connsiteY6" fmla="*/ 1499214 h 1515415"/>
                  <a:gd name="connsiteX7" fmla="*/ 3850759 w 3908049"/>
                  <a:gd name="connsiteY7" fmla="*/ 1456878 h 1515415"/>
                  <a:gd name="connsiteX8" fmla="*/ 3891857 w 3908049"/>
                  <a:gd name="connsiteY8" fmla="*/ 1356018 h 1515415"/>
                  <a:gd name="connsiteX9" fmla="*/ 3891857 w 3908049"/>
                  <a:gd name="connsiteY9" fmla="*/ 159397 h 1515415"/>
                  <a:gd name="connsiteX10" fmla="*/ 3850759 w 3908049"/>
                  <a:gd name="connsiteY10" fmla="*/ 58537 h 1515415"/>
                  <a:gd name="connsiteX11" fmla="*/ 3748637 w 3908049"/>
                  <a:gd name="connsiteY11" fmla="*/ 16201 h 1515415"/>
                  <a:gd name="connsiteX12" fmla="*/ 159411 w 3908049"/>
                  <a:gd name="connsiteY12" fmla="*/ 0 h 1515415"/>
                  <a:gd name="connsiteX13" fmla="*/ 3748638 w 3908049"/>
                  <a:gd name="connsiteY13" fmla="*/ 0 h 1515415"/>
                  <a:gd name="connsiteX14" fmla="*/ 3861970 w 3908049"/>
                  <a:gd name="connsiteY14" fmla="*/ 47318 h 1515415"/>
                  <a:gd name="connsiteX15" fmla="*/ 3908049 w 3908049"/>
                  <a:gd name="connsiteY15" fmla="*/ 159387 h 1515415"/>
                  <a:gd name="connsiteX16" fmla="*/ 3908049 w 3908049"/>
                  <a:gd name="connsiteY16" fmla="*/ 1356029 h 1515415"/>
                  <a:gd name="connsiteX17" fmla="*/ 3861970 w 3908049"/>
                  <a:gd name="connsiteY17" fmla="*/ 1469342 h 1515415"/>
                  <a:gd name="connsiteX18" fmla="*/ 3748638 w 3908049"/>
                  <a:gd name="connsiteY18" fmla="*/ 1515415 h 1515415"/>
                  <a:gd name="connsiteX19" fmla="*/ 159411 w 3908049"/>
                  <a:gd name="connsiteY19" fmla="*/ 1515415 h 1515415"/>
                  <a:gd name="connsiteX20" fmla="*/ 47325 w 3908049"/>
                  <a:gd name="connsiteY20" fmla="*/ 1469342 h 1515415"/>
                  <a:gd name="connsiteX21" fmla="*/ 0 w 3908049"/>
                  <a:gd name="connsiteY21" fmla="*/ 1356029 h 1515415"/>
                  <a:gd name="connsiteX22" fmla="*/ 0 w 3908049"/>
                  <a:gd name="connsiteY22" fmla="*/ 159387 h 1515415"/>
                  <a:gd name="connsiteX23" fmla="*/ 47325 w 3908049"/>
                  <a:gd name="connsiteY23" fmla="*/ 47318 h 1515415"/>
                  <a:gd name="connsiteX24" fmla="*/ 159411 w 3908049"/>
                  <a:gd name="connsiteY24" fmla="*/ 0 h 15154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908049" h="1515415">
                    <a:moveTo>
                      <a:pt x="159420" y="16201"/>
                    </a:moveTo>
                    <a:cubicBezTo>
                      <a:pt x="122058" y="16201"/>
                      <a:pt x="85942" y="32389"/>
                      <a:pt x="58543" y="58537"/>
                    </a:cubicBezTo>
                    <a:cubicBezTo>
                      <a:pt x="31144" y="85931"/>
                      <a:pt x="17445" y="122042"/>
                      <a:pt x="17445" y="159397"/>
                    </a:cubicBezTo>
                    <a:lnTo>
                      <a:pt x="17445" y="1356018"/>
                    </a:lnTo>
                    <a:cubicBezTo>
                      <a:pt x="17445" y="1393374"/>
                      <a:pt x="31144" y="1429484"/>
                      <a:pt x="58543" y="1456878"/>
                    </a:cubicBezTo>
                    <a:cubicBezTo>
                      <a:pt x="85942" y="1484272"/>
                      <a:pt x="122058" y="1499214"/>
                      <a:pt x="159420" y="1499214"/>
                    </a:cubicBezTo>
                    <a:lnTo>
                      <a:pt x="3748637" y="1499214"/>
                    </a:lnTo>
                    <a:cubicBezTo>
                      <a:pt x="3787244" y="1499214"/>
                      <a:pt x="3823360" y="1484272"/>
                      <a:pt x="3850759" y="1456878"/>
                    </a:cubicBezTo>
                    <a:cubicBezTo>
                      <a:pt x="3876912" y="1429484"/>
                      <a:pt x="3891857" y="1393374"/>
                      <a:pt x="3891857" y="1356018"/>
                    </a:cubicBezTo>
                    <a:lnTo>
                      <a:pt x="3891857" y="159397"/>
                    </a:lnTo>
                    <a:cubicBezTo>
                      <a:pt x="3891857" y="122042"/>
                      <a:pt x="3876912" y="85931"/>
                      <a:pt x="3850759" y="58537"/>
                    </a:cubicBezTo>
                    <a:cubicBezTo>
                      <a:pt x="3823360" y="32389"/>
                      <a:pt x="3787244" y="16201"/>
                      <a:pt x="3748637" y="16201"/>
                    </a:cubicBezTo>
                    <a:close/>
                    <a:moveTo>
                      <a:pt x="159411" y="0"/>
                    </a:moveTo>
                    <a:lnTo>
                      <a:pt x="3748638" y="0"/>
                    </a:lnTo>
                    <a:cubicBezTo>
                      <a:pt x="3792227" y="0"/>
                      <a:pt x="3832080" y="17433"/>
                      <a:pt x="3861970" y="47318"/>
                    </a:cubicBezTo>
                    <a:cubicBezTo>
                      <a:pt x="3891859" y="77203"/>
                      <a:pt x="3908049" y="117050"/>
                      <a:pt x="3908049" y="159387"/>
                    </a:cubicBezTo>
                    <a:lnTo>
                      <a:pt x="3908049" y="1356029"/>
                    </a:lnTo>
                    <a:cubicBezTo>
                      <a:pt x="3908049" y="1398366"/>
                      <a:pt x="3891859" y="1438212"/>
                      <a:pt x="3861970" y="1469342"/>
                    </a:cubicBezTo>
                    <a:cubicBezTo>
                      <a:pt x="3832080" y="1497982"/>
                      <a:pt x="3792227" y="1515415"/>
                      <a:pt x="3748638" y="1515415"/>
                    </a:cubicBezTo>
                    <a:lnTo>
                      <a:pt x="159411" y="1515415"/>
                    </a:lnTo>
                    <a:cubicBezTo>
                      <a:pt x="118313" y="1515415"/>
                      <a:pt x="77214" y="1497982"/>
                      <a:pt x="47325" y="1469342"/>
                    </a:cubicBezTo>
                    <a:cubicBezTo>
                      <a:pt x="17436" y="1438212"/>
                      <a:pt x="0" y="1398366"/>
                      <a:pt x="0" y="1356029"/>
                    </a:cubicBezTo>
                    <a:lnTo>
                      <a:pt x="0" y="159387"/>
                    </a:lnTo>
                    <a:cubicBezTo>
                      <a:pt x="0" y="117050"/>
                      <a:pt x="17436" y="77203"/>
                      <a:pt x="47325" y="47318"/>
                    </a:cubicBezTo>
                    <a:cubicBezTo>
                      <a:pt x="77214" y="17433"/>
                      <a:pt x="118313" y="0"/>
                      <a:pt x="1594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3" name="Freeform 302">
                <a:extLst>
                  <a:ext uri="{FF2B5EF4-FFF2-40B4-BE49-F238E27FC236}">
                    <a16:creationId xmlns:a16="http://schemas.microsoft.com/office/drawing/2014/main" id="{D50760DB-07A7-8A40-A0B0-C9D13B333EF7}"/>
                  </a:ext>
                </a:extLst>
              </p:cNvPr>
              <p:cNvSpPr/>
              <p:nvPr/>
            </p:nvSpPr>
            <p:spPr>
              <a:xfrm>
                <a:off x="12930076" y="8019486"/>
                <a:ext cx="1438889" cy="1211335"/>
              </a:xfrm>
              <a:custGeom>
                <a:avLst/>
                <a:gdLst>
                  <a:gd name="connsiteX0" fmla="*/ 16195 w 1438889"/>
                  <a:gd name="connsiteY0" fmla="*/ 16201 h 1211335"/>
                  <a:gd name="connsiteX1" fmla="*/ 16195 w 1438889"/>
                  <a:gd name="connsiteY1" fmla="*/ 1195134 h 1211335"/>
                  <a:gd name="connsiteX2" fmla="*/ 1422694 w 1438889"/>
                  <a:gd name="connsiteY2" fmla="*/ 1195134 h 1211335"/>
                  <a:gd name="connsiteX3" fmla="*/ 1422694 w 1438889"/>
                  <a:gd name="connsiteY3" fmla="*/ 16201 h 1211335"/>
                  <a:gd name="connsiteX4" fmla="*/ 8713 w 1438889"/>
                  <a:gd name="connsiteY4" fmla="*/ 0 h 1211335"/>
                  <a:gd name="connsiteX5" fmla="*/ 1431421 w 1438889"/>
                  <a:gd name="connsiteY5" fmla="*/ 0 h 1211335"/>
                  <a:gd name="connsiteX6" fmla="*/ 1438889 w 1438889"/>
                  <a:gd name="connsiteY6" fmla="*/ 7470 h 1211335"/>
                  <a:gd name="connsiteX7" fmla="*/ 1438889 w 1438889"/>
                  <a:gd name="connsiteY7" fmla="*/ 1203865 h 1211335"/>
                  <a:gd name="connsiteX8" fmla="*/ 1431421 w 1438889"/>
                  <a:gd name="connsiteY8" fmla="*/ 1211335 h 1211335"/>
                  <a:gd name="connsiteX9" fmla="*/ 8713 w 1438889"/>
                  <a:gd name="connsiteY9" fmla="*/ 1211335 h 1211335"/>
                  <a:gd name="connsiteX10" fmla="*/ 0 w 1438889"/>
                  <a:gd name="connsiteY10" fmla="*/ 1203865 h 1211335"/>
                  <a:gd name="connsiteX11" fmla="*/ 0 w 1438889"/>
                  <a:gd name="connsiteY11" fmla="*/ 7470 h 1211335"/>
                  <a:gd name="connsiteX12" fmla="*/ 8713 w 1438889"/>
                  <a:gd name="connsiteY12" fmla="*/ 0 h 1211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38889" h="1211335">
                    <a:moveTo>
                      <a:pt x="16195" y="16201"/>
                    </a:moveTo>
                    <a:lnTo>
                      <a:pt x="16195" y="1195134"/>
                    </a:lnTo>
                    <a:lnTo>
                      <a:pt x="1422694" y="1195134"/>
                    </a:lnTo>
                    <a:lnTo>
                      <a:pt x="1422694" y="16201"/>
                    </a:lnTo>
                    <a:close/>
                    <a:moveTo>
                      <a:pt x="8713" y="0"/>
                    </a:moveTo>
                    <a:lnTo>
                      <a:pt x="1431421" y="0"/>
                    </a:lnTo>
                    <a:cubicBezTo>
                      <a:pt x="1436400" y="0"/>
                      <a:pt x="1438889" y="2490"/>
                      <a:pt x="1438889" y="7470"/>
                    </a:cubicBezTo>
                    <a:lnTo>
                      <a:pt x="1438889" y="1203865"/>
                    </a:lnTo>
                    <a:cubicBezTo>
                      <a:pt x="1438889" y="1208845"/>
                      <a:pt x="1436400" y="1211335"/>
                      <a:pt x="1431421" y="1211335"/>
                    </a:cubicBezTo>
                    <a:lnTo>
                      <a:pt x="8713" y="1211335"/>
                    </a:lnTo>
                    <a:cubicBezTo>
                      <a:pt x="3734" y="1211335"/>
                      <a:pt x="0" y="1208845"/>
                      <a:pt x="0" y="1203865"/>
                    </a:cubicBezTo>
                    <a:lnTo>
                      <a:pt x="0" y="7470"/>
                    </a:lnTo>
                    <a:cubicBezTo>
                      <a:pt x="0" y="2490"/>
                      <a:pt x="3734" y="0"/>
                      <a:pt x="871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DAC20054-3C83-0242-A7DD-A22EC5BFFCCD}"/>
                  </a:ext>
                </a:extLst>
              </p:cNvPr>
              <p:cNvSpPr/>
              <p:nvPr/>
            </p:nvSpPr>
            <p:spPr>
              <a:xfrm>
                <a:off x="10807247" y="9215866"/>
                <a:ext cx="1798923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45" h="13">
                    <a:moveTo>
                      <a:pt x="1439" y="13"/>
                    </a:moveTo>
                    <a:lnTo>
                      <a:pt x="6" y="13"/>
                    </a:lnTo>
                    <a:cubicBezTo>
                      <a:pt x="3" y="13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439" y="0"/>
                    </a:lnTo>
                    <a:cubicBezTo>
                      <a:pt x="1443" y="0"/>
                      <a:pt x="1445" y="3"/>
                      <a:pt x="1445" y="7"/>
                    </a:cubicBezTo>
                    <a:cubicBezTo>
                      <a:pt x="1445" y="11"/>
                      <a:pt x="1443" y="13"/>
                      <a:pt x="1439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492827FF-1754-AB42-B6A1-6BFF2BEB9783}"/>
                  </a:ext>
                </a:extLst>
              </p:cNvPr>
              <p:cNvSpPr/>
              <p:nvPr/>
            </p:nvSpPr>
            <p:spPr>
              <a:xfrm>
                <a:off x="12248628" y="8114199"/>
                <a:ext cx="226734" cy="332743"/>
              </a:xfrm>
              <a:custGeom>
                <a:avLst/>
                <a:gdLst>
                  <a:gd name="connsiteX0" fmla="*/ 112748 w 226734"/>
                  <a:gd name="connsiteY0" fmla="*/ 16201 h 332743"/>
                  <a:gd name="connsiteX1" fmla="*/ 44666 w 226734"/>
                  <a:gd name="connsiteY1" fmla="*/ 43505 h 332743"/>
                  <a:gd name="connsiteX2" fmla="*/ 16195 w 226734"/>
                  <a:gd name="connsiteY2" fmla="*/ 113005 h 332743"/>
                  <a:gd name="connsiteX3" fmla="*/ 16195 w 226734"/>
                  <a:gd name="connsiteY3" fmla="*/ 316542 h 332743"/>
                  <a:gd name="connsiteX4" fmla="*/ 210539 w 226734"/>
                  <a:gd name="connsiteY4" fmla="*/ 316542 h 332743"/>
                  <a:gd name="connsiteX5" fmla="*/ 210539 w 226734"/>
                  <a:gd name="connsiteY5" fmla="*/ 113005 h 332743"/>
                  <a:gd name="connsiteX6" fmla="*/ 182068 w 226734"/>
                  <a:gd name="connsiteY6" fmla="*/ 43505 h 332743"/>
                  <a:gd name="connsiteX7" fmla="*/ 112748 w 226734"/>
                  <a:gd name="connsiteY7" fmla="*/ 16201 h 332743"/>
                  <a:gd name="connsiteX8" fmla="*/ 112748 w 226734"/>
                  <a:gd name="connsiteY8" fmla="*/ 0 h 332743"/>
                  <a:gd name="connsiteX9" fmla="*/ 193281 w 226734"/>
                  <a:gd name="connsiteY9" fmla="*/ 32281 h 332743"/>
                  <a:gd name="connsiteX10" fmla="*/ 226734 w 226734"/>
                  <a:gd name="connsiteY10" fmla="*/ 112984 h 332743"/>
                  <a:gd name="connsiteX11" fmla="*/ 226734 w 226734"/>
                  <a:gd name="connsiteY11" fmla="*/ 324052 h 332743"/>
                  <a:gd name="connsiteX12" fmla="*/ 218061 w 226734"/>
                  <a:gd name="connsiteY12" fmla="*/ 332743 h 332743"/>
                  <a:gd name="connsiteX13" fmla="*/ 7434 w 226734"/>
                  <a:gd name="connsiteY13" fmla="*/ 332743 h 332743"/>
                  <a:gd name="connsiteX14" fmla="*/ 0 w 226734"/>
                  <a:gd name="connsiteY14" fmla="*/ 324052 h 332743"/>
                  <a:gd name="connsiteX15" fmla="*/ 0 w 226734"/>
                  <a:gd name="connsiteY15" fmla="*/ 112984 h 332743"/>
                  <a:gd name="connsiteX16" fmla="*/ 33453 w 226734"/>
                  <a:gd name="connsiteY16" fmla="*/ 32281 h 332743"/>
                  <a:gd name="connsiteX17" fmla="*/ 112748 w 226734"/>
                  <a:gd name="connsiteY17" fmla="*/ 0 h 332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6734" h="332743">
                    <a:moveTo>
                      <a:pt x="112748" y="16201"/>
                    </a:moveTo>
                    <a:cubicBezTo>
                      <a:pt x="86753" y="16201"/>
                      <a:pt x="63234" y="26130"/>
                      <a:pt x="44666" y="43505"/>
                    </a:cubicBezTo>
                    <a:cubicBezTo>
                      <a:pt x="26098" y="62121"/>
                      <a:pt x="16195" y="86943"/>
                      <a:pt x="16195" y="113005"/>
                    </a:cubicBezTo>
                    <a:lnTo>
                      <a:pt x="16195" y="316542"/>
                    </a:lnTo>
                    <a:lnTo>
                      <a:pt x="210539" y="316542"/>
                    </a:lnTo>
                    <a:lnTo>
                      <a:pt x="210539" y="113005"/>
                    </a:lnTo>
                    <a:cubicBezTo>
                      <a:pt x="210539" y="86943"/>
                      <a:pt x="199398" y="62121"/>
                      <a:pt x="182068" y="43505"/>
                    </a:cubicBezTo>
                    <a:cubicBezTo>
                      <a:pt x="163500" y="26130"/>
                      <a:pt x="138743" y="16201"/>
                      <a:pt x="112748" y="16201"/>
                    </a:cubicBezTo>
                    <a:close/>
                    <a:moveTo>
                      <a:pt x="112748" y="0"/>
                    </a:moveTo>
                    <a:cubicBezTo>
                      <a:pt x="143722" y="0"/>
                      <a:pt x="172219" y="11174"/>
                      <a:pt x="193281" y="32281"/>
                    </a:cubicBezTo>
                    <a:cubicBezTo>
                      <a:pt x="214344" y="53388"/>
                      <a:pt x="226734" y="83186"/>
                      <a:pt x="226734" y="112984"/>
                    </a:cubicBezTo>
                    <a:lnTo>
                      <a:pt x="226734" y="324052"/>
                    </a:lnTo>
                    <a:cubicBezTo>
                      <a:pt x="226734" y="329018"/>
                      <a:pt x="223017" y="332743"/>
                      <a:pt x="218061" y="332743"/>
                    </a:cubicBezTo>
                    <a:lnTo>
                      <a:pt x="7434" y="332743"/>
                    </a:lnTo>
                    <a:cubicBezTo>
                      <a:pt x="3717" y="332743"/>
                      <a:pt x="0" y="329018"/>
                      <a:pt x="0" y="324052"/>
                    </a:cubicBezTo>
                    <a:lnTo>
                      <a:pt x="0" y="112984"/>
                    </a:lnTo>
                    <a:cubicBezTo>
                      <a:pt x="0" y="83186"/>
                      <a:pt x="12390" y="53388"/>
                      <a:pt x="33453" y="32281"/>
                    </a:cubicBezTo>
                    <a:cubicBezTo>
                      <a:pt x="54515" y="11174"/>
                      <a:pt x="83012" y="0"/>
                      <a:pt x="1127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45BEA882-2C4C-1649-88CD-DFB66C785B34}"/>
                  </a:ext>
                </a:extLst>
              </p:cNvPr>
              <p:cNvSpPr/>
              <p:nvPr/>
            </p:nvSpPr>
            <p:spPr>
              <a:xfrm>
                <a:off x="12248628" y="8431988"/>
                <a:ext cx="226734" cy="798833"/>
              </a:xfrm>
              <a:custGeom>
                <a:avLst/>
                <a:gdLst>
                  <a:gd name="connsiteX0" fmla="*/ 16195 w 226734"/>
                  <a:gd name="connsiteY0" fmla="*/ 16197 h 798833"/>
                  <a:gd name="connsiteX1" fmla="*/ 16195 w 226734"/>
                  <a:gd name="connsiteY1" fmla="*/ 782628 h 798833"/>
                  <a:gd name="connsiteX2" fmla="*/ 210539 w 226734"/>
                  <a:gd name="connsiteY2" fmla="*/ 782628 h 798833"/>
                  <a:gd name="connsiteX3" fmla="*/ 210539 w 226734"/>
                  <a:gd name="connsiteY3" fmla="*/ 16197 h 798833"/>
                  <a:gd name="connsiteX4" fmla="*/ 7434 w 226734"/>
                  <a:gd name="connsiteY4" fmla="*/ 0 h 798833"/>
                  <a:gd name="connsiteX5" fmla="*/ 218061 w 226734"/>
                  <a:gd name="connsiteY5" fmla="*/ 0 h 798833"/>
                  <a:gd name="connsiteX6" fmla="*/ 226734 w 226734"/>
                  <a:gd name="connsiteY6" fmla="*/ 7466 h 798833"/>
                  <a:gd name="connsiteX7" fmla="*/ 226734 w 226734"/>
                  <a:gd name="connsiteY7" fmla="*/ 791367 h 798833"/>
                  <a:gd name="connsiteX8" fmla="*/ 218061 w 226734"/>
                  <a:gd name="connsiteY8" fmla="*/ 798833 h 798833"/>
                  <a:gd name="connsiteX9" fmla="*/ 7434 w 226734"/>
                  <a:gd name="connsiteY9" fmla="*/ 798833 h 798833"/>
                  <a:gd name="connsiteX10" fmla="*/ 0 w 226734"/>
                  <a:gd name="connsiteY10" fmla="*/ 791367 h 798833"/>
                  <a:gd name="connsiteX11" fmla="*/ 0 w 226734"/>
                  <a:gd name="connsiteY11" fmla="*/ 7466 h 798833"/>
                  <a:gd name="connsiteX12" fmla="*/ 7434 w 226734"/>
                  <a:gd name="connsiteY12" fmla="*/ 0 h 7988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734" h="798833">
                    <a:moveTo>
                      <a:pt x="16195" y="16197"/>
                    </a:moveTo>
                    <a:lnTo>
                      <a:pt x="16195" y="782628"/>
                    </a:lnTo>
                    <a:lnTo>
                      <a:pt x="210539" y="782628"/>
                    </a:lnTo>
                    <a:lnTo>
                      <a:pt x="210539" y="16197"/>
                    </a:lnTo>
                    <a:close/>
                    <a:moveTo>
                      <a:pt x="7434" y="0"/>
                    </a:moveTo>
                    <a:lnTo>
                      <a:pt x="218061" y="0"/>
                    </a:lnTo>
                    <a:cubicBezTo>
                      <a:pt x="223017" y="0"/>
                      <a:pt x="226734" y="2489"/>
                      <a:pt x="226734" y="7466"/>
                    </a:cubicBezTo>
                    <a:lnTo>
                      <a:pt x="226734" y="791367"/>
                    </a:lnTo>
                    <a:cubicBezTo>
                      <a:pt x="226734" y="796344"/>
                      <a:pt x="223017" y="798833"/>
                      <a:pt x="218061" y="798833"/>
                    </a:cubicBezTo>
                    <a:lnTo>
                      <a:pt x="7434" y="798833"/>
                    </a:lnTo>
                    <a:cubicBezTo>
                      <a:pt x="3717" y="798833"/>
                      <a:pt x="0" y="796344"/>
                      <a:pt x="0" y="791367"/>
                    </a:cubicBezTo>
                    <a:lnTo>
                      <a:pt x="0" y="7466"/>
                    </a:lnTo>
                    <a:cubicBezTo>
                      <a:pt x="0" y="2489"/>
                      <a:pt x="3717" y="0"/>
                      <a:pt x="74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0" name="Freeform 99">
                <a:extLst>
                  <a:ext uri="{FF2B5EF4-FFF2-40B4-BE49-F238E27FC236}">
                    <a16:creationId xmlns:a16="http://schemas.microsoft.com/office/drawing/2014/main" id="{8D1F9B5B-96C4-C64F-B9D8-18DC1CBF9066}"/>
                  </a:ext>
                </a:extLst>
              </p:cNvPr>
              <p:cNvSpPr/>
              <p:nvPr/>
            </p:nvSpPr>
            <p:spPr>
              <a:xfrm>
                <a:off x="11820075" y="9085012"/>
                <a:ext cx="210539" cy="138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0" h="112">
                    <a:moveTo>
                      <a:pt x="0" y="14"/>
                    </a:moveTo>
                    <a:lnTo>
                      <a:pt x="0" y="112"/>
                    </a:lnTo>
                    <a:lnTo>
                      <a:pt x="85" y="112"/>
                    </a:lnTo>
                    <a:lnTo>
                      <a:pt x="170" y="112"/>
                    </a:lnTo>
                    <a:lnTo>
                      <a:pt x="170" y="14"/>
                    </a:lnTo>
                    <a:lnTo>
                      <a:pt x="1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34860B81-1688-2B45-95ED-904176843C4D}"/>
                  </a:ext>
                </a:extLst>
              </p:cNvPr>
              <p:cNvSpPr/>
              <p:nvPr/>
            </p:nvSpPr>
            <p:spPr>
              <a:xfrm>
                <a:off x="11812601" y="9076288"/>
                <a:ext cx="226734" cy="154532"/>
              </a:xfrm>
              <a:custGeom>
                <a:avLst/>
                <a:gdLst>
                  <a:gd name="connsiteX0" fmla="*/ 16195 w 226734"/>
                  <a:gd name="connsiteY0" fmla="*/ 17447 h 154532"/>
                  <a:gd name="connsiteX1" fmla="*/ 16195 w 226734"/>
                  <a:gd name="connsiteY1" fmla="*/ 138331 h 154532"/>
                  <a:gd name="connsiteX2" fmla="*/ 210539 w 226734"/>
                  <a:gd name="connsiteY2" fmla="*/ 138331 h 154532"/>
                  <a:gd name="connsiteX3" fmla="*/ 210539 w 226734"/>
                  <a:gd name="connsiteY3" fmla="*/ 17447 h 154532"/>
                  <a:gd name="connsiteX4" fmla="*/ 7434 w 226734"/>
                  <a:gd name="connsiteY4" fmla="*/ 0 h 154532"/>
                  <a:gd name="connsiteX5" fmla="*/ 218061 w 226734"/>
                  <a:gd name="connsiteY5" fmla="*/ 0 h 154532"/>
                  <a:gd name="connsiteX6" fmla="*/ 226734 w 226734"/>
                  <a:gd name="connsiteY6" fmla="*/ 8654 h 154532"/>
                  <a:gd name="connsiteX7" fmla="*/ 226734 w 226734"/>
                  <a:gd name="connsiteY7" fmla="*/ 147114 h 154532"/>
                  <a:gd name="connsiteX8" fmla="*/ 218061 w 226734"/>
                  <a:gd name="connsiteY8" fmla="*/ 154532 h 154532"/>
                  <a:gd name="connsiteX9" fmla="*/ 7434 w 226734"/>
                  <a:gd name="connsiteY9" fmla="*/ 154532 h 154532"/>
                  <a:gd name="connsiteX10" fmla="*/ 0 w 226734"/>
                  <a:gd name="connsiteY10" fmla="*/ 147114 h 154532"/>
                  <a:gd name="connsiteX11" fmla="*/ 0 w 226734"/>
                  <a:gd name="connsiteY11" fmla="*/ 8654 h 154532"/>
                  <a:gd name="connsiteX12" fmla="*/ 7434 w 226734"/>
                  <a:gd name="connsiteY12" fmla="*/ 0 h 154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734" h="154532">
                    <a:moveTo>
                      <a:pt x="16195" y="17447"/>
                    </a:moveTo>
                    <a:lnTo>
                      <a:pt x="16195" y="138331"/>
                    </a:lnTo>
                    <a:lnTo>
                      <a:pt x="210539" y="138331"/>
                    </a:lnTo>
                    <a:lnTo>
                      <a:pt x="210539" y="17447"/>
                    </a:lnTo>
                    <a:close/>
                    <a:moveTo>
                      <a:pt x="7434" y="0"/>
                    </a:moveTo>
                    <a:lnTo>
                      <a:pt x="218061" y="0"/>
                    </a:lnTo>
                    <a:cubicBezTo>
                      <a:pt x="223017" y="0"/>
                      <a:pt x="226734" y="3709"/>
                      <a:pt x="226734" y="8654"/>
                    </a:cubicBezTo>
                    <a:lnTo>
                      <a:pt x="226734" y="147114"/>
                    </a:lnTo>
                    <a:cubicBezTo>
                      <a:pt x="226734" y="152059"/>
                      <a:pt x="223017" y="154532"/>
                      <a:pt x="218061" y="154532"/>
                    </a:cubicBezTo>
                    <a:lnTo>
                      <a:pt x="7434" y="154532"/>
                    </a:lnTo>
                    <a:cubicBezTo>
                      <a:pt x="3717" y="154532"/>
                      <a:pt x="0" y="152059"/>
                      <a:pt x="0" y="147114"/>
                    </a:cubicBezTo>
                    <a:lnTo>
                      <a:pt x="0" y="8654"/>
                    </a:lnTo>
                    <a:cubicBezTo>
                      <a:pt x="0" y="3709"/>
                      <a:pt x="3717" y="0"/>
                      <a:pt x="74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593CB22F-3E09-2F46-91AE-55AC8A10EB2B}"/>
                  </a:ext>
                </a:extLst>
              </p:cNvPr>
              <p:cNvSpPr/>
              <p:nvPr/>
            </p:nvSpPr>
            <p:spPr>
              <a:xfrm>
                <a:off x="11812601" y="8865675"/>
                <a:ext cx="226734" cy="226814"/>
              </a:xfrm>
              <a:custGeom>
                <a:avLst/>
                <a:gdLst>
                  <a:gd name="connsiteX0" fmla="*/ 112748 w 226734"/>
                  <a:gd name="connsiteY0" fmla="*/ 16201 h 226814"/>
                  <a:gd name="connsiteX1" fmla="*/ 44666 w 226734"/>
                  <a:gd name="connsiteY1" fmla="*/ 44681 h 226814"/>
                  <a:gd name="connsiteX2" fmla="*/ 16195 w 226734"/>
                  <a:gd name="connsiteY2" fmla="*/ 112784 h 226814"/>
                  <a:gd name="connsiteX3" fmla="*/ 16195 w 226734"/>
                  <a:gd name="connsiteY3" fmla="*/ 209367 h 226814"/>
                  <a:gd name="connsiteX4" fmla="*/ 210539 w 226734"/>
                  <a:gd name="connsiteY4" fmla="*/ 209367 h 226814"/>
                  <a:gd name="connsiteX5" fmla="*/ 210539 w 226734"/>
                  <a:gd name="connsiteY5" fmla="*/ 112784 h 226814"/>
                  <a:gd name="connsiteX6" fmla="*/ 182068 w 226734"/>
                  <a:gd name="connsiteY6" fmla="*/ 44681 h 226814"/>
                  <a:gd name="connsiteX7" fmla="*/ 112748 w 226734"/>
                  <a:gd name="connsiteY7" fmla="*/ 16201 h 226814"/>
                  <a:gd name="connsiteX8" fmla="*/ 112748 w 226734"/>
                  <a:gd name="connsiteY8" fmla="*/ 0 h 226814"/>
                  <a:gd name="connsiteX9" fmla="*/ 193281 w 226734"/>
                  <a:gd name="connsiteY9" fmla="*/ 33464 h 226814"/>
                  <a:gd name="connsiteX10" fmla="*/ 226734 w 226734"/>
                  <a:gd name="connsiteY10" fmla="*/ 112787 h 226814"/>
                  <a:gd name="connsiteX11" fmla="*/ 226734 w 226734"/>
                  <a:gd name="connsiteY11" fmla="*/ 218138 h 226814"/>
                  <a:gd name="connsiteX12" fmla="*/ 218061 w 226734"/>
                  <a:gd name="connsiteY12" fmla="*/ 226814 h 226814"/>
                  <a:gd name="connsiteX13" fmla="*/ 7434 w 226734"/>
                  <a:gd name="connsiteY13" fmla="*/ 226814 h 226814"/>
                  <a:gd name="connsiteX14" fmla="*/ 0 w 226734"/>
                  <a:gd name="connsiteY14" fmla="*/ 218138 h 226814"/>
                  <a:gd name="connsiteX15" fmla="*/ 0 w 226734"/>
                  <a:gd name="connsiteY15" fmla="*/ 112787 h 226814"/>
                  <a:gd name="connsiteX16" fmla="*/ 33453 w 226734"/>
                  <a:gd name="connsiteY16" fmla="*/ 33464 h 226814"/>
                  <a:gd name="connsiteX17" fmla="*/ 112748 w 226734"/>
                  <a:gd name="connsiteY17" fmla="*/ 0 h 2268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6734" h="226814">
                    <a:moveTo>
                      <a:pt x="112748" y="16201"/>
                    </a:moveTo>
                    <a:cubicBezTo>
                      <a:pt x="86753" y="16201"/>
                      <a:pt x="63234" y="26107"/>
                      <a:pt x="44666" y="44681"/>
                    </a:cubicBezTo>
                    <a:cubicBezTo>
                      <a:pt x="26098" y="63254"/>
                      <a:pt x="16195" y="86781"/>
                      <a:pt x="16195" y="112784"/>
                    </a:cubicBezTo>
                    <a:lnTo>
                      <a:pt x="16195" y="209367"/>
                    </a:lnTo>
                    <a:lnTo>
                      <a:pt x="210539" y="209367"/>
                    </a:lnTo>
                    <a:lnTo>
                      <a:pt x="210539" y="112784"/>
                    </a:lnTo>
                    <a:cubicBezTo>
                      <a:pt x="210539" y="86781"/>
                      <a:pt x="199398" y="63254"/>
                      <a:pt x="182068" y="44681"/>
                    </a:cubicBezTo>
                    <a:cubicBezTo>
                      <a:pt x="163500" y="26107"/>
                      <a:pt x="138743" y="16201"/>
                      <a:pt x="112748" y="16201"/>
                    </a:cubicBezTo>
                    <a:close/>
                    <a:moveTo>
                      <a:pt x="112748" y="0"/>
                    </a:moveTo>
                    <a:cubicBezTo>
                      <a:pt x="142483" y="0"/>
                      <a:pt x="170980" y="12394"/>
                      <a:pt x="193281" y="33464"/>
                    </a:cubicBezTo>
                    <a:cubicBezTo>
                      <a:pt x="214344" y="54535"/>
                      <a:pt x="226734" y="81802"/>
                      <a:pt x="226734" y="112787"/>
                    </a:cubicBezTo>
                    <a:lnTo>
                      <a:pt x="226734" y="218138"/>
                    </a:lnTo>
                    <a:cubicBezTo>
                      <a:pt x="226734" y="223096"/>
                      <a:pt x="223017" y="226814"/>
                      <a:pt x="218061" y="226814"/>
                    </a:cubicBezTo>
                    <a:lnTo>
                      <a:pt x="7434" y="226814"/>
                    </a:lnTo>
                    <a:cubicBezTo>
                      <a:pt x="3717" y="226814"/>
                      <a:pt x="0" y="223096"/>
                      <a:pt x="0" y="218138"/>
                    </a:cubicBezTo>
                    <a:lnTo>
                      <a:pt x="0" y="112787"/>
                    </a:lnTo>
                    <a:cubicBezTo>
                      <a:pt x="0" y="81802"/>
                      <a:pt x="12390" y="54535"/>
                      <a:pt x="33453" y="33464"/>
                    </a:cubicBezTo>
                    <a:cubicBezTo>
                      <a:pt x="54515" y="12394"/>
                      <a:pt x="83012" y="0"/>
                      <a:pt x="1127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BDB861F9-4809-8148-99B9-679A04F67004}"/>
                  </a:ext>
                </a:extLst>
              </p:cNvPr>
              <p:cNvSpPr/>
              <p:nvPr/>
            </p:nvSpPr>
            <p:spPr>
              <a:xfrm>
                <a:off x="11375328" y="8451927"/>
                <a:ext cx="226734" cy="314050"/>
              </a:xfrm>
              <a:custGeom>
                <a:avLst/>
                <a:gdLst>
                  <a:gd name="connsiteX0" fmla="*/ 112740 w 226734"/>
                  <a:gd name="connsiteY0" fmla="*/ 16201 h 314050"/>
                  <a:gd name="connsiteX1" fmla="*/ 44656 w 226734"/>
                  <a:gd name="connsiteY1" fmla="*/ 43497 h 314050"/>
                  <a:gd name="connsiteX2" fmla="*/ 14946 w 226734"/>
                  <a:gd name="connsiteY2" fmla="*/ 112979 h 314050"/>
                  <a:gd name="connsiteX3" fmla="*/ 14946 w 226734"/>
                  <a:gd name="connsiteY3" fmla="*/ 297849 h 314050"/>
                  <a:gd name="connsiteX4" fmla="*/ 210535 w 226734"/>
                  <a:gd name="connsiteY4" fmla="*/ 297849 h 314050"/>
                  <a:gd name="connsiteX5" fmla="*/ 210535 w 226734"/>
                  <a:gd name="connsiteY5" fmla="*/ 112979 h 314050"/>
                  <a:gd name="connsiteX6" fmla="*/ 182063 w 226734"/>
                  <a:gd name="connsiteY6" fmla="*/ 43497 h 314050"/>
                  <a:gd name="connsiteX7" fmla="*/ 112740 w 226734"/>
                  <a:gd name="connsiteY7" fmla="*/ 16201 h 314050"/>
                  <a:gd name="connsiteX8" fmla="*/ 112748 w 226734"/>
                  <a:gd name="connsiteY8" fmla="*/ 0 h 314050"/>
                  <a:gd name="connsiteX9" fmla="*/ 193281 w 226734"/>
                  <a:gd name="connsiteY9" fmla="*/ 32274 h 314050"/>
                  <a:gd name="connsiteX10" fmla="*/ 226734 w 226734"/>
                  <a:gd name="connsiteY10" fmla="*/ 112959 h 314050"/>
                  <a:gd name="connsiteX11" fmla="*/ 226734 w 226734"/>
                  <a:gd name="connsiteY11" fmla="*/ 305361 h 314050"/>
                  <a:gd name="connsiteX12" fmla="*/ 218061 w 226734"/>
                  <a:gd name="connsiteY12" fmla="*/ 314050 h 314050"/>
                  <a:gd name="connsiteX13" fmla="*/ 7434 w 226734"/>
                  <a:gd name="connsiteY13" fmla="*/ 314050 h 314050"/>
                  <a:gd name="connsiteX14" fmla="*/ 0 w 226734"/>
                  <a:gd name="connsiteY14" fmla="*/ 305361 h 314050"/>
                  <a:gd name="connsiteX15" fmla="*/ 0 w 226734"/>
                  <a:gd name="connsiteY15" fmla="*/ 112959 h 314050"/>
                  <a:gd name="connsiteX16" fmla="*/ 33453 w 226734"/>
                  <a:gd name="connsiteY16" fmla="*/ 32274 h 314050"/>
                  <a:gd name="connsiteX17" fmla="*/ 112748 w 226734"/>
                  <a:gd name="connsiteY17" fmla="*/ 0 h 314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6734" h="314050">
                    <a:moveTo>
                      <a:pt x="112740" y="16201"/>
                    </a:moveTo>
                    <a:cubicBezTo>
                      <a:pt x="86744" y="16201"/>
                      <a:pt x="63224" y="26127"/>
                      <a:pt x="44656" y="43497"/>
                    </a:cubicBezTo>
                    <a:cubicBezTo>
                      <a:pt x="26087" y="63349"/>
                      <a:pt x="14946" y="86923"/>
                      <a:pt x="14946" y="112979"/>
                    </a:cubicBezTo>
                    <a:lnTo>
                      <a:pt x="14946" y="297849"/>
                    </a:lnTo>
                    <a:lnTo>
                      <a:pt x="210535" y="297849"/>
                    </a:lnTo>
                    <a:lnTo>
                      <a:pt x="210535" y="112979"/>
                    </a:lnTo>
                    <a:cubicBezTo>
                      <a:pt x="210535" y="86923"/>
                      <a:pt x="199394" y="63349"/>
                      <a:pt x="182063" y="43497"/>
                    </a:cubicBezTo>
                    <a:cubicBezTo>
                      <a:pt x="163495" y="26127"/>
                      <a:pt x="138737" y="16201"/>
                      <a:pt x="112740" y="16201"/>
                    </a:cubicBezTo>
                    <a:close/>
                    <a:moveTo>
                      <a:pt x="112748" y="0"/>
                    </a:moveTo>
                    <a:cubicBezTo>
                      <a:pt x="142483" y="0"/>
                      <a:pt x="170980" y="11172"/>
                      <a:pt x="193281" y="32274"/>
                    </a:cubicBezTo>
                    <a:cubicBezTo>
                      <a:pt x="214344" y="54617"/>
                      <a:pt x="226734" y="83167"/>
                      <a:pt x="226734" y="112959"/>
                    </a:cubicBezTo>
                    <a:lnTo>
                      <a:pt x="226734" y="305361"/>
                    </a:lnTo>
                    <a:cubicBezTo>
                      <a:pt x="226734" y="310326"/>
                      <a:pt x="221778" y="314050"/>
                      <a:pt x="218061" y="314050"/>
                    </a:cubicBezTo>
                    <a:lnTo>
                      <a:pt x="7434" y="314050"/>
                    </a:lnTo>
                    <a:cubicBezTo>
                      <a:pt x="3717" y="314050"/>
                      <a:pt x="0" y="310326"/>
                      <a:pt x="0" y="305361"/>
                    </a:cubicBezTo>
                    <a:lnTo>
                      <a:pt x="0" y="112959"/>
                    </a:lnTo>
                    <a:cubicBezTo>
                      <a:pt x="0" y="83167"/>
                      <a:pt x="12390" y="54617"/>
                      <a:pt x="33453" y="32274"/>
                    </a:cubicBezTo>
                    <a:cubicBezTo>
                      <a:pt x="54515" y="11172"/>
                      <a:pt x="83012" y="0"/>
                      <a:pt x="1127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7" name="Freeform 106">
                <a:extLst>
                  <a:ext uri="{FF2B5EF4-FFF2-40B4-BE49-F238E27FC236}">
                    <a16:creationId xmlns:a16="http://schemas.microsoft.com/office/drawing/2014/main" id="{A33F9550-7FAC-C745-AA01-C8AC64CF3CF4}"/>
                  </a:ext>
                </a:extLst>
              </p:cNvPr>
              <p:cNvSpPr/>
              <p:nvPr/>
            </p:nvSpPr>
            <p:spPr>
              <a:xfrm>
                <a:off x="11382799" y="8758500"/>
                <a:ext cx="210539" cy="4648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0" h="374">
                    <a:moveTo>
                      <a:pt x="0" y="0"/>
                    </a:moveTo>
                    <a:lnTo>
                      <a:pt x="0" y="109"/>
                    </a:lnTo>
                    <a:lnTo>
                      <a:pt x="0" y="374"/>
                    </a:lnTo>
                    <a:lnTo>
                      <a:pt x="85" y="374"/>
                    </a:lnTo>
                    <a:lnTo>
                      <a:pt x="170" y="374"/>
                    </a:lnTo>
                    <a:lnTo>
                      <a:pt x="170" y="109"/>
                    </a:lnTo>
                    <a:lnTo>
                      <a:pt x="17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5FC6563D-CC4E-4849-A9A9-3A1E33701E3F}"/>
                  </a:ext>
                </a:extLst>
              </p:cNvPr>
              <p:cNvSpPr/>
              <p:nvPr/>
            </p:nvSpPr>
            <p:spPr>
              <a:xfrm>
                <a:off x="11375328" y="8751022"/>
                <a:ext cx="226734" cy="479798"/>
              </a:xfrm>
              <a:custGeom>
                <a:avLst/>
                <a:gdLst>
                  <a:gd name="connsiteX0" fmla="*/ 14946 w 226734"/>
                  <a:gd name="connsiteY0" fmla="*/ 16201 h 479798"/>
                  <a:gd name="connsiteX1" fmla="*/ 14946 w 226734"/>
                  <a:gd name="connsiteY1" fmla="*/ 463597 h 479798"/>
                  <a:gd name="connsiteX2" fmla="*/ 210535 w 226734"/>
                  <a:gd name="connsiteY2" fmla="*/ 463597 h 479798"/>
                  <a:gd name="connsiteX3" fmla="*/ 210535 w 226734"/>
                  <a:gd name="connsiteY3" fmla="*/ 16201 h 479798"/>
                  <a:gd name="connsiteX4" fmla="*/ 7434 w 226734"/>
                  <a:gd name="connsiteY4" fmla="*/ 0 h 479798"/>
                  <a:gd name="connsiteX5" fmla="*/ 218061 w 226734"/>
                  <a:gd name="connsiteY5" fmla="*/ 0 h 479798"/>
                  <a:gd name="connsiteX6" fmla="*/ 226734 w 226734"/>
                  <a:gd name="connsiteY6" fmla="*/ 7458 h 479798"/>
                  <a:gd name="connsiteX7" fmla="*/ 226734 w 226734"/>
                  <a:gd name="connsiteY7" fmla="*/ 472340 h 479798"/>
                  <a:gd name="connsiteX8" fmla="*/ 218061 w 226734"/>
                  <a:gd name="connsiteY8" fmla="*/ 479798 h 479798"/>
                  <a:gd name="connsiteX9" fmla="*/ 7434 w 226734"/>
                  <a:gd name="connsiteY9" fmla="*/ 479798 h 479798"/>
                  <a:gd name="connsiteX10" fmla="*/ 0 w 226734"/>
                  <a:gd name="connsiteY10" fmla="*/ 472340 h 479798"/>
                  <a:gd name="connsiteX11" fmla="*/ 0 w 226734"/>
                  <a:gd name="connsiteY11" fmla="*/ 7458 h 479798"/>
                  <a:gd name="connsiteX12" fmla="*/ 7434 w 226734"/>
                  <a:gd name="connsiteY12" fmla="*/ 0 h 479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734" h="479798">
                    <a:moveTo>
                      <a:pt x="14946" y="16201"/>
                    </a:moveTo>
                    <a:lnTo>
                      <a:pt x="14946" y="463597"/>
                    </a:lnTo>
                    <a:lnTo>
                      <a:pt x="210535" y="463597"/>
                    </a:lnTo>
                    <a:lnTo>
                      <a:pt x="210535" y="16201"/>
                    </a:lnTo>
                    <a:close/>
                    <a:moveTo>
                      <a:pt x="7434" y="0"/>
                    </a:moveTo>
                    <a:lnTo>
                      <a:pt x="218061" y="0"/>
                    </a:lnTo>
                    <a:cubicBezTo>
                      <a:pt x="221778" y="0"/>
                      <a:pt x="226734" y="2486"/>
                      <a:pt x="226734" y="7458"/>
                    </a:cubicBezTo>
                    <a:lnTo>
                      <a:pt x="226734" y="472340"/>
                    </a:lnTo>
                    <a:cubicBezTo>
                      <a:pt x="226734" y="477312"/>
                      <a:pt x="221778" y="479798"/>
                      <a:pt x="218061" y="479798"/>
                    </a:cubicBezTo>
                    <a:lnTo>
                      <a:pt x="7434" y="479798"/>
                    </a:lnTo>
                    <a:cubicBezTo>
                      <a:pt x="3717" y="479798"/>
                      <a:pt x="0" y="477312"/>
                      <a:pt x="0" y="472340"/>
                    </a:cubicBezTo>
                    <a:lnTo>
                      <a:pt x="0" y="7458"/>
                    </a:lnTo>
                    <a:cubicBezTo>
                      <a:pt x="0" y="2486"/>
                      <a:pt x="3717" y="0"/>
                      <a:pt x="74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B125F74A-0560-0F40-B1FC-E21990E53C11}"/>
                  </a:ext>
                </a:extLst>
              </p:cNvPr>
              <p:cNvSpPr/>
              <p:nvPr/>
            </p:nvSpPr>
            <p:spPr>
              <a:xfrm>
                <a:off x="10938051" y="8891846"/>
                <a:ext cx="226734" cy="200643"/>
              </a:xfrm>
              <a:custGeom>
                <a:avLst/>
                <a:gdLst>
                  <a:gd name="connsiteX0" fmla="*/ 112741 w 226734"/>
                  <a:gd name="connsiteY0" fmla="*/ 16201 h 200643"/>
                  <a:gd name="connsiteX1" fmla="*/ 44659 w 226734"/>
                  <a:gd name="connsiteY1" fmla="*/ 44652 h 200643"/>
                  <a:gd name="connsiteX2" fmla="*/ 14950 w 226734"/>
                  <a:gd name="connsiteY2" fmla="*/ 112687 h 200643"/>
                  <a:gd name="connsiteX3" fmla="*/ 14950 w 226734"/>
                  <a:gd name="connsiteY3" fmla="*/ 183196 h 200643"/>
                  <a:gd name="connsiteX4" fmla="*/ 209294 w 226734"/>
                  <a:gd name="connsiteY4" fmla="*/ 183196 h 200643"/>
                  <a:gd name="connsiteX5" fmla="*/ 209294 w 226734"/>
                  <a:gd name="connsiteY5" fmla="*/ 112687 h 200643"/>
                  <a:gd name="connsiteX6" fmla="*/ 180823 w 226734"/>
                  <a:gd name="connsiteY6" fmla="*/ 44652 h 200643"/>
                  <a:gd name="connsiteX7" fmla="*/ 112741 w 226734"/>
                  <a:gd name="connsiteY7" fmla="*/ 16201 h 200643"/>
                  <a:gd name="connsiteX8" fmla="*/ 112748 w 226734"/>
                  <a:gd name="connsiteY8" fmla="*/ 0 h 200643"/>
                  <a:gd name="connsiteX9" fmla="*/ 193281 w 226734"/>
                  <a:gd name="connsiteY9" fmla="*/ 33440 h 200643"/>
                  <a:gd name="connsiteX10" fmla="*/ 226734 w 226734"/>
                  <a:gd name="connsiteY10" fmla="*/ 112707 h 200643"/>
                  <a:gd name="connsiteX11" fmla="*/ 226734 w 226734"/>
                  <a:gd name="connsiteY11" fmla="*/ 191973 h 200643"/>
                  <a:gd name="connsiteX12" fmla="*/ 218061 w 226734"/>
                  <a:gd name="connsiteY12" fmla="*/ 200643 h 200643"/>
                  <a:gd name="connsiteX13" fmla="*/ 7434 w 226734"/>
                  <a:gd name="connsiteY13" fmla="*/ 200643 h 200643"/>
                  <a:gd name="connsiteX14" fmla="*/ 0 w 226734"/>
                  <a:gd name="connsiteY14" fmla="*/ 191973 h 200643"/>
                  <a:gd name="connsiteX15" fmla="*/ 0 w 226734"/>
                  <a:gd name="connsiteY15" fmla="*/ 112707 h 200643"/>
                  <a:gd name="connsiteX16" fmla="*/ 33453 w 226734"/>
                  <a:gd name="connsiteY16" fmla="*/ 33440 h 200643"/>
                  <a:gd name="connsiteX17" fmla="*/ 112748 w 226734"/>
                  <a:gd name="connsiteY17" fmla="*/ 0 h 200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6734" h="200643">
                    <a:moveTo>
                      <a:pt x="112741" y="16201"/>
                    </a:moveTo>
                    <a:cubicBezTo>
                      <a:pt x="86746" y="16201"/>
                      <a:pt x="63227" y="26097"/>
                      <a:pt x="44659" y="44652"/>
                    </a:cubicBezTo>
                    <a:cubicBezTo>
                      <a:pt x="26091" y="63207"/>
                      <a:pt x="14950" y="87947"/>
                      <a:pt x="14950" y="112687"/>
                    </a:cubicBezTo>
                    <a:lnTo>
                      <a:pt x="14950" y="183196"/>
                    </a:lnTo>
                    <a:lnTo>
                      <a:pt x="209294" y="183196"/>
                    </a:lnTo>
                    <a:lnTo>
                      <a:pt x="209294" y="112687"/>
                    </a:lnTo>
                    <a:cubicBezTo>
                      <a:pt x="209294" y="87947"/>
                      <a:pt x="199391" y="63207"/>
                      <a:pt x="180823" y="44652"/>
                    </a:cubicBezTo>
                    <a:cubicBezTo>
                      <a:pt x="163493" y="26097"/>
                      <a:pt x="138736" y="16201"/>
                      <a:pt x="112741" y="16201"/>
                    </a:cubicBezTo>
                    <a:close/>
                    <a:moveTo>
                      <a:pt x="112748" y="0"/>
                    </a:moveTo>
                    <a:cubicBezTo>
                      <a:pt x="142483" y="0"/>
                      <a:pt x="172219" y="11147"/>
                      <a:pt x="193281" y="33440"/>
                    </a:cubicBezTo>
                    <a:cubicBezTo>
                      <a:pt x="214344" y="54496"/>
                      <a:pt x="226734" y="82982"/>
                      <a:pt x="226734" y="112707"/>
                    </a:cubicBezTo>
                    <a:lnTo>
                      <a:pt x="226734" y="191973"/>
                    </a:lnTo>
                    <a:cubicBezTo>
                      <a:pt x="226734" y="196927"/>
                      <a:pt x="221778" y="200643"/>
                      <a:pt x="218061" y="200643"/>
                    </a:cubicBezTo>
                    <a:lnTo>
                      <a:pt x="7434" y="200643"/>
                    </a:lnTo>
                    <a:cubicBezTo>
                      <a:pt x="3717" y="200643"/>
                      <a:pt x="0" y="196927"/>
                      <a:pt x="0" y="191973"/>
                    </a:cubicBezTo>
                    <a:lnTo>
                      <a:pt x="0" y="112707"/>
                    </a:lnTo>
                    <a:cubicBezTo>
                      <a:pt x="0" y="82982"/>
                      <a:pt x="11151" y="54496"/>
                      <a:pt x="33453" y="33440"/>
                    </a:cubicBezTo>
                    <a:cubicBezTo>
                      <a:pt x="54515" y="11147"/>
                      <a:pt x="81773" y="0"/>
                      <a:pt x="1127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D529B56D-0A2C-334B-9DB4-0E1ACE0D32C5}"/>
                  </a:ext>
                </a:extLst>
              </p:cNvPr>
              <p:cNvSpPr/>
              <p:nvPr/>
            </p:nvSpPr>
            <p:spPr>
              <a:xfrm>
                <a:off x="10938051" y="9076288"/>
                <a:ext cx="226734" cy="154532"/>
              </a:xfrm>
              <a:custGeom>
                <a:avLst/>
                <a:gdLst>
                  <a:gd name="connsiteX0" fmla="*/ 14950 w 226734"/>
                  <a:gd name="connsiteY0" fmla="*/ 17447 h 154532"/>
                  <a:gd name="connsiteX1" fmla="*/ 14950 w 226734"/>
                  <a:gd name="connsiteY1" fmla="*/ 138331 h 154532"/>
                  <a:gd name="connsiteX2" fmla="*/ 209294 w 226734"/>
                  <a:gd name="connsiteY2" fmla="*/ 138331 h 154532"/>
                  <a:gd name="connsiteX3" fmla="*/ 209294 w 226734"/>
                  <a:gd name="connsiteY3" fmla="*/ 17447 h 154532"/>
                  <a:gd name="connsiteX4" fmla="*/ 7434 w 226734"/>
                  <a:gd name="connsiteY4" fmla="*/ 0 h 154532"/>
                  <a:gd name="connsiteX5" fmla="*/ 218061 w 226734"/>
                  <a:gd name="connsiteY5" fmla="*/ 0 h 154532"/>
                  <a:gd name="connsiteX6" fmla="*/ 226734 w 226734"/>
                  <a:gd name="connsiteY6" fmla="*/ 8654 h 154532"/>
                  <a:gd name="connsiteX7" fmla="*/ 226734 w 226734"/>
                  <a:gd name="connsiteY7" fmla="*/ 147114 h 154532"/>
                  <a:gd name="connsiteX8" fmla="*/ 218061 w 226734"/>
                  <a:gd name="connsiteY8" fmla="*/ 154532 h 154532"/>
                  <a:gd name="connsiteX9" fmla="*/ 7434 w 226734"/>
                  <a:gd name="connsiteY9" fmla="*/ 154532 h 154532"/>
                  <a:gd name="connsiteX10" fmla="*/ 0 w 226734"/>
                  <a:gd name="connsiteY10" fmla="*/ 147114 h 154532"/>
                  <a:gd name="connsiteX11" fmla="*/ 0 w 226734"/>
                  <a:gd name="connsiteY11" fmla="*/ 8654 h 154532"/>
                  <a:gd name="connsiteX12" fmla="*/ 7434 w 226734"/>
                  <a:gd name="connsiteY12" fmla="*/ 0 h 1545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26734" h="154532">
                    <a:moveTo>
                      <a:pt x="14950" y="17447"/>
                    </a:moveTo>
                    <a:lnTo>
                      <a:pt x="14950" y="138331"/>
                    </a:lnTo>
                    <a:lnTo>
                      <a:pt x="209294" y="138331"/>
                    </a:lnTo>
                    <a:lnTo>
                      <a:pt x="209294" y="17447"/>
                    </a:lnTo>
                    <a:close/>
                    <a:moveTo>
                      <a:pt x="7434" y="0"/>
                    </a:moveTo>
                    <a:lnTo>
                      <a:pt x="218061" y="0"/>
                    </a:lnTo>
                    <a:cubicBezTo>
                      <a:pt x="221778" y="0"/>
                      <a:pt x="226734" y="3709"/>
                      <a:pt x="226734" y="8654"/>
                    </a:cubicBezTo>
                    <a:lnTo>
                      <a:pt x="226734" y="147114"/>
                    </a:lnTo>
                    <a:cubicBezTo>
                      <a:pt x="226734" y="152059"/>
                      <a:pt x="221778" y="154532"/>
                      <a:pt x="218061" y="154532"/>
                    </a:cubicBezTo>
                    <a:lnTo>
                      <a:pt x="7434" y="154532"/>
                    </a:lnTo>
                    <a:cubicBezTo>
                      <a:pt x="3717" y="154532"/>
                      <a:pt x="0" y="152059"/>
                      <a:pt x="0" y="147114"/>
                    </a:cubicBezTo>
                    <a:lnTo>
                      <a:pt x="0" y="8654"/>
                    </a:lnTo>
                    <a:cubicBezTo>
                      <a:pt x="0" y="3709"/>
                      <a:pt x="3717" y="0"/>
                      <a:pt x="74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ECE9FD0C-BA4F-FB4B-9B3F-3F179E325098}"/>
                  </a:ext>
                </a:extLst>
              </p:cNvPr>
              <p:cNvSpPr/>
              <p:nvPr/>
            </p:nvSpPr>
            <p:spPr>
              <a:xfrm>
                <a:off x="10945526" y="9085012"/>
                <a:ext cx="210539" cy="138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0" h="112">
                    <a:moveTo>
                      <a:pt x="0" y="24"/>
                    </a:moveTo>
                    <a:lnTo>
                      <a:pt x="0" y="112"/>
                    </a:lnTo>
                    <a:lnTo>
                      <a:pt x="85" y="112"/>
                    </a:lnTo>
                    <a:lnTo>
                      <a:pt x="170" y="112"/>
                    </a:lnTo>
                    <a:lnTo>
                      <a:pt x="170" y="24"/>
                    </a:lnTo>
                    <a:lnTo>
                      <a:pt x="17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19B96818-3CB7-A44B-8D52-47E9FB909558}"/>
                  </a:ext>
                </a:extLst>
              </p:cNvPr>
              <p:cNvSpPr/>
              <p:nvPr/>
            </p:nvSpPr>
            <p:spPr>
              <a:xfrm>
                <a:off x="12256102" y="8439465"/>
                <a:ext cx="210539" cy="78387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0" h="630">
                    <a:moveTo>
                      <a:pt x="0" y="0"/>
                    </a:moveTo>
                    <a:lnTo>
                      <a:pt x="0" y="230"/>
                    </a:lnTo>
                    <a:lnTo>
                      <a:pt x="0" y="630"/>
                    </a:lnTo>
                    <a:lnTo>
                      <a:pt x="85" y="630"/>
                    </a:lnTo>
                    <a:lnTo>
                      <a:pt x="170" y="630"/>
                    </a:lnTo>
                    <a:lnTo>
                      <a:pt x="170" y="230"/>
                    </a:lnTo>
                    <a:lnTo>
                      <a:pt x="170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1901FF44-3585-B34B-A234-5228C8762CD0}"/>
                  </a:ext>
                </a:extLst>
              </p:cNvPr>
              <p:cNvSpPr/>
              <p:nvPr/>
            </p:nvSpPr>
            <p:spPr>
              <a:xfrm>
                <a:off x="12927584" y="8019486"/>
                <a:ext cx="1441381" cy="1211335"/>
              </a:xfrm>
              <a:custGeom>
                <a:avLst/>
                <a:gdLst>
                  <a:gd name="connsiteX0" fmla="*/ 474647 w 1441381"/>
                  <a:gd name="connsiteY0" fmla="*/ 395054 h 1211335"/>
                  <a:gd name="connsiteX1" fmla="*/ 474647 w 1441381"/>
                  <a:gd name="connsiteY1" fmla="*/ 816280 h 1211335"/>
                  <a:gd name="connsiteX2" fmla="*/ 967981 w 1441381"/>
                  <a:gd name="connsiteY2" fmla="*/ 816280 h 1211335"/>
                  <a:gd name="connsiteX3" fmla="*/ 967981 w 1441381"/>
                  <a:gd name="connsiteY3" fmla="*/ 395054 h 1211335"/>
                  <a:gd name="connsiteX4" fmla="*/ 466768 w 1441381"/>
                  <a:gd name="connsiteY4" fmla="*/ 0 h 1211335"/>
                  <a:gd name="connsiteX5" fmla="*/ 474237 w 1441381"/>
                  <a:gd name="connsiteY5" fmla="*/ 7470 h 1211335"/>
                  <a:gd name="connsiteX6" fmla="*/ 474237 w 1441381"/>
                  <a:gd name="connsiteY6" fmla="*/ 378464 h 1211335"/>
                  <a:gd name="connsiteX7" fmla="*/ 968389 w 1441381"/>
                  <a:gd name="connsiteY7" fmla="*/ 378464 h 1211335"/>
                  <a:gd name="connsiteX8" fmla="*/ 968389 w 1441381"/>
                  <a:gd name="connsiteY8" fmla="*/ 7470 h 1211335"/>
                  <a:gd name="connsiteX9" fmla="*/ 975857 w 1441381"/>
                  <a:gd name="connsiteY9" fmla="*/ 0 h 1211335"/>
                  <a:gd name="connsiteX10" fmla="*/ 984570 w 1441381"/>
                  <a:gd name="connsiteY10" fmla="*/ 7470 h 1211335"/>
                  <a:gd name="connsiteX11" fmla="*/ 984570 w 1441381"/>
                  <a:gd name="connsiteY11" fmla="*/ 378464 h 1211335"/>
                  <a:gd name="connsiteX12" fmla="*/ 1433913 w 1441381"/>
                  <a:gd name="connsiteY12" fmla="*/ 378464 h 1211335"/>
                  <a:gd name="connsiteX13" fmla="*/ 1441381 w 1441381"/>
                  <a:gd name="connsiteY13" fmla="*/ 385934 h 1211335"/>
                  <a:gd name="connsiteX14" fmla="*/ 1433913 w 1441381"/>
                  <a:gd name="connsiteY14" fmla="*/ 394649 h 1211335"/>
                  <a:gd name="connsiteX15" fmla="*/ 984570 w 1441381"/>
                  <a:gd name="connsiteY15" fmla="*/ 394649 h 1211335"/>
                  <a:gd name="connsiteX16" fmla="*/ 984570 w 1441381"/>
                  <a:gd name="connsiteY16" fmla="*/ 816686 h 1211335"/>
                  <a:gd name="connsiteX17" fmla="*/ 1433913 w 1441381"/>
                  <a:gd name="connsiteY17" fmla="*/ 816686 h 1211335"/>
                  <a:gd name="connsiteX18" fmla="*/ 1441381 w 1441381"/>
                  <a:gd name="connsiteY18" fmla="*/ 825401 h 1211335"/>
                  <a:gd name="connsiteX19" fmla="*/ 1433913 w 1441381"/>
                  <a:gd name="connsiteY19" fmla="*/ 832871 h 1211335"/>
                  <a:gd name="connsiteX20" fmla="*/ 984570 w 1441381"/>
                  <a:gd name="connsiteY20" fmla="*/ 832871 h 1211335"/>
                  <a:gd name="connsiteX21" fmla="*/ 984570 w 1441381"/>
                  <a:gd name="connsiteY21" fmla="*/ 1203865 h 1211335"/>
                  <a:gd name="connsiteX22" fmla="*/ 975857 w 1441381"/>
                  <a:gd name="connsiteY22" fmla="*/ 1211335 h 1211335"/>
                  <a:gd name="connsiteX23" fmla="*/ 968389 w 1441381"/>
                  <a:gd name="connsiteY23" fmla="*/ 1203865 h 1211335"/>
                  <a:gd name="connsiteX24" fmla="*/ 968389 w 1441381"/>
                  <a:gd name="connsiteY24" fmla="*/ 832871 h 1211335"/>
                  <a:gd name="connsiteX25" fmla="*/ 474237 w 1441381"/>
                  <a:gd name="connsiteY25" fmla="*/ 832871 h 1211335"/>
                  <a:gd name="connsiteX26" fmla="*/ 474237 w 1441381"/>
                  <a:gd name="connsiteY26" fmla="*/ 1203865 h 1211335"/>
                  <a:gd name="connsiteX27" fmla="*/ 466768 w 1441381"/>
                  <a:gd name="connsiteY27" fmla="*/ 1211335 h 1211335"/>
                  <a:gd name="connsiteX28" fmla="*/ 458055 w 1441381"/>
                  <a:gd name="connsiteY28" fmla="*/ 1203865 h 1211335"/>
                  <a:gd name="connsiteX29" fmla="*/ 458055 w 1441381"/>
                  <a:gd name="connsiteY29" fmla="*/ 832871 h 1211335"/>
                  <a:gd name="connsiteX30" fmla="*/ 8713 w 1441381"/>
                  <a:gd name="connsiteY30" fmla="*/ 832871 h 1211335"/>
                  <a:gd name="connsiteX31" fmla="*/ 0 w 1441381"/>
                  <a:gd name="connsiteY31" fmla="*/ 825401 h 1211335"/>
                  <a:gd name="connsiteX32" fmla="*/ 8713 w 1441381"/>
                  <a:gd name="connsiteY32" fmla="*/ 816686 h 1211335"/>
                  <a:gd name="connsiteX33" fmla="*/ 458055 w 1441381"/>
                  <a:gd name="connsiteY33" fmla="*/ 816686 h 1211335"/>
                  <a:gd name="connsiteX34" fmla="*/ 458055 w 1441381"/>
                  <a:gd name="connsiteY34" fmla="*/ 394649 h 1211335"/>
                  <a:gd name="connsiteX35" fmla="*/ 8713 w 1441381"/>
                  <a:gd name="connsiteY35" fmla="*/ 394649 h 1211335"/>
                  <a:gd name="connsiteX36" fmla="*/ 0 w 1441381"/>
                  <a:gd name="connsiteY36" fmla="*/ 385934 h 1211335"/>
                  <a:gd name="connsiteX37" fmla="*/ 8713 w 1441381"/>
                  <a:gd name="connsiteY37" fmla="*/ 378464 h 1211335"/>
                  <a:gd name="connsiteX38" fmla="*/ 458055 w 1441381"/>
                  <a:gd name="connsiteY38" fmla="*/ 378464 h 1211335"/>
                  <a:gd name="connsiteX39" fmla="*/ 458055 w 1441381"/>
                  <a:gd name="connsiteY39" fmla="*/ 7470 h 1211335"/>
                  <a:gd name="connsiteX40" fmla="*/ 466768 w 1441381"/>
                  <a:gd name="connsiteY40" fmla="*/ 0 h 1211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441381" h="1211335">
                    <a:moveTo>
                      <a:pt x="474647" y="395054"/>
                    </a:moveTo>
                    <a:lnTo>
                      <a:pt x="474647" y="816280"/>
                    </a:lnTo>
                    <a:lnTo>
                      <a:pt x="967981" y="816280"/>
                    </a:lnTo>
                    <a:lnTo>
                      <a:pt x="967981" y="395054"/>
                    </a:lnTo>
                    <a:close/>
                    <a:moveTo>
                      <a:pt x="466768" y="0"/>
                    </a:moveTo>
                    <a:cubicBezTo>
                      <a:pt x="470503" y="0"/>
                      <a:pt x="474237" y="2490"/>
                      <a:pt x="474237" y="7470"/>
                    </a:cubicBezTo>
                    <a:lnTo>
                      <a:pt x="474237" y="378464"/>
                    </a:lnTo>
                    <a:lnTo>
                      <a:pt x="968389" y="378464"/>
                    </a:lnTo>
                    <a:lnTo>
                      <a:pt x="968389" y="7470"/>
                    </a:lnTo>
                    <a:cubicBezTo>
                      <a:pt x="968389" y="2490"/>
                      <a:pt x="972123" y="0"/>
                      <a:pt x="975857" y="0"/>
                    </a:cubicBezTo>
                    <a:cubicBezTo>
                      <a:pt x="979591" y="0"/>
                      <a:pt x="984570" y="2490"/>
                      <a:pt x="984570" y="7470"/>
                    </a:cubicBezTo>
                    <a:lnTo>
                      <a:pt x="984570" y="378464"/>
                    </a:lnTo>
                    <a:lnTo>
                      <a:pt x="1433913" y="378464"/>
                    </a:lnTo>
                    <a:cubicBezTo>
                      <a:pt x="1438892" y="378464"/>
                      <a:pt x="1441381" y="380954"/>
                      <a:pt x="1441381" y="385934"/>
                    </a:cubicBezTo>
                    <a:cubicBezTo>
                      <a:pt x="1441381" y="390914"/>
                      <a:pt x="1438892" y="394649"/>
                      <a:pt x="1433913" y="394649"/>
                    </a:cubicBezTo>
                    <a:lnTo>
                      <a:pt x="984570" y="394649"/>
                    </a:lnTo>
                    <a:lnTo>
                      <a:pt x="984570" y="816686"/>
                    </a:lnTo>
                    <a:lnTo>
                      <a:pt x="1433913" y="816686"/>
                    </a:lnTo>
                    <a:cubicBezTo>
                      <a:pt x="1438892" y="816686"/>
                      <a:pt x="1441381" y="820421"/>
                      <a:pt x="1441381" y="825401"/>
                    </a:cubicBezTo>
                    <a:cubicBezTo>
                      <a:pt x="1441381" y="829136"/>
                      <a:pt x="1438892" y="832871"/>
                      <a:pt x="1433913" y="832871"/>
                    </a:cubicBezTo>
                    <a:lnTo>
                      <a:pt x="984570" y="832871"/>
                    </a:lnTo>
                    <a:lnTo>
                      <a:pt x="984570" y="1203865"/>
                    </a:lnTo>
                    <a:cubicBezTo>
                      <a:pt x="984570" y="1208845"/>
                      <a:pt x="979591" y="1211335"/>
                      <a:pt x="975857" y="1211335"/>
                    </a:cubicBezTo>
                    <a:cubicBezTo>
                      <a:pt x="972123" y="1211335"/>
                      <a:pt x="968389" y="1208845"/>
                      <a:pt x="968389" y="1203865"/>
                    </a:cubicBezTo>
                    <a:lnTo>
                      <a:pt x="968389" y="832871"/>
                    </a:lnTo>
                    <a:lnTo>
                      <a:pt x="474237" y="832871"/>
                    </a:lnTo>
                    <a:lnTo>
                      <a:pt x="474237" y="1203865"/>
                    </a:lnTo>
                    <a:cubicBezTo>
                      <a:pt x="474237" y="1208845"/>
                      <a:pt x="470503" y="1211335"/>
                      <a:pt x="466768" y="1211335"/>
                    </a:cubicBezTo>
                    <a:cubicBezTo>
                      <a:pt x="461790" y="1211335"/>
                      <a:pt x="458055" y="1208845"/>
                      <a:pt x="458055" y="1203865"/>
                    </a:cubicBezTo>
                    <a:lnTo>
                      <a:pt x="458055" y="832871"/>
                    </a:lnTo>
                    <a:lnTo>
                      <a:pt x="8713" y="832871"/>
                    </a:lnTo>
                    <a:cubicBezTo>
                      <a:pt x="3734" y="832871"/>
                      <a:pt x="0" y="829136"/>
                      <a:pt x="0" y="825401"/>
                    </a:cubicBezTo>
                    <a:cubicBezTo>
                      <a:pt x="0" y="820421"/>
                      <a:pt x="3734" y="816686"/>
                      <a:pt x="8713" y="816686"/>
                    </a:cubicBezTo>
                    <a:lnTo>
                      <a:pt x="458055" y="816686"/>
                    </a:lnTo>
                    <a:lnTo>
                      <a:pt x="458055" y="394649"/>
                    </a:lnTo>
                    <a:lnTo>
                      <a:pt x="8713" y="394649"/>
                    </a:lnTo>
                    <a:cubicBezTo>
                      <a:pt x="3734" y="394649"/>
                      <a:pt x="0" y="390914"/>
                      <a:pt x="0" y="385934"/>
                    </a:cubicBezTo>
                    <a:cubicBezTo>
                      <a:pt x="0" y="380954"/>
                      <a:pt x="3734" y="378464"/>
                      <a:pt x="8713" y="378464"/>
                    </a:cubicBezTo>
                    <a:lnTo>
                      <a:pt x="458055" y="378464"/>
                    </a:lnTo>
                    <a:lnTo>
                      <a:pt x="458055" y="7470"/>
                    </a:lnTo>
                    <a:cubicBezTo>
                      <a:pt x="458055" y="2490"/>
                      <a:pt x="461790" y="0"/>
                      <a:pt x="4667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8" name="Freeform 117">
                <a:extLst>
                  <a:ext uri="{FF2B5EF4-FFF2-40B4-BE49-F238E27FC236}">
                    <a16:creationId xmlns:a16="http://schemas.microsoft.com/office/drawing/2014/main" id="{5325652F-A194-5544-98E8-62DFA7ED8B45}"/>
                  </a:ext>
                </a:extLst>
              </p:cNvPr>
              <p:cNvSpPr/>
              <p:nvPr/>
            </p:nvSpPr>
            <p:spPr>
              <a:xfrm>
                <a:off x="13201655" y="8251284"/>
                <a:ext cx="859596" cy="7764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1" h="624">
                    <a:moveTo>
                      <a:pt x="57" y="624"/>
                    </a:moveTo>
                    <a:cubicBezTo>
                      <a:pt x="28" y="624"/>
                      <a:pt x="4" y="610"/>
                      <a:pt x="3" y="609"/>
                    </a:cubicBezTo>
                    <a:cubicBezTo>
                      <a:pt x="0" y="607"/>
                      <a:pt x="-1" y="604"/>
                      <a:pt x="1" y="601"/>
                    </a:cubicBezTo>
                    <a:cubicBezTo>
                      <a:pt x="2" y="597"/>
                      <a:pt x="7" y="596"/>
                      <a:pt x="10" y="598"/>
                    </a:cubicBezTo>
                    <a:cubicBezTo>
                      <a:pt x="10" y="598"/>
                      <a:pt x="52" y="622"/>
                      <a:pt x="89" y="603"/>
                    </a:cubicBezTo>
                    <a:cubicBezTo>
                      <a:pt x="123" y="586"/>
                      <a:pt x="143" y="538"/>
                      <a:pt x="149" y="462"/>
                    </a:cubicBezTo>
                    <a:cubicBezTo>
                      <a:pt x="153" y="406"/>
                      <a:pt x="169" y="369"/>
                      <a:pt x="196" y="349"/>
                    </a:cubicBezTo>
                    <a:cubicBezTo>
                      <a:pt x="237" y="319"/>
                      <a:pt x="293" y="330"/>
                      <a:pt x="348" y="341"/>
                    </a:cubicBezTo>
                    <a:cubicBezTo>
                      <a:pt x="362" y="344"/>
                      <a:pt x="375" y="347"/>
                      <a:pt x="387" y="349"/>
                    </a:cubicBezTo>
                    <a:cubicBezTo>
                      <a:pt x="430" y="356"/>
                      <a:pt x="462" y="350"/>
                      <a:pt x="482" y="332"/>
                    </a:cubicBezTo>
                    <a:cubicBezTo>
                      <a:pt x="512" y="305"/>
                      <a:pt x="524" y="253"/>
                      <a:pt x="520" y="162"/>
                    </a:cubicBezTo>
                    <a:cubicBezTo>
                      <a:pt x="518" y="94"/>
                      <a:pt x="531" y="49"/>
                      <a:pt x="561" y="23"/>
                    </a:cubicBezTo>
                    <a:cubicBezTo>
                      <a:pt x="589" y="0"/>
                      <a:pt x="630" y="-6"/>
                      <a:pt x="686" y="6"/>
                    </a:cubicBezTo>
                    <a:cubicBezTo>
                      <a:pt x="690" y="7"/>
                      <a:pt x="692" y="10"/>
                      <a:pt x="691" y="14"/>
                    </a:cubicBezTo>
                    <a:cubicBezTo>
                      <a:pt x="690" y="17"/>
                      <a:pt x="687" y="19"/>
                      <a:pt x="684" y="19"/>
                    </a:cubicBezTo>
                    <a:cubicBezTo>
                      <a:pt x="632" y="8"/>
                      <a:pt x="594" y="12"/>
                      <a:pt x="570" y="33"/>
                    </a:cubicBezTo>
                    <a:cubicBezTo>
                      <a:pt x="543" y="56"/>
                      <a:pt x="531" y="99"/>
                      <a:pt x="533" y="161"/>
                    </a:cubicBezTo>
                    <a:cubicBezTo>
                      <a:pt x="537" y="257"/>
                      <a:pt x="524" y="312"/>
                      <a:pt x="491" y="341"/>
                    </a:cubicBezTo>
                    <a:cubicBezTo>
                      <a:pt x="467" y="363"/>
                      <a:pt x="432" y="369"/>
                      <a:pt x="385" y="362"/>
                    </a:cubicBezTo>
                    <a:cubicBezTo>
                      <a:pt x="372" y="360"/>
                      <a:pt x="358" y="357"/>
                      <a:pt x="346" y="354"/>
                    </a:cubicBezTo>
                    <a:cubicBezTo>
                      <a:pt x="294" y="344"/>
                      <a:pt x="239" y="333"/>
                      <a:pt x="204" y="359"/>
                    </a:cubicBezTo>
                    <a:cubicBezTo>
                      <a:pt x="180" y="377"/>
                      <a:pt x="166" y="411"/>
                      <a:pt x="162" y="463"/>
                    </a:cubicBezTo>
                    <a:cubicBezTo>
                      <a:pt x="155" y="544"/>
                      <a:pt x="133" y="595"/>
                      <a:pt x="95" y="615"/>
                    </a:cubicBezTo>
                    <a:cubicBezTo>
                      <a:pt x="82" y="621"/>
                      <a:pt x="69" y="624"/>
                      <a:pt x="57" y="624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9" name="Freeform 118">
                <a:extLst>
                  <a:ext uri="{FF2B5EF4-FFF2-40B4-BE49-F238E27FC236}">
                    <a16:creationId xmlns:a16="http://schemas.microsoft.com/office/drawing/2014/main" id="{A971C993-DD79-174A-9B3E-2737F87DE979}"/>
                  </a:ext>
                </a:extLst>
              </p:cNvPr>
              <p:cNvSpPr/>
              <p:nvPr/>
            </p:nvSpPr>
            <p:spPr>
              <a:xfrm>
                <a:off x="13034722" y="8241315"/>
                <a:ext cx="1176027" cy="8100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45" h="651">
                    <a:moveTo>
                      <a:pt x="7" y="651"/>
                    </a:moveTo>
                    <a:cubicBezTo>
                      <a:pt x="5" y="651"/>
                      <a:pt x="4" y="651"/>
                      <a:pt x="3" y="650"/>
                    </a:cubicBezTo>
                    <a:cubicBezTo>
                      <a:pt x="0" y="648"/>
                      <a:pt x="-1" y="643"/>
                      <a:pt x="1" y="640"/>
                    </a:cubicBezTo>
                    <a:lnTo>
                      <a:pt x="156" y="431"/>
                    </a:lnTo>
                    <a:cubicBezTo>
                      <a:pt x="158" y="428"/>
                      <a:pt x="161" y="427"/>
                      <a:pt x="165" y="428"/>
                    </a:cubicBezTo>
                    <a:lnTo>
                      <a:pt x="404" y="524"/>
                    </a:lnTo>
                    <a:lnTo>
                      <a:pt x="555" y="230"/>
                    </a:lnTo>
                    <a:cubicBezTo>
                      <a:pt x="556" y="227"/>
                      <a:pt x="560" y="226"/>
                      <a:pt x="563" y="227"/>
                    </a:cubicBezTo>
                    <a:lnTo>
                      <a:pt x="744" y="309"/>
                    </a:lnTo>
                    <a:lnTo>
                      <a:pt x="933" y="2"/>
                    </a:lnTo>
                    <a:cubicBezTo>
                      <a:pt x="935" y="-1"/>
                      <a:pt x="939" y="-1"/>
                      <a:pt x="942" y="1"/>
                    </a:cubicBezTo>
                    <a:cubicBezTo>
                      <a:pt x="945" y="2"/>
                      <a:pt x="946" y="6"/>
                      <a:pt x="944" y="9"/>
                    </a:cubicBezTo>
                    <a:lnTo>
                      <a:pt x="752" y="321"/>
                    </a:lnTo>
                    <a:cubicBezTo>
                      <a:pt x="750" y="324"/>
                      <a:pt x="747" y="325"/>
                      <a:pt x="744" y="324"/>
                    </a:cubicBezTo>
                    <a:lnTo>
                      <a:pt x="563" y="241"/>
                    </a:lnTo>
                    <a:lnTo>
                      <a:pt x="413" y="535"/>
                    </a:lnTo>
                    <a:cubicBezTo>
                      <a:pt x="412" y="538"/>
                      <a:pt x="408" y="539"/>
                      <a:pt x="405" y="538"/>
                    </a:cubicBezTo>
                    <a:lnTo>
                      <a:pt x="165" y="442"/>
                    </a:lnTo>
                    <a:lnTo>
                      <a:pt x="11" y="648"/>
                    </a:lnTo>
                    <a:cubicBezTo>
                      <a:pt x="10" y="650"/>
                      <a:pt x="9" y="651"/>
                      <a:pt x="7" y="65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F9A01BDF-3298-874D-B015-FAB74F15081E}"/>
                </a:ext>
              </a:extLst>
            </p:cNvPr>
            <p:cNvGrpSpPr/>
            <p:nvPr/>
          </p:nvGrpSpPr>
          <p:grpSpPr>
            <a:xfrm>
              <a:off x="15685768" y="7837536"/>
              <a:ext cx="1912289" cy="2357866"/>
              <a:chOff x="15685768" y="7837536"/>
              <a:chExt cx="1912289" cy="2357866"/>
            </a:xfrm>
          </p:grpSpPr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94579A66-4F47-9346-939B-3D72CD18B714}"/>
                  </a:ext>
                </a:extLst>
              </p:cNvPr>
              <p:cNvSpPr/>
              <p:nvPr/>
            </p:nvSpPr>
            <p:spPr>
              <a:xfrm>
                <a:off x="15694488" y="7846260"/>
                <a:ext cx="1894849" cy="23404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22" h="1879">
                    <a:moveTo>
                      <a:pt x="0" y="130"/>
                    </a:moveTo>
                    <a:lnTo>
                      <a:pt x="0" y="940"/>
                    </a:lnTo>
                    <a:lnTo>
                      <a:pt x="0" y="1749"/>
                    </a:lnTo>
                    <a:cubicBezTo>
                      <a:pt x="0" y="1785"/>
                      <a:pt x="15" y="1818"/>
                      <a:pt x="38" y="1841"/>
                    </a:cubicBezTo>
                    <a:cubicBezTo>
                      <a:pt x="61" y="1864"/>
                      <a:pt x="93" y="1879"/>
                      <a:pt x="130" y="1879"/>
                    </a:cubicBezTo>
                    <a:lnTo>
                      <a:pt x="761" y="1879"/>
                    </a:lnTo>
                    <a:lnTo>
                      <a:pt x="1393" y="1879"/>
                    </a:lnTo>
                    <a:cubicBezTo>
                      <a:pt x="1429" y="1879"/>
                      <a:pt x="1461" y="1864"/>
                      <a:pt x="1484" y="1841"/>
                    </a:cubicBezTo>
                    <a:cubicBezTo>
                      <a:pt x="1508" y="1818"/>
                      <a:pt x="1522" y="1785"/>
                      <a:pt x="1522" y="1749"/>
                    </a:cubicBezTo>
                    <a:lnTo>
                      <a:pt x="1522" y="940"/>
                    </a:lnTo>
                    <a:lnTo>
                      <a:pt x="1522" y="130"/>
                    </a:lnTo>
                    <a:cubicBezTo>
                      <a:pt x="1522" y="94"/>
                      <a:pt x="1508" y="61"/>
                      <a:pt x="1484" y="38"/>
                    </a:cubicBezTo>
                    <a:cubicBezTo>
                      <a:pt x="1461" y="14"/>
                      <a:pt x="1429" y="0"/>
                      <a:pt x="1393" y="0"/>
                    </a:cubicBezTo>
                    <a:lnTo>
                      <a:pt x="761" y="0"/>
                    </a:lnTo>
                    <a:lnTo>
                      <a:pt x="130" y="0"/>
                    </a:lnTo>
                    <a:cubicBezTo>
                      <a:pt x="93" y="0"/>
                      <a:pt x="61" y="14"/>
                      <a:pt x="38" y="38"/>
                    </a:cubicBezTo>
                    <a:cubicBezTo>
                      <a:pt x="15" y="61"/>
                      <a:pt x="0" y="94"/>
                      <a:pt x="0" y="13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CF17752A-0313-134F-B3AC-0F4575F26A68}"/>
                  </a:ext>
                </a:extLst>
              </p:cNvPr>
              <p:cNvSpPr/>
              <p:nvPr/>
            </p:nvSpPr>
            <p:spPr>
              <a:xfrm>
                <a:off x="15685768" y="7837536"/>
                <a:ext cx="1912289" cy="2357866"/>
              </a:xfrm>
              <a:custGeom>
                <a:avLst/>
                <a:gdLst>
                  <a:gd name="connsiteX0" fmla="*/ 170571 w 1912289"/>
                  <a:gd name="connsiteY0" fmla="*/ 16201 h 2357866"/>
                  <a:gd name="connsiteX1" fmla="*/ 61014 w 1912289"/>
                  <a:gd name="connsiteY1" fmla="*/ 62287 h 2357866"/>
                  <a:gd name="connsiteX2" fmla="*/ 16195 w 1912289"/>
                  <a:gd name="connsiteY2" fmla="*/ 170651 h 2357866"/>
                  <a:gd name="connsiteX3" fmla="*/ 16195 w 1912289"/>
                  <a:gd name="connsiteY3" fmla="*/ 2187215 h 2357866"/>
                  <a:gd name="connsiteX4" fmla="*/ 61014 w 1912289"/>
                  <a:gd name="connsiteY4" fmla="*/ 2295579 h 2357866"/>
                  <a:gd name="connsiteX5" fmla="*/ 170571 w 1912289"/>
                  <a:gd name="connsiteY5" fmla="*/ 2341665 h 2357866"/>
                  <a:gd name="connsiteX6" fmla="*/ 1742965 w 1912289"/>
                  <a:gd name="connsiteY6" fmla="*/ 2341665 h 2357866"/>
                  <a:gd name="connsiteX7" fmla="*/ 1850031 w 1912289"/>
                  <a:gd name="connsiteY7" fmla="*/ 2295579 h 2357866"/>
                  <a:gd name="connsiteX8" fmla="*/ 1896095 w 1912289"/>
                  <a:gd name="connsiteY8" fmla="*/ 2187215 h 2357866"/>
                  <a:gd name="connsiteX9" fmla="*/ 1896095 w 1912289"/>
                  <a:gd name="connsiteY9" fmla="*/ 170651 h 2357866"/>
                  <a:gd name="connsiteX10" fmla="*/ 1850031 w 1912289"/>
                  <a:gd name="connsiteY10" fmla="*/ 62287 h 2357866"/>
                  <a:gd name="connsiteX11" fmla="*/ 1742965 w 1912289"/>
                  <a:gd name="connsiteY11" fmla="*/ 16201 h 2357866"/>
                  <a:gd name="connsiteX12" fmla="*/ 170562 w 1912289"/>
                  <a:gd name="connsiteY12" fmla="*/ 0 h 2357866"/>
                  <a:gd name="connsiteX13" fmla="*/ 1742973 w 1912289"/>
                  <a:gd name="connsiteY13" fmla="*/ 0 h 2357866"/>
                  <a:gd name="connsiteX14" fmla="*/ 1861245 w 1912289"/>
                  <a:gd name="connsiteY14" fmla="*/ 49823 h 2357866"/>
                  <a:gd name="connsiteX15" fmla="*/ 1912289 w 1912289"/>
                  <a:gd name="connsiteY15" fmla="*/ 170643 h 2357866"/>
                  <a:gd name="connsiteX16" fmla="*/ 1912289 w 1912289"/>
                  <a:gd name="connsiteY16" fmla="*/ 2187223 h 2357866"/>
                  <a:gd name="connsiteX17" fmla="*/ 1861245 w 1912289"/>
                  <a:gd name="connsiteY17" fmla="*/ 2306798 h 2357866"/>
                  <a:gd name="connsiteX18" fmla="*/ 1742973 w 1912289"/>
                  <a:gd name="connsiteY18" fmla="*/ 2357866 h 2357866"/>
                  <a:gd name="connsiteX19" fmla="*/ 170562 w 1912289"/>
                  <a:gd name="connsiteY19" fmla="*/ 2357866 h 2357866"/>
                  <a:gd name="connsiteX20" fmla="*/ 49799 w 1912289"/>
                  <a:gd name="connsiteY20" fmla="*/ 2306798 h 2357866"/>
                  <a:gd name="connsiteX21" fmla="*/ 0 w 1912289"/>
                  <a:gd name="connsiteY21" fmla="*/ 2187223 h 2357866"/>
                  <a:gd name="connsiteX22" fmla="*/ 0 w 1912289"/>
                  <a:gd name="connsiteY22" fmla="*/ 170643 h 2357866"/>
                  <a:gd name="connsiteX23" fmla="*/ 49799 w 1912289"/>
                  <a:gd name="connsiteY23" fmla="*/ 49823 h 2357866"/>
                  <a:gd name="connsiteX24" fmla="*/ 170562 w 1912289"/>
                  <a:gd name="connsiteY24" fmla="*/ 0 h 2357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912289" h="2357866">
                    <a:moveTo>
                      <a:pt x="170571" y="16201"/>
                    </a:moveTo>
                    <a:cubicBezTo>
                      <a:pt x="129487" y="16201"/>
                      <a:pt x="90893" y="32394"/>
                      <a:pt x="61014" y="62287"/>
                    </a:cubicBezTo>
                    <a:cubicBezTo>
                      <a:pt x="32380" y="90935"/>
                      <a:pt x="16195" y="129547"/>
                      <a:pt x="16195" y="170651"/>
                    </a:cubicBezTo>
                    <a:lnTo>
                      <a:pt x="16195" y="2187215"/>
                    </a:lnTo>
                    <a:cubicBezTo>
                      <a:pt x="16195" y="2228319"/>
                      <a:pt x="32380" y="2266931"/>
                      <a:pt x="61014" y="2295579"/>
                    </a:cubicBezTo>
                    <a:cubicBezTo>
                      <a:pt x="90893" y="2325473"/>
                      <a:pt x="129487" y="2341665"/>
                      <a:pt x="170571" y="2341665"/>
                    </a:cubicBezTo>
                    <a:lnTo>
                      <a:pt x="1742965" y="2341665"/>
                    </a:lnTo>
                    <a:cubicBezTo>
                      <a:pt x="1782803" y="2341665"/>
                      <a:pt x="1821397" y="2325473"/>
                      <a:pt x="1850031" y="2295579"/>
                    </a:cubicBezTo>
                    <a:cubicBezTo>
                      <a:pt x="1879911" y="2266931"/>
                      <a:pt x="1896095" y="2228319"/>
                      <a:pt x="1896095" y="2187215"/>
                    </a:cubicBezTo>
                    <a:lnTo>
                      <a:pt x="1896095" y="170651"/>
                    </a:lnTo>
                    <a:cubicBezTo>
                      <a:pt x="1896095" y="129547"/>
                      <a:pt x="1879911" y="90935"/>
                      <a:pt x="1850031" y="62287"/>
                    </a:cubicBezTo>
                    <a:cubicBezTo>
                      <a:pt x="1821397" y="32394"/>
                      <a:pt x="1782803" y="16201"/>
                      <a:pt x="1742965" y="16201"/>
                    </a:cubicBezTo>
                    <a:close/>
                    <a:moveTo>
                      <a:pt x="170562" y="0"/>
                    </a:moveTo>
                    <a:lnTo>
                      <a:pt x="1742973" y="0"/>
                    </a:lnTo>
                    <a:cubicBezTo>
                      <a:pt x="1787793" y="0"/>
                      <a:pt x="1830121" y="18684"/>
                      <a:pt x="1861245" y="49823"/>
                    </a:cubicBezTo>
                    <a:cubicBezTo>
                      <a:pt x="1894861" y="82208"/>
                      <a:pt x="1912289" y="124557"/>
                      <a:pt x="1912289" y="170643"/>
                    </a:cubicBezTo>
                    <a:lnTo>
                      <a:pt x="1912289" y="2187223"/>
                    </a:lnTo>
                    <a:cubicBezTo>
                      <a:pt x="1912289" y="2232063"/>
                      <a:pt x="1894861" y="2275658"/>
                      <a:pt x="1861245" y="2306798"/>
                    </a:cubicBezTo>
                    <a:cubicBezTo>
                      <a:pt x="1830121" y="2340428"/>
                      <a:pt x="1787793" y="2357866"/>
                      <a:pt x="1742973" y="2357866"/>
                    </a:cubicBezTo>
                    <a:lnTo>
                      <a:pt x="170562" y="2357866"/>
                    </a:lnTo>
                    <a:cubicBezTo>
                      <a:pt x="124498" y="2357866"/>
                      <a:pt x="82169" y="2340428"/>
                      <a:pt x="49799" y="2306798"/>
                    </a:cubicBezTo>
                    <a:cubicBezTo>
                      <a:pt x="17430" y="2275658"/>
                      <a:pt x="0" y="2232063"/>
                      <a:pt x="0" y="2187223"/>
                    </a:cubicBezTo>
                    <a:lnTo>
                      <a:pt x="0" y="170643"/>
                    </a:lnTo>
                    <a:cubicBezTo>
                      <a:pt x="0" y="124557"/>
                      <a:pt x="17430" y="82208"/>
                      <a:pt x="49799" y="49823"/>
                    </a:cubicBezTo>
                    <a:cubicBezTo>
                      <a:pt x="82169" y="18684"/>
                      <a:pt x="124498" y="0"/>
                      <a:pt x="1705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3" name="Freeform 122">
                <a:extLst>
                  <a:ext uri="{FF2B5EF4-FFF2-40B4-BE49-F238E27FC236}">
                    <a16:creationId xmlns:a16="http://schemas.microsoft.com/office/drawing/2014/main" id="{44F790E6-65D4-1742-92F7-D8B09D62CABE}"/>
                  </a:ext>
                </a:extLst>
              </p:cNvPr>
              <p:cNvSpPr/>
              <p:nvPr/>
            </p:nvSpPr>
            <p:spPr>
              <a:xfrm>
                <a:off x="15967316" y="8093013"/>
                <a:ext cx="408620" cy="40876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9" h="329">
                    <a:moveTo>
                      <a:pt x="329" y="164"/>
                    </a:moveTo>
                    <a:cubicBezTo>
                      <a:pt x="329" y="255"/>
                      <a:pt x="255" y="329"/>
                      <a:pt x="164" y="329"/>
                    </a:cubicBezTo>
                    <a:cubicBezTo>
                      <a:pt x="73" y="329"/>
                      <a:pt x="0" y="255"/>
                      <a:pt x="0" y="164"/>
                    </a:cubicBezTo>
                    <a:cubicBezTo>
                      <a:pt x="0" y="74"/>
                      <a:pt x="73" y="0"/>
                      <a:pt x="164" y="0"/>
                    </a:cubicBezTo>
                    <a:cubicBezTo>
                      <a:pt x="255" y="0"/>
                      <a:pt x="329" y="74"/>
                      <a:pt x="329" y="164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134EC384-BB14-3644-ABA1-2373B1888BF8}"/>
                  </a:ext>
                </a:extLst>
              </p:cNvPr>
              <p:cNvSpPr/>
              <p:nvPr/>
            </p:nvSpPr>
            <p:spPr>
              <a:xfrm>
                <a:off x="15959841" y="8085536"/>
                <a:ext cx="423569" cy="423718"/>
              </a:xfrm>
              <a:custGeom>
                <a:avLst/>
                <a:gdLst>
                  <a:gd name="connsiteX0" fmla="*/ 211165 w 423569"/>
                  <a:gd name="connsiteY0" fmla="*/ 14955 h 423718"/>
                  <a:gd name="connsiteX1" fmla="*/ 16196 w 423569"/>
                  <a:gd name="connsiteY1" fmla="*/ 211236 h 423718"/>
                  <a:gd name="connsiteX2" fmla="*/ 211165 w 423569"/>
                  <a:gd name="connsiteY2" fmla="*/ 407517 h 423718"/>
                  <a:gd name="connsiteX3" fmla="*/ 407375 w 423569"/>
                  <a:gd name="connsiteY3" fmla="*/ 211236 h 423718"/>
                  <a:gd name="connsiteX4" fmla="*/ 211165 w 423569"/>
                  <a:gd name="connsiteY4" fmla="*/ 14955 h 423718"/>
                  <a:gd name="connsiteX5" fmla="*/ 211163 w 423569"/>
                  <a:gd name="connsiteY5" fmla="*/ 0 h 423718"/>
                  <a:gd name="connsiteX6" fmla="*/ 423569 w 423569"/>
                  <a:gd name="connsiteY6" fmla="*/ 211238 h 423718"/>
                  <a:gd name="connsiteX7" fmla="*/ 211163 w 423569"/>
                  <a:gd name="connsiteY7" fmla="*/ 423718 h 423718"/>
                  <a:gd name="connsiteX8" fmla="*/ 0 w 423569"/>
                  <a:gd name="connsiteY8" fmla="*/ 211238 h 423718"/>
                  <a:gd name="connsiteX9" fmla="*/ 211163 w 423569"/>
                  <a:gd name="connsiteY9" fmla="*/ 0 h 4237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23569" h="423718">
                    <a:moveTo>
                      <a:pt x="211165" y="14955"/>
                    </a:moveTo>
                    <a:cubicBezTo>
                      <a:pt x="104367" y="14955"/>
                      <a:pt x="16196" y="103157"/>
                      <a:pt x="16196" y="211236"/>
                    </a:cubicBezTo>
                    <a:cubicBezTo>
                      <a:pt x="16196" y="320557"/>
                      <a:pt x="104367" y="407517"/>
                      <a:pt x="211165" y="407517"/>
                    </a:cubicBezTo>
                    <a:cubicBezTo>
                      <a:pt x="319205" y="407517"/>
                      <a:pt x="407375" y="320557"/>
                      <a:pt x="407375" y="211236"/>
                    </a:cubicBezTo>
                    <a:cubicBezTo>
                      <a:pt x="407375" y="103157"/>
                      <a:pt x="319205" y="14955"/>
                      <a:pt x="211165" y="14955"/>
                    </a:cubicBezTo>
                    <a:close/>
                    <a:moveTo>
                      <a:pt x="211163" y="0"/>
                    </a:moveTo>
                    <a:cubicBezTo>
                      <a:pt x="327924" y="0"/>
                      <a:pt x="423569" y="94436"/>
                      <a:pt x="423569" y="211238"/>
                    </a:cubicBezTo>
                    <a:cubicBezTo>
                      <a:pt x="423569" y="329282"/>
                      <a:pt x="327924" y="423718"/>
                      <a:pt x="211163" y="423718"/>
                    </a:cubicBezTo>
                    <a:cubicBezTo>
                      <a:pt x="94402" y="423718"/>
                      <a:pt x="0" y="329282"/>
                      <a:pt x="0" y="211238"/>
                    </a:cubicBezTo>
                    <a:cubicBezTo>
                      <a:pt x="0" y="94436"/>
                      <a:pt x="94402" y="0"/>
                      <a:pt x="2111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6" name="Freeform 125">
                <a:extLst>
                  <a:ext uri="{FF2B5EF4-FFF2-40B4-BE49-F238E27FC236}">
                    <a16:creationId xmlns:a16="http://schemas.microsoft.com/office/drawing/2014/main" id="{9FA6805A-E416-6844-A1C5-FC0F23FECB5E}"/>
                  </a:ext>
                </a:extLst>
              </p:cNvPr>
              <p:cNvSpPr/>
              <p:nvPr/>
            </p:nvSpPr>
            <p:spPr>
              <a:xfrm>
                <a:off x="15922467" y="8670017"/>
                <a:ext cx="1438889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56" h="14">
                    <a:moveTo>
                      <a:pt x="1149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149" y="0"/>
                    </a:lnTo>
                    <a:cubicBezTo>
                      <a:pt x="1153" y="0"/>
                      <a:pt x="1156" y="3"/>
                      <a:pt x="1156" y="7"/>
                    </a:cubicBezTo>
                    <a:cubicBezTo>
                      <a:pt x="1156" y="11"/>
                      <a:pt x="1153" y="14"/>
                      <a:pt x="1149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4EBB6D36-B88E-6F4E-840D-138179269279}"/>
                  </a:ext>
                </a:extLst>
              </p:cNvPr>
              <p:cNvSpPr/>
              <p:nvPr/>
            </p:nvSpPr>
            <p:spPr>
              <a:xfrm>
                <a:off x="16004690" y="8215144"/>
                <a:ext cx="332626" cy="28663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8" h="231">
                    <a:moveTo>
                      <a:pt x="134" y="231"/>
                    </a:moveTo>
                    <a:cubicBezTo>
                      <a:pt x="189" y="231"/>
                      <a:pt x="238" y="203"/>
                      <a:pt x="268" y="162"/>
                    </a:cubicBezTo>
                    <a:cubicBezTo>
                      <a:pt x="248" y="132"/>
                      <a:pt x="218" y="110"/>
                      <a:pt x="183" y="99"/>
                    </a:cubicBezTo>
                    <a:cubicBezTo>
                      <a:pt x="188" y="90"/>
                      <a:pt x="191" y="79"/>
                      <a:pt x="191" y="66"/>
                    </a:cubicBezTo>
                    <a:cubicBezTo>
                      <a:pt x="191" y="30"/>
                      <a:pt x="165" y="0"/>
                      <a:pt x="134" y="0"/>
                    </a:cubicBezTo>
                    <a:cubicBezTo>
                      <a:pt x="103" y="0"/>
                      <a:pt x="78" y="30"/>
                      <a:pt x="78" y="66"/>
                    </a:cubicBezTo>
                    <a:cubicBezTo>
                      <a:pt x="78" y="79"/>
                      <a:pt x="81" y="90"/>
                      <a:pt x="85" y="99"/>
                    </a:cubicBezTo>
                    <a:cubicBezTo>
                      <a:pt x="50" y="110"/>
                      <a:pt x="21" y="132"/>
                      <a:pt x="0" y="162"/>
                    </a:cubicBezTo>
                    <a:cubicBezTo>
                      <a:pt x="30" y="203"/>
                      <a:pt x="79" y="231"/>
                      <a:pt x="134" y="23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7E28D900-EC23-5B40-A766-2D0D9B39496C}"/>
                  </a:ext>
                </a:extLst>
              </p:cNvPr>
              <p:cNvSpPr/>
              <p:nvPr/>
            </p:nvSpPr>
            <p:spPr>
              <a:xfrm>
                <a:off x="15998771" y="8207666"/>
                <a:ext cx="348196" cy="301587"/>
              </a:xfrm>
              <a:custGeom>
                <a:avLst/>
                <a:gdLst>
                  <a:gd name="connsiteX0" fmla="*/ 172232 w 348196"/>
                  <a:gd name="connsiteY0" fmla="*/ 16201 h 301587"/>
                  <a:gd name="connsiteX1" fmla="*/ 110190 w 348196"/>
                  <a:gd name="connsiteY1" fmla="*/ 89390 h 301587"/>
                  <a:gd name="connsiteX2" fmla="*/ 118875 w 348196"/>
                  <a:gd name="connsiteY2" fmla="*/ 127845 h 301587"/>
                  <a:gd name="connsiteX3" fmla="*/ 120116 w 348196"/>
                  <a:gd name="connsiteY3" fmla="*/ 134048 h 301587"/>
                  <a:gd name="connsiteX4" fmla="*/ 113912 w 348196"/>
                  <a:gd name="connsiteY4" fmla="*/ 139010 h 301587"/>
                  <a:gd name="connsiteX5" fmla="*/ 15885 w 348196"/>
                  <a:gd name="connsiteY5" fmla="*/ 208477 h 301587"/>
                  <a:gd name="connsiteX6" fmla="*/ 172232 w 348196"/>
                  <a:gd name="connsiteY6" fmla="*/ 285387 h 301587"/>
                  <a:gd name="connsiteX7" fmla="*/ 328579 w 348196"/>
                  <a:gd name="connsiteY7" fmla="*/ 208477 h 301587"/>
                  <a:gd name="connsiteX8" fmla="*/ 230552 w 348196"/>
                  <a:gd name="connsiteY8" fmla="*/ 139010 h 301587"/>
                  <a:gd name="connsiteX9" fmla="*/ 225589 w 348196"/>
                  <a:gd name="connsiteY9" fmla="*/ 134048 h 301587"/>
                  <a:gd name="connsiteX10" fmla="*/ 226829 w 348196"/>
                  <a:gd name="connsiteY10" fmla="*/ 127845 h 301587"/>
                  <a:gd name="connsiteX11" fmla="*/ 235515 w 348196"/>
                  <a:gd name="connsiteY11" fmla="*/ 89390 h 301587"/>
                  <a:gd name="connsiteX12" fmla="*/ 172232 w 348196"/>
                  <a:gd name="connsiteY12" fmla="*/ 16201 h 301587"/>
                  <a:gd name="connsiteX13" fmla="*/ 173478 w 348196"/>
                  <a:gd name="connsiteY13" fmla="*/ 0 h 301587"/>
                  <a:gd name="connsiteX14" fmla="*/ 251683 w 348196"/>
                  <a:gd name="connsiteY14" fmla="*/ 89359 h 301587"/>
                  <a:gd name="connsiteX15" fmla="*/ 245476 w 348196"/>
                  <a:gd name="connsiteY15" fmla="*/ 126592 h 301587"/>
                  <a:gd name="connsiteX16" fmla="*/ 347266 w 348196"/>
                  <a:gd name="connsiteY16" fmla="*/ 203540 h 301587"/>
                  <a:gd name="connsiteX17" fmla="*/ 347266 w 348196"/>
                  <a:gd name="connsiteY17" fmla="*/ 212228 h 301587"/>
                  <a:gd name="connsiteX18" fmla="*/ 173478 w 348196"/>
                  <a:gd name="connsiteY18" fmla="*/ 301587 h 301587"/>
                  <a:gd name="connsiteX19" fmla="*/ 931 w 348196"/>
                  <a:gd name="connsiteY19" fmla="*/ 212228 h 301587"/>
                  <a:gd name="connsiteX20" fmla="*/ 931 w 348196"/>
                  <a:gd name="connsiteY20" fmla="*/ 203540 h 301587"/>
                  <a:gd name="connsiteX21" fmla="*/ 101480 w 348196"/>
                  <a:gd name="connsiteY21" fmla="*/ 126592 h 301587"/>
                  <a:gd name="connsiteX22" fmla="*/ 95273 w 348196"/>
                  <a:gd name="connsiteY22" fmla="*/ 89359 h 301587"/>
                  <a:gd name="connsiteX23" fmla="*/ 173478 w 348196"/>
                  <a:gd name="connsiteY23" fmla="*/ 0 h 3015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48196" h="301587">
                    <a:moveTo>
                      <a:pt x="172232" y="16201"/>
                    </a:moveTo>
                    <a:cubicBezTo>
                      <a:pt x="138729" y="16201"/>
                      <a:pt x="110190" y="48454"/>
                      <a:pt x="110190" y="89390"/>
                    </a:cubicBezTo>
                    <a:cubicBezTo>
                      <a:pt x="110190" y="103035"/>
                      <a:pt x="113912" y="116681"/>
                      <a:pt x="118875" y="127845"/>
                    </a:cubicBezTo>
                    <a:cubicBezTo>
                      <a:pt x="120116" y="129086"/>
                      <a:pt x="120116" y="131567"/>
                      <a:pt x="120116" y="134048"/>
                    </a:cubicBezTo>
                    <a:cubicBezTo>
                      <a:pt x="117635" y="136529"/>
                      <a:pt x="116394" y="137769"/>
                      <a:pt x="113912" y="139010"/>
                    </a:cubicBezTo>
                    <a:cubicBezTo>
                      <a:pt x="75446" y="150174"/>
                      <a:pt x="40702" y="174984"/>
                      <a:pt x="15885" y="208477"/>
                    </a:cubicBezTo>
                    <a:cubicBezTo>
                      <a:pt x="53110" y="256856"/>
                      <a:pt x="111430" y="285387"/>
                      <a:pt x="172232" y="285387"/>
                    </a:cubicBezTo>
                    <a:cubicBezTo>
                      <a:pt x="234274" y="285387"/>
                      <a:pt x="291354" y="256856"/>
                      <a:pt x="328579" y="208477"/>
                    </a:cubicBezTo>
                    <a:cubicBezTo>
                      <a:pt x="303762" y="174984"/>
                      <a:pt x="270259" y="150174"/>
                      <a:pt x="230552" y="139010"/>
                    </a:cubicBezTo>
                    <a:cubicBezTo>
                      <a:pt x="229311" y="137769"/>
                      <a:pt x="226829" y="136529"/>
                      <a:pt x="225589" y="134048"/>
                    </a:cubicBezTo>
                    <a:cubicBezTo>
                      <a:pt x="224348" y="131567"/>
                      <a:pt x="224348" y="129086"/>
                      <a:pt x="226829" y="127845"/>
                    </a:cubicBezTo>
                    <a:cubicBezTo>
                      <a:pt x="231793" y="116681"/>
                      <a:pt x="235515" y="103035"/>
                      <a:pt x="235515" y="89390"/>
                    </a:cubicBezTo>
                    <a:cubicBezTo>
                      <a:pt x="235515" y="48454"/>
                      <a:pt x="206976" y="16201"/>
                      <a:pt x="172232" y="16201"/>
                    </a:cubicBezTo>
                    <a:close/>
                    <a:moveTo>
                      <a:pt x="173478" y="0"/>
                    </a:moveTo>
                    <a:cubicBezTo>
                      <a:pt x="216925" y="0"/>
                      <a:pt x="251683" y="40957"/>
                      <a:pt x="251683" y="89359"/>
                    </a:cubicBezTo>
                    <a:cubicBezTo>
                      <a:pt x="251683" y="103011"/>
                      <a:pt x="250441" y="114181"/>
                      <a:pt x="245476" y="126592"/>
                    </a:cubicBezTo>
                    <a:cubicBezTo>
                      <a:pt x="286440" y="140244"/>
                      <a:pt x="322439" y="167549"/>
                      <a:pt x="347266" y="203540"/>
                    </a:cubicBezTo>
                    <a:cubicBezTo>
                      <a:pt x="348507" y="206022"/>
                      <a:pt x="348507" y="209746"/>
                      <a:pt x="347266" y="212228"/>
                    </a:cubicBezTo>
                    <a:cubicBezTo>
                      <a:pt x="306302" y="269318"/>
                      <a:pt x="241752" y="301587"/>
                      <a:pt x="173478" y="301587"/>
                    </a:cubicBezTo>
                    <a:cubicBezTo>
                      <a:pt x="105204" y="301587"/>
                      <a:pt x="40654" y="269318"/>
                      <a:pt x="931" y="212228"/>
                    </a:cubicBezTo>
                    <a:cubicBezTo>
                      <a:pt x="-310" y="209746"/>
                      <a:pt x="-310" y="206022"/>
                      <a:pt x="931" y="203540"/>
                    </a:cubicBezTo>
                    <a:cubicBezTo>
                      <a:pt x="25758" y="167549"/>
                      <a:pt x="61757" y="140244"/>
                      <a:pt x="101480" y="126592"/>
                    </a:cubicBezTo>
                    <a:cubicBezTo>
                      <a:pt x="97756" y="114181"/>
                      <a:pt x="95273" y="103011"/>
                      <a:pt x="95273" y="89359"/>
                    </a:cubicBezTo>
                    <a:cubicBezTo>
                      <a:pt x="95273" y="40957"/>
                      <a:pt x="131272" y="0"/>
                      <a:pt x="1734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0" name="Freeform 129">
                <a:extLst>
                  <a:ext uri="{FF2B5EF4-FFF2-40B4-BE49-F238E27FC236}">
                    <a16:creationId xmlns:a16="http://schemas.microsoft.com/office/drawing/2014/main" id="{5DC6AC15-AD1D-864A-AA9D-32591F30D427}"/>
                  </a:ext>
                </a:extLst>
              </p:cNvPr>
              <p:cNvSpPr/>
              <p:nvPr/>
            </p:nvSpPr>
            <p:spPr>
              <a:xfrm>
                <a:off x="16499269" y="8136631"/>
                <a:ext cx="752458" cy="1096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5" h="89">
                    <a:moveTo>
                      <a:pt x="560" y="89"/>
                    </a:moveTo>
                    <a:lnTo>
                      <a:pt x="45" y="89"/>
                    </a:lnTo>
                    <a:cubicBezTo>
                      <a:pt x="20" y="89"/>
                      <a:pt x="0" y="69"/>
                      <a:pt x="0" y="45"/>
                    </a:cubicBezTo>
                    <a:cubicBezTo>
                      <a:pt x="0" y="20"/>
                      <a:pt x="20" y="0"/>
                      <a:pt x="45" y="0"/>
                    </a:cubicBezTo>
                    <a:lnTo>
                      <a:pt x="560" y="0"/>
                    </a:lnTo>
                    <a:cubicBezTo>
                      <a:pt x="585" y="0"/>
                      <a:pt x="605" y="20"/>
                      <a:pt x="605" y="45"/>
                    </a:cubicBezTo>
                    <a:cubicBezTo>
                      <a:pt x="605" y="69"/>
                      <a:pt x="585" y="89"/>
                      <a:pt x="560" y="8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3D79B52E-CAF6-A94B-9786-9E72A90CF4AC}"/>
                  </a:ext>
                </a:extLst>
              </p:cNvPr>
              <p:cNvSpPr/>
              <p:nvPr/>
            </p:nvSpPr>
            <p:spPr>
              <a:xfrm>
                <a:off x="16491794" y="8129154"/>
                <a:ext cx="767408" cy="125869"/>
              </a:xfrm>
              <a:custGeom>
                <a:avLst/>
                <a:gdLst>
                  <a:gd name="connsiteX0" fmla="*/ 63456 w 767408"/>
                  <a:gd name="connsiteY0" fmla="*/ 14955 h 125869"/>
                  <a:gd name="connsiteX1" fmla="*/ 16196 w 767408"/>
                  <a:gd name="connsiteY1" fmla="*/ 62927 h 125869"/>
                  <a:gd name="connsiteX2" fmla="*/ 63456 w 767408"/>
                  <a:gd name="connsiteY2" fmla="*/ 109668 h 125869"/>
                  <a:gd name="connsiteX3" fmla="*/ 703956 w 767408"/>
                  <a:gd name="connsiteY3" fmla="*/ 109668 h 125869"/>
                  <a:gd name="connsiteX4" fmla="*/ 752458 w 767408"/>
                  <a:gd name="connsiteY4" fmla="*/ 62927 h 125869"/>
                  <a:gd name="connsiteX5" fmla="*/ 703956 w 767408"/>
                  <a:gd name="connsiteY5" fmla="*/ 14955 h 125869"/>
                  <a:gd name="connsiteX6" fmla="*/ 63432 w 767408"/>
                  <a:gd name="connsiteY6" fmla="*/ 0 h 125869"/>
                  <a:gd name="connsiteX7" fmla="*/ 703976 w 767408"/>
                  <a:gd name="connsiteY7" fmla="*/ 0 h 125869"/>
                  <a:gd name="connsiteX8" fmla="*/ 767408 w 767408"/>
                  <a:gd name="connsiteY8" fmla="*/ 62935 h 125869"/>
                  <a:gd name="connsiteX9" fmla="*/ 703976 w 767408"/>
                  <a:gd name="connsiteY9" fmla="*/ 125869 h 125869"/>
                  <a:gd name="connsiteX10" fmla="*/ 63432 w 767408"/>
                  <a:gd name="connsiteY10" fmla="*/ 125869 h 125869"/>
                  <a:gd name="connsiteX11" fmla="*/ 0 w 767408"/>
                  <a:gd name="connsiteY11" fmla="*/ 62935 h 125869"/>
                  <a:gd name="connsiteX12" fmla="*/ 63432 w 767408"/>
                  <a:gd name="connsiteY12" fmla="*/ 0 h 125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67408" h="125869">
                    <a:moveTo>
                      <a:pt x="63456" y="14955"/>
                    </a:moveTo>
                    <a:cubicBezTo>
                      <a:pt x="37339" y="14955"/>
                      <a:pt x="16196" y="35866"/>
                      <a:pt x="16196" y="62927"/>
                    </a:cubicBezTo>
                    <a:cubicBezTo>
                      <a:pt x="16196" y="88758"/>
                      <a:pt x="37339" y="109668"/>
                      <a:pt x="63456" y="109668"/>
                    </a:cubicBezTo>
                    <a:lnTo>
                      <a:pt x="703956" y="109668"/>
                    </a:lnTo>
                    <a:cubicBezTo>
                      <a:pt x="730072" y="109668"/>
                      <a:pt x="752458" y="88758"/>
                      <a:pt x="752458" y="62927"/>
                    </a:cubicBezTo>
                    <a:cubicBezTo>
                      <a:pt x="752458" y="35866"/>
                      <a:pt x="730072" y="14955"/>
                      <a:pt x="703956" y="14955"/>
                    </a:cubicBezTo>
                    <a:close/>
                    <a:moveTo>
                      <a:pt x="63432" y="0"/>
                    </a:moveTo>
                    <a:lnTo>
                      <a:pt x="703976" y="0"/>
                    </a:lnTo>
                    <a:cubicBezTo>
                      <a:pt x="740046" y="0"/>
                      <a:pt x="767408" y="28382"/>
                      <a:pt x="767408" y="62935"/>
                    </a:cubicBezTo>
                    <a:cubicBezTo>
                      <a:pt x="767408" y="96253"/>
                      <a:pt x="740046" y="125869"/>
                      <a:pt x="703976" y="125869"/>
                    </a:cubicBezTo>
                    <a:lnTo>
                      <a:pt x="63432" y="125869"/>
                    </a:lnTo>
                    <a:cubicBezTo>
                      <a:pt x="28607" y="125869"/>
                      <a:pt x="0" y="96253"/>
                      <a:pt x="0" y="62935"/>
                    </a:cubicBezTo>
                    <a:cubicBezTo>
                      <a:pt x="0" y="28382"/>
                      <a:pt x="28607" y="0"/>
                      <a:pt x="634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3" name="Freeform 132">
                <a:extLst>
                  <a:ext uri="{FF2B5EF4-FFF2-40B4-BE49-F238E27FC236}">
                    <a16:creationId xmlns:a16="http://schemas.microsoft.com/office/drawing/2014/main" id="{35D54D3C-9A95-834F-9503-71097584ACF6}"/>
                  </a:ext>
                </a:extLst>
              </p:cNvPr>
              <p:cNvSpPr/>
              <p:nvPr/>
            </p:nvSpPr>
            <p:spPr>
              <a:xfrm>
                <a:off x="16503003" y="8339767"/>
                <a:ext cx="433536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9" h="13">
                    <a:moveTo>
                      <a:pt x="343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43" y="0"/>
                    </a:lnTo>
                    <a:cubicBezTo>
                      <a:pt x="346" y="0"/>
                      <a:pt x="349" y="3"/>
                      <a:pt x="349" y="7"/>
                    </a:cubicBezTo>
                    <a:cubicBezTo>
                      <a:pt x="349" y="10"/>
                      <a:pt x="346" y="13"/>
                      <a:pt x="343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FA6CD04F-B9A0-8146-A8FF-27D299A73546}"/>
                  </a:ext>
                </a:extLst>
              </p:cNvPr>
              <p:cNvSpPr/>
              <p:nvPr/>
            </p:nvSpPr>
            <p:spPr>
              <a:xfrm>
                <a:off x="16503003" y="8443204"/>
                <a:ext cx="731280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8" h="12">
                    <a:moveTo>
                      <a:pt x="581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581" y="0"/>
                    </a:lnTo>
                    <a:cubicBezTo>
                      <a:pt x="585" y="0"/>
                      <a:pt x="588" y="2"/>
                      <a:pt x="588" y="6"/>
                    </a:cubicBezTo>
                    <a:cubicBezTo>
                      <a:pt x="588" y="9"/>
                      <a:pt x="585" y="12"/>
                      <a:pt x="58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91959AA0-373A-CF42-A1B8-9D6739548621}"/>
                  </a:ext>
                </a:extLst>
              </p:cNvPr>
              <p:cNvSpPr/>
              <p:nvPr/>
            </p:nvSpPr>
            <p:spPr>
              <a:xfrm>
                <a:off x="16499269" y="8136631"/>
                <a:ext cx="752458" cy="1096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5" h="89">
                    <a:moveTo>
                      <a:pt x="560" y="89"/>
                    </a:moveTo>
                    <a:lnTo>
                      <a:pt x="45" y="89"/>
                    </a:lnTo>
                    <a:cubicBezTo>
                      <a:pt x="20" y="89"/>
                      <a:pt x="0" y="69"/>
                      <a:pt x="0" y="45"/>
                    </a:cubicBezTo>
                    <a:cubicBezTo>
                      <a:pt x="0" y="20"/>
                      <a:pt x="20" y="0"/>
                      <a:pt x="45" y="0"/>
                    </a:cubicBezTo>
                    <a:lnTo>
                      <a:pt x="560" y="0"/>
                    </a:lnTo>
                    <a:cubicBezTo>
                      <a:pt x="585" y="0"/>
                      <a:pt x="605" y="20"/>
                      <a:pt x="605" y="45"/>
                    </a:cubicBezTo>
                    <a:cubicBezTo>
                      <a:pt x="605" y="69"/>
                      <a:pt x="585" y="89"/>
                      <a:pt x="560" y="89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6" name="Freeform 135">
                <a:extLst>
                  <a:ext uri="{FF2B5EF4-FFF2-40B4-BE49-F238E27FC236}">
                    <a16:creationId xmlns:a16="http://schemas.microsoft.com/office/drawing/2014/main" id="{76DC4728-38CD-6245-AEFE-C943A44A51CF}"/>
                  </a:ext>
                </a:extLst>
              </p:cNvPr>
              <p:cNvSpPr/>
              <p:nvPr/>
            </p:nvSpPr>
            <p:spPr>
              <a:xfrm>
                <a:off x="16846845" y="9683202"/>
                <a:ext cx="108384" cy="1682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" h="136">
                    <a:moveTo>
                      <a:pt x="0" y="136"/>
                    </a:moveTo>
                    <a:lnTo>
                      <a:pt x="0" y="0"/>
                    </a:lnTo>
                    <a:lnTo>
                      <a:pt x="88" y="0"/>
                    </a:lnTo>
                    <a:lnTo>
                      <a:pt x="88" y="136"/>
                    </a:lnTo>
                    <a:lnTo>
                      <a:pt x="44" y="97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6B6CBF1A-1919-1241-B311-3FFAE6F7CD33}"/>
                  </a:ext>
                </a:extLst>
              </p:cNvPr>
              <p:cNvSpPr/>
              <p:nvPr/>
            </p:nvSpPr>
            <p:spPr>
              <a:xfrm>
                <a:off x="16838124" y="9674478"/>
                <a:ext cx="125824" cy="184633"/>
              </a:xfrm>
              <a:custGeom>
                <a:avLst/>
                <a:gdLst>
                  <a:gd name="connsiteX0" fmla="*/ 16196 w 125824"/>
                  <a:gd name="connsiteY0" fmla="*/ 16198 h 184633"/>
                  <a:gd name="connsiteX1" fmla="*/ 16196 w 125824"/>
                  <a:gd name="connsiteY1" fmla="*/ 158268 h 184633"/>
                  <a:gd name="connsiteX2" fmla="*/ 56766 w 125824"/>
                  <a:gd name="connsiteY2" fmla="*/ 122442 h 184633"/>
                  <a:gd name="connsiteX3" fmla="*/ 62912 w 125824"/>
                  <a:gd name="connsiteY3" fmla="*/ 121206 h 184633"/>
                  <a:gd name="connsiteX4" fmla="*/ 67830 w 125824"/>
                  <a:gd name="connsiteY4" fmla="*/ 122442 h 184633"/>
                  <a:gd name="connsiteX5" fmla="*/ 109630 w 125824"/>
                  <a:gd name="connsiteY5" fmla="*/ 158268 h 184633"/>
                  <a:gd name="connsiteX6" fmla="*/ 109630 w 125824"/>
                  <a:gd name="connsiteY6" fmla="*/ 16198 h 184633"/>
                  <a:gd name="connsiteX7" fmla="*/ 8636 w 125824"/>
                  <a:gd name="connsiteY7" fmla="*/ 0 h 184633"/>
                  <a:gd name="connsiteX8" fmla="*/ 117190 w 125824"/>
                  <a:gd name="connsiteY8" fmla="*/ 0 h 184633"/>
                  <a:gd name="connsiteX9" fmla="*/ 125824 w 125824"/>
                  <a:gd name="connsiteY9" fmla="*/ 8665 h 184633"/>
                  <a:gd name="connsiteX10" fmla="*/ 125824 w 125824"/>
                  <a:gd name="connsiteY10" fmla="*/ 177015 h 184633"/>
                  <a:gd name="connsiteX11" fmla="*/ 120890 w 125824"/>
                  <a:gd name="connsiteY11" fmla="*/ 183204 h 184633"/>
                  <a:gd name="connsiteX12" fmla="*/ 117190 w 125824"/>
                  <a:gd name="connsiteY12" fmla="*/ 184442 h 184633"/>
                  <a:gd name="connsiteX13" fmla="*/ 112256 w 125824"/>
                  <a:gd name="connsiteY13" fmla="*/ 183204 h 184633"/>
                  <a:gd name="connsiteX14" fmla="*/ 62912 w 125824"/>
                  <a:gd name="connsiteY14" fmla="*/ 139879 h 184633"/>
                  <a:gd name="connsiteX15" fmla="*/ 13570 w 125824"/>
                  <a:gd name="connsiteY15" fmla="*/ 183204 h 184633"/>
                  <a:gd name="connsiteX16" fmla="*/ 4934 w 125824"/>
                  <a:gd name="connsiteY16" fmla="*/ 183204 h 184633"/>
                  <a:gd name="connsiteX17" fmla="*/ 0 w 125824"/>
                  <a:gd name="connsiteY17" fmla="*/ 177015 h 184633"/>
                  <a:gd name="connsiteX18" fmla="*/ 0 w 125824"/>
                  <a:gd name="connsiteY18" fmla="*/ 8665 h 184633"/>
                  <a:gd name="connsiteX19" fmla="*/ 8636 w 125824"/>
                  <a:gd name="connsiteY19" fmla="*/ 0 h 184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25824" h="184633">
                    <a:moveTo>
                      <a:pt x="16196" y="16198"/>
                    </a:moveTo>
                    <a:lnTo>
                      <a:pt x="16196" y="158268"/>
                    </a:lnTo>
                    <a:lnTo>
                      <a:pt x="56766" y="122442"/>
                    </a:lnTo>
                    <a:cubicBezTo>
                      <a:pt x="57996" y="121206"/>
                      <a:pt x="61684" y="121206"/>
                      <a:pt x="62912" y="121206"/>
                    </a:cubicBezTo>
                    <a:cubicBezTo>
                      <a:pt x="64142" y="121206"/>
                      <a:pt x="66602" y="121206"/>
                      <a:pt x="67830" y="122442"/>
                    </a:cubicBezTo>
                    <a:lnTo>
                      <a:pt x="109630" y="158268"/>
                    </a:lnTo>
                    <a:lnTo>
                      <a:pt x="109630" y="16198"/>
                    </a:lnTo>
                    <a:close/>
                    <a:moveTo>
                      <a:pt x="8636" y="0"/>
                    </a:moveTo>
                    <a:lnTo>
                      <a:pt x="117190" y="0"/>
                    </a:lnTo>
                    <a:cubicBezTo>
                      <a:pt x="120890" y="0"/>
                      <a:pt x="125824" y="3714"/>
                      <a:pt x="125824" y="8665"/>
                    </a:cubicBezTo>
                    <a:lnTo>
                      <a:pt x="125824" y="177015"/>
                    </a:lnTo>
                    <a:cubicBezTo>
                      <a:pt x="125824" y="179491"/>
                      <a:pt x="123358" y="183204"/>
                      <a:pt x="120890" y="183204"/>
                    </a:cubicBezTo>
                    <a:cubicBezTo>
                      <a:pt x="119658" y="184442"/>
                      <a:pt x="118424" y="184442"/>
                      <a:pt x="117190" y="184442"/>
                    </a:cubicBezTo>
                    <a:cubicBezTo>
                      <a:pt x="114722" y="184442"/>
                      <a:pt x="113490" y="183204"/>
                      <a:pt x="112256" y="183204"/>
                    </a:cubicBezTo>
                    <a:lnTo>
                      <a:pt x="62912" y="139879"/>
                    </a:lnTo>
                    <a:lnTo>
                      <a:pt x="13570" y="183204"/>
                    </a:lnTo>
                    <a:cubicBezTo>
                      <a:pt x="11102" y="184442"/>
                      <a:pt x="7402" y="185680"/>
                      <a:pt x="4934" y="183204"/>
                    </a:cubicBezTo>
                    <a:cubicBezTo>
                      <a:pt x="2468" y="183204"/>
                      <a:pt x="0" y="179491"/>
                      <a:pt x="0" y="177015"/>
                    </a:cubicBezTo>
                    <a:lnTo>
                      <a:pt x="0" y="8665"/>
                    </a:lnTo>
                    <a:cubicBezTo>
                      <a:pt x="0" y="3714"/>
                      <a:pt x="3700" y="0"/>
                      <a:pt x="863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D74F26EE-DC02-2C44-891D-92E046F814F9}"/>
                  </a:ext>
                </a:extLst>
              </p:cNvPr>
              <p:cNvSpPr/>
              <p:nvPr/>
            </p:nvSpPr>
            <p:spPr>
              <a:xfrm>
                <a:off x="16846845" y="9683202"/>
                <a:ext cx="108384" cy="1682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8" h="136">
                    <a:moveTo>
                      <a:pt x="0" y="136"/>
                    </a:moveTo>
                    <a:lnTo>
                      <a:pt x="0" y="0"/>
                    </a:lnTo>
                    <a:lnTo>
                      <a:pt x="88" y="0"/>
                    </a:lnTo>
                    <a:lnTo>
                      <a:pt x="88" y="136"/>
                    </a:lnTo>
                    <a:lnTo>
                      <a:pt x="44" y="97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0" name="Freeform 139">
                <a:extLst>
                  <a:ext uri="{FF2B5EF4-FFF2-40B4-BE49-F238E27FC236}">
                    <a16:creationId xmlns:a16="http://schemas.microsoft.com/office/drawing/2014/main" id="{54C3AA52-B395-684A-8F6B-25226C58D6A4}"/>
                  </a:ext>
                </a:extLst>
              </p:cNvPr>
              <p:cNvSpPr/>
              <p:nvPr/>
            </p:nvSpPr>
            <p:spPr>
              <a:xfrm>
                <a:off x="16667451" y="8977836"/>
                <a:ext cx="521987" cy="7041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0" h="566">
                    <a:moveTo>
                      <a:pt x="0" y="29"/>
                    </a:moveTo>
                    <a:lnTo>
                      <a:pt x="0" y="283"/>
                    </a:lnTo>
                    <a:lnTo>
                      <a:pt x="0" y="537"/>
                    </a:lnTo>
                    <a:cubicBezTo>
                      <a:pt x="0" y="545"/>
                      <a:pt x="3" y="552"/>
                      <a:pt x="9" y="558"/>
                    </a:cubicBezTo>
                    <a:cubicBezTo>
                      <a:pt x="13" y="562"/>
                      <a:pt x="21" y="566"/>
                      <a:pt x="29" y="566"/>
                    </a:cubicBezTo>
                    <a:lnTo>
                      <a:pt x="224" y="566"/>
                    </a:lnTo>
                    <a:lnTo>
                      <a:pt x="420" y="566"/>
                    </a:lnTo>
                    <a:lnTo>
                      <a:pt x="420" y="283"/>
                    </a:lnTo>
                    <a:lnTo>
                      <a:pt x="420" y="0"/>
                    </a:lnTo>
                    <a:lnTo>
                      <a:pt x="224" y="0"/>
                    </a:lnTo>
                    <a:lnTo>
                      <a:pt x="29" y="0"/>
                    </a:lnTo>
                    <a:cubicBezTo>
                      <a:pt x="21" y="0"/>
                      <a:pt x="13" y="4"/>
                      <a:pt x="9" y="9"/>
                    </a:cubicBezTo>
                    <a:cubicBezTo>
                      <a:pt x="3" y="14"/>
                      <a:pt x="0" y="21"/>
                      <a:pt x="0" y="2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8" name="Freeform 317">
                <a:extLst>
                  <a:ext uri="{FF2B5EF4-FFF2-40B4-BE49-F238E27FC236}">
                    <a16:creationId xmlns:a16="http://schemas.microsoft.com/office/drawing/2014/main" id="{559825A9-8ECF-7D4B-9C70-C42116A9C2BF}"/>
                  </a:ext>
                </a:extLst>
              </p:cNvPr>
              <p:cNvSpPr/>
              <p:nvPr/>
            </p:nvSpPr>
            <p:spPr>
              <a:xfrm>
                <a:off x="16658730" y="8970359"/>
                <a:ext cx="539428" cy="719074"/>
              </a:xfrm>
              <a:custGeom>
                <a:avLst/>
                <a:gdLst>
                  <a:gd name="connsiteX0" fmla="*/ 44779 w 539428"/>
                  <a:gd name="connsiteY0" fmla="*/ 16201 h 719074"/>
                  <a:gd name="connsiteX1" fmla="*/ 24895 w 539428"/>
                  <a:gd name="connsiteY1" fmla="*/ 24909 h 719074"/>
                  <a:gd name="connsiteX2" fmla="*/ 16196 w 539428"/>
                  <a:gd name="connsiteY2" fmla="*/ 43568 h 719074"/>
                  <a:gd name="connsiteX3" fmla="*/ 16196 w 539428"/>
                  <a:gd name="connsiteY3" fmla="*/ 675506 h 719074"/>
                  <a:gd name="connsiteX4" fmla="*/ 24895 w 539428"/>
                  <a:gd name="connsiteY4" fmla="*/ 695409 h 719074"/>
                  <a:gd name="connsiteX5" fmla="*/ 44779 w 539428"/>
                  <a:gd name="connsiteY5" fmla="*/ 702873 h 719074"/>
                  <a:gd name="connsiteX6" fmla="*/ 523234 w 539428"/>
                  <a:gd name="connsiteY6" fmla="*/ 702873 h 719074"/>
                  <a:gd name="connsiteX7" fmla="*/ 523234 w 539428"/>
                  <a:gd name="connsiteY7" fmla="*/ 16201 h 719074"/>
                  <a:gd name="connsiteX8" fmla="*/ 44745 w 539428"/>
                  <a:gd name="connsiteY8" fmla="*/ 0 h 719074"/>
                  <a:gd name="connsiteX9" fmla="*/ 530728 w 539428"/>
                  <a:gd name="connsiteY9" fmla="*/ 0 h 719074"/>
                  <a:gd name="connsiteX10" fmla="*/ 539428 w 539428"/>
                  <a:gd name="connsiteY10" fmla="*/ 7464 h 719074"/>
                  <a:gd name="connsiteX11" fmla="*/ 539428 w 539428"/>
                  <a:gd name="connsiteY11" fmla="*/ 711610 h 719074"/>
                  <a:gd name="connsiteX12" fmla="*/ 530728 w 539428"/>
                  <a:gd name="connsiteY12" fmla="*/ 719074 h 719074"/>
                  <a:gd name="connsiteX13" fmla="*/ 44745 w 539428"/>
                  <a:gd name="connsiteY13" fmla="*/ 719074 h 719074"/>
                  <a:gd name="connsiteX14" fmla="*/ 13672 w 539428"/>
                  <a:gd name="connsiteY14" fmla="*/ 706633 h 719074"/>
                  <a:gd name="connsiteX15" fmla="*/ 0 w 539428"/>
                  <a:gd name="connsiteY15" fmla="*/ 675531 h 719074"/>
                  <a:gd name="connsiteX16" fmla="*/ 0 w 539428"/>
                  <a:gd name="connsiteY16" fmla="*/ 43543 h 719074"/>
                  <a:gd name="connsiteX17" fmla="*/ 13672 w 539428"/>
                  <a:gd name="connsiteY17" fmla="*/ 13685 h 719074"/>
                  <a:gd name="connsiteX18" fmla="*/ 44745 w 539428"/>
                  <a:gd name="connsiteY18" fmla="*/ 0 h 71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39428" h="719074">
                    <a:moveTo>
                      <a:pt x="44779" y="16201"/>
                    </a:moveTo>
                    <a:cubicBezTo>
                      <a:pt x="36080" y="16201"/>
                      <a:pt x="29866" y="19933"/>
                      <a:pt x="24895" y="24909"/>
                    </a:cubicBezTo>
                    <a:cubicBezTo>
                      <a:pt x="19924" y="29885"/>
                      <a:pt x="16196" y="36105"/>
                      <a:pt x="16196" y="43568"/>
                    </a:cubicBezTo>
                    <a:lnTo>
                      <a:pt x="16196" y="675506"/>
                    </a:lnTo>
                    <a:cubicBezTo>
                      <a:pt x="16196" y="682969"/>
                      <a:pt x="19924" y="689189"/>
                      <a:pt x="24895" y="695409"/>
                    </a:cubicBezTo>
                    <a:cubicBezTo>
                      <a:pt x="29866" y="700385"/>
                      <a:pt x="36080" y="702873"/>
                      <a:pt x="44779" y="702873"/>
                    </a:cubicBezTo>
                    <a:lnTo>
                      <a:pt x="523234" y="702873"/>
                    </a:lnTo>
                    <a:lnTo>
                      <a:pt x="523234" y="16201"/>
                    </a:lnTo>
                    <a:close/>
                    <a:moveTo>
                      <a:pt x="44745" y="0"/>
                    </a:moveTo>
                    <a:lnTo>
                      <a:pt x="530728" y="0"/>
                    </a:lnTo>
                    <a:cubicBezTo>
                      <a:pt x="535700" y="0"/>
                      <a:pt x="539428" y="3732"/>
                      <a:pt x="539428" y="7464"/>
                    </a:cubicBezTo>
                    <a:lnTo>
                      <a:pt x="539428" y="711610"/>
                    </a:lnTo>
                    <a:cubicBezTo>
                      <a:pt x="539428" y="715342"/>
                      <a:pt x="535700" y="719074"/>
                      <a:pt x="530728" y="719074"/>
                    </a:cubicBezTo>
                    <a:lnTo>
                      <a:pt x="44745" y="719074"/>
                    </a:lnTo>
                    <a:cubicBezTo>
                      <a:pt x="32316" y="719074"/>
                      <a:pt x="21130" y="714098"/>
                      <a:pt x="13672" y="706633"/>
                    </a:cubicBezTo>
                    <a:cubicBezTo>
                      <a:pt x="4972" y="697925"/>
                      <a:pt x="0" y="687972"/>
                      <a:pt x="0" y="675531"/>
                    </a:cubicBezTo>
                    <a:lnTo>
                      <a:pt x="0" y="43543"/>
                    </a:lnTo>
                    <a:cubicBezTo>
                      <a:pt x="0" y="32346"/>
                      <a:pt x="4972" y="21149"/>
                      <a:pt x="13672" y="13685"/>
                    </a:cubicBezTo>
                    <a:cubicBezTo>
                      <a:pt x="21130" y="4976"/>
                      <a:pt x="32316" y="0"/>
                      <a:pt x="4474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00565682-EC38-7841-BABD-368E3FBCE8B3}"/>
                  </a:ext>
                </a:extLst>
              </p:cNvPr>
              <p:cNvSpPr/>
              <p:nvPr/>
            </p:nvSpPr>
            <p:spPr>
              <a:xfrm>
                <a:off x="17190683" y="8977836"/>
                <a:ext cx="110875" cy="7041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" h="566">
                    <a:moveTo>
                      <a:pt x="0" y="566"/>
                    </a:moveTo>
                    <a:lnTo>
                      <a:pt x="90" y="566"/>
                    </a:lnTo>
                    <a:lnTo>
                      <a:pt x="9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28830735-6EDB-6F4A-B04E-5EA9F865A997}"/>
                  </a:ext>
                </a:extLst>
              </p:cNvPr>
              <p:cNvSpPr/>
              <p:nvPr/>
            </p:nvSpPr>
            <p:spPr>
              <a:xfrm>
                <a:off x="17183207" y="8970359"/>
                <a:ext cx="125826" cy="719074"/>
              </a:xfrm>
              <a:custGeom>
                <a:avLst/>
                <a:gdLst>
                  <a:gd name="connsiteX0" fmla="*/ 16196 w 125826"/>
                  <a:gd name="connsiteY0" fmla="*/ 16201 h 719074"/>
                  <a:gd name="connsiteX1" fmla="*/ 16196 w 125826"/>
                  <a:gd name="connsiteY1" fmla="*/ 702873 h 719074"/>
                  <a:gd name="connsiteX2" fmla="*/ 109630 w 125826"/>
                  <a:gd name="connsiteY2" fmla="*/ 702873 h 719074"/>
                  <a:gd name="connsiteX3" fmla="*/ 109630 w 125826"/>
                  <a:gd name="connsiteY3" fmla="*/ 16201 h 719074"/>
                  <a:gd name="connsiteX4" fmla="*/ 7402 w 125826"/>
                  <a:gd name="connsiteY4" fmla="*/ 0 h 719074"/>
                  <a:gd name="connsiteX5" fmla="*/ 118424 w 125826"/>
                  <a:gd name="connsiteY5" fmla="*/ 0 h 719074"/>
                  <a:gd name="connsiteX6" fmla="*/ 125826 w 125826"/>
                  <a:gd name="connsiteY6" fmla="*/ 7464 h 719074"/>
                  <a:gd name="connsiteX7" fmla="*/ 125826 w 125826"/>
                  <a:gd name="connsiteY7" fmla="*/ 711610 h 719074"/>
                  <a:gd name="connsiteX8" fmla="*/ 118424 w 125826"/>
                  <a:gd name="connsiteY8" fmla="*/ 719074 h 719074"/>
                  <a:gd name="connsiteX9" fmla="*/ 7402 w 125826"/>
                  <a:gd name="connsiteY9" fmla="*/ 719074 h 719074"/>
                  <a:gd name="connsiteX10" fmla="*/ 0 w 125826"/>
                  <a:gd name="connsiteY10" fmla="*/ 711610 h 719074"/>
                  <a:gd name="connsiteX11" fmla="*/ 0 w 125826"/>
                  <a:gd name="connsiteY11" fmla="*/ 7464 h 719074"/>
                  <a:gd name="connsiteX12" fmla="*/ 7402 w 125826"/>
                  <a:gd name="connsiteY12" fmla="*/ 0 h 71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5826" h="719074">
                    <a:moveTo>
                      <a:pt x="16196" y="16201"/>
                    </a:moveTo>
                    <a:lnTo>
                      <a:pt x="16196" y="702873"/>
                    </a:lnTo>
                    <a:lnTo>
                      <a:pt x="109630" y="702873"/>
                    </a:lnTo>
                    <a:lnTo>
                      <a:pt x="109630" y="16201"/>
                    </a:lnTo>
                    <a:close/>
                    <a:moveTo>
                      <a:pt x="7402" y="0"/>
                    </a:moveTo>
                    <a:lnTo>
                      <a:pt x="118424" y="0"/>
                    </a:lnTo>
                    <a:cubicBezTo>
                      <a:pt x="122126" y="0"/>
                      <a:pt x="125826" y="3732"/>
                      <a:pt x="125826" y="7464"/>
                    </a:cubicBezTo>
                    <a:lnTo>
                      <a:pt x="125826" y="711610"/>
                    </a:lnTo>
                    <a:cubicBezTo>
                      <a:pt x="125826" y="715342"/>
                      <a:pt x="122126" y="719074"/>
                      <a:pt x="118424" y="719074"/>
                    </a:cubicBezTo>
                    <a:lnTo>
                      <a:pt x="7402" y="719074"/>
                    </a:lnTo>
                    <a:cubicBezTo>
                      <a:pt x="3702" y="719074"/>
                      <a:pt x="0" y="715342"/>
                      <a:pt x="0" y="711610"/>
                    </a:cubicBezTo>
                    <a:lnTo>
                      <a:pt x="0" y="7464"/>
                    </a:lnTo>
                    <a:cubicBezTo>
                      <a:pt x="0" y="3732"/>
                      <a:pt x="3702" y="0"/>
                      <a:pt x="74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6" name="Freeform 145">
                <a:extLst>
                  <a:ext uri="{FF2B5EF4-FFF2-40B4-BE49-F238E27FC236}">
                    <a16:creationId xmlns:a16="http://schemas.microsoft.com/office/drawing/2014/main" id="{9CD6B9BE-A356-5141-A082-1239376C7F4D}"/>
                  </a:ext>
                </a:extLst>
              </p:cNvPr>
              <p:cNvSpPr/>
              <p:nvPr/>
            </p:nvSpPr>
            <p:spPr>
              <a:xfrm>
                <a:off x="17302805" y="8977836"/>
                <a:ext cx="33636" cy="7041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" h="566">
                    <a:moveTo>
                      <a:pt x="0" y="0"/>
                    </a:moveTo>
                    <a:lnTo>
                      <a:pt x="0" y="283"/>
                    </a:lnTo>
                    <a:lnTo>
                      <a:pt x="0" y="566"/>
                    </a:lnTo>
                    <a:cubicBezTo>
                      <a:pt x="8" y="566"/>
                      <a:pt x="15" y="562"/>
                      <a:pt x="20" y="558"/>
                    </a:cubicBezTo>
                    <a:cubicBezTo>
                      <a:pt x="25" y="552"/>
                      <a:pt x="28" y="545"/>
                      <a:pt x="28" y="537"/>
                    </a:cubicBezTo>
                    <a:lnTo>
                      <a:pt x="28" y="283"/>
                    </a:lnTo>
                    <a:lnTo>
                      <a:pt x="28" y="29"/>
                    </a:lnTo>
                    <a:cubicBezTo>
                      <a:pt x="28" y="21"/>
                      <a:pt x="25" y="14"/>
                      <a:pt x="20" y="9"/>
                    </a:cubicBezTo>
                    <a:cubicBezTo>
                      <a:pt x="15" y="4"/>
                      <a:pt x="8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377ED283-391D-D746-8815-63D6ACD6A9CE}"/>
                  </a:ext>
                </a:extLst>
              </p:cNvPr>
              <p:cNvSpPr/>
              <p:nvPr/>
            </p:nvSpPr>
            <p:spPr>
              <a:xfrm>
                <a:off x="17294084" y="8970359"/>
                <a:ext cx="51076" cy="719074"/>
              </a:xfrm>
              <a:custGeom>
                <a:avLst/>
                <a:gdLst>
                  <a:gd name="connsiteX0" fmla="*/ 16196 w 51076"/>
                  <a:gd name="connsiteY0" fmla="*/ 17447 h 719074"/>
                  <a:gd name="connsiteX1" fmla="*/ 16196 w 51076"/>
                  <a:gd name="connsiteY1" fmla="*/ 701627 h 719074"/>
                  <a:gd name="connsiteX2" fmla="*/ 26706 w 51076"/>
                  <a:gd name="connsiteY2" fmla="*/ 695407 h 719074"/>
                  <a:gd name="connsiteX3" fmla="*/ 34882 w 51076"/>
                  <a:gd name="connsiteY3" fmla="*/ 675504 h 719074"/>
                  <a:gd name="connsiteX4" fmla="*/ 34882 w 51076"/>
                  <a:gd name="connsiteY4" fmla="*/ 43570 h 719074"/>
                  <a:gd name="connsiteX5" fmla="*/ 26706 w 51076"/>
                  <a:gd name="connsiteY5" fmla="*/ 24911 h 719074"/>
                  <a:gd name="connsiteX6" fmla="*/ 16196 w 51076"/>
                  <a:gd name="connsiteY6" fmla="*/ 17447 h 719074"/>
                  <a:gd name="connsiteX7" fmla="*/ 8512 w 51076"/>
                  <a:gd name="connsiteY7" fmla="*/ 0 h 719074"/>
                  <a:gd name="connsiteX8" fmla="*/ 37700 w 51076"/>
                  <a:gd name="connsiteY8" fmla="*/ 13685 h 719074"/>
                  <a:gd name="connsiteX9" fmla="*/ 51076 w 51076"/>
                  <a:gd name="connsiteY9" fmla="*/ 43543 h 719074"/>
                  <a:gd name="connsiteX10" fmla="*/ 51076 w 51076"/>
                  <a:gd name="connsiteY10" fmla="*/ 675531 h 719074"/>
                  <a:gd name="connsiteX11" fmla="*/ 37700 w 51076"/>
                  <a:gd name="connsiteY11" fmla="*/ 706633 h 719074"/>
                  <a:gd name="connsiteX12" fmla="*/ 8512 w 51076"/>
                  <a:gd name="connsiteY12" fmla="*/ 719074 h 719074"/>
                  <a:gd name="connsiteX13" fmla="*/ 0 w 51076"/>
                  <a:gd name="connsiteY13" fmla="*/ 711610 h 719074"/>
                  <a:gd name="connsiteX14" fmla="*/ 0 w 51076"/>
                  <a:gd name="connsiteY14" fmla="*/ 7464 h 719074"/>
                  <a:gd name="connsiteX15" fmla="*/ 8512 w 51076"/>
                  <a:gd name="connsiteY15" fmla="*/ 0 h 7190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1076" h="719074">
                    <a:moveTo>
                      <a:pt x="16196" y="17447"/>
                    </a:moveTo>
                    <a:lnTo>
                      <a:pt x="16196" y="701627"/>
                    </a:lnTo>
                    <a:cubicBezTo>
                      <a:pt x="20866" y="701627"/>
                      <a:pt x="24370" y="699139"/>
                      <a:pt x="26706" y="695407"/>
                    </a:cubicBezTo>
                    <a:cubicBezTo>
                      <a:pt x="31378" y="689187"/>
                      <a:pt x="34882" y="682968"/>
                      <a:pt x="34882" y="675504"/>
                    </a:cubicBezTo>
                    <a:lnTo>
                      <a:pt x="34882" y="43570"/>
                    </a:lnTo>
                    <a:cubicBezTo>
                      <a:pt x="34882" y="36106"/>
                      <a:pt x="31378" y="29887"/>
                      <a:pt x="26706" y="24911"/>
                    </a:cubicBezTo>
                    <a:cubicBezTo>
                      <a:pt x="24370" y="21179"/>
                      <a:pt x="20866" y="18691"/>
                      <a:pt x="16196" y="17447"/>
                    </a:cubicBezTo>
                    <a:close/>
                    <a:moveTo>
                      <a:pt x="8512" y="0"/>
                    </a:moveTo>
                    <a:cubicBezTo>
                      <a:pt x="19458" y="0"/>
                      <a:pt x="30402" y="4976"/>
                      <a:pt x="37700" y="13685"/>
                    </a:cubicBezTo>
                    <a:cubicBezTo>
                      <a:pt x="46212" y="21149"/>
                      <a:pt x="51076" y="32346"/>
                      <a:pt x="51076" y="43543"/>
                    </a:cubicBezTo>
                    <a:lnTo>
                      <a:pt x="51076" y="675531"/>
                    </a:lnTo>
                    <a:cubicBezTo>
                      <a:pt x="51076" y="687972"/>
                      <a:pt x="46212" y="697925"/>
                      <a:pt x="37700" y="706633"/>
                    </a:cubicBezTo>
                    <a:cubicBezTo>
                      <a:pt x="30402" y="714098"/>
                      <a:pt x="19458" y="719074"/>
                      <a:pt x="8512" y="719074"/>
                    </a:cubicBezTo>
                    <a:cubicBezTo>
                      <a:pt x="3648" y="719074"/>
                      <a:pt x="0" y="715342"/>
                      <a:pt x="0" y="711610"/>
                    </a:cubicBezTo>
                    <a:lnTo>
                      <a:pt x="0" y="7464"/>
                    </a:lnTo>
                    <a:cubicBezTo>
                      <a:pt x="0" y="3732"/>
                      <a:pt x="3648" y="0"/>
                      <a:pt x="85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9" name="Freeform 148">
                <a:extLst>
                  <a:ext uri="{FF2B5EF4-FFF2-40B4-BE49-F238E27FC236}">
                    <a16:creationId xmlns:a16="http://schemas.microsoft.com/office/drawing/2014/main" id="{562C17D3-323B-894F-BECC-A9DCAB2B4C82}"/>
                  </a:ext>
                </a:extLst>
              </p:cNvPr>
              <p:cNvSpPr/>
              <p:nvPr/>
            </p:nvSpPr>
            <p:spPr>
              <a:xfrm>
                <a:off x="16788293" y="9097474"/>
                <a:ext cx="261616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1" h="13">
                    <a:moveTo>
                      <a:pt x="204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04" y="0"/>
                    </a:lnTo>
                    <a:cubicBezTo>
                      <a:pt x="207" y="0"/>
                      <a:pt x="211" y="3"/>
                      <a:pt x="211" y="6"/>
                    </a:cubicBezTo>
                    <a:cubicBezTo>
                      <a:pt x="211" y="10"/>
                      <a:pt x="207" y="13"/>
                      <a:pt x="204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0" name="Freeform 149">
                <a:extLst>
                  <a:ext uri="{FF2B5EF4-FFF2-40B4-BE49-F238E27FC236}">
                    <a16:creationId xmlns:a16="http://schemas.microsoft.com/office/drawing/2014/main" id="{1A18F651-D1C5-DD49-8697-7FCEAB1A3785}"/>
                  </a:ext>
                </a:extLst>
              </p:cNvPr>
              <p:cNvSpPr/>
              <p:nvPr/>
            </p:nvSpPr>
            <p:spPr>
              <a:xfrm>
                <a:off x="16788293" y="9194680"/>
                <a:ext cx="261616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1" h="13">
                    <a:moveTo>
                      <a:pt x="204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204" y="0"/>
                    </a:lnTo>
                    <a:cubicBezTo>
                      <a:pt x="207" y="0"/>
                      <a:pt x="211" y="3"/>
                      <a:pt x="211" y="6"/>
                    </a:cubicBezTo>
                    <a:cubicBezTo>
                      <a:pt x="211" y="10"/>
                      <a:pt x="207" y="13"/>
                      <a:pt x="204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8772098B-1AD6-6B49-BF28-455128D97DEF}"/>
                  </a:ext>
                </a:extLst>
              </p:cNvPr>
              <p:cNvSpPr/>
              <p:nvPr/>
            </p:nvSpPr>
            <p:spPr>
              <a:xfrm>
                <a:off x="16797013" y="9303102"/>
                <a:ext cx="244175" cy="2617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7" h="211">
                    <a:moveTo>
                      <a:pt x="197" y="211"/>
                    </a:moveTo>
                    <a:lnTo>
                      <a:pt x="0" y="211"/>
                    </a:lnTo>
                    <a:lnTo>
                      <a:pt x="0" y="0"/>
                    </a:lnTo>
                    <a:lnTo>
                      <a:pt x="197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1" name="Freeform 320">
                <a:extLst>
                  <a:ext uri="{FF2B5EF4-FFF2-40B4-BE49-F238E27FC236}">
                    <a16:creationId xmlns:a16="http://schemas.microsoft.com/office/drawing/2014/main" id="{0F0F72A3-9D10-3D4E-ABB0-6CE5A6316D54}"/>
                  </a:ext>
                </a:extLst>
              </p:cNvPr>
              <p:cNvSpPr/>
              <p:nvPr/>
            </p:nvSpPr>
            <p:spPr>
              <a:xfrm>
                <a:off x="16788292" y="9294378"/>
                <a:ext cx="261616" cy="277909"/>
              </a:xfrm>
              <a:custGeom>
                <a:avLst/>
                <a:gdLst>
                  <a:gd name="connsiteX0" fmla="*/ 16196 w 261616"/>
                  <a:gd name="connsiteY0" fmla="*/ 17448 h 277909"/>
                  <a:gd name="connsiteX1" fmla="*/ 16196 w 261616"/>
                  <a:gd name="connsiteY1" fmla="*/ 261709 h 277909"/>
                  <a:gd name="connsiteX2" fmla="*/ 245422 w 261616"/>
                  <a:gd name="connsiteY2" fmla="*/ 261709 h 277909"/>
                  <a:gd name="connsiteX3" fmla="*/ 245422 w 261616"/>
                  <a:gd name="connsiteY3" fmla="*/ 17448 h 277909"/>
                  <a:gd name="connsiteX4" fmla="*/ 8680 w 261616"/>
                  <a:gd name="connsiteY4" fmla="*/ 0 h 277909"/>
                  <a:gd name="connsiteX5" fmla="*/ 252938 w 261616"/>
                  <a:gd name="connsiteY5" fmla="*/ 0 h 277909"/>
                  <a:gd name="connsiteX6" fmla="*/ 261616 w 261616"/>
                  <a:gd name="connsiteY6" fmla="*/ 8685 h 277909"/>
                  <a:gd name="connsiteX7" fmla="*/ 261616 w 261616"/>
                  <a:gd name="connsiteY7" fmla="*/ 270465 h 277909"/>
                  <a:gd name="connsiteX8" fmla="*/ 252938 w 261616"/>
                  <a:gd name="connsiteY8" fmla="*/ 277909 h 277909"/>
                  <a:gd name="connsiteX9" fmla="*/ 8680 w 261616"/>
                  <a:gd name="connsiteY9" fmla="*/ 277909 h 277909"/>
                  <a:gd name="connsiteX10" fmla="*/ 0 w 261616"/>
                  <a:gd name="connsiteY10" fmla="*/ 270465 h 277909"/>
                  <a:gd name="connsiteX11" fmla="*/ 0 w 261616"/>
                  <a:gd name="connsiteY11" fmla="*/ 8685 h 277909"/>
                  <a:gd name="connsiteX12" fmla="*/ 8680 w 261616"/>
                  <a:gd name="connsiteY12" fmla="*/ 0 h 2779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61616" h="277909">
                    <a:moveTo>
                      <a:pt x="16196" y="17448"/>
                    </a:moveTo>
                    <a:lnTo>
                      <a:pt x="16196" y="261709"/>
                    </a:lnTo>
                    <a:lnTo>
                      <a:pt x="245422" y="261709"/>
                    </a:lnTo>
                    <a:lnTo>
                      <a:pt x="245422" y="17448"/>
                    </a:lnTo>
                    <a:close/>
                    <a:moveTo>
                      <a:pt x="8680" y="0"/>
                    </a:moveTo>
                    <a:lnTo>
                      <a:pt x="252938" y="0"/>
                    </a:lnTo>
                    <a:cubicBezTo>
                      <a:pt x="256658" y="0"/>
                      <a:pt x="261616" y="3722"/>
                      <a:pt x="261616" y="8685"/>
                    </a:cubicBezTo>
                    <a:lnTo>
                      <a:pt x="261616" y="270465"/>
                    </a:lnTo>
                    <a:cubicBezTo>
                      <a:pt x="261616" y="274187"/>
                      <a:pt x="256658" y="277909"/>
                      <a:pt x="252938" y="277909"/>
                    </a:cubicBezTo>
                    <a:lnTo>
                      <a:pt x="8680" y="277909"/>
                    </a:lnTo>
                    <a:cubicBezTo>
                      <a:pt x="3720" y="277909"/>
                      <a:pt x="0" y="274187"/>
                      <a:pt x="0" y="270465"/>
                    </a:cubicBezTo>
                    <a:lnTo>
                      <a:pt x="0" y="8685"/>
                    </a:lnTo>
                    <a:cubicBezTo>
                      <a:pt x="0" y="3722"/>
                      <a:pt x="3720" y="0"/>
                      <a:pt x="86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E55D9131-E5CA-6D4D-BBAF-2A944EC24320}"/>
                  </a:ext>
                </a:extLst>
              </p:cNvPr>
              <p:cNvSpPr/>
              <p:nvPr/>
            </p:nvSpPr>
            <p:spPr>
              <a:xfrm>
                <a:off x="17224320" y="8970359"/>
                <a:ext cx="14950" cy="2392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193">
                    <a:moveTo>
                      <a:pt x="6" y="193"/>
                    </a:moveTo>
                    <a:cubicBezTo>
                      <a:pt x="2" y="193"/>
                      <a:pt x="0" y="190"/>
                      <a:pt x="0" y="186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6" y="0"/>
                    </a:cubicBezTo>
                    <a:cubicBezTo>
                      <a:pt x="10" y="0"/>
                      <a:pt x="13" y="3"/>
                      <a:pt x="13" y="6"/>
                    </a:cubicBezTo>
                    <a:lnTo>
                      <a:pt x="13" y="186"/>
                    </a:lnTo>
                    <a:cubicBezTo>
                      <a:pt x="13" y="190"/>
                      <a:pt x="10" y="193"/>
                      <a:pt x="6" y="19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49BDCA85-AAB8-A247-9D21-CF9ED397D02E}"/>
                  </a:ext>
                </a:extLst>
              </p:cNvPr>
              <p:cNvSpPr/>
              <p:nvPr/>
            </p:nvSpPr>
            <p:spPr>
              <a:xfrm>
                <a:off x="17247990" y="9391584"/>
                <a:ext cx="14950" cy="2978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240">
                    <a:moveTo>
                      <a:pt x="7" y="240"/>
                    </a:moveTo>
                    <a:cubicBezTo>
                      <a:pt x="4" y="240"/>
                      <a:pt x="0" y="237"/>
                      <a:pt x="0" y="234"/>
                    </a:cubicBezTo>
                    <a:lnTo>
                      <a:pt x="0" y="7"/>
                    </a:lnTo>
                    <a:cubicBezTo>
                      <a:pt x="0" y="4"/>
                      <a:pt x="4" y="0"/>
                      <a:pt x="7" y="0"/>
                    </a:cubicBezTo>
                    <a:cubicBezTo>
                      <a:pt x="10" y="0"/>
                      <a:pt x="13" y="4"/>
                      <a:pt x="13" y="7"/>
                    </a:cubicBezTo>
                    <a:lnTo>
                      <a:pt x="13" y="234"/>
                    </a:lnTo>
                    <a:cubicBezTo>
                      <a:pt x="13" y="237"/>
                      <a:pt x="10" y="240"/>
                      <a:pt x="7" y="24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B2D88D57-F295-2C43-9A10-C4B4EF4CBA15}"/>
                </a:ext>
              </a:extLst>
            </p:cNvPr>
            <p:cNvGrpSpPr/>
            <p:nvPr/>
          </p:nvGrpSpPr>
          <p:grpSpPr>
            <a:xfrm>
              <a:off x="17726370" y="7837536"/>
              <a:ext cx="168182" cy="2344157"/>
              <a:chOff x="17726370" y="7837536"/>
              <a:chExt cx="168182" cy="2344157"/>
            </a:xfrm>
          </p:grpSpPr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83A59AFA-BC0F-4847-A6EA-32B29D5F5A32}"/>
                  </a:ext>
                </a:extLst>
              </p:cNvPr>
              <p:cNvSpPr/>
              <p:nvPr/>
            </p:nvSpPr>
            <p:spPr>
              <a:xfrm>
                <a:off x="17804859" y="7837536"/>
                <a:ext cx="14950" cy="23441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1882">
                    <a:moveTo>
                      <a:pt x="7" y="1882"/>
                    </a:moveTo>
                    <a:cubicBezTo>
                      <a:pt x="3" y="1882"/>
                      <a:pt x="0" y="1879"/>
                      <a:pt x="0" y="1876"/>
                    </a:cubicBezTo>
                    <a:lnTo>
                      <a:pt x="0" y="7"/>
                    </a:lnTo>
                    <a:cubicBezTo>
                      <a:pt x="0" y="4"/>
                      <a:pt x="3" y="0"/>
                      <a:pt x="7" y="0"/>
                    </a:cubicBezTo>
                    <a:cubicBezTo>
                      <a:pt x="10" y="0"/>
                      <a:pt x="13" y="4"/>
                      <a:pt x="13" y="7"/>
                    </a:cubicBezTo>
                    <a:lnTo>
                      <a:pt x="13" y="1876"/>
                    </a:lnTo>
                    <a:cubicBezTo>
                      <a:pt x="13" y="1879"/>
                      <a:pt x="10" y="1882"/>
                      <a:pt x="7" y="18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1DC88B4E-E8C4-2545-85E3-C6A2E3A4AAC0}"/>
                  </a:ext>
                </a:extLst>
              </p:cNvPr>
              <p:cNvSpPr/>
              <p:nvPr/>
            </p:nvSpPr>
            <p:spPr>
              <a:xfrm>
                <a:off x="17735091" y="8775947"/>
                <a:ext cx="150741" cy="3638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2" h="293">
                    <a:moveTo>
                      <a:pt x="122" y="147"/>
                    </a:moveTo>
                    <a:cubicBezTo>
                      <a:pt x="122" y="227"/>
                      <a:pt x="103" y="293"/>
                      <a:pt x="61" y="293"/>
                    </a:cubicBezTo>
                    <a:cubicBezTo>
                      <a:pt x="19" y="293"/>
                      <a:pt x="0" y="227"/>
                      <a:pt x="0" y="147"/>
                    </a:cubicBezTo>
                    <a:cubicBezTo>
                      <a:pt x="0" y="65"/>
                      <a:pt x="19" y="0"/>
                      <a:pt x="61" y="0"/>
                    </a:cubicBezTo>
                    <a:cubicBezTo>
                      <a:pt x="103" y="0"/>
                      <a:pt x="122" y="65"/>
                      <a:pt x="122" y="14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2" name="Freeform 321">
                <a:extLst>
                  <a:ext uri="{FF2B5EF4-FFF2-40B4-BE49-F238E27FC236}">
                    <a16:creationId xmlns:a16="http://schemas.microsoft.com/office/drawing/2014/main" id="{91173E7C-1899-0C45-9133-11EB00D7F9D4}"/>
                  </a:ext>
                </a:extLst>
              </p:cNvPr>
              <p:cNvSpPr/>
              <p:nvPr/>
            </p:nvSpPr>
            <p:spPr>
              <a:xfrm>
                <a:off x="17726370" y="8767223"/>
                <a:ext cx="168182" cy="380100"/>
              </a:xfrm>
              <a:custGeom>
                <a:avLst/>
                <a:gdLst>
                  <a:gd name="connsiteX0" fmla="*/ 84092 w 168182"/>
                  <a:gd name="connsiteY0" fmla="*/ 16201 h 380100"/>
                  <a:gd name="connsiteX1" fmla="*/ 16196 w 168182"/>
                  <a:gd name="connsiteY1" fmla="*/ 191292 h 380100"/>
                  <a:gd name="connsiteX2" fmla="*/ 84092 w 168182"/>
                  <a:gd name="connsiteY2" fmla="*/ 363899 h 380100"/>
                  <a:gd name="connsiteX3" fmla="*/ 151986 w 168182"/>
                  <a:gd name="connsiteY3" fmla="*/ 191292 h 380100"/>
                  <a:gd name="connsiteX4" fmla="*/ 84092 w 168182"/>
                  <a:gd name="connsiteY4" fmla="*/ 16201 h 380100"/>
                  <a:gd name="connsiteX5" fmla="*/ 84090 w 168182"/>
                  <a:gd name="connsiteY5" fmla="*/ 0 h 380100"/>
                  <a:gd name="connsiteX6" fmla="*/ 168182 w 168182"/>
                  <a:gd name="connsiteY6" fmla="*/ 191292 h 380100"/>
                  <a:gd name="connsiteX7" fmla="*/ 84090 w 168182"/>
                  <a:gd name="connsiteY7" fmla="*/ 380100 h 380100"/>
                  <a:gd name="connsiteX8" fmla="*/ 0 w 168182"/>
                  <a:gd name="connsiteY8" fmla="*/ 191292 h 380100"/>
                  <a:gd name="connsiteX9" fmla="*/ 84090 w 168182"/>
                  <a:gd name="connsiteY9" fmla="*/ 0 h 380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8182" h="380100">
                    <a:moveTo>
                      <a:pt x="84092" y="16201"/>
                    </a:moveTo>
                    <a:cubicBezTo>
                      <a:pt x="34712" y="16201"/>
                      <a:pt x="16196" y="106851"/>
                      <a:pt x="16196" y="191292"/>
                    </a:cubicBezTo>
                    <a:cubicBezTo>
                      <a:pt x="16196" y="274491"/>
                      <a:pt x="34712" y="363899"/>
                      <a:pt x="84092" y="363899"/>
                    </a:cubicBezTo>
                    <a:cubicBezTo>
                      <a:pt x="133470" y="363899"/>
                      <a:pt x="151986" y="274491"/>
                      <a:pt x="151986" y="191292"/>
                    </a:cubicBezTo>
                    <a:cubicBezTo>
                      <a:pt x="151986" y="106851"/>
                      <a:pt x="133470" y="16201"/>
                      <a:pt x="84092" y="16201"/>
                    </a:cubicBezTo>
                    <a:close/>
                    <a:moveTo>
                      <a:pt x="84090" y="0"/>
                    </a:moveTo>
                    <a:cubicBezTo>
                      <a:pt x="136030" y="0"/>
                      <a:pt x="168182" y="70803"/>
                      <a:pt x="168182" y="191292"/>
                    </a:cubicBezTo>
                    <a:cubicBezTo>
                      <a:pt x="168182" y="310539"/>
                      <a:pt x="136030" y="380100"/>
                      <a:pt x="84090" y="380100"/>
                    </a:cubicBezTo>
                    <a:cubicBezTo>
                      <a:pt x="32152" y="380100"/>
                      <a:pt x="0" y="310539"/>
                      <a:pt x="0" y="191292"/>
                    </a:cubicBezTo>
                    <a:cubicBezTo>
                      <a:pt x="0" y="70803"/>
                      <a:pt x="32152" y="0"/>
                      <a:pt x="840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8A0B827C-DFD9-0F4A-A9E3-03255E48DEFD}"/>
                  </a:ext>
                </a:extLst>
              </p:cNvPr>
              <p:cNvSpPr/>
              <p:nvPr/>
            </p:nvSpPr>
            <p:spPr>
              <a:xfrm>
                <a:off x="17769977" y="8950419"/>
                <a:ext cx="80976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" h="13">
                    <a:moveTo>
                      <a:pt x="60" y="13"/>
                    </a:moveTo>
                    <a:lnTo>
                      <a:pt x="7" y="13"/>
                    </a:lnTo>
                    <a:cubicBezTo>
                      <a:pt x="3" y="13"/>
                      <a:pt x="0" y="10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60" y="0"/>
                    </a:lnTo>
                    <a:cubicBezTo>
                      <a:pt x="63" y="0"/>
                      <a:pt x="66" y="3"/>
                      <a:pt x="66" y="7"/>
                    </a:cubicBezTo>
                    <a:cubicBezTo>
                      <a:pt x="66" y="10"/>
                      <a:pt x="63" y="13"/>
                      <a:pt x="6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76D8824-560C-9B4B-A9E8-DC0C366DA328}"/>
                </a:ext>
              </a:extLst>
            </p:cNvPr>
            <p:cNvGrpSpPr/>
            <p:nvPr/>
          </p:nvGrpSpPr>
          <p:grpSpPr>
            <a:xfrm>
              <a:off x="6389669" y="6725900"/>
              <a:ext cx="11494917" cy="299095"/>
              <a:chOff x="6389669" y="6725900"/>
              <a:chExt cx="11494917" cy="299095"/>
            </a:xfrm>
          </p:grpSpPr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D12F48A6-25E1-4142-96D8-44E7C934AE37}"/>
                  </a:ext>
                </a:extLst>
              </p:cNvPr>
              <p:cNvSpPr/>
              <p:nvPr/>
            </p:nvSpPr>
            <p:spPr>
              <a:xfrm>
                <a:off x="6389669" y="7010040"/>
                <a:ext cx="11494917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228" h="13">
                    <a:moveTo>
                      <a:pt x="9222" y="13"/>
                    </a:moveTo>
                    <a:lnTo>
                      <a:pt x="7" y="13"/>
                    </a:lnTo>
                    <a:cubicBezTo>
                      <a:pt x="3" y="13"/>
                      <a:pt x="0" y="9"/>
                      <a:pt x="0" y="6"/>
                    </a:cubicBezTo>
                    <a:cubicBezTo>
                      <a:pt x="0" y="2"/>
                      <a:pt x="3" y="0"/>
                      <a:pt x="7" y="0"/>
                    </a:cubicBezTo>
                    <a:lnTo>
                      <a:pt x="9222" y="0"/>
                    </a:lnTo>
                    <a:cubicBezTo>
                      <a:pt x="9226" y="0"/>
                      <a:pt x="9228" y="2"/>
                      <a:pt x="9228" y="6"/>
                    </a:cubicBezTo>
                    <a:cubicBezTo>
                      <a:pt x="9228" y="9"/>
                      <a:pt x="9226" y="13"/>
                      <a:pt x="9222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355226A2-A463-5F44-9B0A-B0D7EB318C17}"/>
                  </a:ext>
                </a:extLst>
              </p:cNvPr>
              <p:cNvSpPr/>
              <p:nvPr/>
            </p:nvSpPr>
            <p:spPr>
              <a:xfrm>
                <a:off x="17169504" y="6753317"/>
                <a:ext cx="311448" cy="120884"/>
              </a:xfrm>
              <a:custGeom>
                <a:avLst/>
                <a:gdLst>
                  <a:gd name="connsiteX0" fmla="*/ 16196 w 311448"/>
                  <a:gd name="connsiteY0" fmla="*/ 16201 h 120884"/>
                  <a:gd name="connsiteX1" fmla="*/ 16196 w 311448"/>
                  <a:gd name="connsiteY1" fmla="*/ 104683 h 120884"/>
                  <a:gd name="connsiteX2" fmla="*/ 295252 w 311448"/>
                  <a:gd name="connsiteY2" fmla="*/ 104683 h 120884"/>
                  <a:gd name="connsiteX3" fmla="*/ 295252 w 311448"/>
                  <a:gd name="connsiteY3" fmla="*/ 16201 h 120884"/>
                  <a:gd name="connsiteX4" fmla="*/ 8686 w 311448"/>
                  <a:gd name="connsiteY4" fmla="*/ 0 h 120884"/>
                  <a:gd name="connsiteX5" fmla="*/ 304004 w 311448"/>
                  <a:gd name="connsiteY5" fmla="*/ 0 h 120884"/>
                  <a:gd name="connsiteX6" fmla="*/ 311448 w 311448"/>
                  <a:gd name="connsiteY6" fmla="*/ 7401 h 120884"/>
                  <a:gd name="connsiteX7" fmla="*/ 311448 w 311448"/>
                  <a:gd name="connsiteY7" fmla="*/ 113483 h 120884"/>
                  <a:gd name="connsiteX8" fmla="*/ 304004 w 311448"/>
                  <a:gd name="connsiteY8" fmla="*/ 120884 h 120884"/>
                  <a:gd name="connsiteX9" fmla="*/ 8686 w 311448"/>
                  <a:gd name="connsiteY9" fmla="*/ 120884 h 120884"/>
                  <a:gd name="connsiteX10" fmla="*/ 0 w 311448"/>
                  <a:gd name="connsiteY10" fmla="*/ 113483 h 120884"/>
                  <a:gd name="connsiteX11" fmla="*/ 0 w 311448"/>
                  <a:gd name="connsiteY11" fmla="*/ 7401 h 120884"/>
                  <a:gd name="connsiteX12" fmla="*/ 8686 w 311448"/>
                  <a:gd name="connsiteY12" fmla="*/ 0 h 1208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1448" h="120884">
                    <a:moveTo>
                      <a:pt x="16196" y="16201"/>
                    </a:moveTo>
                    <a:lnTo>
                      <a:pt x="16196" y="104683"/>
                    </a:lnTo>
                    <a:lnTo>
                      <a:pt x="295252" y="104683"/>
                    </a:lnTo>
                    <a:lnTo>
                      <a:pt x="295252" y="16201"/>
                    </a:lnTo>
                    <a:close/>
                    <a:moveTo>
                      <a:pt x="8686" y="0"/>
                    </a:moveTo>
                    <a:lnTo>
                      <a:pt x="304004" y="0"/>
                    </a:lnTo>
                    <a:cubicBezTo>
                      <a:pt x="307726" y="0"/>
                      <a:pt x="311448" y="2467"/>
                      <a:pt x="311448" y="7401"/>
                    </a:cubicBezTo>
                    <a:lnTo>
                      <a:pt x="311448" y="113483"/>
                    </a:lnTo>
                    <a:cubicBezTo>
                      <a:pt x="311448" y="117184"/>
                      <a:pt x="307726" y="120884"/>
                      <a:pt x="304004" y="120884"/>
                    </a:cubicBezTo>
                    <a:lnTo>
                      <a:pt x="8686" y="120884"/>
                    </a:lnTo>
                    <a:cubicBezTo>
                      <a:pt x="3724" y="120884"/>
                      <a:pt x="0" y="117184"/>
                      <a:pt x="0" y="113483"/>
                    </a:cubicBezTo>
                    <a:lnTo>
                      <a:pt x="0" y="7401"/>
                    </a:lnTo>
                    <a:cubicBezTo>
                      <a:pt x="0" y="2467"/>
                      <a:pt x="3724" y="0"/>
                      <a:pt x="868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1F6C911A-DCF0-6C4F-948A-6441515BD433}"/>
                  </a:ext>
                </a:extLst>
              </p:cNvPr>
              <p:cNvSpPr/>
              <p:nvPr/>
            </p:nvSpPr>
            <p:spPr>
              <a:xfrm>
                <a:off x="16081929" y="6805658"/>
                <a:ext cx="19808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0" h="14">
                    <a:moveTo>
                      <a:pt x="153" y="14"/>
                    </a:moveTo>
                    <a:lnTo>
                      <a:pt x="6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53" y="0"/>
                    </a:lnTo>
                    <a:cubicBezTo>
                      <a:pt x="157" y="0"/>
                      <a:pt x="160" y="3"/>
                      <a:pt x="160" y="7"/>
                    </a:cubicBezTo>
                    <a:cubicBezTo>
                      <a:pt x="160" y="11"/>
                      <a:pt x="157" y="14"/>
                      <a:pt x="153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5" name="Freeform 164">
                <a:extLst>
                  <a:ext uri="{FF2B5EF4-FFF2-40B4-BE49-F238E27FC236}">
                    <a16:creationId xmlns:a16="http://schemas.microsoft.com/office/drawing/2014/main" id="{077AD8DF-17CB-AF40-A983-AECDF4B38E9E}"/>
                  </a:ext>
                </a:extLst>
              </p:cNvPr>
              <p:cNvSpPr/>
              <p:nvPr/>
            </p:nvSpPr>
            <p:spPr>
              <a:xfrm>
                <a:off x="14983137" y="6805658"/>
                <a:ext cx="174411" cy="16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1" h="14">
                    <a:moveTo>
                      <a:pt x="135" y="14"/>
                    </a:moveTo>
                    <a:lnTo>
                      <a:pt x="7" y="14"/>
                    </a:lnTo>
                    <a:cubicBezTo>
                      <a:pt x="3" y="14"/>
                      <a:pt x="0" y="11"/>
                      <a:pt x="0" y="7"/>
                    </a:cubicBezTo>
                    <a:cubicBezTo>
                      <a:pt x="0" y="3"/>
                      <a:pt x="3" y="0"/>
                      <a:pt x="7" y="0"/>
                    </a:cubicBezTo>
                    <a:lnTo>
                      <a:pt x="135" y="0"/>
                    </a:lnTo>
                    <a:cubicBezTo>
                      <a:pt x="139" y="0"/>
                      <a:pt x="141" y="3"/>
                      <a:pt x="141" y="7"/>
                    </a:cubicBezTo>
                    <a:cubicBezTo>
                      <a:pt x="141" y="11"/>
                      <a:pt x="139" y="14"/>
                      <a:pt x="135" y="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43DD18AE-8551-1A40-ADEA-A17927918A97}"/>
                  </a:ext>
                </a:extLst>
              </p:cNvPr>
              <p:cNvSpPr/>
              <p:nvPr/>
            </p:nvSpPr>
            <p:spPr>
              <a:xfrm>
                <a:off x="15064117" y="6725900"/>
                <a:ext cx="13704" cy="1757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142">
                    <a:moveTo>
                      <a:pt x="6" y="142"/>
                    </a:moveTo>
                    <a:cubicBezTo>
                      <a:pt x="2" y="142"/>
                      <a:pt x="0" y="139"/>
                      <a:pt x="0" y="135"/>
                    </a:cubicBezTo>
                    <a:lnTo>
                      <a:pt x="0" y="7"/>
                    </a:ln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7"/>
                    </a:cubicBezTo>
                    <a:lnTo>
                      <a:pt x="12" y="135"/>
                    </a:lnTo>
                    <a:cubicBezTo>
                      <a:pt x="12" y="139"/>
                      <a:pt x="9" y="142"/>
                      <a:pt x="6" y="1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D0167D3-A8ED-B64D-ADB3-3E2A2DDE643B}"/>
                </a:ext>
              </a:extLst>
            </p:cNvPr>
            <p:cNvGrpSpPr/>
            <p:nvPr/>
          </p:nvGrpSpPr>
          <p:grpSpPr>
            <a:xfrm>
              <a:off x="6437006" y="7575828"/>
              <a:ext cx="629125" cy="2098650"/>
              <a:chOff x="6437006" y="7575828"/>
              <a:chExt cx="629125" cy="2098650"/>
            </a:xfrm>
          </p:grpSpPr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A616F437-C230-0448-B0CE-09B664853E8C}"/>
                  </a:ext>
                </a:extLst>
              </p:cNvPr>
              <p:cNvSpPr/>
              <p:nvPr/>
            </p:nvSpPr>
            <p:spPr>
              <a:xfrm>
                <a:off x="6444484" y="7584552"/>
                <a:ext cx="612930" cy="20812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3" h="1671">
                    <a:moveTo>
                      <a:pt x="359" y="1671"/>
                    </a:moveTo>
                    <a:lnTo>
                      <a:pt x="247" y="1671"/>
                    </a:lnTo>
                    <a:lnTo>
                      <a:pt x="135" y="1671"/>
                    </a:lnTo>
                    <a:cubicBezTo>
                      <a:pt x="98" y="1671"/>
                      <a:pt x="64" y="1656"/>
                      <a:pt x="40" y="1632"/>
                    </a:cubicBezTo>
                    <a:cubicBezTo>
                      <a:pt x="15" y="1608"/>
                      <a:pt x="0" y="1574"/>
                      <a:pt x="0" y="1537"/>
                    </a:cubicBezTo>
                    <a:lnTo>
                      <a:pt x="0" y="835"/>
                    </a:lnTo>
                    <a:lnTo>
                      <a:pt x="0" y="134"/>
                    </a:lnTo>
                    <a:cubicBezTo>
                      <a:pt x="0" y="97"/>
                      <a:pt x="15" y="63"/>
                      <a:pt x="40" y="39"/>
                    </a:cubicBezTo>
                    <a:cubicBezTo>
                      <a:pt x="64" y="14"/>
                      <a:pt x="98" y="0"/>
                      <a:pt x="135" y="0"/>
                    </a:cubicBezTo>
                    <a:lnTo>
                      <a:pt x="247" y="0"/>
                    </a:lnTo>
                    <a:lnTo>
                      <a:pt x="359" y="0"/>
                    </a:lnTo>
                    <a:cubicBezTo>
                      <a:pt x="396" y="0"/>
                      <a:pt x="430" y="14"/>
                      <a:pt x="454" y="39"/>
                    </a:cubicBezTo>
                    <a:cubicBezTo>
                      <a:pt x="479" y="63"/>
                      <a:pt x="493" y="97"/>
                      <a:pt x="493" y="134"/>
                    </a:cubicBezTo>
                    <a:lnTo>
                      <a:pt x="493" y="835"/>
                    </a:lnTo>
                    <a:lnTo>
                      <a:pt x="493" y="1537"/>
                    </a:lnTo>
                    <a:cubicBezTo>
                      <a:pt x="493" y="1574"/>
                      <a:pt x="479" y="1608"/>
                      <a:pt x="454" y="1632"/>
                    </a:cubicBezTo>
                    <a:cubicBezTo>
                      <a:pt x="430" y="1656"/>
                      <a:pt x="396" y="1671"/>
                      <a:pt x="359" y="167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539392AC-7710-024B-9384-0782AC7D14C7}"/>
                  </a:ext>
                </a:extLst>
              </p:cNvPr>
              <p:cNvSpPr/>
              <p:nvPr/>
            </p:nvSpPr>
            <p:spPr>
              <a:xfrm>
                <a:off x="6437006" y="7575828"/>
                <a:ext cx="629125" cy="2098650"/>
              </a:xfrm>
              <a:custGeom>
                <a:avLst/>
                <a:gdLst>
                  <a:gd name="connsiteX0" fmla="*/ 175328 w 629125"/>
                  <a:gd name="connsiteY0" fmla="*/ 16201 h 2098650"/>
                  <a:gd name="connsiteX1" fmla="*/ 62197 w 629125"/>
                  <a:gd name="connsiteY1" fmla="*/ 63529 h 2098650"/>
                  <a:gd name="connsiteX2" fmla="*/ 16199 w 629125"/>
                  <a:gd name="connsiteY2" fmla="*/ 175622 h 2098650"/>
                  <a:gd name="connsiteX3" fmla="*/ 16199 w 629125"/>
                  <a:gd name="connsiteY3" fmla="*/ 1923028 h 2098650"/>
                  <a:gd name="connsiteX4" fmla="*/ 62197 w 629125"/>
                  <a:gd name="connsiteY4" fmla="*/ 2035121 h 2098650"/>
                  <a:gd name="connsiteX5" fmla="*/ 175328 w 629125"/>
                  <a:gd name="connsiteY5" fmla="*/ 2082449 h 2098650"/>
                  <a:gd name="connsiteX6" fmla="*/ 453804 w 629125"/>
                  <a:gd name="connsiteY6" fmla="*/ 2082449 h 2098650"/>
                  <a:gd name="connsiteX7" fmla="*/ 565692 w 629125"/>
                  <a:gd name="connsiteY7" fmla="*/ 2035121 h 2098650"/>
                  <a:gd name="connsiteX8" fmla="*/ 612933 w 629125"/>
                  <a:gd name="connsiteY8" fmla="*/ 1923028 h 2098650"/>
                  <a:gd name="connsiteX9" fmla="*/ 612933 w 629125"/>
                  <a:gd name="connsiteY9" fmla="*/ 175622 h 2098650"/>
                  <a:gd name="connsiteX10" fmla="*/ 565692 w 629125"/>
                  <a:gd name="connsiteY10" fmla="*/ 63529 h 2098650"/>
                  <a:gd name="connsiteX11" fmla="*/ 453804 w 629125"/>
                  <a:gd name="connsiteY11" fmla="*/ 16201 h 2098650"/>
                  <a:gd name="connsiteX12" fmla="*/ 175310 w 629125"/>
                  <a:gd name="connsiteY12" fmla="*/ 0 h 2098650"/>
                  <a:gd name="connsiteX13" fmla="*/ 453816 w 629125"/>
                  <a:gd name="connsiteY13" fmla="*/ 0 h 2098650"/>
                  <a:gd name="connsiteX14" fmla="*/ 576905 w 629125"/>
                  <a:gd name="connsiteY14" fmla="*/ 52311 h 2098650"/>
                  <a:gd name="connsiteX15" fmla="*/ 629125 w 629125"/>
                  <a:gd name="connsiteY15" fmla="*/ 175614 h 2098650"/>
                  <a:gd name="connsiteX16" fmla="*/ 629125 w 629125"/>
                  <a:gd name="connsiteY16" fmla="*/ 1923036 h 2098650"/>
                  <a:gd name="connsiteX17" fmla="*/ 576905 w 629125"/>
                  <a:gd name="connsiteY17" fmla="*/ 2047585 h 2098650"/>
                  <a:gd name="connsiteX18" fmla="*/ 453816 w 629125"/>
                  <a:gd name="connsiteY18" fmla="*/ 2098650 h 2098650"/>
                  <a:gd name="connsiteX19" fmla="*/ 175310 w 629125"/>
                  <a:gd name="connsiteY19" fmla="*/ 2098650 h 2098650"/>
                  <a:gd name="connsiteX20" fmla="*/ 50977 w 629125"/>
                  <a:gd name="connsiteY20" fmla="*/ 2047585 h 2098650"/>
                  <a:gd name="connsiteX21" fmla="*/ 0 w 629125"/>
                  <a:gd name="connsiteY21" fmla="*/ 1923036 h 2098650"/>
                  <a:gd name="connsiteX22" fmla="*/ 0 w 629125"/>
                  <a:gd name="connsiteY22" fmla="*/ 175614 h 2098650"/>
                  <a:gd name="connsiteX23" fmla="*/ 50977 w 629125"/>
                  <a:gd name="connsiteY23" fmla="*/ 52311 h 2098650"/>
                  <a:gd name="connsiteX24" fmla="*/ 175310 w 629125"/>
                  <a:gd name="connsiteY24" fmla="*/ 0 h 2098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29125" h="2098650">
                    <a:moveTo>
                      <a:pt x="175328" y="16201"/>
                    </a:moveTo>
                    <a:cubicBezTo>
                      <a:pt x="133060" y="16201"/>
                      <a:pt x="93277" y="32392"/>
                      <a:pt x="62197" y="63529"/>
                    </a:cubicBezTo>
                    <a:cubicBezTo>
                      <a:pt x="32361" y="93421"/>
                      <a:pt x="16199" y="133276"/>
                      <a:pt x="16199" y="175622"/>
                    </a:cubicBezTo>
                    <a:lnTo>
                      <a:pt x="16199" y="1923028"/>
                    </a:lnTo>
                    <a:cubicBezTo>
                      <a:pt x="16199" y="1965374"/>
                      <a:pt x="32361" y="2005229"/>
                      <a:pt x="62197" y="2035121"/>
                    </a:cubicBezTo>
                    <a:cubicBezTo>
                      <a:pt x="93277" y="2066258"/>
                      <a:pt x="133060" y="2082449"/>
                      <a:pt x="175328" y="2082449"/>
                    </a:cubicBezTo>
                    <a:lnTo>
                      <a:pt x="453804" y="2082449"/>
                    </a:lnTo>
                    <a:cubicBezTo>
                      <a:pt x="496073" y="2082449"/>
                      <a:pt x="535855" y="2066258"/>
                      <a:pt x="565692" y="2035121"/>
                    </a:cubicBezTo>
                    <a:cubicBezTo>
                      <a:pt x="596772" y="2005229"/>
                      <a:pt x="612933" y="1965374"/>
                      <a:pt x="612933" y="1923028"/>
                    </a:cubicBezTo>
                    <a:lnTo>
                      <a:pt x="612933" y="175622"/>
                    </a:lnTo>
                    <a:cubicBezTo>
                      <a:pt x="612933" y="133276"/>
                      <a:pt x="596772" y="93421"/>
                      <a:pt x="565692" y="63529"/>
                    </a:cubicBezTo>
                    <a:cubicBezTo>
                      <a:pt x="535855" y="32392"/>
                      <a:pt x="496073" y="16201"/>
                      <a:pt x="453804" y="16201"/>
                    </a:cubicBezTo>
                    <a:close/>
                    <a:moveTo>
                      <a:pt x="175310" y="0"/>
                    </a:moveTo>
                    <a:lnTo>
                      <a:pt x="453816" y="0"/>
                    </a:lnTo>
                    <a:cubicBezTo>
                      <a:pt x="501062" y="0"/>
                      <a:pt x="544579" y="18683"/>
                      <a:pt x="576905" y="52311"/>
                    </a:cubicBezTo>
                    <a:cubicBezTo>
                      <a:pt x="610475" y="84694"/>
                      <a:pt x="629125" y="129531"/>
                      <a:pt x="629125" y="175614"/>
                    </a:cubicBezTo>
                    <a:lnTo>
                      <a:pt x="629125" y="1923036"/>
                    </a:lnTo>
                    <a:cubicBezTo>
                      <a:pt x="629125" y="1970365"/>
                      <a:pt x="610475" y="2013957"/>
                      <a:pt x="576905" y="2047585"/>
                    </a:cubicBezTo>
                    <a:cubicBezTo>
                      <a:pt x="544579" y="2079968"/>
                      <a:pt x="501062" y="2098650"/>
                      <a:pt x="453816" y="2098650"/>
                    </a:cubicBezTo>
                    <a:lnTo>
                      <a:pt x="175310" y="2098650"/>
                    </a:lnTo>
                    <a:cubicBezTo>
                      <a:pt x="128063" y="2098650"/>
                      <a:pt x="84547" y="2079968"/>
                      <a:pt x="50977" y="2047585"/>
                    </a:cubicBezTo>
                    <a:cubicBezTo>
                      <a:pt x="17407" y="2013957"/>
                      <a:pt x="0" y="1970365"/>
                      <a:pt x="0" y="1923036"/>
                    </a:cubicBezTo>
                    <a:lnTo>
                      <a:pt x="0" y="175614"/>
                    </a:lnTo>
                    <a:cubicBezTo>
                      <a:pt x="0" y="129531"/>
                      <a:pt x="17407" y="84694"/>
                      <a:pt x="50977" y="52311"/>
                    </a:cubicBezTo>
                    <a:cubicBezTo>
                      <a:pt x="84547" y="18683"/>
                      <a:pt x="128063" y="0"/>
                      <a:pt x="1753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058574F1-99A1-B246-A5ED-27EB1865E2F7}"/>
                  </a:ext>
                </a:extLst>
              </p:cNvPr>
              <p:cNvSpPr/>
              <p:nvPr/>
            </p:nvSpPr>
            <p:spPr>
              <a:xfrm>
                <a:off x="6626370" y="7812612"/>
                <a:ext cx="250404" cy="2504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2" h="202">
                    <a:moveTo>
                      <a:pt x="202" y="101"/>
                    </a:moveTo>
                    <a:cubicBezTo>
                      <a:pt x="202" y="157"/>
                      <a:pt x="157" y="202"/>
                      <a:pt x="101" y="202"/>
                    </a:cubicBezTo>
                    <a:cubicBezTo>
                      <a:pt x="45" y="202"/>
                      <a:pt x="0" y="157"/>
                      <a:pt x="0" y="101"/>
                    </a:cubicBezTo>
                    <a:cubicBezTo>
                      <a:pt x="0" y="45"/>
                      <a:pt x="45" y="0"/>
                      <a:pt x="101" y="0"/>
                    </a:cubicBezTo>
                    <a:cubicBezTo>
                      <a:pt x="157" y="0"/>
                      <a:pt x="202" y="45"/>
                      <a:pt x="202" y="10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50183615-FD72-4342-B4EC-5981482674F3}"/>
                  </a:ext>
                </a:extLst>
              </p:cNvPr>
              <p:cNvSpPr/>
              <p:nvPr/>
            </p:nvSpPr>
            <p:spPr>
              <a:xfrm>
                <a:off x="6617649" y="7803888"/>
                <a:ext cx="267845" cy="267939"/>
              </a:xfrm>
              <a:custGeom>
                <a:avLst/>
                <a:gdLst>
                  <a:gd name="connsiteX0" fmla="*/ 133919 w 267845"/>
                  <a:gd name="connsiteY0" fmla="*/ 17444 h 267939"/>
                  <a:gd name="connsiteX1" fmla="*/ 16195 w 267845"/>
                  <a:gd name="connsiteY1" fmla="*/ 133970 h 267939"/>
                  <a:gd name="connsiteX2" fmla="*/ 133919 w 267845"/>
                  <a:gd name="connsiteY2" fmla="*/ 251735 h 267939"/>
                  <a:gd name="connsiteX3" fmla="*/ 250404 w 267845"/>
                  <a:gd name="connsiteY3" fmla="*/ 133970 h 267939"/>
                  <a:gd name="connsiteX4" fmla="*/ 133919 w 267845"/>
                  <a:gd name="connsiteY4" fmla="*/ 17444 h 267939"/>
                  <a:gd name="connsiteX5" fmla="*/ 133923 w 267845"/>
                  <a:gd name="connsiteY5" fmla="*/ 0 h 267939"/>
                  <a:gd name="connsiteX6" fmla="*/ 267845 w 267845"/>
                  <a:gd name="connsiteY6" fmla="*/ 133970 h 267939"/>
                  <a:gd name="connsiteX7" fmla="*/ 133923 w 267845"/>
                  <a:gd name="connsiteY7" fmla="*/ 267939 h 267939"/>
                  <a:gd name="connsiteX8" fmla="*/ 0 w 267845"/>
                  <a:gd name="connsiteY8" fmla="*/ 133970 h 267939"/>
                  <a:gd name="connsiteX9" fmla="*/ 133923 w 267845"/>
                  <a:gd name="connsiteY9" fmla="*/ 0 h 26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7845" h="267939">
                    <a:moveTo>
                      <a:pt x="133919" y="17444"/>
                    </a:moveTo>
                    <a:cubicBezTo>
                      <a:pt x="69481" y="17444"/>
                      <a:pt x="16195" y="69509"/>
                      <a:pt x="16195" y="133970"/>
                    </a:cubicBezTo>
                    <a:cubicBezTo>
                      <a:pt x="16195" y="198431"/>
                      <a:pt x="69481" y="251735"/>
                      <a:pt x="133919" y="251735"/>
                    </a:cubicBezTo>
                    <a:cubicBezTo>
                      <a:pt x="198358" y="251735"/>
                      <a:pt x="250404" y="198431"/>
                      <a:pt x="250404" y="133970"/>
                    </a:cubicBezTo>
                    <a:cubicBezTo>
                      <a:pt x="250404" y="69509"/>
                      <a:pt x="198358" y="17444"/>
                      <a:pt x="133919" y="17444"/>
                    </a:cubicBezTo>
                    <a:close/>
                    <a:moveTo>
                      <a:pt x="133923" y="0"/>
                    </a:moveTo>
                    <a:cubicBezTo>
                      <a:pt x="207084" y="0"/>
                      <a:pt x="267845" y="59542"/>
                      <a:pt x="267845" y="133970"/>
                    </a:cubicBezTo>
                    <a:cubicBezTo>
                      <a:pt x="267845" y="208397"/>
                      <a:pt x="207084" y="267939"/>
                      <a:pt x="133923" y="267939"/>
                    </a:cubicBezTo>
                    <a:cubicBezTo>
                      <a:pt x="59521" y="267939"/>
                      <a:pt x="0" y="208397"/>
                      <a:pt x="0" y="133970"/>
                    </a:cubicBezTo>
                    <a:cubicBezTo>
                      <a:pt x="0" y="59542"/>
                      <a:pt x="59521" y="0"/>
                      <a:pt x="1339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B2A96A0F-2B9C-8341-85F0-5D48375FDA26}"/>
                  </a:ext>
                </a:extLst>
              </p:cNvPr>
              <p:cNvSpPr/>
              <p:nvPr/>
            </p:nvSpPr>
            <p:spPr>
              <a:xfrm>
                <a:off x="6626370" y="8499284"/>
                <a:ext cx="250404" cy="2517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2" h="203">
                    <a:moveTo>
                      <a:pt x="202" y="101"/>
                    </a:moveTo>
                    <a:cubicBezTo>
                      <a:pt x="202" y="157"/>
                      <a:pt x="157" y="203"/>
                      <a:pt x="101" y="203"/>
                    </a:cubicBezTo>
                    <a:cubicBezTo>
                      <a:pt x="45" y="203"/>
                      <a:pt x="0" y="157"/>
                      <a:pt x="0" y="101"/>
                    </a:cubicBezTo>
                    <a:cubicBezTo>
                      <a:pt x="0" y="46"/>
                      <a:pt x="45" y="0"/>
                      <a:pt x="101" y="0"/>
                    </a:cubicBezTo>
                    <a:cubicBezTo>
                      <a:pt x="157" y="0"/>
                      <a:pt x="202" y="46"/>
                      <a:pt x="202" y="10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4D9F6232-B9B2-F149-A80A-BCC20E4938F5}"/>
                  </a:ext>
                </a:extLst>
              </p:cNvPr>
              <p:cNvSpPr/>
              <p:nvPr/>
            </p:nvSpPr>
            <p:spPr>
              <a:xfrm>
                <a:off x="6617649" y="8491807"/>
                <a:ext cx="267845" cy="266693"/>
              </a:xfrm>
              <a:custGeom>
                <a:avLst/>
                <a:gdLst>
                  <a:gd name="connsiteX0" fmla="*/ 133919 w 267845"/>
                  <a:gd name="connsiteY0" fmla="*/ 16201 h 266693"/>
                  <a:gd name="connsiteX1" fmla="*/ 16195 w 267845"/>
                  <a:gd name="connsiteY1" fmla="*/ 132730 h 266693"/>
                  <a:gd name="connsiteX2" fmla="*/ 133919 w 267845"/>
                  <a:gd name="connsiteY2" fmla="*/ 251738 h 266693"/>
                  <a:gd name="connsiteX3" fmla="*/ 250404 w 267845"/>
                  <a:gd name="connsiteY3" fmla="*/ 132730 h 266693"/>
                  <a:gd name="connsiteX4" fmla="*/ 133919 w 267845"/>
                  <a:gd name="connsiteY4" fmla="*/ 16201 h 266693"/>
                  <a:gd name="connsiteX5" fmla="*/ 133923 w 267845"/>
                  <a:gd name="connsiteY5" fmla="*/ 0 h 266693"/>
                  <a:gd name="connsiteX6" fmla="*/ 267845 w 267845"/>
                  <a:gd name="connsiteY6" fmla="*/ 132726 h 266693"/>
                  <a:gd name="connsiteX7" fmla="*/ 133923 w 267845"/>
                  <a:gd name="connsiteY7" fmla="*/ 266693 h 266693"/>
                  <a:gd name="connsiteX8" fmla="*/ 0 w 267845"/>
                  <a:gd name="connsiteY8" fmla="*/ 132726 h 266693"/>
                  <a:gd name="connsiteX9" fmla="*/ 133923 w 267845"/>
                  <a:gd name="connsiteY9" fmla="*/ 0 h 266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7845" h="266693">
                    <a:moveTo>
                      <a:pt x="133919" y="16201"/>
                    </a:moveTo>
                    <a:cubicBezTo>
                      <a:pt x="69481" y="16201"/>
                      <a:pt x="16195" y="68267"/>
                      <a:pt x="16195" y="132730"/>
                    </a:cubicBezTo>
                    <a:cubicBezTo>
                      <a:pt x="16195" y="198432"/>
                      <a:pt x="69481" y="251738"/>
                      <a:pt x="133919" y="251738"/>
                    </a:cubicBezTo>
                    <a:cubicBezTo>
                      <a:pt x="198358" y="251738"/>
                      <a:pt x="250404" y="198432"/>
                      <a:pt x="250404" y="132730"/>
                    </a:cubicBezTo>
                    <a:cubicBezTo>
                      <a:pt x="250404" y="68267"/>
                      <a:pt x="198358" y="16201"/>
                      <a:pt x="133919" y="16201"/>
                    </a:cubicBezTo>
                    <a:close/>
                    <a:moveTo>
                      <a:pt x="133923" y="0"/>
                    </a:moveTo>
                    <a:cubicBezTo>
                      <a:pt x="207084" y="0"/>
                      <a:pt x="267845" y="59541"/>
                      <a:pt x="267845" y="132726"/>
                    </a:cubicBezTo>
                    <a:cubicBezTo>
                      <a:pt x="267845" y="207152"/>
                      <a:pt x="207084" y="266693"/>
                      <a:pt x="133923" y="266693"/>
                    </a:cubicBezTo>
                    <a:cubicBezTo>
                      <a:pt x="59521" y="266693"/>
                      <a:pt x="0" y="207152"/>
                      <a:pt x="0" y="132726"/>
                    </a:cubicBezTo>
                    <a:cubicBezTo>
                      <a:pt x="0" y="59541"/>
                      <a:pt x="59521" y="0"/>
                      <a:pt x="1339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A7F3EB6A-9B23-BA45-967B-8D3B9B29FE6A}"/>
                  </a:ext>
                </a:extLst>
              </p:cNvPr>
              <p:cNvSpPr/>
              <p:nvPr/>
            </p:nvSpPr>
            <p:spPr>
              <a:xfrm>
                <a:off x="6626370" y="9187203"/>
                <a:ext cx="250404" cy="2504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2" h="202">
                    <a:moveTo>
                      <a:pt x="202" y="101"/>
                    </a:moveTo>
                    <a:cubicBezTo>
                      <a:pt x="202" y="157"/>
                      <a:pt x="157" y="202"/>
                      <a:pt x="101" y="202"/>
                    </a:cubicBezTo>
                    <a:cubicBezTo>
                      <a:pt x="45" y="202"/>
                      <a:pt x="0" y="157"/>
                      <a:pt x="0" y="101"/>
                    </a:cubicBezTo>
                    <a:cubicBezTo>
                      <a:pt x="0" y="45"/>
                      <a:pt x="45" y="0"/>
                      <a:pt x="101" y="0"/>
                    </a:cubicBezTo>
                    <a:cubicBezTo>
                      <a:pt x="157" y="0"/>
                      <a:pt x="202" y="45"/>
                      <a:pt x="202" y="10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7" name="Freeform 326">
                <a:extLst>
                  <a:ext uri="{FF2B5EF4-FFF2-40B4-BE49-F238E27FC236}">
                    <a16:creationId xmlns:a16="http://schemas.microsoft.com/office/drawing/2014/main" id="{9678BB05-7EEE-2E4C-B74B-344367C3066E}"/>
                  </a:ext>
                </a:extLst>
              </p:cNvPr>
              <p:cNvSpPr/>
              <p:nvPr/>
            </p:nvSpPr>
            <p:spPr>
              <a:xfrm>
                <a:off x="6617649" y="9178479"/>
                <a:ext cx="267845" cy="267939"/>
              </a:xfrm>
              <a:custGeom>
                <a:avLst/>
                <a:gdLst>
                  <a:gd name="connsiteX0" fmla="*/ 133919 w 267845"/>
                  <a:gd name="connsiteY0" fmla="*/ 16201 h 267939"/>
                  <a:gd name="connsiteX1" fmla="*/ 16195 w 267845"/>
                  <a:gd name="connsiteY1" fmla="*/ 133969 h 267939"/>
                  <a:gd name="connsiteX2" fmla="*/ 133919 w 267845"/>
                  <a:gd name="connsiteY2" fmla="*/ 251738 h 267939"/>
                  <a:gd name="connsiteX3" fmla="*/ 250404 w 267845"/>
                  <a:gd name="connsiteY3" fmla="*/ 133969 h 267939"/>
                  <a:gd name="connsiteX4" fmla="*/ 133919 w 267845"/>
                  <a:gd name="connsiteY4" fmla="*/ 16201 h 267939"/>
                  <a:gd name="connsiteX5" fmla="*/ 133923 w 267845"/>
                  <a:gd name="connsiteY5" fmla="*/ 0 h 267939"/>
                  <a:gd name="connsiteX6" fmla="*/ 267845 w 267845"/>
                  <a:gd name="connsiteY6" fmla="*/ 133969 h 267939"/>
                  <a:gd name="connsiteX7" fmla="*/ 133923 w 267845"/>
                  <a:gd name="connsiteY7" fmla="*/ 267939 h 267939"/>
                  <a:gd name="connsiteX8" fmla="*/ 0 w 267845"/>
                  <a:gd name="connsiteY8" fmla="*/ 133969 h 267939"/>
                  <a:gd name="connsiteX9" fmla="*/ 133923 w 267845"/>
                  <a:gd name="connsiteY9" fmla="*/ 0 h 26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67845" h="267939">
                    <a:moveTo>
                      <a:pt x="133919" y="16201"/>
                    </a:moveTo>
                    <a:cubicBezTo>
                      <a:pt x="69481" y="16201"/>
                      <a:pt x="16195" y="69507"/>
                      <a:pt x="16195" y="133969"/>
                    </a:cubicBezTo>
                    <a:cubicBezTo>
                      <a:pt x="16195" y="198432"/>
                      <a:pt x="69481" y="251738"/>
                      <a:pt x="133919" y="251738"/>
                    </a:cubicBezTo>
                    <a:cubicBezTo>
                      <a:pt x="198358" y="251738"/>
                      <a:pt x="250404" y="198432"/>
                      <a:pt x="250404" y="133969"/>
                    </a:cubicBezTo>
                    <a:cubicBezTo>
                      <a:pt x="250404" y="69507"/>
                      <a:pt x="198358" y="16201"/>
                      <a:pt x="133919" y="16201"/>
                    </a:cubicBezTo>
                    <a:close/>
                    <a:moveTo>
                      <a:pt x="133923" y="0"/>
                    </a:moveTo>
                    <a:cubicBezTo>
                      <a:pt x="207084" y="0"/>
                      <a:pt x="267845" y="60782"/>
                      <a:pt x="267845" y="133969"/>
                    </a:cubicBezTo>
                    <a:cubicBezTo>
                      <a:pt x="267845" y="207157"/>
                      <a:pt x="207084" y="267939"/>
                      <a:pt x="133923" y="267939"/>
                    </a:cubicBezTo>
                    <a:cubicBezTo>
                      <a:pt x="59521" y="267939"/>
                      <a:pt x="0" y="207157"/>
                      <a:pt x="0" y="133969"/>
                    </a:cubicBezTo>
                    <a:cubicBezTo>
                      <a:pt x="0" y="60782"/>
                      <a:pt x="59521" y="0"/>
                      <a:pt x="13392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A160A19C-17B5-C44B-AF30-2E593E515EBF}"/>
                  </a:ext>
                </a:extLst>
              </p:cNvPr>
              <p:cNvSpPr/>
              <p:nvPr/>
            </p:nvSpPr>
            <p:spPr>
              <a:xfrm>
                <a:off x="6626370" y="8499284"/>
                <a:ext cx="250404" cy="2517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2" h="203">
                    <a:moveTo>
                      <a:pt x="202" y="101"/>
                    </a:moveTo>
                    <a:cubicBezTo>
                      <a:pt x="202" y="157"/>
                      <a:pt x="157" y="203"/>
                      <a:pt x="101" y="203"/>
                    </a:cubicBezTo>
                    <a:cubicBezTo>
                      <a:pt x="45" y="203"/>
                      <a:pt x="0" y="157"/>
                      <a:pt x="0" y="101"/>
                    </a:cubicBezTo>
                    <a:cubicBezTo>
                      <a:pt x="0" y="46"/>
                      <a:pt x="45" y="0"/>
                      <a:pt x="101" y="0"/>
                    </a:cubicBezTo>
                    <a:cubicBezTo>
                      <a:pt x="157" y="0"/>
                      <a:pt x="202" y="46"/>
                      <a:pt x="202" y="101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0" name="Freeform 179">
                <a:extLst>
                  <a:ext uri="{FF2B5EF4-FFF2-40B4-BE49-F238E27FC236}">
                    <a16:creationId xmlns:a16="http://schemas.microsoft.com/office/drawing/2014/main" id="{55A96E96-69E3-BB4A-9A96-E5E941132ADB}"/>
                  </a:ext>
                </a:extLst>
              </p:cNvPr>
              <p:cNvSpPr/>
              <p:nvPr/>
            </p:nvSpPr>
            <p:spPr>
              <a:xfrm>
                <a:off x="6744720" y="8056873"/>
                <a:ext cx="14950" cy="4498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362">
                    <a:moveTo>
                      <a:pt x="6" y="362"/>
                    </a:moveTo>
                    <a:cubicBezTo>
                      <a:pt x="2" y="362"/>
                      <a:pt x="0" y="359"/>
                      <a:pt x="0" y="355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3" y="3"/>
                      <a:pt x="13" y="6"/>
                    </a:cubicBezTo>
                    <a:lnTo>
                      <a:pt x="13" y="355"/>
                    </a:lnTo>
                    <a:cubicBezTo>
                      <a:pt x="13" y="359"/>
                      <a:pt x="9" y="362"/>
                      <a:pt x="6" y="3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111B3983-97B4-E14E-8AFE-6C8F4CC08690}"/>
                  </a:ext>
                </a:extLst>
              </p:cNvPr>
              <p:cNvSpPr/>
              <p:nvPr/>
            </p:nvSpPr>
            <p:spPr>
              <a:xfrm>
                <a:off x="6744720" y="8751022"/>
                <a:ext cx="14950" cy="4374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352">
                    <a:moveTo>
                      <a:pt x="6" y="352"/>
                    </a:moveTo>
                    <a:cubicBezTo>
                      <a:pt x="2" y="352"/>
                      <a:pt x="0" y="349"/>
                      <a:pt x="0" y="346"/>
                    </a:cubicBezTo>
                    <a:lnTo>
                      <a:pt x="0" y="6"/>
                    </a:lnTo>
                    <a:cubicBezTo>
                      <a:pt x="0" y="2"/>
                      <a:pt x="2" y="0"/>
                      <a:pt x="6" y="0"/>
                    </a:cubicBezTo>
                    <a:cubicBezTo>
                      <a:pt x="9" y="0"/>
                      <a:pt x="13" y="2"/>
                      <a:pt x="13" y="6"/>
                    </a:cubicBezTo>
                    <a:lnTo>
                      <a:pt x="13" y="346"/>
                    </a:lnTo>
                    <a:cubicBezTo>
                      <a:pt x="13" y="349"/>
                      <a:pt x="9" y="352"/>
                      <a:pt x="6" y="35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66BEA5A8-DD46-2145-B73D-10157CD82309}"/>
                  </a:ext>
                </a:extLst>
              </p:cNvPr>
              <p:cNvSpPr/>
              <p:nvPr/>
            </p:nvSpPr>
            <p:spPr>
              <a:xfrm>
                <a:off x="6684918" y="9263223"/>
                <a:ext cx="132054" cy="1009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7" h="82">
                    <a:moveTo>
                      <a:pt x="31" y="82"/>
                    </a:moveTo>
                    <a:cubicBezTo>
                      <a:pt x="29" y="82"/>
                      <a:pt x="28" y="81"/>
                      <a:pt x="26" y="80"/>
                    </a:cubicBezTo>
                    <a:lnTo>
                      <a:pt x="1" y="55"/>
                    </a:lnTo>
                    <a:cubicBezTo>
                      <a:pt x="0" y="53"/>
                      <a:pt x="0" y="49"/>
                      <a:pt x="1" y="46"/>
                    </a:cubicBezTo>
                    <a:cubicBezTo>
                      <a:pt x="4" y="44"/>
                      <a:pt x="8" y="44"/>
                      <a:pt x="10" y="46"/>
                    </a:cubicBezTo>
                    <a:lnTo>
                      <a:pt x="31" y="66"/>
                    </a:lnTo>
                    <a:lnTo>
                      <a:pt x="95" y="3"/>
                    </a:lnTo>
                    <a:cubicBezTo>
                      <a:pt x="97" y="-1"/>
                      <a:pt x="102" y="-1"/>
                      <a:pt x="104" y="3"/>
                    </a:cubicBezTo>
                    <a:cubicBezTo>
                      <a:pt x="107" y="5"/>
                      <a:pt x="107" y="9"/>
                      <a:pt x="104" y="12"/>
                    </a:cubicBezTo>
                    <a:lnTo>
                      <a:pt x="36" y="80"/>
                    </a:lnTo>
                    <a:cubicBezTo>
                      <a:pt x="34" y="81"/>
                      <a:pt x="33" y="82"/>
                      <a:pt x="31" y="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7ECAE3F-1240-0B44-B9FE-48DA82D993D1}"/>
                </a:ext>
              </a:extLst>
            </p:cNvPr>
            <p:cNvGrpSpPr/>
            <p:nvPr/>
          </p:nvGrpSpPr>
          <p:grpSpPr>
            <a:xfrm>
              <a:off x="6536673" y="10247230"/>
              <a:ext cx="431044" cy="244775"/>
              <a:chOff x="6536673" y="10247230"/>
              <a:chExt cx="431044" cy="244775"/>
            </a:xfrm>
          </p:grpSpPr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C6079A28-2D60-1C42-A11D-EA080B4C02E9}"/>
                  </a:ext>
                </a:extLst>
              </p:cNvPr>
              <p:cNvSpPr/>
              <p:nvPr/>
            </p:nvSpPr>
            <p:spPr>
              <a:xfrm>
                <a:off x="6544147" y="10255221"/>
                <a:ext cx="266599" cy="22930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5" h="185">
                    <a:moveTo>
                      <a:pt x="215" y="185"/>
                    </a:moveTo>
                    <a:lnTo>
                      <a:pt x="0" y="185"/>
                    </a:lnTo>
                    <a:lnTo>
                      <a:pt x="0" y="0"/>
                    </a:lnTo>
                    <a:lnTo>
                      <a:pt x="215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8" name="Freeform 327">
                <a:extLst>
                  <a:ext uri="{FF2B5EF4-FFF2-40B4-BE49-F238E27FC236}">
                    <a16:creationId xmlns:a16="http://schemas.microsoft.com/office/drawing/2014/main" id="{E2C8BCAD-112B-1F4A-9D03-8D99ACA8A35A}"/>
                  </a:ext>
                </a:extLst>
              </p:cNvPr>
              <p:cNvSpPr/>
              <p:nvPr/>
            </p:nvSpPr>
            <p:spPr>
              <a:xfrm>
                <a:off x="6536673" y="10247744"/>
                <a:ext cx="282795" cy="244261"/>
              </a:xfrm>
              <a:custGeom>
                <a:avLst/>
                <a:gdLst>
                  <a:gd name="connsiteX0" fmla="*/ 16195 w 282795"/>
                  <a:gd name="connsiteY0" fmla="*/ 14951 h 244261"/>
                  <a:gd name="connsiteX1" fmla="*/ 16195 w 282795"/>
                  <a:gd name="connsiteY1" fmla="*/ 228056 h 244261"/>
                  <a:gd name="connsiteX2" fmla="*/ 266599 w 282795"/>
                  <a:gd name="connsiteY2" fmla="*/ 228056 h 244261"/>
                  <a:gd name="connsiteX3" fmla="*/ 266599 w 282795"/>
                  <a:gd name="connsiteY3" fmla="*/ 14951 h 244261"/>
                  <a:gd name="connsiteX4" fmla="*/ 7442 w 282795"/>
                  <a:gd name="connsiteY4" fmla="*/ 0 h 244261"/>
                  <a:gd name="connsiteX5" fmla="*/ 274113 w 282795"/>
                  <a:gd name="connsiteY5" fmla="*/ 0 h 244261"/>
                  <a:gd name="connsiteX6" fmla="*/ 282795 w 282795"/>
                  <a:gd name="connsiteY6" fmla="*/ 7439 h 244261"/>
                  <a:gd name="connsiteX7" fmla="*/ 282795 w 282795"/>
                  <a:gd name="connsiteY7" fmla="*/ 236822 h 244261"/>
                  <a:gd name="connsiteX8" fmla="*/ 274113 w 282795"/>
                  <a:gd name="connsiteY8" fmla="*/ 244261 h 244261"/>
                  <a:gd name="connsiteX9" fmla="*/ 7442 w 282795"/>
                  <a:gd name="connsiteY9" fmla="*/ 244261 h 244261"/>
                  <a:gd name="connsiteX10" fmla="*/ 0 w 282795"/>
                  <a:gd name="connsiteY10" fmla="*/ 236822 h 244261"/>
                  <a:gd name="connsiteX11" fmla="*/ 0 w 282795"/>
                  <a:gd name="connsiteY11" fmla="*/ 7439 h 244261"/>
                  <a:gd name="connsiteX12" fmla="*/ 7442 w 282795"/>
                  <a:gd name="connsiteY12" fmla="*/ 0 h 244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2795" h="244261">
                    <a:moveTo>
                      <a:pt x="16195" y="14951"/>
                    </a:moveTo>
                    <a:lnTo>
                      <a:pt x="16195" y="228056"/>
                    </a:lnTo>
                    <a:lnTo>
                      <a:pt x="266599" y="228056"/>
                    </a:lnTo>
                    <a:lnTo>
                      <a:pt x="266599" y="14951"/>
                    </a:lnTo>
                    <a:close/>
                    <a:moveTo>
                      <a:pt x="7442" y="0"/>
                    </a:moveTo>
                    <a:lnTo>
                      <a:pt x="274113" y="0"/>
                    </a:lnTo>
                    <a:cubicBezTo>
                      <a:pt x="279074" y="0"/>
                      <a:pt x="282795" y="3720"/>
                      <a:pt x="282795" y="7439"/>
                    </a:cubicBezTo>
                    <a:lnTo>
                      <a:pt x="282795" y="236822"/>
                    </a:lnTo>
                    <a:cubicBezTo>
                      <a:pt x="282795" y="241781"/>
                      <a:pt x="279074" y="244261"/>
                      <a:pt x="274113" y="244261"/>
                    </a:cubicBezTo>
                    <a:lnTo>
                      <a:pt x="7442" y="244261"/>
                    </a:lnTo>
                    <a:cubicBezTo>
                      <a:pt x="2481" y="244261"/>
                      <a:pt x="0" y="241781"/>
                      <a:pt x="0" y="236822"/>
                    </a:cubicBezTo>
                    <a:lnTo>
                      <a:pt x="0" y="7439"/>
                    </a:lnTo>
                    <a:cubicBezTo>
                      <a:pt x="0" y="3720"/>
                      <a:pt x="2481" y="0"/>
                      <a:pt x="74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25502AF0-A0E9-BF46-92F5-4A097580023A}"/>
                  </a:ext>
                </a:extLst>
              </p:cNvPr>
              <p:cNvSpPr/>
              <p:nvPr/>
            </p:nvSpPr>
            <p:spPr>
              <a:xfrm>
                <a:off x="6811993" y="10255221"/>
                <a:ext cx="147003" cy="22930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9" h="185">
                    <a:moveTo>
                      <a:pt x="119" y="185"/>
                    </a:moveTo>
                    <a:lnTo>
                      <a:pt x="119" y="0"/>
                    </a:lnTo>
                    <a:lnTo>
                      <a:pt x="0" y="93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561E262D-8946-664C-9D80-4575E7834E3A}"/>
                  </a:ext>
                </a:extLst>
              </p:cNvPr>
              <p:cNvSpPr/>
              <p:nvPr/>
            </p:nvSpPr>
            <p:spPr>
              <a:xfrm>
                <a:off x="6804518" y="10247230"/>
                <a:ext cx="163199" cy="244774"/>
              </a:xfrm>
              <a:custGeom>
                <a:avLst/>
                <a:gdLst>
                  <a:gd name="connsiteX0" fmla="*/ 147003 w 163199"/>
                  <a:gd name="connsiteY0" fmla="*/ 24191 h 244774"/>
                  <a:gd name="connsiteX1" fmla="*/ 21178 w 163199"/>
                  <a:gd name="connsiteY1" fmla="*/ 123262 h 244774"/>
                  <a:gd name="connsiteX2" fmla="*/ 147003 w 163199"/>
                  <a:gd name="connsiteY2" fmla="*/ 221095 h 244774"/>
                  <a:gd name="connsiteX3" fmla="*/ 158254 w 163199"/>
                  <a:gd name="connsiteY3" fmla="*/ 513 h 244774"/>
                  <a:gd name="connsiteX4" fmla="*/ 163199 w 163199"/>
                  <a:gd name="connsiteY4" fmla="*/ 7952 h 244774"/>
                  <a:gd name="connsiteX5" fmla="*/ 163199 w 163199"/>
                  <a:gd name="connsiteY5" fmla="*/ 237335 h 244774"/>
                  <a:gd name="connsiteX6" fmla="*/ 158254 w 163199"/>
                  <a:gd name="connsiteY6" fmla="*/ 244774 h 244774"/>
                  <a:gd name="connsiteX7" fmla="*/ 154545 w 163199"/>
                  <a:gd name="connsiteY7" fmla="*/ 244774 h 244774"/>
                  <a:gd name="connsiteX8" fmla="*/ 149599 w 163199"/>
                  <a:gd name="connsiteY8" fmla="*/ 243534 h 244774"/>
                  <a:gd name="connsiteX9" fmla="*/ 2473 w 163199"/>
                  <a:gd name="connsiteY9" fmla="*/ 129463 h 244774"/>
                  <a:gd name="connsiteX10" fmla="*/ 0 w 163199"/>
                  <a:gd name="connsiteY10" fmla="*/ 123263 h 244774"/>
                  <a:gd name="connsiteX11" fmla="*/ 2473 w 163199"/>
                  <a:gd name="connsiteY11" fmla="*/ 115824 h 244774"/>
                  <a:gd name="connsiteX12" fmla="*/ 149599 w 163199"/>
                  <a:gd name="connsiteY12" fmla="*/ 1753 h 244774"/>
                  <a:gd name="connsiteX13" fmla="*/ 158254 w 163199"/>
                  <a:gd name="connsiteY13" fmla="*/ 513 h 244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63199" h="244774">
                    <a:moveTo>
                      <a:pt x="147003" y="24191"/>
                    </a:moveTo>
                    <a:lnTo>
                      <a:pt x="21178" y="123262"/>
                    </a:lnTo>
                    <a:lnTo>
                      <a:pt x="147003" y="221095"/>
                    </a:lnTo>
                    <a:close/>
                    <a:moveTo>
                      <a:pt x="158254" y="513"/>
                    </a:moveTo>
                    <a:cubicBezTo>
                      <a:pt x="160727" y="1753"/>
                      <a:pt x="163199" y="5473"/>
                      <a:pt x="163199" y="7952"/>
                    </a:cubicBezTo>
                    <a:lnTo>
                      <a:pt x="163199" y="237335"/>
                    </a:lnTo>
                    <a:cubicBezTo>
                      <a:pt x="163199" y="241054"/>
                      <a:pt x="160727" y="242294"/>
                      <a:pt x="158254" y="244774"/>
                    </a:cubicBezTo>
                    <a:cubicBezTo>
                      <a:pt x="157017" y="244774"/>
                      <a:pt x="155781" y="244774"/>
                      <a:pt x="154545" y="244774"/>
                    </a:cubicBezTo>
                    <a:cubicBezTo>
                      <a:pt x="152072" y="244774"/>
                      <a:pt x="150836" y="244774"/>
                      <a:pt x="149599" y="243534"/>
                    </a:cubicBezTo>
                    <a:lnTo>
                      <a:pt x="2473" y="129463"/>
                    </a:lnTo>
                    <a:cubicBezTo>
                      <a:pt x="1237" y="126983"/>
                      <a:pt x="0" y="124503"/>
                      <a:pt x="0" y="123263"/>
                    </a:cubicBezTo>
                    <a:cubicBezTo>
                      <a:pt x="0" y="119544"/>
                      <a:pt x="1237" y="117064"/>
                      <a:pt x="2473" y="115824"/>
                    </a:cubicBezTo>
                    <a:lnTo>
                      <a:pt x="149599" y="1753"/>
                    </a:lnTo>
                    <a:cubicBezTo>
                      <a:pt x="152072" y="513"/>
                      <a:pt x="154545" y="-727"/>
                      <a:pt x="158254" y="5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E3EC52E-02F9-224B-BE02-8DA90F141464}"/>
                </a:ext>
              </a:extLst>
            </p:cNvPr>
            <p:cNvGrpSpPr/>
            <p:nvPr/>
          </p:nvGrpSpPr>
          <p:grpSpPr>
            <a:xfrm>
              <a:off x="7393304" y="7705038"/>
              <a:ext cx="3330361" cy="3412574"/>
              <a:chOff x="7393304" y="7705038"/>
              <a:chExt cx="3330361" cy="3412574"/>
            </a:xfrm>
          </p:grpSpPr>
          <p:sp>
            <p:nvSpPr>
              <p:cNvPr id="189" name="Freeform 188">
                <a:extLst>
                  <a:ext uri="{FF2B5EF4-FFF2-40B4-BE49-F238E27FC236}">
                    <a16:creationId xmlns:a16="http://schemas.microsoft.com/office/drawing/2014/main" id="{70E3E961-E35C-5548-8786-34B20F8474ED}"/>
                  </a:ext>
                </a:extLst>
              </p:cNvPr>
              <p:cNvSpPr/>
              <p:nvPr/>
            </p:nvSpPr>
            <p:spPr>
              <a:xfrm>
                <a:off x="7679060" y="8354721"/>
                <a:ext cx="1253266" cy="8524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07" h="685">
                    <a:moveTo>
                      <a:pt x="835" y="0"/>
                    </a:moveTo>
                    <a:cubicBezTo>
                      <a:pt x="835" y="0"/>
                      <a:pt x="875" y="42"/>
                      <a:pt x="882" y="99"/>
                    </a:cubicBezTo>
                    <a:cubicBezTo>
                      <a:pt x="887" y="145"/>
                      <a:pt x="853" y="187"/>
                      <a:pt x="853" y="187"/>
                    </a:cubicBezTo>
                    <a:cubicBezTo>
                      <a:pt x="853" y="187"/>
                      <a:pt x="908" y="219"/>
                      <a:pt x="922" y="256"/>
                    </a:cubicBezTo>
                    <a:cubicBezTo>
                      <a:pt x="936" y="293"/>
                      <a:pt x="912" y="343"/>
                      <a:pt x="912" y="343"/>
                    </a:cubicBezTo>
                    <a:cubicBezTo>
                      <a:pt x="912" y="343"/>
                      <a:pt x="967" y="367"/>
                      <a:pt x="977" y="421"/>
                    </a:cubicBezTo>
                    <a:cubicBezTo>
                      <a:pt x="987" y="475"/>
                      <a:pt x="953" y="525"/>
                      <a:pt x="953" y="525"/>
                    </a:cubicBezTo>
                    <a:cubicBezTo>
                      <a:pt x="1024" y="591"/>
                      <a:pt x="1004" y="685"/>
                      <a:pt x="1004" y="685"/>
                    </a:cubicBezTo>
                    <a:lnTo>
                      <a:pt x="28" y="685"/>
                    </a:lnTo>
                    <a:cubicBezTo>
                      <a:pt x="-47" y="568"/>
                      <a:pt x="50" y="463"/>
                      <a:pt x="50" y="463"/>
                    </a:cubicBezTo>
                    <a:cubicBezTo>
                      <a:pt x="-12" y="360"/>
                      <a:pt x="79" y="292"/>
                      <a:pt x="79" y="292"/>
                    </a:cubicBezTo>
                    <a:cubicBezTo>
                      <a:pt x="28" y="207"/>
                      <a:pt x="96" y="147"/>
                      <a:pt x="96" y="147"/>
                    </a:cubicBezTo>
                    <a:cubicBezTo>
                      <a:pt x="39" y="56"/>
                      <a:pt x="124" y="0"/>
                      <a:pt x="124" y="0"/>
                    </a:cubicBezTo>
                    <a:lnTo>
                      <a:pt x="798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06C5AA0F-E47B-624E-9923-1BC6D31E64BA}"/>
                  </a:ext>
                </a:extLst>
              </p:cNvPr>
              <p:cNvSpPr/>
              <p:nvPr/>
            </p:nvSpPr>
            <p:spPr>
              <a:xfrm>
                <a:off x="7672094" y="8347244"/>
                <a:ext cx="1270053" cy="868622"/>
              </a:xfrm>
              <a:custGeom>
                <a:avLst/>
                <a:gdLst>
                  <a:gd name="connsiteX0" fmla="*/ 165035 w 1270053"/>
                  <a:gd name="connsiteY0" fmla="*/ 16201 h 868622"/>
                  <a:gd name="connsiteX1" fmla="*/ 133921 w 1270053"/>
                  <a:gd name="connsiteY1" fmla="*/ 185436 h 868622"/>
                  <a:gd name="connsiteX2" fmla="*/ 132677 w 1270053"/>
                  <a:gd name="connsiteY2" fmla="*/ 196635 h 868622"/>
                  <a:gd name="connsiteX3" fmla="*/ 114009 w 1270053"/>
                  <a:gd name="connsiteY3" fmla="*/ 368359 h 868622"/>
                  <a:gd name="connsiteX4" fmla="*/ 111520 w 1270053"/>
                  <a:gd name="connsiteY4" fmla="*/ 377070 h 868622"/>
                  <a:gd name="connsiteX5" fmla="*/ 76673 w 1270053"/>
                  <a:gd name="connsiteY5" fmla="*/ 579903 h 868622"/>
                  <a:gd name="connsiteX6" fmla="*/ 76673 w 1270053"/>
                  <a:gd name="connsiteY6" fmla="*/ 588614 h 868622"/>
                  <a:gd name="connsiteX7" fmla="*/ 48048 w 1270053"/>
                  <a:gd name="connsiteY7" fmla="*/ 852421 h 868622"/>
                  <a:gd name="connsiteX8" fmla="*/ 1251516 w 1270053"/>
                  <a:gd name="connsiteY8" fmla="*/ 852421 h 868622"/>
                  <a:gd name="connsiteX9" fmla="*/ 1189290 w 1270053"/>
                  <a:gd name="connsiteY9" fmla="*/ 667009 h 868622"/>
                  <a:gd name="connsiteX10" fmla="*/ 1188045 w 1270053"/>
                  <a:gd name="connsiteY10" fmla="*/ 657054 h 868622"/>
                  <a:gd name="connsiteX11" fmla="*/ 1215425 w 1270053"/>
                  <a:gd name="connsiteY11" fmla="*/ 532617 h 868622"/>
                  <a:gd name="connsiteX12" fmla="*/ 1140752 w 1270053"/>
                  <a:gd name="connsiteY12" fmla="*/ 441777 h 868622"/>
                  <a:gd name="connsiteX13" fmla="*/ 1135774 w 1270053"/>
                  <a:gd name="connsiteY13" fmla="*/ 436800 h 868622"/>
                  <a:gd name="connsiteX14" fmla="*/ 1135774 w 1270053"/>
                  <a:gd name="connsiteY14" fmla="*/ 430578 h 868622"/>
                  <a:gd name="connsiteX15" fmla="*/ 1148220 w 1270053"/>
                  <a:gd name="connsiteY15" fmla="*/ 328539 h 868622"/>
                  <a:gd name="connsiteX16" fmla="*/ 1066080 w 1270053"/>
                  <a:gd name="connsiteY16" fmla="*/ 247655 h 868622"/>
                  <a:gd name="connsiteX17" fmla="*/ 1061102 w 1270053"/>
                  <a:gd name="connsiteY17" fmla="*/ 241433 h 868622"/>
                  <a:gd name="connsiteX18" fmla="*/ 1062347 w 1270053"/>
                  <a:gd name="connsiteY18" fmla="*/ 236455 h 868622"/>
                  <a:gd name="connsiteX19" fmla="*/ 1097194 w 1270053"/>
                  <a:gd name="connsiteY19" fmla="*/ 130684 h 868622"/>
                  <a:gd name="connsiteX20" fmla="*/ 1044923 w 1270053"/>
                  <a:gd name="connsiteY20" fmla="*/ 16201 h 868622"/>
                  <a:gd name="connsiteX21" fmla="*/ 162533 w 1270053"/>
                  <a:gd name="connsiteY21" fmla="*/ 0 h 868622"/>
                  <a:gd name="connsiteX22" fmla="*/ 1047420 w 1270053"/>
                  <a:gd name="connsiteY22" fmla="*/ 0 h 868622"/>
                  <a:gd name="connsiteX23" fmla="*/ 1053643 w 1270053"/>
                  <a:gd name="connsiteY23" fmla="*/ 2489 h 868622"/>
                  <a:gd name="connsiteX24" fmla="*/ 1113382 w 1270053"/>
                  <a:gd name="connsiteY24" fmla="*/ 129422 h 868622"/>
                  <a:gd name="connsiteX25" fmla="*/ 1081023 w 1270053"/>
                  <a:gd name="connsiteY25" fmla="*/ 238933 h 868622"/>
                  <a:gd name="connsiteX26" fmla="*/ 1163165 w 1270053"/>
                  <a:gd name="connsiteY26" fmla="*/ 322311 h 868622"/>
                  <a:gd name="connsiteX27" fmla="*/ 1154453 w 1270053"/>
                  <a:gd name="connsiteY27" fmla="*/ 430578 h 868622"/>
                  <a:gd name="connsiteX28" fmla="*/ 1231616 w 1270053"/>
                  <a:gd name="connsiteY28" fmla="*/ 530133 h 868622"/>
                  <a:gd name="connsiteX29" fmla="*/ 1205480 w 1270053"/>
                  <a:gd name="connsiteY29" fmla="*/ 659555 h 868622"/>
                  <a:gd name="connsiteX30" fmla="*/ 1266464 w 1270053"/>
                  <a:gd name="connsiteY30" fmla="*/ 862400 h 868622"/>
                  <a:gd name="connsiteX31" fmla="*/ 1257752 w 1270053"/>
                  <a:gd name="connsiteY31" fmla="*/ 868622 h 868622"/>
                  <a:gd name="connsiteX32" fmla="*/ 43055 w 1270053"/>
                  <a:gd name="connsiteY32" fmla="*/ 868622 h 868622"/>
                  <a:gd name="connsiteX33" fmla="*/ 36832 w 1270053"/>
                  <a:gd name="connsiteY33" fmla="*/ 864889 h 868622"/>
                  <a:gd name="connsiteX34" fmla="*/ 60479 w 1270053"/>
                  <a:gd name="connsiteY34" fmla="*/ 583644 h 868622"/>
                  <a:gd name="connsiteX35" fmla="*/ 96571 w 1270053"/>
                  <a:gd name="connsiteY35" fmla="*/ 369600 h 868622"/>
                  <a:gd name="connsiteX36" fmla="*/ 85370 w 1270053"/>
                  <a:gd name="connsiteY36" fmla="*/ 238933 h 868622"/>
                  <a:gd name="connsiteX37" fmla="*/ 117729 w 1270053"/>
                  <a:gd name="connsiteY37" fmla="*/ 189156 h 868622"/>
                  <a:gd name="connsiteX38" fmla="*/ 158800 w 1270053"/>
                  <a:gd name="connsiteY38" fmla="*/ 1245 h 868622"/>
                  <a:gd name="connsiteX39" fmla="*/ 162533 w 1270053"/>
                  <a:gd name="connsiteY39" fmla="*/ 0 h 8686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270053" h="868622">
                    <a:moveTo>
                      <a:pt x="165035" y="16201"/>
                    </a:moveTo>
                    <a:cubicBezTo>
                      <a:pt x="151345" y="26156"/>
                      <a:pt x="74184" y="88375"/>
                      <a:pt x="133921" y="185436"/>
                    </a:cubicBezTo>
                    <a:cubicBezTo>
                      <a:pt x="136410" y="189169"/>
                      <a:pt x="135166" y="192902"/>
                      <a:pt x="132677" y="196635"/>
                    </a:cubicBezTo>
                    <a:cubicBezTo>
                      <a:pt x="128943" y="199124"/>
                      <a:pt x="55515" y="267565"/>
                      <a:pt x="114009" y="368359"/>
                    </a:cubicBezTo>
                    <a:cubicBezTo>
                      <a:pt x="115253" y="370848"/>
                      <a:pt x="115253" y="375825"/>
                      <a:pt x="111520" y="377070"/>
                    </a:cubicBezTo>
                    <a:cubicBezTo>
                      <a:pt x="107786" y="382047"/>
                      <a:pt x="4489" y="460443"/>
                      <a:pt x="76673" y="579903"/>
                    </a:cubicBezTo>
                    <a:cubicBezTo>
                      <a:pt x="77917" y="583636"/>
                      <a:pt x="77917" y="587369"/>
                      <a:pt x="76673" y="588614"/>
                    </a:cubicBezTo>
                    <a:cubicBezTo>
                      <a:pt x="70450" y="594835"/>
                      <a:pt x="-36581" y="714295"/>
                      <a:pt x="48048" y="852421"/>
                    </a:cubicBezTo>
                    <a:lnTo>
                      <a:pt x="1251516" y="852421"/>
                    </a:lnTo>
                    <a:cubicBezTo>
                      <a:pt x="1254006" y="827534"/>
                      <a:pt x="1261473" y="734205"/>
                      <a:pt x="1189290" y="667009"/>
                    </a:cubicBezTo>
                    <a:cubicBezTo>
                      <a:pt x="1185556" y="664520"/>
                      <a:pt x="1185556" y="659543"/>
                      <a:pt x="1188045" y="657054"/>
                    </a:cubicBezTo>
                    <a:cubicBezTo>
                      <a:pt x="1188045" y="655810"/>
                      <a:pt x="1226626" y="597324"/>
                      <a:pt x="1215425" y="532617"/>
                    </a:cubicBezTo>
                    <a:cubicBezTo>
                      <a:pt x="1205468" y="470398"/>
                      <a:pt x="1140752" y="441777"/>
                      <a:pt x="1140752" y="441777"/>
                    </a:cubicBezTo>
                    <a:cubicBezTo>
                      <a:pt x="1138264" y="440533"/>
                      <a:pt x="1135774" y="439288"/>
                      <a:pt x="1135774" y="436800"/>
                    </a:cubicBezTo>
                    <a:cubicBezTo>
                      <a:pt x="1134530" y="434311"/>
                      <a:pt x="1134530" y="431822"/>
                      <a:pt x="1135774" y="430578"/>
                    </a:cubicBezTo>
                    <a:cubicBezTo>
                      <a:pt x="1135774" y="430578"/>
                      <a:pt x="1164399" y="370848"/>
                      <a:pt x="1148220" y="328539"/>
                    </a:cubicBezTo>
                    <a:cubicBezTo>
                      <a:pt x="1132041" y="286230"/>
                      <a:pt x="1066080" y="247655"/>
                      <a:pt x="1066080" y="247655"/>
                    </a:cubicBezTo>
                    <a:cubicBezTo>
                      <a:pt x="1063591" y="246410"/>
                      <a:pt x="1062347" y="245166"/>
                      <a:pt x="1061102" y="241433"/>
                    </a:cubicBezTo>
                    <a:cubicBezTo>
                      <a:pt x="1061102" y="240188"/>
                      <a:pt x="1062347" y="237700"/>
                      <a:pt x="1062347" y="236455"/>
                    </a:cubicBezTo>
                    <a:cubicBezTo>
                      <a:pt x="1063591" y="235211"/>
                      <a:pt x="1103416" y="184192"/>
                      <a:pt x="1097194" y="130684"/>
                    </a:cubicBezTo>
                    <a:cubicBezTo>
                      <a:pt x="1090971" y="73442"/>
                      <a:pt x="1053635" y="26156"/>
                      <a:pt x="1044923" y="16201"/>
                    </a:cubicBezTo>
                    <a:close/>
                    <a:moveTo>
                      <a:pt x="162533" y="0"/>
                    </a:moveTo>
                    <a:lnTo>
                      <a:pt x="1047420" y="0"/>
                    </a:lnTo>
                    <a:cubicBezTo>
                      <a:pt x="1049909" y="0"/>
                      <a:pt x="1052398" y="1245"/>
                      <a:pt x="1053643" y="2489"/>
                    </a:cubicBezTo>
                    <a:cubicBezTo>
                      <a:pt x="1056132" y="4978"/>
                      <a:pt x="1105915" y="58489"/>
                      <a:pt x="1113382" y="129422"/>
                    </a:cubicBezTo>
                    <a:cubicBezTo>
                      <a:pt x="1119605" y="176711"/>
                      <a:pt x="1092224" y="221511"/>
                      <a:pt x="1081023" y="238933"/>
                    </a:cubicBezTo>
                    <a:cubicBezTo>
                      <a:pt x="1099692" y="250133"/>
                      <a:pt x="1148230" y="283733"/>
                      <a:pt x="1163165" y="322311"/>
                    </a:cubicBezTo>
                    <a:cubicBezTo>
                      <a:pt x="1178100" y="363378"/>
                      <a:pt x="1161920" y="411911"/>
                      <a:pt x="1154453" y="430578"/>
                    </a:cubicBezTo>
                    <a:cubicBezTo>
                      <a:pt x="1171877" y="440533"/>
                      <a:pt x="1221660" y="471644"/>
                      <a:pt x="1231616" y="530133"/>
                    </a:cubicBezTo>
                    <a:cubicBezTo>
                      <a:pt x="1242817" y="588622"/>
                      <a:pt x="1214192" y="642133"/>
                      <a:pt x="1205480" y="659555"/>
                    </a:cubicBezTo>
                    <a:cubicBezTo>
                      <a:pt x="1290111" y="742933"/>
                      <a:pt x="1267708" y="857422"/>
                      <a:pt x="1266464" y="862400"/>
                    </a:cubicBezTo>
                    <a:cubicBezTo>
                      <a:pt x="1265219" y="866133"/>
                      <a:pt x="1262730" y="868622"/>
                      <a:pt x="1257752" y="868622"/>
                    </a:cubicBezTo>
                    <a:lnTo>
                      <a:pt x="43055" y="868622"/>
                    </a:lnTo>
                    <a:cubicBezTo>
                      <a:pt x="40566" y="868622"/>
                      <a:pt x="38077" y="867378"/>
                      <a:pt x="36832" y="864889"/>
                    </a:cubicBezTo>
                    <a:cubicBezTo>
                      <a:pt x="-49043" y="730489"/>
                      <a:pt x="39321" y="608533"/>
                      <a:pt x="60479" y="583644"/>
                    </a:cubicBezTo>
                    <a:cubicBezTo>
                      <a:pt x="-4239" y="469155"/>
                      <a:pt x="74169" y="389511"/>
                      <a:pt x="96571" y="369600"/>
                    </a:cubicBezTo>
                    <a:cubicBezTo>
                      <a:pt x="66702" y="314844"/>
                      <a:pt x="74169" y="267556"/>
                      <a:pt x="85370" y="238933"/>
                    </a:cubicBezTo>
                    <a:cubicBezTo>
                      <a:pt x="96571" y="214044"/>
                      <a:pt x="110262" y="196622"/>
                      <a:pt x="117729" y="189156"/>
                    </a:cubicBezTo>
                    <a:cubicBezTo>
                      <a:pt x="64213" y="97067"/>
                      <a:pt x="120218" y="26134"/>
                      <a:pt x="158800" y="1245"/>
                    </a:cubicBezTo>
                    <a:cubicBezTo>
                      <a:pt x="160044" y="0"/>
                      <a:pt x="161289" y="0"/>
                      <a:pt x="16253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2060E7F7-4D1D-624D-82D0-1BCCEA21B6CC}"/>
                  </a:ext>
                </a:extLst>
              </p:cNvPr>
              <p:cNvSpPr/>
              <p:nvPr/>
            </p:nvSpPr>
            <p:spPr>
              <a:xfrm>
                <a:off x="7671589" y="10773653"/>
                <a:ext cx="1295623" cy="3352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1" h="270">
                    <a:moveTo>
                      <a:pt x="1014" y="0"/>
                    </a:moveTo>
                    <a:lnTo>
                      <a:pt x="1041" y="270"/>
                    </a:lnTo>
                    <a:lnTo>
                      <a:pt x="0" y="270"/>
                    </a:lnTo>
                    <a:cubicBezTo>
                      <a:pt x="0" y="270"/>
                      <a:pt x="30" y="116"/>
                      <a:pt x="7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1" name="Freeform 330">
                <a:extLst>
                  <a:ext uri="{FF2B5EF4-FFF2-40B4-BE49-F238E27FC236}">
                    <a16:creationId xmlns:a16="http://schemas.microsoft.com/office/drawing/2014/main" id="{80E9E9BF-E7AC-C046-A024-C06190909F72}"/>
                  </a:ext>
                </a:extLst>
              </p:cNvPr>
              <p:cNvSpPr/>
              <p:nvPr/>
            </p:nvSpPr>
            <p:spPr>
              <a:xfrm>
                <a:off x="7664114" y="10764929"/>
                <a:ext cx="1311819" cy="352683"/>
              </a:xfrm>
              <a:custGeom>
                <a:avLst/>
                <a:gdLst>
                  <a:gd name="connsiteX0" fmla="*/ 100826 w 1311819"/>
                  <a:gd name="connsiteY0" fmla="*/ 16201 h 352683"/>
                  <a:gd name="connsiteX1" fmla="*/ 18684 w 1311819"/>
                  <a:gd name="connsiteY1" fmla="*/ 336482 h 352683"/>
                  <a:gd name="connsiteX2" fmla="*/ 1295617 w 1311819"/>
                  <a:gd name="connsiteY2" fmla="*/ 336482 h 352683"/>
                  <a:gd name="connsiteX3" fmla="*/ 1262014 w 1311819"/>
                  <a:gd name="connsiteY3" fmla="*/ 16201 h 352683"/>
                  <a:gd name="connsiteX4" fmla="*/ 95835 w 1311819"/>
                  <a:gd name="connsiteY4" fmla="*/ 0 h 352683"/>
                  <a:gd name="connsiteX5" fmla="*/ 1269502 w 1311819"/>
                  <a:gd name="connsiteY5" fmla="*/ 0 h 352683"/>
                  <a:gd name="connsiteX6" fmla="*/ 1278214 w 1311819"/>
                  <a:gd name="connsiteY6" fmla="*/ 7451 h 352683"/>
                  <a:gd name="connsiteX7" fmla="*/ 1311819 w 1311819"/>
                  <a:gd name="connsiteY7" fmla="*/ 343990 h 352683"/>
                  <a:gd name="connsiteX8" fmla="*/ 1309330 w 1311819"/>
                  <a:gd name="connsiteY8" fmla="*/ 350199 h 352683"/>
                  <a:gd name="connsiteX9" fmla="*/ 1303107 w 1311819"/>
                  <a:gd name="connsiteY9" fmla="*/ 352683 h 352683"/>
                  <a:gd name="connsiteX10" fmla="*/ 7468 w 1311819"/>
                  <a:gd name="connsiteY10" fmla="*/ 352683 h 352683"/>
                  <a:gd name="connsiteX11" fmla="*/ 2489 w 1311819"/>
                  <a:gd name="connsiteY11" fmla="*/ 350199 h 352683"/>
                  <a:gd name="connsiteX12" fmla="*/ 0 w 1311819"/>
                  <a:gd name="connsiteY12" fmla="*/ 342748 h 352683"/>
                  <a:gd name="connsiteX13" fmla="*/ 88368 w 1311819"/>
                  <a:gd name="connsiteY13" fmla="*/ 6209 h 352683"/>
                  <a:gd name="connsiteX14" fmla="*/ 95835 w 1311819"/>
                  <a:gd name="connsiteY14" fmla="*/ 0 h 3526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11819" h="352683">
                    <a:moveTo>
                      <a:pt x="100826" y="16201"/>
                    </a:moveTo>
                    <a:cubicBezTo>
                      <a:pt x="58511" y="140341"/>
                      <a:pt x="26152" y="296757"/>
                      <a:pt x="18684" y="336482"/>
                    </a:cubicBezTo>
                    <a:lnTo>
                      <a:pt x="1295617" y="336482"/>
                    </a:lnTo>
                    <a:lnTo>
                      <a:pt x="1262014" y="16201"/>
                    </a:lnTo>
                    <a:close/>
                    <a:moveTo>
                      <a:pt x="95835" y="0"/>
                    </a:moveTo>
                    <a:lnTo>
                      <a:pt x="1269502" y="0"/>
                    </a:lnTo>
                    <a:cubicBezTo>
                      <a:pt x="1273236" y="0"/>
                      <a:pt x="1276970" y="3726"/>
                      <a:pt x="1278214" y="7451"/>
                    </a:cubicBezTo>
                    <a:lnTo>
                      <a:pt x="1311819" y="343990"/>
                    </a:lnTo>
                    <a:cubicBezTo>
                      <a:pt x="1311819" y="346474"/>
                      <a:pt x="1311819" y="348957"/>
                      <a:pt x="1309330" y="350199"/>
                    </a:cubicBezTo>
                    <a:cubicBezTo>
                      <a:pt x="1308085" y="351441"/>
                      <a:pt x="1305596" y="352683"/>
                      <a:pt x="1303107" y="352683"/>
                    </a:cubicBezTo>
                    <a:lnTo>
                      <a:pt x="7468" y="352683"/>
                    </a:lnTo>
                    <a:cubicBezTo>
                      <a:pt x="6223" y="352683"/>
                      <a:pt x="3734" y="351441"/>
                      <a:pt x="2489" y="350199"/>
                    </a:cubicBezTo>
                    <a:cubicBezTo>
                      <a:pt x="0" y="347716"/>
                      <a:pt x="0" y="345232"/>
                      <a:pt x="0" y="342748"/>
                    </a:cubicBezTo>
                    <a:cubicBezTo>
                      <a:pt x="0" y="341506"/>
                      <a:pt x="37339" y="149021"/>
                      <a:pt x="88368" y="6209"/>
                    </a:cubicBezTo>
                    <a:cubicBezTo>
                      <a:pt x="88368" y="2484"/>
                      <a:pt x="92101" y="0"/>
                      <a:pt x="958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0DFFB14E-00E6-DB43-857B-B3A7E5D92772}"/>
                  </a:ext>
                </a:extLst>
              </p:cNvPr>
              <p:cNvSpPr/>
              <p:nvPr/>
            </p:nvSpPr>
            <p:spPr>
              <a:xfrm>
                <a:off x="7400974" y="8841997"/>
                <a:ext cx="2839436" cy="2063756"/>
              </a:xfrm>
              <a:custGeom>
                <a:avLst/>
                <a:gdLst>
                  <a:gd name="connsiteX0" fmla="*/ 498985 w 2839436"/>
                  <a:gd name="connsiteY0" fmla="*/ 1011938 h 2063756"/>
                  <a:gd name="connsiteX1" fmla="*/ 396439 w 2839436"/>
                  <a:gd name="connsiteY1" fmla="*/ 1278080 h 2063756"/>
                  <a:gd name="connsiteX2" fmla="*/ 458214 w 2839436"/>
                  <a:gd name="connsiteY2" fmla="*/ 1613867 h 2063756"/>
                  <a:gd name="connsiteX3" fmla="*/ 545934 w 2839436"/>
                  <a:gd name="connsiteY3" fmla="*/ 1285542 h 2063756"/>
                  <a:gd name="connsiteX4" fmla="*/ 787272 w 2839436"/>
                  <a:gd name="connsiteY4" fmla="*/ 0 h 2063756"/>
                  <a:gd name="connsiteX5" fmla="*/ 1130960 w 2839436"/>
                  <a:gd name="connsiteY5" fmla="*/ 0 h 2063756"/>
                  <a:gd name="connsiteX6" fmla="*/ 1546871 w 2839436"/>
                  <a:gd name="connsiteY6" fmla="*/ 69747 h 2063756"/>
                  <a:gd name="connsiteX7" fmla="*/ 1991424 w 2839436"/>
                  <a:gd name="connsiteY7" fmla="*/ 711168 h 2063756"/>
                  <a:gd name="connsiteX8" fmla="*/ 2591632 w 2839436"/>
                  <a:gd name="connsiteY8" fmla="*/ 193049 h 2063756"/>
                  <a:gd name="connsiteX9" fmla="*/ 2839436 w 2839436"/>
                  <a:gd name="connsiteY9" fmla="*/ 475772 h 2063756"/>
                  <a:gd name="connsiteX10" fmla="*/ 1959048 w 2839436"/>
                  <a:gd name="connsiteY10" fmla="*/ 1246723 h 2063756"/>
                  <a:gd name="connsiteX11" fmla="*/ 1609134 w 2839436"/>
                  <a:gd name="connsiteY11" fmla="*/ 1073601 h 2063756"/>
                  <a:gd name="connsiteX12" fmla="*/ 1540645 w 2839436"/>
                  <a:gd name="connsiteY12" fmla="*/ 1173240 h 2063756"/>
                  <a:gd name="connsiteX13" fmla="*/ 1531929 w 2839436"/>
                  <a:gd name="connsiteY13" fmla="*/ 1930490 h 2063756"/>
                  <a:gd name="connsiteX14" fmla="*/ 519544 w 2839436"/>
                  <a:gd name="connsiteY14" fmla="*/ 1950417 h 2063756"/>
                  <a:gd name="connsiteX15" fmla="*/ 178347 w 2839436"/>
                  <a:gd name="connsiteY15" fmla="*/ 2063756 h 2063756"/>
                  <a:gd name="connsiteX16" fmla="*/ 18956 w 2839436"/>
                  <a:gd name="connsiteY16" fmla="*/ 1429808 h 2063756"/>
                  <a:gd name="connsiteX17" fmla="*/ 25182 w 2839436"/>
                  <a:gd name="connsiteY17" fmla="*/ 1117193 h 2063756"/>
                  <a:gd name="connsiteX18" fmla="*/ 331512 w 2839436"/>
                  <a:gd name="connsiteY18" fmla="*/ 220449 h 2063756"/>
                  <a:gd name="connsiteX19" fmla="*/ 787272 w 2839436"/>
                  <a:gd name="connsiteY19" fmla="*/ 0 h 2063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839436" h="2063756">
                    <a:moveTo>
                      <a:pt x="498985" y="1011938"/>
                    </a:moveTo>
                    <a:lnTo>
                      <a:pt x="396439" y="1278080"/>
                    </a:lnTo>
                    <a:lnTo>
                      <a:pt x="458214" y="1613867"/>
                    </a:lnTo>
                    <a:lnTo>
                      <a:pt x="545934" y="1285542"/>
                    </a:lnTo>
                    <a:close/>
                    <a:moveTo>
                      <a:pt x="787272" y="0"/>
                    </a:moveTo>
                    <a:lnTo>
                      <a:pt x="1130960" y="0"/>
                    </a:lnTo>
                    <a:cubicBezTo>
                      <a:pt x="1340161" y="6227"/>
                      <a:pt x="1472157" y="2491"/>
                      <a:pt x="1546871" y="69747"/>
                    </a:cubicBezTo>
                    <a:cubicBezTo>
                      <a:pt x="1644001" y="159421"/>
                      <a:pt x="1991424" y="711168"/>
                      <a:pt x="1991424" y="711168"/>
                    </a:cubicBezTo>
                    <a:lnTo>
                      <a:pt x="2591632" y="193049"/>
                    </a:lnTo>
                    <a:lnTo>
                      <a:pt x="2839436" y="475772"/>
                    </a:lnTo>
                    <a:cubicBezTo>
                      <a:pt x="2839436" y="475772"/>
                      <a:pt x="2229266" y="1170749"/>
                      <a:pt x="1959048" y="1246723"/>
                    </a:cubicBezTo>
                    <a:cubicBezTo>
                      <a:pt x="1823316" y="1285333"/>
                      <a:pt x="1609134" y="1073601"/>
                      <a:pt x="1609134" y="1073601"/>
                    </a:cubicBezTo>
                    <a:lnTo>
                      <a:pt x="1540645" y="1173240"/>
                    </a:lnTo>
                    <a:lnTo>
                      <a:pt x="1531929" y="1930490"/>
                    </a:lnTo>
                    <a:cubicBezTo>
                      <a:pt x="998964" y="2132257"/>
                      <a:pt x="519544" y="1950417"/>
                      <a:pt x="519544" y="1950417"/>
                    </a:cubicBezTo>
                    <a:lnTo>
                      <a:pt x="178347" y="2063756"/>
                    </a:lnTo>
                    <a:lnTo>
                      <a:pt x="18956" y="1429808"/>
                    </a:lnTo>
                    <a:cubicBezTo>
                      <a:pt x="-8440" y="1326433"/>
                      <a:pt x="-5949" y="1219322"/>
                      <a:pt x="25182" y="1117193"/>
                    </a:cubicBezTo>
                    <a:cubicBezTo>
                      <a:pt x="101142" y="860625"/>
                      <a:pt x="253062" y="366170"/>
                      <a:pt x="331512" y="220449"/>
                    </a:cubicBezTo>
                    <a:cubicBezTo>
                      <a:pt x="438604" y="21173"/>
                      <a:pt x="787272" y="0"/>
                      <a:pt x="7872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F3C89008-3E9B-3342-8275-3956C36A1692}"/>
                  </a:ext>
                </a:extLst>
              </p:cNvPr>
              <p:cNvSpPr/>
              <p:nvPr/>
            </p:nvSpPr>
            <p:spPr>
              <a:xfrm>
                <a:off x="7393304" y="8833273"/>
                <a:ext cx="2855201" cy="2081203"/>
              </a:xfrm>
              <a:custGeom>
                <a:avLst/>
                <a:gdLst>
                  <a:gd name="connsiteX0" fmla="*/ 794945 w 2855201"/>
                  <a:gd name="connsiteY0" fmla="*/ 16201 h 2081203"/>
                  <a:gd name="connsiteX1" fmla="*/ 346658 w 2855201"/>
                  <a:gd name="connsiteY1" fmla="*/ 232913 h 2081203"/>
                  <a:gd name="connsiteX2" fmla="*/ 40329 w 2855201"/>
                  <a:gd name="connsiteY2" fmla="*/ 1127161 h 2081203"/>
                  <a:gd name="connsiteX3" fmla="*/ 34103 w 2855201"/>
                  <a:gd name="connsiteY3" fmla="*/ 1436038 h 2081203"/>
                  <a:gd name="connsiteX4" fmla="*/ 191003 w 2855201"/>
                  <a:gd name="connsiteY4" fmla="*/ 2062510 h 2081203"/>
                  <a:gd name="connsiteX5" fmla="*/ 524728 w 2855201"/>
                  <a:gd name="connsiteY5" fmla="*/ 1950418 h 2081203"/>
                  <a:gd name="connsiteX6" fmla="*/ 530954 w 2855201"/>
                  <a:gd name="connsiteY6" fmla="*/ 1950418 h 2081203"/>
                  <a:gd name="connsiteX7" fmla="*/ 1532128 w 2855201"/>
                  <a:gd name="connsiteY7" fmla="*/ 1932981 h 2081203"/>
                  <a:gd name="connsiteX8" fmla="*/ 1540845 w 2855201"/>
                  <a:gd name="connsiteY8" fmla="*/ 1181962 h 2081203"/>
                  <a:gd name="connsiteX9" fmla="*/ 1542090 w 2855201"/>
                  <a:gd name="connsiteY9" fmla="*/ 1176980 h 2081203"/>
                  <a:gd name="connsiteX10" fmla="*/ 1610578 w 2855201"/>
                  <a:gd name="connsiteY10" fmla="*/ 1077342 h 2081203"/>
                  <a:gd name="connsiteX11" fmla="*/ 1615559 w 2855201"/>
                  <a:gd name="connsiteY11" fmla="*/ 1073606 h 2081203"/>
                  <a:gd name="connsiteX12" fmla="*/ 1621785 w 2855201"/>
                  <a:gd name="connsiteY12" fmla="*/ 1076097 h 2081203"/>
                  <a:gd name="connsiteX13" fmla="*/ 1964227 w 2855201"/>
                  <a:gd name="connsiteY13" fmla="*/ 1247972 h 2081203"/>
                  <a:gd name="connsiteX14" fmla="*/ 2835896 w 2855201"/>
                  <a:gd name="connsiteY14" fmla="*/ 484498 h 2081203"/>
                  <a:gd name="connsiteX15" fmla="*/ 2596810 w 2855201"/>
                  <a:gd name="connsiteY15" fmla="*/ 212985 h 2081203"/>
                  <a:gd name="connsiteX16" fmla="*/ 2004075 w 2855201"/>
                  <a:gd name="connsiteY16" fmla="*/ 726119 h 2081203"/>
                  <a:gd name="connsiteX17" fmla="*/ 1997848 w 2855201"/>
                  <a:gd name="connsiteY17" fmla="*/ 727365 h 2081203"/>
                  <a:gd name="connsiteX18" fmla="*/ 1991622 w 2855201"/>
                  <a:gd name="connsiteY18" fmla="*/ 723629 h 2081203"/>
                  <a:gd name="connsiteX19" fmla="*/ 1548316 w 2855201"/>
                  <a:gd name="connsiteY19" fmla="*/ 84702 h 2081203"/>
                  <a:gd name="connsiteX20" fmla="*/ 1197158 w 2855201"/>
                  <a:gd name="connsiteY20" fmla="*/ 18692 h 2081203"/>
                  <a:gd name="connsiteX21" fmla="*/ 1138632 w 2855201"/>
                  <a:gd name="connsiteY21" fmla="*/ 16201 h 2081203"/>
                  <a:gd name="connsiteX22" fmla="*/ 794941 w 2855201"/>
                  <a:gd name="connsiteY22" fmla="*/ 0 h 2081203"/>
                  <a:gd name="connsiteX23" fmla="*/ 1138629 w 2855201"/>
                  <a:gd name="connsiteY23" fmla="*/ 0 h 2081203"/>
                  <a:gd name="connsiteX24" fmla="*/ 1198400 w 2855201"/>
                  <a:gd name="connsiteY24" fmla="*/ 1245 h 2081203"/>
                  <a:gd name="connsiteX25" fmla="*/ 1559522 w 2855201"/>
                  <a:gd name="connsiteY25" fmla="*/ 72238 h 2081203"/>
                  <a:gd name="connsiteX26" fmla="*/ 2000339 w 2855201"/>
                  <a:gd name="connsiteY26" fmla="*/ 707435 h 2081203"/>
                  <a:gd name="connsiteX27" fmla="*/ 2593077 w 2855201"/>
                  <a:gd name="connsiteY27" fmla="*/ 195541 h 2081203"/>
                  <a:gd name="connsiteX28" fmla="*/ 2604284 w 2855201"/>
                  <a:gd name="connsiteY28" fmla="*/ 196786 h 2081203"/>
                  <a:gd name="connsiteX29" fmla="*/ 2853334 w 2855201"/>
                  <a:gd name="connsiteY29" fmla="*/ 479511 h 2081203"/>
                  <a:gd name="connsiteX30" fmla="*/ 2853334 w 2855201"/>
                  <a:gd name="connsiteY30" fmla="*/ 490721 h 2081203"/>
                  <a:gd name="connsiteX31" fmla="*/ 1969208 w 2855201"/>
                  <a:gd name="connsiteY31" fmla="*/ 1264166 h 2081203"/>
                  <a:gd name="connsiteX32" fmla="*/ 1618049 w 2855201"/>
                  <a:gd name="connsiteY32" fmla="*/ 1093535 h 2081203"/>
                  <a:gd name="connsiteX33" fmla="*/ 1555786 w 2855201"/>
                  <a:gd name="connsiteY33" fmla="*/ 1184455 h 2081203"/>
                  <a:gd name="connsiteX34" fmla="*/ 1548315 w 2855201"/>
                  <a:gd name="connsiteY34" fmla="*/ 1939218 h 2081203"/>
                  <a:gd name="connsiteX35" fmla="*/ 1542089 w 2855201"/>
                  <a:gd name="connsiteY35" fmla="*/ 1946691 h 2081203"/>
                  <a:gd name="connsiteX36" fmla="*/ 527213 w 2855201"/>
                  <a:gd name="connsiteY36" fmla="*/ 1966619 h 2081203"/>
                  <a:gd name="connsiteX37" fmla="*/ 188506 w 2855201"/>
                  <a:gd name="connsiteY37" fmla="*/ 2079957 h 2081203"/>
                  <a:gd name="connsiteX38" fmla="*/ 186015 w 2855201"/>
                  <a:gd name="connsiteY38" fmla="*/ 2081203 h 2081203"/>
                  <a:gd name="connsiteX39" fmla="*/ 182279 w 2855201"/>
                  <a:gd name="connsiteY39" fmla="*/ 2079957 h 2081203"/>
                  <a:gd name="connsiteX40" fmla="*/ 178544 w 2855201"/>
                  <a:gd name="connsiteY40" fmla="*/ 2074976 h 2081203"/>
                  <a:gd name="connsiteX41" fmla="*/ 17907 w 2855201"/>
                  <a:gd name="connsiteY41" fmla="*/ 1441025 h 2081203"/>
                  <a:gd name="connsiteX42" fmla="*/ 25378 w 2855201"/>
                  <a:gd name="connsiteY42" fmla="*/ 1123426 h 2081203"/>
                  <a:gd name="connsiteX43" fmla="*/ 331709 w 2855201"/>
                  <a:gd name="connsiteY43" fmla="*/ 225433 h 2081203"/>
                  <a:gd name="connsiteX44" fmla="*/ 604418 w 2855201"/>
                  <a:gd name="connsiteY44" fmla="*/ 36119 h 2081203"/>
                  <a:gd name="connsiteX45" fmla="*/ 794941 w 2855201"/>
                  <a:gd name="connsiteY45" fmla="*/ 0 h 20812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2855201" h="2081203">
                    <a:moveTo>
                      <a:pt x="794945" y="16201"/>
                    </a:moveTo>
                    <a:cubicBezTo>
                      <a:pt x="792455" y="17446"/>
                      <a:pt x="450013" y="39865"/>
                      <a:pt x="346658" y="232913"/>
                    </a:cubicBezTo>
                    <a:cubicBezTo>
                      <a:pt x="268208" y="374897"/>
                      <a:pt x="121270" y="855649"/>
                      <a:pt x="40329" y="1127161"/>
                    </a:cubicBezTo>
                    <a:cubicBezTo>
                      <a:pt x="10443" y="1228044"/>
                      <a:pt x="7953" y="1335155"/>
                      <a:pt x="34103" y="1436038"/>
                    </a:cubicBezTo>
                    <a:lnTo>
                      <a:pt x="191003" y="2062510"/>
                    </a:lnTo>
                    <a:lnTo>
                      <a:pt x="524728" y="1950418"/>
                    </a:lnTo>
                    <a:cubicBezTo>
                      <a:pt x="525973" y="1950418"/>
                      <a:pt x="528464" y="1950418"/>
                      <a:pt x="530954" y="1950418"/>
                    </a:cubicBezTo>
                    <a:cubicBezTo>
                      <a:pt x="534690" y="1952909"/>
                      <a:pt x="1010372" y="2129765"/>
                      <a:pt x="1532128" y="1932981"/>
                    </a:cubicBezTo>
                    <a:lnTo>
                      <a:pt x="1540845" y="1181962"/>
                    </a:lnTo>
                    <a:cubicBezTo>
                      <a:pt x="1540845" y="1179471"/>
                      <a:pt x="1540845" y="1178225"/>
                      <a:pt x="1542090" y="1176980"/>
                    </a:cubicBezTo>
                    <a:lnTo>
                      <a:pt x="1610578" y="1077342"/>
                    </a:lnTo>
                    <a:cubicBezTo>
                      <a:pt x="1610578" y="1074851"/>
                      <a:pt x="1613069" y="1073606"/>
                      <a:pt x="1615559" y="1073606"/>
                    </a:cubicBezTo>
                    <a:cubicBezTo>
                      <a:pt x="1618050" y="1073606"/>
                      <a:pt x="1620540" y="1073606"/>
                      <a:pt x="1621785" y="1076097"/>
                    </a:cubicBezTo>
                    <a:cubicBezTo>
                      <a:pt x="1624276" y="1078588"/>
                      <a:pt x="1835967" y="1284091"/>
                      <a:pt x="1964227" y="1247972"/>
                    </a:cubicBezTo>
                    <a:cubicBezTo>
                      <a:pt x="2217011" y="1176980"/>
                      <a:pt x="2778615" y="549263"/>
                      <a:pt x="2835896" y="484498"/>
                    </a:cubicBezTo>
                    <a:lnTo>
                      <a:pt x="2596810" y="212985"/>
                    </a:lnTo>
                    <a:lnTo>
                      <a:pt x="2004075" y="726119"/>
                    </a:lnTo>
                    <a:cubicBezTo>
                      <a:pt x="2002829" y="727365"/>
                      <a:pt x="1999094" y="727365"/>
                      <a:pt x="1997848" y="727365"/>
                    </a:cubicBezTo>
                    <a:cubicBezTo>
                      <a:pt x="1995358" y="727365"/>
                      <a:pt x="1992867" y="726119"/>
                      <a:pt x="1991622" y="723629"/>
                    </a:cubicBezTo>
                    <a:cubicBezTo>
                      <a:pt x="1987886" y="718647"/>
                      <a:pt x="1644200" y="171885"/>
                      <a:pt x="1548316" y="84702"/>
                    </a:cubicBezTo>
                    <a:cubicBezTo>
                      <a:pt x="1483564" y="26165"/>
                      <a:pt x="1370247" y="23674"/>
                      <a:pt x="1197158" y="18692"/>
                    </a:cubicBezTo>
                    <a:cubicBezTo>
                      <a:pt x="1178479" y="17446"/>
                      <a:pt x="1159801" y="17446"/>
                      <a:pt x="1138632" y="16201"/>
                    </a:cubicBezTo>
                    <a:close/>
                    <a:moveTo>
                      <a:pt x="794941" y="0"/>
                    </a:moveTo>
                    <a:lnTo>
                      <a:pt x="1138629" y="0"/>
                    </a:lnTo>
                    <a:cubicBezTo>
                      <a:pt x="1159798" y="1245"/>
                      <a:pt x="1179722" y="1245"/>
                      <a:pt x="1198400" y="1245"/>
                    </a:cubicBezTo>
                    <a:cubicBezTo>
                      <a:pt x="1373980" y="7473"/>
                      <a:pt x="1491034" y="9964"/>
                      <a:pt x="1559522" y="72238"/>
                    </a:cubicBezTo>
                    <a:cubicBezTo>
                      <a:pt x="1651670" y="156931"/>
                      <a:pt x="1955510" y="636442"/>
                      <a:pt x="2000339" y="707435"/>
                    </a:cubicBezTo>
                    <a:lnTo>
                      <a:pt x="2593077" y="195541"/>
                    </a:lnTo>
                    <a:cubicBezTo>
                      <a:pt x="2596813" y="193050"/>
                      <a:pt x="2601794" y="193050"/>
                      <a:pt x="2604284" y="196786"/>
                    </a:cubicBezTo>
                    <a:lnTo>
                      <a:pt x="2853334" y="479511"/>
                    </a:lnTo>
                    <a:cubicBezTo>
                      <a:pt x="2855824" y="482002"/>
                      <a:pt x="2855824" y="486984"/>
                      <a:pt x="2853334" y="490721"/>
                    </a:cubicBezTo>
                    <a:cubicBezTo>
                      <a:pt x="2828428" y="519367"/>
                      <a:pt x="2238182" y="1186946"/>
                      <a:pt x="1969208" y="1264166"/>
                    </a:cubicBezTo>
                    <a:cubicBezTo>
                      <a:pt x="1842193" y="1299039"/>
                      <a:pt x="1656651" y="1130899"/>
                      <a:pt x="1618049" y="1093535"/>
                    </a:cubicBezTo>
                    <a:lnTo>
                      <a:pt x="1555786" y="1184455"/>
                    </a:lnTo>
                    <a:lnTo>
                      <a:pt x="1548315" y="1939218"/>
                    </a:lnTo>
                    <a:cubicBezTo>
                      <a:pt x="1548315" y="1942954"/>
                      <a:pt x="1545824" y="1944200"/>
                      <a:pt x="1542089" y="1946691"/>
                    </a:cubicBezTo>
                    <a:cubicBezTo>
                      <a:pt x="1034028" y="2139741"/>
                      <a:pt x="567061" y="1981564"/>
                      <a:pt x="527213" y="1966619"/>
                    </a:cubicBezTo>
                    <a:lnTo>
                      <a:pt x="188506" y="2079957"/>
                    </a:lnTo>
                    <a:cubicBezTo>
                      <a:pt x="187260" y="2081203"/>
                      <a:pt x="187260" y="2081203"/>
                      <a:pt x="186015" y="2081203"/>
                    </a:cubicBezTo>
                    <a:cubicBezTo>
                      <a:pt x="184770" y="2081203"/>
                      <a:pt x="183525" y="2081203"/>
                      <a:pt x="182279" y="2079957"/>
                    </a:cubicBezTo>
                    <a:cubicBezTo>
                      <a:pt x="179789" y="2078712"/>
                      <a:pt x="178544" y="2077467"/>
                      <a:pt x="178544" y="2074976"/>
                    </a:cubicBezTo>
                    <a:lnTo>
                      <a:pt x="17907" y="1441025"/>
                    </a:lnTo>
                    <a:cubicBezTo>
                      <a:pt x="-8244" y="1336404"/>
                      <a:pt x="-5753" y="1226801"/>
                      <a:pt x="25378" y="1123426"/>
                    </a:cubicBezTo>
                    <a:cubicBezTo>
                      <a:pt x="105074" y="849420"/>
                      <a:pt x="254504" y="368663"/>
                      <a:pt x="331709" y="225433"/>
                    </a:cubicBezTo>
                    <a:cubicBezTo>
                      <a:pt x="376538" y="140740"/>
                      <a:pt x="471177" y="75975"/>
                      <a:pt x="604418" y="36119"/>
                    </a:cubicBezTo>
                    <a:cubicBezTo>
                      <a:pt x="705283" y="6227"/>
                      <a:pt x="794941" y="0"/>
                      <a:pt x="7949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1781C5C5-5FBE-EA40-8F17-2D331736C793}"/>
                  </a:ext>
                </a:extLst>
              </p:cNvPr>
              <p:cNvSpPr/>
              <p:nvPr/>
            </p:nvSpPr>
            <p:spPr>
              <a:xfrm>
                <a:off x="7788693" y="9846131"/>
                <a:ext cx="166936" cy="618453"/>
              </a:xfrm>
              <a:custGeom>
                <a:avLst/>
                <a:gdLst>
                  <a:gd name="connsiteX0" fmla="*/ 108776 w 166936"/>
                  <a:gd name="connsiteY0" fmla="*/ 37714 h 618453"/>
                  <a:gd name="connsiteX1" fmla="*/ 17441 w 166936"/>
                  <a:gd name="connsiteY1" fmla="*/ 275193 h 618453"/>
                  <a:gd name="connsiteX2" fmla="*/ 71749 w 166936"/>
                  <a:gd name="connsiteY2" fmla="*/ 574839 h 618453"/>
                  <a:gd name="connsiteX3" fmla="*/ 150741 w 166936"/>
                  <a:gd name="connsiteY3" fmla="*/ 281410 h 618453"/>
                  <a:gd name="connsiteX4" fmla="*/ 111291 w 166936"/>
                  <a:gd name="connsiteY4" fmla="*/ 323 h 618453"/>
                  <a:gd name="connsiteX5" fmla="*/ 118710 w 166936"/>
                  <a:gd name="connsiteY5" fmla="*/ 6542 h 618453"/>
                  <a:gd name="connsiteX6" fmla="*/ 166936 w 166936"/>
                  <a:gd name="connsiteY6" fmla="*/ 280161 h 618453"/>
                  <a:gd name="connsiteX7" fmla="*/ 166936 w 166936"/>
                  <a:gd name="connsiteY7" fmla="*/ 282648 h 618453"/>
                  <a:gd name="connsiteX8" fmla="*/ 77904 w 166936"/>
                  <a:gd name="connsiteY8" fmla="*/ 612234 h 618453"/>
                  <a:gd name="connsiteX9" fmla="*/ 70484 w 166936"/>
                  <a:gd name="connsiteY9" fmla="*/ 618453 h 618453"/>
                  <a:gd name="connsiteX10" fmla="*/ 63065 w 166936"/>
                  <a:gd name="connsiteY10" fmla="*/ 612234 h 618453"/>
                  <a:gd name="connsiteX11" fmla="*/ 0 w 166936"/>
                  <a:gd name="connsiteY11" fmla="*/ 275186 h 618453"/>
                  <a:gd name="connsiteX12" fmla="*/ 1237 w 166936"/>
                  <a:gd name="connsiteY12" fmla="*/ 271454 h 618453"/>
                  <a:gd name="connsiteX13" fmla="*/ 103872 w 166936"/>
                  <a:gd name="connsiteY13" fmla="*/ 5298 h 618453"/>
                  <a:gd name="connsiteX14" fmla="*/ 111291 w 166936"/>
                  <a:gd name="connsiteY14" fmla="*/ 323 h 6184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66936" h="618453">
                    <a:moveTo>
                      <a:pt x="108776" y="37714"/>
                    </a:moveTo>
                    <a:lnTo>
                      <a:pt x="17441" y="275193"/>
                    </a:lnTo>
                    <a:lnTo>
                      <a:pt x="71749" y="574839"/>
                    </a:lnTo>
                    <a:lnTo>
                      <a:pt x="150741" y="281410"/>
                    </a:lnTo>
                    <a:close/>
                    <a:moveTo>
                      <a:pt x="111291" y="323"/>
                    </a:moveTo>
                    <a:cubicBezTo>
                      <a:pt x="116237" y="323"/>
                      <a:pt x="118710" y="2810"/>
                      <a:pt x="118710" y="6542"/>
                    </a:cubicBezTo>
                    <a:lnTo>
                      <a:pt x="166936" y="280161"/>
                    </a:lnTo>
                    <a:cubicBezTo>
                      <a:pt x="166936" y="281404"/>
                      <a:pt x="166936" y="282648"/>
                      <a:pt x="166936" y="282648"/>
                    </a:cubicBezTo>
                    <a:lnTo>
                      <a:pt x="77904" y="612234"/>
                    </a:lnTo>
                    <a:cubicBezTo>
                      <a:pt x="76667" y="615966"/>
                      <a:pt x="74194" y="618453"/>
                      <a:pt x="70484" y="618453"/>
                    </a:cubicBezTo>
                    <a:cubicBezTo>
                      <a:pt x="66775" y="618453"/>
                      <a:pt x="63065" y="615966"/>
                      <a:pt x="63065" y="612234"/>
                    </a:cubicBezTo>
                    <a:lnTo>
                      <a:pt x="0" y="275186"/>
                    </a:lnTo>
                    <a:cubicBezTo>
                      <a:pt x="0" y="273942"/>
                      <a:pt x="0" y="272698"/>
                      <a:pt x="1237" y="271454"/>
                    </a:cubicBezTo>
                    <a:lnTo>
                      <a:pt x="103872" y="5298"/>
                    </a:lnTo>
                    <a:cubicBezTo>
                      <a:pt x="105108" y="1567"/>
                      <a:pt x="108818" y="-921"/>
                      <a:pt x="111291" y="32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1F268C8C-F55B-3048-9431-3987D28B62F9}"/>
                  </a:ext>
                </a:extLst>
              </p:cNvPr>
              <p:cNvSpPr/>
              <p:nvPr/>
            </p:nvSpPr>
            <p:spPr>
              <a:xfrm>
                <a:off x="8912397" y="9341735"/>
                <a:ext cx="185623" cy="5807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0" h="467">
                    <a:moveTo>
                      <a:pt x="80" y="467"/>
                    </a:moveTo>
                    <a:cubicBezTo>
                      <a:pt x="78" y="467"/>
                      <a:pt x="77" y="467"/>
                      <a:pt x="76" y="466"/>
                    </a:cubicBezTo>
                    <a:cubicBezTo>
                      <a:pt x="73" y="464"/>
                      <a:pt x="72" y="460"/>
                      <a:pt x="74" y="457"/>
                    </a:cubicBezTo>
                    <a:cubicBezTo>
                      <a:pt x="75" y="455"/>
                      <a:pt x="178" y="298"/>
                      <a:pt x="120" y="194"/>
                    </a:cubicBezTo>
                    <a:cubicBezTo>
                      <a:pt x="59" y="85"/>
                      <a:pt x="2" y="11"/>
                      <a:pt x="1" y="10"/>
                    </a:cubicBezTo>
                    <a:cubicBezTo>
                      <a:pt x="0" y="8"/>
                      <a:pt x="0" y="4"/>
                      <a:pt x="3" y="1"/>
                    </a:cubicBezTo>
                    <a:cubicBezTo>
                      <a:pt x="6" y="-1"/>
                      <a:pt x="10" y="-1"/>
                      <a:pt x="12" y="3"/>
                    </a:cubicBezTo>
                    <a:cubicBezTo>
                      <a:pt x="12" y="3"/>
                      <a:pt x="71" y="78"/>
                      <a:pt x="131" y="188"/>
                    </a:cubicBezTo>
                    <a:cubicBezTo>
                      <a:pt x="157" y="234"/>
                      <a:pt x="157" y="297"/>
                      <a:pt x="132" y="369"/>
                    </a:cubicBezTo>
                    <a:cubicBezTo>
                      <a:pt x="113" y="423"/>
                      <a:pt x="86" y="463"/>
                      <a:pt x="85" y="464"/>
                    </a:cubicBezTo>
                    <a:cubicBezTo>
                      <a:pt x="84" y="466"/>
                      <a:pt x="82" y="467"/>
                      <a:pt x="80" y="46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2" name="Freeform 201">
                <a:extLst>
                  <a:ext uri="{FF2B5EF4-FFF2-40B4-BE49-F238E27FC236}">
                    <a16:creationId xmlns:a16="http://schemas.microsoft.com/office/drawing/2014/main" id="{2838BD10-62CA-F94D-AD39-ACFFF955CCCA}"/>
                  </a:ext>
                </a:extLst>
              </p:cNvPr>
              <p:cNvSpPr/>
              <p:nvPr/>
            </p:nvSpPr>
            <p:spPr>
              <a:xfrm>
                <a:off x="7989266" y="8838258"/>
                <a:ext cx="713839" cy="3265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4" h="263">
                    <a:moveTo>
                      <a:pt x="382" y="263"/>
                    </a:moveTo>
                    <a:cubicBezTo>
                      <a:pt x="312" y="263"/>
                      <a:pt x="290" y="246"/>
                      <a:pt x="220" y="191"/>
                    </a:cubicBezTo>
                    <a:cubicBezTo>
                      <a:pt x="177" y="158"/>
                      <a:pt x="111" y="108"/>
                      <a:pt x="3" y="38"/>
                    </a:cubicBezTo>
                    <a:cubicBezTo>
                      <a:pt x="1" y="36"/>
                      <a:pt x="-1" y="32"/>
                      <a:pt x="1" y="29"/>
                    </a:cubicBezTo>
                    <a:cubicBezTo>
                      <a:pt x="3" y="26"/>
                      <a:pt x="7" y="25"/>
                      <a:pt x="10" y="27"/>
                    </a:cubicBezTo>
                    <a:cubicBezTo>
                      <a:pt x="118" y="97"/>
                      <a:pt x="184" y="148"/>
                      <a:pt x="227" y="181"/>
                    </a:cubicBezTo>
                    <a:cubicBezTo>
                      <a:pt x="298" y="236"/>
                      <a:pt x="317" y="250"/>
                      <a:pt x="384" y="250"/>
                    </a:cubicBezTo>
                    <a:cubicBezTo>
                      <a:pt x="449" y="249"/>
                      <a:pt x="466" y="208"/>
                      <a:pt x="493" y="140"/>
                    </a:cubicBezTo>
                    <a:lnTo>
                      <a:pt x="498" y="130"/>
                    </a:lnTo>
                    <a:cubicBezTo>
                      <a:pt x="514" y="88"/>
                      <a:pt x="559" y="7"/>
                      <a:pt x="561" y="4"/>
                    </a:cubicBezTo>
                    <a:cubicBezTo>
                      <a:pt x="563" y="0"/>
                      <a:pt x="567" y="-1"/>
                      <a:pt x="571" y="1"/>
                    </a:cubicBezTo>
                    <a:cubicBezTo>
                      <a:pt x="574" y="3"/>
                      <a:pt x="575" y="7"/>
                      <a:pt x="573" y="10"/>
                    </a:cubicBezTo>
                    <a:cubicBezTo>
                      <a:pt x="572" y="11"/>
                      <a:pt x="526" y="94"/>
                      <a:pt x="509" y="134"/>
                    </a:cubicBezTo>
                    <a:lnTo>
                      <a:pt x="505" y="145"/>
                    </a:lnTo>
                    <a:cubicBezTo>
                      <a:pt x="478" y="213"/>
                      <a:pt x="458" y="262"/>
                      <a:pt x="385" y="263"/>
                    </a:cubicBezTo>
                    <a:cubicBezTo>
                      <a:pt x="383" y="263"/>
                      <a:pt x="382" y="263"/>
                      <a:pt x="382" y="2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3" name="Freeform 202">
                <a:extLst>
                  <a:ext uri="{FF2B5EF4-FFF2-40B4-BE49-F238E27FC236}">
                    <a16:creationId xmlns:a16="http://schemas.microsoft.com/office/drawing/2014/main" id="{85B36A35-B7FA-4946-BEB9-102C82B1FB5D}"/>
                  </a:ext>
                </a:extLst>
              </p:cNvPr>
              <p:cNvSpPr/>
              <p:nvPr/>
            </p:nvSpPr>
            <p:spPr>
              <a:xfrm>
                <a:off x="9785697" y="9200911"/>
                <a:ext cx="281549" cy="3215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7" h="259">
                    <a:moveTo>
                      <a:pt x="221" y="259"/>
                    </a:moveTo>
                    <a:cubicBezTo>
                      <a:pt x="219" y="259"/>
                      <a:pt x="217" y="258"/>
                      <a:pt x="216" y="257"/>
                    </a:cubicBezTo>
                    <a:lnTo>
                      <a:pt x="2" y="10"/>
                    </a:lnTo>
                    <a:cubicBezTo>
                      <a:pt x="-1" y="7"/>
                      <a:pt x="0" y="3"/>
                      <a:pt x="2" y="1"/>
                    </a:cubicBezTo>
                    <a:cubicBezTo>
                      <a:pt x="6" y="0"/>
                      <a:pt x="9" y="0"/>
                      <a:pt x="12" y="1"/>
                    </a:cubicBezTo>
                    <a:lnTo>
                      <a:pt x="226" y="248"/>
                    </a:lnTo>
                    <a:cubicBezTo>
                      <a:pt x="228" y="251"/>
                      <a:pt x="228" y="255"/>
                      <a:pt x="225" y="257"/>
                    </a:cubicBezTo>
                    <a:cubicBezTo>
                      <a:pt x="224" y="259"/>
                      <a:pt x="223" y="259"/>
                      <a:pt x="221" y="25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B6FD7884-2248-4F48-8FB3-B0745ED68761}"/>
                  </a:ext>
                </a:extLst>
              </p:cNvPr>
              <p:cNvSpPr/>
              <p:nvPr/>
            </p:nvSpPr>
            <p:spPr>
              <a:xfrm>
                <a:off x="7639198" y="10793592"/>
                <a:ext cx="398653" cy="315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1" h="254">
                    <a:moveTo>
                      <a:pt x="227" y="0"/>
                    </a:moveTo>
                    <a:lnTo>
                      <a:pt x="261" y="122"/>
                    </a:lnTo>
                    <a:cubicBezTo>
                      <a:pt x="261" y="122"/>
                      <a:pt x="321" y="195"/>
                      <a:pt x="321" y="254"/>
                    </a:cubicBezTo>
                    <a:lnTo>
                      <a:pt x="50" y="254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29FABE44-D110-EA4C-9FB2-ED2443C98328}"/>
                  </a:ext>
                </a:extLst>
              </p:cNvPr>
              <p:cNvSpPr/>
              <p:nvPr/>
            </p:nvSpPr>
            <p:spPr>
              <a:xfrm>
                <a:off x="7628906" y="10784869"/>
                <a:ext cx="416417" cy="332743"/>
              </a:xfrm>
              <a:custGeom>
                <a:avLst/>
                <a:gdLst>
                  <a:gd name="connsiteX0" fmla="*/ 287229 w 416417"/>
                  <a:gd name="connsiteY0" fmla="*/ 18693 h 332743"/>
                  <a:gd name="connsiteX1" fmla="*/ 20259 w 416417"/>
                  <a:gd name="connsiteY1" fmla="*/ 108048 h 332743"/>
                  <a:gd name="connsiteX2" fmla="*/ 78620 w 416417"/>
                  <a:gd name="connsiteY2" fmla="*/ 316542 h 332743"/>
                  <a:gd name="connsiteX3" fmla="*/ 400225 w 416417"/>
                  <a:gd name="connsiteY3" fmla="*/ 316542 h 332743"/>
                  <a:gd name="connsiteX4" fmla="*/ 328206 w 416417"/>
                  <a:gd name="connsiteY4" fmla="*/ 165135 h 332743"/>
                  <a:gd name="connsiteX5" fmla="*/ 326964 w 416417"/>
                  <a:gd name="connsiteY5" fmla="*/ 162653 h 332743"/>
                  <a:gd name="connsiteX6" fmla="*/ 288484 w 416417"/>
                  <a:gd name="connsiteY6" fmla="*/ 0 h 332743"/>
                  <a:gd name="connsiteX7" fmla="*/ 294694 w 416417"/>
                  <a:gd name="connsiteY7" fmla="*/ 1242 h 332743"/>
                  <a:gd name="connsiteX8" fmla="*/ 298420 w 416417"/>
                  <a:gd name="connsiteY8" fmla="*/ 6208 h 332743"/>
                  <a:gd name="connsiteX9" fmla="*/ 340651 w 416417"/>
                  <a:gd name="connsiteY9" fmla="*/ 156439 h 332743"/>
                  <a:gd name="connsiteX10" fmla="*/ 416417 w 416417"/>
                  <a:gd name="connsiteY10" fmla="*/ 324052 h 332743"/>
                  <a:gd name="connsiteX11" fmla="*/ 407723 w 416417"/>
                  <a:gd name="connsiteY11" fmla="*/ 332743 h 332743"/>
                  <a:gd name="connsiteX12" fmla="*/ 71121 w 416417"/>
                  <a:gd name="connsiteY12" fmla="*/ 332743 h 332743"/>
                  <a:gd name="connsiteX13" fmla="*/ 63669 w 416417"/>
                  <a:gd name="connsiteY13" fmla="*/ 327777 h 332743"/>
                  <a:gd name="connsiteX14" fmla="*/ 323 w 416417"/>
                  <a:gd name="connsiteY14" fmla="*/ 105534 h 332743"/>
                  <a:gd name="connsiteX15" fmla="*/ 5292 w 416417"/>
                  <a:gd name="connsiteY15" fmla="*/ 95602 h 3327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416417" h="332743">
                    <a:moveTo>
                      <a:pt x="287229" y="18693"/>
                    </a:moveTo>
                    <a:lnTo>
                      <a:pt x="20259" y="108048"/>
                    </a:lnTo>
                    <a:lnTo>
                      <a:pt x="78620" y="316542"/>
                    </a:lnTo>
                    <a:lnTo>
                      <a:pt x="400225" y="316542"/>
                    </a:lnTo>
                    <a:cubicBezTo>
                      <a:pt x="395258" y="248285"/>
                      <a:pt x="328206" y="166376"/>
                      <a:pt x="328206" y="165135"/>
                    </a:cubicBezTo>
                    <a:cubicBezTo>
                      <a:pt x="328206" y="165135"/>
                      <a:pt x="326964" y="163894"/>
                      <a:pt x="326964" y="162653"/>
                    </a:cubicBezTo>
                    <a:close/>
                    <a:moveTo>
                      <a:pt x="288484" y="0"/>
                    </a:moveTo>
                    <a:cubicBezTo>
                      <a:pt x="289726" y="0"/>
                      <a:pt x="292210" y="0"/>
                      <a:pt x="294694" y="1242"/>
                    </a:cubicBezTo>
                    <a:cubicBezTo>
                      <a:pt x="295936" y="2483"/>
                      <a:pt x="298420" y="3725"/>
                      <a:pt x="298420" y="6208"/>
                    </a:cubicBezTo>
                    <a:lnTo>
                      <a:pt x="340651" y="156439"/>
                    </a:lnTo>
                    <a:cubicBezTo>
                      <a:pt x="350587" y="168855"/>
                      <a:pt x="416417" y="252040"/>
                      <a:pt x="416417" y="324052"/>
                    </a:cubicBezTo>
                    <a:cubicBezTo>
                      <a:pt x="416417" y="329018"/>
                      <a:pt x="412691" y="332743"/>
                      <a:pt x="407723" y="332743"/>
                    </a:cubicBezTo>
                    <a:lnTo>
                      <a:pt x="71121" y="332743"/>
                    </a:lnTo>
                    <a:cubicBezTo>
                      <a:pt x="67395" y="332743"/>
                      <a:pt x="63669" y="330260"/>
                      <a:pt x="63669" y="327777"/>
                    </a:cubicBezTo>
                    <a:lnTo>
                      <a:pt x="323" y="105534"/>
                    </a:lnTo>
                    <a:cubicBezTo>
                      <a:pt x="-919" y="100568"/>
                      <a:pt x="1565" y="96843"/>
                      <a:pt x="5292" y="9560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888020E0-14AF-5147-A641-A6F2DA6036D0}"/>
                  </a:ext>
                </a:extLst>
              </p:cNvPr>
              <p:cNvSpPr/>
              <p:nvPr/>
            </p:nvSpPr>
            <p:spPr>
              <a:xfrm>
                <a:off x="7788693" y="9723078"/>
                <a:ext cx="165690" cy="10767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4" h="865">
                    <a:moveTo>
                      <a:pt x="107" y="865"/>
                    </a:moveTo>
                    <a:cubicBezTo>
                      <a:pt x="104" y="865"/>
                      <a:pt x="101" y="863"/>
                      <a:pt x="100" y="860"/>
                    </a:cubicBezTo>
                    <a:lnTo>
                      <a:pt x="0" y="320"/>
                    </a:lnTo>
                    <a:cubicBezTo>
                      <a:pt x="0" y="319"/>
                      <a:pt x="0" y="318"/>
                      <a:pt x="1" y="317"/>
                    </a:cubicBezTo>
                    <a:lnTo>
                      <a:pt x="122" y="4"/>
                    </a:lnTo>
                    <a:cubicBezTo>
                      <a:pt x="124" y="1"/>
                      <a:pt x="127" y="-1"/>
                      <a:pt x="130" y="1"/>
                    </a:cubicBezTo>
                    <a:cubicBezTo>
                      <a:pt x="134" y="2"/>
                      <a:pt x="135" y="6"/>
                      <a:pt x="134" y="9"/>
                    </a:cubicBezTo>
                    <a:lnTo>
                      <a:pt x="14" y="320"/>
                    </a:lnTo>
                    <a:lnTo>
                      <a:pt x="113" y="857"/>
                    </a:lnTo>
                    <a:cubicBezTo>
                      <a:pt x="114" y="861"/>
                      <a:pt x="112" y="864"/>
                      <a:pt x="108" y="86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3218950A-A2C3-9E46-AEE0-05CDD49094BC}"/>
                  </a:ext>
                </a:extLst>
              </p:cNvPr>
              <p:cNvSpPr/>
              <p:nvPr/>
            </p:nvSpPr>
            <p:spPr>
              <a:xfrm>
                <a:off x="8000478" y="7795164"/>
                <a:ext cx="718822" cy="12312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8" h="989">
                    <a:moveTo>
                      <a:pt x="504" y="145"/>
                    </a:moveTo>
                    <a:cubicBezTo>
                      <a:pt x="447" y="21"/>
                      <a:pt x="300" y="-34"/>
                      <a:pt x="175" y="23"/>
                    </a:cubicBezTo>
                    <a:cubicBezTo>
                      <a:pt x="51" y="79"/>
                      <a:pt x="-44" y="235"/>
                      <a:pt x="22" y="400"/>
                    </a:cubicBezTo>
                    <a:cubicBezTo>
                      <a:pt x="50" y="474"/>
                      <a:pt x="99" y="546"/>
                      <a:pt x="152" y="581"/>
                    </a:cubicBezTo>
                    <a:lnTo>
                      <a:pt x="152" y="840"/>
                    </a:lnTo>
                    <a:lnTo>
                      <a:pt x="356" y="989"/>
                    </a:lnTo>
                    <a:lnTo>
                      <a:pt x="428" y="840"/>
                    </a:lnTo>
                    <a:lnTo>
                      <a:pt x="428" y="601"/>
                    </a:lnTo>
                    <a:cubicBezTo>
                      <a:pt x="459" y="596"/>
                      <a:pt x="487" y="588"/>
                      <a:pt x="511" y="578"/>
                    </a:cubicBezTo>
                    <a:cubicBezTo>
                      <a:pt x="635" y="520"/>
                      <a:pt x="562" y="269"/>
                      <a:pt x="504" y="14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8245948D-236A-BD4C-AD5C-CB3A94C18B57}"/>
                  </a:ext>
                </a:extLst>
              </p:cNvPr>
              <p:cNvSpPr/>
              <p:nvPr/>
            </p:nvSpPr>
            <p:spPr>
              <a:xfrm>
                <a:off x="7992308" y="7787969"/>
                <a:ext cx="735488" cy="1248441"/>
              </a:xfrm>
              <a:custGeom>
                <a:avLst/>
                <a:gdLst>
                  <a:gd name="connsiteX0" fmla="*/ 343641 w 735488"/>
                  <a:gd name="connsiteY0" fmla="*/ 16543 h 1248441"/>
                  <a:gd name="connsiteX1" fmla="*/ 229541 w 735488"/>
                  <a:gd name="connsiteY1" fmla="*/ 43309 h 1248441"/>
                  <a:gd name="connsiteX2" fmla="*/ 41760 w 735488"/>
                  <a:gd name="connsiteY2" fmla="*/ 503940 h 1248441"/>
                  <a:gd name="connsiteX3" fmla="*/ 202182 w 735488"/>
                  <a:gd name="connsiteY3" fmla="*/ 724296 h 1248441"/>
                  <a:gd name="connsiteX4" fmla="*/ 205913 w 735488"/>
                  <a:gd name="connsiteY4" fmla="*/ 731765 h 1248441"/>
                  <a:gd name="connsiteX5" fmla="*/ 205913 w 735488"/>
                  <a:gd name="connsiteY5" fmla="*/ 1049227 h 1248441"/>
                  <a:gd name="connsiteX6" fmla="*/ 448413 w 735488"/>
                  <a:gd name="connsiteY6" fmla="*/ 1227255 h 1248441"/>
                  <a:gd name="connsiteX7" fmla="*/ 532976 w 735488"/>
                  <a:gd name="connsiteY7" fmla="*/ 1051717 h 1248441"/>
                  <a:gd name="connsiteX8" fmla="*/ 532976 w 735488"/>
                  <a:gd name="connsiteY8" fmla="*/ 756664 h 1248441"/>
                  <a:gd name="connsiteX9" fmla="*/ 540438 w 735488"/>
                  <a:gd name="connsiteY9" fmla="*/ 749195 h 1248441"/>
                  <a:gd name="connsiteX10" fmla="*/ 639925 w 735488"/>
                  <a:gd name="connsiteY10" fmla="*/ 720561 h 1248441"/>
                  <a:gd name="connsiteX11" fmla="*/ 628733 w 735488"/>
                  <a:gd name="connsiteY11" fmla="*/ 191458 h 1248441"/>
                  <a:gd name="connsiteX12" fmla="*/ 459605 w 735488"/>
                  <a:gd name="connsiteY12" fmla="*/ 34594 h 1248441"/>
                  <a:gd name="connsiteX13" fmla="*/ 343641 w 735488"/>
                  <a:gd name="connsiteY13" fmla="*/ 16543 h 1248441"/>
                  <a:gd name="connsiteX14" fmla="*/ 342394 w 735488"/>
                  <a:gd name="connsiteY14" fmla="*/ 186 h 1248441"/>
                  <a:gd name="connsiteX15" fmla="*/ 464586 w 735488"/>
                  <a:gd name="connsiteY15" fmla="*/ 19639 h 1248441"/>
                  <a:gd name="connsiteX16" fmla="*/ 642432 w 735488"/>
                  <a:gd name="connsiteY16" fmla="*/ 185222 h 1248441"/>
                  <a:gd name="connsiteX17" fmla="*/ 646163 w 735488"/>
                  <a:gd name="connsiteY17" fmla="*/ 734261 h 1248441"/>
                  <a:gd name="connsiteX18" fmla="*/ 549156 w 735488"/>
                  <a:gd name="connsiteY18" fmla="*/ 762896 h 1248441"/>
                  <a:gd name="connsiteX19" fmla="*/ 549156 w 735488"/>
                  <a:gd name="connsiteY19" fmla="*/ 1054223 h 1248441"/>
                  <a:gd name="connsiteX20" fmla="*/ 547912 w 735488"/>
                  <a:gd name="connsiteY20" fmla="*/ 1056713 h 1248441"/>
                  <a:gd name="connsiteX21" fmla="*/ 457124 w 735488"/>
                  <a:gd name="connsiteY21" fmla="*/ 1243461 h 1248441"/>
                  <a:gd name="connsiteX22" fmla="*/ 452149 w 735488"/>
                  <a:gd name="connsiteY22" fmla="*/ 1247196 h 1248441"/>
                  <a:gd name="connsiteX23" fmla="*/ 450905 w 735488"/>
                  <a:gd name="connsiteY23" fmla="*/ 1248441 h 1248441"/>
                  <a:gd name="connsiteX24" fmla="*/ 445930 w 735488"/>
                  <a:gd name="connsiteY24" fmla="*/ 1247196 h 1248441"/>
                  <a:gd name="connsiteX25" fmla="*/ 193463 w 735488"/>
                  <a:gd name="connsiteY25" fmla="*/ 1060448 h 1248441"/>
                  <a:gd name="connsiteX26" fmla="*/ 189732 w 735488"/>
                  <a:gd name="connsiteY26" fmla="*/ 1054223 h 1248441"/>
                  <a:gd name="connsiteX27" fmla="*/ 189732 w 735488"/>
                  <a:gd name="connsiteY27" fmla="*/ 735506 h 1248441"/>
                  <a:gd name="connsiteX28" fmla="*/ 26809 w 735488"/>
                  <a:gd name="connsiteY28" fmla="*/ 510164 h 1248441"/>
                  <a:gd name="connsiteX29" fmla="*/ 222068 w 735488"/>
                  <a:gd name="connsiteY29" fmla="*/ 28354 h 1248441"/>
                  <a:gd name="connsiteX30" fmla="*/ 342394 w 735488"/>
                  <a:gd name="connsiteY30" fmla="*/ 186 h 1248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735488" h="1248441">
                    <a:moveTo>
                      <a:pt x="343641" y="16543"/>
                    </a:moveTo>
                    <a:cubicBezTo>
                      <a:pt x="304779" y="18099"/>
                      <a:pt x="266227" y="27125"/>
                      <a:pt x="229541" y="43309"/>
                    </a:cubicBezTo>
                    <a:cubicBezTo>
                      <a:pt x="76580" y="114271"/>
                      <a:pt x="-36587" y="305993"/>
                      <a:pt x="41760" y="503940"/>
                    </a:cubicBezTo>
                    <a:cubicBezTo>
                      <a:pt x="79067" y="599801"/>
                      <a:pt x="141247" y="684457"/>
                      <a:pt x="202182" y="724296"/>
                    </a:cubicBezTo>
                    <a:cubicBezTo>
                      <a:pt x="204670" y="725541"/>
                      <a:pt x="205913" y="728031"/>
                      <a:pt x="205913" y="731765"/>
                    </a:cubicBezTo>
                    <a:lnTo>
                      <a:pt x="205913" y="1049227"/>
                    </a:lnTo>
                    <a:lnTo>
                      <a:pt x="448413" y="1227255"/>
                    </a:lnTo>
                    <a:lnTo>
                      <a:pt x="532976" y="1051717"/>
                    </a:lnTo>
                    <a:lnTo>
                      <a:pt x="532976" y="756664"/>
                    </a:lnTo>
                    <a:cubicBezTo>
                      <a:pt x="532976" y="752930"/>
                      <a:pt x="535464" y="749195"/>
                      <a:pt x="540438" y="749195"/>
                    </a:cubicBezTo>
                    <a:cubicBezTo>
                      <a:pt x="576502" y="742970"/>
                      <a:pt x="611322" y="733010"/>
                      <a:pt x="639925" y="720561"/>
                    </a:cubicBezTo>
                    <a:cubicBezTo>
                      <a:pt x="777963" y="655824"/>
                      <a:pt x="707079" y="369486"/>
                      <a:pt x="628733" y="191458"/>
                    </a:cubicBezTo>
                    <a:cubicBezTo>
                      <a:pt x="593912" y="118006"/>
                      <a:pt x="534220" y="63228"/>
                      <a:pt x="459605" y="34594"/>
                    </a:cubicBezTo>
                    <a:cubicBezTo>
                      <a:pt x="421675" y="20900"/>
                      <a:pt x="382503" y="14987"/>
                      <a:pt x="343641" y="16543"/>
                    </a:cubicBezTo>
                    <a:close/>
                    <a:moveTo>
                      <a:pt x="342394" y="186"/>
                    </a:moveTo>
                    <a:cubicBezTo>
                      <a:pt x="383436" y="-1215"/>
                      <a:pt x="424788" y="5322"/>
                      <a:pt x="464586" y="19639"/>
                    </a:cubicBezTo>
                    <a:cubicBezTo>
                      <a:pt x="544181" y="49519"/>
                      <a:pt x="607609" y="108033"/>
                      <a:pt x="642432" y="185222"/>
                    </a:cubicBezTo>
                    <a:cubicBezTo>
                      <a:pt x="714566" y="342091"/>
                      <a:pt x="807842" y="660807"/>
                      <a:pt x="646163" y="734261"/>
                    </a:cubicBezTo>
                    <a:cubicBezTo>
                      <a:pt x="618802" y="747956"/>
                      <a:pt x="585223" y="756671"/>
                      <a:pt x="549156" y="762896"/>
                    </a:cubicBezTo>
                    <a:lnTo>
                      <a:pt x="549156" y="1054223"/>
                    </a:lnTo>
                    <a:cubicBezTo>
                      <a:pt x="549156" y="1055468"/>
                      <a:pt x="547912" y="1056713"/>
                      <a:pt x="547912" y="1056713"/>
                    </a:cubicBezTo>
                    <a:lnTo>
                      <a:pt x="457124" y="1243461"/>
                    </a:lnTo>
                    <a:cubicBezTo>
                      <a:pt x="457124" y="1244706"/>
                      <a:pt x="454636" y="1247196"/>
                      <a:pt x="452149" y="1247196"/>
                    </a:cubicBezTo>
                    <a:cubicBezTo>
                      <a:pt x="450905" y="1247196"/>
                      <a:pt x="450905" y="1248441"/>
                      <a:pt x="450905" y="1248441"/>
                    </a:cubicBezTo>
                    <a:cubicBezTo>
                      <a:pt x="448418" y="1248441"/>
                      <a:pt x="447174" y="1247196"/>
                      <a:pt x="445930" y="1247196"/>
                    </a:cubicBezTo>
                    <a:lnTo>
                      <a:pt x="193463" y="1060448"/>
                    </a:lnTo>
                    <a:cubicBezTo>
                      <a:pt x="190976" y="1059203"/>
                      <a:pt x="189732" y="1056713"/>
                      <a:pt x="189732" y="1054223"/>
                    </a:cubicBezTo>
                    <a:lnTo>
                      <a:pt x="189732" y="735506"/>
                    </a:lnTo>
                    <a:cubicBezTo>
                      <a:pt x="127548" y="693177"/>
                      <a:pt x="65363" y="607273"/>
                      <a:pt x="26809" y="510164"/>
                    </a:cubicBezTo>
                    <a:cubicBezTo>
                      <a:pt x="-55274" y="302251"/>
                      <a:pt x="62876" y="101808"/>
                      <a:pt x="222068" y="28354"/>
                    </a:cubicBezTo>
                    <a:cubicBezTo>
                      <a:pt x="260622" y="10924"/>
                      <a:pt x="301353" y="1587"/>
                      <a:pt x="342394" y="18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B5EDC10A-35F1-0244-9234-A69D2EDF7114}"/>
                  </a:ext>
                </a:extLst>
              </p:cNvPr>
              <p:cNvSpPr/>
              <p:nvPr/>
            </p:nvSpPr>
            <p:spPr>
              <a:xfrm>
                <a:off x="8435259" y="8530440"/>
                <a:ext cx="105892" cy="224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6" h="19">
                    <a:moveTo>
                      <a:pt x="53" y="19"/>
                    </a:moveTo>
                    <a:cubicBezTo>
                      <a:pt x="40" y="19"/>
                      <a:pt x="21" y="18"/>
                      <a:pt x="4" y="12"/>
                    </a:cubicBezTo>
                    <a:cubicBezTo>
                      <a:pt x="0" y="11"/>
                      <a:pt x="-1" y="7"/>
                      <a:pt x="0" y="4"/>
                    </a:cubicBezTo>
                    <a:cubicBezTo>
                      <a:pt x="1" y="0"/>
                      <a:pt x="5" y="-1"/>
                      <a:pt x="8" y="0"/>
                    </a:cubicBezTo>
                    <a:cubicBezTo>
                      <a:pt x="41" y="10"/>
                      <a:pt x="77" y="5"/>
                      <a:pt x="78" y="5"/>
                    </a:cubicBezTo>
                    <a:cubicBezTo>
                      <a:pt x="81" y="4"/>
                      <a:pt x="84" y="6"/>
                      <a:pt x="85" y="10"/>
                    </a:cubicBezTo>
                    <a:cubicBezTo>
                      <a:pt x="86" y="13"/>
                      <a:pt x="83" y="17"/>
                      <a:pt x="79" y="17"/>
                    </a:cubicBezTo>
                    <a:cubicBezTo>
                      <a:pt x="79" y="18"/>
                      <a:pt x="68" y="19"/>
                      <a:pt x="53" y="1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60500F62-B085-E44D-B9D6-2B6528906C5E}"/>
                  </a:ext>
                </a:extLst>
              </p:cNvPr>
              <p:cNvSpPr/>
              <p:nvPr/>
            </p:nvSpPr>
            <p:spPr>
              <a:xfrm>
                <a:off x="7803643" y="7714160"/>
                <a:ext cx="869563" cy="8050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9" h="647">
                    <a:moveTo>
                      <a:pt x="309" y="646"/>
                    </a:moveTo>
                    <a:cubicBezTo>
                      <a:pt x="309" y="646"/>
                      <a:pt x="402" y="658"/>
                      <a:pt x="370" y="582"/>
                    </a:cubicBezTo>
                    <a:cubicBezTo>
                      <a:pt x="370" y="582"/>
                      <a:pt x="390" y="512"/>
                      <a:pt x="336" y="524"/>
                    </a:cubicBezTo>
                    <a:cubicBezTo>
                      <a:pt x="240" y="547"/>
                      <a:pt x="234" y="392"/>
                      <a:pt x="287" y="374"/>
                    </a:cubicBezTo>
                    <a:cubicBezTo>
                      <a:pt x="340" y="357"/>
                      <a:pt x="349" y="420"/>
                      <a:pt x="349" y="420"/>
                    </a:cubicBezTo>
                    <a:cubicBezTo>
                      <a:pt x="349" y="420"/>
                      <a:pt x="413" y="382"/>
                      <a:pt x="387" y="305"/>
                    </a:cubicBezTo>
                    <a:cubicBezTo>
                      <a:pt x="387" y="305"/>
                      <a:pt x="451" y="261"/>
                      <a:pt x="431" y="190"/>
                    </a:cubicBezTo>
                    <a:cubicBezTo>
                      <a:pt x="431" y="190"/>
                      <a:pt x="488" y="219"/>
                      <a:pt x="526" y="187"/>
                    </a:cubicBezTo>
                    <a:cubicBezTo>
                      <a:pt x="526" y="187"/>
                      <a:pt x="554" y="244"/>
                      <a:pt x="615" y="220"/>
                    </a:cubicBezTo>
                    <a:cubicBezTo>
                      <a:pt x="615" y="220"/>
                      <a:pt x="630" y="269"/>
                      <a:pt x="682" y="260"/>
                    </a:cubicBezTo>
                    <a:cubicBezTo>
                      <a:pt x="682" y="260"/>
                      <a:pt x="722" y="204"/>
                      <a:pt x="677" y="150"/>
                    </a:cubicBezTo>
                    <a:cubicBezTo>
                      <a:pt x="677" y="150"/>
                      <a:pt x="684" y="80"/>
                      <a:pt x="627" y="78"/>
                    </a:cubicBezTo>
                    <a:cubicBezTo>
                      <a:pt x="627" y="78"/>
                      <a:pt x="619" y="6"/>
                      <a:pt x="541" y="28"/>
                    </a:cubicBezTo>
                    <a:cubicBezTo>
                      <a:pt x="541" y="28"/>
                      <a:pt x="495" y="-29"/>
                      <a:pt x="446" y="21"/>
                    </a:cubicBezTo>
                    <a:cubicBezTo>
                      <a:pt x="446" y="21"/>
                      <a:pt x="372" y="-33"/>
                      <a:pt x="331" y="36"/>
                    </a:cubicBezTo>
                    <a:cubicBezTo>
                      <a:pt x="331" y="36"/>
                      <a:pt x="244" y="3"/>
                      <a:pt x="227" y="93"/>
                    </a:cubicBezTo>
                    <a:cubicBezTo>
                      <a:pt x="227" y="93"/>
                      <a:pt x="172" y="88"/>
                      <a:pt x="147" y="121"/>
                    </a:cubicBezTo>
                    <a:cubicBezTo>
                      <a:pt x="121" y="156"/>
                      <a:pt x="140" y="195"/>
                      <a:pt x="140" y="195"/>
                    </a:cubicBezTo>
                    <a:cubicBezTo>
                      <a:pt x="140" y="195"/>
                      <a:pt x="87" y="201"/>
                      <a:pt x="63" y="249"/>
                    </a:cubicBezTo>
                    <a:cubicBezTo>
                      <a:pt x="39" y="297"/>
                      <a:pt x="66" y="346"/>
                      <a:pt x="66" y="346"/>
                    </a:cubicBezTo>
                    <a:cubicBezTo>
                      <a:pt x="66" y="346"/>
                      <a:pt x="10" y="374"/>
                      <a:pt x="1" y="428"/>
                    </a:cubicBezTo>
                    <a:cubicBezTo>
                      <a:pt x="-7" y="481"/>
                      <a:pt x="24" y="514"/>
                      <a:pt x="24" y="514"/>
                    </a:cubicBezTo>
                    <a:cubicBezTo>
                      <a:pt x="24" y="514"/>
                      <a:pt x="112" y="592"/>
                      <a:pt x="309" y="6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394C7B73-DC99-BD44-86FB-DA95DD410580}"/>
                  </a:ext>
                </a:extLst>
              </p:cNvPr>
              <p:cNvSpPr/>
              <p:nvPr/>
            </p:nvSpPr>
            <p:spPr>
              <a:xfrm>
                <a:off x="7796313" y="7705038"/>
                <a:ext cx="885374" cy="821662"/>
              </a:xfrm>
              <a:custGeom>
                <a:avLst/>
                <a:gdLst>
                  <a:gd name="connsiteX0" fmla="*/ 618134 w 885374"/>
                  <a:gd name="connsiteY0" fmla="*/ 16598 h 821662"/>
                  <a:gd name="connsiteX1" fmla="*/ 568375 w 885374"/>
                  <a:gd name="connsiteY1" fmla="*/ 38995 h 821662"/>
                  <a:gd name="connsiteX2" fmla="*/ 558423 w 885374"/>
                  <a:gd name="connsiteY2" fmla="*/ 40239 h 821662"/>
                  <a:gd name="connsiteX3" fmla="*/ 477565 w 885374"/>
                  <a:gd name="connsiteY3" fmla="*/ 17843 h 821662"/>
                  <a:gd name="connsiteX4" fmla="*/ 427806 w 885374"/>
                  <a:gd name="connsiteY4" fmla="*/ 56415 h 821662"/>
                  <a:gd name="connsiteX5" fmla="*/ 417854 w 885374"/>
                  <a:gd name="connsiteY5" fmla="*/ 60147 h 821662"/>
                  <a:gd name="connsiteX6" fmla="*/ 336996 w 885374"/>
                  <a:gd name="connsiteY6" fmla="*/ 62636 h 821662"/>
                  <a:gd name="connsiteX7" fmla="*/ 299677 w 885374"/>
                  <a:gd name="connsiteY7" fmla="*/ 124849 h 821662"/>
                  <a:gd name="connsiteX8" fmla="*/ 290969 w 885374"/>
                  <a:gd name="connsiteY8" fmla="*/ 131070 h 821662"/>
                  <a:gd name="connsiteX9" fmla="*/ 196427 w 885374"/>
                  <a:gd name="connsiteY9" fmla="*/ 164666 h 821662"/>
                  <a:gd name="connsiteX10" fmla="*/ 188963 w 885374"/>
                  <a:gd name="connsiteY10" fmla="*/ 246787 h 821662"/>
                  <a:gd name="connsiteX11" fmla="*/ 188963 w 885374"/>
                  <a:gd name="connsiteY11" fmla="*/ 254253 h 821662"/>
                  <a:gd name="connsiteX12" fmla="*/ 182743 w 885374"/>
                  <a:gd name="connsiteY12" fmla="*/ 259230 h 821662"/>
                  <a:gd name="connsiteX13" fmla="*/ 94421 w 885374"/>
                  <a:gd name="connsiteY13" fmla="*/ 321443 h 821662"/>
                  <a:gd name="connsiteX14" fmla="*/ 98153 w 885374"/>
                  <a:gd name="connsiteY14" fmla="*/ 434671 h 821662"/>
                  <a:gd name="connsiteX15" fmla="*/ 99397 w 885374"/>
                  <a:gd name="connsiteY15" fmla="*/ 439648 h 821662"/>
                  <a:gd name="connsiteX16" fmla="*/ 95665 w 885374"/>
                  <a:gd name="connsiteY16" fmla="*/ 445869 h 821662"/>
                  <a:gd name="connsiteX17" fmla="*/ 18538 w 885374"/>
                  <a:gd name="connsiteY17" fmla="*/ 542922 h 821662"/>
                  <a:gd name="connsiteX18" fmla="*/ 44662 w 885374"/>
                  <a:gd name="connsiteY18" fmla="*/ 643707 h 821662"/>
                  <a:gd name="connsiteX19" fmla="*/ 395463 w 885374"/>
                  <a:gd name="connsiteY19" fmla="*/ 804217 h 821662"/>
                  <a:gd name="connsiteX20" fmla="*/ 463881 w 885374"/>
                  <a:gd name="connsiteY20" fmla="*/ 788041 h 821662"/>
                  <a:gd name="connsiteX21" fmla="*/ 461393 w 885374"/>
                  <a:gd name="connsiteY21" fmla="*/ 737027 h 821662"/>
                  <a:gd name="connsiteX22" fmla="*/ 461393 w 885374"/>
                  <a:gd name="connsiteY22" fmla="*/ 730805 h 821662"/>
                  <a:gd name="connsiteX23" fmla="*/ 457661 w 885374"/>
                  <a:gd name="connsiteY23" fmla="*/ 674814 h 821662"/>
                  <a:gd name="connsiteX24" fmla="*/ 429050 w 885374"/>
                  <a:gd name="connsiteY24" fmla="*/ 669837 h 821662"/>
                  <a:gd name="connsiteX25" fmla="*/ 320824 w 885374"/>
                  <a:gd name="connsiteY25" fmla="*/ 601402 h 821662"/>
                  <a:gd name="connsiteX26" fmla="*/ 363119 w 885374"/>
                  <a:gd name="connsiteY26" fmla="*/ 465777 h 821662"/>
                  <a:gd name="connsiteX27" fmla="*/ 416610 w 885374"/>
                  <a:gd name="connsiteY27" fmla="*/ 469510 h 821662"/>
                  <a:gd name="connsiteX28" fmla="*/ 447710 w 885374"/>
                  <a:gd name="connsiteY28" fmla="*/ 516792 h 821662"/>
                  <a:gd name="connsiteX29" fmla="*/ 482541 w 885374"/>
                  <a:gd name="connsiteY29" fmla="*/ 389877 h 821662"/>
                  <a:gd name="connsiteX30" fmla="*/ 485029 w 885374"/>
                  <a:gd name="connsiteY30" fmla="*/ 381167 h 821662"/>
                  <a:gd name="connsiteX31" fmla="*/ 536032 w 885374"/>
                  <a:gd name="connsiteY31" fmla="*/ 246787 h 821662"/>
                  <a:gd name="connsiteX32" fmla="*/ 538520 w 885374"/>
                  <a:gd name="connsiteY32" fmla="*/ 238077 h 821662"/>
                  <a:gd name="connsiteX33" fmla="*/ 547228 w 885374"/>
                  <a:gd name="connsiteY33" fmla="*/ 236833 h 821662"/>
                  <a:gd name="connsiteX34" fmla="*/ 657941 w 885374"/>
                  <a:gd name="connsiteY34" fmla="*/ 233100 h 821662"/>
                  <a:gd name="connsiteX35" fmla="*/ 665405 w 885374"/>
                  <a:gd name="connsiteY35" fmla="*/ 231856 h 821662"/>
                  <a:gd name="connsiteX36" fmla="*/ 671625 w 885374"/>
                  <a:gd name="connsiteY36" fmla="*/ 236833 h 821662"/>
                  <a:gd name="connsiteX37" fmla="*/ 769899 w 885374"/>
                  <a:gd name="connsiteY37" fmla="*/ 274161 h 821662"/>
                  <a:gd name="connsiteX38" fmla="*/ 776119 w 885374"/>
                  <a:gd name="connsiteY38" fmla="*/ 274161 h 821662"/>
                  <a:gd name="connsiteX39" fmla="*/ 781095 w 885374"/>
                  <a:gd name="connsiteY39" fmla="*/ 279138 h 821662"/>
                  <a:gd name="connsiteX40" fmla="*/ 852001 w 885374"/>
                  <a:gd name="connsiteY40" fmla="*/ 323931 h 821662"/>
                  <a:gd name="connsiteX41" fmla="*/ 844537 w 885374"/>
                  <a:gd name="connsiteY41" fmla="*/ 199505 h 821662"/>
                  <a:gd name="connsiteX42" fmla="*/ 843293 w 885374"/>
                  <a:gd name="connsiteY42" fmla="*/ 194528 h 821662"/>
                  <a:gd name="connsiteX43" fmla="*/ 825878 w 885374"/>
                  <a:gd name="connsiteY43" fmla="*/ 128582 h 821662"/>
                  <a:gd name="connsiteX44" fmla="*/ 788559 w 885374"/>
                  <a:gd name="connsiteY44" fmla="*/ 112407 h 821662"/>
                  <a:gd name="connsiteX45" fmla="*/ 781095 w 885374"/>
                  <a:gd name="connsiteY45" fmla="*/ 104941 h 821662"/>
                  <a:gd name="connsiteX46" fmla="*/ 751239 w 885374"/>
                  <a:gd name="connsiteY46" fmla="*/ 56415 h 821662"/>
                  <a:gd name="connsiteX47" fmla="*/ 682821 w 885374"/>
                  <a:gd name="connsiteY47" fmla="*/ 51438 h 821662"/>
                  <a:gd name="connsiteX48" fmla="*/ 675357 w 885374"/>
                  <a:gd name="connsiteY48" fmla="*/ 48949 h 821662"/>
                  <a:gd name="connsiteX49" fmla="*/ 618134 w 885374"/>
                  <a:gd name="connsiteY49" fmla="*/ 16598 h 821662"/>
                  <a:gd name="connsiteX50" fmla="*/ 619388 w 885374"/>
                  <a:gd name="connsiteY50" fmla="*/ 397 h 821662"/>
                  <a:gd name="connsiteX51" fmla="*/ 684078 w 885374"/>
                  <a:gd name="connsiteY51" fmla="*/ 33994 h 821662"/>
                  <a:gd name="connsiteX52" fmla="*/ 759965 w 885374"/>
                  <a:gd name="connsiteY52" fmla="*/ 42705 h 821662"/>
                  <a:gd name="connsiteX53" fmla="*/ 796042 w 885374"/>
                  <a:gd name="connsiteY53" fmla="*/ 97456 h 821662"/>
                  <a:gd name="connsiteX54" fmla="*/ 838339 w 885374"/>
                  <a:gd name="connsiteY54" fmla="*/ 117365 h 821662"/>
                  <a:gd name="connsiteX55" fmla="*/ 859488 w 885374"/>
                  <a:gd name="connsiteY55" fmla="*/ 192026 h 821662"/>
                  <a:gd name="connsiteX56" fmla="*/ 863220 w 885374"/>
                  <a:gd name="connsiteY56" fmla="*/ 336369 h 821662"/>
                  <a:gd name="connsiteX57" fmla="*/ 858244 w 885374"/>
                  <a:gd name="connsiteY57" fmla="*/ 338858 h 821662"/>
                  <a:gd name="connsiteX58" fmla="*/ 768673 w 885374"/>
                  <a:gd name="connsiteY58" fmla="*/ 291573 h 821662"/>
                  <a:gd name="connsiteX59" fmla="*/ 661685 w 885374"/>
                  <a:gd name="connsiteY59" fmla="*/ 251754 h 821662"/>
                  <a:gd name="connsiteX60" fmla="*/ 555942 w 885374"/>
                  <a:gd name="connsiteY60" fmla="*/ 257976 h 821662"/>
                  <a:gd name="connsiteX61" fmla="*/ 498716 w 885374"/>
                  <a:gd name="connsiteY61" fmla="*/ 391120 h 821662"/>
                  <a:gd name="connsiteX62" fmla="*/ 446466 w 885374"/>
                  <a:gd name="connsiteY62" fmla="*/ 537952 h 821662"/>
                  <a:gd name="connsiteX63" fmla="*/ 437758 w 885374"/>
                  <a:gd name="connsiteY63" fmla="*/ 537952 h 821662"/>
                  <a:gd name="connsiteX64" fmla="*/ 434026 w 885374"/>
                  <a:gd name="connsiteY64" fmla="*/ 531731 h 821662"/>
                  <a:gd name="connsiteX65" fmla="*/ 406657 w 885374"/>
                  <a:gd name="connsiteY65" fmla="*/ 483202 h 821662"/>
                  <a:gd name="connsiteX66" fmla="*/ 368092 w 885374"/>
                  <a:gd name="connsiteY66" fmla="*/ 480713 h 821662"/>
                  <a:gd name="connsiteX67" fmla="*/ 336991 w 885374"/>
                  <a:gd name="connsiteY67" fmla="*/ 596437 h 821662"/>
                  <a:gd name="connsiteX68" fmla="*/ 424074 w 885374"/>
                  <a:gd name="connsiteY68" fmla="*/ 653676 h 821662"/>
                  <a:gd name="connsiteX69" fmla="*/ 468859 w 885374"/>
                  <a:gd name="connsiteY69" fmla="*/ 663631 h 821662"/>
                  <a:gd name="connsiteX70" fmla="*/ 477567 w 885374"/>
                  <a:gd name="connsiteY70" fmla="*/ 732069 h 821662"/>
                  <a:gd name="connsiteX71" fmla="*/ 476323 w 885374"/>
                  <a:gd name="connsiteY71" fmla="*/ 798019 h 821662"/>
                  <a:gd name="connsiteX72" fmla="*/ 410389 w 885374"/>
                  <a:gd name="connsiteY72" fmla="*/ 821662 h 821662"/>
                  <a:gd name="connsiteX73" fmla="*/ 392973 w 885374"/>
                  <a:gd name="connsiteY73" fmla="*/ 820418 h 821662"/>
                  <a:gd name="connsiteX74" fmla="*/ 391729 w 885374"/>
                  <a:gd name="connsiteY74" fmla="*/ 820418 h 821662"/>
                  <a:gd name="connsiteX75" fmla="*/ 33444 w 885374"/>
                  <a:gd name="connsiteY75" fmla="*/ 654921 h 821662"/>
                  <a:gd name="connsiteX76" fmla="*/ 2343 w 885374"/>
                  <a:gd name="connsiteY76" fmla="*/ 539197 h 821662"/>
                  <a:gd name="connsiteX77" fmla="*/ 80718 w 885374"/>
                  <a:gd name="connsiteY77" fmla="*/ 434672 h 821662"/>
                  <a:gd name="connsiteX78" fmla="*/ 80718 w 885374"/>
                  <a:gd name="connsiteY78" fmla="*/ 313971 h 821662"/>
                  <a:gd name="connsiteX79" fmla="*/ 171533 w 885374"/>
                  <a:gd name="connsiteY79" fmla="*/ 244288 h 821662"/>
                  <a:gd name="connsiteX80" fmla="*/ 183973 w 885374"/>
                  <a:gd name="connsiteY80" fmla="*/ 153451 h 821662"/>
                  <a:gd name="connsiteX81" fmla="*/ 284741 w 885374"/>
                  <a:gd name="connsiteY81" fmla="*/ 114877 h 821662"/>
                  <a:gd name="connsiteX82" fmla="*/ 329526 w 885374"/>
                  <a:gd name="connsiteY82" fmla="*/ 48927 h 821662"/>
                  <a:gd name="connsiteX83" fmla="*/ 416609 w 885374"/>
                  <a:gd name="connsiteY83" fmla="*/ 42705 h 821662"/>
                  <a:gd name="connsiteX84" fmla="*/ 473835 w 885374"/>
                  <a:gd name="connsiteY84" fmla="*/ 1642 h 821662"/>
                  <a:gd name="connsiteX85" fmla="*/ 563406 w 885374"/>
                  <a:gd name="connsiteY85" fmla="*/ 22795 h 821662"/>
                  <a:gd name="connsiteX86" fmla="*/ 619388 w 885374"/>
                  <a:gd name="connsiteY86" fmla="*/ 397 h 821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</a:cxnLst>
                <a:rect l="l" t="t" r="r" b="b"/>
                <a:pathLst>
                  <a:path w="885374" h="821662">
                    <a:moveTo>
                      <a:pt x="618134" y="16598"/>
                    </a:moveTo>
                    <a:cubicBezTo>
                      <a:pt x="600718" y="15354"/>
                      <a:pt x="585791" y="22820"/>
                      <a:pt x="568375" y="38995"/>
                    </a:cubicBezTo>
                    <a:cubicBezTo>
                      <a:pt x="567131" y="42728"/>
                      <a:pt x="562155" y="42728"/>
                      <a:pt x="558423" y="40239"/>
                    </a:cubicBezTo>
                    <a:cubicBezTo>
                      <a:pt x="558423" y="40239"/>
                      <a:pt x="516128" y="9133"/>
                      <a:pt x="477565" y="17843"/>
                    </a:cubicBezTo>
                    <a:cubicBezTo>
                      <a:pt x="456417" y="22820"/>
                      <a:pt x="440246" y="35262"/>
                      <a:pt x="427806" y="56415"/>
                    </a:cubicBezTo>
                    <a:cubicBezTo>
                      <a:pt x="425318" y="60147"/>
                      <a:pt x="421586" y="62636"/>
                      <a:pt x="417854" y="60147"/>
                    </a:cubicBezTo>
                    <a:cubicBezTo>
                      <a:pt x="416610" y="60147"/>
                      <a:pt x="371827" y="42728"/>
                      <a:pt x="336996" y="62636"/>
                    </a:cubicBezTo>
                    <a:cubicBezTo>
                      <a:pt x="318336" y="73834"/>
                      <a:pt x="304652" y="94987"/>
                      <a:pt x="299677" y="124849"/>
                    </a:cubicBezTo>
                    <a:cubicBezTo>
                      <a:pt x="298433" y="129826"/>
                      <a:pt x="294701" y="132315"/>
                      <a:pt x="290969" y="131070"/>
                    </a:cubicBezTo>
                    <a:cubicBezTo>
                      <a:pt x="289725" y="131070"/>
                      <a:pt x="226282" y="126093"/>
                      <a:pt x="196427" y="164666"/>
                    </a:cubicBezTo>
                    <a:cubicBezTo>
                      <a:pt x="167815" y="201993"/>
                      <a:pt x="188963" y="246787"/>
                      <a:pt x="188963" y="246787"/>
                    </a:cubicBezTo>
                    <a:cubicBezTo>
                      <a:pt x="191451" y="249275"/>
                      <a:pt x="191451" y="253008"/>
                      <a:pt x="188963" y="254253"/>
                    </a:cubicBezTo>
                    <a:cubicBezTo>
                      <a:pt x="188963" y="256741"/>
                      <a:pt x="186475" y="257985"/>
                      <a:pt x="182743" y="259230"/>
                    </a:cubicBezTo>
                    <a:cubicBezTo>
                      <a:pt x="182743" y="259230"/>
                      <a:pt x="121788" y="266695"/>
                      <a:pt x="94421" y="321443"/>
                    </a:cubicBezTo>
                    <a:cubicBezTo>
                      <a:pt x="65809" y="376190"/>
                      <a:pt x="98153" y="433426"/>
                      <a:pt x="98153" y="434671"/>
                    </a:cubicBezTo>
                    <a:cubicBezTo>
                      <a:pt x="99397" y="437159"/>
                      <a:pt x="99397" y="438404"/>
                      <a:pt x="99397" y="439648"/>
                    </a:cubicBezTo>
                    <a:cubicBezTo>
                      <a:pt x="98153" y="443381"/>
                      <a:pt x="96909" y="444625"/>
                      <a:pt x="95665" y="445869"/>
                    </a:cubicBezTo>
                    <a:cubicBezTo>
                      <a:pt x="94421" y="445869"/>
                      <a:pt x="28490" y="480708"/>
                      <a:pt x="18538" y="542922"/>
                    </a:cubicBezTo>
                    <a:cubicBezTo>
                      <a:pt x="7342" y="603891"/>
                      <a:pt x="44662" y="642463"/>
                      <a:pt x="44662" y="643707"/>
                    </a:cubicBezTo>
                    <a:cubicBezTo>
                      <a:pt x="44662" y="643707"/>
                      <a:pt x="154131" y="739515"/>
                      <a:pt x="395463" y="804217"/>
                    </a:cubicBezTo>
                    <a:cubicBezTo>
                      <a:pt x="410390" y="806705"/>
                      <a:pt x="448954" y="806705"/>
                      <a:pt x="463881" y="788041"/>
                    </a:cubicBezTo>
                    <a:cubicBezTo>
                      <a:pt x="471345" y="776843"/>
                      <a:pt x="471345" y="759423"/>
                      <a:pt x="461393" y="737027"/>
                    </a:cubicBezTo>
                    <a:cubicBezTo>
                      <a:pt x="461393" y="734538"/>
                      <a:pt x="461393" y="732049"/>
                      <a:pt x="461393" y="730805"/>
                    </a:cubicBezTo>
                    <a:cubicBezTo>
                      <a:pt x="465125" y="719607"/>
                      <a:pt x="470101" y="687256"/>
                      <a:pt x="457661" y="674814"/>
                    </a:cubicBezTo>
                    <a:cubicBezTo>
                      <a:pt x="452686" y="668592"/>
                      <a:pt x="442734" y="667348"/>
                      <a:pt x="429050" y="669837"/>
                    </a:cubicBezTo>
                    <a:cubicBezTo>
                      <a:pt x="376803" y="681035"/>
                      <a:pt x="336996" y="656150"/>
                      <a:pt x="320824" y="601402"/>
                    </a:cubicBezTo>
                    <a:cubicBezTo>
                      <a:pt x="307140" y="547899"/>
                      <a:pt x="320824" y="479464"/>
                      <a:pt x="363119" y="465777"/>
                    </a:cubicBezTo>
                    <a:cubicBezTo>
                      <a:pt x="383023" y="459556"/>
                      <a:pt x="401683" y="459556"/>
                      <a:pt x="416610" y="469510"/>
                    </a:cubicBezTo>
                    <a:cubicBezTo>
                      <a:pt x="434026" y="481953"/>
                      <a:pt x="443978" y="503105"/>
                      <a:pt x="447710" y="516792"/>
                    </a:cubicBezTo>
                    <a:cubicBezTo>
                      <a:pt x="466369" y="501861"/>
                      <a:pt x="504932" y="459556"/>
                      <a:pt x="482541" y="389877"/>
                    </a:cubicBezTo>
                    <a:cubicBezTo>
                      <a:pt x="481297" y="387389"/>
                      <a:pt x="482541" y="383656"/>
                      <a:pt x="485029" y="381167"/>
                    </a:cubicBezTo>
                    <a:cubicBezTo>
                      <a:pt x="488761" y="378679"/>
                      <a:pt x="559667" y="328908"/>
                      <a:pt x="536032" y="246787"/>
                    </a:cubicBezTo>
                    <a:cubicBezTo>
                      <a:pt x="534788" y="243054"/>
                      <a:pt x="536032" y="240566"/>
                      <a:pt x="538520" y="238077"/>
                    </a:cubicBezTo>
                    <a:cubicBezTo>
                      <a:pt x="541008" y="236833"/>
                      <a:pt x="544740" y="235589"/>
                      <a:pt x="547228" y="236833"/>
                    </a:cubicBezTo>
                    <a:cubicBezTo>
                      <a:pt x="547228" y="236833"/>
                      <a:pt x="614402" y="270428"/>
                      <a:pt x="657941" y="233100"/>
                    </a:cubicBezTo>
                    <a:cubicBezTo>
                      <a:pt x="660429" y="231856"/>
                      <a:pt x="662917" y="231856"/>
                      <a:pt x="665405" y="231856"/>
                    </a:cubicBezTo>
                    <a:cubicBezTo>
                      <a:pt x="667893" y="231856"/>
                      <a:pt x="669137" y="234344"/>
                      <a:pt x="671625" y="236833"/>
                    </a:cubicBezTo>
                    <a:cubicBezTo>
                      <a:pt x="671625" y="238077"/>
                      <a:pt x="702724" y="300290"/>
                      <a:pt x="769899" y="274161"/>
                    </a:cubicBezTo>
                    <a:cubicBezTo>
                      <a:pt x="772387" y="274161"/>
                      <a:pt x="774875" y="274161"/>
                      <a:pt x="776119" y="274161"/>
                    </a:cubicBezTo>
                    <a:cubicBezTo>
                      <a:pt x="778607" y="275405"/>
                      <a:pt x="779851" y="276649"/>
                      <a:pt x="781095" y="279138"/>
                    </a:cubicBezTo>
                    <a:cubicBezTo>
                      <a:pt x="781095" y="281626"/>
                      <a:pt x="798510" y="331397"/>
                      <a:pt x="852001" y="323931"/>
                    </a:cubicBezTo>
                    <a:cubicBezTo>
                      <a:pt x="860709" y="311489"/>
                      <a:pt x="890565" y="254253"/>
                      <a:pt x="844537" y="199505"/>
                    </a:cubicBezTo>
                    <a:cubicBezTo>
                      <a:pt x="844537" y="198261"/>
                      <a:pt x="843293" y="195772"/>
                      <a:pt x="843293" y="194528"/>
                    </a:cubicBezTo>
                    <a:cubicBezTo>
                      <a:pt x="843293" y="194528"/>
                      <a:pt x="845781" y="152223"/>
                      <a:pt x="825878" y="128582"/>
                    </a:cubicBezTo>
                    <a:cubicBezTo>
                      <a:pt x="815926" y="118628"/>
                      <a:pt x="804730" y="113651"/>
                      <a:pt x="788559" y="112407"/>
                    </a:cubicBezTo>
                    <a:cubicBezTo>
                      <a:pt x="784827" y="112407"/>
                      <a:pt x="781095" y="109918"/>
                      <a:pt x="781095" y="104941"/>
                    </a:cubicBezTo>
                    <a:cubicBezTo>
                      <a:pt x="781095" y="104941"/>
                      <a:pt x="776119" y="72590"/>
                      <a:pt x="751239" y="56415"/>
                    </a:cubicBezTo>
                    <a:cubicBezTo>
                      <a:pt x="733824" y="45216"/>
                      <a:pt x="711432" y="42728"/>
                      <a:pt x="682821" y="51438"/>
                    </a:cubicBezTo>
                    <a:cubicBezTo>
                      <a:pt x="680333" y="51438"/>
                      <a:pt x="676601" y="51438"/>
                      <a:pt x="675357" y="48949"/>
                    </a:cubicBezTo>
                    <a:cubicBezTo>
                      <a:pt x="674113" y="47705"/>
                      <a:pt x="650477" y="17843"/>
                      <a:pt x="618134" y="16598"/>
                    </a:cubicBezTo>
                    <a:close/>
                    <a:moveTo>
                      <a:pt x="619388" y="397"/>
                    </a:moveTo>
                    <a:cubicBezTo>
                      <a:pt x="650489" y="1642"/>
                      <a:pt x="675370" y="25284"/>
                      <a:pt x="684078" y="33994"/>
                    </a:cubicBezTo>
                    <a:cubicBezTo>
                      <a:pt x="715179" y="26528"/>
                      <a:pt x="740060" y="29017"/>
                      <a:pt x="759965" y="42705"/>
                    </a:cubicBezTo>
                    <a:cubicBezTo>
                      <a:pt x="784846" y="58881"/>
                      <a:pt x="793554" y="85012"/>
                      <a:pt x="796042" y="97456"/>
                    </a:cubicBezTo>
                    <a:cubicBezTo>
                      <a:pt x="812215" y="98700"/>
                      <a:pt x="827143" y="104922"/>
                      <a:pt x="838339" y="117365"/>
                    </a:cubicBezTo>
                    <a:cubicBezTo>
                      <a:pt x="859488" y="143496"/>
                      <a:pt x="859488" y="180827"/>
                      <a:pt x="859488" y="192026"/>
                    </a:cubicBezTo>
                    <a:cubicBezTo>
                      <a:pt x="915470" y="261709"/>
                      <a:pt x="863220" y="335125"/>
                      <a:pt x="863220" y="336369"/>
                    </a:cubicBezTo>
                    <a:cubicBezTo>
                      <a:pt x="861976" y="337614"/>
                      <a:pt x="860732" y="338858"/>
                      <a:pt x="858244" y="338858"/>
                    </a:cubicBezTo>
                    <a:cubicBezTo>
                      <a:pt x="802262" y="348813"/>
                      <a:pt x="777381" y="308994"/>
                      <a:pt x="768673" y="291573"/>
                    </a:cubicBezTo>
                    <a:cubicBezTo>
                      <a:pt x="708959" y="311482"/>
                      <a:pt x="672882" y="270419"/>
                      <a:pt x="661685" y="251754"/>
                    </a:cubicBezTo>
                    <a:cubicBezTo>
                      <a:pt x="624364" y="276641"/>
                      <a:pt x="578335" y="266686"/>
                      <a:pt x="555942" y="257976"/>
                    </a:cubicBezTo>
                    <a:cubicBezTo>
                      <a:pt x="567138" y="328903"/>
                      <a:pt x="516133" y="377433"/>
                      <a:pt x="498716" y="391120"/>
                    </a:cubicBezTo>
                    <a:cubicBezTo>
                      <a:pt x="528573" y="488179"/>
                      <a:pt x="446466" y="537952"/>
                      <a:pt x="446466" y="537952"/>
                    </a:cubicBezTo>
                    <a:cubicBezTo>
                      <a:pt x="443978" y="539197"/>
                      <a:pt x="441490" y="539197"/>
                      <a:pt x="437758" y="537952"/>
                    </a:cubicBezTo>
                    <a:cubicBezTo>
                      <a:pt x="436514" y="536708"/>
                      <a:pt x="434026" y="534219"/>
                      <a:pt x="434026" y="531731"/>
                    </a:cubicBezTo>
                    <a:cubicBezTo>
                      <a:pt x="434026" y="531731"/>
                      <a:pt x="429050" y="496889"/>
                      <a:pt x="406657" y="483202"/>
                    </a:cubicBezTo>
                    <a:cubicBezTo>
                      <a:pt x="396705" y="476980"/>
                      <a:pt x="383020" y="475735"/>
                      <a:pt x="368092" y="480713"/>
                    </a:cubicBezTo>
                    <a:cubicBezTo>
                      <a:pt x="338235" y="490668"/>
                      <a:pt x="323306" y="546663"/>
                      <a:pt x="336991" y="596437"/>
                    </a:cubicBezTo>
                    <a:cubicBezTo>
                      <a:pt x="343211" y="618835"/>
                      <a:pt x="364360" y="667364"/>
                      <a:pt x="424074" y="653676"/>
                    </a:cubicBezTo>
                    <a:cubicBezTo>
                      <a:pt x="443978" y="649943"/>
                      <a:pt x="460151" y="652432"/>
                      <a:pt x="468859" y="663631"/>
                    </a:cubicBezTo>
                    <a:cubicBezTo>
                      <a:pt x="487520" y="683540"/>
                      <a:pt x="480055" y="720870"/>
                      <a:pt x="477567" y="732069"/>
                    </a:cubicBezTo>
                    <a:cubicBezTo>
                      <a:pt x="488764" y="759445"/>
                      <a:pt x="487520" y="781843"/>
                      <a:pt x="476323" y="798019"/>
                    </a:cubicBezTo>
                    <a:cubicBezTo>
                      <a:pt x="460151" y="817929"/>
                      <a:pt x="430294" y="821662"/>
                      <a:pt x="410389" y="821662"/>
                    </a:cubicBezTo>
                    <a:cubicBezTo>
                      <a:pt x="400437" y="821662"/>
                      <a:pt x="392973" y="820418"/>
                      <a:pt x="392973" y="820418"/>
                    </a:cubicBezTo>
                    <a:cubicBezTo>
                      <a:pt x="391729" y="820418"/>
                      <a:pt x="391729" y="820418"/>
                      <a:pt x="391729" y="820418"/>
                    </a:cubicBezTo>
                    <a:cubicBezTo>
                      <a:pt x="146652" y="753223"/>
                      <a:pt x="38421" y="658654"/>
                      <a:pt x="33444" y="654921"/>
                    </a:cubicBezTo>
                    <a:cubicBezTo>
                      <a:pt x="30956" y="652432"/>
                      <a:pt x="-10098" y="608880"/>
                      <a:pt x="2343" y="539197"/>
                    </a:cubicBezTo>
                    <a:cubicBezTo>
                      <a:pt x="11052" y="481957"/>
                      <a:pt x="62057" y="445871"/>
                      <a:pt x="80718" y="434672"/>
                    </a:cubicBezTo>
                    <a:cubicBezTo>
                      <a:pt x="72010" y="417251"/>
                      <a:pt x="54593" y="366233"/>
                      <a:pt x="80718" y="313971"/>
                    </a:cubicBezTo>
                    <a:cubicBezTo>
                      <a:pt x="104355" y="265442"/>
                      <a:pt x="150384" y="249265"/>
                      <a:pt x="171533" y="244288"/>
                    </a:cubicBezTo>
                    <a:cubicBezTo>
                      <a:pt x="166557" y="226867"/>
                      <a:pt x="159093" y="188293"/>
                      <a:pt x="183973" y="153451"/>
                    </a:cubicBezTo>
                    <a:cubicBezTo>
                      <a:pt x="212586" y="117365"/>
                      <a:pt x="266080" y="114877"/>
                      <a:pt x="284741" y="114877"/>
                    </a:cubicBezTo>
                    <a:cubicBezTo>
                      <a:pt x="292205" y="83768"/>
                      <a:pt x="307134" y="61370"/>
                      <a:pt x="329526" y="48927"/>
                    </a:cubicBezTo>
                    <a:cubicBezTo>
                      <a:pt x="363116" y="30261"/>
                      <a:pt x="401681" y="38972"/>
                      <a:pt x="416609" y="42705"/>
                    </a:cubicBezTo>
                    <a:cubicBezTo>
                      <a:pt x="431538" y="21551"/>
                      <a:pt x="451443" y="7863"/>
                      <a:pt x="473835" y="1642"/>
                    </a:cubicBezTo>
                    <a:cubicBezTo>
                      <a:pt x="511157" y="-5825"/>
                      <a:pt x="548478" y="14085"/>
                      <a:pt x="563406" y="22795"/>
                    </a:cubicBezTo>
                    <a:cubicBezTo>
                      <a:pt x="579579" y="7863"/>
                      <a:pt x="598239" y="397"/>
                      <a:pt x="619388" y="39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6924BB7E-1768-2543-A6A6-E61F05544F79}"/>
                  </a:ext>
                </a:extLst>
              </p:cNvPr>
              <p:cNvSpPr/>
              <p:nvPr/>
            </p:nvSpPr>
            <p:spPr>
              <a:xfrm>
                <a:off x="7523340" y="10590453"/>
                <a:ext cx="368754" cy="1296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7" h="105">
                    <a:moveTo>
                      <a:pt x="6" y="105"/>
                    </a:moveTo>
                    <a:cubicBezTo>
                      <a:pt x="3" y="105"/>
                      <a:pt x="1" y="103"/>
                      <a:pt x="0" y="101"/>
                    </a:cubicBezTo>
                    <a:cubicBezTo>
                      <a:pt x="-1" y="97"/>
                      <a:pt x="1" y="93"/>
                      <a:pt x="3" y="93"/>
                    </a:cubicBezTo>
                    <a:lnTo>
                      <a:pt x="288" y="0"/>
                    </a:lnTo>
                    <a:cubicBezTo>
                      <a:pt x="291" y="-1"/>
                      <a:pt x="295" y="1"/>
                      <a:pt x="296" y="4"/>
                    </a:cubicBezTo>
                    <a:cubicBezTo>
                      <a:pt x="297" y="8"/>
                      <a:pt x="295" y="12"/>
                      <a:pt x="292" y="13"/>
                    </a:cubicBezTo>
                    <a:lnTo>
                      <a:pt x="8" y="105"/>
                    </a:lnTo>
                    <a:cubicBezTo>
                      <a:pt x="7" y="105"/>
                      <a:pt x="7" y="105"/>
                      <a:pt x="6" y="10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7" name="Freeform 216">
                <a:extLst>
                  <a:ext uri="{FF2B5EF4-FFF2-40B4-BE49-F238E27FC236}">
                    <a16:creationId xmlns:a16="http://schemas.microsoft.com/office/drawing/2014/main" id="{3941F51B-0B42-EC4C-8DBF-F587D8AB76B2}"/>
                  </a:ext>
                </a:extLst>
              </p:cNvPr>
              <p:cNvSpPr/>
              <p:nvPr/>
            </p:nvSpPr>
            <p:spPr>
              <a:xfrm>
                <a:off x="10023640" y="8657555"/>
                <a:ext cx="692660" cy="6243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7" h="502">
                    <a:moveTo>
                      <a:pt x="0" y="331"/>
                    </a:moveTo>
                    <a:lnTo>
                      <a:pt x="116" y="235"/>
                    </a:lnTo>
                    <a:cubicBezTo>
                      <a:pt x="116" y="235"/>
                      <a:pt x="104" y="179"/>
                      <a:pt x="150" y="127"/>
                    </a:cubicBezTo>
                    <a:cubicBezTo>
                      <a:pt x="182" y="91"/>
                      <a:pt x="263" y="12"/>
                      <a:pt x="276" y="1"/>
                    </a:cubicBezTo>
                    <a:cubicBezTo>
                      <a:pt x="282" y="-4"/>
                      <a:pt x="329" y="4"/>
                      <a:pt x="287" y="88"/>
                    </a:cubicBezTo>
                    <a:lnTo>
                      <a:pt x="266" y="138"/>
                    </a:lnTo>
                    <a:cubicBezTo>
                      <a:pt x="266" y="138"/>
                      <a:pt x="411" y="4"/>
                      <a:pt x="435" y="17"/>
                    </a:cubicBezTo>
                    <a:cubicBezTo>
                      <a:pt x="460" y="31"/>
                      <a:pt x="447" y="61"/>
                      <a:pt x="447" y="61"/>
                    </a:cubicBezTo>
                    <a:cubicBezTo>
                      <a:pt x="447" y="61"/>
                      <a:pt x="509" y="5"/>
                      <a:pt x="532" y="26"/>
                    </a:cubicBezTo>
                    <a:cubicBezTo>
                      <a:pt x="554" y="47"/>
                      <a:pt x="505" y="105"/>
                      <a:pt x="505" y="105"/>
                    </a:cubicBezTo>
                    <a:cubicBezTo>
                      <a:pt x="505" y="105"/>
                      <a:pt x="542" y="84"/>
                      <a:pt x="555" y="108"/>
                    </a:cubicBezTo>
                    <a:cubicBezTo>
                      <a:pt x="567" y="132"/>
                      <a:pt x="518" y="173"/>
                      <a:pt x="518" y="173"/>
                    </a:cubicBezTo>
                    <a:cubicBezTo>
                      <a:pt x="518" y="173"/>
                      <a:pt x="565" y="185"/>
                      <a:pt x="511" y="243"/>
                    </a:cubicBezTo>
                    <a:cubicBezTo>
                      <a:pt x="431" y="327"/>
                      <a:pt x="276" y="377"/>
                      <a:pt x="276" y="377"/>
                    </a:cubicBezTo>
                    <a:lnTo>
                      <a:pt x="150" y="502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A33ACE63-1990-944D-B540-0002723DFEF8}"/>
                  </a:ext>
                </a:extLst>
              </p:cNvPr>
              <p:cNvSpPr/>
              <p:nvPr/>
            </p:nvSpPr>
            <p:spPr>
              <a:xfrm>
                <a:off x="10016165" y="8650284"/>
                <a:ext cx="707500" cy="641602"/>
              </a:xfrm>
              <a:custGeom>
                <a:avLst/>
                <a:gdLst>
                  <a:gd name="connsiteX0" fmla="*/ 355678 w 707500"/>
                  <a:gd name="connsiteY0" fmla="*/ 14749 h 641602"/>
                  <a:gd name="connsiteX1" fmla="*/ 200242 w 707500"/>
                  <a:gd name="connsiteY1" fmla="*/ 171451 h 641602"/>
                  <a:gd name="connsiteX2" fmla="*/ 159207 w 707500"/>
                  <a:gd name="connsiteY2" fmla="*/ 297062 h 641602"/>
                  <a:gd name="connsiteX3" fmla="*/ 156720 w 707500"/>
                  <a:gd name="connsiteY3" fmla="*/ 305768 h 641602"/>
                  <a:gd name="connsiteX4" fmla="*/ 19937 w 707500"/>
                  <a:gd name="connsiteY4" fmla="*/ 418942 h 641602"/>
                  <a:gd name="connsiteX5" fmla="*/ 194025 w 707500"/>
                  <a:gd name="connsiteY5" fmla="*/ 620416 h 641602"/>
                  <a:gd name="connsiteX6" fmla="*/ 344487 w 707500"/>
                  <a:gd name="connsiteY6" fmla="*/ 471176 h 641602"/>
                  <a:gd name="connsiteX7" fmla="*/ 348217 w 707500"/>
                  <a:gd name="connsiteY7" fmla="*/ 468688 h 641602"/>
                  <a:gd name="connsiteX8" fmla="*/ 636706 w 707500"/>
                  <a:gd name="connsiteY8" fmla="*/ 303280 h 641602"/>
                  <a:gd name="connsiteX9" fmla="*/ 666549 w 707500"/>
                  <a:gd name="connsiteY9" fmla="*/ 246072 h 641602"/>
                  <a:gd name="connsiteX10" fmla="*/ 649141 w 707500"/>
                  <a:gd name="connsiteY10" fmla="*/ 231147 h 641602"/>
                  <a:gd name="connsiteX11" fmla="*/ 644167 w 707500"/>
                  <a:gd name="connsiteY11" fmla="*/ 224929 h 641602"/>
                  <a:gd name="connsiteX12" fmla="*/ 646654 w 707500"/>
                  <a:gd name="connsiteY12" fmla="*/ 216223 h 641602"/>
                  <a:gd name="connsiteX13" fmla="*/ 688932 w 707500"/>
                  <a:gd name="connsiteY13" fmla="*/ 145334 h 641602"/>
                  <a:gd name="connsiteX14" fmla="*/ 678984 w 707500"/>
                  <a:gd name="connsiteY14" fmla="*/ 136629 h 641602"/>
                  <a:gd name="connsiteX15" fmla="*/ 639193 w 707500"/>
                  <a:gd name="connsiteY15" fmla="*/ 144091 h 641602"/>
                  <a:gd name="connsiteX16" fmla="*/ 628001 w 707500"/>
                  <a:gd name="connsiteY16" fmla="*/ 142847 h 641602"/>
                  <a:gd name="connsiteX17" fmla="*/ 629245 w 707500"/>
                  <a:gd name="connsiteY17" fmla="*/ 131654 h 641602"/>
                  <a:gd name="connsiteX18" fmla="*/ 664062 w 707500"/>
                  <a:gd name="connsiteY18" fmla="*/ 44597 h 641602"/>
                  <a:gd name="connsiteX19" fmla="*/ 569557 w 707500"/>
                  <a:gd name="connsiteY19" fmla="*/ 89369 h 641602"/>
                  <a:gd name="connsiteX20" fmla="*/ 558366 w 707500"/>
                  <a:gd name="connsiteY20" fmla="*/ 89369 h 641602"/>
                  <a:gd name="connsiteX21" fmla="*/ 555879 w 707500"/>
                  <a:gd name="connsiteY21" fmla="*/ 80663 h 641602"/>
                  <a:gd name="connsiteX22" fmla="*/ 544688 w 707500"/>
                  <a:gd name="connsiteY22" fmla="*/ 35891 h 641602"/>
                  <a:gd name="connsiteX23" fmla="*/ 343243 w 707500"/>
                  <a:gd name="connsiteY23" fmla="*/ 183888 h 641602"/>
                  <a:gd name="connsiteX24" fmla="*/ 333295 w 707500"/>
                  <a:gd name="connsiteY24" fmla="*/ 185132 h 641602"/>
                  <a:gd name="connsiteX25" fmla="*/ 330808 w 707500"/>
                  <a:gd name="connsiteY25" fmla="*/ 175182 h 641602"/>
                  <a:gd name="connsiteX26" fmla="*/ 356921 w 707500"/>
                  <a:gd name="connsiteY26" fmla="*/ 114243 h 641602"/>
                  <a:gd name="connsiteX27" fmla="*/ 370600 w 707500"/>
                  <a:gd name="connsiteY27" fmla="*/ 22211 h 641602"/>
                  <a:gd name="connsiteX28" fmla="*/ 355678 w 707500"/>
                  <a:gd name="connsiteY28" fmla="*/ 14749 h 641602"/>
                  <a:gd name="connsiteX29" fmla="*/ 359868 w 707500"/>
                  <a:gd name="connsiteY29" fmla="*/ 260 h 641602"/>
                  <a:gd name="connsiteX30" fmla="*/ 376812 w 707500"/>
                  <a:gd name="connsiteY30" fmla="*/ 7257 h 641602"/>
                  <a:gd name="connsiteX31" fmla="*/ 370594 w 707500"/>
                  <a:gd name="connsiteY31" fmla="*/ 121688 h 641602"/>
                  <a:gd name="connsiteX32" fmla="*/ 359401 w 707500"/>
                  <a:gd name="connsiteY32" fmla="*/ 149052 h 641602"/>
                  <a:gd name="connsiteX33" fmla="*/ 552160 w 707500"/>
                  <a:gd name="connsiteY33" fmla="*/ 23426 h 641602"/>
                  <a:gd name="connsiteX34" fmla="*/ 575788 w 707500"/>
                  <a:gd name="connsiteY34" fmla="*/ 64472 h 641602"/>
                  <a:gd name="connsiteX35" fmla="*/ 674033 w 707500"/>
                  <a:gd name="connsiteY35" fmla="*/ 34621 h 641602"/>
                  <a:gd name="connsiteX36" fmla="*/ 657866 w 707500"/>
                  <a:gd name="connsiteY36" fmla="*/ 121688 h 641602"/>
                  <a:gd name="connsiteX37" fmla="*/ 683982 w 707500"/>
                  <a:gd name="connsiteY37" fmla="*/ 122932 h 641602"/>
                  <a:gd name="connsiteX38" fmla="*/ 703879 w 707500"/>
                  <a:gd name="connsiteY38" fmla="*/ 139101 h 641602"/>
                  <a:gd name="connsiteX39" fmla="*/ 665327 w 707500"/>
                  <a:gd name="connsiteY39" fmla="*/ 222437 h 641602"/>
                  <a:gd name="connsiteX40" fmla="*/ 681494 w 707500"/>
                  <a:gd name="connsiteY40" fmla="*/ 242338 h 641602"/>
                  <a:gd name="connsiteX41" fmla="*/ 649161 w 707500"/>
                  <a:gd name="connsiteY41" fmla="*/ 315723 h 641602"/>
                  <a:gd name="connsiteX42" fmla="*/ 354427 w 707500"/>
                  <a:gd name="connsiteY42" fmla="*/ 484881 h 641602"/>
                  <a:gd name="connsiteX43" fmla="*/ 200220 w 707500"/>
                  <a:gd name="connsiteY43" fmla="*/ 639114 h 641602"/>
                  <a:gd name="connsiteX44" fmla="*/ 194002 w 707500"/>
                  <a:gd name="connsiteY44" fmla="*/ 641602 h 641602"/>
                  <a:gd name="connsiteX45" fmla="*/ 187784 w 707500"/>
                  <a:gd name="connsiteY45" fmla="*/ 637871 h 641602"/>
                  <a:gd name="connsiteX46" fmla="*/ 1244 w 707500"/>
                  <a:gd name="connsiteY46" fmla="*/ 425178 h 641602"/>
                  <a:gd name="connsiteX47" fmla="*/ 0 w 707500"/>
                  <a:gd name="connsiteY47" fmla="*/ 418959 h 641602"/>
                  <a:gd name="connsiteX48" fmla="*/ 2487 w 707500"/>
                  <a:gd name="connsiteY48" fmla="*/ 412740 h 641602"/>
                  <a:gd name="connsiteX49" fmla="*/ 143014 w 707500"/>
                  <a:gd name="connsiteY49" fmla="*/ 297066 h 641602"/>
                  <a:gd name="connsiteX50" fmla="*/ 187784 w 707500"/>
                  <a:gd name="connsiteY50" fmla="*/ 161490 h 641602"/>
                  <a:gd name="connsiteX51" fmla="*/ 345722 w 707500"/>
                  <a:gd name="connsiteY51" fmla="*/ 3525 h 641602"/>
                  <a:gd name="connsiteX52" fmla="*/ 359868 w 707500"/>
                  <a:gd name="connsiteY52" fmla="*/ 260 h 6416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</a:cxnLst>
                <a:rect l="l" t="t" r="r" b="b"/>
                <a:pathLst>
                  <a:path w="707500" h="641602">
                    <a:moveTo>
                      <a:pt x="355678" y="14749"/>
                    </a:moveTo>
                    <a:cubicBezTo>
                      <a:pt x="338269" y="30917"/>
                      <a:pt x="238790" y="125436"/>
                      <a:pt x="200242" y="171451"/>
                    </a:cubicBezTo>
                    <a:cubicBezTo>
                      <a:pt x="146772" y="231147"/>
                      <a:pt x="159207" y="297062"/>
                      <a:pt x="159207" y="297062"/>
                    </a:cubicBezTo>
                    <a:cubicBezTo>
                      <a:pt x="160451" y="300793"/>
                      <a:pt x="159207" y="303280"/>
                      <a:pt x="156720" y="305768"/>
                    </a:cubicBezTo>
                    <a:lnTo>
                      <a:pt x="19937" y="418942"/>
                    </a:lnTo>
                    <a:lnTo>
                      <a:pt x="194025" y="620416"/>
                    </a:lnTo>
                    <a:lnTo>
                      <a:pt x="344487" y="471176"/>
                    </a:lnTo>
                    <a:cubicBezTo>
                      <a:pt x="345730" y="469932"/>
                      <a:pt x="346974" y="469932"/>
                      <a:pt x="348217" y="468688"/>
                    </a:cubicBezTo>
                    <a:cubicBezTo>
                      <a:pt x="350704" y="468688"/>
                      <a:pt x="540957" y="405261"/>
                      <a:pt x="636706" y="303280"/>
                    </a:cubicBezTo>
                    <a:cubicBezTo>
                      <a:pt x="665306" y="272189"/>
                      <a:pt x="669036" y="254777"/>
                      <a:pt x="666549" y="246072"/>
                    </a:cubicBezTo>
                    <a:cubicBezTo>
                      <a:pt x="662819" y="234878"/>
                      <a:pt x="649141" y="231147"/>
                      <a:pt x="649141" y="231147"/>
                    </a:cubicBezTo>
                    <a:cubicBezTo>
                      <a:pt x="646654" y="229904"/>
                      <a:pt x="644167" y="227416"/>
                      <a:pt x="644167" y="224929"/>
                    </a:cubicBezTo>
                    <a:cubicBezTo>
                      <a:pt x="642923" y="222442"/>
                      <a:pt x="644167" y="218711"/>
                      <a:pt x="646654" y="216223"/>
                    </a:cubicBezTo>
                    <a:cubicBezTo>
                      <a:pt x="660332" y="203787"/>
                      <a:pt x="700123" y="165233"/>
                      <a:pt x="688932" y="145334"/>
                    </a:cubicBezTo>
                    <a:cubicBezTo>
                      <a:pt x="686445" y="141603"/>
                      <a:pt x="683958" y="137872"/>
                      <a:pt x="678984" y="136629"/>
                    </a:cubicBezTo>
                    <a:cubicBezTo>
                      <a:pt x="665306" y="132898"/>
                      <a:pt x="645410" y="141603"/>
                      <a:pt x="639193" y="144091"/>
                    </a:cubicBezTo>
                    <a:cubicBezTo>
                      <a:pt x="635462" y="146578"/>
                      <a:pt x="631732" y="145334"/>
                      <a:pt x="628001" y="142847"/>
                    </a:cubicBezTo>
                    <a:cubicBezTo>
                      <a:pt x="626758" y="139116"/>
                      <a:pt x="626758" y="135385"/>
                      <a:pt x="629245" y="131654"/>
                    </a:cubicBezTo>
                    <a:cubicBezTo>
                      <a:pt x="647897" y="110512"/>
                      <a:pt x="680228" y="60765"/>
                      <a:pt x="664062" y="44597"/>
                    </a:cubicBezTo>
                    <a:cubicBezTo>
                      <a:pt x="646654" y="29673"/>
                      <a:pt x="591940" y="68227"/>
                      <a:pt x="569557" y="89369"/>
                    </a:cubicBezTo>
                    <a:cubicBezTo>
                      <a:pt x="565827" y="91856"/>
                      <a:pt x="562097" y="93100"/>
                      <a:pt x="558366" y="89369"/>
                    </a:cubicBezTo>
                    <a:cubicBezTo>
                      <a:pt x="555879" y="88125"/>
                      <a:pt x="554636" y="84394"/>
                      <a:pt x="555879" y="80663"/>
                    </a:cubicBezTo>
                    <a:cubicBezTo>
                      <a:pt x="555879" y="79420"/>
                      <a:pt x="568314" y="49572"/>
                      <a:pt x="544688" y="35891"/>
                    </a:cubicBezTo>
                    <a:cubicBezTo>
                      <a:pt x="529766" y="28429"/>
                      <a:pt x="437748" y="96831"/>
                      <a:pt x="343243" y="183888"/>
                    </a:cubicBezTo>
                    <a:cubicBezTo>
                      <a:pt x="340756" y="187619"/>
                      <a:pt x="337026" y="187619"/>
                      <a:pt x="333295" y="185132"/>
                    </a:cubicBezTo>
                    <a:cubicBezTo>
                      <a:pt x="330808" y="182644"/>
                      <a:pt x="328321" y="178913"/>
                      <a:pt x="330808" y="175182"/>
                    </a:cubicBezTo>
                    <a:lnTo>
                      <a:pt x="356921" y="114243"/>
                    </a:lnTo>
                    <a:cubicBezTo>
                      <a:pt x="385522" y="54546"/>
                      <a:pt x="378061" y="30917"/>
                      <a:pt x="370600" y="22211"/>
                    </a:cubicBezTo>
                    <a:cubicBezTo>
                      <a:pt x="365626" y="15993"/>
                      <a:pt x="358165" y="14749"/>
                      <a:pt x="355678" y="14749"/>
                    </a:cubicBezTo>
                    <a:close/>
                    <a:moveTo>
                      <a:pt x="359868" y="260"/>
                    </a:moveTo>
                    <a:cubicBezTo>
                      <a:pt x="365620" y="1038"/>
                      <a:pt x="371837" y="3526"/>
                      <a:pt x="376812" y="7257"/>
                    </a:cubicBezTo>
                    <a:cubicBezTo>
                      <a:pt x="391735" y="17207"/>
                      <a:pt x="409145" y="45815"/>
                      <a:pt x="370594" y="121688"/>
                    </a:cubicBezTo>
                    <a:lnTo>
                      <a:pt x="359401" y="149052"/>
                    </a:lnTo>
                    <a:cubicBezTo>
                      <a:pt x="422825" y="93080"/>
                      <a:pt x="524800" y="7257"/>
                      <a:pt x="552160" y="23426"/>
                    </a:cubicBezTo>
                    <a:cubicBezTo>
                      <a:pt x="569570" y="32133"/>
                      <a:pt x="575788" y="49547"/>
                      <a:pt x="575788" y="64472"/>
                    </a:cubicBezTo>
                    <a:cubicBezTo>
                      <a:pt x="601904" y="43327"/>
                      <a:pt x="650404" y="12232"/>
                      <a:pt x="674033" y="34621"/>
                    </a:cubicBezTo>
                    <a:cubicBezTo>
                      <a:pt x="697661" y="55766"/>
                      <a:pt x="675276" y="96811"/>
                      <a:pt x="657866" y="121688"/>
                    </a:cubicBezTo>
                    <a:cubicBezTo>
                      <a:pt x="665327" y="120444"/>
                      <a:pt x="675276" y="119200"/>
                      <a:pt x="683982" y="122932"/>
                    </a:cubicBezTo>
                    <a:cubicBezTo>
                      <a:pt x="692687" y="124175"/>
                      <a:pt x="698905" y="130394"/>
                      <a:pt x="703879" y="139101"/>
                    </a:cubicBezTo>
                    <a:cubicBezTo>
                      <a:pt x="718802" y="166465"/>
                      <a:pt x="683982" y="205023"/>
                      <a:pt x="665327" y="222437"/>
                    </a:cubicBezTo>
                    <a:cubicBezTo>
                      <a:pt x="671545" y="226168"/>
                      <a:pt x="679007" y="232387"/>
                      <a:pt x="681494" y="242338"/>
                    </a:cubicBezTo>
                    <a:cubicBezTo>
                      <a:pt x="686469" y="260995"/>
                      <a:pt x="676520" y="287115"/>
                      <a:pt x="649161" y="315723"/>
                    </a:cubicBezTo>
                    <a:cubicBezTo>
                      <a:pt x="553403" y="416472"/>
                      <a:pt x="376812" y="477419"/>
                      <a:pt x="354427" y="484881"/>
                    </a:cubicBezTo>
                    <a:lnTo>
                      <a:pt x="200220" y="639114"/>
                    </a:lnTo>
                    <a:cubicBezTo>
                      <a:pt x="197733" y="640358"/>
                      <a:pt x="195246" y="641602"/>
                      <a:pt x="194002" y="641602"/>
                    </a:cubicBezTo>
                    <a:cubicBezTo>
                      <a:pt x="191515" y="641602"/>
                      <a:pt x="190271" y="639114"/>
                      <a:pt x="187784" y="637871"/>
                    </a:cubicBezTo>
                    <a:lnTo>
                      <a:pt x="1244" y="425178"/>
                    </a:lnTo>
                    <a:cubicBezTo>
                      <a:pt x="0" y="422691"/>
                      <a:pt x="0" y="421447"/>
                      <a:pt x="0" y="418959"/>
                    </a:cubicBezTo>
                    <a:cubicBezTo>
                      <a:pt x="0" y="416472"/>
                      <a:pt x="1244" y="415228"/>
                      <a:pt x="2487" y="412740"/>
                    </a:cubicBezTo>
                    <a:lnTo>
                      <a:pt x="143014" y="297066"/>
                    </a:lnTo>
                    <a:cubicBezTo>
                      <a:pt x="140527" y="279652"/>
                      <a:pt x="136796" y="218705"/>
                      <a:pt x="187784" y="161490"/>
                    </a:cubicBezTo>
                    <a:cubicBezTo>
                      <a:pt x="227579" y="115469"/>
                      <a:pt x="330798" y="15964"/>
                      <a:pt x="345722" y="3525"/>
                    </a:cubicBezTo>
                    <a:cubicBezTo>
                      <a:pt x="348831" y="416"/>
                      <a:pt x="354116" y="-517"/>
                      <a:pt x="359868" y="26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49E6883-6936-8B4F-B3C0-FB7881F3A99A}"/>
                </a:ext>
              </a:extLst>
            </p:cNvPr>
            <p:cNvGrpSpPr/>
            <p:nvPr/>
          </p:nvGrpSpPr>
          <p:grpSpPr>
            <a:xfrm>
              <a:off x="8810243" y="9872247"/>
              <a:ext cx="6110608" cy="3099754"/>
              <a:chOff x="8810243" y="9872247"/>
              <a:chExt cx="6110608" cy="3099754"/>
            </a:xfrm>
          </p:grpSpPr>
          <p:sp>
            <p:nvSpPr>
              <p:cNvPr id="220" name="Freeform 219">
                <a:extLst>
                  <a:ext uri="{FF2B5EF4-FFF2-40B4-BE49-F238E27FC236}">
                    <a16:creationId xmlns:a16="http://schemas.microsoft.com/office/drawing/2014/main" id="{6E3FA128-7911-6241-A454-F675FB57F64E}"/>
                  </a:ext>
                </a:extLst>
              </p:cNvPr>
              <p:cNvSpPr/>
              <p:nvPr/>
            </p:nvSpPr>
            <p:spPr>
              <a:xfrm>
                <a:off x="8810243" y="11660968"/>
                <a:ext cx="6015928" cy="1931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30" h="156">
                    <a:moveTo>
                      <a:pt x="4824" y="156"/>
                    </a:moveTo>
                    <a:lnTo>
                      <a:pt x="6" y="156"/>
                    </a:lnTo>
                    <a:cubicBezTo>
                      <a:pt x="3" y="156"/>
                      <a:pt x="0" y="153"/>
                      <a:pt x="0" y="149"/>
                    </a:cubicBezTo>
                    <a:lnTo>
                      <a:pt x="0" y="102"/>
                    </a:lnTo>
                    <a:cubicBezTo>
                      <a:pt x="0" y="78"/>
                      <a:pt x="9" y="54"/>
                      <a:pt x="25" y="35"/>
                    </a:cubicBezTo>
                    <a:cubicBezTo>
                      <a:pt x="44" y="13"/>
                      <a:pt x="72" y="0"/>
                      <a:pt x="102" y="0"/>
                    </a:cubicBezTo>
                    <a:lnTo>
                      <a:pt x="4728" y="0"/>
                    </a:lnTo>
                    <a:cubicBezTo>
                      <a:pt x="4756" y="0"/>
                      <a:pt x="4781" y="10"/>
                      <a:pt x="4800" y="30"/>
                    </a:cubicBezTo>
                    <a:cubicBezTo>
                      <a:pt x="4820" y="49"/>
                      <a:pt x="4830" y="75"/>
                      <a:pt x="4830" y="102"/>
                    </a:cubicBezTo>
                    <a:lnTo>
                      <a:pt x="4830" y="149"/>
                    </a:lnTo>
                    <a:cubicBezTo>
                      <a:pt x="4830" y="153"/>
                      <a:pt x="4828" y="156"/>
                      <a:pt x="4824" y="15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9EE2CF4A-270F-C94C-92F3-E26424E22E8E}"/>
                  </a:ext>
                </a:extLst>
              </p:cNvPr>
              <p:cNvSpPr/>
              <p:nvPr/>
            </p:nvSpPr>
            <p:spPr>
              <a:xfrm>
                <a:off x="8810243" y="11660968"/>
                <a:ext cx="6015928" cy="193166"/>
              </a:xfrm>
              <a:custGeom>
                <a:avLst/>
                <a:gdLst>
                  <a:gd name="connsiteX0" fmla="*/ 127047 w 6015928"/>
                  <a:gd name="connsiteY0" fmla="*/ 16201 h 193166"/>
                  <a:gd name="connsiteX1" fmla="*/ 42351 w 6015928"/>
                  <a:gd name="connsiteY1" fmla="*/ 54537 h 193166"/>
                  <a:gd name="connsiteX2" fmla="*/ 16195 w 6015928"/>
                  <a:gd name="connsiteY2" fmla="*/ 126263 h 193166"/>
                  <a:gd name="connsiteX3" fmla="*/ 16195 w 6015928"/>
                  <a:gd name="connsiteY3" fmla="*/ 176965 h 193166"/>
                  <a:gd name="connsiteX4" fmla="*/ 6000975 w 6015928"/>
                  <a:gd name="connsiteY4" fmla="*/ 176965 h 193166"/>
                  <a:gd name="connsiteX5" fmla="*/ 6000975 w 6015928"/>
                  <a:gd name="connsiteY5" fmla="*/ 126263 h 193166"/>
                  <a:gd name="connsiteX6" fmla="*/ 5967345 w 6015928"/>
                  <a:gd name="connsiteY6" fmla="*/ 48354 h 193166"/>
                  <a:gd name="connsiteX7" fmla="*/ 5888877 w 6015928"/>
                  <a:gd name="connsiteY7" fmla="*/ 16201 h 193166"/>
                  <a:gd name="connsiteX8" fmla="*/ 127044 w 6015928"/>
                  <a:gd name="connsiteY8" fmla="*/ 0 h 193166"/>
                  <a:gd name="connsiteX9" fmla="*/ 5888883 w 6015928"/>
                  <a:gd name="connsiteY9" fmla="*/ 0 h 193166"/>
                  <a:gd name="connsiteX10" fmla="*/ 5978562 w 6015928"/>
                  <a:gd name="connsiteY10" fmla="*/ 37147 h 193166"/>
                  <a:gd name="connsiteX11" fmla="*/ 6015928 w 6015928"/>
                  <a:gd name="connsiteY11" fmla="*/ 126301 h 193166"/>
                  <a:gd name="connsiteX12" fmla="*/ 6015928 w 6015928"/>
                  <a:gd name="connsiteY12" fmla="*/ 184498 h 193166"/>
                  <a:gd name="connsiteX13" fmla="*/ 6008455 w 6015928"/>
                  <a:gd name="connsiteY13" fmla="*/ 193166 h 193166"/>
                  <a:gd name="connsiteX14" fmla="*/ 7473 w 6015928"/>
                  <a:gd name="connsiteY14" fmla="*/ 193166 h 193166"/>
                  <a:gd name="connsiteX15" fmla="*/ 0 w 6015928"/>
                  <a:gd name="connsiteY15" fmla="*/ 184498 h 193166"/>
                  <a:gd name="connsiteX16" fmla="*/ 0 w 6015928"/>
                  <a:gd name="connsiteY16" fmla="*/ 126301 h 193166"/>
                  <a:gd name="connsiteX17" fmla="*/ 31138 w 6015928"/>
                  <a:gd name="connsiteY17" fmla="*/ 43339 h 193166"/>
                  <a:gd name="connsiteX18" fmla="*/ 127044 w 6015928"/>
                  <a:gd name="connsiteY18" fmla="*/ 0 h 193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015928" h="193166">
                    <a:moveTo>
                      <a:pt x="127047" y="16201"/>
                    </a:moveTo>
                    <a:cubicBezTo>
                      <a:pt x="94663" y="16201"/>
                      <a:pt x="63525" y="29804"/>
                      <a:pt x="42351" y="54537"/>
                    </a:cubicBezTo>
                    <a:cubicBezTo>
                      <a:pt x="24914" y="74323"/>
                      <a:pt x="16195" y="100293"/>
                      <a:pt x="16195" y="126263"/>
                    </a:cubicBezTo>
                    <a:lnTo>
                      <a:pt x="16195" y="176965"/>
                    </a:lnTo>
                    <a:lnTo>
                      <a:pt x="6000975" y="176965"/>
                    </a:lnTo>
                    <a:lnTo>
                      <a:pt x="6000975" y="126263"/>
                    </a:lnTo>
                    <a:cubicBezTo>
                      <a:pt x="6000975" y="96583"/>
                      <a:pt x="5988519" y="69377"/>
                      <a:pt x="5967345" y="48354"/>
                    </a:cubicBezTo>
                    <a:cubicBezTo>
                      <a:pt x="5947417" y="27331"/>
                      <a:pt x="5918770" y="16201"/>
                      <a:pt x="5888877" y="16201"/>
                    </a:cubicBezTo>
                    <a:close/>
                    <a:moveTo>
                      <a:pt x="127044" y="0"/>
                    </a:moveTo>
                    <a:lnTo>
                      <a:pt x="5888883" y="0"/>
                    </a:lnTo>
                    <a:cubicBezTo>
                      <a:pt x="5923759" y="0"/>
                      <a:pt x="5954897" y="12382"/>
                      <a:pt x="5978562" y="37147"/>
                    </a:cubicBezTo>
                    <a:cubicBezTo>
                      <a:pt x="6003473" y="60674"/>
                      <a:pt x="6015928" y="92868"/>
                      <a:pt x="6015928" y="126301"/>
                    </a:cubicBezTo>
                    <a:lnTo>
                      <a:pt x="6015928" y="184498"/>
                    </a:lnTo>
                    <a:cubicBezTo>
                      <a:pt x="6015928" y="189451"/>
                      <a:pt x="6013437" y="193166"/>
                      <a:pt x="6008455" y="193166"/>
                    </a:cubicBezTo>
                    <a:lnTo>
                      <a:pt x="7473" y="193166"/>
                    </a:lnTo>
                    <a:cubicBezTo>
                      <a:pt x="3737" y="193166"/>
                      <a:pt x="0" y="189451"/>
                      <a:pt x="0" y="184498"/>
                    </a:cubicBezTo>
                    <a:lnTo>
                      <a:pt x="0" y="126301"/>
                    </a:lnTo>
                    <a:cubicBezTo>
                      <a:pt x="0" y="96583"/>
                      <a:pt x="11210" y="66865"/>
                      <a:pt x="31138" y="43339"/>
                    </a:cubicBezTo>
                    <a:cubicBezTo>
                      <a:pt x="54803" y="16097"/>
                      <a:pt x="89678" y="0"/>
                      <a:pt x="1270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794FC257-F601-F846-B9AF-41E8EBCF29AC}"/>
                  </a:ext>
                </a:extLst>
              </p:cNvPr>
              <p:cNvSpPr/>
              <p:nvPr/>
            </p:nvSpPr>
            <p:spPr>
              <a:xfrm>
                <a:off x="8810243" y="11839179"/>
                <a:ext cx="14950" cy="11328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910">
                    <a:moveTo>
                      <a:pt x="6" y="910"/>
                    </a:moveTo>
                    <a:cubicBezTo>
                      <a:pt x="3" y="910"/>
                      <a:pt x="0" y="907"/>
                      <a:pt x="0" y="903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3" y="3"/>
                      <a:pt x="13" y="6"/>
                    </a:cubicBezTo>
                    <a:lnTo>
                      <a:pt x="13" y="903"/>
                    </a:lnTo>
                    <a:cubicBezTo>
                      <a:pt x="13" y="907"/>
                      <a:pt x="10" y="910"/>
                      <a:pt x="6" y="9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8102668B-F749-8E4A-BC1B-038AA668434B}"/>
                  </a:ext>
                </a:extLst>
              </p:cNvPr>
              <p:cNvSpPr/>
              <p:nvPr/>
            </p:nvSpPr>
            <p:spPr>
              <a:xfrm>
                <a:off x="10773607" y="11839179"/>
                <a:ext cx="13704" cy="11328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910">
                    <a:moveTo>
                      <a:pt x="6" y="910"/>
                    </a:moveTo>
                    <a:cubicBezTo>
                      <a:pt x="3" y="910"/>
                      <a:pt x="0" y="907"/>
                      <a:pt x="0" y="903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lnTo>
                      <a:pt x="12" y="903"/>
                    </a:lnTo>
                    <a:cubicBezTo>
                      <a:pt x="12" y="907"/>
                      <a:pt x="9" y="910"/>
                      <a:pt x="6" y="9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8209AB27-0ABA-5741-B5CE-74044A604A9C}"/>
                  </a:ext>
                </a:extLst>
              </p:cNvPr>
              <p:cNvSpPr/>
              <p:nvPr/>
            </p:nvSpPr>
            <p:spPr>
              <a:xfrm>
                <a:off x="12847854" y="11839179"/>
                <a:ext cx="14950" cy="11328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910">
                    <a:moveTo>
                      <a:pt x="7" y="910"/>
                    </a:moveTo>
                    <a:cubicBezTo>
                      <a:pt x="3" y="910"/>
                      <a:pt x="0" y="907"/>
                      <a:pt x="0" y="903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0" y="0"/>
                      <a:pt x="13" y="3"/>
                      <a:pt x="13" y="6"/>
                    </a:cubicBezTo>
                    <a:lnTo>
                      <a:pt x="13" y="903"/>
                    </a:lnTo>
                    <a:cubicBezTo>
                      <a:pt x="13" y="907"/>
                      <a:pt x="10" y="910"/>
                      <a:pt x="7" y="9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51EB5F0A-4C80-5B41-A16C-9FF397FD2AB8}"/>
                  </a:ext>
                </a:extLst>
              </p:cNvPr>
              <p:cNvSpPr/>
              <p:nvPr/>
            </p:nvSpPr>
            <p:spPr>
              <a:xfrm>
                <a:off x="11680547" y="11577470"/>
                <a:ext cx="1335489" cy="9845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73" h="80">
                    <a:moveTo>
                      <a:pt x="1066" y="0"/>
                    </a:moveTo>
                    <a:lnTo>
                      <a:pt x="6" y="0"/>
                    </a:lnTo>
                    <a:cubicBezTo>
                      <a:pt x="2" y="0"/>
                      <a:pt x="0" y="3"/>
                      <a:pt x="0" y="7"/>
                    </a:cubicBezTo>
                    <a:lnTo>
                      <a:pt x="0" y="73"/>
                    </a:lnTo>
                    <a:cubicBezTo>
                      <a:pt x="0" y="77"/>
                      <a:pt x="2" y="80"/>
                      <a:pt x="6" y="80"/>
                    </a:cubicBezTo>
                    <a:lnTo>
                      <a:pt x="1066" y="80"/>
                    </a:lnTo>
                    <a:cubicBezTo>
                      <a:pt x="1070" y="80"/>
                      <a:pt x="1073" y="77"/>
                      <a:pt x="1073" y="73"/>
                    </a:cubicBezTo>
                    <a:lnTo>
                      <a:pt x="1073" y="7"/>
                    </a:lnTo>
                    <a:cubicBezTo>
                      <a:pt x="1073" y="3"/>
                      <a:pt x="1070" y="0"/>
                      <a:pt x="10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AAFD4895-03EE-194A-961B-0A9A945ECC3C}"/>
                  </a:ext>
                </a:extLst>
              </p:cNvPr>
              <p:cNvSpPr/>
              <p:nvPr/>
            </p:nvSpPr>
            <p:spPr>
              <a:xfrm>
                <a:off x="9353408" y="10672708"/>
                <a:ext cx="348822" cy="36016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1" h="290">
                    <a:moveTo>
                      <a:pt x="216" y="63"/>
                    </a:moveTo>
                    <a:cubicBezTo>
                      <a:pt x="280" y="134"/>
                      <a:pt x="299" y="257"/>
                      <a:pt x="264" y="281"/>
                    </a:cubicBezTo>
                    <a:cubicBezTo>
                      <a:pt x="228" y="305"/>
                      <a:pt x="115" y="283"/>
                      <a:pt x="51" y="212"/>
                    </a:cubicBezTo>
                    <a:cubicBezTo>
                      <a:pt x="-13" y="141"/>
                      <a:pt x="-13" y="65"/>
                      <a:pt x="32" y="24"/>
                    </a:cubicBezTo>
                    <a:cubicBezTo>
                      <a:pt x="77" y="-17"/>
                      <a:pt x="152" y="-7"/>
                      <a:pt x="216" y="6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254B5F5A-55B9-E04B-ACA4-D4DE2577E423}"/>
                  </a:ext>
                </a:extLst>
              </p:cNvPr>
              <p:cNvSpPr/>
              <p:nvPr/>
            </p:nvSpPr>
            <p:spPr>
              <a:xfrm>
                <a:off x="9344402" y="10664817"/>
                <a:ext cx="363975" cy="376770"/>
              </a:xfrm>
              <a:custGeom>
                <a:avLst/>
                <a:gdLst>
                  <a:gd name="connsiteX0" fmla="*/ 128183 w 363975"/>
                  <a:gd name="connsiteY0" fmla="*/ 16614 h 376770"/>
                  <a:gd name="connsiteX1" fmla="*/ 52473 w 363975"/>
                  <a:gd name="connsiteY1" fmla="*/ 43932 h 376770"/>
                  <a:gd name="connsiteX2" fmla="*/ 16480 w 363975"/>
                  <a:gd name="connsiteY2" fmla="*/ 139545 h 376770"/>
                  <a:gd name="connsiteX3" fmla="*/ 77296 w 363975"/>
                  <a:gd name="connsiteY3" fmla="*/ 266202 h 376770"/>
                  <a:gd name="connsiteX4" fmla="*/ 330489 w 363975"/>
                  <a:gd name="connsiteY4" fmla="*/ 350639 h 376770"/>
                  <a:gd name="connsiteX5" fmla="*/ 347865 w 363975"/>
                  <a:gd name="connsiteY5" fmla="*/ 310904 h 376770"/>
                  <a:gd name="connsiteX6" fmla="*/ 269673 w 363975"/>
                  <a:gd name="connsiteY6" fmla="*/ 92359 h 376770"/>
                  <a:gd name="connsiteX7" fmla="*/ 151764 w 363975"/>
                  <a:gd name="connsiteY7" fmla="*/ 19097 h 376770"/>
                  <a:gd name="connsiteX8" fmla="*/ 128183 w 363975"/>
                  <a:gd name="connsiteY8" fmla="*/ 16614 h 376770"/>
                  <a:gd name="connsiteX9" fmla="*/ 154236 w 363975"/>
                  <a:gd name="connsiteY9" fmla="*/ 2893 h 376770"/>
                  <a:gd name="connsiteX10" fmla="*/ 282114 w 363975"/>
                  <a:gd name="connsiteY10" fmla="*/ 81147 h 376770"/>
                  <a:gd name="connsiteX11" fmla="*/ 362814 w 363975"/>
                  <a:gd name="connsiteY11" fmla="*/ 312180 h 376770"/>
                  <a:gd name="connsiteX12" fmla="*/ 340467 w 363975"/>
                  <a:gd name="connsiteY12" fmla="*/ 363107 h 376770"/>
                  <a:gd name="connsiteX13" fmla="*/ 283356 w 363975"/>
                  <a:gd name="connsiteY13" fmla="*/ 376770 h 376770"/>
                  <a:gd name="connsiteX14" fmla="*/ 66087 w 363975"/>
                  <a:gd name="connsiteY14" fmla="*/ 276159 h 376770"/>
                  <a:gd name="connsiteX15" fmla="*/ 285 w 363975"/>
                  <a:gd name="connsiteY15" fmla="*/ 142010 h 376770"/>
                  <a:gd name="connsiteX16" fmla="*/ 42497 w 363975"/>
                  <a:gd name="connsiteY16" fmla="*/ 32704 h 376770"/>
                  <a:gd name="connsiteX17" fmla="*/ 154236 w 363975"/>
                  <a:gd name="connsiteY17" fmla="*/ 2893 h 376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63975" h="376770">
                    <a:moveTo>
                      <a:pt x="128183" y="16614"/>
                    </a:moveTo>
                    <a:cubicBezTo>
                      <a:pt x="99636" y="16614"/>
                      <a:pt x="73573" y="26548"/>
                      <a:pt x="52473" y="43932"/>
                    </a:cubicBezTo>
                    <a:cubicBezTo>
                      <a:pt x="26409" y="67525"/>
                      <a:pt x="13998" y="102293"/>
                      <a:pt x="16480" y="139545"/>
                    </a:cubicBezTo>
                    <a:cubicBezTo>
                      <a:pt x="20203" y="181764"/>
                      <a:pt x="41303" y="225225"/>
                      <a:pt x="77296" y="266202"/>
                    </a:cubicBezTo>
                    <a:cubicBezTo>
                      <a:pt x="154247" y="350639"/>
                      <a:pt x="289531" y="377957"/>
                      <a:pt x="330489" y="350639"/>
                    </a:cubicBezTo>
                    <a:cubicBezTo>
                      <a:pt x="339177" y="344431"/>
                      <a:pt x="345383" y="329530"/>
                      <a:pt x="347865" y="310904"/>
                    </a:cubicBezTo>
                    <a:cubicBezTo>
                      <a:pt x="354071" y="252543"/>
                      <a:pt x="326765" y="155688"/>
                      <a:pt x="269673" y="92359"/>
                    </a:cubicBezTo>
                    <a:cubicBezTo>
                      <a:pt x="233680" y="51382"/>
                      <a:pt x="192722" y="26548"/>
                      <a:pt x="151764" y="19097"/>
                    </a:cubicBezTo>
                    <a:cubicBezTo>
                      <a:pt x="144318" y="16614"/>
                      <a:pt x="135630" y="16614"/>
                      <a:pt x="128183" y="16614"/>
                    </a:cubicBezTo>
                    <a:close/>
                    <a:moveTo>
                      <a:pt x="154236" y="2893"/>
                    </a:moveTo>
                    <a:cubicBezTo>
                      <a:pt x="198931" y="10346"/>
                      <a:pt x="242385" y="37672"/>
                      <a:pt x="282114" y="81147"/>
                    </a:cubicBezTo>
                    <a:cubicBezTo>
                      <a:pt x="341708" y="148221"/>
                      <a:pt x="370264" y="251316"/>
                      <a:pt x="362814" y="312180"/>
                    </a:cubicBezTo>
                    <a:cubicBezTo>
                      <a:pt x="361573" y="337022"/>
                      <a:pt x="352882" y="354412"/>
                      <a:pt x="340467" y="363107"/>
                    </a:cubicBezTo>
                    <a:cubicBezTo>
                      <a:pt x="326810" y="371802"/>
                      <a:pt x="306945" y="376770"/>
                      <a:pt x="283356" y="376770"/>
                    </a:cubicBezTo>
                    <a:cubicBezTo>
                      <a:pt x="220037" y="376770"/>
                      <a:pt x="126922" y="344475"/>
                      <a:pt x="66087" y="276159"/>
                    </a:cubicBezTo>
                    <a:cubicBezTo>
                      <a:pt x="26357" y="233927"/>
                      <a:pt x="4010" y="186726"/>
                      <a:pt x="285" y="142010"/>
                    </a:cubicBezTo>
                    <a:cubicBezTo>
                      <a:pt x="-2198" y="98536"/>
                      <a:pt x="11459" y="58788"/>
                      <a:pt x="42497" y="32704"/>
                    </a:cubicBezTo>
                    <a:cubicBezTo>
                      <a:pt x="72294" y="5377"/>
                      <a:pt x="112024" y="-5802"/>
                      <a:pt x="154236" y="289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26130CA7-2D8C-BA41-8F4C-8BD13E321C74}"/>
                  </a:ext>
                </a:extLst>
              </p:cNvPr>
              <p:cNvSpPr/>
              <p:nvPr/>
            </p:nvSpPr>
            <p:spPr>
              <a:xfrm>
                <a:off x="10001219" y="10545589"/>
                <a:ext cx="356296" cy="41873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7" h="337">
                    <a:moveTo>
                      <a:pt x="236" y="221"/>
                    </a:moveTo>
                    <a:cubicBezTo>
                      <a:pt x="172" y="307"/>
                      <a:pt x="46" y="359"/>
                      <a:pt x="16" y="329"/>
                    </a:cubicBezTo>
                    <a:cubicBezTo>
                      <a:pt x="-14" y="298"/>
                      <a:pt x="-5" y="173"/>
                      <a:pt x="60" y="87"/>
                    </a:cubicBezTo>
                    <a:cubicBezTo>
                      <a:pt x="125" y="2"/>
                      <a:pt x="203" y="-19"/>
                      <a:pt x="252" y="17"/>
                    </a:cubicBezTo>
                    <a:cubicBezTo>
                      <a:pt x="301" y="55"/>
                      <a:pt x="301" y="136"/>
                      <a:pt x="236" y="22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0EC0E492-C113-0B46-93B8-27243B42D600}"/>
                  </a:ext>
                </a:extLst>
              </p:cNvPr>
              <p:cNvSpPr/>
              <p:nvPr/>
            </p:nvSpPr>
            <p:spPr>
              <a:xfrm>
                <a:off x="9994113" y="10538718"/>
                <a:ext cx="372710" cy="434329"/>
              </a:xfrm>
              <a:custGeom>
                <a:avLst/>
                <a:gdLst>
                  <a:gd name="connsiteX0" fmla="*/ 255387 w 372710"/>
                  <a:gd name="connsiteY0" fmla="*/ 15599 h 434329"/>
                  <a:gd name="connsiteX1" fmla="*/ 87819 w 372710"/>
                  <a:gd name="connsiteY1" fmla="*/ 119959 h 434329"/>
                  <a:gd name="connsiteX2" fmla="*/ 19551 w 372710"/>
                  <a:gd name="connsiteY2" fmla="*/ 292650 h 434329"/>
                  <a:gd name="connsiteX3" fmla="*/ 34446 w 372710"/>
                  <a:gd name="connsiteY3" fmla="*/ 409434 h 434329"/>
                  <a:gd name="connsiteX4" fmla="*/ 69201 w 372710"/>
                  <a:gd name="connsiteY4" fmla="*/ 418131 h 434329"/>
                  <a:gd name="connsiteX5" fmla="*/ 295107 w 372710"/>
                  <a:gd name="connsiteY5" fmla="*/ 276499 h 434329"/>
                  <a:gd name="connsiteX6" fmla="*/ 316208 w 372710"/>
                  <a:gd name="connsiteY6" fmla="*/ 35477 h 434329"/>
                  <a:gd name="connsiteX7" fmla="*/ 255387 w 372710"/>
                  <a:gd name="connsiteY7" fmla="*/ 15599 h 434329"/>
                  <a:gd name="connsiteX8" fmla="*/ 269359 w 372710"/>
                  <a:gd name="connsiteY8" fmla="*/ 812 h 434329"/>
                  <a:gd name="connsiteX9" fmla="*/ 326183 w 372710"/>
                  <a:gd name="connsiteY9" fmla="*/ 24248 h 434329"/>
                  <a:gd name="connsiteX10" fmla="*/ 307559 w 372710"/>
                  <a:gd name="connsiteY10" fmla="*/ 287694 h 434329"/>
                  <a:gd name="connsiteX11" fmla="*/ 70405 w 372710"/>
                  <a:gd name="connsiteY11" fmla="*/ 433086 h 434329"/>
                  <a:gd name="connsiteX12" fmla="*/ 62956 w 372710"/>
                  <a:gd name="connsiteY12" fmla="*/ 434329 h 434329"/>
                  <a:gd name="connsiteX13" fmla="*/ 23223 w 372710"/>
                  <a:gd name="connsiteY13" fmla="*/ 420660 h 434329"/>
                  <a:gd name="connsiteX14" fmla="*/ 75372 w 372710"/>
                  <a:gd name="connsiteY14" fmla="*/ 112478 h 434329"/>
                  <a:gd name="connsiteX15" fmla="*/ 269359 w 372710"/>
                  <a:gd name="connsiteY15" fmla="*/ 812 h 4343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710" h="434329">
                    <a:moveTo>
                      <a:pt x="255387" y="15599"/>
                    </a:moveTo>
                    <a:cubicBezTo>
                      <a:pt x="202014" y="15599"/>
                      <a:pt x="139951" y="52870"/>
                      <a:pt x="87819" y="119959"/>
                    </a:cubicBezTo>
                    <a:cubicBezTo>
                      <a:pt x="53064" y="167170"/>
                      <a:pt x="28239" y="230531"/>
                      <a:pt x="19551" y="292650"/>
                    </a:cubicBezTo>
                    <a:cubicBezTo>
                      <a:pt x="12103" y="346073"/>
                      <a:pt x="18309" y="392041"/>
                      <a:pt x="34446" y="409434"/>
                    </a:cubicBezTo>
                    <a:cubicBezTo>
                      <a:pt x="40652" y="416889"/>
                      <a:pt x="53064" y="418131"/>
                      <a:pt x="69201" y="418131"/>
                    </a:cubicBezTo>
                    <a:cubicBezTo>
                      <a:pt x="130021" y="414404"/>
                      <a:pt x="235527" y="356012"/>
                      <a:pt x="295107" y="276499"/>
                    </a:cubicBezTo>
                    <a:cubicBezTo>
                      <a:pt x="368340" y="180836"/>
                      <a:pt x="377029" y="81445"/>
                      <a:pt x="316208" y="35477"/>
                    </a:cubicBezTo>
                    <a:cubicBezTo>
                      <a:pt x="297589" y="21811"/>
                      <a:pt x="277730" y="15599"/>
                      <a:pt x="255387" y="15599"/>
                    </a:cubicBezTo>
                    <a:close/>
                    <a:moveTo>
                      <a:pt x="269359" y="812"/>
                    </a:moveTo>
                    <a:cubicBezTo>
                      <a:pt x="289865" y="3201"/>
                      <a:pt x="309111" y="10890"/>
                      <a:pt x="326183" y="24248"/>
                    </a:cubicBezTo>
                    <a:cubicBezTo>
                      <a:pt x="394474" y="75198"/>
                      <a:pt x="387024" y="183310"/>
                      <a:pt x="307559" y="287694"/>
                    </a:cubicBezTo>
                    <a:cubicBezTo>
                      <a:pt x="242993" y="372196"/>
                      <a:pt x="133729" y="430601"/>
                      <a:pt x="70405" y="433086"/>
                    </a:cubicBezTo>
                    <a:cubicBezTo>
                      <a:pt x="66681" y="433086"/>
                      <a:pt x="65439" y="434329"/>
                      <a:pt x="62956" y="434329"/>
                    </a:cubicBezTo>
                    <a:cubicBezTo>
                      <a:pt x="45573" y="434329"/>
                      <a:pt x="31915" y="430601"/>
                      <a:pt x="23223" y="420660"/>
                    </a:cubicBezTo>
                    <a:cubicBezTo>
                      <a:pt x="-16509" y="380894"/>
                      <a:pt x="-9059" y="221833"/>
                      <a:pt x="75372" y="112478"/>
                    </a:cubicBezTo>
                    <a:cubicBezTo>
                      <a:pt x="134971" y="34190"/>
                      <a:pt x="207839" y="-6352"/>
                      <a:pt x="269359" y="8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39BD5C6E-87CE-764D-90F2-B50B331A967C}"/>
                  </a:ext>
                </a:extLst>
              </p:cNvPr>
              <p:cNvSpPr/>
              <p:nvPr/>
            </p:nvSpPr>
            <p:spPr>
              <a:xfrm>
                <a:off x="9393270" y="10169231"/>
                <a:ext cx="404882" cy="50596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6" h="407">
                    <a:moveTo>
                      <a:pt x="244" y="100"/>
                    </a:moveTo>
                    <a:cubicBezTo>
                      <a:pt x="313" y="199"/>
                      <a:pt x="349" y="372"/>
                      <a:pt x="310" y="402"/>
                    </a:cubicBezTo>
                    <a:cubicBezTo>
                      <a:pt x="272" y="431"/>
                      <a:pt x="120" y="334"/>
                      <a:pt x="50" y="236"/>
                    </a:cubicBezTo>
                    <a:cubicBezTo>
                      <a:pt x="-18" y="138"/>
                      <a:pt x="-13" y="54"/>
                      <a:pt x="41" y="17"/>
                    </a:cubicBezTo>
                    <a:cubicBezTo>
                      <a:pt x="94" y="-21"/>
                      <a:pt x="175" y="3"/>
                      <a:pt x="244" y="10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5E4507B2-8910-A941-9235-26BB823F75A4}"/>
                  </a:ext>
                </a:extLst>
              </p:cNvPr>
              <p:cNvSpPr/>
              <p:nvPr/>
            </p:nvSpPr>
            <p:spPr>
              <a:xfrm>
                <a:off x="9385684" y="10162192"/>
                <a:ext cx="422923" cy="521732"/>
              </a:xfrm>
              <a:custGeom>
                <a:avLst/>
                <a:gdLst>
                  <a:gd name="connsiteX0" fmla="*/ 125587 w 422923"/>
                  <a:gd name="connsiteY0" fmla="*/ 14517 h 521732"/>
                  <a:gd name="connsiteX1" fmla="*/ 63495 w 422923"/>
                  <a:gd name="connsiteY1" fmla="*/ 34406 h 521732"/>
                  <a:gd name="connsiteX2" fmla="*/ 78397 w 422923"/>
                  <a:gd name="connsiteY2" fmla="*/ 296693 h 521732"/>
                  <a:gd name="connsiteX3" fmla="*/ 359050 w 422923"/>
                  <a:gd name="connsiteY3" fmla="*/ 503042 h 521732"/>
                  <a:gd name="connsiteX4" fmla="*/ 390095 w 422923"/>
                  <a:gd name="connsiteY4" fmla="*/ 499313 h 521732"/>
                  <a:gd name="connsiteX5" fmla="*/ 304409 w 422923"/>
                  <a:gd name="connsiteY5" fmla="*/ 136337 h 521732"/>
                  <a:gd name="connsiteX6" fmla="*/ 174018 w 422923"/>
                  <a:gd name="connsiteY6" fmla="*/ 24462 h 521732"/>
                  <a:gd name="connsiteX7" fmla="*/ 125587 w 422923"/>
                  <a:gd name="connsiteY7" fmla="*/ 14517 h 521732"/>
                  <a:gd name="connsiteX8" fmla="*/ 113148 w 422923"/>
                  <a:gd name="connsiteY8" fmla="*/ 494 h 521732"/>
                  <a:gd name="connsiteX9" fmla="*/ 180222 w 422923"/>
                  <a:gd name="connsiteY9" fmla="*/ 10751 h 521732"/>
                  <a:gd name="connsiteX10" fmla="*/ 316856 w 422923"/>
                  <a:gd name="connsiteY10" fmla="*/ 128861 h 521732"/>
                  <a:gd name="connsiteX11" fmla="*/ 400079 w 422923"/>
                  <a:gd name="connsiteY11" fmla="*/ 513029 h 521732"/>
                  <a:gd name="connsiteX12" fmla="*/ 370268 w 422923"/>
                  <a:gd name="connsiteY12" fmla="*/ 521732 h 521732"/>
                  <a:gd name="connsiteX13" fmla="*/ 355362 w 422923"/>
                  <a:gd name="connsiteY13" fmla="*/ 520489 h 521732"/>
                  <a:gd name="connsiteX14" fmla="*/ 65947 w 422923"/>
                  <a:gd name="connsiteY14" fmla="*/ 306648 h 521732"/>
                  <a:gd name="connsiteX15" fmla="*/ 53525 w 422923"/>
                  <a:gd name="connsiteY15" fmla="*/ 21941 h 521732"/>
                  <a:gd name="connsiteX16" fmla="*/ 113148 w 422923"/>
                  <a:gd name="connsiteY16" fmla="*/ 494 h 521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22923" h="521732">
                    <a:moveTo>
                      <a:pt x="125587" y="14517"/>
                    </a:moveTo>
                    <a:cubicBezTo>
                      <a:pt x="103234" y="14517"/>
                      <a:pt x="82123" y="20732"/>
                      <a:pt x="63495" y="34406"/>
                    </a:cubicBezTo>
                    <a:cubicBezTo>
                      <a:pt x="-3563" y="81643"/>
                      <a:pt x="1404" y="187303"/>
                      <a:pt x="78397" y="296693"/>
                    </a:cubicBezTo>
                    <a:cubicBezTo>
                      <a:pt x="136763" y="378735"/>
                      <a:pt x="274606" y="490611"/>
                      <a:pt x="359050" y="503042"/>
                    </a:cubicBezTo>
                    <a:cubicBezTo>
                      <a:pt x="372710" y="505528"/>
                      <a:pt x="383886" y="504285"/>
                      <a:pt x="390095" y="499313"/>
                    </a:cubicBezTo>
                    <a:cubicBezTo>
                      <a:pt x="431076" y="466993"/>
                      <a:pt x="391337" y="259401"/>
                      <a:pt x="304409" y="136337"/>
                    </a:cubicBezTo>
                    <a:cubicBezTo>
                      <a:pt x="264671" y="80400"/>
                      <a:pt x="219965" y="41864"/>
                      <a:pt x="174018" y="24462"/>
                    </a:cubicBezTo>
                    <a:cubicBezTo>
                      <a:pt x="157874" y="18246"/>
                      <a:pt x="141730" y="14517"/>
                      <a:pt x="125587" y="14517"/>
                    </a:cubicBezTo>
                    <a:close/>
                    <a:moveTo>
                      <a:pt x="113148" y="494"/>
                    </a:moveTo>
                    <a:cubicBezTo>
                      <a:pt x="134574" y="-1370"/>
                      <a:pt x="157243" y="2049"/>
                      <a:pt x="180222" y="10751"/>
                    </a:cubicBezTo>
                    <a:cubicBezTo>
                      <a:pt x="228665" y="29400"/>
                      <a:pt x="277108" y="69185"/>
                      <a:pt x="316856" y="128861"/>
                    </a:cubicBezTo>
                    <a:cubicBezTo>
                      <a:pt x="398837" y="243241"/>
                      <a:pt x="457217" y="470758"/>
                      <a:pt x="400079" y="513029"/>
                    </a:cubicBezTo>
                    <a:cubicBezTo>
                      <a:pt x="392626" y="519245"/>
                      <a:pt x="381447" y="521732"/>
                      <a:pt x="370268" y="521732"/>
                    </a:cubicBezTo>
                    <a:cubicBezTo>
                      <a:pt x="366541" y="521732"/>
                      <a:pt x="360331" y="521732"/>
                      <a:pt x="355362" y="520489"/>
                    </a:cubicBezTo>
                    <a:cubicBezTo>
                      <a:pt x="274624" y="508056"/>
                      <a:pt x="134264" y="403622"/>
                      <a:pt x="65947" y="306648"/>
                    </a:cubicBezTo>
                    <a:cubicBezTo>
                      <a:pt x="-3612" y="209673"/>
                      <a:pt x="-33423" y="84104"/>
                      <a:pt x="53525" y="21941"/>
                    </a:cubicBezTo>
                    <a:cubicBezTo>
                      <a:pt x="71536" y="9508"/>
                      <a:pt x="91721" y="2359"/>
                      <a:pt x="113148" y="49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6" name="Freeform 235">
                <a:extLst>
                  <a:ext uri="{FF2B5EF4-FFF2-40B4-BE49-F238E27FC236}">
                    <a16:creationId xmlns:a16="http://schemas.microsoft.com/office/drawing/2014/main" id="{CF10BECA-5FE8-1C47-8246-052C88A7DC71}"/>
                  </a:ext>
                </a:extLst>
              </p:cNvPr>
              <p:cNvSpPr/>
              <p:nvPr/>
            </p:nvSpPr>
            <p:spPr>
              <a:xfrm>
                <a:off x="9875391" y="9880106"/>
                <a:ext cx="393670" cy="6854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7" h="551">
                    <a:moveTo>
                      <a:pt x="293" y="264"/>
                    </a:moveTo>
                    <a:cubicBezTo>
                      <a:pt x="242" y="413"/>
                      <a:pt x="91" y="565"/>
                      <a:pt x="47" y="550"/>
                    </a:cubicBezTo>
                    <a:cubicBezTo>
                      <a:pt x="3" y="535"/>
                      <a:pt x="-23" y="322"/>
                      <a:pt x="28" y="173"/>
                    </a:cubicBezTo>
                    <a:cubicBezTo>
                      <a:pt x="80" y="24"/>
                      <a:pt x="160" y="-19"/>
                      <a:pt x="234" y="7"/>
                    </a:cubicBezTo>
                    <a:cubicBezTo>
                      <a:pt x="307" y="32"/>
                      <a:pt x="344" y="116"/>
                      <a:pt x="293" y="26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3" name="Freeform 342">
                <a:extLst>
                  <a:ext uri="{FF2B5EF4-FFF2-40B4-BE49-F238E27FC236}">
                    <a16:creationId xmlns:a16="http://schemas.microsoft.com/office/drawing/2014/main" id="{6663603D-F411-A242-8FF4-BEC6186F64EC}"/>
                  </a:ext>
                </a:extLst>
              </p:cNvPr>
              <p:cNvSpPr/>
              <p:nvPr/>
            </p:nvSpPr>
            <p:spPr>
              <a:xfrm>
                <a:off x="9867036" y="9872247"/>
                <a:ext cx="409991" cy="702009"/>
              </a:xfrm>
              <a:custGeom>
                <a:avLst/>
                <a:gdLst>
                  <a:gd name="connsiteX0" fmla="*/ 250510 w 409991"/>
                  <a:gd name="connsiteY0" fmla="*/ 16579 h 702009"/>
                  <a:gd name="connsiteX1" fmla="*/ 166075 w 409991"/>
                  <a:gd name="connsiteY1" fmla="*/ 45189 h 702009"/>
                  <a:gd name="connsiteX2" fmla="*/ 50597 w 409991"/>
                  <a:gd name="connsiteY2" fmla="*/ 225556 h 702009"/>
                  <a:gd name="connsiteX3" fmla="*/ 18313 w 409991"/>
                  <a:gd name="connsiteY3" fmla="*/ 519120 h 702009"/>
                  <a:gd name="connsiteX4" fmla="*/ 69223 w 409991"/>
                  <a:gd name="connsiteY4" fmla="*/ 684560 h 702009"/>
                  <a:gd name="connsiteX5" fmla="*/ 210776 w 409991"/>
                  <a:gd name="connsiteY5" fmla="*/ 586291 h 702009"/>
                  <a:gd name="connsiteX6" fmla="*/ 364746 w 409991"/>
                  <a:gd name="connsiteY6" fmla="*/ 333777 h 702009"/>
                  <a:gd name="connsiteX7" fmla="*/ 385855 w 409991"/>
                  <a:gd name="connsiteY7" fmla="*/ 121068 h 702009"/>
                  <a:gd name="connsiteX8" fmla="*/ 296453 w 409991"/>
                  <a:gd name="connsiteY8" fmla="*/ 24042 h 702009"/>
                  <a:gd name="connsiteX9" fmla="*/ 250510 w 409991"/>
                  <a:gd name="connsiteY9" fmla="*/ 16579 h 702009"/>
                  <a:gd name="connsiteX10" fmla="*/ 226461 w 409991"/>
                  <a:gd name="connsiteY10" fmla="*/ 1782 h 702009"/>
                  <a:gd name="connsiteX11" fmla="*/ 301448 w 409991"/>
                  <a:gd name="connsiteY11" fmla="*/ 9090 h 702009"/>
                  <a:gd name="connsiteX12" fmla="*/ 400809 w 409991"/>
                  <a:gd name="connsiteY12" fmla="*/ 116076 h 702009"/>
                  <a:gd name="connsiteX13" fmla="*/ 379695 w 409991"/>
                  <a:gd name="connsiteY13" fmla="*/ 339999 h 702009"/>
                  <a:gd name="connsiteX14" fmla="*/ 221959 w 409991"/>
                  <a:gd name="connsiteY14" fmla="*/ 596267 h 702009"/>
                  <a:gd name="connsiteX15" fmla="*/ 74159 w 409991"/>
                  <a:gd name="connsiteY15" fmla="*/ 702009 h 702009"/>
                  <a:gd name="connsiteX16" fmla="*/ 64223 w 409991"/>
                  <a:gd name="connsiteY16" fmla="*/ 699521 h 702009"/>
                  <a:gd name="connsiteX17" fmla="*/ 2122 w 409991"/>
                  <a:gd name="connsiteY17" fmla="*/ 520382 h 702009"/>
                  <a:gd name="connsiteX18" fmla="*/ 35656 w 409991"/>
                  <a:gd name="connsiteY18" fmla="*/ 220573 h 702009"/>
                  <a:gd name="connsiteX19" fmla="*/ 156132 w 409991"/>
                  <a:gd name="connsiteY19" fmla="*/ 32727 h 702009"/>
                  <a:gd name="connsiteX20" fmla="*/ 226461 w 409991"/>
                  <a:gd name="connsiteY20" fmla="*/ 1782 h 7020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09991" h="702009">
                    <a:moveTo>
                      <a:pt x="250510" y="16579"/>
                    </a:moveTo>
                    <a:cubicBezTo>
                      <a:pt x="220710" y="16579"/>
                      <a:pt x="192151" y="26530"/>
                      <a:pt x="166075" y="45189"/>
                    </a:cubicBezTo>
                    <a:cubicBezTo>
                      <a:pt x="120132" y="78775"/>
                      <a:pt x="80398" y="139726"/>
                      <a:pt x="50597" y="225556"/>
                    </a:cubicBezTo>
                    <a:cubicBezTo>
                      <a:pt x="23280" y="308898"/>
                      <a:pt x="10863" y="415875"/>
                      <a:pt x="18313" y="519120"/>
                    </a:cubicBezTo>
                    <a:cubicBezTo>
                      <a:pt x="25764" y="618633"/>
                      <a:pt x="49356" y="678341"/>
                      <a:pt x="69223" y="684560"/>
                    </a:cubicBezTo>
                    <a:cubicBezTo>
                      <a:pt x="87848" y="690780"/>
                      <a:pt x="142483" y="659682"/>
                      <a:pt x="210776" y="586291"/>
                    </a:cubicBezTo>
                    <a:cubicBezTo>
                      <a:pt x="280311" y="507925"/>
                      <a:pt x="336187" y="417119"/>
                      <a:pt x="364746" y="333777"/>
                    </a:cubicBezTo>
                    <a:cubicBezTo>
                      <a:pt x="394547" y="247947"/>
                      <a:pt x="401997" y="177044"/>
                      <a:pt x="385855" y="121068"/>
                    </a:cubicBezTo>
                    <a:cubicBezTo>
                      <a:pt x="372196" y="73799"/>
                      <a:pt x="341154" y="40213"/>
                      <a:pt x="296453" y="24042"/>
                    </a:cubicBezTo>
                    <a:cubicBezTo>
                      <a:pt x="280311" y="19067"/>
                      <a:pt x="265411" y="16579"/>
                      <a:pt x="250510" y="16579"/>
                    </a:cubicBezTo>
                    <a:close/>
                    <a:moveTo>
                      <a:pt x="226461" y="1782"/>
                    </a:moveTo>
                    <a:cubicBezTo>
                      <a:pt x="250836" y="-2106"/>
                      <a:pt x="275987" y="382"/>
                      <a:pt x="301448" y="9090"/>
                    </a:cubicBezTo>
                    <a:cubicBezTo>
                      <a:pt x="352370" y="26506"/>
                      <a:pt x="385905" y="62583"/>
                      <a:pt x="400809" y="116076"/>
                    </a:cubicBezTo>
                    <a:cubicBezTo>
                      <a:pt x="418197" y="174545"/>
                      <a:pt x="410745" y="250430"/>
                      <a:pt x="379695" y="339999"/>
                    </a:cubicBezTo>
                    <a:cubicBezTo>
                      <a:pt x="351128" y="424593"/>
                      <a:pt x="292754" y="517894"/>
                      <a:pt x="221959" y="596267"/>
                    </a:cubicBezTo>
                    <a:cubicBezTo>
                      <a:pt x="174762" y="648516"/>
                      <a:pt x="112661" y="702009"/>
                      <a:pt x="74159" y="702009"/>
                    </a:cubicBezTo>
                    <a:cubicBezTo>
                      <a:pt x="70433" y="702009"/>
                      <a:pt x="66707" y="700765"/>
                      <a:pt x="64223" y="699521"/>
                    </a:cubicBezTo>
                    <a:cubicBezTo>
                      <a:pt x="26962" y="687081"/>
                      <a:pt x="8332" y="598755"/>
                      <a:pt x="2122" y="520382"/>
                    </a:cubicBezTo>
                    <a:cubicBezTo>
                      <a:pt x="-5330" y="414641"/>
                      <a:pt x="7090" y="305167"/>
                      <a:pt x="35656" y="220573"/>
                    </a:cubicBezTo>
                    <a:cubicBezTo>
                      <a:pt x="66707" y="131004"/>
                      <a:pt x="107693" y="67559"/>
                      <a:pt x="156132" y="32727"/>
                    </a:cubicBezTo>
                    <a:cubicBezTo>
                      <a:pt x="178488" y="15933"/>
                      <a:pt x="202086" y="5669"/>
                      <a:pt x="226461" y="17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080A5F81-F211-CF44-BD37-5E8A3CF3BF83}"/>
                  </a:ext>
                </a:extLst>
              </p:cNvPr>
              <p:cNvSpPr/>
              <p:nvPr/>
            </p:nvSpPr>
            <p:spPr>
              <a:xfrm>
                <a:off x="9525324" y="11227280"/>
                <a:ext cx="644074" cy="2891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8" h="233">
                    <a:moveTo>
                      <a:pt x="518" y="0"/>
                    </a:moveTo>
                    <a:lnTo>
                      <a:pt x="0" y="0"/>
                    </a:lnTo>
                    <a:lnTo>
                      <a:pt x="0" y="233"/>
                    </a:lnTo>
                    <a:lnTo>
                      <a:pt x="518" y="233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4" name="Freeform 343">
                <a:extLst>
                  <a:ext uri="{FF2B5EF4-FFF2-40B4-BE49-F238E27FC236}">
                    <a16:creationId xmlns:a16="http://schemas.microsoft.com/office/drawing/2014/main" id="{E2575D21-EC49-9F43-BFA8-EC7EF9DA58E3}"/>
                  </a:ext>
                </a:extLst>
              </p:cNvPr>
              <p:cNvSpPr/>
              <p:nvPr/>
            </p:nvSpPr>
            <p:spPr>
              <a:xfrm>
                <a:off x="9517849" y="11218553"/>
                <a:ext cx="660270" cy="306572"/>
              </a:xfrm>
              <a:custGeom>
                <a:avLst/>
                <a:gdLst>
                  <a:gd name="connsiteX0" fmla="*/ 16199 w 660270"/>
                  <a:gd name="connsiteY0" fmla="*/ 16201 h 306572"/>
                  <a:gd name="connsiteX1" fmla="*/ 16199 w 660270"/>
                  <a:gd name="connsiteY1" fmla="*/ 290371 h 306572"/>
                  <a:gd name="connsiteX2" fmla="*/ 644078 w 660270"/>
                  <a:gd name="connsiteY2" fmla="*/ 290371 h 306572"/>
                  <a:gd name="connsiteX3" fmla="*/ 644078 w 660270"/>
                  <a:gd name="connsiteY3" fmla="*/ 16201 h 306572"/>
                  <a:gd name="connsiteX4" fmla="*/ 7461 w 660270"/>
                  <a:gd name="connsiteY4" fmla="*/ 0 h 306572"/>
                  <a:gd name="connsiteX5" fmla="*/ 651566 w 660270"/>
                  <a:gd name="connsiteY5" fmla="*/ 0 h 306572"/>
                  <a:gd name="connsiteX6" fmla="*/ 660270 w 660270"/>
                  <a:gd name="connsiteY6" fmla="*/ 8688 h 306572"/>
                  <a:gd name="connsiteX7" fmla="*/ 660270 w 660270"/>
                  <a:gd name="connsiteY7" fmla="*/ 297884 h 306572"/>
                  <a:gd name="connsiteX8" fmla="*/ 651566 w 660270"/>
                  <a:gd name="connsiteY8" fmla="*/ 306572 h 306572"/>
                  <a:gd name="connsiteX9" fmla="*/ 7461 w 660270"/>
                  <a:gd name="connsiteY9" fmla="*/ 306572 h 306572"/>
                  <a:gd name="connsiteX10" fmla="*/ 0 w 660270"/>
                  <a:gd name="connsiteY10" fmla="*/ 297884 h 306572"/>
                  <a:gd name="connsiteX11" fmla="*/ 0 w 660270"/>
                  <a:gd name="connsiteY11" fmla="*/ 8688 h 306572"/>
                  <a:gd name="connsiteX12" fmla="*/ 7461 w 660270"/>
                  <a:gd name="connsiteY12" fmla="*/ 0 h 306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0270" h="306572">
                    <a:moveTo>
                      <a:pt x="16199" y="16201"/>
                    </a:moveTo>
                    <a:lnTo>
                      <a:pt x="16199" y="290371"/>
                    </a:lnTo>
                    <a:lnTo>
                      <a:pt x="644078" y="290371"/>
                    </a:lnTo>
                    <a:lnTo>
                      <a:pt x="644078" y="16201"/>
                    </a:lnTo>
                    <a:close/>
                    <a:moveTo>
                      <a:pt x="7461" y="0"/>
                    </a:moveTo>
                    <a:lnTo>
                      <a:pt x="651566" y="0"/>
                    </a:lnTo>
                    <a:cubicBezTo>
                      <a:pt x="655296" y="0"/>
                      <a:pt x="660270" y="3724"/>
                      <a:pt x="660270" y="8688"/>
                    </a:cubicBezTo>
                    <a:lnTo>
                      <a:pt x="660270" y="297884"/>
                    </a:lnTo>
                    <a:cubicBezTo>
                      <a:pt x="660270" y="302848"/>
                      <a:pt x="655296" y="306572"/>
                      <a:pt x="651566" y="306572"/>
                    </a:cubicBezTo>
                    <a:lnTo>
                      <a:pt x="7461" y="306572"/>
                    </a:lnTo>
                    <a:cubicBezTo>
                      <a:pt x="3730" y="306572"/>
                      <a:pt x="0" y="302848"/>
                      <a:pt x="0" y="297884"/>
                    </a:cubicBezTo>
                    <a:lnTo>
                      <a:pt x="0" y="8688"/>
                    </a:lnTo>
                    <a:cubicBezTo>
                      <a:pt x="0" y="3724"/>
                      <a:pt x="3730" y="0"/>
                      <a:pt x="7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1A76D8CB-6354-144A-8E3A-5934BFF408A0}"/>
                  </a:ext>
                </a:extLst>
              </p:cNvPr>
              <p:cNvSpPr/>
              <p:nvPr/>
            </p:nvSpPr>
            <p:spPr>
              <a:xfrm>
                <a:off x="9525324" y="11517651"/>
                <a:ext cx="644074" cy="1495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8" h="121">
                    <a:moveTo>
                      <a:pt x="0" y="121"/>
                    </a:moveTo>
                    <a:lnTo>
                      <a:pt x="518" y="121"/>
                    </a:lnTo>
                    <a:lnTo>
                      <a:pt x="51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5" name="Freeform 344">
                <a:extLst>
                  <a:ext uri="{FF2B5EF4-FFF2-40B4-BE49-F238E27FC236}">
                    <a16:creationId xmlns:a16="http://schemas.microsoft.com/office/drawing/2014/main" id="{0BD5E50C-D0D4-CF4F-9298-153E2E3326FF}"/>
                  </a:ext>
                </a:extLst>
              </p:cNvPr>
              <p:cNvSpPr/>
              <p:nvPr/>
            </p:nvSpPr>
            <p:spPr>
              <a:xfrm>
                <a:off x="9517849" y="11510174"/>
                <a:ext cx="660270" cy="165749"/>
              </a:xfrm>
              <a:custGeom>
                <a:avLst/>
                <a:gdLst>
                  <a:gd name="connsiteX0" fmla="*/ 16199 w 660270"/>
                  <a:gd name="connsiteY0" fmla="*/ 16201 h 165749"/>
                  <a:gd name="connsiteX1" fmla="*/ 16199 w 660270"/>
                  <a:gd name="connsiteY1" fmla="*/ 149548 h 165749"/>
                  <a:gd name="connsiteX2" fmla="*/ 644078 w 660270"/>
                  <a:gd name="connsiteY2" fmla="*/ 149548 h 165749"/>
                  <a:gd name="connsiteX3" fmla="*/ 644078 w 660270"/>
                  <a:gd name="connsiteY3" fmla="*/ 16201 h 165749"/>
                  <a:gd name="connsiteX4" fmla="*/ 7461 w 660270"/>
                  <a:gd name="connsiteY4" fmla="*/ 0 h 165749"/>
                  <a:gd name="connsiteX5" fmla="*/ 651566 w 660270"/>
                  <a:gd name="connsiteY5" fmla="*/ 0 h 165749"/>
                  <a:gd name="connsiteX6" fmla="*/ 660270 w 660270"/>
                  <a:gd name="connsiteY6" fmla="*/ 7422 h 165749"/>
                  <a:gd name="connsiteX7" fmla="*/ 660270 w 660270"/>
                  <a:gd name="connsiteY7" fmla="*/ 157090 h 165749"/>
                  <a:gd name="connsiteX8" fmla="*/ 651566 w 660270"/>
                  <a:gd name="connsiteY8" fmla="*/ 165749 h 165749"/>
                  <a:gd name="connsiteX9" fmla="*/ 7461 w 660270"/>
                  <a:gd name="connsiteY9" fmla="*/ 165749 h 165749"/>
                  <a:gd name="connsiteX10" fmla="*/ 0 w 660270"/>
                  <a:gd name="connsiteY10" fmla="*/ 157090 h 165749"/>
                  <a:gd name="connsiteX11" fmla="*/ 0 w 660270"/>
                  <a:gd name="connsiteY11" fmla="*/ 7422 h 165749"/>
                  <a:gd name="connsiteX12" fmla="*/ 7461 w 660270"/>
                  <a:gd name="connsiteY12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60270" h="165749">
                    <a:moveTo>
                      <a:pt x="16199" y="16201"/>
                    </a:moveTo>
                    <a:lnTo>
                      <a:pt x="16199" y="149548"/>
                    </a:lnTo>
                    <a:lnTo>
                      <a:pt x="644078" y="149548"/>
                    </a:lnTo>
                    <a:lnTo>
                      <a:pt x="644078" y="16201"/>
                    </a:lnTo>
                    <a:close/>
                    <a:moveTo>
                      <a:pt x="7461" y="0"/>
                    </a:moveTo>
                    <a:lnTo>
                      <a:pt x="651566" y="0"/>
                    </a:lnTo>
                    <a:cubicBezTo>
                      <a:pt x="655296" y="0"/>
                      <a:pt x="660270" y="3711"/>
                      <a:pt x="660270" y="7422"/>
                    </a:cubicBezTo>
                    <a:lnTo>
                      <a:pt x="660270" y="157090"/>
                    </a:lnTo>
                    <a:cubicBezTo>
                      <a:pt x="660270" y="162038"/>
                      <a:pt x="655296" y="165749"/>
                      <a:pt x="651566" y="165749"/>
                    </a:cubicBezTo>
                    <a:lnTo>
                      <a:pt x="7461" y="165749"/>
                    </a:lnTo>
                    <a:cubicBezTo>
                      <a:pt x="3730" y="165749"/>
                      <a:pt x="0" y="162038"/>
                      <a:pt x="0" y="157090"/>
                    </a:cubicBezTo>
                    <a:lnTo>
                      <a:pt x="0" y="7422"/>
                    </a:lnTo>
                    <a:cubicBezTo>
                      <a:pt x="0" y="3711"/>
                      <a:pt x="3730" y="0"/>
                      <a:pt x="74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CE009E74-11B9-B646-BB45-507D74486A8A}"/>
                  </a:ext>
                </a:extLst>
              </p:cNvPr>
              <p:cNvSpPr/>
              <p:nvPr/>
            </p:nvSpPr>
            <p:spPr>
              <a:xfrm>
                <a:off x="9527815" y="10855904"/>
                <a:ext cx="262862" cy="3776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2" h="304">
                    <a:moveTo>
                      <a:pt x="205" y="304"/>
                    </a:moveTo>
                    <a:cubicBezTo>
                      <a:pt x="202" y="304"/>
                      <a:pt x="200" y="302"/>
                      <a:pt x="199" y="298"/>
                    </a:cubicBezTo>
                    <a:cubicBezTo>
                      <a:pt x="165" y="118"/>
                      <a:pt x="5" y="13"/>
                      <a:pt x="3" y="12"/>
                    </a:cubicBezTo>
                    <a:cubicBezTo>
                      <a:pt x="0" y="9"/>
                      <a:pt x="-1" y="6"/>
                      <a:pt x="1" y="3"/>
                    </a:cubicBezTo>
                    <a:cubicBezTo>
                      <a:pt x="3" y="0"/>
                      <a:pt x="7" y="-1"/>
                      <a:pt x="9" y="1"/>
                    </a:cubicBezTo>
                    <a:cubicBezTo>
                      <a:pt x="11" y="2"/>
                      <a:pt x="177" y="110"/>
                      <a:pt x="212" y="296"/>
                    </a:cubicBezTo>
                    <a:cubicBezTo>
                      <a:pt x="213" y="299"/>
                      <a:pt x="210" y="303"/>
                      <a:pt x="206" y="30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16E9CFA4-6C6E-DB41-B33D-E11AFB6F3A2E}"/>
                  </a:ext>
                </a:extLst>
              </p:cNvPr>
              <p:cNvSpPr/>
              <p:nvPr/>
            </p:nvSpPr>
            <p:spPr>
              <a:xfrm>
                <a:off x="9854216" y="10236528"/>
                <a:ext cx="210539" cy="9969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0" h="801">
                    <a:moveTo>
                      <a:pt x="10" y="801"/>
                    </a:moveTo>
                    <a:cubicBezTo>
                      <a:pt x="6" y="801"/>
                      <a:pt x="4" y="798"/>
                      <a:pt x="3" y="795"/>
                    </a:cubicBezTo>
                    <a:cubicBezTo>
                      <a:pt x="3" y="790"/>
                      <a:pt x="-36" y="357"/>
                      <a:pt x="157" y="4"/>
                    </a:cubicBezTo>
                    <a:cubicBezTo>
                      <a:pt x="159" y="1"/>
                      <a:pt x="163" y="-1"/>
                      <a:pt x="167" y="1"/>
                    </a:cubicBezTo>
                    <a:cubicBezTo>
                      <a:pt x="170" y="3"/>
                      <a:pt x="171" y="7"/>
                      <a:pt x="169" y="10"/>
                    </a:cubicBezTo>
                    <a:cubicBezTo>
                      <a:pt x="-22" y="360"/>
                      <a:pt x="15" y="789"/>
                      <a:pt x="16" y="794"/>
                    </a:cubicBezTo>
                    <a:cubicBezTo>
                      <a:pt x="17" y="797"/>
                      <a:pt x="14" y="801"/>
                      <a:pt x="11" y="801"/>
                    </a:cubicBezTo>
                    <a:cubicBezTo>
                      <a:pt x="10" y="801"/>
                      <a:pt x="10" y="801"/>
                      <a:pt x="10" y="80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CE79461B-0FBA-AD48-B81E-B710222D902C}"/>
                  </a:ext>
                </a:extLst>
              </p:cNvPr>
              <p:cNvSpPr/>
              <p:nvPr/>
            </p:nvSpPr>
            <p:spPr>
              <a:xfrm>
                <a:off x="9618761" y="10423462"/>
                <a:ext cx="250404" cy="634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2" h="510">
                    <a:moveTo>
                      <a:pt x="195" y="510"/>
                    </a:moveTo>
                    <a:cubicBezTo>
                      <a:pt x="192" y="510"/>
                      <a:pt x="189" y="508"/>
                      <a:pt x="189" y="504"/>
                    </a:cubicBezTo>
                    <a:cubicBezTo>
                      <a:pt x="189" y="501"/>
                      <a:pt x="186" y="200"/>
                      <a:pt x="2" y="11"/>
                    </a:cubicBezTo>
                    <a:cubicBezTo>
                      <a:pt x="-1" y="8"/>
                      <a:pt x="-1" y="4"/>
                      <a:pt x="2" y="2"/>
                    </a:cubicBezTo>
                    <a:cubicBezTo>
                      <a:pt x="4" y="-1"/>
                      <a:pt x="8" y="-1"/>
                      <a:pt x="11" y="2"/>
                    </a:cubicBezTo>
                    <a:cubicBezTo>
                      <a:pt x="200" y="195"/>
                      <a:pt x="202" y="501"/>
                      <a:pt x="202" y="504"/>
                    </a:cubicBezTo>
                    <a:cubicBezTo>
                      <a:pt x="202" y="508"/>
                      <a:pt x="199" y="510"/>
                      <a:pt x="195" y="5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9" name="Freeform 248">
                <a:extLst>
                  <a:ext uri="{FF2B5EF4-FFF2-40B4-BE49-F238E27FC236}">
                    <a16:creationId xmlns:a16="http://schemas.microsoft.com/office/drawing/2014/main" id="{1DFC538F-DBA6-3E47-9961-D6B9B94B3FB7}"/>
                  </a:ext>
                </a:extLst>
              </p:cNvPr>
              <p:cNvSpPr/>
              <p:nvPr/>
            </p:nvSpPr>
            <p:spPr>
              <a:xfrm>
                <a:off x="9952634" y="10727542"/>
                <a:ext cx="271583" cy="50596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9" h="407">
                    <a:moveTo>
                      <a:pt x="7" y="407"/>
                    </a:moveTo>
                    <a:cubicBezTo>
                      <a:pt x="3" y="407"/>
                      <a:pt x="0" y="404"/>
                      <a:pt x="0" y="401"/>
                    </a:cubicBezTo>
                    <a:cubicBezTo>
                      <a:pt x="0" y="398"/>
                      <a:pt x="-6" y="146"/>
                      <a:pt x="209" y="1"/>
                    </a:cubicBezTo>
                    <a:cubicBezTo>
                      <a:pt x="212" y="-1"/>
                      <a:pt x="217" y="0"/>
                      <a:pt x="218" y="3"/>
                    </a:cubicBezTo>
                    <a:cubicBezTo>
                      <a:pt x="220" y="6"/>
                      <a:pt x="219" y="10"/>
                      <a:pt x="217" y="12"/>
                    </a:cubicBezTo>
                    <a:cubicBezTo>
                      <a:pt x="7" y="153"/>
                      <a:pt x="13" y="397"/>
                      <a:pt x="13" y="400"/>
                    </a:cubicBezTo>
                    <a:cubicBezTo>
                      <a:pt x="13" y="404"/>
                      <a:pt x="10" y="407"/>
                      <a:pt x="7" y="40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16788320-48FC-424D-AB2F-E6DE4C2398A2}"/>
                  </a:ext>
                </a:extLst>
              </p:cNvPr>
              <p:cNvSpPr/>
              <p:nvPr/>
            </p:nvSpPr>
            <p:spPr>
              <a:xfrm>
                <a:off x="11914756" y="11396767"/>
                <a:ext cx="1019058" cy="1881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9" h="152">
                    <a:moveTo>
                      <a:pt x="790" y="0"/>
                    </a:moveTo>
                    <a:lnTo>
                      <a:pt x="433" y="0"/>
                    </a:lnTo>
                    <a:lnTo>
                      <a:pt x="76" y="0"/>
                    </a:lnTo>
                    <a:cubicBezTo>
                      <a:pt x="55" y="0"/>
                      <a:pt x="36" y="9"/>
                      <a:pt x="22" y="22"/>
                    </a:cubicBezTo>
                    <a:cubicBezTo>
                      <a:pt x="8" y="36"/>
                      <a:pt x="0" y="55"/>
                      <a:pt x="0" y="76"/>
                    </a:cubicBezTo>
                    <a:cubicBezTo>
                      <a:pt x="0" y="96"/>
                      <a:pt x="8" y="115"/>
                      <a:pt x="22" y="129"/>
                    </a:cubicBezTo>
                    <a:cubicBezTo>
                      <a:pt x="36" y="143"/>
                      <a:pt x="55" y="152"/>
                      <a:pt x="76" y="152"/>
                    </a:cubicBezTo>
                    <a:lnTo>
                      <a:pt x="433" y="152"/>
                    </a:lnTo>
                    <a:lnTo>
                      <a:pt x="790" y="152"/>
                    </a:lnTo>
                    <a:cubicBezTo>
                      <a:pt x="798" y="152"/>
                      <a:pt x="805" y="148"/>
                      <a:pt x="811" y="143"/>
                    </a:cubicBezTo>
                    <a:cubicBezTo>
                      <a:pt x="816" y="137"/>
                      <a:pt x="819" y="130"/>
                      <a:pt x="819" y="122"/>
                    </a:cubicBezTo>
                    <a:lnTo>
                      <a:pt x="819" y="76"/>
                    </a:lnTo>
                    <a:lnTo>
                      <a:pt x="819" y="28"/>
                    </a:lnTo>
                    <a:cubicBezTo>
                      <a:pt x="819" y="21"/>
                      <a:pt x="816" y="13"/>
                      <a:pt x="811" y="9"/>
                    </a:cubicBezTo>
                    <a:cubicBezTo>
                      <a:pt x="805" y="3"/>
                      <a:pt x="798" y="0"/>
                      <a:pt x="79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DA76D312-3568-C54C-A33E-9E382A08E57A}"/>
                  </a:ext>
                </a:extLst>
              </p:cNvPr>
              <p:cNvSpPr/>
              <p:nvPr/>
            </p:nvSpPr>
            <p:spPr>
              <a:xfrm>
                <a:off x="11906035" y="11388044"/>
                <a:ext cx="1035253" cy="204382"/>
              </a:xfrm>
              <a:custGeom>
                <a:avLst/>
                <a:gdLst>
                  <a:gd name="connsiteX0" fmla="*/ 103292 w 1035253"/>
                  <a:gd name="connsiteY0" fmla="*/ 17447 h 204382"/>
                  <a:gd name="connsiteX1" fmla="*/ 42324 w 1035253"/>
                  <a:gd name="connsiteY1" fmla="*/ 42191 h 204382"/>
                  <a:gd name="connsiteX2" fmla="*/ 16195 w 1035253"/>
                  <a:gd name="connsiteY2" fmla="*/ 102814 h 204382"/>
                  <a:gd name="connsiteX3" fmla="*/ 42324 w 1035253"/>
                  <a:gd name="connsiteY3" fmla="*/ 163436 h 204382"/>
                  <a:gd name="connsiteX4" fmla="*/ 103292 w 1035253"/>
                  <a:gd name="connsiteY4" fmla="*/ 188180 h 204382"/>
                  <a:gd name="connsiteX5" fmla="*/ 991685 w 1035253"/>
                  <a:gd name="connsiteY5" fmla="*/ 188180 h 204382"/>
                  <a:gd name="connsiteX6" fmla="*/ 1011593 w 1035253"/>
                  <a:gd name="connsiteY6" fmla="*/ 179520 h 204382"/>
                  <a:gd name="connsiteX7" fmla="*/ 1020303 w 1035253"/>
                  <a:gd name="connsiteY7" fmla="*/ 159724 h 204382"/>
                  <a:gd name="connsiteX8" fmla="*/ 1020303 w 1035253"/>
                  <a:gd name="connsiteY8" fmla="*/ 43428 h 204382"/>
                  <a:gd name="connsiteX9" fmla="*/ 1011593 w 1035253"/>
                  <a:gd name="connsiteY9" fmla="*/ 24870 h 204382"/>
                  <a:gd name="connsiteX10" fmla="*/ 991685 w 1035253"/>
                  <a:gd name="connsiteY10" fmla="*/ 17447 h 204382"/>
                  <a:gd name="connsiteX11" fmla="*/ 103276 w 1035253"/>
                  <a:gd name="connsiteY11" fmla="*/ 0 h 204382"/>
                  <a:gd name="connsiteX12" fmla="*/ 991703 w 1035253"/>
                  <a:gd name="connsiteY12" fmla="*/ 0 h 204382"/>
                  <a:gd name="connsiteX13" fmla="*/ 1022810 w 1035253"/>
                  <a:gd name="connsiteY13" fmla="*/ 13625 h 204382"/>
                  <a:gd name="connsiteX14" fmla="*/ 1035253 w 1035253"/>
                  <a:gd name="connsiteY14" fmla="*/ 43354 h 204382"/>
                  <a:gd name="connsiteX15" fmla="*/ 1035253 w 1035253"/>
                  <a:gd name="connsiteY15" fmla="*/ 159790 h 204382"/>
                  <a:gd name="connsiteX16" fmla="*/ 1022810 w 1035253"/>
                  <a:gd name="connsiteY16" fmla="*/ 190757 h 204382"/>
                  <a:gd name="connsiteX17" fmla="*/ 991703 w 1035253"/>
                  <a:gd name="connsiteY17" fmla="*/ 204382 h 204382"/>
                  <a:gd name="connsiteX18" fmla="*/ 103276 w 1035253"/>
                  <a:gd name="connsiteY18" fmla="*/ 204382 h 204382"/>
                  <a:gd name="connsiteX19" fmla="*/ 29863 w 1035253"/>
                  <a:gd name="connsiteY19" fmla="*/ 174654 h 204382"/>
                  <a:gd name="connsiteX20" fmla="*/ 0 w 1035253"/>
                  <a:gd name="connsiteY20" fmla="*/ 102810 h 204382"/>
                  <a:gd name="connsiteX21" fmla="*/ 29863 w 1035253"/>
                  <a:gd name="connsiteY21" fmla="*/ 30967 h 204382"/>
                  <a:gd name="connsiteX22" fmla="*/ 103276 w 1035253"/>
                  <a:gd name="connsiteY22" fmla="*/ 0 h 2043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35253" h="204382">
                    <a:moveTo>
                      <a:pt x="103292" y="17447"/>
                    </a:moveTo>
                    <a:cubicBezTo>
                      <a:pt x="79652" y="17447"/>
                      <a:pt x="57255" y="24870"/>
                      <a:pt x="42324" y="42191"/>
                    </a:cubicBezTo>
                    <a:cubicBezTo>
                      <a:pt x="26149" y="58274"/>
                      <a:pt x="16195" y="79307"/>
                      <a:pt x="16195" y="102814"/>
                    </a:cubicBezTo>
                    <a:cubicBezTo>
                      <a:pt x="16195" y="125083"/>
                      <a:pt x="26149" y="146115"/>
                      <a:pt x="42324" y="163436"/>
                    </a:cubicBezTo>
                    <a:cubicBezTo>
                      <a:pt x="57255" y="178282"/>
                      <a:pt x="79652" y="188180"/>
                      <a:pt x="103292" y="188180"/>
                    </a:cubicBezTo>
                    <a:lnTo>
                      <a:pt x="991685" y="188180"/>
                    </a:lnTo>
                    <a:cubicBezTo>
                      <a:pt x="999151" y="188180"/>
                      <a:pt x="1005372" y="184468"/>
                      <a:pt x="1011593" y="179520"/>
                    </a:cubicBezTo>
                    <a:cubicBezTo>
                      <a:pt x="1016570" y="174571"/>
                      <a:pt x="1020303" y="167148"/>
                      <a:pt x="1020303" y="159724"/>
                    </a:cubicBezTo>
                    <a:lnTo>
                      <a:pt x="1020303" y="43428"/>
                    </a:lnTo>
                    <a:cubicBezTo>
                      <a:pt x="1020303" y="36005"/>
                      <a:pt x="1016570" y="29819"/>
                      <a:pt x="1011593" y="24870"/>
                    </a:cubicBezTo>
                    <a:cubicBezTo>
                      <a:pt x="1005372" y="19921"/>
                      <a:pt x="999151" y="17447"/>
                      <a:pt x="991685" y="17447"/>
                    </a:cubicBezTo>
                    <a:close/>
                    <a:moveTo>
                      <a:pt x="103276" y="0"/>
                    </a:moveTo>
                    <a:lnTo>
                      <a:pt x="991703" y="0"/>
                    </a:lnTo>
                    <a:cubicBezTo>
                      <a:pt x="1004146" y="0"/>
                      <a:pt x="1014100" y="4955"/>
                      <a:pt x="1022810" y="13625"/>
                    </a:cubicBezTo>
                    <a:cubicBezTo>
                      <a:pt x="1031520" y="21058"/>
                      <a:pt x="1035253" y="33444"/>
                      <a:pt x="1035253" y="43354"/>
                    </a:cubicBezTo>
                    <a:lnTo>
                      <a:pt x="1035253" y="159790"/>
                    </a:lnTo>
                    <a:cubicBezTo>
                      <a:pt x="1035253" y="172176"/>
                      <a:pt x="1031520" y="183324"/>
                      <a:pt x="1022810" y="190757"/>
                    </a:cubicBezTo>
                    <a:cubicBezTo>
                      <a:pt x="1014100" y="199427"/>
                      <a:pt x="1004146" y="204382"/>
                      <a:pt x="991703" y="204382"/>
                    </a:cubicBezTo>
                    <a:lnTo>
                      <a:pt x="103276" y="204382"/>
                    </a:lnTo>
                    <a:cubicBezTo>
                      <a:pt x="75902" y="204382"/>
                      <a:pt x="49772" y="193234"/>
                      <a:pt x="29863" y="174654"/>
                    </a:cubicBezTo>
                    <a:cubicBezTo>
                      <a:pt x="11199" y="154835"/>
                      <a:pt x="0" y="130061"/>
                      <a:pt x="0" y="102810"/>
                    </a:cubicBezTo>
                    <a:cubicBezTo>
                      <a:pt x="0" y="75559"/>
                      <a:pt x="11199" y="49547"/>
                      <a:pt x="29863" y="30967"/>
                    </a:cubicBezTo>
                    <a:cubicBezTo>
                      <a:pt x="49772" y="11148"/>
                      <a:pt x="75902" y="0"/>
                      <a:pt x="1032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DB5E71F9-67CE-AB4C-BD89-6A4AABF2EE7C}"/>
                  </a:ext>
                </a:extLst>
              </p:cNvPr>
              <p:cNvSpPr/>
              <p:nvPr/>
            </p:nvSpPr>
            <p:spPr>
              <a:xfrm>
                <a:off x="11914756" y="11396767"/>
                <a:ext cx="1019058" cy="1881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19" h="152">
                    <a:moveTo>
                      <a:pt x="790" y="0"/>
                    </a:moveTo>
                    <a:lnTo>
                      <a:pt x="433" y="0"/>
                    </a:lnTo>
                    <a:lnTo>
                      <a:pt x="76" y="0"/>
                    </a:lnTo>
                    <a:cubicBezTo>
                      <a:pt x="55" y="0"/>
                      <a:pt x="36" y="9"/>
                      <a:pt x="22" y="22"/>
                    </a:cubicBezTo>
                    <a:cubicBezTo>
                      <a:pt x="8" y="36"/>
                      <a:pt x="0" y="55"/>
                      <a:pt x="0" y="76"/>
                    </a:cubicBezTo>
                    <a:cubicBezTo>
                      <a:pt x="0" y="96"/>
                      <a:pt x="8" y="115"/>
                      <a:pt x="22" y="129"/>
                    </a:cubicBezTo>
                    <a:cubicBezTo>
                      <a:pt x="36" y="143"/>
                      <a:pt x="55" y="152"/>
                      <a:pt x="76" y="152"/>
                    </a:cubicBezTo>
                    <a:lnTo>
                      <a:pt x="433" y="152"/>
                    </a:lnTo>
                    <a:lnTo>
                      <a:pt x="790" y="152"/>
                    </a:lnTo>
                    <a:cubicBezTo>
                      <a:pt x="798" y="152"/>
                      <a:pt x="805" y="148"/>
                      <a:pt x="811" y="143"/>
                    </a:cubicBezTo>
                    <a:cubicBezTo>
                      <a:pt x="816" y="137"/>
                      <a:pt x="819" y="130"/>
                      <a:pt x="819" y="122"/>
                    </a:cubicBezTo>
                    <a:lnTo>
                      <a:pt x="819" y="76"/>
                    </a:lnTo>
                    <a:lnTo>
                      <a:pt x="819" y="28"/>
                    </a:lnTo>
                    <a:cubicBezTo>
                      <a:pt x="819" y="21"/>
                      <a:pt x="816" y="13"/>
                      <a:pt x="811" y="9"/>
                    </a:cubicBezTo>
                    <a:cubicBezTo>
                      <a:pt x="805" y="3"/>
                      <a:pt x="798" y="0"/>
                      <a:pt x="790" y="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DBDEDED8-337D-5048-9B98-E52D70A8CD36}"/>
                  </a:ext>
                </a:extLst>
              </p:cNvPr>
              <p:cNvSpPr/>
              <p:nvPr/>
            </p:nvSpPr>
            <p:spPr>
              <a:xfrm>
                <a:off x="12155190" y="11435400"/>
                <a:ext cx="778620" cy="10343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6" h="84">
                    <a:moveTo>
                      <a:pt x="626" y="0"/>
                    </a:moveTo>
                    <a:lnTo>
                      <a:pt x="0" y="0"/>
                    </a:lnTo>
                    <a:lnTo>
                      <a:pt x="0" y="84"/>
                    </a:lnTo>
                    <a:lnTo>
                      <a:pt x="626" y="84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33394FAC-F471-A340-BED4-702E94DF5AF3}"/>
                  </a:ext>
                </a:extLst>
              </p:cNvPr>
              <p:cNvSpPr/>
              <p:nvPr/>
            </p:nvSpPr>
            <p:spPr>
              <a:xfrm>
                <a:off x="12147719" y="11426677"/>
                <a:ext cx="793569" cy="119638"/>
              </a:xfrm>
              <a:custGeom>
                <a:avLst/>
                <a:gdLst>
                  <a:gd name="connsiteX0" fmla="*/ 16195 w 793569"/>
                  <a:gd name="connsiteY0" fmla="*/ 17447 h 119638"/>
                  <a:gd name="connsiteX1" fmla="*/ 16195 w 793569"/>
                  <a:gd name="connsiteY1" fmla="*/ 103437 h 119638"/>
                  <a:gd name="connsiteX2" fmla="*/ 778620 w 793569"/>
                  <a:gd name="connsiteY2" fmla="*/ 103437 h 119638"/>
                  <a:gd name="connsiteX3" fmla="*/ 778620 w 793569"/>
                  <a:gd name="connsiteY3" fmla="*/ 17447 h 119638"/>
                  <a:gd name="connsiteX4" fmla="*/ 7463 w 793569"/>
                  <a:gd name="connsiteY4" fmla="*/ 0 h 119638"/>
                  <a:gd name="connsiteX5" fmla="*/ 786106 w 793569"/>
                  <a:gd name="connsiteY5" fmla="*/ 0 h 119638"/>
                  <a:gd name="connsiteX6" fmla="*/ 793569 w 793569"/>
                  <a:gd name="connsiteY6" fmla="*/ 8634 h 119638"/>
                  <a:gd name="connsiteX7" fmla="*/ 793569 w 793569"/>
                  <a:gd name="connsiteY7" fmla="*/ 112238 h 119638"/>
                  <a:gd name="connsiteX8" fmla="*/ 786106 w 793569"/>
                  <a:gd name="connsiteY8" fmla="*/ 119638 h 119638"/>
                  <a:gd name="connsiteX9" fmla="*/ 7463 w 793569"/>
                  <a:gd name="connsiteY9" fmla="*/ 119638 h 119638"/>
                  <a:gd name="connsiteX10" fmla="*/ 0 w 793569"/>
                  <a:gd name="connsiteY10" fmla="*/ 112238 h 119638"/>
                  <a:gd name="connsiteX11" fmla="*/ 0 w 793569"/>
                  <a:gd name="connsiteY11" fmla="*/ 8634 h 119638"/>
                  <a:gd name="connsiteX12" fmla="*/ 7463 w 793569"/>
                  <a:gd name="connsiteY12" fmla="*/ 0 h 119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93569" h="119638">
                    <a:moveTo>
                      <a:pt x="16195" y="17447"/>
                    </a:moveTo>
                    <a:lnTo>
                      <a:pt x="16195" y="103437"/>
                    </a:lnTo>
                    <a:lnTo>
                      <a:pt x="778620" y="103437"/>
                    </a:lnTo>
                    <a:lnTo>
                      <a:pt x="778620" y="17447"/>
                    </a:lnTo>
                    <a:close/>
                    <a:moveTo>
                      <a:pt x="7463" y="0"/>
                    </a:moveTo>
                    <a:lnTo>
                      <a:pt x="786106" y="0"/>
                    </a:lnTo>
                    <a:cubicBezTo>
                      <a:pt x="789837" y="0"/>
                      <a:pt x="793569" y="3700"/>
                      <a:pt x="793569" y="8634"/>
                    </a:cubicBezTo>
                    <a:lnTo>
                      <a:pt x="793569" y="112238"/>
                    </a:lnTo>
                    <a:cubicBezTo>
                      <a:pt x="793569" y="117171"/>
                      <a:pt x="789837" y="119638"/>
                      <a:pt x="786106" y="119638"/>
                    </a:cubicBezTo>
                    <a:lnTo>
                      <a:pt x="7463" y="119638"/>
                    </a:lnTo>
                    <a:cubicBezTo>
                      <a:pt x="3732" y="119638"/>
                      <a:pt x="0" y="117171"/>
                      <a:pt x="0" y="112238"/>
                    </a:cubicBezTo>
                    <a:lnTo>
                      <a:pt x="0" y="8634"/>
                    </a:lnTo>
                    <a:cubicBezTo>
                      <a:pt x="0" y="3700"/>
                      <a:pt x="3732" y="0"/>
                      <a:pt x="746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F82FFB9F-BA49-1940-B033-C228F9E521CD}"/>
                  </a:ext>
                </a:extLst>
              </p:cNvPr>
              <p:cNvSpPr/>
              <p:nvPr/>
            </p:nvSpPr>
            <p:spPr>
              <a:xfrm>
                <a:off x="12147719" y="11493973"/>
                <a:ext cx="292761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6" h="13">
                    <a:moveTo>
                      <a:pt x="230" y="13"/>
                    </a:moveTo>
                    <a:lnTo>
                      <a:pt x="6" y="13"/>
                    </a:lnTo>
                    <a:cubicBezTo>
                      <a:pt x="3" y="13"/>
                      <a:pt x="0" y="11"/>
                      <a:pt x="0" y="7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30" y="0"/>
                    </a:lnTo>
                    <a:cubicBezTo>
                      <a:pt x="234" y="0"/>
                      <a:pt x="236" y="3"/>
                      <a:pt x="236" y="7"/>
                    </a:cubicBezTo>
                    <a:cubicBezTo>
                      <a:pt x="236" y="11"/>
                      <a:pt x="234" y="13"/>
                      <a:pt x="230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DE3E83BB-2E57-C24A-BC33-D3B8BAFF5A55}"/>
                  </a:ext>
                </a:extLst>
              </p:cNvPr>
              <p:cNvSpPr/>
              <p:nvPr/>
            </p:nvSpPr>
            <p:spPr>
              <a:xfrm>
                <a:off x="12591217" y="11465310"/>
                <a:ext cx="347576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0" h="13">
                    <a:moveTo>
                      <a:pt x="274" y="13"/>
                    </a:moveTo>
                    <a:lnTo>
                      <a:pt x="7" y="13"/>
                    </a:lnTo>
                    <a:cubicBezTo>
                      <a:pt x="4" y="13"/>
                      <a:pt x="0" y="10"/>
                      <a:pt x="0" y="6"/>
                    </a:cubicBezTo>
                    <a:cubicBezTo>
                      <a:pt x="0" y="2"/>
                      <a:pt x="4" y="0"/>
                      <a:pt x="7" y="0"/>
                    </a:cubicBezTo>
                    <a:lnTo>
                      <a:pt x="274" y="0"/>
                    </a:lnTo>
                    <a:cubicBezTo>
                      <a:pt x="278" y="0"/>
                      <a:pt x="280" y="2"/>
                      <a:pt x="280" y="6"/>
                    </a:cubicBezTo>
                    <a:cubicBezTo>
                      <a:pt x="280" y="10"/>
                      <a:pt x="278" y="13"/>
                      <a:pt x="274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E19C52A8-73EB-8D4B-ADE2-42F68D4FEBC7}"/>
                  </a:ext>
                </a:extLst>
              </p:cNvPr>
              <p:cNvSpPr/>
              <p:nvPr/>
            </p:nvSpPr>
            <p:spPr>
              <a:xfrm>
                <a:off x="10464654" y="11467802"/>
                <a:ext cx="1071381" cy="1993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61" h="161">
                    <a:moveTo>
                      <a:pt x="780" y="161"/>
                    </a:moveTo>
                    <a:lnTo>
                      <a:pt x="407" y="161"/>
                    </a:lnTo>
                    <a:lnTo>
                      <a:pt x="33" y="161"/>
                    </a:lnTo>
                    <a:cubicBezTo>
                      <a:pt x="24" y="161"/>
                      <a:pt x="16" y="158"/>
                      <a:pt x="10" y="151"/>
                    </a:cubicBezTo>
                    <a:cubicBezTo>
                      <a:pt x="3" y="146"/>
                      <a:pt x="0" y="137"/>
                      <a:pt x="0" y="128"/>
                    </a:cubicBezTo>
                    <a:lnTo>
                      <a:pt x="0" y="80"/>
                    </a:lnTo>
                    <a:lnTo>
                      <a:pt x="0" y="33"/>
                    </a:lnTo>
                    <a:cubicBezTo>
                      <a:pt x="0" y="23"/>
                      <a:pt x="3" y="16"/>
                      <a:pt x="10" y="10"/>
                    </a:cubicBezTo>
                    <a:cubicBezTo>
                      <a:pt x="16" y="4"/>
                      <a:pt x="24" y="0"/>
                      <a:pt x="33" y="0"/>
                    </a:cubicBezTo>
                    <a:lnTo>
                      <a:pt x="407" y="0"/>
                    </a:lnTo>
                    <a:lnTo>
                      <a:pt x="780" y="0"/>
                    </a:lnTo>
                    <a:cubicBezTo>
                      <a:pt x="802" y="0"/>
                      <a:pt x="822" y="9"/>
                      <a:pt x="837" y="23"/>
                    </a:cubicBezTo>
                    <a:cubicBezTo>
                      <a:pt x="852" y="38"/>
                      <a:pt x="861" y="58"/>
                      <a:pt x="861" y="80"/>
                    </a:cubicBezTo>
                    <a:cubicBezTo>
                      <a:pt x="861" y="103"/>
                      <a:pt x="852" y="123"/>
                      <a:pt x="837" y="138"/>
                    </a:cubicBezTo>
                    <a:cubicBezTo>
                      <a:pt x="822" y="153"/>
                      <a:pt x="802" y="161"/>
                      <a:pt x="780" y="16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8" name="Freeform 347">
                <a:extLst>
                  <a:ext uri="{FF2B5EF4-FFF2-40B4-BE49-F238E27FC236}">
                    <a16:creationId xmlns:a16="http://schemas.microsoft.com/office/drawing/2014/main" id="{23F30C3B-17B9-2E45-92FC-32ED02F7F7E1}"/>
                  </a:ext>
                </a:extLst>
              </p:cNvPr>
              <p:cNvSpPr/>
              <p:nvPr/>
            </p:nvSpPr>
            <p:spPr>
              <a:xfrm>
                <a:off x="10457179" y="11459079"/>
                <a:ext cx="1086330" cy="216844"/>
              </a:xfrm>
              <a:custGeom>
                <a:avLst/>
                <a:gdLst>
                  <a:gd name="connsiteX0" fmla="*/ 48547 w 1086330"/>
                  <a:gd name="connsiteY0" fmla="*/ 16201 h 216844"/>
                  <a:gd name="connsiteX1" fmla="*/ 24905 w 1086330"/>
                  <a:gd name="connsiteY1" fmla="*/ 26104 h 216844"/>
                  <a:gd name="connsiteX2" fmla="*/ 16195 w 1086330"/>
                  <a:gd name="connsiteY2" fmla="*/ 49623 h 216844"/>
                  <a:gd name="connsiteX3" fmla="*/ 16195 w 1086330"/>
                  <a:gd name="connsiteY3" fmla="*/ 167221 h 216844"/>
                  <a:gd name="connsiteX4" fmla="*/ 24905 w 1086330"/>
                  <a:gd name="connsiteY4" fmla="*/ 190740 h 216844"/>
                  <a:gd name="connsiteX5" fmla="*/ 48547 w 1086330"/>
                  <a:gd name="connsiteY5" fmla="*/ 200643 h 216844"/>
                  <a:gd name="connsiteX6" fmla="*/ 978055 w 1086330"/>
                  <a:gd name="connsiteY6" fmla="*/ 200643 h 216844"/>
                  <a:gd name="connsiteX7" fmla="*/ 1042760 w 1086330"/>
                  <a:gd name="connsiteY7" fmla="*/ 173410 h 216844"/>
                  <a:gd name="connsiteX8" fmla="*/ 1070135 w 1086330"/>
                  <a:gd name="connsiteY8" fmla="*/ 107803 h 216844"/>
                  <a:gd name="connsiteX9" fmla="*/ 1042760 w 1086330"/>
                  <a:gd name="connsiteY9" fmla="*/ 43434 h 216844"/>
                  <a:gd name="connsiteX10" fmla="*/ 978055 w 1086330"/>
                  <a:gd name="connsiteY10" fmla="*/ 16201 h 216844"/>
                  <a:gd name="connsiteX11" fmla="*/ 48530 w 1086330"/>
                  <a:gd name="connsiteY11" fmla="*/ 0 h 216844"/>
                  <a:gd name="connsiteX12" fmla="*/ 978070 w 1086330"/>
                  <a:gd name="connsiteY12" fmla="*/ 0 h 216844"/>
                  <a:gd name="connsiteX13" fmla="*/ 1053977 w 1086330"/>
                  <a:gd name="connsiteY13" fmla="*/ 32217 h 216844"/>
                  <a:gd name="connsiteX14" fmla="*/ 1086330 w 1086330"/>
                  <a:gd name="connsiteY14" fmla="*/ 107802 h 216844"/>
                  <a:gd name="connsiteX15" fmla="*/ 1053977 w 1086330"/>
                  <a:gd name="connsiteY15" fmla="*/ 184627 h 216844"/>
                  <a:gd name="connsiteX16" fmla="*/ 978070 w 1086330"/>
                  <a:gd name="connsiteY16" fmla="*/ 216844 h 216844"/>
                  <a:gd name="connsiteX17" fmla="*/ 48530 w 1086330"/>
                  <a:gd name="connsiteY17" fmla="*/ 216844 h 216844"/>
                  <a:gd name="connsiteX18" fmla="*/ 13688 w 1086330"/>
                  <a:gd name="connsiteY18" fmla="*/ 201975 h 216844"/>
                  <a:gd name="connsiteX19" fmla="*/ 0 w 1086330"/>
                  <a:gd name="connsiteY19" fmla="*/ 167280 h 216844"/>
                  <a:gd name="connsiteX20" fmla="*/ 0 w 1086330"/>
                  <a:gd name="connsiteY20" fmla="*/ 49564 h 216844"/>
                  <a:gd name="connsiteX21" fmla="*/ 13688 w 1086330"/>
                  <a:gd name="connsiteY21" fmla="*/ 14869 h 216844"/>
                  <a:gd name="connsiteX22" fmla="*/ 48530 w 1086330"/>
                  <a:gd name="connsiteY22" fmla="*/ 0 h 2168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086330" h="216844">
                    <a:moveTo>
                      <a:pt x="48547" y="16201"/>
                    </a:moveTo>
                    <a:cubicBezTo>
                      <a:pt x="39837" y="16201"/>
                      <a:pt x="31127" y="19915"/>
                      <a:pt x="24905" y="26104"/>
                    </a:cubicBezTo>
                    <a:cubicBezTo>
                      <a:pt x="18684" y="32293"/>
                      <a:pt x="16195" y="40958"/>
                      <a:pt x="16195" y="49623"/>
                    </a:cubicBezTo>
                    <a:lnTo>
                      <a:pt x="16195" y="167221"/>
                    </a:lnTo>
                    <a:cubicBezTo>
                      <a:pt x="16195" y="177124"/>
                      <a:pt x="18684" y="184551"/>
                      <a:pt x="24905" y="190740"/>
                    </a:cubicBezTo>
                    <a:cubicBezTo>
                      <a:pt x="31127" y="196929"/>
                      <a:pt x="39837" y="200643"/>
                      <a:pt x="48547" y="200643"/>
                    </a:cubicBezTo>
                    <a:lnTo>
                      <a:pt x="978055" y="200643"/>
                    </a:lnTo>
                    <a:cubicBezTo>
                      <a:pt x="1002942" y="200643"/>
                      <a:pt x="1025339" y="190740"/>
                      <a:pt x="1042760" y="173410"/>
                    </a:cubicBezTo>
                    <a:cubicBezTo>
                      <a:pt x="1060180" y="156080"/>
                      <a:pt x="1070135" y="133798"/>
                      <a:pt x="1070135" y="107803"/>
                    </a:cubicBezTo>
                    <a:cubicBezTo>
                      <a:pt x="1070135" y="84284"/>
                      <a:pt x="1060180" y="60764"/>
                      <a:pt x="1042760" y="43434"/>
                    </a:cubicBezTo>
                    <a:cubicBezTo>
                      <a:pt x="1025339" y="26104"/>
                      <a:pt x="1002942" y="16201"/>
                      <a:pt x="978055" y="16201"/>
                    </a:cubicBezTo>
                    <a:close/>
                    <a:moveTo>
                      <a:pt x="48530" y="0"/>
                    </a:moveTo>
                    <a:lnTo>
                      <a:pt x="978070" y="0"/>
                    </a:lnTo>
                    <a:cubicBezTo>
                      <a:pt x="1006691" y="0"/>
                      <a:pt x="1034067" y="11152"/>
                      <a:pt x="1053977" y="32217"/>
                    </a:cubicBezTo>
                    <a:cubicBezTo>
                      <a:pt x="1075131" y="52043"/>
                      <a:pt x="1086330" y="79303"/>
                      <a:pt x="1086330" y="107802"/>
                    </a:cubicBezTo>
                    <a:cubicBezTo>
                      <a:pt x="1086330" y="137541"/>
                      <a:pt x="1075131" y="164801"/>
                      <a:pt x="1053977" y="184627"/>
                    </a:cubicBezTo>
                    <a:cubicBezTo>
                      <a:pt x="1034067" y="205692"/>
                      <a:pt x="1006691" y="216844"/>
                      <a:pt x="978070" y="216844"/>
                    </a:cubicBezTo>
                    <a:lnTo>
                      <a:pt x="48530" y="216844"/>
                    </a:lnTo>
                    <a:cubicBezTo>
                      <a:pt x="36087" y="216844"/>
                      <a:pt x="23643" y="211888"/>
                      <a:pt x="13688" y="201975"/>
                    </a:cubicBezTo>
                    <a:cubicBezTo>
                      <a:pt x="3733" y="193301"/>
                      <a:pt x="0" y="179671"/>
                      <a:pt x="0" y="167280"/>
                    </a:cubicBezTo>
                    <a:lnTo>
                      <a:pt x="0" y="49564"/>
                    </a:lnTo>
                    <a:cubicBezTo>
                      <a:pt x="0" y="35934"/>
                      <a:pt x="3733" y="24782"/>
                      <a:pt x="13688" y="14869"/>
                    </a:cubicBezTo>
                    <a:cubicBezTo>
                      <a:pt x="23643" y="4956"/>
                      <a:pt x="36087" y="0"/>
                      <a:pt x="4853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7D94B818-7440-074D-B200-A6B7434DD0A2}"/>
                  </a:ext>
                </a:extLst>
              </p:cNvPr>
              <p:cNvSpPr/>
              <p:nvPr/>
            </p:nvSpPr>
            <p:spPr>
              <a:xfrm>
                <a:off x="10464654" y="11511420"/>
                <a:ext cx="920640" cy="1121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40" h="91">
                    <a:moveTo>
                      <a:pt x="740" y="91"/>
                    </a:moveTo>
                    <a:lnTo>
                      <a:pt x="0" y="91"/>
                    </a:lnTo>
                    <a:lnTo>
                      <a:pt x="0" y="0"/>
                    </a:lnTo>
                    <a:lnTo>
                      <a:pt x="74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C7AE9A2E-E58F-074D-AA3F-5DF3CE6BA874}"/>
                  </a:ext>
                </a:extLst>
              </p:cNvPr>
              <p:cNvSpPr/>
              <p:nvPr/>
            </p:nvSpPr>
            <p:spPr>
              <a:xfrm>
                <a:off x="10457179" y="11502697"/>
                <a:ext cx="936835" cy="128362"/>
              </a:xfrm>
              <a:custGeom>
                <a:avLst/>
                <a:gdLst>
                  <a:gd name="connsiteX0" fmla="*/ 16195 w 936835"/>
                  <a:gd name="connsiteY0" fmla="*/ 17447 h 128362"/>
                  <a:gd name="connsiteX1" fmla="*/ 16195 w 936835"/>
                  <a:gd name="connsiteY1" fmla="*/ 113407 h 128362"/>
                  <a:gd name="connsiteX2" fmla="*/ 920640 w 936835"/>
                  <a:gd name="connsiteY2" fmla="*/ 113407 h 128362"/>
                  <a:gd name="connsiteX3" fmla="*/ 920640 w 936835"/>
                  <a:gd name="connsiteY3" fmla="*/ 17447 h 128362"/>
                  <a:gd name="connsiteX4" fmla="*/ 7465 w 936835"/>
                  <a:gd name="connsiteY4" fmla="*/ 0 h 128362"/>
                  <a:gd name="connsiteX5" fmla="*/ 928126 w 936835"/>
                  <a:gd name="connsiteY5" fmla="*/ 0 h 128362"/>
                  <a:gd name="connsiteX6" fmla="*/ 936835 w 936835"/>
                  <a:gd name="connsiteY6" fmla="*/ 8640 h 128362"/>
                  <a:gd name="connsiteX7" fmla="*/ 936835 w 936835"/>
                  <a:gd name="connsiteY7" fmla="*/ 120957 h 128362"/>
                  <a:gd name="connsiteX8" fmla="*/ 928126 w 936835"/>
                  <a:gd name="connsiteY8" fmla="*/ 128362 h 128362"/>
                  <a:gd name="connsiteX9" fmla="*/ 7465 w 936835"/>
                  <a:gd name="connsiteY9" fmla="*/ 128362 h 128362"/>
                  <a:gd name="connsiteX10" fmla="*/ 0 w 936835"/>
                  <a:gd name="connsiteY10" fmla="*/ 120957 h 128362"/>
                  <a:gd name="connsiteX11" fmla="*/ 0 w 936835"/>
                  <a:gd name="connsiteY11" fmla="*/ 8640 h 128362"/>
                  <a:gd name="connsiteX12" fmla="*/ 7465 w 936835"/>
                  <a:gd name="connsiteY12" fmla="*/ 0 h 12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36835" h="128362">
                    <a:moveTo>
                      <a:pt x="16195" y="17447"/>
                    </a:moveTo>
                    <a:lnTo>
                      <a:pt x="16195" y="113407"/>
                    </a:lnTo>
                    <a:lnTo>
                      <a:pt x="920640" y="113407"/>
                    </a:lnTo>
                    <a:lnTo>
                      <a:pt x="920640" y="17447"/>
                    </a:lnTo>
                    <a:close/>
                    <a:moveTo>
                      <a:pt x="7465" y="0"/>
                    </a:moveTo>
                    <a:lnTo>
                      <a:pt x="928126" y="0"/>
                    </a:lnTo>
                    <a:cubicBezTo>
                      <a:pt x="931858" y="0"/>
                      <a:pt x="936835" y="4937"/>
                      <a:pt x="936835" y="8640"/>
                    </a:cubicBezTo>
                    <a:lnTo>
                      <a:pt x="936835" y="120957"/>
                    </a:lnTo>
                    <a:cubicBezTo>
                      <a:pt x="936835" y="125893"/>
                      <a:pt x="931858" y="128362"/>
                      <a:pt x="928126" y="128362"/>
                    </a:cubicBezTo>
                    <a:lnTo>
                      <a:pt x="7465" y="128362"/>
                    </a:lnTo>
                    <a:cubicBezTo>
                      <a:pt x="2488" y="128362"/>
                      <a:pt x="0" y="125893"/>
                      <a:pt x="0" y="120957"/>
                    </a:cubicBezTo>
                    <a:lnTo>
                      <a:pt x="0" y="8640"/>
                    </a:lnTo>
                    <a:cubicBezTo>
                      <a:pt x="0" y="4937"/>
                      <a:pt x="2488" y="0"/>
                      <a:pt x="74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5" name="Freeform 264">
                <a:extLst>
                  <a:ext uri="{FF2B5EF4-FFF2-40B4-BE49-F238E27FC236}">
                    <a16:creationId xmlns:a16="http://schemas.microsoft.com/office/drawing/2014/main" id="{B148BE88-A5F4-BE4F-919F-6785CA2A4778}"/>
                  </a:ext>
                </a:extLst>
              </p:cNvPr>
              <p:cNvSpPr/>
              <p:nvPr/>
            </p:nvSpPr>
            <p:spPr>
              <a:xfrm>
                <a:off x="10457179" y="11574978"/>
                <a:ext cx="372492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0" h="13">
                    <a:moveTo>
                      <a:pt x="294" y="13"/>
                    </a:moveTo>
                    <a:lnTo>
                      <a:pt x="6" y="13"/>
                    </a:lnTo>
                    <a:cubicBezTo>
                      <a:pt x="2" y="13"/>
                      <a:pt x="0" y="11"/>
                      <a:pt x="0" y="7"/>
                    </a:cubicBezTo>
                    <a:cubicBezTo>
                      <a:pt x="0" y="4"/>
                      <a:pt x="2" y="0"/>
                      <a:pt x="6" y="0"/>
                    </a:cubicBezTo>
                    <a:lnTo>
                      <a:pt x="294" y="0"/>
                    </a:lnTo>
                    <a:cubicBezTo>
                      <a:pt x="298" y="0"/>
                      <a:pt x="300" y="4"/>
                      <a:pt x="300" y="7"/>
                    </a:cubicBezTo>
                    <a:cubicBezTo>
                      <a:pt x="300" y="11"/>
                      <a:pt x="298" y="13"/>
                      <a:pt x="294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67D52448-F312-FD44-A55A-B96799A4A07B}"/>
                  </a:ext>
                </a:extLst>
              </p:cNvPr>
              <p:cNvSpPr/>
              <p:nvPr/>
            </p:nvSpPr>
            <p:spPr>
              <a:xfrm>
                <a:off x="11086304" y="11538837"/>
                <a:ext cx="307711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8" h="12">
                    <a:moveTo>
                      <a:pt x="241" y="12"/>
                    </a:moveTo>
                    <a:lnTo>
                      <a:pt x="6" y="12"/>
                    </a:ln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241" y="0"/>
                    </a:lnTo>
                    <a:cubicBezTo>
                      <a:pt x="244" y="0"/>
                      <a:pt x="248" y="3"/>
                      <a:pt x="248" y="6"/>
                    </a:cubicBezTo>
                    <a:cubicBezTo>
                      <a:pt x="248" y="10"/>
                      <a:pt x="244" y="12"/>
                      <a:pt x="24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7" name="Freeform 266">
                <a:extLst>
                  <a:ext uri="{FF2B5EF4-FFF2-40B4-BE49-F238E27FC236}">
                    <a16:creationId xmlns:a16="http://schemas.microsoft.com/office/drawing/2014/main" id="{C67CCE8D-6AF5-C344-91FF-A9DDE1A5B9BC}"/>
                  </a:ext>
                </a:extLst>
              </p:cNvPr>
              <p:cNvSpPr/>
              <p:nvPr/>
            </p:nvSpPr>
            <p:spPr>
              <a:xfrm>
                <a:off x="8810243" y="11660968"/>
                <a:ext cx="6015928" cy="1931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30" h="156">
                    <a:moveTo>
                      <a:pt x="4824" y="156"/>
                    </a:moveTo>
                    <a:lnTo>
                      <a:pt x="6" y="156"/>
                    </a:lnTo>
                    <a:cubicBezTo>
                      <a:pt x="3" y="156"/>
                      <a:pt x="0" y="153"/>
                      <a:pt x="0" y="149"/>
                    </a:cubicBezTo>
                    <a:lnTo>
                      <a:pt x="0" y="102"/>
                    </a:lnTo>
                    <a:cubicBezTo>
                      <a:pt x="0" y="78"/>
                      <a:pt x="9" y="54"/>
                      <a:pt x="25" y="35"/>
                    </a:cubicBezTo>
                    <a:cubicBezTo>
                      <a:pt x="44" y="13"/>
                      <a:pt x="72" y="0"/>
                      <a:pt x="102" y="0"/>
                    </a:cubicBezTo>
                    <a:lnTo>
                      <a:pt x="4728" y="0"/>
                    </a:lnTo>
                    <a:cubicBezTo>
                      <a:pt x="4756" y="0"/>
                      <a:pt x="4781" y="10"/>
                      <a:pt x="4800" y="30"/>
                    </a:cubicBezTo>
                    <a:cubicBezTo>
                      <a:pt x="4820" y="49"/>
                      <a:pt x="4830" y="75"/>
                      <a:pt x="4830" y="102"/>
                    </a:cubicBezTo>
                    <a:lnTo>
                      <a:pt x="4830" y="149"/>
                    </a:lnTo>
                    <a:cubicBezTo>
                      <a:pt x="4830" y="153"/>
                      <a:pt x="4828" y="156"/>
                      <a:pt x="4824" y="15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9FC5B697-1671-3043-8476-16647D2AABB0}"/>
                  </a:ext>
                </a:extLst>
              </p:cNvPr>
              <p:cNvSpPr/>
              <p:nvPr/>
            </p:nvSpPr>
            <p:spPr>
              <a:xfrm>
                <a:off x="14905901" y="11839179"/>
                <a:ext cx="14950" cy="11328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" h="910">
                    <a:moveTo>
                      <a:pt x="7" y="910"/>
                    </a:moveTo>
                    <a:cubicBezTo>
                      <a:pt x="3" y="910"/>
                      <a:pt x="0" y="907"/>
                      <a:pt x="0" y="903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7" y="0"/>
                    </a:cubicBezTo>
                    <a:cubicBezTo>
                      <a:pt x="10" y="0"/>
                      <a:pt x="13" y="3"/>
                      <a:pt x="13" y="6"/>
                    </a:cubicBezTo>
                    <a:lnTo>
                      <a:pt x="13" y="903"/>
                    </a:lnTo>
                    <a:cubicBezTo>
                      <a:pt x="13" y="907"/>
                      <a:pt x="10" y="910"/>
                      <a:pt x="7" y="9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7CAD7A9-C91F-ED4D-8A7D-3869392EEA2B}"/>
                </a:ext>
              </a:extLst>
            </p:cNvPr>
            <p:cNvGrpSpPr/>
            <p:nvPr/>
          </p:nvGrpSpPr>
          <p:grpSpPr>
            <a:xfrm>
              <a:off x="13258651" y="9032670"/>
              <a:ext cx="4247217" cy="3939331"/>
              <a:chOff x="13258651" y="9032670"/>
              <a:chExt cx="4247217" cy="3939331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C03331C7-F4E5-6B4E-A5EA-2519218DD566}"/>
                  </a:ext>
                </a:extLst>
              </p:cNvPr>
              <p:cNvSpPr/>
              <p:nvPr/>
            </p:nvSpPr>
            <p:spPr>
              <a:xfrm>
                <a:off x="13403477" y="11086456"/>
                <a:ext cx="397408" cy="4424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0" h="356">
                    <a:moveTo>
                      <a:pt x="317" y="53"/>
                    </a:moveTo>
                    <a:lnTo>
                      <a:pt x="257" y="2"/>
                    </a:lnTo>
                    <a:cubicBezTo>
                      <a:pt x="255" y="-1"/>
                      <a:pt x="251" y="-1"/>
                      <a:pt x="248" y="2"/>
                    </a:cubicBezTo>
                    <a:lnTo>
                      <a:pt x="1" y="295"/>
                    </a:lnTo>
                    <a:cubicBezTo>
                      <a:pt x="-1" y="297"/>
                      <a:pt x="-1" y="301"/>
                      <a:pt x="2" y="304"/>
                    </a:cubicBezTo>
                    <a:lnTo>
                      <a:pt x="62" y="355"/>
                    </a:lnTo>
                    <a:cubicBezTo>
                      <a:pt x="64" y="355"/>
                      <a:pt x="65" y="356"/>
                      <a:pt x="67" y="356"/>
                    </a:cubicBezTo>
                    <a:cubicBezTo>
                      <a:pt x="69" y="356"/>
                      <a:pt x="70" y="355"/>
                      <a:pt x="71" y="353"/>
                    </a:cubicBezTo>
                    <a:lnTo>
                      <a:pt x="318" y="62"/>
                    </a:lnTo>
                    <a:cubicBezTo>
                      <a:pt x="319" y="60"/>
                      <a:pt x="320" y="59"/>
                      <a:pt x="320" y="57"/>
                    </a:cubicBezTo>
                    <a:cubicBezTo>
                      <a:pt x="320" y="55"/>
                      <a:pt x="318" y="53"/>
                      <a:pt x="317" y="5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79A494A4-69BC-C240-A3C3-343C9DD2DC0A}"/>
                  </a:ext>
                </a:extLst>
              </p:cNvPr>
              <p:cNvSpPr/>
              <p:nvPr/>
            </p:nvSpPr>
            <p:spPr>
              <a:xfrm>
                <a:off x="15303309" y="9472586"/>
                <a:ext cx="839664" cy="124872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5" h="1003">
                    <a:moveTo>
                      <a:pt x="675" y="1003"/>
                    </a:moveTo>
                    <a:lnTo>
                      <a:pt x="530" y="549"/>
                    </a:lnTo>
                    <a:cubicBezTo>
                      <a:pt x="563" y="510"/>
                      <a:pt x="589" y="463"/>
                      <a:pt x="605" y="408"/>
                    </a:cubicBezTo>
                    <a:cubicBezTo>
                      <a:pt x="649" y="247"/>
                      <a:pt x="646" y="60"/>
                      <a:pt x="428" y="15"/>
                    </a:cubicBezTo>
                    <a:cubicBezTo>
                      <a:pt x="209" y="-30"/>
                      <a:pt x="94" y="32"/>
                      <a:pt x="63" y="123"/>
                    </a:cubicBezTo>
                    <a:cubicBezTo>
                      <a:pt x="33" y="214"/>
                      <a:pt x="-49" y="605"/>
                      <a:pt x="41" y="674"/>
                    </a:cubicBezTo>
                    <a:cubicBezTo>
                      <a:pt x="80" y="705"/>
                      <a:pt x="176" y="714"/>
                      <a:pt x="255" y="698"/>
                    </a:cubicBezTo>
                    <a:lnTo>
                      <a:pt x="354" y="1003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CDE02DBE-FD48-7641-94D9-BBD4EA8CA3CC}"/>
                  </a:ext>
                </a:extLst>
              </p:cNvPr>
              <p:cNvSpPr/>
              <p:nvPr/>
            </p:nvSpPr>
            <p:spPr>
              <a:xfrm>
                <a:off x="15295326" y="9463282"/>
                <a:ext cx="855120" cy="1266752"/>
              </a:xfrm>
              <a:custGeom>
                <a:avLst/>
                <a:gdLst>
                  <a:gd name="connsiteX0" fmla="*/ 421084 w 855120"/>
                  <a:gd name="connsiteY0" fmla="*/ 18299 h 1266752"/>
                  <a:gd name="connsiteX1" fmla="*/ 95069 w 855120"/>
                  <a:gd name="connsiteY1" fmla="*/ 164936 h 1266752"/>
                  <a:gd name="connsiteX2" fmla="*/ 65215 w 855120"/>
                  <a:gd name="connsiteY2" fmla="*/ 842200 h 1266752"/>
                  <a:gd name="connsiteX3" fmla="*/ 325191 w 855120"/>
                  <a:gd name="connsiteY3" fmla="*/ 870835 h 1266752"/>
                  <a:gd name="connsiteX4" fmla="*/ 333899 w 855120"/>
                  <a:gd name="connsiteY4" fmla="*/ 875815 h 1266752"/>
                  <a:gd name="connsiteX5" fmla="*/ 455801 w 855120"/>
                  <a:gd name="connsiteY5" fmla="*/ 1250551 h 1266752"/>
                  <a:gd name="connsiteX6" fmla="*/ 837680 w 855120"/>
                  <a:gd name="connsiteY6" fmla="*/ 1250551 h 1266752"/>
                  <a:gd name="connsiteX7" fmla="*/ 661046 w 855120"/>
                  <a:gd name="connsiteY7" fmla="*/ 695294 h 1266752"/>
                  <a:gd name="connsiteX8" fmla="*/ 662289 w 855120"/>
                  <a:gd name="connsiteY8" fmla="*/ 686579 h 1266752"/>
                  <a:gd name="connsiteX9" fmla="*/ 753095 w 855120"/>
                  <a:gd name="connsiteY9" fmla="*/ 514773 h 1266752"/>
                  <a:gd name="connsiteX10" fmla="*/ 739412 w 855120"/>
                  <a:gd name="connsiteY10" fmla="*/ 161201 h 1266752"/>
                  <a:gd name="connsiteX11" fmla="*/ 539143 w 855120"/>
                  <a:gd name="connsiteY11" fmla="*/ 35459 h 1266752"/>
                  <a:gd name="connsiteX12" fmla="*/ 421084 w 855120"/>
                  <a:gd name="connsiteY12" fmla="*/ 18299 h 1266752"/>
                  <a:gd name="connsiteX13" fmla="*/ 418892 w 855120"/>
                  <a:gd name="connsiteY13" fmla="*/ 1711 h 1266752"/>
                  <a:gd name="connsiteX14" fmla="*/ 541637 w 855120"/>
                  <a:gd name="connsiteY14" fmla="*/ 19258 h 1266752"/>
                  <a:gd name="connsiteX15" fmla="*/ 751870 w 855120"/>
                  <a:gd name="connsiteY15" fmla="*/ 152473 h 1266752"/>
                  <a:gd name="connsiteX16" fmla="*/ 768041 w 855120"/>
                  <a:gd name="connsiteY16" fmla="*/ 519750 h 1266752"/>
                  <a:gd name="connsiteX17" fmla="*/ 675987 w 855120"/>
                  <a:gd name="connsiteY17" fmla="*/ 694050 h 1266752"/>
                  <a:gd name="connsiteX18" fmla="*/ 855120 w 855120"/>
                  <a:gd name="connsiteY18" fmla="*/ 1255547 h 1266752"/>
                  <a:gd name="connsiteX19" fmla="*/ 853876 w 855120"/>
                  <a:gd name="connsiteY19" fmla="*/ 1263017 h 1266752"/>
                  <a:gd name="connsiteX20" fmla="*/ 847656 w 855120"/>
                  <a:gd name="connsiteY20" fmla="*/ 1266752 h 1266752"/>
                  <a:gd name="connsiteX21" fmla="*/ 448339 w 855120"/>
                  <a:gd name="connsiteY21" fmla="*/ 1266752 h 1266752"/>
                  <a:gd name="connsiteX22" fmla="*/ 440875 w 855120"/>
                  <a:gd name="connsiteY22" fmla="*/ 1260527 h 1266752"/>
                  <a:gd name="connsiteX23" fmla="*/ 318965 w 855120"/>
                  <a:gd name="connsiteY23" fmla="*/ 887026 h 1266752"/>
                  <a:gd name="connsiteX24" fmla="*/ 55242 w 855120"/>
                  <a:gd name="connsiteY24" fmla="*/ 855901 h 1266752"/>
                  <a:gd name="connsiteX25" fmla="*/ 78878 w 855120"/>
                  <a:gd name="connsiteY25" fmla="*/ 159943 h 1266752"/>
                  <a:gd name="connsiteX26" fmla="*/ 418892 w 855120"/>
                  <a:gd name="connsiteY26" fmla="*/ 1711 h 1266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855120" h="1266752">
                    <a:moveTo>
                      <a:pt x="421084" y="18299"/>
                    </a:moveTo>
                    <a:cubicBezTo>
                      <a:pt x="172891" y="-101"/>
                      <a:pt x="109219" y="122451"/>
                      <a:pt x="95069" y="164936"/>
                    </a:cubicBezTo>
                    <a:cubicBezTo>
                      <a:pt x="57752" y="274493"/>
                      <a:pt x="-41761" y="760032"/>
                      <a:pt x="65215" y="842200"/>
                    </a:cubicBezTo>
                    <a:cubicBezTo>
                      <a:pt x="109996" y="877059"/>
                      <a:pt x="224435" y="889509"/>
                      <a:pt x="325191" y="870835"/>
                    </a:cubicBezTo>
                    <a:cubicBezTo>
                      <a:pt x="328923" y="869590"/>
                      <a:pt x="332655" y="872080"/>
                      <a:pt x="333899" y="875815"/>
                    </a:cubicBezTo>
                    <a:lnTo>
                      <a:pt x="455801" y="1250551"/>
                    </a:lnTo>
                    <a:lnTo>
                      <a:pt x="837680" y="1250551"/>
                    </a:lnTo>
                    <a:lnTo>
                      <a:pt x="661046" y="695294"/>
                    </a:lnTo>
                    <a:cubicBezTo>
                      <a:pt x="659802" y="692804"/>
                      <a:pt x="659802" y="690314"/>
                      <a:pt x="662289" y="686579"/>
                    </a:cubicBezTo>
                    <a:cubicBezTo>
                      <a:pt x="705826" y="636780"/>
                      <a:pt x="735680" y="579511"/>
                      <a:pt x="753095" y="514773"/>
                    </a:cubicBezTo>
                    <a:cubicBezTo>
                      <a:pt x="795387" y="364131"/>
                      <a:pt x="790412" y="244614"/>
                      <a:pt x="739412" y="161201"/>
                    </a:cubicBezTo>
                    <a:cubicBezTo>
                      <a:pt x="699607" y="97707"/>
                      <a:pt x="633680" y="55378"/>
                      <a:pt x="539143" y="35459"/>
                    </a:cubicBezTo>
                    <a:cubicBezTo>
                      <a:pt x="495762" y="26433"/>
                      <a:pt x="456540" y="20928"/>
                      <a:pt x="421084" y="18299"/>
                    </a:cubicBezTo>
                    <a:close/>
                    <a:moveTo>
                      <a:pt x="418892" y="1711"/>
                    </a:moveTo>
                    <a:cubicBezTo>
                      <a:pt x="455764" y="4299"/>
                      <a:pt x="496543" y="9921"/>
                      <a:pt x="541637" y="19258"/>
                    </a:cubicBezTo>
                    <a:cubicBezTo>
                      <a:pt x="639912" y="40423"/>
                      <a:pt x="710819" y="85243"/>
                      <a:pt x="751870" y="152473"/>
                    </a:cubicBezTo>
                    <a:cubicBezTo>
                      <a:pt x="805361" y="240869"/>
                      <a:pt x="810337" y="364124"/>
                      <a:pt x="768041" y="519750"/>
                    </a:cubicBezTo>
                    <a:cubicBezTo>
                      <a:pt x="749382" y="584490"/>
                      <a:pt x="719526" y="643005"/>
                      <a:pt x="675987" y="694050"/>
                    </a:cubicBezTo>
                    <a:lnTo>
                      <a:pt x="855120" y="1255547"/>
                    </a:lnTo>
                    <a:cubicBezTo>
                      <a:pt x="855120" y="1258037"/>
                      <a:pt x="855120" y="1261772"/>
                      <a:pt x="853876" y="1263017"/>
                    </a:cubicBezTo>
                    <a:cubicBezTo>
                      <a:pt x="852632" y="1265507"/>
                      <a:pt x="848900" y="1266752"/>
                      <a:pt x="847656" y="1266752"/>
                    </a:cubicBezTo>
                    <a:lnTo>
                      <a:pt x="448339" y="1266752"/>
                    </a:lnTo>
                    <a:cubicBezTo>
                      <a:pt x="444607" y="1266752"/>
                      <a:pt x="442119" y="1264262"/>
                      <a:pt x="440875" y="1260527"/>
                    </a:cubicBezTo>
                    <a:lnTo>
                      <a:pt x="318965" y="887026"/>
                    </a:lnTo>
                    <a:cubicBezTo>
                      <a:pt x="214471" y="905701"/>
                      <a:pt x="101269" y="892006"/>
                      <a:pt x="55242" y="855901"/>
                    </a:cubicBezTo>
                    <a:cubicBezTo>
                      <a:pt x="-66668" y="761280"/>
                      <a:pt x="46534" y="255809"/>
                      <a:pt x="78878" y="159943"/>
                    </a:cubicBezTo>
                    <a:cubicBezTo>
                      <a:pt x="94116" y="114189"/>
                      <a:pt x="160786" y="-16400"/>
                      <a:pt x="418892" y="17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2" name="Freeform 271">
                <a:extLst>
                  <a:ext uri="{FF2B5EF4-FFF2-40B4-BE49-F238E27FC236}">
                    <a16:creationId xmlns:a16="http://schemas.microsoft.com/office/drawing/2014/main" id="{61DCDF37-C9CD-3B4F-A441-D4EA585BCDED}"/>
                  </a:ext>
                </a:extLst>
              </p:cNvPr>
              <p:cNvSpPr/>
              <p:nvPr/>
            </p:nvSpPr>
            <p:spPr>
              <a:xfrm>
                <a:off x="15613511" y="10301332"/>
                <a:ext cx="80976" cy="1109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" h="90">
                    <a:moveTo>
                      <a:pt x="65" y="5"/>
                    </a:moveTo>
                    <a:cubicBezTo>
                      <a:pt x="65" y="3"/>
                      <a:pt x="64" y="1"/>
                      <a:pt x="61" y="0"/>
                    </a:cubicBezTo>
                    <a:cubicBezTo>
                      <a:pt x="59" y="-1"/>
                      <a:pt x="56" y="0"/>
                      <a:pt x="54" y="2"/>
                    </a:cubicBezTo>
                    <a:cubicBezTo>
                      <a:pt x="39" y="20"/>
                      <a:pt x="5" y="27"/>
                      <a:pt x="5" y="27"/>
                    </a:cubicBezTo>
                    <a:cubicBezTo>
                      <a:pt x="3" y="27"/>
                      <a:pt x="1" y="28"/>
                      <a:pt x="0" y="30"/>
                    </a:cubicBezTo>
                    <a:cubicBezTo>
                      <a:pt x="0" y="32"/>
                      <a:pt x="0" y="34"/>
                      <a:pt x="0" y="36"/>
                    </a:cubicBezTo>
                    <a:lnTo>
                      <a:pt x="16" y="85"/>
                    </a:lnTo>
                    <a:cubicBezTo>
                      <a:pt x="17" y="87"/>
                      <a:pt x="18" y="89"/>
                      <a:pt x="20" y="89"/>
                    </a:cubicBezTo>
                    <a:lnTo>
                      <a:pt x="22" y="90"/>
                    </a:lnTo>
                    <a:cubicBezTo>
                      <a:pt x="23" y="90"/>
                      <a:pt x="25" y="89"/>
                      <a:pt x="25" y="89"/>
                    </a:cubicBezTo>
                    <a:cubicBezTo>
                      <a:pt x="76" y="63"/>
                      <a:pt x="65" y="5"/>
                      <a:pt x="65" y="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C72D1474-9F7A-3146-A8CD-64B3CCC11488}"/>
                  </a:ext>
                </a:extLst>
              </p:cNvPr>
              <p:cNvSpPr/>
              <p:nvPr/>
            </p:nvSpPr>
            <p:spPr>
              <a:xfrm>
                <a:off x="14051288" y="12584420"/>
                <a:ext cx="2572560" cy="37885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66" h="305">
                    <a:moveTo>
                      <a:pt x="973" y="0"/>
                    </a:moveTo>
                    <a:cubicBezTo>
                      <a:pt x="973" y="0"/>
                      <a:pt x="101" y="55"/>
                      <a:pt x="0" y="305"/>
                    </a:cubicBezTo>
                    <a:lnTo>
                      <a:pt x="2053" y="305"/>
                    </a:lnTo>
                    <a:cubicBezTo>
                      <a:pt x="2053" y="305"/>
                      <a:pt x="2069" y="250"/>
                      <a:pt x="2066" y="181"/>
                    </a:cubicBezTo>
                    <a:cubicBezTo>
                      <a:pt x="2063" y="123"/>
                      <a:pt x="2050" y="72"/>
                      <a:pt x="2050" y="7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B3BC7E9E-C44C-7945-BD24-6694603EDFF7}"/>
                  </a:ext>
                </a:extLst>
              </p:cNvPr>
              <p:cNvSpPr/>
              <p:nvPr/>
            </p:nvSpPr>
            <p:spPr>
              <a:xfrm>
                <a:off x="14044124" y="12576946"/>
                <a:ext cx="2589284" cy="395055"/>
              </a:xfrm>
              <a:custGeom>
                <a:avLst/>
                <a:gdLst>
                  <a:gd name="connsiteX0" fmla="*/ 1218733 w 2589284"/>
                  <a:gd name="connsiteY0" fmla="*/ 14955 h 395055"/>
                  <a:gd name="connsiteX1" fmla="*/ 19621 w 2589284"/>
                  <a:gd name="connsiteY1" fmla="*/ 378854 h 395055"/>
                  <a:gd name="connsiteX2" fmla="*/ 2557305 w 2589284"/>
                  <a:gd name="connsiteY2" fmla="*/ 378854 h 395055"/>
                  <a:gd name="connsiteX3" fmla="*/ 2571002 w 2589284"/>
                  <a:gd name="connsiteY3" fmla="*/ 232301 h 395055"/>
                  <a:gd name="connsiteX4" fmla="*/ 2553569 w 2589284"/>
                  <a:gd name="connsiteY4" fmla="*/ 104377 h 395055"/>
                  <a:gd name="connsiteX5" fmla="*/ 1219977 w 2589284"/>
                  <a:gd name="connsiteY5" fmla="*/ 0 h 395055"/>
                  <a:gd name="connsiteX6" fmla="*/ 2561050 w 2589284"/>
                  <a:gd name="connsiteY6" fmla="*/ 89446 h 395055"/>
                  <a:gd name="connsiteX7" fmla="*/ 2569766 w 2589284"/>
                  <a:gd name="connsiteY7" fmla="*/ 95658 h 395055"/>
                  <a:gd name="connsiteX8" fmla="*/ 2588444 w 2589284"/>
                  <a:gd name="connsiteY8" fmla="*/ 231070 h 395055"/>
                  <a:gd name="connsiteX9" fmla="*/ 2572257 w 2589284"/>
                  <a:gd name="connsiteY9" fmla="*/ 388843 h 395055"/>
                  <a:gd name="connsiteX10" fmla="*/ 2564785 w 2589284"/>
                  <a:gd name="connsiteY10" fmla="*/ 395055 h 395055"/>
                  <a:gd name="connsiteX11" fmla="*/ 8405 w 2589284"/>
                  <a:gd name="connsiteY11" fmla="*/ 395055 h 395055"/>
                  <a:gd name="connsiteX12" fmla="*/ 934 w 2589284"/>
                  <a:gd name="connsiteY12" fmla="*/ 391328 h 395055"/>
                  <a:gd name="connsiteX13" fmla="*/ 934 w 2589284"/>
                  <a:gd name="connsiteY13" fmla="*/ 383874 h 395055"/>
                  <a:gd name="connsiteX14" fmla="*/ 659641 w 2589284"/>
                  <a:gd name="connsiteY14" fmla="*/ 72054 h 395055"/>
                  <a:gd name="connsiteX15" fmla="*/ 1219977 w 2589284"/>
                  <a:gd name="connsiteY15" fmla="*/ 0 h 395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89284" h="395055">
                    <a:moveTo>
                      <a:pt x="1218733" y="14955"/>
                    </a:moveTo>
                    <a:cubicBezTo>
                      <a:pt x="1190093" y="17439"/>
                      <a:pt x="162817" y="88232"/>
                      <a:pt x="19621" y="378854"/>
                    </a:cubicBezTo>
                    <a:lnTo>
                      <a:pt x="2557305" y="378854"/>
                    </a:lnTo>
                    <a:cubicBezTo>
                      <a:pt x="2562286" y="360224"/>
                      <a:pt x="2574737" y="301851"/>
                      <a:pt x="2571002" y="232301"/>
                    </a:cubicBezTo>
                    <a:cubicBezTo>
                      <a:pt x="2568512" y="173928"/>
                      <a:pt x="2557305" y="121765"/>
                      <a:pt x="2553569" y="104377"/>
                    </a:cubicBezTo>
                    <a:close/>
                    <a:moveTo>
                      <a:pt x="1219977" y="0"/>
                    </a:moveTo>
                    <a:lnTo>
                      <a:pt x="2561050" y="89446"/>
                    </a:lnTo>
                    <a:cubicBezTo>
                      <a:pt x="2564785" y="89446"/>
                      <a:pt x="2568521" y="91931"/>
                      <a:pt x="2569766" y="95658"/>
                    </a:cubicBezTo>
                    <a:cubicBezTo>
                      <a:pt x="2569766" y="95658"/>
                      <a:pt x="2584709" y="160258"/>
                      <a:pt x="2588444" y="231070"/>
                    </a:cubicBezTo>
                    <a:cubicBezTo>
                      <a:pt x="2593425" y="318032"/>
                      <a:pt x="2574747" y="386359"/>
                      <a:pt x="2572257" y="388843"/>
                    </a:cubicBezTo>
                    <a:cubicBezTo>
                      <a:pt x="2572257" y="392570"/>
                      <a:pt x="2569766" y="395055"/>
                      <a:pt x="2564785" y="395055"/>
                    </a:cubicBezTo>
                    <a:lnTo>
                      <a:pt x="8405" y="395055"/>
                    </a:lnTo>
                    <a:cubicBezTo>
                      <a:pt x="5915" y="395055"/>
                      <a:pt x="3425" y="393813"/>
                      <a:pt x="934" y="391328"/>
                    </a:cubicBezTo>
                    <a:cubicBezTo>
                      <a:pt x="-311" y="388843"/>
                      <a:pt x="-311" y="386359"/>
                      <a:pt x="934" y="383874"/>
                    </a:cubicBezTo>
                    <a:cubicBezTo>
                      <a:pt x="54477" y="252189"/>
                      <a:pt x="276122" y="147835"/>
                      <a:pt x="659641" y="72054"/>
                    </a:cubicBezTo>
                    <a:cubicBezTo>
                      <a:pt x="943545" y="17392"/>
                      <a:pt x="1216242" y="0"/>
                      <a:pt x="12199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28A1E200-E844-244D-BAF7-2E9EDD908018}"/>
                  </a:ext>
                </a:extLst>
              </p:cNvPr>
              <p:cNvSpPr/>
              <p:nvPr/>
            </p:nvSpPr>
            <p:spPr>
              <a:xfrm>
                <a:off x="13614015" y="10579241"/>
                <a:ext cx="3014816" cy="21397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21" h="1718">
                    <a:moveTo>
                      <a:pt x="217" y="806"/>
                    </a:moveTo>
                    <a:lnTo>
                      <a:pt x="0" y="1079"/>
                    </a:lnTo>
                    <a:cubicBezTo>
                      <a:pt x="0" y="1079"/>
                      <a:pt x="574" y="1425"/>
                      <a:pt x="821" y="1481"/>
                    </a:cubicBezTo>
                    <a:cubicBezTo>
                      <a:pt x="1196" y="1565"/>
                      <a:pt x="1312" y="1263"/>
                      <a:pt x="1312" y="1263"/>
                    </a:cubicBezTo>
                    <a:cubicBezTo>
                      <a:pt x="1312" y="1263"/>
                      <a:pt x="1288" y="1606"/>
                      <a:pt x="1343" y="1641"/>
                    </a:cubicBezTo>
                    <a:cubicBezTo>
                      <a:pt x="1578" y="1787"/>
                      <a:pt x="2401" y="1681"/>
                      <a:pt x="2401" y="1681"/>
                    </a:cubicBezTo>
                    <a:cubicBezTo>
                      <a:pt x="2401" y="1681"/>
                      <a:pt x="2472" y="463"/>
                      <a:pt x="2345" y="140"/>
                    </a:cubicBezTo>
                    <a:cubicBezTo>
                      <a:pt x="2269" y="-53"/>
                      <a:pt x="1809" y="-7"/>
                      <a:pt x="1540" y="46"/>
                    </a:cubicBezTo>
                    <a:cubicBezTo>
                      <a:pt x="1384" y="76"/>
                      <a:pt x="1323" y="212"/>
                      <a:pt x="1277" y="288"/>
                    </a:cubicBezTo>
                    <a:cubicBezTo>
                      <a:pt x="1117" y="555"/>
                      <a:pt x="877" y="1017"/>
                      <a:pt x="877" y="101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74222CE5-EC06-7E46-9062-81C83D00F44A}"/>
                  </a:ext>
                </a:extLst>
              </p:cNvPr>
              <p:cNvSpPr/>
              <p:nvPr/>
            </p:nvSpPr>
            <p:spPr>
              <a:xfrm>
                <a:off x="13606541" y="10570535"/>
                <a:ext cx="3029580" cy="2155956"/>
              </a:xfrm>
              <a:custGeom>
                <a:avLst/>
                <a:gdLst>
                  <a:gd name="connsiteX0" fmla="*/ 2406263 w 3029580"/>
                  <a:gd name="connsiteY0" fmla="*/ 16769 h 2155956"/>
                  <a:gd name="connsiteX1" fmla="*/ 1927691 w 3029580"/>
                  <a:gd name="connsiteY1" fmla="*/ 73473 h 2155956"/>
                  <a:gd name="connsiteX2" fmla="*/ 1623845 w 3029580"/>
                  <a:gd name="connsiteY2" fmla="*/ 338764 h 2155956"/>
                  <a:gd name="connsiteX3" fmla="*/ 1605165 w 3029580"/>
                  <a:gd name="connsiteY3" fmla="*/ 371147 h 2155956"/>
                  <a:gd name="connsiteX4" fmla="*/ 1107056 w 3029580"/>
                  <a:gd name="connsiteY4" fmla="*/ 1280361 h 2155956"/>
                  <a:gd name="connsiteX5" fmla="*/ 1098339 w 3029580"/>
                  <a:gd name="connsiteY5" fmla="*/ 1284097 h 2155956"/>
                  <a:gd name="connsiteX6" fmla="*/ 281439 w 3029580"/>
                  <a:gd name="connsiteY6" fmla="*/ 1021297 h 2155956"/>
                  <a:gd name="connsiteX7" fmla="*/ 19932 w 3029580"/>
                  <a:gd name="connsiteY7" fmla="*/ 1350109 h 2155956"/>
                  <a:gd name="connsiteX8" fmla="*/ 1031094 w 3029580"/>
                  <a:gd name="connsiteY8" fmla="*/ 1844572 h 2155956"/>
                  <a:gd name="connsiteX9" fmla="*/ 1505543 w 3029580"/>
                  <a:gd name="connsiteY9" fmla="*/ 1751159 h 2155956"/>
                  <a:gd name="connsiteX10" fmla="*/ 1633807 w 3029580"/>
                  <a:gd name="connsiteY10" fmla="*/ 1579281 h 2155956"/>
                  <a:gd name="connsiteX11" fmla="*/ 1641278 w 3029580"/>
                  <a:gd name="connsiteY11" fmla="*/ 1574299 h 2155956"/>
                  <a:gd name="connsiteX12" fmla="*/ 1643769 w 3029580"/>
                  <a:gd name="connsiteY12" fmla="*/ 1574299 h 2155956"/>
                  <a:gd name="connsiteX13" fmla="*/ 1649995 w 3029580"/>
                  <a:gd name="connsiteY13" fmla="*/ 1583017 h 2155956"/>
                  <a:gd name="connsiteX14" fmla="*/ 1683618 w 3029580"/>
                  <a:gd name="connsiteY14" fmla="*/ 2045097 h 2155956"/>
                  <a:gd name="connsiteX15" fmla="*/ 2989910 w 3029580"/>
                  <a:gd name="connsiteY15" fmla="*/ 2094917 h 2155956"/>
                  <a:gd name="connsiteX16" fmla="*/ 2918929 w 3029580"/>
                  <a:gd name="connsiteY16" fmla="*/ 185568 h 2155956"/>
                  <a:gd name="connsiteX17" fmla="*/ 2406263 w 3029580"/>
                  <a:gd name="connsiteY17" fmla="*/ 16769 h 2155956"/>
                  <a:gd name="connsiteX18" fmla="*/ 2516707 w 3029580"/>
                  <a:gd name="connsiteY18" fmla="*/ 1225 h 2155956"/>
                  <a:gd name="connsiteX19" fmla="*/ 2935121 w 3029580"/>
                  <a:gd name="connsiteY19" fmla="*/ 179332 h 2155956"/>
                  <a:gd name="connsiteX20" fmla="*/ 3006102 w 3029580"/>
                  <a:gd name="connsiteY20" fmla="*/ 2103645 h 2155956"/>
                  <a:gd name="connsiteX21" fmla="*/ 2998630 w 3029580"/>
                  <a:gd name="connsiteY21" fmla="*/ 2111118 h 2155956"/>
                  <a:gd name="connsiteX22" fmla="*/ 2449462 w 3029580"/>
                  <a:gd name="connsiteY22" fmla="*/ 2153465 h 2155956"/>
                  <a:gd name="connsiteX23" fmla="*/ 2283840 w 3029580"/>
                  <a:gd name="connsiteY23" fmla="*/ 2155956 h 2155956"/>
                  <a:gd name="connsiteX24" fmla="*/ 1674899 w 3029580"/>
                  <a:gd name="connsiteY24" fmla="*/ 2058806 h 2155956"/>
                  <a:gd name="connsiteX25" fmla="*/ 1630069 w 3029580"/>
                  <a:gd name="connsiteY25" fmla="*/ 1622878 h 2155956"/>
                  <a:gd name="connsiteX26" fmla="*/ 1515504 w 3029580"/>
                  <a:gd name="connsiteY26" fmla="*/ 1763621 h 2155956"/>
                  <a:gd name="connsiteX27" fmla="*/ 1028600 w 3029580"/>
                  <a:gd name="connsiteY27" fmla="*/ 1860770 h 2155956"/>
                  <a:gd name="connsiteX28" fmla="*/ 3736 w 3029580"/>
                  <a:gd name="connsiteY28" fmla="*/ 1360075 h 2155956"/>
                  <a:gd name="connsiteX29" fmla="*/ 0 w 3029580"/>
                  <a:gd name="connsiteY29" fmla="*/ 1353848 h 2155956"/>
                  <a:gd name="connsiteX30" fmla="*/ 1245 w 3029580"/>
                  <a:gd name="connsiteY30" fmla="*/ 1347620 h 2155956"/>
                  <a:gd name="connsiteX31" fmla="*/ 271471 w 3029580"/>
                  <a:gd name="connsiteY31" fmla="*/ 1007596 h 2155956"/>
                  <a:gd name="connsiteX32" fmla="*/ 280188 w 3029580"/>
                  <a:gd name="connsiteY32" fmla="*/ 1003860 h 2155956"/>
                  <a:gd name="connsiteX33" fmla="*/ 1095845 w 3029580"/>
                  <a:gd name="connsiteY33" fmla="*/ 1266662 h 2155956"/>
                  <a:gd name="connsiteX34" fmla="*/ 1590220 w 3029580"/>
                  <a:gd name="connsiteY34" fmla="*/ 363668 h 2155956"/>
                  <a:gd name="connsiteX35" fmla="*/ 1608899 w 3029580"/>
                  <a:gd name="connsiteY35" fmla="*/ 331285 h 2155956"/>
                  <a:gd name="connsiteX36" fmla="*/ 1923955 w 3029580"/>
                  <a:gd name="connsiteY36" fmla="*/ 57272 h 2155956"/>
                  <a:gd name="connsiteX37" fmla="*/ 2516707 w 3029580"/>
                  <a:gd name="connsiteY37" fmla="*/ 1225 h 2155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3029580" h="2155956">
                    <a:moveTo>
                      <a:pt x="2406263" y="16769"/>
                    </a:moveTo>
                    <a:cubicBezTo>
                      <a:pt x="2254576" y="20520"/>
                      <a:pt x="2086931" y="42180"/>
                      <a:pt x="1927691" y="73473"/>
                    </a:cubicBezTo>
                    <a:cubicBezTo>
                      <a:pt x="1757089" y="107101"/>
                      <a:pt x="1679882" y="241615"/>
                      <a:pt x="1623845" y="338764"/>
                    </a:cubicBezTo>
                    <a:cubicBezTo>
                      <a:pt x="1617618" y="351219"/>
                      <a:pt x="1611392" y="361183"/>
                      <a:pt x="1605165" y="371147"/>
                    </a:cubicBezTo>
                    <a:cubicBezTo>
                      <a:pt x="1407167" y="701204"/>
                      <a:pt x="1110792" y="1274133"/>
                      <a:pt x="1107056" y="1280361"/>
                    </a:cubicBezTo>
                    <a:cubicBezTo>
                      <a:pt x="1105811" y="1282852"/>
                      <a:pt x="1100830" y="1285343"/>
                      <a:pt x="1098339" y="1284097"/>
                    </a:cubicBezTo>
                    <a:lnTo>
                      <a:pt x="281439" y="1021297"/>
                    </a:lnTo>
                    <a:lnTo>
                      <a:pt x="19932" y="1350109"/>
                    </a:lnTo>
                    <a:cubicBezTo>
                      <a:pt x="98384" y="1397438"/>
                      <a:pt x="747172" y="1781051"/>
                      <a:pt x="1031094" y="1844572"/>
                    </a:cubicBezTo>
                    <a:cubicBezTo>
                      <a:pt x="1163093" y="1874464"/>
                      <a:pt x="1351130" y="1883182"/>
                      <a:pt x="1505543" y="1751159"/>
                    </a:cubicBezTo>
                    <a:cubicBezTo>
                      <a:pt x="1597694" y="1672693"/>
                      <a:pt x="1633807" y="1580526"/>
                      <a:pt x="1633807" y="1579281"/>
                    </a:cubicBezTo>
                    <a:cubicBezTo>
                      <a:pt x="1635052" y="1575544"/>
                      <a:pt x="1638788" y="1574299"/>
                      <a:pt x="1641278" y="1574299"/>
                    </a:cubicBezTo>
                    <a:cubicBezTo>
                      <a:pt x="1642524" y="1574299"/>
                      <a:pt x="1642524" y="1574299"/>
                      <a:pt x="1643769" y="1574299"/>
                    </a:cubicBezTo>
                    <a:cubicBezTo>
                      <a:pt x="1647505" y="1575544"/>
                      <a:pt x="1649995" y="1579281"/>
                      <a:pt x="1649995" y="1583017"/>
                    </a:cubicBezTo>
                    <a:cubicBezTo>
                      <a:pt x="1637543" y="1752405"/>
                      <a:pt x="1636297" y="2016451"/>
                      <a:pt x="1683618" y="2045097"/>
                    </a:cubicBezTo>
                    <a:cubicBezTo>
                      <a:pt x="1958823" y="2215731"/>
                      <a:pt x="2901495" y="2106127"/>
                      <a:pt x="2989910" y="2094917"/>
                    </a:cubicBezTo>
                    <a:cubicBezTo>
                      <a:pt x="2994891" y="1985313"/>
                      <a:pt x="3070853" y="567936"/>
                      <a:pt x="2918929" y="185568"/>
                    </a:cubicBezTo>
                    <a:cubicBezTo>
                      <a:pt x="2867561" y="54012"/>
                      <a:pt x="2659076" y="10517"/>
                      <a:pt x="2406263" y="16769"/>
                    </a:cubicBezTo>
                    <a:close/>
                    <a:moveTo>
                      <a:pt x="2516707" y="1225"/>
                    </a:moveTo>
                    <a:cubicBezTo>
                      <a:pt x="2750820" y="9943"/>
                      <a:pt x="2891536" y="70973"/>
                      <a:pt x="2935121" y="179332"/>
                    </a:cubicBezTo>
                    <a:cubicBezTo>
                      <a:pt x="3092026" y="579141"/>
                      <a:pt x="3006102" y="2087453"/>
                      <a:pt x="3006102" y="2103645"/>
                    </a:cubicBezTo>
                    <a:cubicBezTo>
                      <a:pt x="3006102" y="2106135"/>
                      <a:pt x="3002366" y="2109872"/>
                      <a:pt x="2998630" y="2111118"/>
                    </a:cubicBezTo>
                    <a:cubicBezTo>
                      <a:pt x="2994894" y="2111118"/>
                      <a:pt x="2738367" y="2143501"/>
                      <a:pt x="2449462" y="2153465"/>
                    </a:cubicBezTo>
                    <a:cubicBezTo>
                      <a:pt x="2389689" y="2155956"/>
                      <a:pt x="2334897" y="2155956"/>
                      <a:pt x="2283840" y="2155956"/>
                    </a:cubicBezTo>
                    <a:cubicBezTo>
                      <a:pt x="1983728" y="2155956"/>
                      <a:pt x="1779503" y="2123573"/>
                      <a:pt x="1674899" y="2058806"/>
                    </a:cubicBezTo>
                    <a:cubicBezTo>
                      <a:pt x="1615126" y="2021441"/>
                      <a:pt x="1625088" y="1733728"/>
                      <a:pt x="1630069" y="1622878"/>
                    </a:cubicBezTo>
                    <a:cubicBezTo>
                      <a:pt x="1611390" y="1657752"/>
                      <a:pt x="1575277" y="1712555"/>
                      <a:pt x="1515504" y="1763621"/>
                    </a:cubicBezTo>
                    <a:cubicBezTo>
                      <a:pt x="1428334" y="1838351"/>
                      <a:pt x="1272674" y="1916818"/>
                      <a:pt x="1028600" y="1860770"/>
                    </a:cubicBezTo>
                    <a:cubicBezTo>
                      <a:pt x="723507" y="1791022"/>
                      <a:pt x="11208" y="1363812"/>
                      <a:pt x="3736" y="1360075"/>
                    </a:cubicBezTo>
                    <a:cubicBezTo>
                      <a:pt x="1245" y="1357584"/>
                      <a:pt x="0" y="1356339"/>
                      <a:pt x="0" y="1353848"/>
                    </a:cubicBezTo>
                    <a:cubicBezTo>
                      <a:pt x="0" y="1352602"/>
                      <a:pt x="0" y="1350111"/>
                      <a:pt x="1245" y="1347620"/>
                    </a:cubicBezTo>
                    <a:lnTo>
                      <a:pt x="271471" y="1007596"/>
                    </a:lnTo>
                    <a:cubicBezTo>
                      <a:pt x="273961" y="1003860"/>
                      <a:pt x="277697" y="1002614"/>
                      <a:pt x="280188" y="1003860"/>
                    </a:cubicBezTo>
                    <a:lnTo>
                      <a:pt x="1095845" y="1266662"/>
                    </a:lnTo>
                    <a:cubicBezTo>
                      <a:pt x="1129467" y="1203141"/>
                      <a:pt x="1404674" y="673800"/>
                      <a:pt x="1590220" y="363668"/>
                    </a:cubicBezTo>
                    <a:cubicBezTo>
                      <a:pt x="1596447" y="353704"/>
                      <a:pt x="1603918" y="342494"/>
                      <a:pt x="1608899" y="331285"/>
                    </a:cubicBezTo>
                    <a:cubicBezTo>
                      <a:pt x="1664937" y="236626"/>
                      <a:pt x="1747125" y="92147"/>
                      <a:pt x="1923955" y="57272"/>
                    </a:cubicBezTo>
                    <a:cubicBezTo>
                      <a:pt x="2049728" y="32362"/>
                      <a:pt x="2293803" y="-7494"/>
                      <a:pt x="2516707" y="12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3DBE5021-564B-1B4B-9A23-5656D04AC83D}"/>
                  </a:ext>
                </a:extLst>
              </p:cNvPr>
              <p:cNvSpPr/>
              <p:nvPr/>
            </p:nvSpPr>
            <p:spPr>
              <a:xfrm>
                <a:off x="15241019" y="11860361"/>
                <a:ext cx="159461" cy="3003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9" h="242">
                    <a:moveTo>
                      <a:pt x="6" y="242"/>
                    </a:moveTo>
                    <a:lnTo>
                      <a:pt x="4" y="241"/>
                    </a:lnTo>
                    <a:cubicBezTo>
                      <a:pt x="0" y="240"/>
                      <a:pt x="-1" y="236"/>
                      <a:pt x="1" y="232"/>
                    </a:cubicBezTo>
                    <a:lnTo>
                      <a:pt x="116" y="3"/>
                    </a:lnTo>
                    <a:cubicBezTo>
                      <a:pt x="118" y="0"/>
                      <a:pt x="122" y="-1"/>
                      <a:pt x="125" y="0"/>
                    </a:cubicBezTo>
                    <a:cubicBezTo>
                      <a:pt x="128" y="2"/>
                      <a:pt x="130" y="6"/>
                      <a:pt x="128" y="10"/>
                    </a:cubicBezTo>
                    <a:lnTo>
                      <a:pt x="12" y="238"/>
                    </a:lnTo>
                    <a:cubicBezTo>
                      <a:pt x="11" y="241"/>
                      <a:pt x="9" y="242"/>
                      <a:pt x="6" y="2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3DBB382B-57B6-8A44-AED1-A81CD45824A5}"/>
                  </a:ext>
                </a:extLst>
              </p:cNvPr>
              <p:cNvSpPr/>
              <p:nvPr/>
            </p:nvSpPr>
            <p:spPr>
              <a:xfrm>
                <a:off x="16037080" y="10920708"/>
                <a:ext cx="1461314" cy="20425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74" h="1640">
                    <a:moveTo>
                      <a:pt x="587" y="0"/>
                    </a:moveTo>
                    <a:cubicBezTo>
                      <a:pt x="749" y="0"/>
                      <a:pt x="895" y="66"/>
                      <a:pt x="1002" y="172"/>
                    </a:cubicBezTo>
                    <a:cubicBezTo>
                      <a:pt x="1108" y="278"/>
                      <a:pt x="1174" y="425"/>
                      <a:pt x="1174" y="587"/>
                    </a:cubicBezTo>
                    <a:lnTo>
                      <a:pt x="1174" y="1113"/>
                    </a:lnTo>
                    <a:lnTo>
                      <a:pt x="1174" y="1640"/>
                    </a:lnTo>
                    <a:lnTo>
                      <a:pt x="587" y="1640"/>
                    </a:lnTo>
                    <a:lnTo>
                      <a:pt x="0" y="1640"/>
                    </a:lnTo>
                    <a:lnTo>
                      <a:pt x="0" y="1113"/>
                    </a:lnTo>
                    <a:lnTo>
                      <a:pt x="0" y="587"/>
                    </a:lnTo>
                    <a:cubicBezTo>
                      <a:pt x="0" y="425"/>
                      <a:pt x="66" y="278"/>
                      <a:pt x="172" y="172"/>
                    </a:cubicBezTo>
                    <a:cubicBezTo>
                      <a:pt x="278" y="66"/>
                      <a:pt x="425" y="0"/>
                      <a:pt x="58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3" name="Freeform 352">
                <a:extLst>
                  <a:ext uri="{FF2B5EF4-FFF2-40B4-BE49-F238E27FC236}">
                    <a16:creationId xmlns:a16="http://schemas.microsoft.com/office/drawing/2014/main" id="{D131461B-F4D7-3442-830E-9C79BAF31327}"/>
                  </a:ext>
                </a:extLst>
              </p:cNvPr>
              <p:cNvSpPr/>
              <p:nvPr/>
            </p:nvSpPr>
            <p:spPr>
              <a:xfrm>
                <a:off x="16028360" y="10913230"/>
                <a:ext cx="1477508" cy="2058771"/>
              </a:xfrm>
              <a:custGeom>
                <a:avLst/>
                <a:gdLst>
                  <a:gd name="connsiteX0" fmla="*/ 739378 w 1477508"/>
                  <a:gd name="connsiteY0" fmla="*/ 14955 h 2058771"/>
                  <a:gd name="connsiteX1" fmla="*/ 227798 w 1477508"/>
                  <a:gd name="connsiteY1" fmla="*/ 226684 h 2058771"/>
                  <a:gd name="connsiteX2" fmla="*/ 17441 w 1477508"/>
                  <a:gd name="connsiteY2" fmla="*/ 738569 h 2058771"/>
                  <a:gd name="connsiteX3" fmla="*/ 17441 w 1477508"/>
                  <a:gd name="connsiteY3" fmla="*/ 2042570 h 2058771"/>
                  <a:gd name="connsiteX4" fmla="*/ 1461314 w 1477508"/>
                  <a:gd name="connsiteY4" fmla="*/ 2042570 h 2058771"/>
                  <a:gd name="connsiteX5" fmla="*/ 1461314 w 1477508"/>
                  <a:gd name="connsiteY5" fmla="*/ 738569 h 2058771"/>
                  <a:gd name="connsiteX6" fmla="*/ 1249712 w 1477508"/>
                  <a:gd name="connsiteY6" fmla="*/ 226684 h 2058771"/>
                  <a:gd name="connsiteX7" fmla="*/ 739378 w 1477508"/>
                  <a:gd name="connsiteY7" fmla="*/ 14955 h 2058771"/>
                  <a:gd name="connsiteX8" fmla="*/ 739377 w 1477508"/>
                  <a:gd name="connsiteY8" fmla="*/ 0 h 2058771"/>
                  <a:gd name="connsiteX9" fmla="*/ 1260924 w 1477508"/>
                  <a:gd name="connsiteY9" fmla="*/ 215467 h 2058771"/>
                  <a:gd name="connsiteX10" fmla="*/ 1477508 w 1477508"/>
                  <a:gd name="connsiteY10" fmla="*/ 738567 h 2058771"/>
                  <a:gd name="connsiteX11" fmla="*/ 1477508 w 1477508"/>
                  <a:gd name="connsiteY11" fmla="*/ 2050053 h 2058771"/>
                  <a:gd name="connsiteX12" fmla="*/ 1470040 w 1477508"/>
                  <a:gd name="connsiteY12" fmla="*/ 2058771 h 2058771"/>
                  <a:gd name="connsiteX13" fmla="*/ 8713 w 1477508"/>
                  <a:gd name="connsiteY13" fmla="*/ 2058771 h 2058771"/>
                  <a:gd name="connsiteX14" fmla="*/ 0 w 1477508"/>
                  <a:gd name="connsiteY14" fmla="*/ 2050053 h 2058771"/>
                  <a:gd name="connsiteX15" fmla="*/ 0 w 1477508"/>
                  <a:gd name="connsiteY15" fmla="*/ 738567 h 2058771"/>
                  <a:gd name="connsiteX16" fmla="*/ 216585 w 1477508"/>
                  <a:gd name="connsiteY16" fmla="*/ 215467 h 2058771"/>
                  <a:gd name="connsiteX17" fmla="*/ 739377 w 1477508"/>
                  <a:gd name="connsiteY17" fmla="*/ 0 h 2058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477508" h="2058771">
                    <a:moveTo>
                      <a:pt x="739378" y="14955"/>
                    </a:moveTo>
                    <a:cubicBezTo>
                      <a:pt x="546446" y="14955"/>
                      <a:pt x="364717" y="90928"/>
                      <a:pt x="227798" y="226684"/>
                    </a:cubicBezTo>
                    <a:cubicBezTo>
                      <a:pt x="92124" y="363685"/>
                      <a:pt x="17441" y="545523"/>
                      <a:pt x="17441" y="738569"/>
                    </a:cubicBezTo>
                    <a:lnTo>
                      <a:pt x="17441" y="2042570"/>
                    </a:lnTo>
                    <a:lnTo>
                      <a:pt x="1461314" y="2042570"/>
                    </a:lnTo>
                    <a:lnTo>
                      <a:pt x="1461314" y="738569"/>
                    </a:lnTo>
                    <a:cubicBezTo>
                      <a:pt x="1461314" y="545523"/>
                      <a:pt x="1386630" y="363685"/>
                      <a:pt x="1249712" y="226684"/>
                    </a:cubicBezTo>
                    <a:cubicBezTo>
                      <a:pt x="1114038" y="90928"/>
                      <a:pt x="932308" y="14955"/>
                      <a:pt x="739378" y="14955"/>
                    </a:cubicBezTo>
                    <a:close/>
                    <a:moveTo>
                      <a:pt x="739377" y="0"/>
                    </a:moveTo>
                    <a:cubicBezTo>
                      <a:pt x="936046" y="0"/>
                      <a:pt x="1121512" y="75974"/>
                      <a:pt x="1260924" y="215467"/>
                    </a:cubicBezTo>
                    <a:cubicBezTo>
                      <a:pt x="1400336" y="354961"/>
                      <a:pt x="1477508" y="540536"/>
                      <a:pt x="1477508" y="738567"/>
                    </a:cubicBezTo>
                    <a:lnTo>
                      <a:pt x="1477508" y="2050053"/>
                    </a:lnTo>
                    <a:cubicBezTo>
                      <a:pt x="1477508" y="2055035"/>
                      <a:pt x="1473774" y="2058771"/>
                      <a:pt x="1470040" y="2058771"/>
                    </a:cubicBezTo>
                    <a:lnTo>
                      <a:pt x="8713" y="2058771"/>
                    </a:lnTo>
                    <a:cubicBezTo>
                      <a:pt x="3734" y="2058771"/>
                      <a:pt x="0" y="2055035"/>
                      <a:pt x="0" y="2050053"/>
                    </a:cubicBezTo>
                    <a:lnTo>
                      <a:pt x="0" y="738567"/>
                    </a:lnTo>
                    <a:cubicBezTo>
                      <a:pt x="0" y="540536"/>
                      <a:pt x="77174" y="354961"/>
                      <a:pt x="216585" y="215467"/>
                    </a:cubicBezTo>
                    <a:cubicBezTo>
                      <a:pt x="357241" y="75974"/>
                      <a:pt x="541463" y="0"/>
                      <a:pt x="7393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FAD81608-5B10-8343-B975-C7EE1A831A51}"/>
                  </a:ext>
                </a:extLst>
              </p:cNvPr>
              <p:cNvSpPr/>
              <p:nvPr/>
            </p:nvSpPr>
            <p:spPr>
              <a:xfrm>
                <a:off x="16147956" y="11147521"/>
                <a:ext cx="241684" cy="18244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5" h="1465">
                    <a:moveTo>
                      <a:pt x="6" y="1465"/>
                    </a:moveTo>
                    <a:cubicBezTo>
                      <a:pt x="2" y="1465"/>
                      <a:pt x="0" y="1462"/>
                      <a:pt x="0" y="1458"/>
                    </a:cubicBezTo>
                    <a:lnTo>
                      <a:pt x="0" y="405"/>
                    </a:lnTo>
                    <a:cubicBezTo>
                      <a:pt x="0" y="258"/>
                      <a:pt x="60" y="126"/>
                      <a:pt x="184" y="2"/>
                    </a:cubicBezTo>
                    <a:cubicBezTo>
                      <a:pt x="186" y="-1"/>
                      <a:pt x="191" y="-1"/>
                      <a:pt x="193" y="2"/>
                    </a:cubicBezTo>
                    <a:cubicBezTo>
                      <a:pt x="196" y="5"/>
                      <a:pt x="196" y="8"/>
                      <a:pt x="193" y="12"/>
                    </a:cubicBezTo>
                    <a:cubicBezTo>
                      <a:pt x="71" y="133"/>
                      <a:pt x="13" y="262"/>
                      <a:pt x="13" y="405"/>
                    </a:cubicBezTo>
                    <a:lnTo>
                      <a:pt x="13" y="1458"/>
                    </a:lnTo>
                    <a:cubicBezTo>
                      <a:pt x="13" y="1462"/>
                      <a:pt x="10" y="1465"/>
                      <a:pt x="6" y="146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BFBBAD20-35A1-254C-906E-E03C724455CA}"/>
                  </a:ext>
                </a:extLst>
              </p:cNvPr>
              <p:cNvSpPr/>
              <p:nvPr/>
            </p:nvSpPr>
            <p:spPr>
              <a:xfrm>
                <a:off x="15217349" y="9032670"/>
                <a:ext cx="1298115" cy="12873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3" h="1034">
                    <a:moveTo>
                      <a:pt x="1018" y="575"/>
                    </a:moveTo>
                    <a:cubicBezTo>
                      <a:pt x="1040" y="570"/>
                      <a:pt x="1046" y="537"/>
                      <a:pt x="1041" y="507"/>
                    </a:cubicBezTo>
                    <a:cubicBezTo>
                      <a:pt x="1038" y="483"/>
                      <a:pt x="1027" y="455"/>
                      <a:pt x="1008" y="457"/>
                    </a:cubicBezTo>
                    <a:cubicBezTo>
                      <a:pt x="988" y="459"/>
                      <a:pt x="933" y="459"/>
                      <a:pt x="918" y="455"/>
                    </a:cubicBezTo>
                    <a:cubicBezTo>
                      <a:pt x="924" y="447"/>
                      <a:pt x="946" y="431"/>
                      <a:pt x="962" y="420"/>
                    </a:cubicBezTo>
                    <a:cubicBezTo>
                      <a:pt x="980" y="407"/>
                      <a:pt x="998" y="394"/>
                      <a:pt x="1005" y="386"/>
                    </a:cubicBezTo>
                    <a:cubicBezTo>
                      <a:pt x="1016" y="371"/>
                      <a:pt x="996" y="333"/>
                      <a:pt x="977" y="310"/>
                    </a:cubicBezTo>
                    <a:cubicBezTo>
                      <a:pt x="960" y="290"/>
                      <a:pt x="942" y="282"/>
                      <a:pt x="928" y="290"/>
                    </a:cubicBezTo>
                    <a:cubicBezTo>
                      <a:pt x="923" y="292"/>
                      <a:pt x="918" y="295"/>
                      <a:pt x="912" y="299"/>
                    </a:cubicBezTo>
                    <a:cubicBezTo>
                      <a:pt x="894" y="309"/>
                      <a:pt x="860" y="328"/>
                      <a:pt x="853" y="326"/>
                    </a:cubicBezTo>
                    <a:cubicBezTo>
                      <a:pt x="842" y="315"/>
                      <a:pt x="869" y="285"/>
                      <a:pt x="891" y="260"/>
                    </a:cubicBezTo>
                    <a:cubicBezTo>
                      <a:pt x="898" y="253"/>
                      <a:pt x="905" y="245"/>
                      <a:pt x="911" y="237"/>
                    </a:cubicBezTo>
                    <a:cubicBezTo>
                      <a:pt x="924" y="222"/>
                      <a:pt x="906" y="194"/>
                      <a:pt x="884" y="175"/>
                    </a:cubicBezTo>
                    <a:cubicBezTo>
                      <a:pt x="860" y="155"/>
                      <a:pt x="828" y="140"/>
                      <a:pt x="808" y="161"/>
                    </a:cubicBezTo>
                    <a:lnTo>
                      <a:pt x="805" y="165"/>
                    </a:lnTo>
                    <a:cubicBezTo>
                      <a:pt x="762" y="214"/>
                      <a:pt x="749" y="221"/>
                      <a:pt x="745" y="219"/>
                    </a:cubicBezTo>
                    <a:cubicBezTo>
                      <a:pt x="738" y="214"/>
                      <a:pt x="756" y="171"/>
                      <a:pt x="764" y="153"/>
                    </a:cubicBezTo>
                    <a:cubicBezTo>
                      <a:pt x="767" y="145"/>
                      <a:pt x="771" y="137"/>
                      <a:pt x="773" y="130"/>
                    </a:cubicBezTo>
                    <a:cubicBezTo>
                      <a:pt x="780" y="111"/>
                      <a:pt x="764" y="89"/>
                      <a:pt x="731" y="73"/>
                    </a:cubicBezTo>
                    <a:cubicBezTo>
                      <a:pt x="700" y="57"/>
                      <a:pt x="660" y="51"/>
                      <a:pt x="647" y="74"/>
                    </a:cubicBezTo>
                    <a:cubicBezTo>
                      <a:pt x="644" y="79"/>
                      <a:pt x="641" y="83"/>
                      <a:pt x="639" y="88"/>
                    </a:cubicBezTo>
                    <a:cubicBezTo>
                      <a:pt x="629" y="104"/>
                      <a:pt x="612" y="133"/>
                      <a:pt x="606" y="136"/>
                    </a:cubicBezTo>
                    <a:cubicBezTo>
                      <a:pt x="598" y="132"/>
                      <a:pt x="601" y="117"/>
                      <a:pt x="607" y="82"/>
                    </a:cubicBezTo>
                    <a:cubicBezTo>
                      <a:pt x="609" y="76"/>
                      <a:pt x="610" y="69"/>
                      <a:pt x="611" y="62"/>
                    </a:cubicBezTo>
                    <a:cubicBezTo>
                      <a:pt x="615" y="38"/>
                      <a:pt x="587" y="22"/>
                      <a:pt x="559" y="15"/>
                    </a:cubicBezTo>
                    <a:cubicBezTo>
                      <a:pt x="525" y="5"/>
                      <a:pt x="486" y="7"/>
                      <a:pt x="478" y="29"/>
                    </a:cubicBezTo>
                    <a:cubicBezTo>
                      <a:pt x="464" y="68"/>
                      <a:pt x="452" y="93"/>
                      <a:pt x="446" y="99"/>
                    </a:cubicBezTo>
                    <a:cubicBezTo>
                      <a:pt x="441" y="92"/>
                      <a:pt x="431" y="62"/>
                      <a:pt x="425" y="22"/>
                    </a:cubicBezTo>
                    <a:cubicBezTo>
                      <a:pt x="424" y="16"/>
                      <a:pt x="420" y="10"/>
                      <a:pt x="408" y="5"/>
                    </a:cubicBezTo>
                    <a:cubicBezTo>
                      <a:pt x="382" y="-5"/>
                      <a:pt x="328" y="0"/>
                      <a:pt x="307" y="18"/>
                    </a:cubicBezTo>
                    <a:cubicBezTo>
                      <a:pt x="297" y="26"/>
                      <a:pt x="296" y="35"/>
                      <a:pt x="297" y="40"/>
                    </a:cubicBezTo>
                    <a:cubicBezTo>
                      <a:pt x="305" y="86"/>
                      <a:pt x="307" y="110"/>
                      <a:pt x="301" y="114"/>
                    </a:cubicBezTo>
                    <a:cubicBezTo>
                      <a:pt x="291" y="110"/>
                      <a:pt x="259" y="68"/>
                      <a:pt x="250" y="52"/>
                    </a:cubicBezTo>
                    <a:cubicBezTo>
                      <a:pt x="239" y="33"/>
                      <a:pt x="203" y="39"/>
                      <a:pt x="176" y="54"/>
                    </a:cubicBezTo>
                    <a:cubicBezTo>
                      <a:pt x="147" y="71"/>
                      <a:pt x="136" y="93"/>
                      <a:pt x="146" y="112"/>
                    </a:cubicBezTo>
                    <a:cubicBezTo>
                      <a:pt x="164" y="143"/>
                      <a:pt x="173" y="168"/>
                      <a:pt x="170" y="173"/>
                    </a:cubicBezTo>
                    <a:cubicBezTo>
                      <a:pt x="165" y="173"/>
                      <a:pt x="151" y="167"/>
                      <a:pt x="109" y="138"/>
                    </a:cubicBezTo>
                    <a:lnTo>
                      <a:pt x="107" y="137"/>
                    </a:lnTo>
                    <a:cubicBezTo>
                      <a:pt x="95" y="129"/>
                      <a:pt x="77" y="135"/>
                      <a:pt x="60" y="155"/>
                    </a:cubicBezTo>
                    <a:cubicBezTo>
                      <a:pt x="41" y="175"/>
                      <a:pt x="29" y="203"/>
                      <a:pt x="42" y="218"/>
                    </a:cubicBezTo>
                    <a:cubicBezTo>
                      <a:pt x="47" y="224"/>
                      <a:pt x="57" y="232"/>
                      <a:pt x="69" y="240"/>
                    </a:cubicBezTo>
                    <a:cubicBezTo>
                      <a:pt x="79" y="247"/>
                      <a:pt x="95" y="259"/>
                      <a:pt x="101" y="265"/>
                    </a:cubicBezTo>
                    <a:cubicBezTo>
                      <a:pt x="91" y="268"/>
                      <a:pt x="62" y="266"/>
                      <a:pt x="47" y="266"/>
                    </a:cubicBezTo>
                    <a:cubicBezTo>
                      <a:pt x="38" y="265"/>
                      <a:pt x="31" y="265"/>
                      <a:pt x="25" y="265"/>
                    </a:cubicBezTo>
                    <a:cubicBezTo>
                      <a:pt x="6" y="265"/>
                      <a:pt x="0" y="301"/>
                      <a:pt x="0" y="320"/>
                    </a:cubicBezTo>
                    <a:cubicBezTo>
                      <a:pt x="-1" y="349"/>
                      <a:pt x="8" y="366"/>
                      <a:pt x="22" y="367"/>
                    </a:cubicBezTo>
                    <a:cubicBezTo>
                      <a:pt x="28" y="367"/>
                      <a:pt x="36" y="367"/>
                      <a:pt x="44" y="367"/>
                    </a:cubicBezTo>
                    <a:cubicBezTo>
                      <a:pt x="62" y="368"/>
                      <a:pt x="99" y="368"/>
                      <a:pt x="108" y="373"/>
                    </a:cubicBezTo>
                    <a:cubicBezTo>
                      <a:pt x="102" y="381"/>
                      <a:pt x="62" y="392"/>
                      <a:pt x="48" y="396"/>
                    </a:cubicBezTo>
                    <a:cubicBezTo>
                      <a:pt x="38" y="399"/>
                      <a:pt x="32" y="400"/>
                      <a:pt x="29" y="402"/>
                    </a:cubicBezTo>
                    <a:cubicBezTo>
                      <a:pt x="15" y="408"/>
                      <a:pt x="16" y="433"/>
                      <a:pt x="23" y="454"/>
                    </a:cubicBezTo>
                    <a:cubicBezTo>
                      <a:pt x="29" y="477"/>
                      <a:pt x="42" y="501"/>
                      <a:pt x="60" y="499"/>
                    </a:cubicBezTo>
                    <a:cubicBezTo>
                      <a:pt x="72" y="498"/>
                      <a:pt x="124" y="485"/>
                      <a:pt x="181" y="470"/>
                    </a:cubicBezTo>
                    <a:cubicBezTo>
                      <a:pt x="191" y="468"/>
                      <a:pt x="201" y="465"/>
                      <a:pt x="212" y="462"/>
                    </a:cubicBezTo>
                    <a:cubicBezTo>
                      <a:pt x="259" y="449"/>
                      <a:pt x="314" y="435"/>
                      <a:pt x="328" y="443"/>
                    </a:cubicBezTo>
                    <a:cubicBezTo>
                      <a:pt x="329" y="444"/>
                      <a:pt x="329" y="444"/>
                      <a:pt x="330" y="445"/>
                    </a:cubicBezTo>
                    <a:cubicBezTo>
                      <a:pt x="326" y="452"/>
                      <a:pt x="296" y="464"/>
                      <a:pt x="286" y="468"/>
                    </a:cubicBezTo>
                    <a:cubicBezTo>
                      <a:pt x="278" y="471"/>
                      <a:pt x="274" y="472"/>
                      <a:pt x="272" y="474"/>
                    </a:cubicBezTo>
                    <a:cubicBezTo>
                      <a:pt x="268" y="476"/>
                      <a:pt x="266" y="480"/>
                      <a:pt x="264" y="485"/>
                    </a:cubicBezTo>
                    <a:cubicBezTo>
                      <a:pt x="259" y="504"/>
                      <a:pt x="282" y="542"/>
                      <a:pt x="286" y="550"/>
                    </a:cubicBezTo>
                    <a:cubicBezTo>
                      <a:pt x="296" y="564"/>
                      <a:pt x="323" y="555"/>
                      <a:pt x="350" y="545"/>
                    </a:cubicBezTo>
                    <a:cubicBezTo>
                      <a:pt x="353" y="544"/>
                      <a:pt x="357" y="543"/>
                      <a:pt x="360" y="542"/>
                    </a:cubicBezTo>
                    <a:cubicBezTo>
                      <a:pt x="359" y="543"/>
                      <a:pt x="357" y="544"/>
                      <a:pt x="357" y="544"/>
                    </a:cubicBezTo>
                    <a:cubicBezTo>
                      <a:pt x="341" y="555"/>
                      <a:pt x="326" y="564"/>
                      <a:pt x="330" y="576"/>
                    </a:cubicBezTo>
                    <a:cubicBezTo>
                      <a:pt x="336" y="590"/>
                      <a:pt x="354" y="625"/>
                      <a:pt x="361" y="632"/>
                    </a:cubicBezTo>
                    <a:cubicBezTo>
                      <a:pt x="372" y="644"/>
                      <a:pt x="409" y="627"/>
                      <a:pt x="435" y="612"/>
                    </a:cubicBezTo>
                    <a:lnTo>
                      <a:pt x="435" y="698"/>
                    </a:lnTo>
                    <a:cubicBezTo>
                      <a:pt x="435" y="702"/>
                      <a:pt x="438" y="705"/>
                      <a:pt x="441" y="705"/>
                    </a:cubicBezTo>
                    <a:lnTo>
                      <a:pt x="524" y="705"/>
                    </a:lnTo>
                    <a:cubicBezTo>
                      <a:pt x="527" y="705"/>
                      <a:pt x="530" y="702"/>
                      <a:pt x="530" y="699"/>
                    </a:cubicBezTo>
                    <a:cubicBezTo>
                      <a:pt x="533" y="658"/>
                      <a:pt x="550" y="641"/>
                      <a:pt x="564" y="633"/>
                    </a:cubicBezTo>
                    <a:cubicBezTo>
                      <a:pt x="581" y="625"/>
                      <a:pt x="602" y="627"/>
                      <a:pt x="619" y="638"/>
                    </a:cubicBezTo>
                    <a:cubicBezTo>
                      <a:pt x="628" y="644"/>
                      <a:pt x="635" y="657"/>
                      <a:pt x="638" y="675"/>
                    </a:cubicBezTo>
                    <a:cubicBezTo>
                      <a:pt x="646" y="713"/>
                      <a:pt x="638" y="765"/>
                      <a:pt x="622" y="790"/>
                    </a:cubicBezTo>
                    <a:cubicBezTo>
                      <a:pt x="598" y="825"/>
                      <a:pt x="544" y="808"/>
                      <a:pt x="544" y="807"/>
                    </a:cubicBezTo>
                    <a:cubicBezTo>
                      <a:pt x="542" y="806"/>
                      <a:pt x="539" y="807"/>
                      <a:pt x="538" y="808"/>
                    </a:cubicBezTo>
                    <a:cubicBezTo>
                      <a:pt x="537" y="810"/>
                      <a:pt x="535" y="812"/>
                      <a:pt x="536" y="814"/>
                    </a:cubicBezTo>
                    <a:cubicBezTo>
                      <a:pt x="537" y="820"/>
                      <a:pt x="553" y="950"/>
                      <a:pt x="600" y="1019"/>
                    </a:cubicBezTo>
                    <a:cubicBezTo>
                      <a:pt x="607" y="1029"/>
                      <a:pt x="621" y="1034"/>
                      <a:pt x="635" y="1034"/>
                    </a:cubicBezTo>
                    <a:cubicBezTo>
                      <a:pt x="647" y="1034"/>
                      <a:pt x="659" y="1032"/>
                      <a:pt x="669" y="1027"/>
                    </a:cubicBezTo>
                    <a:cubicBezTo>
                      <a:pt x="692" y="1016"/>
                      <a:pt x="702" y="996"/>
                      <a:pt x="695" y="974"/>
                    </a:cubicBezTo>
                    <a:cubicBezTo>
                      <a:pt x="693" y="967"/>
                      <a:pt x="691" y="960"/>
                      <a:pt x="689" y="955"/>
                    </a:cubicBezTo>
                    <a:cubicBezTo>
                      <a:pt x="685" y="945"/>
                      <a:pt x="679" y="926"/>
                      <a:pt x="682" y="924"/>
                    </a:cubicBezTo>
                    <a:cubicBezTo>
                      <a:pt x="682" y="923"/>
                      <a:pt x="682" y="923"/>
                      <a:pt x="682" y="923"/>
                    </a:cubicBezTo>
                    <a:cubicBezTo>
                      <a:pt x="686" y="924"/>
                      <a:pt x="694" y="936"/>
                      <a:pt x="700" y="946"/>
                    </a:cubicBezTo>
                    <a:cubicBezTo>
                      <a:pt x="706" y="957"/>
                      <a:pt x="714" y="969"/>
                      <a:pt x="723" y="980"/>
                    </a:cubicBezTo>
                    <a:cubicBezTo>
                      <a:pt x="734" y="992"/>
                      <a:pt x="763" y="986"/>
                      <a:pt x="780" y="972"/>
                    </a:cubicBezTo>
                    <a:cubicBezTo>
                      <a:pt x="800" y="958"/>
                      <a:pt x="805" y="939"/>
                      <a:pt x="794" y="921"/>
                    </a:cubicBezTo>
                    <a:cubicBezTo>
                      <a:pt x="779" y="897"/>
                      <a:pt x="769" y="877"/>
                      <a:pt x="766" y="868"/>
                    </a:cubicBezTo>
                    <a:cubicBezTo>
                      <a:pt x="773" y="871"/>
                      <a:pt x="782" y="879"/>
                      <a:pt x="790" y="887"/>
                    </a:cubicBezTo>
                    <a:cubicBezTo>
                      <a:pt x="808" y="903"/>
                      <a:pt x="828" y="920"/>
                      <a:pt x="843" y="908"/>
                    </a:cubicBezTo>
                    <a:lnTo>
                      <a:pt x="847" y="906"/>
                    </a:lnTo>
                    <a:cubicBezTo>
                      <a:pt x="862" y="895"/>
                      <a:pt x="884" y="880"/>
                      <a:pt x="886" y="861"/>
                    </a:cubicBezTo>
                    <a:cubicBezTo>
                      <a:pt x="887" y="853"/>
                      <a:pt x="883" y="845"/>
                      <a:pt x="876" y="838"/>
                    </a:cubicBezTo>
                    <a:cubicBezTo>
                      <a:pt x="842" y="804"/>
                      <a:pt x="836" y="793"/>
                      <a:pt x="836" y="789"/>
                    </a:cubicBezTo>
                    <a:cubicBezTo>
                      <a:pt x="840" y="788"/>
                      <a:pt x="859" y="801"/>
                      <a:pt x="869" y="808"/>
                    </a:cubicBezTo>
                    <a:cubicBezTo>
                      <a:pt x="881" y="816"/>
                      <a:pt x="892" y="824"/>
                      <a:pt x="904" y="829"/>
                    </a:cubicBezTo>
                    <a:cubicBezTo>
                      <a:pt x="920" y="837"/>
                      <a:pt x="941" y="817"/>
                      <a:pt x="953" y="795"/>
                    </a:cubicBezTo>
                    <a:cubicBezTo>
                      <a:pt x="967" y="770"/>
                      <a:pt x="968" y="750"/>
                      <a:pt x="955" y="742"/>
                    </a:cubicBezTo>
                    <a:cubicBezTo>
                      <a:pt x="946" y="735"/>
                      <a:pt x="933" y="729"/>
                      <a:pt x="921" y="723"/>
                    </a:cubicBezTo>
                    <a:cubicBezTo>
                      <a:pt x="911" y="719"/>
                      <a:pt x="898" y="712"/>
                      <a:pt x="892" y="708"/>
                    </a:cubicBezTo>
                    <a:cubicBezTo>
                      <a:pt x="901" y="707"/>
                      <a:pt x="923" y="709"/>
                      <a:pt x="939" y="711"/>
                    </a:cubicBezTo>
                    <a:cubicBezTo>
                      <a:pt x="957" y="713"/>
                      <a:pt x="977" y="715"/>
                      <a:pt x="988" y="715"/>
                    </a:cubicBezTo>
                    <a:cubicBezTo>
                      <a:pt x="1006" y="714"/>
                      <a:pt x="1016" y="690"/>
                      <a:pt x="1018" y="666"/>
                    </a:cubicBezTo>
                    <a:cubicBezTo>
                      <a:pt x="1021" y="644"/>
                      <a:pt x="1018" y="619"/>
                      <a:pt x="1001" y="614"/>
                    </a:cubicBezTo>
                    <a:cubicBezTo>
                      <a:pt x="952" y="601"/>
                      <a:pt x="925" y="590"/>
                      <a:pt x="917" y="584"/>
                    </a:cubicBezTo>
                    <a:cubicBezTo>
                      <a:pt x="926" y="580"/>
                      <a:pt x="954" y="579"/>
                      <a:pt x="972" y="578"/>
                    </a:cubicBezTo>
                    <a:cubicBezTo>
                      <a:pt x="990" y="578"/>
                      <a:pt x="1007" y="577"/>
                      <a:pt x="1018" y="57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4DFA2279-2DEC-B845-B5F6-74A77EC43A9B}"/>
                  </a:ext>
                </a:extLst>
              </p:cNvPr>
              <p:cNvSpPr/>
              <p:nvPr/>
            </p:nvSpPr>
            <p:spPr>
              <a:xfrm>
                <a:off x="13267685" y="11275883"/>
                <a:ext cx="576802" cy="61189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4" h="492">
                    <a:moveTo>
                      <a:pt x="464" y="286"/>
                    </a:moveTo>
                    <a:lnTo>
                      <a:pt x="385" y="226"/>
                    </a:lnTo>
                    <a:cubicBezTo>
                      <a:pt x="385" y="226"/>
                      <a:pt x="409" y="170"/>
                      <a:pt x="375" y="118"/>
                    </a:cubicBezTo>
                    <a:cubicBezTo>
                      <a:pt x="355" y="85"/>
                      <a:pt x="317" y="43"/>
                      <a:pt x="317" y="43"/>
                    </a:cubicBezTo>
                    <a:lnTo>
                      <a:pt x="259" y="63"/>
                    </a:lnTo>
                    <a:cubicBezTo>
                      <a:pt x="259" y="63"/>
                      <a:pt x="196" y="0"/>
                      <a:pt x="160" y="0"/>
                    </a:cubicBezTo>
                    <a:cubicBezTo>
                      <a:pt x="120" y="0"/>
                      <a:pt x="119" y="49"/>
                      <a:pt x="119" y="49"/>
                    </a:cubicBezTo>
                    <a:cubicBezTo>
                      <a:pt x="119" y="49"/>
                      <a:pt x="58" y="52"/>
                      <a:pt x="75" y="116"/>
                    </a:cubicBezTo>
                    <a:cubicBezTo>
                      <a:pt x="75" y="116"/>
                      <a:pt x="2" y="125"/>
                      <a:pt x="32" y="195"/>
                    </a:cubicBezTo>
                    <a:cubicBezTo>
                      <a:pt x="32" y="195"/>
                      <a:pt x="-39" y="234"/>
                      <a:pt x="29" y="297"/>
                    </a:cubicBezTo>
                    <a:cubicBezTo>
                      <a:pt x="90" y="354"/>
                      <a:pt x="300" y="492"/>
                      <a:pt x="300" y="49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D47349B6-B12C-D346-B95A-C6AD6D9E7327}"/>
                  </a:ext>
                </a:extLst>
              </p:cNvPr>
              <p:cNvSpPr/>
              <p:nvPr/>
            </p:nvSpPr>
            <p:spPr>
              <a:xfrm>
                <a:off x="13258651" y="11268406"/>
                <a:ext cx="594552" cy="628100"/>
              </a:xfrm>
              <a:custGeom>
                <a:avLst/>
                <a:gdLst>
                  <a:gd name="connsiteX0" fmla="*/ 207933 w 594552"/>
                  <a:gd name="connsiteY0" fmla="*/ 16197 h 628100"/>
                  <a:gd name="connsiteX1" fmla="*/ 165670 w 594552"/>
                  <a:gd name="connsiteY1" fmla="*/ 69673 h 628100"/>
                  <a:gd name="connsiteX2" fmla="*/ 156969 w 594552"/>
                  <a:gd name="connsiteY2" fmla="*/ 77134 h 628100"/>
                  <a:gd name="connsiteX3" fmla="*/ 114706 w 594552"/>
                  <a:gd name="connsiteY3" fmla="*/ 97032 h 628100"/>
                  <a:gd name="connsiteX4" fmla="*/ 109734 w 594552"/>
                  <a:gd name="connsiteY4" fmla="*/ 149264 h 628100"/>
                  <a:gd name="connsiteX5" fmla="*/ 108491 w 594552"/>
                  <a:gd name="connsiteY5" fmla="*/ 155482 h 628100"/>
                  <a:gd name="connsiteX6" fmla="*/ 103519 w 594552"/>
                  <a:gd name="connsiteY6" fmla="*/ 159213 h 628100"/>
                  <a:gd name="connsiteX7" fmla="*/ 53799 w 594552"/>
                  <a:gd name="connsiteY7" fmla="*/ 189060 h 628100"/>
                  <a:gd name="connsiteX8" fmla="*/ 57528 w 594552"/>
                  <a:gd name="connsiteY8" fmla="*/ 247510 h 628100"/>
                  <a:gd name="connsiteX9" fmla="*/ 53799 w 594552"/>
                  <a:gd name="connsiteY9" fmla="*/ 257459 h 628100"/>
                  <a:gd name="connsiteX10" fmla="*/ 16508 w 594552"/>
                  <a:gd name="connsiteY10" fmla="*/ 305960 h 628100"/>
                  <a:gd name="connsiteX11" fmla="*/ 51312 w 594552"/>
                  <a:gd name="connsiteY11" fmla="*/ 370628 h 628100"/>
                  <a:gd name="connsiteX12" fmla="*/ 380712 w 594552"/>
                  <a:gd name="connsiteY12" fmla="*/ 609402 h 628100"/>
                  <a:gd name="connsiteX13" fmla="*/ 574623 w 594552"/>
                  <a:gd name="connsiteY13" fmla="*/ 363166 h 628100"/>
                  <a:gd name="connsiteX14" fmla="*/ 483883 w 594552"/>
                  <a:gd name="connsiteY14" fmla="*/ 294767 h 628100"/>
                  <a:gd name="connsiteX15" fmla="*/ 481397 w 594552"/>
                  <a:gd name="connsiteY15" fmla="*/ 284818 h 628100"/>
                  <a:gd name="connsiteX16" fmla="*/ 468966 w 594552"/>
                  <a:gd name="connsiteY16" fmla="*/ 157969 h 628100"/>
                  <a:gd name="connsiteX17" fmla="*/ 401844 w 594552"/>
                  <a:gd name="connsiteY17" fmla="*/ 70916 h 628100"/>
                  <a:gd name="connsiteX18" fmla="*/ 333478 w 594552"/>
                  <a:gd name="connsiteY18" fmla="*/ 93301 h 628100"/>
                  <a:gd name="connsiteX19" fmla="*/ 324776 w 594552"/>
                  <a:gd name="connsiteY19" fmla="*/ 90814 h 628100"/>
                  <a:gd name="connsiteX20" fmla="*/ 207933 w 594552"/>
                  <a:gd name="connsiteY20" fmla="*/ 16197 h 628100"/>
                  <a:gd name="connsiteX21" fmla="*/ 207921 w 594552"/>
                  <a:gd name="connsiteY21" fmla="*/ 0 h 628100"/>
                  <a:gd name="connsiteX22" fmla="*/ 333483 w 594552"/>
                  <a:gd name="connsiteY22" fmla="*/ 75870 h 628100"/>
                  <a:gd name="connsiteX23" fmla="*/ 401858 w 594552"/>
                  <a:gd name="connsiteY23" fmla="*/ 53482 h 628100"/>
                  <a:gd name="connsiteX24" fmla="*/ 409317 w 594552"/>
                  <a:gd name="connsiteY24" fmla="*/ 55969 h 628100"/>
                  <a:gd name="connsiteX25" fmla="*/ 482665 w 594552"/>
                  <a:gd name="connsiteY25" fmla="*/ 150495 h 628100"/>
                  <a:gd name="connsiteX26" fmla="*/ 497583 w 594552"/>
                  <a:gd name="connsiteY26" fmla="*/ 284822 h 628100"/>
                  <a:gd name="connsiteX27" fmla="*/ 590822 w 594552"/>
                  <a:gd name="connsiteY27" fmla="*/ 355716 h 628100"/>
                  <a:gd name="connsiteX28" fmla="*/ 594552 w 594552"/>
                  <a:gd name="connsiteY28" fmla="*/ 361935 h 628100"/>
                  <a:gd name="connsiteX29" fmla="*/ 592066 w 594552"/>
                  <a:gd name="connsiteY29" fmla="*/ 368154 h 628100"/>
                  <a:gd name="connsiteX30" fmla="*/ 388183 w 594552"/>
                  <a:gd name="connsiteY30" fmla="*/ 625612 h 628100"/>
                  <a:gd name="connsiteX31" fmla="*/ 381967 w 594552"/>
                  <a:gd name="connsiteY31" fmla="*/ 628100 h 628100"/>
                  <a:gd name="connsiteX32" fmla="*/ 376994 w 594552"/>
                  <a:gd name="connsiteY32" fmla="*/ 626856 h 628100"/>
                  <a:gd name="connsiteX33" fmla="*/ 40091 w 594552"/>
                  <a:gd name="connsiteY33" fmla="*/ 383079 h 628100"/>
                  <a:gd name="connsiteX34" fmla="*/ 309 w 594552"/>
                  <a:gd name="connsiteY34" fmla="*/ 303478 h 628100"/>
                  <a:gd name="connsiteX35" fmla="*/ 40091 w 594552"/>
                  <a:gd name="connsiteY35" fmla="*/ 247509 h 628100"/>
                  <a:gd name="connsiteX36" fmla="*/ 40091 w 594552"/>
                  <a:gd name="connsiteY36" fmla="*/ 180346 h 628100"/>
                  <a:gd name="connsiteX37" fmla="*/ 92305 w 594552"/>
                  <a:gd name="connsiteY37" fmla="*/ 145520 h 628100"/>
                  <a:gd name="connsiteX38" fmla="*/ 102250 w 594552"/>
                  <a:gd name="connsiteY38" fmla="*/ 88307 h 628100"/>
                  <a:gd name="connsiteX39" fmla="*/ 149491 w 594552"/>
                  <a:gd name="connsiteY39" fmla="*/ 62188 h 628100"/>
                  <a:gd name="connsiteX40" fmla="*/ 207921 w 594552"/>
                  <a:gd name="connsiteY40" fmla="*/ 0 h 62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594552" h="628100">
                    <a:moveTo>
                      <a:pt x="207933" y="16197"/>
                    </a:moveTo>
                    <a:cubicBezTo>
                      <a:pt x="166913" y="16197"/>
                      <a:pt x="165670" y="67185"/>
                      <a:pt x="165670" y="69673"/>
                    </a:cubicBezTo>
                    <a:cubicBezTo>
                      <a:pt x="165670" y="73403"/>
                      <a:pt x="160698" y="77134"/>
                      <a:pt x="156969" y="77134"/>
                    </a:cubicBezTo>
                    <a:cubicBezTo>
                      <a:pt x="156969" y="77134"/>
                      <a:pt x="128380" y="78378"/>
                      <a:pt x="114706" y="97032"/>
                    </a:cubicBezTo>
                    <a:cubicBezTo>
                      <a:pt x="106005" y="110712"/>
                      <a:pt x="103519" y="126879"/>
                      <a:pt x="109734" y="149264"/>
                    </a:cubicBezTo>
                    <a:cubicBezTo>
                      <a:pt x="109734" y="151751"/>
                      <a:pt x="109734" y="154238"/>
                      <a:pt x="108491" y="155482"/>
                    </a:cubicBezTo>
                    <a:cubicBezTo>
                      <a:pt x="107248" y="157969"/>
                      <a:pt x="106005" y="159213"/>
                      <a:pt x="103519" y="159213"/>
                    </a:cubicBezTo>
                    <a:cubicBezTo>
                      <a:pt x="102276" y="159213"/>
                      <a:pt x="67472" y="164187"/>
                      <a:pt x="53799" y="189060"/>
                    </a:cubicBezTo>
                    <a:cubicBezTo>
                      <a:pt x="45097" y="203983"/>
                      <a:pt x="46340" y="222637"/>
                      <a:pt x="57528" y="247510"/>
                    </a:cubicBezTo>
                    <a:cubicBezTo>
                      <a:pt x="58771" y="251240"/>
                      <a:pt x="57528" y="256215"/>
                      <a:pt x="53799" y="257459"/>
                    </a:cubicBezTo>
                    <a:cubicBezTo>
                      <a:pt x="53799" y="257459"/>
                      <a:pt x="20237" y="276113"/>
                      <a:pt x="16508" y="305960"/>
                    </a:cubicBezTo>
                    <a:cubicBezTo>
                      <a:pt x="14022" y="325857"/>
                      <a:pt x="25209" y="348243"/>
                      <a:pt x="51312" y="370628"/>
                    </a:cubicBezTo>
                    <a:cubicBezTo>
                      <a:pt x="118435" y="435296"/>
                      <a:pt x="339693" y="583286"/>
                      <a:pt x="380712" y="609402"/>
                    </a:cubicBezTo>
                    <a:lnTo>
                      <a:pt x="574623" y="363166"/>
                    </a:lnTo>
                    <a:lnTo>
                      <a:pt x="483883" y="294767"/>
                    </a:lnTo>
                    <a:cubicBezTo>
                      <a:pt x="480154" y="293523"/>
                      <a:pt x="480154" y="288549"/>
                      <a:pt x="481397" y="284818"/>
                    </a:cubicBezTo>
                    <a:cubicBezTo>
                      <a:pt x="481397" y="284818"/>
                      <a:pt x="507500" y="218906"/>
                      <a:pt x="468966" y="157969"/>
                    </a:cubicBezTo>
                    <a:cubicBezTo>
                      <a:pt x="447835" y="125635"/>
                      <a:pt x="411788" y="83352"/>
                      <a:pt x="401844" y="70916"/>
                    </a:cubicBezTo>
                    <a:lnTo>
                      <a:pt x="333478" y="93301"/>
                    </a:lnTo>
                    <a:cubicBezTo>
                      <a:pt x="329748" y="93301"/>
                      <a:pt x="327262" y="93301"/>
                      <a:pt x="324776" y="90814"/>
                    </a:cubicBezTo>
                    <a:cubicBezTo>
                      <a:pt x="303645" y="69673"/>
                      <a:pt x="241494" y="16197"/>
                      <a:pt x="207933" y="16197"/>
                    </a:cubicBezTo>
                    <a:close/>
                    <a:moveTo>
                      <a:pt x="207921" y="0"/>
                    </a:moveTo>
                    <a:cubicBezTo>
                      <a:pt x="250189" y="0"/>
                      <a:pt x="316078" y="60944"/>
                      <a:pt x="333483" y="75870"/>
                    </a:cubicBezTo>
                    <a:lnTo>
                      <a:pt x="401858" y="53482"/>
                    </a:lnTo>
                    <a:cubicBezTo>
                      <a:pt x="404344" y="52238"/>
                      <a:pt x="408074" y="53482"/>
                      <a:pt x="409317" y="55969"/>
                    </a:cubicBezTo>
                    <a:cubicBezTo>
                      <a:pt x="411804" y="58457"/>
                      <a:pt x="456558" y="109451"/>
                      <a:pt x="482665" y="150495"/>
                    </a:cubicBezTo>
                    <a:cubicBezTo>
                      <a:pt x="518718" y="206465"/>
                      <a:pt x="503799" y="267409"/>
                      <a:pt x="497583" y="284822"/>
                    </a:cubicBezTo>
                    <a:lnTo>
                      <a:pt x="590822" y="355716"/>
                    </a:lnTo>
                    <a:cubicBezTo>
                      <a:pt x="593309" y="358204"/>
                      <a:pt x="594552" y="359447"/>
                      <a:pt x="594552" y="361935"/>
                    </a:cubicBezTo>
                    <a:cubicBezTo>
                      <a:pt x="594552" y="363179"/>
                      <a:pt x="594552" y="365666"/>
                      <a:pt x="592066" y="368154"/>
                    </a:cubicBezTo>
                    <a:lnTo>
                      <a:pt x="388183" y="625612"/>
                    </a:lnTo>
                    <a:cubicBezTo>
                      <a:pt x="386940" y="626856"/>
                      <a:pt x="383210" y="628100"/>
                      <a:pt x="381967" y="628100"/>
                    </a:cubicBezTo>
                    <a:cubicBezTo>
                      <a:pt x="380724" y="628100"/>
                      <a:pt x="378238" y="628100"/>
                      <a:pt x="376994" y="626856"/>
                    </a:cubicBezTo>
                    <a:cubicBezTo>
                      <a:pt x="367049" y="619394"/>
                      <a:pt x="115925" y="453973"/>
                      <a:pt x="40091" y="383079"/>
                    </a:cubicBezTo>
                    <a:cubicBezTo>
                      <a:pt x="10254" y="356960"/>
                      <a:pt x="-2177" y="329597"/>
                      <a:pt x="309" y="303478"/>
                    </a:cubicBezTo>
                    <a:cubicBezTo>
                      <a:pt x="4039" y="273628"/>
                      <a:pt x="27659" y="254971"/>
                      <a:pt x="40091" y="247509"/>
                    </a:cubicBezTo>
                    <a:cubicBezTo>
                      <a:pt x="30145" y="220146"/>
                      <a:pt x="30145" y="199002"/>
                      <a:pt x="40091" y="180346"/>
                    </a:cubicBezTo>
                    <a:cubicBezTo>
                      <a:pt x="53766" y="157958"/>
                      <a:pt x="78630" y="148008"/>
                      <a:pt x="92305" y="145520"/>
                    </a:cubicBezTo>
                    <a:cubicBezTo>
                      <a:pt x="88575" y="121889"/>
                      <a:pt x="91062" y="103232"/>
                      <a:pt x="102250" y="88307"/>
                    </a:cubicBezTo>
                    <a:cubicBezTo>
                      <a:pt x="115925" y="69651"/>
                      <a:pt x="138303" y="63432"/>
                      <a:pt x="149491" y="62188"/>
                    </a:cubicBezTo>
                    <a:cubicBezTo>
                      <a:pt x="151978" y="36069"/>
                      <a:pt x="166896" y="0"/>
                      <a:pt x="2079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289" name="Freeform 288">
            <a:extLst>
              <a:ext uri="{FF2B5EF4-FFF2-40B4-BE49-F238E27FC236}">
                <a16:creationId xmlns:a16="http://schemas.microsoft.com/office/drawing/2014/main" id="{BCF5324C-2806-7246-92D4-5E8F5B61DF9C}"/>
              </a:ext>
            </a:extLst>
          </p:cNvPr>
          <p:cNvSpPr/>
          <p:nvPr/>
        </p:nvSpPr>
        <p:spPr>
          <a:xfrm>
            <a:off x="5219871" y="12957046"/>
            <a:ext cx="13937914" cy="1495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189" h="13">
                <a:moveTo>
                  <a:pt x="11183" y="13"/>
                </a:moveTo>
                <a:lnTo>
                  <a:pt x="7" y="13"/>
                </a:lnTo>
                <a:cubicBezTo>
                  <a:pt x="3" y="13"/>
                  <a:pt x="0" y="10"/>
                  <a:pt x="0" y="6"/>
                </a:cubicBezTo>
                <a:cubicBezTo>
                  <a:pt x="0" y="3"/>
                  <a:pt x="3" y="0"/>
                  <a:pt x="7" y="0"/>
                </a:cubicBezTo>
                <a:lnTo>
                  <a:pt x="11183" y="0"/>
                </a:lnTo>
                <a:cubicBezTo>
                  <a:pt x="11186" y="0"/>
                  <a:pt x="11189" y="3"/>
                  <a:pt x="11189" y="6"/>
                </a:cubicBezTo>
                <a:cubicBezTo>
                  <a:pt x="11189" y="10"/>
                  <a:pt x="11186" y="13"/>
                  <a:pt x="11183" y="13"/>
                </a:cubicBezTo>
                <a:close/>
              </a:path>
            </a:pathLst>
          </a:custGeom>
          <a:solidFill>
            <a:srgbClr val="262626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90" name="Freeform 289">
            <a:extLst>
              <a:ext uri="{FF2B5EF4-FFF2-40B4-BE49-F238E27FC236}">
                <a16:creationId xmlns:a16="http://schemas.microsoft.com/office/drawing/2014/main" id="{275B5DF6-08CC-174D-92F1-C9AAD0DB2C57}"/>
              </a:ext>
            </a:extLst>
          </p:cNvPr>
          <p:cNvSpPr/>
          <p:nvPr/>
        </p:nvSpPr>
        <p:spPr>
          <a:xfrm>
            <a:off x="1939698" y="3468256"/>
            <a:ext cx="5349426" cy="229057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295" h="1839">
                <a:moveTo>
                  <a:pt x="4147" y="0"/>
                </a:moveTo>
                <a:cubicBezTo>
                  <a:pt x="4234" y="50"/>
                  <a:pt x="4295" y="145"/>
                  <a:pt x="4295" y="254"/>
                </a:cubicBezTo>
                <a:lnTo>
                  <a:pt x="4295" y="1547"/>
                </a:lnTo>
                <a:cubicBezTo>
                  <a:pt x="4295" y="1708"/>
                  <a:pt x="4164" y="1839"/>
                  <a:pt x="4003" y="1839"/>
                </a:cubicBezTo>
                <a:lnTo>
                  <a:pt x="251" y="1839"/>
                </a:lnTo>
                <a:cubicBezTo>
                  <a:pt x="144" y="1839"/>
                  <a:pt x="50" y="1781"/>
                  <a:pt x="0" y="1695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92" name="Freeform 291">
            <a:extLst>
              <a:ext uri="{FF2B5EF4-FFF2-40B4-BE49-F238E27FC236}">
                <a16:creationId xmlns:a16="http://schemas.microsoft.com/office/drawing/2014/main" id="{61D48AE1-381C-4147-ACBF-66EA3FBAB24A}"/>
              </a:ext>
            </a:extLst>
          </p:cNvPr>
          <p:cNvSpPr/>
          <p:nvPr/>
        </p:nvSpPr>
        <p:spPr>
          <a:xfrm>
            <a:off x="1761549" y="3293784"/>
            <a:ext cx="5399258" cy="2336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35" h="1876">
                <a:moveTo>
                  <a:pt x="4335" y="292"/>
                </a:moveTo>
                <a:lnTo>
                  <a:pt x="4335" y="1585"/>
                </a:lnTo>
                <a:cubicBezTo>
                  <a:pt x="4335" y="1745"/>
                  <a:pt x="4204" y="1876"/>
                  <a:pt x="4044" y="1876"/>
                </a:cubicBezTo>
                <a:lnTo>
                  <a:pt x="292" y="1876"/>
                </a:lnTo>
                <a:cubicBezTo>
                  <a:pt x="130" y="1876"/>
                  <a:pt x="0" y="1745"/>
                  <a:pt x="0" y="1585"/>
                </a:cubicBezTo>
                <a:lnTo>
                  <a:pt x="0" y="292"/>
                </a:lnTo>
                <a:cubicBezTo>
                  <a:pt x="0" y="130"/>
                  <a:pt x="130" y="0"/>
                  <a:pt x="292" y="0"/>
                </a:cubicBezTo>
                <a:lnTo>
                  <a:pt x="4044" y="0"/>
                </a:lnTo>
                <a:cubicBezTo>
                  <a:pt x="4204" y="0"/>
                  <a:pt x="4335" y="130"/>
                  <a:pt x="4335" y="292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293" name="Freeform 292">
            <a:extLst>
              <a:ext uri="{FF2B5EF4-FFF2-40B4-BE49-F238E27FC236}">
                <a16:creationId xmlns:a16="http://schemas.microsoft.com/office/drawing/2014/main" id="{BE0F645D-5B3F-9547-BC65-8D623DB50411}"/>
              </a:ext>
            </a:extLst>
          </p:cNvPr>
          <p:cNvSpPr/>
          <p:nvPr/>
        </p:nvSpPr>
        <p:spPr>
          <a:xfrm>
            <a:off x="1761549" y="3293784"/>
            <a:ext cx="5399258" cy="71035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35" h="571">
                <a:moveTo>
                  <a:pt x="4335" y="299"/>
                </a:moveTo>
                <a:lnTo>
                  <a:pt x="4335" y="453"/>
                </a:lnTo>
                <a:cubicBezTo>
                  <a:pt x="3658" y="527"/>
                  <a:pt x="2927" y="571"/>
                  <a:pt x="2149" y="571"/>
                </a:cubicBezTo>
                <a:cubicBezTo>
                  <a:pt x="1385" y="570"/>
                  <a:pt x="667" y="526"/>
                  <a:pt x="0" y="453"/>
                </a:cubicBezTo>
                <a:lnTo>
                  <a:pt x="0" y="299"/>
                </a:lnTo>
                <a:cubicBezTo>
                  <a:pt x="0" y="134"/>
                  <a:pt x="134" y="0"/>
                  <a:pt x="299" y="0"/>
                </a:cubicBezTo>
                <a:lnTo>
                  <a:pt x="4036" y="0"/>
                </a:lnTo>
                <a:cubicBezTo>
                  <a:pt x="4202" y="0"/>
                  <a:pt x="4335" y="134"/>
                  <a:pt x="4335" y="299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67" name="Freeform 366">
            <a:extLst>
              <a:ext uri="{FF2B5EF4-FFF2-40B4-BE49-F238E27FC236}">
                <a16:creationId xmlns:a16="http://schemas.microsoft.com/office/drawing/2014/main" id="{3ADF669B-F94A-AD40-98B5-A6A91CB11635}"/>
              </a:ext>
            </a:extLst>
          </p:cNvPr>
          <p:cNvSpPr/>
          <p:nvPr/>
        </p:nvSpPr>
        <p:spPr>
          <a:xfrm>
            <a:off x="9603808" y="3468256"/>
            <a:ext cx="5349426" cy="229057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295" h="1839">
                <a:moveTo>
                  <a:pt x="4147" y="0"/>
                </a:moveTo>
                <a:cubicBezTo>
                  <a:pt x="4236" y="50"/>
                  <a:pt x="4295" y="145"/>
                  <a:pt x="4295" y="254"/>
                </a:cubicBezTo>
                <a:lnTo>
                  <a:pt x="4295" y="1547"/>
                </a:lnTo>
                <a:cubicBezTo>
                  <a:pt x="4295" y="1708"/>
                  <a:pt x="4164" y="1839"/>
                  <a:pt x="4003" y="1839"/>
                </a:cubicBezTo>
                <a:lnTo>
                  <a:pt x="251" y="1839"/>
                </a:lnTo>
                <a:cubicBezTo>
                  <a:pt x="144" y="1839"/>
                  <a:pt x="51" y="1781"/>
                  <a:pt x="0" y="1695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69" name="Freeform 368">
            <a:extLst>
              <a:ext uri="{FF2B5EF4-FFF2-40B4-BE49-F238E27FC236}">
                <a16:creationId xmlns:a16="http://schemas.microsoft.com/office/drawing/2014/main" id="{6253D620-9C96-7A45-9465-6B949B321569}"/>
              </a:ext>
            </a:extLst>
          </p:cNvPr>
          <p:cNvSpPr/>
          <p:nvPr/>
        </p:nvSpPr>
        <p:spPr>
          <a:xfrm>
            <a:off x="9425664" y="3293784"/>
            <a:ext cx="5400507" cy="2336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36" h="1876">
                <a:moveTo>
                  <a:pt x="4336" y="292"/>
                </a:moveTo>
                <a:lnTo>
                  <a:pt x="4336" y="1585"/>
                </a:lnTo>
                <a:cubicBezTo>
                  <a:pt x="4336" y="1745"/>
                  <a:pt x="4205" y="1876"/>
                  <a:pt x="4044" y="1876"/>
                </a:cubicBezTo>
                <a:lnTo>
                  <a:pt x="292" y="1876"/>
                </a:lnTo>
                <a:cubicBezTo>
                  <a:pt x="131" y="1876"/>
                  <a:pt x="0" y="1745"/>
                  <a:pt x="0" y="1585"/>
                </a:cubicBezTo>
                <a:lnTo>
                  <a:pt x="0" y="292"/>
                </a:lnTo>
                <a:cubicBezTo>
                  <a:pt x="0" y="130"/>
                  <a:pt x="131" y="0"/>
                  <a:pt x="292" y="0"/>
                </a:cubicBezTo>
                <a:lnTo>
                  <a:pt x="4044" y="0"/>
                </a:lnTo>
                <a:cubicBezTo>
                  <a:pt x="4205" y="0"/>
                  <a:pt x="4336" y="130"/>
                  <a:pt x="4336" y="292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70" name="Freeform 369">
            <a:extLst>
              <a:ext uri="{FF2B5EF4-FFF2-40B4-BE49-F238E27FC236}">
                <a16:creationId xmlns:a16="http://schemas.microsoft.com/office/drawing/2014/main" id="{3ACC6B1A-EEBB-B141-9636-766C5D10B6C5}"/>
              </a:ext>
            </a:extLst>
          </p:cNvPr>
          <p:cNvSpPr/>
          <p:nvPr/>
        </p:nvSpPr>
        <p:spPr>
          <a:xfrm>
            <a:off x="9425664" y="3293784"/>
            <a:ext cx="5400507" cy="71035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36" h="571">
                <a:moveTo>
                  <a:pt x="4336" y="299"/>
                </a:moveTo>
                <a:lnTo>
                  <a:pt x="4336" y="453"/>
                </a:lnTo>
                <a:cubicBezTo>
                  <a:pt x="3659" y="527"/>
                  <a:pt x="2928" y="571"/>
                  <a:pt x="2150" y="571"/>
                </a:cubicBezTo>
                <a:cubicBezTo>
                  <a:pt x="1386" y="570"/>
                  <a:pt x="668" y="526"/>
                  <a:pt x="0" y="453"/>
                </a:cubicBezTo>
                <a:lnTo>
                  <a:pt x="0" y="299"/>
                </a:lnTo>
                <a:cubicBezTo>
                  <a:pt x="0" y="134"/>
                  <a:pt x="134" y="0"/>
                  <a:pt x="299" y="0"/>
                </a:cubicBezTo>
                <a:lnTo>
                  <a:pt x="4037" y="0"/>
                </a:lnTo>
                <a:cubicBezTo>
                  <a:pt x="4202" y="0"/>
                  <a:pt x="4336" y="134"/>
                  <a:pt x="4336" y="299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44" name="Freeform 443">
            <a:extLst>
              <a:ext uri="{FF2B5EF4-FFF2-40B4-BE49-F238E27FC236}">
                <a16:creationId xmlns:a16="http://schemas.microsoft.com/office/drawing/2014/main" id="{B5E462C1-D425-FE49-9394-95D7DC400A99}"/>
              </a:ext>
            </a:extLst>
          </p:cNvPr>
          <p:cNvSpPr/>
          <p:nvPr/>
        </p:nvSpPr>
        <p:spPr>
          <a:xfrm>
            <a:off x="17267923" y="3468256"/>
            <a:ext cx="5348184" cy="229057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294" h="1839">
                <a:moveTo>
                  <a:pt x="4147" y="0"/>
                </a:moveTo>
                <a:cubicBezTo>
                  <a:pt x="4235" y="50"/>
                  <a:pt x="4294" y="145"/>
                  <a:pt x="4294" y="254"/>
                </a:cubicBezTo>
                <a:lnTo>
                  <a:pt x="4294" y="1547"/>
                </a:lnTo>
                <a:cubicBezTo>
                  <a:pt x="4294" y="1708"/>
                  <a:pt x="4164" y="1839"/>
                  <a:pt x="4002" y="1839"/>
                </a:cubicBezTo>
                <a:lnTo>
                  <a:pt x="251" y="1839"/>
                </a:lnTo>
                <a:cubicBezTo>
                  <a:pt x="144" y="1839"/>
                  <a:pt x="51" y="1781"/>
                  <a:pt x="0" y="1695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46" name="Freeform 445">
            <a:extLst>
              <a:ext uri="{FF2B5EF4-FFF2-40B4-BE49-F238E27FC236}">
                <a16:creationId xmlns:a16="http://schemas.microsoft.com/office/drawing/2014/main" id="{E60005FF-4D08-3F4A-8B03-7DBE214E54AD}"/>
              </a:ext>
            </a:extLst>
          </p:cNvPr>
          <p:cNvSpPr/>
          <p:nvPr/>
        </p:nvSpPr>
        <p:spPr>
          <a:xfrm>
            <a:off x="17089774" y="3293784"/>
            <a:ext cx="5400507" cy="233668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36" h="1876">
                <a:moveTo>
                  <a:pt x="4336" y="292"/>
                </a:moveTo>
                <a:lnTo>
                  <a:pt x="4336" y="1585"/>
                </a:lnTo>
                <a:cubicBezTo>
                  <a:pt x="4336" y="1745"/>
                  <a:pt x="4205" y="1876"/>
                  <a:pt x="4043" y="1876"/>
                </a:cubicBezTo>
                <a:lnTo>
                  <a:pt x="291" y="1876"/>
                </a:lnTo>
                <a:cubicBezTo>
                  <a:pt x="131" y="1876"/>
                  <a:pt x="0" y="1745"/>
                  <a:pt x="0" y="1585"/>
                </a:cubicBezTo>
                <a:lnTo>
                  <a:pt x="0" y="292"/>
                </a:lnTo>
                <a:cubicBezTo>
                  <a:pt x="0" y="130"/>
                  <a:pt x="131" y="0"/>
                  <a:pt x="291" y="0"/>
                </a:cubicBezTo>
                <a:lnTo>
                  <a:pt x="4043" y="0"/>
                </a:lnTo>
                <a:cubicBezTo>
                  <a:pt x="4205" y="0"/>
                  <a:pt x="4336" y="130"/>
                  <a:pt x="4336" y="292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47" name="Freeform 446">
            <a:extLst>
              <a:ext uri="{FF2B5EF4-FFF2-40B4-BE49-F238E27FC236}">
                <a16:creationId xmlns:a16="http://schemas.microsoft.com/office/drawing/2014/main" id="{A1547329-F69A-0A4B-8F01-2D05DAD0E7AC}"/>
              </a:ext>
            </a:extLst>
          </p:cNvPr>
          <p:cNvSpPr/>
          <p:nvPr/>
        </p:nvSpPr>
        <p:spPr>
          <a:xfrm>
            <a:off x="17089774" y="3293784"/>
            <a:ext cx="5400507" cy="71035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336" h="571">
                <a:moveTo>
                  <a:pt x="4336" y="299"/>
                </a:moveTo>
                <a:lnTo>
                  <a:pt x="4336" y="453"/>
                </a:lnTo>
                <a:cubicBezTo>
                  <a:pt x="3658" y="527"/>
                  <a:pt x="2927" y="571"/>
                  <a:pt x="2149" y="571"/>
                </a:cubicBezTo>
                <a:cubicBezTo>
                  <a:pt x="1385" y="570"/>
                  <a:pt x="667" y="526"/>
                  <a:pt x="0" y="453"/>
                </a:cubicBezTo>
                <a:lnTo>
                  <a:pt x="0" y="299"/>
                </a:lnTo>
                <a:cubicBezTo>
                  <a:pt x="0" y="134"/>
                  <a:pt x="134" y="0"/>
                  <a:pt x="299" y="0"/>
                </a:cubicBezTo>
                <a:lnTo>
                  <a:pt x="4037" y="0"/>
                </a:lnTo>
                <a:cubicBezTo>
                  <a:pt x="4202" y="0"/>
                  <a:pt x="4336" y="134"/>
                  <a:pt x="4336" y="299"/>
                </a:cubicBez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55" name="TextBox 354">
            <a:extLst>
              <a:ext uri="{FF2B5EF4-FFF2-40B4-BE49-F238E27FC236}">
                <a16:creationId xmlns:a16="http://schemas.microsoft.com/office/drawing/2014/main" id="{8C5245A8-EC6F-1347-B2C7-DF7DEB7D8FAA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0930F7FC-A75D-8544-A3D5-BBA1C0278A51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8EDE7EBB-BF36-7747-8A2A-576FAC481FFB}"/>
              </a:ext>
            </a:extLst>
          </p:cNvPr>
          <p:cNvSpPr txBox="1"/>
          <p:nvPr/>
        </p:nvSpPr>
        <p:spPr>
          <a:xfrm>
            <a:off x="2251914" y="3347496"/>
            <a:ext cx="441267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358" name="TextBox 357">
            <a:extLst>
              <a:ext uri="{FF2B5EF4-FFF2-40B4-BE49-F238E27FC236}">
                <a16:creationId xmlns:a16="http://schemas.microsoft.com/office/drawing/2014/main" id="{9332BF81-6860-A541-91FD-59CFF34334F8}"/>
              </a:ext>
            </a:extLst>
          </p:cNvPr>
          <p:cNvSpPr txBox="1"/>
          <p:nvPr/>
        </p:nvSpPr>
        <p:spPr>
          <a:xfrm>
            <a:off x="2251914" y="4050872"/>
            <a:ext cx="4412678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59" name="TextBox 358">
            <a:extLst>
              <a:ext uri="{FF2B5EF4-FFF2-40B4-BE49-F238E27FC236}">
                <a16:creationId xmlns:a16="http://schemas.microsoft.com/office/drawing/2014/main" id="{332FBBB1-988E-B845-92BF-99BA3D46D621}"/>
              </a:ext>
            </a:extLst>
          </p:cNvPr>
          <p:cNvSpPr txBox="1"/>
          <p:nvPr/>
        </p:nvSpPr>
        <p:spPr>
          <a:xfrm>
            <a:off x="9937398" y="3350056"/>
            <a:ext cx="438391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9A11485F-26F2-474D-9A3A-EF437CF9213E}"/>
              </a:ext>
            </a:extLst>
          </p:cNvPr>
          <p:cNvSpPr txBox="1"/>
          <p:nvPr/>
        </p:nvSpPr>
        <p:spPr>
          <a:xfrm>
            <a:off x="9937398" y="4054462"/>
            <a:ext cx="4383918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9A11350F-D62F-2F4D-B94D-70BF21B47310}"/>
              </a:ext>
            </a:extLst>
          </p:cNvPr>
          <p:cNvSpPr txBox="1"/>
          <p:nvPr/>
        </p:nvSpPr>
        <p:spPr>
          <a:xfrm>
            <a:off x="17594120" y="3346466"/>
            <a:ext cx="438391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3200" b="1" spc="-30" dirty="0">
                <a:solidFill>
                  <a:schemeClr val="bg1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A4C6EDFF-1E1B-2542-8082-A1D145D2CA5F}"/>
              </a:ext>
            </a:extLst>
          </p:cNvPr>
          <p:cNvSpPr txBox="1"/>
          <p:nvPr/>
        </p:nvSpPr>
        <p:spPr>
          <a:xfrm>
            <a:off x="17594120" y="4050872"/>
            <a:ext cx="4383918" cy="1437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12522054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DCB0898-8E53-8C4D-8C39-FDE83F69A24E}"/>
              </a:ext>
            </a:extLst>
          </p:cNvPr>
          <p:cNvGrpSpPr/>
          <p:nvPr/>
        </p:nvGrpSpPr>
        <p:grpSpPr>
          <a:xfrm>
            <a:off x="10014920" y="5060934"/>
            <a:ext cx="12855325" cy="6142668"/>
            <a:chOff x="10014920" y="5060934"/>
            <a:chExt cx="12855325" cy="614266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969267DB-AD32-9941-8781-AF1E2EF33BB0}"/>
                </a:ext>
              </a:extLst>
            </p:cNvPr>
            <p:cNvGrpSpPr/>
            <p:nvPr/>
          </p:nvGrpSpPr>
          <p:grpSpPr>
            <a:xfrm>
              <a:off x="10325125" y="6929035"/>
              <a:ext cx="4893643" cy="4274567"/>
              <a:chOff x="10325125" y="6929035"/>
              <a:chExt cx="4893643" cy="4274567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AB3D16AC-F8B1-DB45-A7F9-39CA593DD6A3}"/>
                  </a:ext>
                </a:extLst>
              </p:cNvPr>
              <p:cNvSpPr/>
              <p:nvPr/>
            </p:nvSpPr>
            <p:spPr>
              <a:xfrm>
                <a:off x="10454688" y="7127186"/>
                <a:ext cx="3970338" cy="406893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88" h="3266">
                    <a:moveTo>
                      <a:pt x="3188" y="3266"/>
                    </a:moveTo>
                    <a:lnTo>
                      <a:pt x="1193" y="3266"/>
                    </a:lnTo>
                    <a:lnTo>
                      <a:pt x="0" y="0"/>
                    </a:lnTo>
                    <a:lnTo>
                      <a:pt x="1995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CCF1A9D3-0558-4847-9C64-B6F4AE1178ED}"/>
                  </a:ext>
                </a:extLst>
              </p:cNvPr>
              <p:cNvSpPr/>
              <p:nvPr/>
            </p:nvSpPr>
            <p:spPr>
              <a:xfrm>
                <a:off x="10447213" y="7119708"/>
                <a:ext cx="3985288" cy="4083894"/>
              </a:xfrm>
              <a:custGeom>
                <a:avLst/>
                <a:gdLst>
                  <a:gd name="connsiteX0" fmla="*/ 18687 w 3985288"/>
                  <a:gd name="connsiteY0" fmla="*/ 16201 h 4083894"/>
                  <a:gd name="connsiteX1" fmla="*/ 1498221 w 3985288"/>
                  <a:gd name="connsiteY1" fmla="*/ 4067693 h 4083894"/>
                  <a:gd name="connsiteX2" fmla="*/ 3966601 w 3985288"/>
                  <a:gd name="connsiteY2" fmla="*/ 4067693 h 4083894"/>
                  <a:gd name="connsiteX3" fmla="*/ 2487067 w 3985288"/>
                  <a:gd name="connsiteY3" fmla="*/ 16201 h 4083894"/>
                  <a:gd name="connsiteX4" fmla="*/ 7472 w 3985288"/>
                  <a:gd name="connsiteY4" fmla="*/ 0 h 4083894"/>
                  <a:gd name="connsiteX5" fmla="*/ 2492051 w 3985288"/>
                  <a:gd name="connsiteY5" fmla="*/ 0 h 4083894"/>
                  <a:gd name="connsiteX6" fmla="*/ 2499523 w 3985288"/>
                  <a:gd name="connsiteY6" fmla="*/ 6229 h 4083894"/>
                  <a:gd name="connsiteX7" fmla="*/ 3985288 w 3985288"/>
                  <a:gd name="connsiteY7" fmla="*/ 4073927 h 4083894"/>
                  <a:gd name="connsiteX8" fmla="*/ 3984043 w 3985288"/>
                  <a:gd name="connsiteY8" fmla="*/ 4080156 h 4083894"/>
                  <a:gd name="connsiteX9" fmla="*/ 3977815 w 3985288"/>
                  <a:gd name="connsiteY9" fmla="*/ 4083894 h 4083894"/>
                  <a:gd name="connsiteX10" fmla="*/ 1493238 w 3985288"/>
                  <a:gd name="connsiteY10" fmla="*/ 4083894 h 4083894"/>
                  <a:gd name="connsiteX11" fmla="*/ 1485765 w 3985288"/>
                  <a:gd name="connsiteY11" fmla="*/ 4078910 h 4083894"/>
                  <a:gd name="connsiteX12" fmla="*/ 0 w 3985288"/>
                  <a:gd name="connsiteY12" fmla="*/ 11213 h 4083894"/>
                  <a:gd name="connsiteX13" fmla="*/ 1245 w 3985288"/>
                  <a:gd name="connsiteY13" fmla="*/ 3738 h 4083894"/>
                  <a:gd name="connsiteX14" fmla="*/ 7472 w 3985288"/>
                  <a:gd name="connsiteY14" fmla="*/ 0 h 40838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85288" h="4083894">
                    <a:moveTo>
                      <a:pt x="18687" y="16201"/>
                    </a:moveTo>
                    <a:lnTo>
                      <a:pt x="1498221" y="4067693"/>
                    </a:lnTo>
                    <a:lnTo>
                      <a:pt x="3966601" y="4067693"/>
                    </a:lnTo>
                    <a:lnTo>
                      <a:pt x="2487067" y="16201"/>
                    </a:lnTo>
                    <a:close/>
                    <a:moveTo>
                      <a:pt x="7472" y="0"/>
                    </a:moveTo>
                    <a:lnTo>
                      <a:pt x="2492051" y="0"/>
                    </a:lnTo>
                    <a:cubicBezTo>
                      <a:pt x="2494541" y="0"/>
                      <a:pt x="2498277" y="2492"/>
                      <a:pt x="2499523" y="6229"/>
                    </a:cubicBezTo>
                    <a:lnTo>
                      <a:pt x="3985288" y="4073927"/>
                    </a:lnTo>
                    <a:cubicBezTo>
                      <a:pt x="3985288" y="4076419"/>
                      <a:pt x="3985288" y="4078910"/>
                      <a:pt x="3984043" y="4080156"/>
                    </a:cubicBezTo>
                    <a:cubicBezTo>
                      <a:pt x="3982797" y="4082648"/>
                      <a:pt x="3980307" y="4083894"/>
                      <a:pt x="3977815" y="4083894"/>
                    </a:cubicBezTo>
                    <a:lnTo>
                      <a:pt x="1493238" y="4083894"/>
                    </a:lnTo>
                    <a:cubicBezTo>
                      <a:pt x="1490747" y="4083894"/>
                      <a:pt x="1487011" y="4081402"/>
                      <a:pt x="1485765" y="4078910"/>
                    </a:cubicBezTo>
                    <a:lnTo>
                      <a:pt x="0" y="11213"/>
                    </a:lnTo>
                    <a:cubicBezTo>
                      <a:pt x="0" y="7475"/>
                      <a:pt x="0" y="6229"/>
                      <a:pt x="1245" y="3738"/>
                    </a:cubicBezTo>
                    <a:cubicBezTo>
                      <a:pt x="2491" y="2492"/>
                      <a:pt x="4982" y="0"/>
                      <a:pt x="74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5DF131AF-8BF6-B346-9CF2-1A555DCE2BC6}"/>
                  </a:ext>
                </a:extLst>
              </p:cNvPr>
              <p:cNvSpPr/>
              <p:nvPr/>
            </p:nvSpPr>
            <p:spPr>
              <a:xfrm>
                <a:off x="10447213" y="7119708"/>
                <a:ext cx="1499933" cy="40838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05" h="3278">
                    <a:moveTo>
                      <a:pt x="1199" y="3278"/>
                    </a:moveTo>
                    <a:cubicBezTo>
                      <a:pt x="1197" y="3278"/>
                      <a:pt x="1194" y="3276"/>
                      <a:pt x="1193" y="3274"/>
                    </a:cubicBezTo>
                    <a:lnTo>
                      <a:pt x="12" y="41"/>
                    </a:lnTo>
                    <a:lnTo>
                      <a:pt x="12" y="3272"/>
                    </a:lnTo>
                    <a:cubicBezTo>
                      <a:pt x="12" y="3275"/>
                      <a:pt x="9" y="3278"/>
                      <a:pt x="6" y="3278"/>
                    </a:cubicBezTo>
                    <a:cubicBezTo>
                      <a:pt x="2" y="3278"/>
                      <a:pt x="0" y="3275"/>
                      <a:pt x="0" y="3272"/>
                    </a:cubicBezTo>
                    <a:lnTo>
                      <a:pt x="0" y="6"/>
                    </a:lnTo>
                    <a:cubicBezTo>
                      <a:pt x="0" y="4"/>
                      <a:pt x="2" y="1"/>
                      <a:pt x="5" y="0"/>
                    </a:cubicBezTo>
                    <a:cubicBezTo>
                      <a:pt x="8" y="0"/>
                      <a:pt x="11" y="2"/>
                      <a:pt x="11" y="5"/>
                    </a:cubicBezTo>
                    <a:lnTo>
                      <a:pt x="1205" y="3270"/>
                    </a:lnTo>
                    <a:cubicBezTo>
                      <a:pt x="1206" y="3273"/>
                      <a:pt x="1204" y="3276"/>
                      <a:pt x="1201" y="3278"/>
                    </a:cubicBezTo>
                    <a:cubicBezTo>
                      <a:pt x="1200" y="3278"/>
                      <a:pt x="1200" y="3278"/>
                      <a:pt x="1199" y="327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1" name="Freeform 70">
                <a:extLst>
                  <a:ext uri="{FF2B5EF4-FFF2-40B4-BE49-F238E27FC236}">
                    <a16:creationId xmlns:a16="http://schemas.microsoft.com/office/drawing/2014/main" id="{A451EA03-2ACE-A648-A229-126D9FF19975}"/>
                  </a:ext>
                </a:extLst>
              </p:cNvPr>
              <p:cNvSpPr/>
              <p:nvPr/>
            </p:nvSpPr>
            <p:spPr>
              <a:xfrm>
                <a:off x="10332600" y="11105150"/>
                <a:ext cx="242929" cy="909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6" h="74">
                    <a:moveTo>
                      <a:pt x="196" y="74"/>
                    </a:moveTo>
                    <a:lnTo>
                      <a:pt x="0" y="74"/>
                    </a:lnTo>
                    <a:cubicBezTo>
                      <a:pt x="0" y="54"/>
                      <a:pt x="9" y="35"/>
                      <a:pt x="22" y="21"/>
                    </a:cubicBezTo>
                    <a:cubicBezTo>
                      <a:pt x="36" y="8"/>
                      <a:pt x="54" y="0"/>
                      <a:pt x="75" y="0"/>
                    </a:cubicBezTo>
                    <a:lnTo>
                      <a:pt x="121" y="0"/>
                    </a:lnTo>
                    <a:cubicBezTo>
                      <a:pt x="142" y="0"/>
                      <a:pt x="160" y="8"/>
                      <a:pt x="174" y="21"/>
                    </a:cubicBezTo>
                    <a:cubicBezTo>
                      <a:pt x="187" y="35"/>
                      <a:pt x="196" y="54"/>
                      <a:pt x="196" y="7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1" name="Freeform 400">
                <a:extLst>
                  <a:ext uri="{FF2B5EF4-FFF2-40B4-BE49-F238E27FC236}">
                    <a16:creationId xmlns:a16="http://schemas.microsoft.com/office/drawing/2014/main" id="{6D9EF157-E95A-A545-96E8-C266B0652B05}"/>
                  </a:ext>
                </a:extLst>
              </p:cNvPr>
              <p:cNvSpPr/>
              <p:nvPr/>
            </p:nvSpPr>
            <p:spPr>
              <a:xfrm>
                <a:off x="10325125" y="11097672"/>
                <a:ext cx="257879" cy="105929"/>
              </a:xfrm>
              <a:custGeom>
                <a:avLst/>
                <a:gdLst>
                  <a:gd name="connsiteX0" fmla="*/ 100440 w 257879"/>
                  <a:gd name="connsiteY0" fmla="*/ 14955 h 105929"/>
                  <a:gd name="connsiteX1" fmla="*/ 39730 w 257879"/>
                  <a:gd name="connsiteY1" fmla="*/ 38245 h 105929"/>
                  <a:gd name="connsiteX2" fmla="*/ 14950 w 257879"/>
                  <a:gd name="connsiteY2" fmla="*/ 89729 h 105929"/>
                  <a:gd name="connsiteX3" fmla="*/ 241684 w 257879"/>
                  <a:gd name="connsiteY3" fmla="*/ 89729 h 105929"/>
                  <a:gd name="connsiteX4" fmla="*/ 218143 w 257879"/>
                  <a:gd name="connsiteY4" fmla="*/ 38245 h 105929"/>
                  <a:gd name="connsiteX5" fmla="*/ 157433 w 257879"/>
                  <a:gd name="connsiteY5" fmla="*/ 14955 h 105929"/>
                  <a:gd name="connsiteX6" fmla="*/ 100424 w 257879"/>
                  <a:gd name="connsiteY6" fmla="*/ 0 h 105929"/>
                  <a:gd name="connsiteX7" fmla="*/ 157455 w 257879"/>
                  <a:gd name="connsiteY7" fmla="*/ 0 h 105929"/>
                  <a:gd name="connsiteX8" fmla="*/ 228124 w 257879"/>
                  <a:gd name="connsiteY8" fmla="*/ 28330 h 105929"/>
                  <a:gd name="connsiteX9" fmla="*/ 257879 w 257879"/>
                  <a:gd name="connsiteY9" fmla="*/ 98539 h 105929"/>
                  <a:gd name="connsiteX10" fmla="*/ 250440 w 257879"/>
                  <a:gd name="connsiteY10" fmla="*/ 105929 h 105929"/>
                  <a:gd name="connsiteX11" fmla="*/ 7439 w 257879"/>
                  <a:gd name="connsiteY11" fmla="*/ 105929 h 105929"/>
                  <a:gd name="connsiteX12" fmla="*/ 0 w 257879"/>
                  <a:gd name="connsiteY12" fmla="*/ 98539 h 105929"/>
                  <a:gd name="connsiteX13" fmla="*/ 29755 w 257879"/>
                  <a:gd name="connsiteY13" fmla="*/ 28330 h 105929"/>
                  <a:gd name="connsiteX14" fmla="*/ 100424 w 257879"/>
                  <a:gd name="connsiteY14" fmla="*/ 0 h 105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57879" h="105929">
                    <a:moveTo>
                      <a:pt x="100440" y="14955"/>
                    </a:moveTo>
                    <a:cubicBezTo>
                      <a:pt x="76899" y="14955"/>
                      <a:pt x="55836" y="23536"/>
                      <a:pt x="39730" y="38245"/>
                    </a:cubicBezTo>
                    <a:cubicBezTo>
                      <a:pt x="26101" y="52955"/>
                      <a:pt x="17428" y="71342"/>
                      <a:pt x="14950" y="89729"/>
                    </a:cubicBezTo>
                    <a:lnTo>
                      <a:pt x="241684" y="89729"/>
                    </a:lnTo>
                    <a:cubicBezTo>
                      <a:pt x="240445" y="71342"/>
                      <a:pt x="231772" y="52955"/>
                      <a:pt x="218143" y="38245"/>
                    </a:cubicBezTo>
                    <a:cubicBezTo>
                      <a:pt x="202037" y="23536"/>
                      <a:pt x="180974" y="14955"/>
                      <a:pt x="157433" y="14955"/>
                    </a:cubicBezTo>
                    <a:close/>
                    <a:moveTo>
                      <a:pt x="100424" y="0"/>
                    </a:moveTo>
                    <a:lnTo>
                      <a:pt x="157455" y="0"/>
                    </a:lnTo>
                    <a:cubicBezTo>
                      <a:pt x="184731" y="0"/>
                      <a:pt x="209527" y="9854"/>
                      <a:pt x="228124" y="28330"/>
                    </a:cubicBezTo>
                    <a:cubicBezTo>
                      <a:pt x="246721" y="46806"/>
                      <a:pt x="257879" y="71440"/>
                      <a:pt x="257879" y="98539"/>
                    </a:cubicBezTo>
                    <a:cubicBezTo>
                      <a:pt x="257879" y="102234"/>
                      <a:pt x="254160" y="105929"/>
                      <a:pt x="250440" y="105929"/>
                    </a:cubicBezTo>
                    <a:lnTo>
                      <a:pt x="7439" y="105929"/>
                    </a:lnTo>
                    <a:cubicBezTo>
                      <a:pt x="3719" y="105929"/>
                      <a:pt x="0" y="102234"/>
                      <a:pt x="0" y="98539"/>
                    </a:cubicBezTo>
                    <a:cubicBezTo>
                      <a:pt x="0" y="71440"/>
                      <a:pt x="11158" y="46806"/>
                      <a:pt x="29755" y="28330"/>
                    </a:cubicBezTo>
                    <a:cubicBezTo>
                      <a:pt x="48352" y="9854"/>
                      <a:pt x="73148" y="0"/>
                      <a:pt x="1004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9DBCDDF9-E2D2-8449-B478-6E40075718A1}"/>
                  </a:ext>
                </a:extLst>
              </p:cNvPr>
              <p:cNvSpPr/>
              <p:nvPr/>
            </p:nvSpPr>
            <p:spPr>
              <a:xfrm>
                <a:off x="10583004" y="6936512"/>
                <a:ext cx="4304207" cy="41200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56" h="3307">
                    <a:moveTo>
                      <a:pt x="3325" y="3307"/>
                    </a:moveTo>
                    <a:lnTo>
                      <a:pt x="2265" y="3307"/>
                    </a:lnTo>
                    <a:lnTo>
                      <a:pt x="1204" y="3307"/>
                    </a:lnTo>
                    <a:lnTo>
                      <a:pt x="602" y="1654"/>
                    </a:lnTo>
                    <a:lnTo>
                      <a:pt x="0" y="0"/>
                    </a:lnTo>
                    <a:lnTo>
                      <a:pt x="1108" y="0"/>
                    </a:lnTo>
                    <a:lnTo>
                      <a:pt x="2217" y="0"/>
                    </a:lnTo>
                    <a:cubicBezTo>
                      <a:pt x="2244" y="0"/>
                      <a:pt x="2270" y="9"/>
                      <a:pt x="2291" y="23"/>
                    </a:cubicBezTo>
                    <a:cubicBezTo>
                      <a:pt x="2313" y="39"/>
                      <a:pt x="2330" y="60"/>
                      <a:pt x="2339" y="86"/>
                    </a:cubicBezTo>
                    <a:lnTo>
                      <a:pt x="2894" y="1609"/>
                    </a:lnTo>
                    <a:lnTo>
                      <a:pt x="3448" y="3132"/>
                    </a:lnTo>
                    <a:cubicBezTo>
                      <a:pt x="3464" y="3175"/>
                      <a:pt x="3456" y="3218"/>
                      <a:pt x="3432" y="3252"/>
                    </a:cubicBezTo>
                    <a:cubicBezTo>
                      <a:pt x="3409" y="3285"/>
                      <a:pt x="3371" y="3307"/>
                      <a:pt x="3325" y="330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2" name="Freeform 401">
                <a:extLst>
                  <a:ext uri="{FF2B5EF4-FFF2-40B4-BE49-F238E27FC236}">
                    <a16:creationId xmlns:a16="http://schemas.microsoft.com/office/drawing/2014/main" id="{2DBE9311-38C0-7D41-B288-661AC60768DB}"/>
                  </a:ext>
                </a:extLst>
              </p:cNvPr>
              <p:cNvSpPr/>
              <p:nvPr/>
            </p:nvSpPr>
            <p:spPr>
              <a:xfrm>
                <a:off x="10575840" y="6929035"/>
                <a:ext cx="4318950" cy="4134985"/>
              </a:xfrm>
              <a:custGeom>
                <a:avLst/>
                <a:gdLst>
                  <a:gd name="connsiteX0" fmla="*/ 18376 w 4318950"/>
                  <a:gd name="connsiteY0" fmla="*/ 14955 h 4134985"/>
                  <a:gd name="connsiteX1" fmla="*/ 1511646 w 4318950"/>
                  <a:gd name="connsiteY1" fmla="*/ 4120034 h 4134985"/>
                  <a:gd name="connsiteX2" fmla="*/ 4148221 w 4318950"/>
                  <a:gd name="connsiteY2" fmla="*/ 4120034 h 4134985"/>
                  <a:gd name="connsiteX3" fmla="*/ 4275255 w 4318950"/>
                  <a:gd name="connsiteY3" fmla="*/ 4054004 h 4134985"/>
                  <a:gd name="connsiteX4" fmla="*/ 4293936 w 4318950"/>
                  <a:gd name="connsiteY4" fmla="*/ 3911977 h 4134985"/>
                  <a:gd name="connsiteX5" fmla="*/ 2914000 w 4318950"/>
                  <a:gd name="connsiteY5" fmla="*/ 117115 h 4134985"/>
                  <a:gd name="connsiteX6" fmla="*/ 2856710 w 4318950"/>
                  <a:gd name="connsiteY6" fmla="*/ 42364 h 4134985"/>
                  <a:gd name="connsiteX7" fmla="*/ 2768285 w 4318950"/>
                  <a:gd name="connsiteY7" fmla="*/ 14955 h 4134985"/>
                  <a:gd name="connsiteX8" fmla="*/ 7162 w 4318950"/>
                  <a:gd name="connsiteY8" fmla="*/ 0 h 4134985"/>
                  <a:gd name="connsiteX9" fmla="*/ 2768286 w 4318950"/>
                  <a:gd name="connsiteY9" fmla="*/ 0 h 4134985"/>
                  <a:gd name="connsiteX10" fmla="*/ 2865429 w 4318950"/>
                  <a:gd name="connsiteY10" fmla="*/ 29901 h 4134985"/>
                  <a:gd name="connsiteX11" fmla="*/ 2927701 w 4318950"/>
                  <a:gd name="connsiteY11" fmla="*/ 110881 h 4134985"/>
                  <a:gd name="connsiteX12" fmla="*/ 4308886 w 4318950"/>
                  <a:gd name="connsiteY12" fmla="*/ 3906994 h 4134985"/>
                  <a:gd name="connsiteX13" fmla="*/ 4287713 w 4318950"/>
                  <a:gd name="connsiteY13" fmla="*/ 4062725 h 4134985"/>
                  <a:gd name="connsiteX14" fmla="*/ 4148225 w 4318950"/>
                  <a:gd name="connsiteY14" fmla="*/ 4134985 h 4134985"/>
                  <a:gd name="connsiteX15" fmla="*/ 1506662 w 4318950"/>
                  <a:gd name="connsiteY15" fmla="*/ 4134985 h 4134985"/>
                  <a:gd name="connsiteX16" fmla="*/ 1499190 w 4318950"/>
                  <a:gd name="connsiteY16" fmla="*/ 4130001 h 4134985"/>
                  <a:gd name="connsiteX17" fmla="*/ 934 w 4318950"/>
                  <a:gd name="connsiteY17" fmla="*/ 9967 h 4134985"/>
                  <a:gd name="connsiteX18" fmla="*/ 934 w 4318950"/>
                  <a:gd name="connsiteY18" fmla="*/ 2492 h 4134985"/>
                  <a:gd name="connsiteX19" fmla="*/ 7162 w 4318950"/>
                  <a:gd name="connsiteY19" fmla="*/ 0 h 4134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4318950" h="4134985">
                    <a:moveTo>
                      <a:pt x="18376" y="14955"/>
                    </a:moveTo>
                    <a:lnTo>
                      <a:pt x="1511646" y="4120034"/>
                    </a:lnTo>
                    <a:lnTo>
                      <a:pt x="4148221" y="4120034"/>
                    </a:lnTo>
                    <a:cubicBezTo>
                      <a:pt x="4200529" y="4120034"/>
                      <a:pt x="4246610" y="4096363"/>
                      <a:pt x="4275255" y="4054004"/>
                    </a:cubicBezTo>
                    <a:cubicBezTo>
                      <a:pt x="4305146" y="4011645"/>
                      <a:pt x="4311372" y="3960565"/>
                      <a:pt x="4293936" y="3911977"/>
                    </a:cubicBezTo>
                    <a:lnTo>
                      <a:pt x="2914000" y="117115"/>
                    </a:lnTo>
                    <a:cubicBezTo>
                      <a:pt x="2902792" y="87215"/>
                      <a:pt x="2882864" y="61052"/>
                      <a:pt x="2856710" y="42364"/>
                    </a:cubicBezTo>
                    <a:cubicBezTo>
                      <a:pt x="2830556" y="24922"/>
                      <a:pt x="2799421" y="14955"/>
                      <a:pt x="2768285" y="14955"/>
                    </a:cubicBezTo>
                    <a:close/>
                    <a:moveTo>
                      <a:pt x="7162" y="0"/>
                    </a:moveTo>
                    <a:lnTo>
                      <a:pt x="2768286" y="0"/>
                    </a:lnTo>
                    <a:cubicBezTo>
                      <a:pt x="2803158" y="0"/>
                      <a:pt x="2836784" y="11213"/>
                      <a:pt x="2865429" y="29901"/>
                    </a:cubicBezTo>
                    <a:cubicBezTo>
                      <a:pt x="2894074" y="49834"/>
                      <a:pt x="2915246" y="78489"/>
                      <a:pt x="2927701" y="110881"/>
                    </a:cubicBezTo>
                    <a:lnTo>
                      <a:pt x="4308886" y="3906994"/>
                    </a:lnTo>
                    <a:cubicBezTo>
                      <a:pt x="4327567" y="3960566"/>
                      <a:pt x="4320094" y="4016629"/>
                      <a:pt x="4287713" y="4062725"/>
                    </a:cubicBezTo>
                    <a:cubicBezTo>
                      <a:pt x="4256578" y="4108822"/>
                      <a:pt x="4205514" y="4134985"/>
                      <a:pt x="4148225" y="4134985"/>
                    </a:cubicBezTo>
                    <a:lnTo>
                      <a:pt x="1506662" y="4134985"/>
                    </a:lnTo>
                    <a:cubicBezTo>
                      <a:pt x="1502926" y="4134985"/>
                      <a:pt x="1500435" y="4133739"/>
                      <a:pt x="1499190" y="4130001"/>
                    </a:cubicBezTo>
                    <a:lnTo>
                      <a:pt x="934" y="9967"/>
                    </a:lnTo>
                    <a:cubicBezTo>
                      <a:pt x="-311" y="7475"/>
                      <a:pt x="-311" y="4984"/>
                      <a:pt x="934" y="2492"/>
                    </a:cubicBezTo>
                    <a:cubicBezTo>
                      <a:pt x="3425" y="0"/>
                      <a:pt x="4671" y="0"/>
                      <a:pt x="71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B5DA268B-2727-5D4B-A2F3-25BCEBE489D0}"/>
                  </a:ext>
                </a:extLst>
              </p:cNvPr>
              <p:cNvSpPr/>
              <p:nvPr/>
            </p:nvSpPr>
            <p:spPr>
              <a:xfrm>
                <a:off x="10534418" y="6940251"/>
                <a:ext cx="1562223" cy="41300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55" h="3315">
                    <a:moveTo>
                      <a:pt x="1246" y="3302"/>
                    </a:moveTo>
                    <a:cubicBezTo>
                      <a:pt x="1236" y="3313"/>
                      <a:pt x="1222" y="3317"/>
                      <a:pt x="1210" y="3314"/>
                    </a:cubicBezTo>
                    <a:cubicBezTo>
                      <a:pt x="1197" y="3312"/>
                      <a:pt x="1186" y="3304"/>
                      <a:pt x="1181" y="3290"/>
                    </a:cubicBezTo>
                    <a:lnTo>
                      <a:pt x="591" y="1670"/>
                    </a:lnTo>
                    <a:lnTo>
                      <a:pt x="2" y="51"/>
                    </a:lnTo>
                    <a:cubicBezTo>
                      <a:pt x="0" y="44"/>
                      <a:pt x="-1" y="37"/>
                      <a:pt x="1" y="31"/>
                    </a:cubicBezTo>
                    <a:cubicBezTo>
                      <a:pt x="2" y="24"/>
                      <a:pt x="5" y="18"/>
                      <a:pt x="9" y="13"/>
                    </a:cubicBezTo>
                    <a:cubicBezTo>
                      <a:pt x="19" y="2"/>
                      <a:pt x="32" y="-2"/>
                      <a:pt x="45" y="0"/>
                    </a:cubicBezTo>
                    <a:cubicBezTo>
                      <a:pt x="57" y="2"/>
                      <a:pt x="69" y="11"/>
                      <a:pt x="74" y="24"/>
                    </a:cubicBezTo>
                    <a:lnTo>
                      <a:pt x="663" y="1644"/>
                    </a:lnTo>
                    <a:lnTo>
                      <a:pt x="1253" y="3263"/>
                    </a:lnTo>
                    <a:cubicBezTo>
                      <a:pt x="1255" y="3270"/>
                      <a:pt x="1256" y="3277"/>
                      <a:pt x="1255" y="3283"/>
                    </a:cubicBezTo>
                    <a:cubicBezTo>
                      <a:pt x="1254" y="3290"/>
                      <a:pt x="1250" y="3296"/>
                      <a:pt x="1246" y="330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3" name="Freeform 402">
                <a:extLst>
                  <a:ext uri="{FF2B5EF4-FFF2-40B4-BE49-F238E27FC236}">
                    <a16:creationId xmlns:a16="http://schemas.microsoft.com/office/drawing/2014/main" id="{E7197507-FEB3-FE4A-97EC-FF8E232AB5C7}"/>
                  </a:ext>
                </a:extLst>
              </p:cNvPr>
              <p:cNvSpPr/>
              <p:nvPr/>
            </p:nvSpPr>
            <p:spPr>
              <a:xfrm>
                <a:off x="10526456" y="6933067"/>
                <a:ext cx="1577710" cy="4144662"/>
              </a:xfrm>
              <a:custGeom>
                <a:avLst/>
                <a:gdLst>
                  <a:gd name="connsiteX0" fmla="*/ 55270 w 1577710"/>
                  <a:gd name="connsiteY0" fmla="*/ 14662 h 4144662"/>
                  <a:gd name="connsiteX1" fmla="*/ 25395 w 1577710"/>
                  <a:gd name="connsiteY1" fmla="*/ 28367 h 4144662"/>
                  <a:gd name="connsiteX2" fmla="*/ 16682 w 1577710"/>
                  <a:gd name="connsiteY2" fmla="*/ 47054 h 4144662"/>
                  <a:gd name="connsiteX3" fmla="*/ 17927 w 1577710"/>
                  <a:gd name="connsiteY3" fmla="*/ 68234 h 4144662"/>
                  <a:gd name="connsiteX4" fmla="*/ 1485533 w 1577710"/>
                  <a:gd name="connsiteY4" fmla="*/ 4103548 h 4144662"/>
                  <a:gd name="connsiteX5" fmla="*/ 1515408 w 1577710"/>
                  <a:gd name="connsiteY5" fmla="*/ 4128465 h 4144662"/>
                  <a:gd name="connsiteX6" fmla="*/ 1552752 w 1577710"/>
                  <a:gd name="connsiteY6" fmla="*/ 4116007 h 4144662"/>
                  <a:gd name="connsiteX7" fmla="*/ 1562710 w 1577710"/>
                  <a:gd name="connsiteY7" fmla="*/ 4096073 h 4144662"/>
                  <a:gd name="connsiteX8" fmla="*/ 1560220 w 1577710"/>
                  <a:gd name="connsiteY8" fmla="*/ 4076139 h 4144662"/>
                  <a:gd name="connsiteX9" fmla="*/ 92614 w 1577710"/>
                  <a:gd name="connsiteY9" fmla="*/ 40825 h 4144662"/>
                  <a:gd name="connsiteX10" fmla="*/ 62739 w 1577710"/>
                  <a:gd name="connsiteY10" fmla="*/ 14662 h 4144662"/>
                  <a:gd name="connsiteX11" fmla="*/ 55270 w 1577710"/>
                  <a:gd name="connsiteY11" fmla="*/ 14662 h 4144662"/>
                  <a:gd name="connsiteX12" fmla="*/ 65218 w 1577710"/>
                  <a:gd name="connsiteY12" fmla="*/ 953 h 4144662"/>
                  <a:gd name="connsiteX13" fmla="*/ 107542 w 1577710"/>
                  <a:gd name="connsiteY13" fmla="*/ 37083 h 4144662"/>
                  <a:gd name="connsiteX14" fmla="*/ 1573926 w 1577710"/>
                  <a:gd name="connsiteY14" fmla="*/ 4071157 h 4144662"/>
                  <a:gd name="connsiteX15" fmla="*/ 1576415 w 1577710"/>
                  <a:gd name="connsiteY15" fmla="*/ 4099811 h 4144662"/>
                  <a:gd name="connsiteX16" fmla="*/ 1563967 w 1577710"/>
                  <a:gd name="connsiteY16" fmla="*/ 4124728 h 4144662"/>
                  <a:gd name="connsiteX17" fmla="*/ 1522888 w 1577710"/>
                  <a:gd name="connsiteY17" fmla="*/ 4144662 h 4144662"/>
                  <a:gd name="connsiteX18" fmla="*/ 1512930 w 1577710"/>
                  <a:gd name="connsiteY18" fmla="*/ 4143416 h 4144662"/>
                  <a:gd name="connsiteX19" fmla="*/ 1470606 w 1577710"/>
                  <a:gd name="connsiteY19" fmla="*/ 4108532 h 4144662"/>
                  <a:gd name="connsiteX20" fmla="*/ 2978 w 1577710"/>
                  <a:gd name="connsiteY20" fmla="*/ 74458 h 4144662"/>
                  <a:gd name="connsiteX21" fmla="*/ 488 w 1577710"/>
                  <a:gd name="connsiteY21" fmla="*/ 45804 h 4144662"/>
                  <a:gd name="connsiteX22" fmla="*/ 12936 w 1577710"/>
                  <a:gd name="connsiteY22" fmla="*/ 19641 h 4144662"/>
                  <a:gd name="connsiteX23" fmla="*/ 65218 w 1577710"/>
                  <a:gd name="connsiteY23" fmla="*/ 953 h 41446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577710" h="4144662">
                    <a:moveTo>
                      <a:pt x="55270" y="14662"/>
                    </a:moveTo>
                    <a:cubicBezTo>
                      <a:pt x="44067" y="14662"/>
                      <a:pt x="32864" y="19646"/>
                      <a:pt x="25395" y="28367"/>
                    </a:cubicBezTo>
                    <a:cubicBezTo>
                      <a:pt x="19171" y="33350"/>
                      <a:pt x="16682" y="39579"/>
                      <a:pt x="16682" y="47054"/>
                    </a:cubicBezTo>
                    <a:cubicBezTo>
                      <a:pt x="14192" y="53284"/>
                      <a:pt x="15437" y="62005"/>
                      <a:pt x="17927" y="68234"/>
                    </a:cubicBezTo>
                    <a:lnTo>
                      <a:pt x="1485533" y="4103548"/>
                    </a:lnTo>
                    <a:cubicBezTo>
                      <a:pt x="1490512" y="4116007"/>
                      <a:pt x="1501715" y="4125973"/>
                      <a:pt x="1515408" y="4128465"/>
                    </a:cubicBezTo>
                    <a:cubicBezTo>
                      <a:pt x="1529101" y="4130957"/>
                      <a:pt x="1544038" y="4125973"/>
                      <a:pt x="1552752" y="4116007"/>
                    </a:cubicBezTo>
                    <a:cubicBezTo>
                      <a:pt x="1557731" y="4109777"/>
                      <a:pt x="1560220" y="4103548"/>
                      <a:pt x="1562710" y="4096073"/>
                    </a:cubicBezTo>
                    <a:cubicBezTo>
                      <a:pt x="1562710" y="4089843"/>
                      <a:pt x="1562710" y="4082369"/>
                      <a:pt x="1560220" y="4076139"/>
                    </a:cubicBezTo>
                    <a:lnTo>
                      <a:pt x="92614" y="40825"/>
                    </a:lnTo>
                    <a:cubicBezTo>
                      <a:pt x="87635" y="27121"/>
                      <a:pt x="76432" y="17154"/>
                      <a:pt x="62739" y="14662"/>
                    </a:cubicBezTo>
                    <a:cubicBezTo>
                      <a:pt x="60249" y="14662"/>
                      <a:pt x="57760" y="14662"/>
                      <a:pt x="55270" y="14662"/>
                    </a:cubicBezTo>
                    <a:close/>
                    <a:moveTo>
                      <a:pt x="65218" y="953"/>
                    </a:moveTo>
                    <a:cubicBezTo>
                      <a:pt x="83890" y="4691"/>
                      <a:pt x="100073" y="17149"/>
                      <a:pt x="107542" y="37083"/>
                    </a:cubicBezTo>
                    <a:lnTo>
                      <a:pt x="1573926" y="4071157"/>
                    </a:lnTo>
                    <a:cubicBezTo>
                      <a:pt x="1577660" y="4079877"/>
                      <a:pt x="1578905" y="4089845"/>
                      <a:pt x="1576415" y="4099811"/>
                    </a:cubicBezTo>
                    <a:cubicBezTo>
                      <a:pt x="1575170" y="4108532"/>
                      <a:pt x="1570191" y="4117253"/>
                      <a:pt x="1563967" y="4124728"/>
                    </a:cubicBezTo>
                    <a:cubicBezTo>
                      <a:pt x="1554009" y="4137187"/>
                      <a:pt x="1539071" y="4144662"/>
                      <a:pt x="1522888" y="4144662"/>
                    </a:cubicBezTo>
                    <a:cubicBezTo>
                      <a:pt x="1519154" y="4144662"/>
                      <a:pt x="1515420" y="4144662"/>
                      <a:pt x="1512930" y="4143416"/>
                    </a:cubicBezTo>
                    <a:cubicBezTo>
                      <a:pt x="1493013" y="4139679"/>
                      <a:pt x="1478075" y="4127220"/>
                      <a:pt x="1470606" y="4108532"/>
                    </a:cubicBezTo>
                    <a:lnTo>
                      <a:pt x="2978" y="74458"/>
                    </a:lnTo>
                    <a:cubicBezTo>
                      <a:pt x="488" y="64492"/>
                      <a:pt x="-757" y="54525"/>
                      <a:pt x="488" y="45804"/>
                    </a:cubicBezTo>
                    <a:cubicBezTo>
                      <a:pt x="2978" y="35837"/>
                      <a:pt x="6712" y="27116"/>
                      <a:pt x="12936" y="19641"/>
                    </a:cubicBezTo>
                    <a:cubicBezTo>
                      <a:pt x="25384" y="4691"/>
                      <a:pt x="45301" y="-2785"/>
                      <a:pt x="65218" y="95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DF70CCE5-06D5-AB43-85A0-40100E731395}"/>
                  </a:ext>
                </a:extLst>
              </p:cNvPr>
              <p:cNvSpPr/>
              <p:nvPr/>
            </p:nvSpPr>
            <p:spPr>
              <a:xfrm>
                <a:off x="10534418" y="6940251"/>
                <a:ext cx="1562223" cy="41300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55" h="3315">
                    <a:moveTo>
                      <a:pt x="1246" y="3302"/>
                    </a:moveTo>
                    <a:cubicBezTo>
                      <a:pt x="1236" y="3313"/>
                      <a:pt x="1222" y="3317"/>
                      <a:pt x="1210" y="3314"/>
                    </a:cubicBezTo>
                    <a:cubicBezTo>
                      <a:pt x="1197" y="3312"/>
                      <a:pt x="1186" y="3304"/>
                      <a:pt x="1181" y="3290"/>
                    </a:cubicBezTo>
                    <a:lnTo>
                      <a:pt x="591" y="1670"/>
                    </a:lnTo>
                    <a:lnTo>
                      <a:pt x="2" y="51"/>
                    </a:lnTo>
                    <a:cubicBezTo>
                      <a:pt x="0" y="44"/>
                      <a:pt x="-1" y="37"/>
                      <a:pt x="1" y="31"/>
                    </a:cubicBezTo>
                    <a:cubicBezTo>
                      <a:pt x="2" y="24"/>
                      <a:pt x="5" y="18"/>
                      <a:pt x="9" y="13"/>
                    </a:cubicBezTo>
                    <a:cubicBezTo>
                      <a:pt x="19" y="2"/>
                      <a:pt x="32" y="-2"/>
                      <a:pt x="45" y="0"/>
                    </a:cubicBezTo>
                    <a:cubicBezTo>
                      <a:pt x="57" y="2"/>
                      <a:pt x="69" y="11"/>
                      <a:pt x="74" y="24"/>
                    </a:cubicBezTo>
                    <a:lnTo>
                      <a:pt x="663" y="1644"/>
                    </a:lnTo>
                    <a:lnTo>
                      <a:pt x="1253" y="3263"/>
                    </a:lnTo>
                    <a:cubicBezTo>
                      <a:pt x="1255" y="3270"/>
                      <a:pt x="1256" y="3277"/>
                      <a:pt x="1255" y="3283"/>
                    </a:cubicBezTo>
                    <a:cubicBezTo>
                      <a:pt x="1254" y="3290"/>
                      <a:pt x="1250" y="3296"/>
                      <a:pt x="1246" y="3302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4" name="Freeform 403">
                <a:extLst>
                  <a:ext uri="{FF2B5EF4-FFF2-40B4-BE49-F238E27FC236}">
                    <a16:creationId xmlns:a16="http://schemas.microsoft.com/office/drawing/2014/main" id="{39DBAEA7-A8CD-214D-B7E3-BA5DD25AB4FE}"/>
                  </a:ext>
                </a:extLst>
              </p:cNvPr>
              <p:cNvSpPr/>
              <p:nvPr/>
            </p:nvSpPr>
            <p:spPr>
              <a:xfrm>
                <a:off x="10779839" y="7120954"/>
                <a:ext cx="3979993" cy="3751150"/>
              </a:xfrm>
              <a:custGeom>
                <a:avLst/>
                <a:gdLst>
                  <a:gd name="connsiteX0" fmla="*/ 18687 w 3979993"/>
                  <a:gd name="connsiteY0" fmla="*/ 14955 h 3751150"/>
                  <a:gd name="connsiteX1" fmla="*/ 1372435 w 3979993"/>
                  <a:gd name="connsiteY1" fmla="*/ 3736196 h 3751150"/>
                  <a:gd name="connsiteX2" fmla="*/ 3962864 w 3979993"/>
                  <a:gd name="connsiteY2" fmla="*/ 3736196 h 3751150"/>
                  <a:gd name="connsiteX3" fmla="*/ 2607871 w 3979993"/>
                  <a:gd name="connsiteY3" fmla="*/ 14955 h 3751150"/>
                  <a:gd name="connsiteX4" fmla="*/ 7472 w 3979993"/>
                  <a:gd name="connsiteY4" fmla="*/ 0 h 3751150"/>
                  <a:gd name="connsiteX5" fmla="*/ 2612853 w 3979993"/>
                  <a:gd name="connsiteY5" fmla="*/ 0 h 3751150"/>
                  <a:gd name="connsiteX6" fmla="*/ 2620326 w 3979993"/>
                  <a:gd name="connsiteY6" fmla="*/ 4984 h 3751150"/>
                  <a:gd name="connsiteX7" fmla="*/ 3979059 w 3979993"/>
                  <a:gd name="connsiteY7" fmla="*/ 3741184 h 3751150"/>
                  <a:gd name="connsiteX8" fmla="*/ 3979059 w 3979993"/>
                  <a:gd name="connsiteY8" fmla="*/ 3747412 h 3751150"/>
                  <a:gd name="connsiteX9" fmla="*/ 3972833 w 3979993"/>
                  <a:gd name="connsiteY9" fmla="*/ 3751150 h 3751150"/>
                  <a:gd name="connsiteX10" fmla="*/ 1366206 w 3979993"/>
                  <a:gd name="connsiteY10" fmla="*/ 3751150 h 3751150"/>
                  <a:gd name="connsiteX11" fmla="*/ 1359979 w 3979993"/>
                  <a:gd name="connsiteY11" fmla="*/ 3746167 h 3751150"/>
                  <a:gd name="connsiteX12" fmla="*/ 0 w 3979993"/>
                  <a:gd name="connsiteY12" fmla="*/ 9967 h 3751150"/>
                  <a:gd name="connsiteX13" fmla="*/ 1245 w 3979993"/>
                  <a:gd name="connsiteY13" fmla="*/ 3738 h 3751150"/>
                  <a:gd name="connsiteX14" fmla="*/ 7472 w 3979993"/>
                  <a:gd name="connsiteY14" fmla="*/ 0 h 3751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979993" h="3751150">
                    <a:moveTo>
                      <a:pt x="18687" y="14955"/>
                    </a:moveTo>
                    <a:lnTo>
                      <a:pt x="1372435" y="3736196"/>
                    </a:lnTo>
                    <a:lnTo>
                      <a:pt x="3962864" y="3736196"/>
                    </a:lnTo>
                    <a:lnTo>
                      <a:pt x="2607871" y="14955"/>
                    </a:lnTo>
                    <a:close/>
                    <a:moveTo>
                      <a:pt x="7472" y="0"/>
                    </a:moveTo>
                    <a:lnTo>
                      <a:pt x="2612853" y="0"/>
                    </a:lnTo>
                    <a:cubicBezTo>
                      <a:pt x="2616590" y="0"/>
                      <a:pt x="2619081" y="1246"/>
                      <a:pt x="2620326" y="4984"/>
                    </a:cubicBezTo>
                    <a:lnTo>
                      <a:pt x="3979059" y="3741184"/>
                    </a:lnTo>
                    <a:cubicBezTo>
                      <a:pt x="3980305" y="3743675"/>
                      <a:pt x="3980305" y="3744921"/>
                      <a:pt x="3979059" y="3747412"/>
                    </a:cubicBezTo>
                    <a:cubicBezTo>
                      <a:pt x="3977814" y="3749904"/>
                      <a:pt x="3975323" y="3751150"/>
                      <a:pt x="3972833" y="3751150"/>
                    </a:cubicBezTo>
                    <a:lnTo>
                      <a:pt x="1366206" y="3751150"/>
                    </a:lnTo>
                    <a:cubicBezTo>
                      <a:pt x="1363715" y="3751150"/>
                      <a:pt x="1359979" y="3749904"/>
                      <a:pt x="1359979" y="3746167"/>
                    </a:cubicBezTo>
                    <a:lnTo>
                      <a:pt x="0" y="9967"/>
                    </a:lnTo>
                    <a:cubicBezTo>
                      <a:pt x="0" y="7475"/>
                      <a:pt x="0" y="4984"/>
                      <a:pt x="1245" y="3738"/>
                    </a:cubicBezTo>
                    <a:cubicBezTo>
                      <a:pt x="2491" y="1246"/>
                      <a:pt x="4982" y="0"/>
                      <a:pt x="74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5" name="Freeform 404">
                <a:extLst>
                  <a:ext uri="{FF2B5EF4-FFF2-40B4-BE49-F238E27FC236}">
                    <a16:creationId xmlns:a16="http://schemas.microsoft.com/office/drawing/2014/main" id="{96864970-EF4E-634E-9A21-37CFC2DACB10}"/>
                  </a:ext>
                </a:extLst>
              </p:cNvPr>
              <p:cNvSpPr/>
              <p:nvPr/>
            </p:nvSpPr>
            <p:spPr>
              <a:xfrm>
                <a:off x="11013846" y="7250562"/>
                <a:ext cx="2759596" cy="1393284"/>
              </a:xfrm>
              <a:custGeom>
                <a:avLst/>
                <a:gdLst>
                  <a:gd name="connsiteX0" fmla="*/ 84883 w 2759596"/>
                  <a:gd name="connsiteY0" fmla="*/ 14955 h 1393284"/>
                  <a:gd name="connsiteX1" fmla="*/ 27603 w 2759596"/>
                  <a:gd name="connsiteY1" fmla="*/ 44837 h 1393284"/>
                  <a:gd name="connsiteX2" fmla="*/ 18887 w 2759596"/>
                  <a:gd name="connsiteY2" fmla="*/ 108337 h 1393284"/>
                  <a:gd name="connsiteX3" fmla="*/ 464676 w 2759596"/>
                  <a:gd name="connsiteY3" fmla="*/ 1332262 h 1393284"/>
                  <a:gd name="connsiteX4" fmla="*/ 489580 w 2759596"/>
                  <a:gd name="connsiteY4" fmla="*/ 1364634 h 1393284"/>
                  <a:gd name="connsiteX5" fmla="*/ 530673 w 2759596"/>
                  <a:gd name="connsiteY5" fmla="*/ 1378330 h 1393284"/>
                  <a:gd name="connsiteX6" fmla="*/ 2673699 w 2759596"/>
                  <a:gd name="connsiteY6" fmla="*/ 1378330 h 1393284"/>
                  <a:gd name="connsiteX7" fmla="*/ 2730979 w 2759596"/>
                  <a:gd name="connsiteY7" fmla="*/ 1348448 h 1393284"/>
                  <a:gd name="connsiteX8" fmla="*/ 2739696 w 2759596"/>
                  <a:gd name="connsiteY8" fmla="*/ 1284948 h 1393284"/>
                  <a:gd name="connsiteX9" fmla="*/ 2295152 w 2759596"/>
                  <a:gd name="connsiteY9" fmla="*/ 61024 h 1393284"/>
                  <a:gd name="connsiteX10" fmla="*/ 2269002 w 2759596"/>
                  <a:gd name="connsiteY10" fmla="*/ 27406 h 1393284"/>
                  <a:gd name="connsiteX11" fmla="*/ 2229155 w 2759596"/>
                  <a:gd name="connsiteY11" fmla="*/ 14955 h 1393284"/>
                  <a:gd name="connsiteX12" fmla="*/ 84877 w 2759596"/>
                  <a:gd name="connsiteY12" fmla="*/ 0 h 1393284"/>
                  <a:gd name="connsiteX13" fmla="*/ 2229162 w 2759596"/>
                  <a:gd name="connsiteY13" fmla="*/ 0 h 1393284"/>
                  <a:gd name="connsiteX14" fmla="*/ 2277726 w 2759596"/>
                  <a:gd name="connsiteY14" fmla="*/ 14942 h 1393284"/>
                  <a:gd name="connsiteX15" fmla="*/ 2308857 w 2759596"/>
                  <a:gd name="connsiteY15" fmla="*/ 56030 h 1393284"/>
                  <a:gd name="connsiteX16" fmla="*/ 2754649 w 2759596"/>
                  <a:gd name="connsiteY16" fmla="*/ 1278733 h 1393284"/>
                  <a:gd name="connsiteX17" fmla="*/ 2744687 w 2759596"/>
                  <a:gd name="connsiteY17" fmla="*/ 1357176 h 1393284"/>
                  <a:gd name="connsiteX18" fmla="*/ 2673709 w 2759596"/>
                  <a:gd name="connsiteY18" fmla="*/ 1393284 h 1393284"/>
                  <a:gd name="connsiteX19" fmla="*/ 530669 w 2759596"/>
                  <a:gd name="connsiteY19" fmla="*/ 1393284 h 1393284"/>
                  <a:gd name="connsiteX20" fmla="*/ 482105 w 2759596"/>
                  <a:gd name="connsiteY20" fmla="*/ 1377098 h 1393284"/>
                  <a:gd name="connsiteX21" fmla="*/ 450974 w 2759596"/>
                  <a:gd name="connsiteY21" fmla="*/ 1337254 h 1393284"/>
                  <a:gd name="connsiteX22" fmla="*/ 5182 w 2759596"/>
                  <a:gd name="connsiteY22" fmla="*/ 114551 h 1393284"/>
                  <a:gd name="connsiteX23" fmla="*/ 15144 w 2759596"/>
                  <a:gd name="connsiteY23" fmla="*/ 36109 h 1393284"/>
                  <a:gd name="connsiteX24" fmla="*/ 84877 w 2759596"/>
                  <a:gd name="connsiteY24" fmla="*/ 0 h 13932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59596" h="1393284">
                    <a:moveTo>
                      <a:pt x="84883" y="14955"/>
                    </a:moveTo>
                    <a:cubicBezTo>
                      <a:pt x="61224" y="14955"/>
                      <a:pt x="40055" y="26161"/>
                      <a:pt x="27603" y="44837"/>
                    </a:cubicBezTo>
                    <a:cubicBezTo>
                      <a:pt x="15151" y="63514"/>
                      <a:pt x="11415" y="87171"/>
                      <a:pt x="18887" y="108337"/>
                    </a:cubicBezTo>
                    <a:lnTo>
                      <a:pt x="464676" y="1332262"/>
                    </a:lnTo>
                    <a:cubicBezTo>
                      <a:pt x="469657" y="1345958"/>
                      <a:pt x="478373" y="1357164"/>
                      <a:pt x="489580" y="1364634"/>
                    </a:cubicBezTo>
                    <a:cubicBezTo>
                      <a:pt x="502033" y="1373350"/>
                      <a:pt x="515730" y="1378330"/>
                      <a:pt x="530673" y="1378330"/>
                    </a:cubicBezTo>
                    <a:lnTo>
                      <a:pt x="2673699" y="1378330"/>
                    </a:lnTo>
                    <a:cubicBezTo>
                      <a:pt x="2697359" y="1378330"/>
                      <a:pt x="2718527" y="1367124"/>
                      <a:pt x="2730979" y="1348448"/>
                    </a:cubicBezTo>
                    <a:cubicBezTo>
                      <a:pt x="2744677" y="1329772"/>
                      <a:pt x="2748413" y="1306115"/>
                      <a:pt x="2739696" y="1284948"/>
                    </a:cubicBezTo>
                    <a:lnTo>
                      <a:pt x="2295152" y="61024"/>
                    </a:lnTo>
                    <a:cubicBezTo>
                      <a:pt x="2288926" y="47328"/>
                      <a:pt x="2281455" y="36122"/>
                      <a:pt x="2269002" y="27406"/>
                    </a:cubicBezTo>
                    <a:cubicBezTo>
                      <a:pt x="2257795" y="18691"/>
                      <a:pt x="2244098" y="14955"/>
                      <a:pt x="2229155" y="14955"/>
                    </a:cubicBezTo>
                    <a:close/>
                    <a:moveTo>
                      <a:pt x="84877" y="0"/>
                    </a:moveTo>
                    <a:lnTo>
                      <a:pt x="2229162" y="0"/>
                    </a:lnTo>
                    <a:cubicBezTo>
                      <a:pt x="2246595" y="0"/>
                      <a:pt x="2264029" y="4981"/>
                      <a:pt x="2277726" y="14942"/>
                    </a:cubicBezTo>
                    <a:cubicBezTo>
                      <a:pt x="2292669" y="24903"/>
                      <a:pt x="2303876" y="39844"/>
                      <a:pt x="2308857" y="56030"/>
                    </a:cubicBezTo>
                    <a:lnTo>
                      <a:pt x="2754649" y="1278733"/>
                    </a:lnTo>
                    <a:cubicBezTo>
                      <a:pt x="2763366" y="1304881"/>
                      <a:pt x="2760875" y="1334764"/>
                      <a:pt x="2744687" y="1357176"/>
                    </a:cubicBezTo>
                    <a:cubicBezTo>
                      <a:pt x="2728499" y="1379588"/>
                      <a:pt x="2702349" y="1393284"/>
                      <a:pt x="2673709" y="1393284"/>
                    </a:cubicBezTo>
                    <a:lnTo>
                      <a:pt x="530669" y="1393284"/>
                    </a:lnTo>
                    <a:cubicBezTo>
                      <a:pt x="513236" y="1393284"/>
                      <a:pt x="495802" y="1388304"/>
                      <a:pt x="482105" y="1377098"/>
                    </a:cubicBezTo>
                    <a:cubicBezTo>
                      <a:pt x="467162" y="1367137"/>
                      <a:pt x="455955" y="1353440"/>
                      <a:pt x="450974" y="1337254"/>
                    </a:cubicBezTo>
                    <a:lnTo>
                      <a:pt x="5182" y="114551"/>
                    </a:lnTo>
                    <a:cubicBezTo>
                      <a:pt x="-4780" y="87158"/>
                      <a:pt x="201" y="59766"/>
                      <a:pt x="15144" y="36109"/>
                    </a:cubicBezTo>
                    <a:cubicBezTo>
                      <a:pt x="31332" y="12451"/>
                      <a:pt x="56236" y="0"/>
                      <a:pt x="848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5" name="Freeform 84">
                <a:extLst>
                  <a:ext uri="{FF2B5EF4-FFF2-40B4-BE49-F238E27FC236}">
                    <a16:creationId xmlns:a16="http://schemas.microsoft.com/office/drawing/2014/main" id="{4139D4CA-AEF6-5545-9058-27D2A3B3EB4A}"/>
                  </a:ext>
                </a:extLst>
              </p:cNvPr>
              <p:cNvSpPr/>
              <p:nvPr/>
            </p:nvSpPr>
            <p:spPr>
              <a:xfrm>
                <a:off x="13111961" y="9900046"/>
                <a:ext cx="209293" cy="4573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9" h="368">
                    <a:moveTo>
                      <a:pt x="2" y="48"/>
                    </a:moveTo>
                    <a:lnTo>
                      <a:pt x="56" y="197"/>
                    </a:lnTo>
                    <a:lnTo>
                      <a:pt x="111" y="345"/>
                    </a:lnTo>
                    <a:cubicBezTo>
                      <a:pt x="113" y="352"/>
                      <a:pt x="118" y="358"/>
                      <a:pt x="124" y="362"/>
                    </a:cubicBezTo>
                    <a:cubicBezTo>
                      <a:pt x="130" y="366"/>
                      <a:pt x="137" y="368"/>
                      <a:pt x="144" y="368"/>
                    </a:cubicBezTo>
                    <a:lnTo>
                      <a:pt x="157" y="368"/>
                    </a:lnTo>
                    <a:lnTo>
                      <a:pt x="169" y="368"/>
                    </a:lnTo>
                    <a:lnTo>
                      <a:pt x="103" y="184"/>
                    </a:lnTo>
                    <a:lnTo>
                      <a:pt x="36" y="0"/>
                    </a:lnTo>
                    <a:cubicBezTo>
                      <a:pt x="23" y="0"/>
                      <a:pt x="13" y="6"/>
                      <a:pt x="7" y="15"/>
                    </a:cubicBezTo>
                    <a:cubicBezTo>
                      <a:pt x="1" y="24"/>
                      <a:pt x="-2" y="37"/>
                      <a:pt x="2" y="4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6" name="Freeform 405">
                <a:extLst>
                  <a:ext uri="{FF2B5EF4-FFF2-40B4-BE49-F238E27FC236}">
                    <a16:creationId xmlns:a16="http://schemas.microsoft.com/office/drawing/2014/main" id="{75F73A36-CE2A-B54B-95EB-F7DF62EB25F5}"/>
                  </a:ext>
                </a:extLst>
              </p:cNvPr>
              <p:cNvSpPr/>
              <p:nvPr/>
            </p:nvSpPr>
            <p:spPr>
              <a:xfrm>
                <a:off x="13104827" y="9892565"/>
                <a:ext cx="225149" cy="473567"/>
              </a:xfrm>
              <a:custGeom>
                <a:avLst/>
                <a:gdLst>
                  <a:gd name="connsiteX0" fmla="*/ 46792 w 225149"/>
                  <a:gd name="connsiteY0" fmla="*/ 14958 h 473567"/>
                  <a:gd name="connsiteX1" fmla="*/ 22037 w 225149"/>
                  <a:gd name="connsiteY1" fmla="*/ 31113 h 473567"/>
                  <a:gd name="connsiteX2" fmla="*/ 17086 w 225149"/>
                  <a:gd name="connsiteY2" fmla="*/ 64667 h 473567"/>
                  <a:gd name="connsiteX3" fmla="*/ 150763 w 225149"/>
                  <a:gd name="connsiteY3" fmla="*/ 433757 h 473567"/>
                  <a:gd name="connsiteX4" fmla="*/ 164378 w 225149"/>
                  <a:gd name="connsiteY4" fmla="*/ 451155 h 473567"/>
                  <a:gd name="connsiteX5" fmla="*/ 185420 w 225149"/>
                  <a:gd name="connsiteY5" fmla="*/ 457369 h 473567"/>
                  <a:gd name="connsiteX6" fmla="*/ 206462 w 225149"/>
                  <a:gd name="connsiteY6" fmla="*/ 457369 h 473567"/>
                  <a:gd name="connsiteX7" fmla="*/ 51697 w 225149"/>
                  <a:gd name="connsiteY7" fmla="*/ 0 h 473567"/>
                  <a:gd name="connsiteX8" fmla="*/ 59130 w 225149"/>
                  <a:gd name="connsiteY8" fmla="*/ 4972 h 473567"/>
                  <a:gd name="connsiteX9" fmla="*/ 225149 w 225149"/>
                  <a:gd name="connsiteY9" fmla="*/ 462380 h 473567"/>
                  <a:gd name="connsiteX10" fmla="*/ 223910 w 225149"/>
                  <a:gd name="connsiteY10" fmla="*/ 469838 h 473567"/>
                  <a:gd name="connsiteX11" fmla="*/ 216476 w 225149"/>
                  <a:gd name="connsiteY11" fmla="*/ 473567 h 473567"/>
                  <a:gd name="connsiteX12" fmla="*/ 185503 w 225149"/>
                  <a:gd name="connsiteY12" fmla="*/ 473567 h 473567"/>
                  <a:gd name="connsiteX13" fmla="*/ 155768 w 225149"/>
                  <a:gd name="connsiteY13" fmla="*/ 463623 h 473567"/>
                  <a:gd name="connsiteX14" fmla="*/ 137184 w 225149"/>
                  <a:gd name="connsiteY14" fmla="*/ 438764 h 473567"/>
                  <a:gd name="connsiteX15" fmla="*/ 3378 w 225149"/>
                  <a:gd name="connsiteY15" fmla="*/ 69606 h 473567"/>
                  <a:gd name="connsiteX16" fmla="*/ 9573 w 225149"/>
                  <a:gd name="connsiteY16" fmla="*/ 22373 h 473567"/>
                  <a:gd name="connsiteX17" fmla="*/ 51697 w 225149"/>
                  <a:gd name="connsiteY17" fmla="*/ 0 h 4735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5149" h="473567">
                    <a:moveTo>
                      <a:pt x="46792" y="14958"/>
                    </a:moveTo>
                    <a:cubicBezTo>
                      <a:pt x="35652" y="17443"/>
                      <a:pt x="28225" y="22414"/>
                      <a:pt x="22037" y="31113"/>
                    </a:cubicBezTo>
                    <a:cubicBezTo>
                      <a:pt x="14610" y="41055"/>
                      <a:pt x="13372" y="53483"/>
                      <a:pt x="17086" y="64667"/>
                    </a:cubicBezTo>
                    <a:lnTo>
                      <a:pt x="150763" y="433757"/>
                    </a:lnTo>
                    <a:cubicBezTo>
                      <a:pt x="154476" y="441214"/>
                      <a:pt x="158190" y="446184"/>
                      <a:pt x="164378" y="451155"/>
                    </a:cubicBezTo>
                    <a:cubicBezTo>
                      <a:pt x="170567" y="456126"/>
                      <a:pt x="177994" y="457369"/>
                      <a:pt x="185420" y="457369"/>
                    </a:cubicBezTo>
                    <a:lnTo>
                      <a:pt x="206462" y="457369"/>
                    </a:lnTo>
                    <a:close/>
                    <a:moveTo>
                      <a:pt x="51697" y="0"/>
                    </a:moveTo>
                    <a:cubicBezTo>
                      <a:pt x="54175" y="0"/>
                      <a:pt x="57891" y="1243"/>
                      <a:pt x="59130" y="4972"/>
                    </a:cubicBezTo>
                    <a:lnTo>
                      <a:pt x="225149" y="462380"/>
                    </a:lnTo>
                    <a:cubicBezTo>
                      <a:pt x="225149" y="464866"/>
                      <a:pt x="225149" y="468595"/>
                      <a:pt x="223910" y="469838"/>
                    </a:cubicBezTo>
                    <a:cubicBezTo>
                      <a:pt x="222671" y="471081"/>
                      <a:pt x="220193" y="473567"/>
                      <a:pt x="216476" y="473567"/>
                    </a:cubicBezTo>
                    <a:lnTo>
                      <a:pt x="185503" y="473567"/>
                    </a:lnTo>
                    <a:cubicBezTo>
                      <a:pt x="174352" y="473567"/>
                      <a:pt x="164441" y="469838"/>
                      <a:pt x="155768" y="463623"/>
                    </a:cubicBezTo>
                    <a:cubicBezTo>
                      <a:pt x="147095" y="457409"/>
                      <a:pt x="140901" y="448708"/>
                      <a:pt x="137184" y="438764"/>
                    </a:cubicBezTo>
                    <a:lnTo>
                      <a:pt x="3378" y="69606"/>
                    </a:lnTo>
                    <a:cubicBezTo>
                      <a:pt x="-2817" y="53447"/>
                      <a:pt x="-339" y="36046"/>
                      <a:pt x="9573" y="22373"/>
                    </a:cubicBezTo>
                    <a:cubicBezTo>
                      <a:pt x="19484" y="7458"/>
                      <a:pt x="34351" y="0"/>
                      <a:pt x="516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7" name="Freeform 406">
                <a:extLst>
                  <a:ext uri="{FF2B5EF4-FFF2-40B4-BE49-F238E27FC236}">
                    <a16:creationId xmlns:a16="http://schemas.microsoft.com/office/drawing/2014/main" id="{B59E9C26-4329-2F43-83A4-92B61B23E735}"/>
                  </a:ext>
                </a:extLst>
              </p:cNvPr>
              <p:cNvSpPr/>
              <p:nvPr/>
            </p:nvSpPr>
            <p:spPr>
              <a:xfrm>
                <a:off x="13669562" y="9892565"/>
                <a:ext cx="659315" cy="473567"/>
              </a:xfrm>
              <a:custGeom>
                <a:avLst/>
                <a:gdLst>
                  <a:gd name="connsiteX0" fmla="*/ 19201 w 659315"/>
                  <a:gd name="connsiteY0" fmla="*/ 14958 h 473567"/>
                  <a:gd name="connsiteX1" fmla="*/ 179588 w 659315"/>
                  <a:gd name="connsiteY1" fmla="*/ 457369 h 473567"/>
                  <a:gd name="connsiteX2" fmla="*/ 619720 w 659315"/>
                  <a:gd name="connsiteY2" fmla="*/ 457369 h 473567"/>
                  <a:gd name="connsiteX3" fmla="*/ 638370 w 659315"/>
                  <a:gd name="connsiteY3" fmla="*/ 448670 h 473567"/>
                  <a:gd name="connsiteX4" fmla="*/ 642100 w 659315"/>
                  <a:gd name="connsiteY4" fmla="*/ 425058 h 473567"/>
                  <a:gd name="connsiteX5" fmla="*/ 506579 w 659315"/>
                  <a:gd name="connsiteY5" fmla="*/ 50997 h 473567"/>
                  <a:gd name="connsiteX6" fmla="*/ 486686 w 659315"/>
                  <a:gd name="connsiteY6" fmla="*/ 26143 h 473567"/>
                  <a:gd name="connsiteX7" fmla="*/ 455603 w 659315"/>
                  <a:gd name="connsiteY7" fmla="*/ 14958 h 473567"/>
                  <a:gd name="connsiteX8" fmla="*/ 7975 w 659315"/>
                  <a:gd name="connsiteY8" fmla="*/ 0 h 473567"/>
                  <a:gd name="connsiteX9" fmla="*/ 455614 w 659315"/>
                  <a:gd name="connsiteY9" fmla="*/ 0 h 473567"/>
                  <a:gd name="connsiteX10" fmla="*/ 494160 w 659315"/>
                  <a:gd name="connsiteY10" fmla="*/ 12430 h 473567"/>
                  <a:gd name="connsiteX11" fmla="*/ 520273 w 659315"/>
                  <a:gd name="connsiteY11" fmla="*/ 45989 h 473567"/>
                  <a:gd name="connsiteX12" fmla="*/ 657051 w 659315"/>
                  <a:gd name="connsiteY12" fmla="*/ 418877 h 473567"/>
                  <a:gd name="connsiteX13" fmla="*/ 650834 w 659315"/>
                  <a:gd name="connsiteY13" fmla="*/ 457409 h 473567"/>
                  <a:gd name="connsiteX14" fmla="*/ 619748 w 659315"/>
                  <a:gd name="connsiteY14" fmla="*/ 473567 h 473567"/>
                  <a:gd name="connsiteX15" fmla="*/ 174596 w 659315"/>
                  <a:gd name="connsiteY15" fmla="*/ 473567 h 473567"/>
                  <a:gd name="connsiteX16" fmla="*/ 167135 w 659315"/>
                  <a:gd name="connsiteY16" fmla="*/ 468595 h 473567"/>
                  <a:gd name="connsiteX17" fmla="*/ 514 w 659315"/>
                  <a:gd name="connsiteY17" fmla="*/ 9944 h 473567"/>
                  <a:gd name="connsiteX18" fmla="*/ 1757 w 659315"/>
                  <a:gd name="connsiteY18" fmla="*/ 3729 h 473567"/>
                  <a:gd name="connsiteX19" fmla="*/ 7975 w 659315"/>
                  <a:gd name="connsiteY19" fmla="*/ 0 h 4735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59315" h="473567">
                    <a:moveTo>
                      <a:pt x="19201" y="14958"/>
                    </a:moveTo>
                    <a:lnTo>
                      <a:pt x="179588" y="457369"/>
                    </a:lnTo>
                    <a:lnTo>
                      <a:pt x="619720" y="457369"/>
                    </a:lnTo>
                    <a:cubicBezTo>
                      <a:pt x="627180" y="457369"/>
                      <a:pt x="634640" y="453641"/>
                      <a:pt x="638370" y="448670"/>
                    </a:cubicBezTo>
                    <a:cubicBezTo>
                      <a:pt x="643343" y="441214"/>
                      <a:pt x="645830" y="432514"/>
                      <a:pt x="642100" y="425058"/>
                    </a:cubicBezTo>
                    <a:lnTo>
                      <a:pt x="506579" y="50997"/>
                    </a:lnTo>
                    <a:cubicBezTo>
                      <a:pt x="502849" y="41055"/>
                      <a:pt x="495389" y="31113"/>
                      <a:pt x="486686" y="26143"/>
                    </a:cubicBezTo>
                    <a:cubicBezTo>
                      <a:pt x="477983" y="18686"/>
                      <a:pt x="466793" y="14958"/>
                      <a:pt x="455603" y="14958"/>
                    </a:cubicBezTo>
                    <a:close/>
                    <a:moveTo>
                      <a:pt x="7975" y="0"/>
                    </a:moveTo>
                    <a:lnTo>
                      <a:pt x="455614" y="0"/>
                    </a:lnTo>
                    <a:cubicBezTo>
                      <a:pt x="469291" y="0"/>
                      <a:pt x="482969" y="4972"/>
                      <a:pt x="494160" y="12430"/>
                    </a:cubicBezTo>
                    <a:cubicBezTo>
                      <a:pt x="506595" y="21130"/>
                      <a:pt x="516542" y="32317"/>
                      <a:pt x="520273" y="45989"/>
                    </a:cubicBezTo>
                    <a:lnTo>
                      <a:pt x="657051" y="418877"/>
                    </a:lnTo>
                    <a:cubicBezTo>
                      <a:pt x="662025" y="432549"/>
                      <a:pt x="658295" y="446222"/>
                      <a:pt x="650834" y="457409"/>
                    </a:cubicBezTo>
                    <a:cubicBezTo>
                      <a:pt x="643373" y="467352"/>
                      <a:pt x="632182" y="473567"/>
                      <a:pt x="619748" y="473567"/>
                    </a:cubicBezTo>
                    <a:lnTo>
                      <a:pt x="174596" y="473567"/>
                    </a:lnTo>
                    <a:cubicBezTo>
                      <a:pt x="170865" y="473567"/>
                      <a:pt x="168379" y="471081"/>
                      <a:pt x="167135" y="468595"/>
                    </a:cubicBezTo>
                    <a:lnTo>
                      <a:pt x="514" y="9944"/>
                    </a:lnTo>
                    <a:cubicBezTo>
                      <a:pt x="-729" y="7458"/>
                      <a:pt x="514" y="6215"/>
                      <a:pt x="1757" y="3729"/>
                    </a:cubicBezTo>
                    <a:cubicBezTo>
                      <a:pt x="3001" y="1243"/>
                      <a:pt x="5488" y="0"/>
                      <a:pt x="797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27EC4C19-062A-9E40-813C-48AB7395A071}"/>
                  </a:ext>
                </a:extLst>
              </p:cNvPr>
              <p:cNvSpPr/>
              <p:nvPr/>
            </p:nvSpPr>
            <p:spPr>
              <a:xfrm>
                <a:off x="13148514" y="9892565"/>
                <a:ext cx="703134" cy="473567"/>
              </a:xfrm>
              <a:custGeom>
                <a:avLst/>
                <a:gdLst>
                  <a:gd name="connsiteX0" fmla="*/ 18261 w 703134"/>
                  <a:gd name="connsiteY0" fmla="*/ 14958 h 473567"/>
                  <a:gd name="connsiteX1" fmla="*/ 178668 w 703134"/>
                  <a:gd name="connsiteY1" fmla="*/ 457369 h 473567"/>
                  <a:gd name="connsiteX2" fmla="*/ 683514 w 703134"/>
                  <a:gd name="connsiteY2" fmla="*/ 457369 h 473567"/>
                  <a:gd name="connsiteX3" fmla="*/ 523107 w 703134"/>
                  <a:gd name="connsiteY3" fmla="*/ 14958 h 473567"/>
                  <a:gd name="connsiteX4" fmla="*/ 8279 w 703134"/>
                  <a:gd name="connsiteY4" fmla="*/ 0 h 473567"/>
                  <a:gd name="connsiteX5" fmla="*/ 529342 w 703134"/>
                  <a:gd name="connsiteY5" fmla="*/ 0 h 473567"/>
                  <a:gd name="connsiteX6" fmla="*/ 536804 w 703134"/>
                  <a:gd name="connsiteY6" fmla="*/ 4972 h 473567"/>
                  <a:gd name="connsiteX7" fmla="*/ 702201 w 703134"/>
                  <a:gd name="connsiteY7" fmla="*/ 462380 h 473567"/>
                  <a:gd name="connsiteX8" fmla="*/ 702201 w 703134"/>
                  <a:gd name="connsiteY8" fmla="*/ 469838 h 473567"/>
                  <a:gd name="connsiteX9" fmla="*/ 695983 w 703134"/>
                  <a:gd name="connsiteY9" fmla="*/ 473567 h 473567"/>
                  <a:gd name="connsiteX10" fmla="*/ 173676 w 703134"/>
                  <a:gd name="connsiteY10" fmla="*/ 473567 h 473567"/>
                  <a:gd name="connsiteX11" fmla="*/ 167458 w 703134"/>
                  <a:gd name="connsiteY11" fmla="*/ 468595 h 473567"/>
                  <a:gd name="connsiteX12" fmla="*/ 818 w 703134"/>
                  <a:gd name="connsiteY12" fmla="*/ 9944 h 473567"/>
                  <a:gd name="connsiteX13" fmla="*/ 2061 w 703134"/>
                  <a:gd name="connsiteY13" fmla="*/ 3729 h 473567"/>
                  <a:gd name="connsiteX14" fmla="*/ 8279 w 703134"/>
                  <a:gd name="connsiteY14" fmla="*/ 0 h 4735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03134" h="473567">
                    <a:moveTo>
                      <a:pt x="18261" y="14958"/>
                    </a:moveTo>
                    <a:lnTo>
                      <a:pt x="178668" y="457369"/>
                    </a:lnTo>
                    <a:lnTo>
                      <a:pt x="683514" y="457369"/>
                    </a:lnTo>
                    <a:lnTo>
                      <a:pt x="523107" y="14958"/>
                    </a:lnTo>
                    <a:close/>
                    <a:moveTo>
                      <a:pt x="8279" y="0"/>
                    </a:moveTo>
                    <a:lnTo>
                      <a:pt x="529342" y="0"/>
                    </a:lnTo>
                    <a:cubicBezTo>
                      <a:pt x="533073" y="0"/>
                      <a:pt x="534317" y="1243"/>
                      <a:pt x="536804" y="4972"/>
                    </a:cubicBezTo>
                    <a:lnTo>
                      <a:pt x="702201" y="462380"/>
                    </a:lnTo>
                    <a:cubicBezTo>
                      <a:pt x="703445" y="464866"/>
                      <a:pt x="703445" y="468595"/>
                      <a:pt x="702201" y="469838"/>
                    </a:cubicBezTo>
                    <a:cubicBezTo>
                      <a:pt x="700957" y="471081"/>
                      <a:pt x="698470" y="473567"/>
                      <a:pt x="695983" y="473567"/>
                    </a:cubicBezTo>
                    <a:lnTo>
                      <a:pt x="173676" y="473567"/>
                    </a:lnTo>
                    <a:cubicBezTo>
                      <a:pt x="171189" y="473567"/>
                      <a:pt x="168702" y="471081"/>
                      <a:pt x="167458" y="468595"/>
                    </a:cubicBezTo>
                    <a:lnTo>
                      <a:pt x="818" y="9944"/>
                    </a:lnTo>
                    <a:cubicBezTo>
                      <a:pt x="-426" y="7458"/>
                      <a:pt x="-426" y="6215"/>
                      <a:pt x="2061" y="3729"/>
                    </a:cubicBezTo>
                    <a:cubicBezTo>
                      <a:pt x="3305" y="1243"/>
                      <a:pt x="5792" y="0"/>
                      <a:pt x="82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B0E2EB21-5B2D-BC4C-8A90-FAF9C3E9150A}"/>
                  </a:ext>
                </a:extLst>
              </p:cNvPr>
              <p:cNvSpPr/>
              <p:nvPr/>
            </p:nvSpPr>
            <p:spPr>
              <a:xfrm>
                <a:off x="13268931" y="9994756"/>
                <a:ext cx="180640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" h="12">
                    <a:moveTo>
                      <a:pt x="140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40" y="0"/>
                    </a:lnTo>
                    <a:cubicBezTo>
                      <a:pt x="143" y="0"/>
                      <a:pt x="146" y="3"/>
                      <a:pt x="146" y="6"/>
                    </a:cubicBezTo>
                    <a:cubicBezTo>
                      <a:pt x="146" y="9"/>
                      <a:pt x="143" y="12"/>
                      <a:pt x="14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D5369F90-047F-4543-A778-B991ED9C664D}"/>
                  </a:ext>
                </a:extLst>
              </p:cNvPr>
              <p:cNvSpPr/>
              <p:nvPr/>
            </p:nvSpPr>
            <p:spPr>
              <a:xfrm>
                <a:off x="13302567" y="10086980"/>
                <a:ext cx="356296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7" h="12">
                    <a:moveTo>
                      <a:pt x="281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81" y="0"/>
                    </a:lnTo>
                    <a:cubicBezTo>
                      <a:pt x="284" y="0"/>
                      <a:pt x="287" y="3"/>
                      <a:pt x="287" y="6"/>
                    </a:cubicBezTo>
                    <a:cubicBezTo>
                      <a:pt x="287" y="9"/>
                      <a:pt x="284" y="12"/>
                      <a:pt x="28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4F1D3BC5-FF0C-2849-A93F-8F329B7B7CAA}"/>
                  </a:ext>
                </a:extLst>
              </p:cNvPr>
              <p:cNvSpPr/>
              <p:nvPr/>
            </p:nvSpPr>
            <p:spPr>
              <a:xfrm>
                <a:off x="13338692" y="10187925"/>
                <a:ext cx="357542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8" h="12">
                    <a:moveTo>
                      <a:pt x="281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81" y="0"/>
                    </a:lnTo>
                    <a:cubicBezTo>
                      <a:pt x="285" y="0"/>
                      <a:pt x="288" y="3"/>
                      <a:pt x="288" y="6"/>
                    </a:cubicBezTo>
                    <a:cubicBezTo>
                      <a:pt x="288" y="10"/>
                      <a:pt x="285" y="12"/>
                      <a:pt x="28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3B90A5E9-E8A0-2948-8F53-94C5C9C63222}"/>
                  </a:ext>
                </a:extLst>
              </p:cNvPr>
              <p:cNvSpPr/>
              <p:nvPr/>
            </p:nvSpPr>
            <p:spPr>
              <a:xfrm>
                <a:off x="13779706" y="9994756"/>
                <a:ext cx="180640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" h="12">
                    <a:moveTo>
                      <a:pt x="140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140" y="0"/>
                    </a:lnTo>
                    <a:cubicBezTo>
                      <a:pt x="143" y="0"/>
                      <a:pt x="146" y="3"/>
                      <a:pt x="146" y="6"/>
                    </a:cubicBezTo>
                    <a:cubicBezTo>
                      <a:pt x="146" y="9"/>
                      <a:pt x="143" y="12"/>
                      <a:pt x="14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6" name="Freeform 95">
                <a:extLst>
                  <a:ext uri="{FF2B5EF4-FFF2-40B4-BE49-F238E27FC236}">
                    <a16:creationId xmlns:a16="http://schemas.microsoft.com/office/drawing/2014/main" id="{09649118-0C6B-E044-ADF3-BCC51F8463A6}"/>
                  </a:ext>
                </a:extLst>
              </p:cNvPr>
              <p:cNvSpPr/>
              <p:nvPr/>
            </p:nvSpPr>
            <p:spPr>
              <a:xfrm>
                <a:off x="13813342" y="10086980"/>
                <a:ext cx="356296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7" h="12">
                    <a:moveTo>
                      <a:pt x="281" y="12"/>
                    </a:moveTo>
                    <a:lnTo>
                      <a:pt x="6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281" y="0"/>
                    </a:lnTo>
                    <a:cubicBezTo>
                      <a:pt x="284" y="0"/>
                      <a:pt x="287" y="3"/>
                      <a:pt x="287" y="6"/>
                    </a:cubicBezTo>
                    <a:cubicBezTo>
                      <a:pt x="287" y="9"/>
                      <a:pt x="284" y="12"/>
                      <a:pt x="28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7" name="Freeform 96">
                <a:extLst>
                  <a:ext uri="{FF2B5EF4-FFF2-40B4-BE49-F238E27FC236}">
                    <a16:creationId xmlns:a16="http://schemas.microsoft.com/office/drawing/2014/main" id="{A36D5DA5-23E4-4C4C-9456-7360DC9640F1}"/>
                  </a:ext>
                </a:extLst>
              </p:cNvPr>
              <p:cNvSpPr/>
              <p:nvPr/>
            </p:nvSpPr>
            <p:spPr>
              <a:xfrm>
                <a:off x="13849467" y="10187925"/>
                <a:ext cx="357542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8" h="12">
                    <a:moveTo>
                      <a:pt x="282" y="12"/>
                    </a:moveTo>
                    <a:lnTo>
                      <a:pt x="6" y="12"/>
                    </a:lnTo>
                    <a:cubicBezTo>
                      <a:pt x="4" y="12"/>
                      <a:pt x="0" y="10"/>
                      <a:pt x="0" y="6"/>
                    </a:cubicBezTo>
                    <a:cubicBezTo>
                      <a:pt x="0" y="3"/>
                      <a:pt x="4" y="0"/>
                      <a:pt x="6" y="0"/>
                    </a:cubicBezTo>
                    <a:lnTo>
                      <a:pt x="282" y="0"/>
                    </a:lnTo>
                    <a:cubicBezTo>
                      <a:pt x="285" y="0"/>
                      <a:pt x="288" y="3"/>
                      <a:pt x="288" y="6"/>
                    </a:cubicBezTo>
                    <a:cubicBezTo>
                      <a:pt x="288" y="10"/>
                      <a:pt x="285" y="12"/>
                      <a:pt x="28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07E55C8D-6165-1944-AFDA-1F9F257B26AF}"/>
                  </a:ext>
                </a:extLst>
              </p:cNvPr>
              <p:cNvSpPr/>
              <p:nvPr/>
            </p:nvSpPr>
            <p:spPr>
              <a:xfrm>
                <a:off x="12166405" y="10005972"/>
                <a:ext cx="660270" cy="523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1" h="43">
                    <a:moveTo>
                      <a:pt x="517" y="43"/>
                    </a:moveTo>
                    <a:lnTo>
                      <a:pt x="30" y="43"/>
                    </a:lnTo>
                    <a:cubicBezTo>
                      <a:pt x="18" y="43"/>
                      <a:pt x="5" y="33"/>
                      <a:pt x="1" y="22"/>
                    </a:cubicBezTo>
                    <a:cubicBezTo>
                      <a:pt x="-3" y="10"/>
                      <a:pt x="3" y="0"/>
                      <a:pt x="14" y="0"/>
                    </a:cubicBezTo>
                    <a:lnTo>
                      <a:pt x="501" y="0"/>
                    </a:lnTo>
                    <a:cubicBezTo>
                      <a:pt x="513" y="0"/>
                      <a:pt x="526" y="10"/>
                      <a:pt x="530" y="22"/>
                    </a:cubicBezTo>
                    <a:cubicBezTo>
                      <a:pt x="534" y="33"/>
                      <a:pt x="528" y="43"/>
                      <a:pt x="517" y="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9" name="Freeform 408">
                <a:extLst>
                  <a:ext uri="{FF2B5EF4-FFF2-40B4-BE49-F238E27FC236}">
                    <a16:creationId xmlns:a16="http://schemas.microsoft.com/office/drawing/2014/main" id="{F0BA1271-1472-C04E-A945-6A6E9DDAEA30}"/>
                  </a:ext>
                </a:extLst>
              </p:cNvPr>
              <p:cNvSpPr/>
              <p:nvPr/>
            </p:nvSpPr>
            <p:spPr>
              <a:xfrm>
                <a:off x="12159244" y="9998494"/>
                <a:ext cx="676827" cy="67296"/>
              </a:xfrm>
              <a:custGeom>
                <a:avLst/>
                <a:gdLst>
                  <a:gd name="connsiteX0" fmla="*/ 24583 w 676827"/>
                  <a:gd name="connsiteY0" fmla="*/ 14959 h 67296"/>
                  <a:gd name="connsiteX1" fmla="*/ 15879 w 676827"/>
                  <a:gd name="connsiteY1" fmla="*/ 19783 h 67296"/>
                  <a:gd name="connsiteX2" fmla="*/ 15879 w 676827"/>
                  <a:gd name="connsiteY2" fmla="*/ 30637 h 67296"/>
                  <a:gd name="connsiteX3" fmla="*/ 44478 w 676827"/>
                  <a:gd name="connsiteY3" fmla="*/ 52346 h 67296"/>
                  <a:gd name="connsiteX4" fmla="*/ 650011 w 676827"/>
                  <a:gd name="connsiteY4" fmla="*/ 52346 h 67296"/>
                  <a:gd name="connsiteX5" fmla="*/ 658715 w 676827"/>
                  <a:gd name="connsiteY5" fmla="*/ 47522 h 67296"/>
                  <a:gd name="connsiteX6" fmla="*/ 658715 w 676827"/>
                  <a:gd name="connsiteY6" fmla="*/ 36668 h 67296"/>
                  <a:gd name="connsiteX7" fmla="*/ 630117 w 676827"/>
                  <a:gd name="connsiteY7" fmla="*/ 14959 h 67296"/>
                  <a:gd name="connsiteX8" fmla="*/ 25797 w 676827"/>
                  <a:gd name="connsiteY8" fmla="*/ 0 h 67296"/>
                  <a:gd name="connsiteX9" fmla="*/ 631382 w 676827"/>
                  <a:gd name="connsiteY9" fmla="*/ 0 h 67296"/>
                  <a:gd name="connsiteX10" fmla="*/ 673661 w 676827"/>
                  <a:gd name="connsiteY10" fmla="*/ 30589 h 67296"/>
                  <a:gd name="connsiteX11" fmla="*/ 672418 w 676827"/>
                  <a:gd name="connsiteY11" fmla="*/ 57507 h 67296"/>
                  <a:gd name="connsiteX12" fmla="*/ 651278 w 676827"/>
                  <a:gd name="connsiteY12" fmla="*/ 67296 h 67296"/>
                  <a:gd name="connsiteX13" fmla="*/ 45693 w 676827"/>
                  <a:gd name="connsiteY13" fmla="*/ 67296 h 67296"/>
                  <a:gd name="connsiteX14" fmla="*/ 2170 w 676827"/>
                  <a:gd name="connsiteY14" fmla="*/ 36707 h 67296"/>
                  <a:gd name="connsiteX15" fmla="*/ 4657 w 676827"/>
                  <a:gd name="connsiteY15" fmla="*/ 11012 h 67296"/>
                  <a:gd name="connsiteX16" fmla="*/ 25797 w 676827"/>
                  <a:gd name="connsiteY16" fmla="*/ 0 h 67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76827" h="67296">
                    <a:moveTo>
                      <a:pt x="24583" y="14959"/>
                    </a:moveTo>
                    <a:cubicBezTo>
                      <a:pt x="22096" y="14959"/>
                      <a:pt x="17123" y="16165"/>
                      <a:pt x="15879" y="19783"/>
                    </a:cubicBezTo>
                    <a:cubicBezTo>
                      <a:pt x="14636" y="22195"/>
                      <a:pt x="14636" y="27019"/>
                      <a:pt x="15879" y="30637"/>
                    </a:cubicBezTo>
                    <a:cubicBezTo>
                      <a:pt x="19610" y="42698"/>
                      <a:pt x="32044" y="52346"/>
                      <a:pt x="44478" y="52346"/>
                    </a:cubicBezTo>
                    <a:lnTo>
                      <a:pt x="650011" y="52346"/>
                    </a:lnTo>
                    <a:cubicBezTo>
                      <a:pt x="652498" y="52346"/>
                      <a:pt x="656228" y="51140"/>
                      <a:pt x="658715" y="47522"/>
                    </a:cubicBezTo>
                    <a:cubicBezTo>
                      <a:pt x="661202" y="45110"/>
                      <a:pt x="661202" y="41492"/>
                      <a:pt x="658715" y="36668"/>
                    </a:cubicBezTo>
                    <a:cubicBezTo>
                      <a:pt x="654985" y="25813"/>
                      <a:pt x="642551" y="14959"/>
                      <a:pt x="630117" y="14959"/>
                    </a:cubicBezTo>
                    <a:close/>
                    <a:moveTo>
                      <a:pt x="25797" y="0"/>
                    </a:moveTo>
                    <a:lnTo>
                      <a:pt x="631382" y="0"/>
                    </a:lnTo>
                    <a:cubicBezTo>
                      <a:pt x="648791" y="0"/>
                      <a:pt x="667444" y="13459"/>
                      <a:pt x="673661" y="30589"/>
                    </a:cubicBezTo>
                    <a:cubicBezTo>
                      <a:pt x="678635" y="40378"/>
                      <a:pt x="677392" y="50166"/>
                      <a:pt x="672418" y="57507"/>
                    </a:cubicBezTo>
                    <a:cubicBezTo>
                      <a:pt x="667444" y="63625"/>
                      <a:pt x="659982" y="67296"/>
                      <a:pt x="651278" y="67296"/>
                    </a:cubicBezTo>
                    <a:lnTo>
                      <a:pt x="45693" y="67296"/>
                    </a:lnTo>
                    <a:cubicBezTo>
                      <a:pt x="28284" y="67296"/>
                      <a:pt x="8388" y="53837"/>
                      <a:pt x="2170" y="36707"/>
                    </a:cubicBezTo>
                    <a:cubicBezTo>
                      <a:pt x="-1561" y="26918"/>
                      <a:pt x="-317" y="17130"/>
                      <a:pt x="4657" y="11012"/>
                    </a:cubicBezTo>
                    <a:cubicBezTo>
                      <a:pt x="8388" y="3671"/>
                      <a:pt x="17092" y="0"/>
                      <a:pt x="257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9E00A1C2-B0C3-9840-9900-2AF98B0EEC5C}"/>
                  </a:ext>
                </a:extLst>
              </p:cNvPr>
              <p:cNvSpPr/>
              <p:nvPr/>
            </p:nvSpPr>
            <p:spPr>
              <a:xfrm>
                <a:off x="12219974" y="10153030"/>
                <a:ext cx="660270" cy="5234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1" h="43">
                    <a:moveTo>
                      <a:pt x="516" y="43"/>
                    </a:moveTo>
                    <a:lnTo>
                      <a:pt x="29" y="43"/>
                    </a:lnTo>
                    <a:cubicBezTo>
                      <a:pt x="18" y="43"/>
                      <a:pt x="5" y="33"/>
                      <a:pt x="1" y="21"/>
                    </a:cubicBezTo>
                    <a:cubicBezTo>
                      <a:pt x="-3" y="9"/>
                      <a:pt x="3" y="0"/>
                      <a:pt x="14" y="0"/>
                    </a:cubicBezTo>
                    <a:lnTo>
                      <a:pt x="501" y="0"/>
                    </a:lnTo>
                    <a:cubicBezTo>
                      <a:pt x="513" y="0"/>
                      <a:pt x="526" y="9"/>
                      <a:pt x="530" y="21"/>
                    </a:cubicBezTo>
                    <a:cubicBezTo>
                      <a:pt x="534" y="33"/>
                      <a:pt x="528" y="43"/>
                      <a:pt x="516" y="43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7903CEC4-785C-4541-9CF9-6273A03433C9}"/>
                  </a:ext>
                </a:extLst>
              </p:cNvPr>
              <p:cNvSpPr/>
              <p:nvPr/>
            </p:nvSpPr>
            <p:spPr>
              <a:xfrm>
                <a:off x="12212817" y="10145553"/>
                <a:ext cx="676206" cy="67296"/>
              </a:xfrm>
              <a:custGeom>
                <a:avLst/>
                <a:gdLst>
                  <a:gd name="connsiteX0" fmla="*/ 25823 w 676206"/>
                  <a:gd name="connsiteY0" fmla="*/ 14955 h 67296"/>
                  <a:gd name="connsiteX1" fmla="*/ 15875 w 676206"/>
                  <a:gd name="connsiteY1" fmla="*/ 18573 h 67296"/>
                  <a:gd name="connsiteX2" fmla="*/ 15875 w 676206"/>
                  <a:gd name="connsiteY2" fmla="*/ 30633 h 67296"/>
                  <a:gd name="connsiteX3" fmla="*/ 44474 w 676206"/>
                  <a:gd name="connsiteY3" fmla="*/ 52342 h 67296"/>
                  <a:gd name="connsiteX4" fmla="*/ 650007 w 676206"/>
                  <a:gd name="connsiteY4" fmla="*/ 52342 h 67296"/>
                  <a:gd name="connsiteX5" fmla="*/ 659955 w 676206"/>
                  <a:gd name="connsiteY5" fmla="*/ 47518 h 67296"/>
                  <a:gd name="connsiteX6" fmla="*/ 659955 w 676206"/>
                  <a:gd name="connsiteY6" fmla="*/ 35458 h 67296"/>
                  <a:gd name="connsiteX7" fmla="*/ 631357 w 676206"/>
                  <a:gd name="connsiteY7" fmla="*/ 14955 h 67296"/>
                  <a:gd name="connsiteX8" fmla="*/ 25797 w 676206"/>
                  <a:gd name="connsiteY8" fmla="*/ 0 h 67296"/>
                  <a:gd name="connsiteX9" fmla="*/ 631382 w 676206"/>
                  <a:gd name="connsiteY9" fmla="*/ 0 h 67296"/>
                  <a:gd name="connsiteX10" fmla="*/ 673661 w 676206"/>
                  <a:gd name="connsiteY10" fmla="*/ 30589 h 67296"/>
                  <a:gd name="connsiteX11" fmla="*/ 671174 w 676206"/>
                  <a:gd name="connsiteY11" fmla="*/ 56284 h 67296"/>
                  <a:gd name="connsiteX12" fmla="*/ 650034 w 676206"/>
                  <a:gd name="connsiteY12" fmla="*/ 67296 h 67296"/>
                  <a:gd name="connsiteX13" fmla="*/ 44449 w 676206"/>
                  <a:gd name="connsiteY13" fmla="*/ 67296 h 67296"/>
                  <a:gd name="connsiteX14" fmla="*/ 2170 w 676206"/>
                  <a:gd name="connsiteY14" fmla="*/ 35483 h 67296"/>
                  <a:gd name="connsiteX15" fmla="*/ 4657 w 676206"/>
                  <a:gd name="connsiteY15" fmla="*/ 9789 h 67296"/>
                  <a:gd name="connsiteX16" fmla="*/ 25797 w 676206"/>
                  <a:gd name="connsiteY16" fmla="*/ 0 h 672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76206" h="67296">
                    <a:moveTo>
                      <a:pt x="25823" y="14955"/>
                    </a:moveTo>
                    <a:cubicBezTo>
                      <a:pt x="23336" y="14955"/>
                      <a:pt x="18362" y="16161"/>
                      <a:pt x="15875" y="18573"/>
                    </a:cubicBezTo>
                    <a:cubicBezTo>
                      <a:pt x="14632" y="20985"/>
                      <a:pt x="14632" y="25809"/>
                      <a:pt x="15875" y="30633"/>
                    </a:cubicBezTo>
                    <a:cubicBezTo>
                      <a:pt x="20849" y="42694"/>
                      <a:pt x="33283" y="52342"/>
                      <a:pt x="44474" y="52342"/>
                    </a:cubicBezTo>
                    <a:lnTo>
                      <a:pt x="650007" y="52342"/>
                    </a:lnTo>
                    <a:cubicBezTo>
                      <a:pt x="653738" y="52342"/>
                      <a:pt x="657468" y="51136"/>
                      <a:pt x="659955" y="47518"/>
                    </a:cubicBezTo>
                    <a:cubicBezTo>
                      <a:pt x="662441" y="45106"/>
                      <a:pt x="662441" y="40282"/>
                      <a:pt x="659955" y="35458"/>
                    </a:cubicBezTo>
                    <a:cubicBezTo>
                      <a:pt x="656224" y="24603"/>
                      <a:pt x="642547" y="14955"/>
                      <a:pt x="631357" y="14955"/>
                    </a:cubicBezTo>
                    <a:close/>
                    <a:moveTo>
                      <a:pt x="25797" y="0"/>
                    </a:moveTo>
                    <a:lnTo>
                      <a:pt x="631382" y="0"/>
                    </a:lnTo>
                    <a:cubicBezTo>
                      <a:pt x="648791" y="0"/>
                      <a:pt x="668687" y="13459"/>
                      <a:pt x="673661" y="30589"/>
                    </a:cubicBezTo>
                    <a:cubicBezTo>
                      <a:pt x="677391" y="40378"/>
                      <a:pt x="677391" y="50166"/>
                      <a:pt x="671174" y="56284"/>
                    </a:cubicBezTo>
                    <a:cubicBezTo>
                      <a:pt x="667443" y="63625"/>
                      <a:pt x="659983" y="67296"/>
                      <a:pt x="650034" y="67296"/>
                    </a:cubicBezTo>
                    <a:lnTo>
                      <a:pt x="44449" y="67296"/>
                    </a:lnTo>
                    <a:cubicBezTo>
                      <a:pt x="27040" y="67296"/>
                      <a:pt x="8388" y="53837"/>
                      <a:pt x="2170" y="35483"/>
                    </a:cubicBezTo>
                    <a:cubicBezTo>
                      <a:pt x="-1561" y="26918"/>
                      <a:pt x="-317" y="17130"/>
                      <a:pt x="4657" y="9789"/>
                    </a:cubicBezTo>
                    <a:cubicBezTo>
                      <a:pt x="8388" y="3671"/>
                      <a:pt x="17092" y="0"/>
                      <a:pt x="257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F368791B-D121-6348-A5F2-7A43DFA55BA9}"/>
                  </a:ext>
                </a:extLst>
              </p:cNvPr>
              <p:cNvSpPr/>
              <p:nvPr/>
            </p:nvSpPr>
            <p:spPr>
              <a:xfrm>
                <a:off x="12266303" y="10292608"/>
                <a:ext cx="676290" cy="66050"/>
              </a:xfrm>
              <a:custGeom>
                <a:avLst/>
                <a:gdLst>
                  <a:gd name="connsiteX0" fmla="*/ 25906 w 676290"/>
                  <a:gd name="connsiteY0" fmla="*/ 14955 h 66050"/>
                  <a:gd name="connsiteX1" fmla="*/ 17202 w 676290"/>
                  <a:gd name="connsiteY1" fmla="*/ 18569 h 66050"/>
                  <a:gd name="connsiteX2" fmla="*/ 15958 w 676290"/>
                  <a:gd name="connsiteY2" fmla="*/ 30616 h 66050"/>
                  <a:gd name="connsiteX3" fmla="*/ 44556 w 676290"/>
                  <a:gd name="connsiteY3" fmla="*/ 51096 h 66050"/>
                  <a:gd name="connsiteX4" fmla="*/ 650088 w 676290"/>
                  <a:gd name="connsiteY4" fmla="*/ 51096 h 66050"/>
                  <a:gd name="connsiteX5" fmla="*/ 660035 w 676290"/>
                  <a:gd name="connsiteY5" fmla="*/ 47482 h 66050"/>
                  <a:gd name="connsiteX6" fmla="*/ 660035 w 676290"/>
                  <a:gd name="connsiteY6" fmla="*/ 35435 h 66050"/>
                  <a:gd name="connsiteX7" fmla="*/ 631437 w 676290"/>
                  <a:gd name="connsiteY7" fmla="*/ 14955 h 66050"/>
                  <a:gd name="connsiteX8" fmla="*/ 25880 w 676290"/>
                  <a:gd name="connsiteY8" fmla="*/ 0 h 66050"/>
                  <a:gd name="connsiteX9" fmla="*/ 631465 w 676290"/>
                  <a:gd name="connsiteY9" fmla="*/ 0 h 66050"/>
                  <a:gd name="connsiteX10" fmla="*/ 673744 w 676290"/>
                  <a:gd name="connsiteY10" fmla="*/ 30579 h 66050"/>
                  <a:gd name="connsiteX11" fmla="*/ 671257 w 676290"/>
                  <a:gd name="connsiteY11" fmla="*/ 56265 h 66050"/>
                  <a:gd name="connsiteX12" fmla="*/ 650117 w 676290"/>
                  <a:gd name="connsiteY12" fmla="*/ 66050 h 66050"/>
                  <a:gd name="connsiteX13" fmla="*/ 44532 w 676290"/>
                  <a:gd name="connsiteY13" fmla="*/ 66050 h 66050"/>
                  <a:gd name="connsiteX14" fmla="*/ 2253 w 676290"/>
                  <a:gd name="connsiteY14" fmla="*/ 35471 h 66050"/>
                  <a:gd name="connsiteX15" fmla="*/ 3497 w 676290"/>
                  <a:gd name="connsiteY15" fmla="*/ 9785 h 66050"/>
                  <a:gd name="connsiteX16" fmla="*/ 25880 w 676290"/>
                  <a:gd name="connsiteY16" fmla="*/ 0 h 66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76290" h="66050">
                    <a:moveTo>
                      <a:pt x="25906" y="14955"/>
                    </a:moveTo>
                    <a:cubicBezTo>
                      <a:pt x="23419" y="14955"/>
                      <a:pt x="18445" y="14955"/>
                      <a:pt x="17202" y="18569"/>
                    </a:cubicBezTo>
                    <a:cubicBezTo>
                      <a:pt x="14715" y="20978"/>
                      <a:pt x="14715" y="25797"/>
                      <a:pt x="15958" y="30616"/>
                    </a:cubicBezTo>
                    <a:cubicBezTo>
                      <a:pt x="20932" y="41458"/>
                      <a:pt x="33366" y="51096"/>
                      <a:pt x="44556" y="51096"/>
                    </a:cubicBezTo>
                    <a:lnTo>
                      <a:pt x="650088" y="51096"/>
                    </a:lnTo>
                    <a:cubicBezTo>
                      <a:pt x="653818" y="51096"/>
                      <a:pt x="657548" y="49891"/>
                      <a:pt x="660035" y="47482"/>
                    </a:cubicBezTo>
                    <a:cubicBezTo>
                      <a:pt x="661278" y="43868"/>
                      <a:pt x="661278" y="40254"/>
                      <a:pt x="660035" y="35435"/>
                    </a:cubicBezTo>
                    <a:cubicBezTo>
                      <a:pt x="655061" y="24593"/>
                      <a:pt x="642627" y="14955"/>
                      <a:pt x="631437" y="14955"/>
                    </a:cubicBezTo>
                    <a:close/>
                    <a:moveTo>
                      <a:pt x="25880" y="0"/>
                    </a:moveTo>
                    <a:lnTo>
                      <a:pt x="631465" y="0"/>
                    </a:lnTo>
                    <a:cubicBezTo>
                      <a:pt x="648874" y="0"/>
                      <a:pt x="667527" y="13455"/>
                      <a:pt x="673744" y="30579"/>
                    </a:cubicBezTo>
                    <a:cubicBezTo>
                      <a:pt x="677475" y="40364"/>
                      <a:pt x="677475" y="48926"/>
                      <a:pt x="671257" y="56265"/>
                    </a:cubicBezTo>
                    <a:cubicBezTo>
                      <a:pt x="667527" y="62381"/>
                      <a:pt x="660065" y="66050"/>
                      <a:pt x="650117" y="66050"/>
                    </a:cubicBezTo>
                    <a:lnTo>
                      <a:pt x="44532" y="66050"/>
                    </a:lnTo>
                    <a:cubicBezTo>
                      <a:pt x="27123" y="66050"/>
                      <a:pt x="8471" y="52595"/>
                      <a:pt x="2253" y="35471"/>
                    </a:cubicBezTo>
                    <a:cubicBezTo>
                      <a:pt x="-1478" y="25686"/>
                      <a:pt x="-234" y="17124"/>
                      <a:pt x="3497" y="9785"/>
                    </a:cubicBezTo>
                    <a:cubicBezTo>
                      <a:pt x="8471" y="3669"/>
                      <a:pt x="17175" y="0"/>
                      <a:pt x="258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1B8FAFC7-507C-A143-91CF-6540B771B02B}"/>
                  </a:ext>
                </a:extLst>
              </p:cNvPr>
              <p:cNvSpPr/>
              <p:nvPr/>
            </p:nvSpPr>
            <p:spPr>
              <a:xfrm>
                <a:off x="12974248" y="8957896"/>
                <a:ext cx="826767" cy="134593"/>
              </a:xfrm>
              <a:custGeom>
                <a:avLst/>
                <a:gdLst>
                  <a:gd name="connsiteX0" fmla="*/ 49209 w 826767"/>
                  <a:gd name="connsiteY0" fmla="*/ 14955 h 134593"/>
                  <a:gd name="connsiteX1" fmla="*/ 16869 w 826767"/>
                  <a:gd name="connsiteY1" fmla="*/ 34660 h 134593"/>
                  <a:gd name="connsiteX2" fmla="*/ 29307 w 826767"/>
                  <a:gd name="connsiteY2" fmla="*/ 82691 h 134593"/>
                  <a:gd name="connsiteX3" fmla="*/ 59160 w 826767"/>
                  <a:gd name="connsiteY3" fmla="*/ 109785 h 134593"/>
                  <a:gd name="connsiteX4" fmla="*/ 93987 w 826767"/>
                  <a:gd name="connsiteY4" fmla="*/ 119638 h 134593"/>
                  <a:gd name="connsiteX5" fmla="*/ 776860 w 826767"/>
                  <a:gd name="connsiteY5" fmla="*/ 119638 h 134593"/>
                  <a:gd name="connsiteX6" fmla="*/ 810444 w 826767"/>
                  <a:gd name="connsiteY6" fmla="*/ 98701 h 134593"/>
                  <a:gd name="connsiteX7" fmla="*/ 799249 w 826767"/>
                  <a:gd name="connsiteY7" fmla="*/ 50670 h 134593"/>
                  <a:gd name="connsiteX8" fmla="*/ 768153 w 826767"/>
                  <a:gd name="connsiteY8" fmla="*/ 24808 h 134593"/>
                  <a:gd name="connsiteX9" fmla="*/ 733326 w 826767"/>
                  <a:gd name="connsiteY9" fmla="*/ 14955 h 134593"/>
                  <a:gd name="connsiteX10" fmla="*/ 49188 w 826767"/>
                  <a:gd name="connsiteY10" fmla="*/ 0 h 134593"/>
                  <a:gd name="connsiteX11" fmla="*/ 733343 w 826767"/>
                  <a:gd name="connsiteY11" fmla="*/ 0 h 134593"/>
                  <a:gd name="connsiteX12" fmla="*/ 775636 w 826767"/>
                  <a:gd name="connsiteY12" fmla="*/ 11113 h 134593"/>
                  <a:gd name="connsiteX13" fmla="*/ 810466 w 826767"/>
                  <a:gd name="connsiteY13" fmla="*/ 41983 h 134593"/>
                  <a:gd name="connsiteX14" fmla="*/ 824149 w 826767"/>
                  <a:gd name="connsiteY14" fmla="*/ 103723 h 134593"/>
                  <a:gd name="connsiteX15" fmla="*/ 776880 w 826767"/>
                  <a:gd name="connsiteY15" fmla="*/ 134593 h 134593"/>
                  <a:gd name="connsiteX16" fmla="*/ 93969 w 826767"/>
                  <a:gd name="connsiteY16" fmla="*/ 134593 h 134593"/>
                  <a:gd name="connsiteX17" fmla="*/ 51676 w 826767"/>
                  <a:gd name="connsiteY17" fmla="*/ 122245 h 134593"/>
                  <a:gd name="connsiteX18" fmla="*/ 16846 w 826767"/>
                  <a:gd name="connsiteY18" fmla="*/ 91375 h 134593"/>
                  <a:gd name="connsiteX19" fmla="*/ 3163 w 826767"/>
                  <a:gd name="connsiteY19" fmla="*/ 29635 h 134593"/>
                  <a:gd name="connsiteX20" fmla="*/ 49188 w 826767"/>
                  <a:gd name="connsiteY20" fmla="*/ 0 h 134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26767" h="134593">
                    <a:moveTo>
                      <a:pt x="49209" y="14955"/>
                    </a:moveTo>
                    <a:cubicBezTo>
                      <a:pt x="33039" y="14955"/>
                      <a:pt x="21844" y="22344"/>
                      <a:pt x="16869" y="34660"/>
                    </a:cubicBezTo>
                    <a:cubicBezTo>
                      <a:pt x="11893" y="49439"/>
                      <a:pt x="16869" y="66681"/>
                      <a:pt x="29307" y="82691"/>
                    </a:cubicBezTo>
                    <a:cubicBezTo>
                      <a:pt x="36770" y="93775"/>
                      <a:pt x="46721" y="102396"/>
                      <a:pt x="59160" y="109785"/>
                    </a:cubicBezTo>
                    <a:cubicBezTo>
                      <a:pt x="70354" y="114712"/>
                      <a:pt x="81549" y="119638"/>
                      <a:pt x="93987" y="119638"/>
                    </a:cubicBezTo>
                    <a:lnTo>
                      <a:pt x="776860" y="119638"/>
                    </a:lnTo>
                    <a:cubicBezTo>
                      <a:pt x="794274" y="119638"/>
                      <a:pt x="805469" y="111017"/>
                      <a:pt x="810444" y="98701"/>
                    </a:cubicBezTo>
                    <a:cubicBezTo>
                      <a:pt x="814176" y="85154"/>
                      <a:pt x="810444" y="66681"/>
                      <a:pt x="799249" y="50670"/>
                    </a:cubicBezTo>
                    <a:cubicBezTo>
                      <a:pt x="790543" y="39586"/>
                      <a:pt x="780592" y="30965"/>
                      <a:pt x="768153" y="24808"/>
                    </a:cubicBezTo>
                    <a:cubicBezTo>
                      <a:pt x="756959" y="17418"/>
                      <a:pt x="744520" y="14955"/>
                      <a:pt x="733326" y="14955"/>
                    </a:cubicBezTo>
                    <a:close/>
                    <a:moveTo>
                      <a:pt x="49188" y="0"/>
                    </a:moveTo>
                    <a:lnTo>
                      <a:pt x="733343" y="0"/>
                    </a:lnTo>
                    <a:cubicBezTo>
                      <a:pt x="747026" y="0"/>
                      <a:pt x="761953" y="3704"/>
                      <a:pt x="775636" y="11113"/>
                    </a:cubicBezTo>
                    <a:cubicBezTo>
                      <a:pt x="789319" y="18522"/>
                      <a:pt x="801759" y="29635"/>
                      <a:pt x="810466" y="41983"/>
                    </a:cubicBezTo>
                    <a:cubicBezTo>
                      <a:pt x="825393" y="62975"/>
                      <a:pt x="830369" y="85201"/>
                      <a:pt x="824149" y="103723"/>
                    </a:cubicBezTo>
                    <a:cubicBezTo>
                      <a:pt x="817930" y="122245"/>
                      <a:pt x="800515" y="134593"/>
                      <a:pt x="776880" y="134593"/>
                    </a:cubicBezTo>
                    <a:lnTo>
                      <a:pt x="93969" y="134593"/>
                    </a:lnTo>
                    <a:cubicBezTo>
                      <a:pt x="80286" y="134593"/>
                      <a:pt x="65359" y="129654"/>
                      <a:pt x="51676" y="122245"/>
                    </a:cubicBezTo>
                    <a:cubicBezTo>
                      <a:pt x="37992" y="114836"/>
                      <a:pt x="25553" y="103723"/>
                      <a:pt x="16846" y="91375"/>
                    </a:cubicBezTo>
                    <a:cubicBezTo>
                      <a:pt x="1919" y="70383"/>
                      <a:pt x="-4301" y="49392"/>
                      <a:pt x="3163" y="29635"/>
                    </a:cubicBezTo>
                    <a:cubicBezTo>
                      <a:pt x="9382" y="11113"/>
                      <a:pt x="26797" y="0"/>
                      <a:pt x="491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3FD4A8AC-543A-764E-9C8A-14AC49E8805A}"/>
                  </a:ext>
                </a:extLst>
              </p:cNvPr>
              <p:cNvSpPr/>
              <p:nvPr/>
            </p:nvSpPr>
            <p:spPr>
              <a:xfrm>
                <a:off x="13069604" y="9239544"/>
                <a:ext cx="758687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10" h="12">
                    <a:moveTo>
                      <a:pt x="604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604" y="0"/>
                    </a:lnTo>
                    <a:cubicBezTo>
                      <a:pt x="608" y="0"/>
                      <a:pt x="610" y="2"/>
                      <a:pt x="610" y="6"/>
                    </a:cubicBezTo>
                    <a:cubicBezTo>
                      <a:pt x="610" y="9"/>
                      <a:pt x="608" y="12"/>
                      <a:pt x="604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9" name="Freeform 108">
                <a:extLst>
                  <a:ext uri="{FF2B5EF4-FFF2-40B4-BE49-F238E27FC236}">
                    <a16:creationId xmlns:a16="http://schemas.microsoft.com/office/drawing/2014/main" id="{CEEC6723-8EAD-F64E-997F-E3B1FE03760B}"/>
                  </a:ext>
                </a:extLst>
              </p:cNvPr>
              <p:cNvSpPr/>
              <p:nvPr/>
            </p:nvSpPr>
            <p:spPr>
              <a:xfrm>
                <a:off x="13135631" y="9418998"/>
                <a:ext cx="759933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11" h="13">
                    <a:moveTo>
                      <a:pt x="605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4"/>
                      <a:pt x="3" y="0"/>
                      <a:pt x="6" y="0"/>
                    </a:cubicBezTo>
                    <a:lnTo>
                      <a:pt x="605" y="0"/>
                    </a:lnTo>
                    <a:cubicBezTo>
                      <a:pt x="607" y="0"/>
                      <a:pt x="611" y="4"/>
                      <a:pt x="611" y="6"/>
                    </a:cubicBezTo>
                    <a:cubicBezTo>
                      <a:pt x="611" y="10"/>
                      <a:pt x="607" y="13"/>
                      <a:pt x="605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0" name="Freeform 109">
                <a:extLst>
                  <a:ext uri="{FF2B5EF4-FFF2-40B4-BE49-F238E27FC236}">
                    <a16:creationId xmlns:a16="http://schemas.microsoft.com/office/drawing/2014/main" id="{E15CFCA5-100C-3042-A063-4FFD9BE6C77C}"/>
                  </a:ext>
                </a:extLst>
              </p:cNvPr>
              <p:cNvSpPr/>
              <p:nvPr/>
            </p:nvSpPr>
            <p:spPr>
              <a:xfrm>
                <a:off x="13201655" y="9599705"/>
                <a:ext cx="758687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10" h="13">
                    <a:moveTo>
                      <a:pt x="604" y="13"/>
                    </a:moveTo>
                    <a:lnTo>
                      <a:pt x="6" y="13"/>
                    </a:lnTo>
                    <a:cubicBezTo>
                      <a:pt x="2" y="13"/>
                      <a:pt x="0" y="10"/>
                      <a:pt x="0" y="7"/>
                    </a:cubicBezTo>
                    <a:cubicBezTo>
                      <a:pt x="0" y="4"/>
                      <a:pt x="2" y="0"/>
                      <a:pt x="6" y="0"/>
                    </a:cubicBezTo>
                    <a:lnTo>
                      <a:pt x="604" y="0"/>
                    </a:lnTo>
                    <a:cubicBezTo>
                      <a:pt x="607" y="0"/>
                      <a:pt x="610" y="4"/>
                      <a:pt x="610" y="7"/>
                    </a:cubicBezTo>
                    <a:cubicBezTo>
                      <a:pt x="610" y="10"/>
                      <a:pt x="607" y="13"/>
                      <a:pt x="604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14D45BAF-7FE8-8F4C-A375-7C1EABBF47DA}"/>
                  </a:ext>
                </a:extLst>
              </p:cNvPr>
              <p:cNvSpPr/>
              <p:nvPr/>
            </p:nvSpPr>
            <p:spPr>
              <a:xfrm>
                <a:off x="12981153" y="8965374"/>
                <a:ext cx="812256" cy="11963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3" h="97">
                    <a:moveTo>
                      <a:pt x="584" y="0"/>
                    </a:moveTo>
                    <a:lnTo>
                      <a:pt x="309" y="0"/>
                    </a:lnTo>
                    <a:lnTo>
                      <a:pt x="34" y="0"/>
                    </a:lnTo>
                    <a:cubicBezTo>
                      <a:pt x="18" y="0"/>
                      <a:pt x="7" y="8"/>
                      <a:pt x="2" y="20"/>
                    </a:cubicBezTo>
                    <a:cubicBezTo>
                      <a:pt x="-2" y="32"/>
                      <a:pt x="1" y="49"/>
                      <a:pt x="13" y="65"/>
                    </a:cubicBezTo>
                    <a:cubicBezTo>
                      <a:pt x="20" y="74"/>
                      <a:pt x="29" y="82"/>
                      <a:pt x="38" y="87"/>
                    </a:cubicBezTo>
                    <a:cubicBezTo>
                      <a:pt x="49" y="93"/>
                      <a:pt x="59" y="97"/>
                      <a:pt x="70" y="97"/>
                    </a:cubicBezTo>
                    <a:lnTo>
                      <a:pt x="344" y="97"/>
                    </a:lnTo>
                    <a:lnTo>
                      <a:pt x="619" y="97"/>
                    </a:lnTo>
                    <a:cubicBezTo>
                      <a:pt x="636" y="97"/>
                      <a:pt x="647" y="88"/>
                      <a:pt x="652" y="76"/>
                    </a:cubicBezTo>
                    <a:cubicBezTo>
                      <a:pt x="656" y="64"/>
                      <a:pt x="652" y="47"/>
                      <a:pt x="641" y="32"/>
                    </a:cubicBezTo>
                    <a:cubicBezTo>
                      <a:pt x="634" y="22"/>
                      <a:pt x="625" y="14"/>
                      <a:pt x="615" y="8"/>
                    </a:cubicBezTo>
                    <a:cubicBezTo>
                      <a:pt x="605" y="3"/>
                      <a:pt x="594" y="0"/>
                      <a:pt x="584" y="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396C76E0-791A-8A4B-B8AC-7792DD65429D}"/>
                  </a:ext>
                </a:extLst>
              </p:cNvPr>
              <p:cNvSpPr/>
              <p:nvPr/>
            </p:nvSpPr>
            <p:spPr>
              <a:xfrm>
                <a:off x="12161422" y="8974097"/>
                <a:ext cx="520741" cy="411256"/>
              </a:xfrm>
              <a:custGeom>
                <a:avLst/>
                <a:gdLst>
                  <a:gd name="connsiteX0" fmla="*/ 18684 w 520741"/>
                  <a:gd name="connsiteY0" fmla="*/ 16201 h 411256"/>
                  <a:gd name="connsiteX1" fmla="*/ 108150 w 520741"/>
                  <a:gd name="connsiteY1" fmla="*/ 263388 h 411256"/>
                  <a:gd name="connsiteX2" fmla="*/ 265959 w 520741"/>
                  <a:gd name="connsiteY2" fmla="*/ 382634 h 411256"/>
                  <a:gd name="connsiteX3" fmla="*/ 269687 w 520741"/>
                  <a:gd name="connsiteY3" fmla="*/ 395055 h 411256"/>
                  <a:gd name="connsiteX4" fmla="*/ 502051 w 520741"/>
                  <a:gd name="connsiteY4" fmla="*/ 357791 h 411256"/>
                  <a:gd name="connsiteX5" fmla="*/ 18684 w 520741"/>
                  <a:gd name="connsiteY5" fmla="*/ 16201 h 411256"/>
                  <a:gd name="connsiteX6" fmla="*/ 7457 w 520741"/>
                  <a:gd name="connsiteY6" fmla="*/ 0 h 411256"/>
                  <a:gd name="connsiteX7" fmla="*/ 520741 w 520741"/>
                  <a:gd name="connsiteY7" fmla="*/ 361557 h 411256"/>
                  <a:gd name="connsiteX8" fmla="*/ 519498 w 520741"/>
                  <a:gd name="connsiteY8" fmla="*/ 367770 h 411256"/>
                  <a:gd name="connsiteX9" fmla="*/ 514527 w 520741"/>
                  <a:gd name="connsiteY9" fmla="*/ 371497 h 411256"/>
                  <a:gd name="connsiteX10" fmla="*/ 264720 w 520741"/>
                  <a:gd name="connsiteY10" fmla="*/ 411256 h 411256"/>
                  <a:gd name="connsiteX11" fmla="*/ 263478 w 520741"/>
                  <a:gd name="connsiteY11" fmla="*/ 411256 h 411256"/>
                  <a:gd name="connsiteX12" fmla="*/ 257263 w 520741"/>
                  <a:gd name="connsiteY12" fmla="*/ 405044 h 411256"/>
                  <a:gd name="connsiteX13" fmla="*/ 251049 w 520741"/>
                  <a:gd name="connsiteY13" fmla="*/ 387649 h 411256"/>
                  <a:gd name="connsiteX14" fmla="*/ 103154 w 520741"/>
                  <a:gd name="connsiteY14" fmla="*/ 278312 h 411256"/>
                  <a:gd name="connsiteX15" fmla="*/ 95697 w 520741"/>
                  <a:gd name="connsiteY15" fmla="*/ 273342 h 411256"/>
                  <a:gd name="connsiteX16" fmla="*/ 0 w 520741"/>
                  <a:gd name="connsiteY16" fmla="*/ 11182 h 411256"/>
                  <a:gd name="connsiteX17" fmla="*/ 1243 w 520741"/>
                  <a:gd name="connsiteY17" fmla="*/ 3727 h 411256"/>
                  <a:gd name="connsiteX18" fmla="*/ 7457 w 520741"/>
                  <a:gd name="connsiteY18" fmla="*/ 0 h 411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20741" h="411256">
                    <a:moveTo>
                      <a:pt x="18684" y="16201"/>
                    </a:moveTo>
                    <a:lnTo>
                      <a:pt x="108150" y="263388"/>
                    </a:lnTo>
                    <a:cubicBezTo>
                      <a:pt x="172765" y="265872"/>
                      <a:pt x="242350" y="319284"/>
                      <a:pt x="265959" y="382634"/>
                    </a:cubicBezTo>
                    <a:cubicBezTo>
                      <a:pt x="267202" y="386360"/>
                      <a:pt x="268444" y="390086"/>
                      <a:pt x="269687" y="395055"/>
                    </a:cubicBezTo>
                    <a:lnTo>
                      <a:pt x="502051" y="357791"/>
                    </a:lnTo>
                    <a:cubicBezTo>
                      <a:pt x="418798" y="168985"/>
                      <a:pt x="210043" y="21170"/>
                      <a:pt x="18684" y="16201"/>
                    </a:cubicBezTo>
                    <a:close/>
                    <a:moveTo>
                      <a:pt x="7457" y="0"/>
                    </a:moveTo>
                    <a:cubicBezTo>
                      <a:pt x="210036" y="0"/>
                      <a:pt x="434986" y="159036"/>
                      <a:pt x="520741" y="361557"/>
                    </a:cubicBezTo>
                    <a:cubicBezTo>
                      <a:pt x="520741" y="362800"/>
                      <a:pt x="520741" y="365285"/>
                      <a:pt x="519498" y="367770"/>
                    </a:cubicBezTo>
                    <a:cubicBezTo>
                      <a:pt x="519498" y="370255"/>
                      <a:pt x="517013" y="371497"/>
                      <a:pt x="514527" y="371497"/>
                    </a:cubicBezTo>
                    <a:lnTo>
                      <a:pt x="264720" y="411256"/>
                    </a:lnTo>
                    <a:lnTo>
                      <a:pt x="263478" y="411256"/>
                    </a:lnTo>
                    <a:cubicBezTo>
                      <a:pt x="260992" y="411256"/>
                      <a:pt x="257263" y="408771"/>
                      <a:pt x="257263" y="405044"/>
                    </a:cubicBezTo>
                    <a:cubicBezTo>
                      <a:pt x="254778" y="398831"/>
                      <a:pt x="253535" y="392619"/>
                      <a:pt x="251049" y="387649"/>
                    </a:cubicBezTo>
                    <a:cubicBezTo>
                      <a:pt x="229921" y="326768"/>
                      <a:pt x="162809" y="278312"/>
                      <a:pt x="103154" y="278312"/>
                    </a:cubicBezTo>
                    <a:cubicBezTo>
                      <a:pt x="100668" y="278312"/>
                      <a:pt x="96940" y="275827"/>
                      <a:pt x="95697" y="273342"/>
                    </a:cubicBezTo>
                    <a:lnTo>
                      <a:pt x="0" y="11182"/>
                    </a:lnTo>
                    <a:cubicBezTo>
                      <a:pt x="0" y="8697"/>
                      <a:pt x="0" y="6212"/>
                      <a:pt x="1243" y="3727"/>
                    </a:cubicBezTo>
                    <a:cubicBezTo>
                      <a:pt x="2486" y="1242"/>
                      <a:pt x="4971" y="0"/>
                      <a:pt x="74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4" name="Freeform 113">
                <a:extLst>
                  <a:ext uri="{FF2B5EF4-FFF2-40B4-BE49-F238E27FC236}">
                    <a16:creationId xmlns:a16="http://schemas.microsoft.com/office/drawing/2014/main" id="{B3E807FA-0502-514A-BC70-1140A77AE648}"/>
                  </a:ext>
                </a:extLst>
              </p:cNvPr>
              <p:cNvSpPr/>
              <p:nvPr/>
            </p:nvSpPr>
            <p:spPr>
              <a:xfrm>
                <a:off x="12418055" y="9339243"/>
                <a:ext cx="287778" cy="2168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2" h="175">
                    <a:moveTo>
                      <a:pt x="206" y="0"/>
                    </a:moveTo>
                    <a:lnTo>
                      <a:pt x="5" y="31"/>
                    </a:lnTo>
                    <a:cubicBezTo>
                      <a:pt x="9" y="50"/>
                      <a:pt x="7" y="66"/>
                      <a:pt x="0" y="79"/>
                    </a:cubicBezTo>
                    <a:lnTo>
                      <a:pt x="226" y="175"/>
                    </a:lnTo>
                    <a:cubicBezTo>
                      <a:pt x="237" y="129"/>
                      <a:pt x="234" y="75"/>
                      <a:pt x="212" y="17"/>
                    </a:cubicBezTo>
                    <a:cubicBezTo>
                      <a:pt x="211" y="11"/>
                      <a:pt x="208" y="6"/>
                      <a:pt x="2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D7B82C94-8625-6D41-BC66-302F70155EC1}"/>
                  </a:ext>
                </a:extLst>
              </p:cNvPr>
              <p:cNvSpPr/>
              <p:nvPr/>
            </p:nvSpPr>
            <p:spPr>
              <a:xfrm>
                <a:off x="12410581" y="9331765"/>
                <a:ext cx="302899" cy="231799"/>
              </a:xfrm>
              <a:custGeom>
                <a:avLst/>
                <a:gdLst>
                  <a:gd name="connsiteX0" fmla="*/ 258015 w 302899"/>
                  <a:gd name="connsiteY0" fmla="*/ 14955 h 231799"/>
                  <a:gd name="connsiteX1" fmla="*/ 22396 w 302899"/>
                  <a:gd name="connsiteY1" fmla="*/ 52110 h 231799"/>
                  <a:gd name="connsiteX2" fmla="*/ 16195 w 302899"/>
                  <a:gd name="connsiteY2" fmla="*/ 100411 h 231799"/>
                  <a:gd name="connsiteX3" fmla="*/ 282818 w 302899"/>
                  <a:gd name="connsiteY3" fmla="*/ 214352 h 231799"/>
                  <a:gd name="connsiteX4" fmla="*/ 264216 w 302899"/>
                  <a:gd name="connsiteY4" fmla="*/ 31055 h 231799"/>
                  <a:gd name="connsiteX5" fmla="*/ 258015 w 302899"/>
                  <a:gd name="connsiteY5" fmla="*/ 14955 h 231799"/>
                  <a:gd name="connsiteX6" fmla="*/ 261784 w 302899"/>
                  <a:gd name="connsiteY6" fmla="*/ 0 h 231799"/>
                  <a:gd name="connsiteX7" fmla="*/ 270469 w 302899"/>
                  <a:gd name="connsiteY7" fmla="*/ 4958 h 231799"/>
                  <a:gd name="connsiteX8" fmla="*/ 277913 w 302899"/>
                  <a:gd name="connsiteY8" fmla="*/ 26031 h 231799"/>
                  <a:gd name="connsiteX9" fmla="*/ 294042 w 302899"/>
                  <a:gd name="connsiteY9" fmla="*/ 226841 h 231799"/>
                  <a:gd name="connsiteX10" fmla="*/ 290320 w 302899"/>
                  <a:gd name="connsiteY10" fmla="*/ 231799 h 231799"/>
                  <a:gd name="connsiteX11" fmla="*/ 287839 w 302899"/>
                  <a:gd name="connsiteY11" fmla="*/ 231799 h 231799"/>
                  <a:gd name="connsiteX12" fmla="*/ 284117 w 302899"/>
                  <a:gd name="connsiteY12" fmla="*/ 231799 h 231799"/>
                  <a:gd name="connsiteX13" fmla="*/ 3722 w 302899"/>
                  <a:gd name="connsiteY13" fmla="*/ 112801 h 231799"/>
                  <a:gd name="connsiteX14" fmla="*/ 0 w 302899"/>
                  <a:gd name="connsiteY14" fmla="*/ 107842 h 231799"/>
                  <a:gd name="connsiteX15" fmla="*/ 0 w 302899"/>
                  <a:gd name="connsiteY15" fmla="*/ 101644 h 231799"/>
                  <a:gd name="connsiteX16" fmla="*/ 7444 w 302899"/>
                  <a:gd name="connsiteY16" fmla="*/ 48343 h 231799"/>
                  <a:gd name="connsiteX17" fmla="*/ 7444 w 302899"/>
                  <a:gd name="connsiteY17" fmla="*/ 42145 h 231799"/>
                  <a:gd name="connsiteX18" fmla="*/ 13648 w 302899"/>
                  <a:gd name="connsiteY18" fmla="*/ 38427 h 2317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02899" h="231799">
                    <a:moveTo>
                      <a:pt x="258015" y="14955"/>
                    </a:moveTo>
                    <a:lnTo>
                      <a:pt x="22396" y="52110"/>
                    </a:lnTo>
                    <a:cubicBezTo>
                      <a:pt x="24876" y="70687"/>
                      <a:pt x="22396" y="86787"/>
                      <a:pt x="16195" y="100411"/>
                    </a:cubicBezTo>
                    <a:lnTo>
                      <a:pt x="282818" y="214352"/>
                    </a:lnTo>
                    <a:cubicBezTo>
                      <a:pt x="293979" y="158620"/>
                      <a:pt x="287778" y="95457"/>
                      <a:pt x="264216" y="31055"/>
                    </a:cubicBezTo>
                    <a:cubicBezTo>
                      <a:pt x="262976" y="26101"/>
                      <a:pt x="260496" y="21147"/>
                      <a:pt x="258015" y="14955"/>
                    </a:cubicBezTo>
                    <a:close/>
                    <a:moveTo>
                      <a:pt x="261784" y="0"/>
                    </a:moveTo>
                    <a:cubicBezTo>
                      <a:pt x="265506" y="0"/>
                      <a:pt x="269229" y="1240"/>
                      <a:pt x="270469" y="4958"/>
                    </a:cubicBezTo>
                    <a:cubicBezTo>
                      <a:pt x="272951" y="12396"/>
                      <a:pt x="276673" y="19833"/>
                      <a:pt x="277913" y="26031"/>
                    </a:cubicBezTo>
                    <a:cubicBezTo>
                      <a:pt x="303968" y="96686"/>
                      <a:pt x="310171" y="166102"/>
                      <a:pt x="294042" y="226841"/>
                    </a:cubicBezTo>
                    <a:cubicBezTo>
                      <a:pt x="294042" y="229320"/>
                      <a:pt x="292802" y="230559"/>
                      <a:pt x="290320" y="231799"/>
                    </a:cubicBezTo>
                    <a:lnTo>
                      <a:pt x="287839" y="231799"/>
                    </a:lnTo>
                    <a:cubicBezTo>
                      <a:pt x="286598" y="231799"/>
                      <a:pt x="285357" y="231799"/>
                      <a:pt x="284117" y="231799"/>
                    </a:cubicBezTo>
                    <a:lnTo>
                      <a:pt x="3722" y="112801"/>
                    </a:lnTo>
                    <a:cubicBezTo>
                      <a:pt x="1241" y="111561"/>
                      <a:pt x="0" y="109082"/>
                      <a:pt x="0" y="107842"/>
                    </a:cubicBezTo>
                    <a:cubicBezTo>
                      <a:pt x="0" y="105363"/>
                      <a:pt x="0" y="102884"/>
                      <a:pt x="0" y="101644"/>
                    </a:cubicBezTo>
                    <a:cubicBezTo>
                      <a:pt x="8685" y="86770"/>
                      <a:pt x="11166" y="68176"/>
                      <a:pt x="7444" y="48343"/>
                    </a:cubicBezTo>
                    <a:cubicBezTo>
                      <a:pt x="6203" y="45864"/>
                      <a:pt x="7444" y="43385"/>
                      <a:pt x="7444" y="42145"/>
                    </a:cubicBezTo>
                    <a:cubicBezTo>
                      <a:pt x="8685" y="40906"/>
                      <a:pt x="11166" y="38427"/>
                      <a:pt x="13648" y="384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724591D4-837D-9B4B-B336-30A0DF9E57B6}"/>
                  </a:ext>
                </a:extLst>
              </p:cNvPr>
              <p:cNvSpPr/>
              <p:nvPr/>
            </p:nvSpPr>
            <p:spPr>
              <a:xfrm>
                <a:off x="11903543" y="8981575"/>
                <a:ext cx="794815" cy="75521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9" h="607">
                    <a:moveTo>
                      <a:pt x="356" y="396"/>
                    </a:moveTo>
                    <a:cubicBezTo>
                      <a:pt x="305" y="396"/>
                      <a:pt x="249" y="355"/>
                      <a:pt x="231" y="304"/>
                    </a:cubicBezTo>
                    <a:cubicBezTo>
                      <a:pt x="213" y="253"/>
                      <a:pt x="238" y="212"/>
                      <a:pt x="289" y="212"/>
                    </a:cubicBezTo>
                    <a:lnTo>
                      <a:pt x="212" y="0"/>
                    </a:lnTo>
                    <a:cubicBezTo>
                      <a:pt x="45" y="0"/>
                      <a:pt x="-41" y="136"/>
                      <a:pt x="19" y="304"/>
                    </a:cubicBezTo>
                    <a:cubicBezTo>
                      <a:pt x="80" y="471"/>
                      <a:pt x="265" y="607"/>
                      <a:pt x="433" y="607"/>
                    </a:cubicBezTo>
                    <a:cubicBezTo>
                      <a:pt x="542" y="607"/>
                      <a:pt x="617" y="549"/>
                      <a:pt x="639" y="462"/>
                    </a:cubicBezTo>
                    <a:lnTo>
                      <a:pt x="413" y="366"/>
                    </a:lnTo>
                    <a:cubicBezTo>
                      <a:pt x="402" y="384"/>
                      <a:pt x="383" y="396"/>
                      <a:pt x="356" y="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62F6743B-2FB1-0345-8F0C-D19719E51F20}"/>
                  </a:ext>
                </a:extLst>
              </p:cNvPr>
              <p:cNvSpPr/>
              <p:nvPr/>
            </p:nvSpPr>
            <p:spPr>
              <a:xfrm>
                <a:off x="11897774" y="8974097"/>
                <a:ext cx="808524" cy="770170"/>
              </a:xfrm>
              <a:custGeom>
                <a:avLst/>
                <a:gdLst>
                  <a:gd name="connsiteX0" fmla="*/ 264490 w 808524"/>
                  <a:gd name="connsiteY0" fmla="*/ 16201 h 770170"/>
                  <a:gd name="connsiteX1" fmla="*/ 55532 w 808524"/>
                  <a:gd name="connsiteY1" fmla="*/ 114487 h 770170"/>
                  <a:gd name="connsiteX2" fmla="*/ 36875 w 808524"/>
                  <a:gd name="connsiteY2" fmla="*/ 383220 h 770170"/>
                  <a:gd name="connsiteX3" fmla="*/ 544345 w 808524"/>
                  <a:gd name="connsiteY3" fmla="*/ 755215 h 770170"/>
                  <a:gd name="connsiteX4" fmla="*/ 790617 w 808524"/>
                  <a:gd name="connsiteY4" fmla="*/ 587257 h 770170"/>
                  <a:gd name="connsiteX5" fmla="*/ 521957 w 808524"/>
                  <a:gd name="connsiteY5" fmla="*/ 472797 h 770170"/>
                  <a:gd name="connsiteX6" fmla="*/ 448572 w 808524"/>
                  <a:gd name="connsiteY6" fmla="*/ 507633 h 770170"/>
                  <a:gd name="connsiteX7" fmla="*/ 285635 w 808524"/>
                  <a:gd name="connsiteY7" fmla="*/ 388196 h 770170"/>
                  <a:gd name="connsiteX8" fmla="*/ 291854 w 808524"/>
                  <a:gd name="connsiteY8" fmla="*/ 298619 h 770170"/>
                  <a:gd name="connsiteX9" fmla="*/ 355288 w 808524"/>
                  <a:gd name="connsiteY9" fmla="*/ 265027 h 770170"/>
                  <a:gd name="connsiteX10" fmla="*/ 270704 w 808524"/>
                  <a:gd name="connsiteY10" fmla="*/ 0 h 770170"/>
                  <a:gd name="connsiteX11" fmla="*/ 278167 w 808524"/>
                  <a:gd name="connsiteY11" fmla="*/ 6221 h 770170"/>
                  <a:gd name="connsiteX12" fmla="*/ 373945 w 808524"/>
                  <a:gd name="connsiteY12" fmla="*/ 268751 h 770170"/>
                  <a:gd name="connsiteX13" fmla="*/ 372702 w 808524"/>
                  <a:gd name="connsiteY13" fmla="*/ 276216 h 770170"/>
                  <a:gd name="connsiteX14" fmla="*/ 366482 w 808524"/>
                  <a:gd name="connsiteY14" fmla="*/ 278705 h 770170"/>
                  <a:gd name="connsiteX15" fmla="*/ 305532 w 808524"/>
                  <a:gd name="connsiteY15" fmla="*/ 306077 h 770170"/>
                  <a:gd name="connsiteX16" fmla="*/ 300557 w 808524"/>
                  <a:gd name="connsiteY16" fmla="*/ 383219 h 770170"/>
                  <a:gd name="connsiteX17" fmla="*/ 449822 w 808524"/>
                  <a:gd name="connsiteY17" fmla="*/ 492710 h 770170"/>
                  <a:gd name="connsiteX18" fmla="*/ 513260 w 808524"/>
                  <a:gd name="connsiteY18" fmla="*/ 459116 h 770170"/>
                  <a:gd name="connsiteX19" fmla="*/ 523211 w 808524"/>
                  <a:gd name="connsiteY19" fmla="*/ 455383 h 770170"/>
                  <a:gd name="connsiteX20" fmla="*/ 804326 w 808524"/>
                  <a:gd name="connsiteY20" fmla="*/ 576072 h 770170"/>
                  <a:gd name="connsiteX21" fmla="*/ 808058 w 808524"/>
                  <a:gd name="connsiteY21" fmla="*/ 584782 h 770170"/>
                  <a:gd name="connsiteX22" fmla="*/ 545600 w 808524"/>
                  <a:gd name="connsiteY22" fmla="*/ 770170 h 770170"/>
                  <a:gd name="connsiteX23" fmla="*/ 24417 w 808524"/>
                  <a:gd name="connsiteY23" fmla="*/ 388196 h 770170"/>
                  <a:gd name="connsiteX24" fmla="*/ 44319 w 808524"/>
                  <a:gd name="connsiteY24" fmla="*/ 105758 h 770170"/>
                  <a:gd name="connsiteX25" fmla="*/ 270704 w 808524"/>
                  <a:gd name="connsiteY25" fmla="*/ 0 h 770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808524" h="770170">
                    <a:moveTo>
                      <a:pt x="264490" y="16201"/>
                    </a:moveTo>
                    <a:cubicBezTo>
                      <a:pt x="172449" y="17445"/>
                      <a:pt x="99065" y="52281"/>
                      <a:pt x="55532" y="114487"/>
                    </a:cubicBezTo>
                    <a:cubicBezTo>
                      <a:pt x="5780" y="184159"/>
                      <a:pt x="-439" y="279957"/>
                      <a:pt x="36875" y="383220"/>
                    </a:cubicBezTo>
                    <a:cubicBezTo>
                      <a:pt x="111503" y="587257"/>
                      <a:pt x="339118" y="755215"/>
                      <a:pt x="544345" y="755215"/>
                    </a:cubicBezTo>
                    <a:cubicBezTo>
                      <a:pt x="669969" y="755215"/>
                      <a:pt x="762010" y="691764"/>
                      <a:pt x="790617" y="587257"/>
                    </a:cubicBezTo>
                    <a:lnTo>
                      <a:pt x="521957" y="472797"/>
                    </a:lnTo>
                    <a:cubicBezTo>
                      <a:pt x="507031" y="493947"/>
                      <a:pt x="479667" y="507633"/>
                      <a:pt x="448572" y="507633"/>
                    </a:cubicBezTo>
                    <a:cubicBezTo>
                      <a:pt x="382651" y="507633"/>
                      <a:pt x="309267" y="454135"/>
                      <a:pt x="285635" y="388196"/>
                    </a:cubicBezTo>
                    <a:cubicBezTo>
                      <a:pt x="273197" y="354605"/>
                      <a:pt x="276928" y="321013"/>
                      <a:pt x="291854" y="298619"/>
                    </a:cubicBezTo>
                    <a:cubicBezTo>
                      <a:pt x="305536" y="278713"/>
                      <a:pt x="327924" y="266271"/>
                      <a:pt x="355288" y="265027"/>
                    </a:cubicBezTo>
                    <a:close/>
                    <a:moveTo>
                      <a:pt x="270704" y="0"/>
                    </a:moveTo>
                    <a:cubicBezTo>
                      <a:pt x="274435" y="0"/>
                      <a:pt x="276923" y="2488"/>
                      <a:pt x="278167" y="6221"/>
                    </a:cubicBezTo>
                    <a:lnTo>
                      <a:pt x="373945" y="268751"/>
                    </a:lnTo>
                    <a:cubicBezTo>
                      <a:pt x="375189" y="271239"/>
                      <a:pt x="373945" y="273728"/>
                      <a:pt x="372702" y="276216"/>
                    </a:cubicBezTo>
                    <a:cubicBezTo>
                      <a:pt x="371458" y="277460"/>
                      <a:pt x="368970" y="278705"/>
                      <a:pt x="366482" y="278705"/>
                    </a:cubicBezTo>
                    <a:cubicBezTo>
                      <a:pt x="340361" y="278705"/>
                      <a:pt x="319215" y="288658"/>
                      <a:pt x="305532" y="306077"/>
                    </a:cubicBezTo>
                    <a:cubicBezTo>
                      <a:pt x="291850" y="325985"/>
                      <a:pt x="290606" y="353357"/>
                      <a:pt x="300557" y="383219"/>
                    </a:cubicBezTo>
                    <a:cubicBezTo>
                      <a:pt x="322947" y="442941"/>
                      <a:pt x="388872" y="492710"/>
                      <a:pt x="449822" y="492710"/>
                    </a:cubicBezTo>
                    <a:cubicBezTo>
                      <a:pt x="478431" y="492710"/>
                      <a:pt x="502065" y="480268"/>
                      <a:pt x="513260" y="459116"/>
                    </a:cubicBezTo>
                    <a:cubicBezTo>
                      <a:pt x="515747" y="455383"/>
                      <a:pt x="519479" y="454139"/>
                      <a:pt x="523211" y="455383"/>
                    </a:cubicBezTo>
                    <a:lnTo>
                      <a:pt x="804326" y="576072"/>
                    </a:lnTo>
                    <a:cubicBezTo>
                      <a:pt x="808058" y="577316"/>
                      <a:pt x="809302" y="581049"/>
                      <a:pt x="808058" y="584782"/>
                    </a:cubicBezTo>
                    <a:cubicBezTo>
                      <a:pt x="779449" y="700494"/>
                      <a:pt x="681183" y="770170"/>
                      <a:pt x="545600" y="770170"/>
                    </a:cubicBezTo>
                    <a:cubicBezTo>
                      <a:pt x="334141" y="770170"/>
                      <a:pt x="100293" y="598468"/>
                      <a:pt x="24417" y="388196"/>
                    </a:cubicBezTo>
                    <a:cubicBezTo>
                      <a:pt x="-14144" y="282437"/>
                      <a:pt x="-6680" y="179167"/>
                      <a:pt x="44319" y="105758"/>
                    </a:cubicBezTo>
                    <a:cubicBezTo>
                      <a:pt x="91586" y="38571"/>
                      <a:pt x="171194" y="0"/>
                      <a:pt x="2707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663C1D74-667E-8A45-8396-81F6EE2C366E}"/>
                  </a:ext>
                </a:extLst>
              </p:cNvPr>
              <p:cNvSpPr/>
              <p:nvPr/>
            </p:nvSpPr>
            <p:spPr>
              <a:xfrm>
                <a:off x="11392654" y="7618200"/>
                <a:ext cx="492199" cy="680441"/>
              </a:xfrm>
              <a:custGeom>
                <a:avLst/>
                <a:gdLst>
                  <a:gd name="connsiteX0" fmla="*/ 145521 w 492199"/>
                  <a:gd name="connsiteY0" fmla="*/ 16201 h 680441"/>
                  <a:gd name="connsiteX1" fmla="*/ 39916 w 492199"/>
                  <a:gd name="connsiteY1" fmla="*/ 70930 h 680441"/>
                  <a:gd name="connsiteX2" fmla="*/ 23764 w 492199"/>
                  <a:gd name="connsiteY2" fmla="*/ 190339 h 680441"/>
                  <a:gd name="connsiteX3" fmla="*/ 196460 w 492199"/>
                  <a:gd name="connsiteY3" fmla="*/ 665486 h 680441"/>
                  <a:gd name="connsiteX4" fmla="*/ 474761 w 492199"/>
                  <a:gd name="connsiteY4" fmla="*/ 665486 h 680441"/>
                  <a:gd name="connsiteX5" fmla="*/ 268520 w 492199"/>
                  <a:gd name="connsiteY5" fmla="*/ 102026 h 680441"/>
                  <a:gd name="connsiteX6" fmla="*/ 221308 w 492199"/>
                  <a:gd name="connsiteY6" fmla="*/ 39834 h 680441"/>
                  <a:gd name="connsiteX7" fmla="*/ 145521 w 492199"/>
                  <a:gd name="connsiteY7" fmla="*/ 16201 h 680441"/>
                  <a:gd name="connsiteX8" fmla="*/ 145501 w 492199"/>
                  <a:gd name="connsiteY8" fmla="*/ 0 h 680441"/>
                  <a:gd name="connsiteX9" fmla="*/ 230001 w 492199"/>
                  <a:gd name="connsiteY9" fmla="*/ 26123 h 680441"/>
                  <a:gd name="connsiteX10" fmla="*/ 283434 w 492199"/>
                  <a:gd name="connsiteY10" fmla="*/ 95784 h 680441"/>
                  <a:gd name="connsiteX11" fmla="*/ 492199 w 492199"/>
                  <a:gd name="connsiteY11" fmla="*/ 670490 h 680441"/>
                  <a:gd name="connsiteX12" fmla="*/ 490956 w 492199"/>
                  <a:gd name="connsiteY12" fmla="*/ 677953 h 680441"/>
                  <a:gd name="connsiteX13" fmla="*/ 484743 w 492199"/>
                  <a:gd name="connsiteY13" fmla="*/ 680441 h 680441"/>
                  <a:gd name="connsiteX14" fmla="*/ 190236 w 492199"/>
                  <a:gd name="connsiteY14" fmla="*/ 680441 h 680441"/>
                  <a:gd name="connsiteX15" fmla="*/ 184023 w 492199"/>
                  <a:gd name="connsiteY15" fmla="*/ 675465 h 680441"/>
                  <a:gd name="connsiteX16" fmla="*/ 8810 w 492199"/>
                  <a:gd name="connsiteY16" fmla="*/ 196544 h 680441"/>
                  <a:gd name="connsiteX17" fmla="*/ 26207 w 492199"/>
                  <a:gd name="connsiteY17" fmla="*/ 62198 h 680441"/>
                  <a:gd name="connsiteX18" fmla="*/ 145501 w 492199"/>
                  <a:gd name="connsiteY18" fmla="*/ 0 h 6804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92199" h="680441">
                    <a:moveTo>
                      <a:pt x="145521" y="16201"/>
                    </a:moveTo>
                    <a:cubicBezTo>
                      <a:pt x="103279" y="16201"/>
                      <a:pt x="63522" y="36103"/>
                      <a:pt x="39916" y="70930"/>
                    </a:cubicBezTo>
                    <a:cubicBezTo>
                      <a:pt x="15068" y="107002"/>
                      <a:pt x="8856" y="150536"/>
                      <a:pt x="23764" y="190339"/>
                    </a:cubicBezTo>
                    <a:lnTo>
                      <a:pt x="196460" y="665486"/>
                    </a:lnTo>
                    <a:lnTo>
                      <a:pt x="474761" y="665486"/>
                    </a:lnTo>
                    <a:lnTo>
                      <a:pt x="268520" y="102026"/>
                    </a:lnTo>
                    <a:cubicBezTo>
                      <a:pt x="259823" y="75906"/>
                      <a:pt x="243672" y="54760"/>
                      <a:pt x="221308" y="39834"/>
                    </a:cubicBezTo>
                    <a:cubicBezTo>
                      <a:pt x="198945" y="23664"/>
                      <a:pt x="172854" y="16201"/>
                      <a:pt x="145521" y="16201"/>
                    </a:cubicBezTo>
                    <a:close/>
                    <a:moveTo>
                      <a:pt x="145501" y="0"/>
                    </a:moveTo>
                    <a:cubicBezTo>
                      <a:pt x="176567" y="0"/>
                      <a:pt x="205148" y="9952"/>
                      <a:pt x="230001" y="26123"/>
                    </a:cubicBezTo>
                    <a:cubicBezTo>
                      <a:pt x="254854" y="43539"/>
                      <a:pt x="273493" y="68418"/>
                      <a:pt x="283434" y="95784"/>
                    </a:cubicBezTo>
                    <a:lnTo>
                      <a:pt x="492199" y="670490"/>
                    </a:lnTo>
                    <a:cubicBezTo>
                      <a:pt x="492199" y="672978"/>
                      <a:pt x="492199" y="675465"/>
                      <a:pt x="490956" y="677953"/>
                    </a:cubicBezTo>
                    <a:cubicBezTo>
                      <a:pt x="489714" y="680441"/>
                      <a:pt x="487228" y="680441"/>
                      <a:pt x="484743" y="680441"/>
                    </a:cubicBezTo>
                    <a:lnTo>
                      <a:pt x="190236" y="680441"/>
                    </a:lnTo>
                    <a:cubicBezTo>
                      <a:pt x="187751" y="680441"/>
                      <a:pt x="185265" y="677953"/>
                      <a:pt x="184023" y="675465"/>
                    </a:cubicBezTo>
                    <a:lnTo>
                      <a:pt x="8810" y="196544"/>
                    </a:lnTo>
                    <a:cubicBezTo>
                      <a:pt x="-7345" y="151762"/>
                      <a:pt x="-1132" y="102004"/>
                      <a:pt x="26207" y="62198"/>
                    </a:cubicBezTo>
                    <a:cubicBezTo>
                      <a:pt x="54787" y="23635"/>
                      <a:pt x="98280" y="0"/>
                      <a:pt x="1455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7" name="Freeform 416">
                <a:extLst>
                  <a:ext uri="{FF2B5EF4-FFF2-40B4-BE49-F238E27FC236}">
                    <a16:creationId xmlns:a16="http://schemas.microsoft.com/office/drawing/2014/main" id="{E5619B08-C33F-CB47-80B5-7E42D524CCA2}"/>
                  </a:ext>
                </a:extLst>
              </p:cNvPr>
              <p:cNvSpPr/>
              <p:nvPr/>
            </p:nvSpPr>
            <p:spPr>
              <a:xfrm>
                <a:off x="11577568" y="8284933"/>
                <a:ext cx="434355" cy="358914"/>
              </a:xfrm>
              <a:custGeom>
                <a:avLst/>
                <a:gdLst>
                  <a:gd name="connsiteX0" fmla="*/ 18265 w 434355"/>
                  <a:gd name="connsiteY0" fmla="*/ 14954 h 358914"/>
                  <a:gd name="connsiteX1" fmla="*/ 138729 w 434355"/>
                  <a:gd name="connsiteY1" fmla="*/ 343959 h 358914"/>
                  <a:gd name="connsiteX2" fmla="*/ 415673 w 434355"/>
                  <a:gd name="connsiteY2" fmla="*/ 343959 h 358914"/>
                  <a:gd name="connsiteX3" fmla="*/ 296451 w 434355"/>
                  <a:gd name="connsiteY3" fmla="*/ 14954 h 358914"/>
                  <a:gd name="connsiteX4" fmla="*/ 7027 w 434355"/>
                  <a:gd name="connsiteY4" fmla="*/ 0 h 358914"/>
                  <a:gd name="connsiteX5" fmla="*/ 301436 w 434355"/>
                  <a:gd name="connsiteY5" fmla="*/ 0 h 358914"/>
                  <a:gd name="connsiteX6" fmla="*/ 308890 w 434355"/>
                  <a:gd name="connsiteY6" fmla="*/ 4968 h 358914"/>
                  <a:gd name="connsiteX7" fmla="*/ 434355 w 434355"/>
                  <a:gd name="connsiteY7" fmla="*/ 348979 h 358914"/>
                  <a:gd name="connsiteX8" fmla="*/ 433113 w 434355"/>
                  <a:gd name="connsiteY8" fmla="*/ 355188 h 358914"/>
                  <a:gd name="connsiteX9" fmla="*/ 426902 w 434355"/>
                  <a:gd name="connsiteY9" fmla="*/ 358914 h 358914"/>
                  <a:gd name="connsiteX10" fmla="*/ 132493 w 434355"/>
                  <a:gd name="connsiteY10" fmla="*/ 358914 h 358914"/>
                  <a:gd name="connsiteX11" fmla="*/ 125039 w 434355"/>
                  <a:gd name="connsiteY11" fmla="*/ 353946 h 358914"/>
                  <a:gd name="connsiteX12" fmla="*/ 816 w 434355"/>
                  <a:gd name="connsiteY12" fmla="*/ 9936 h 358914"/>
                  <a:gd name="connsiteX13" fmla="*/ 2058 w 434355"/>
                  <a:gd name="connsiteY13" fmla="*/ 2484 h 358914"/>
                  <a:gd name="connsiteX14" fmla="*/ 7027 w 434355"/>
                  <a:gd name="connsiteY14" fmla="*/ 0 h 358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34355" h="358914">
                    <a:moveTo>
                      <a:pt x="18265" y="14954"/>
                    </a:moveTo>
                    <a:lnTo>
                      <a:pt x="138729" y="343959"/>
                    </a:lnTo>
                    <a:lnTo>
                      <a:pt x="415673" y="343959"/>
                    </a:lnTo>
                    <a:lnTo>
                      <a:pt x="296451" y="14954"/>
                    </a:lnTo>
                    <a:close/>
                    <a:moveTo>
                      <a:pt x="7027" y="0"/>
                    </a:moveTo>
                    <a:lnTo>
                      <a:pt x="301436" y="0"/>
                    </a:lnTo>
                    <a:cubicBezTo>
                      <a:pt x="305163" y="0"/>
                      <a:pt x="307647" y="2484"/>
                      <a:pt x="308890" y="4968"/>
                    </a:cubicBezTo>
                    <a:lnTo>
                      <a:pt x="434355" y="348979"/>
                    </a:lnTo>
                    <a:cubicBezTo>
                      <a:pt x="434355" y="350221"/>
                      <a:pt x="434355" y="353946"/>
                      <a:pt x="433113" y="355188"/>
                    </a:cubicBezTo>
                    <a:cubicBezTo>
                      <a:pt x="431871" y="357672"/>
                      <a:pt x="429386" y="358914"/>
                      <a:pt x="426902" y="358914"/>
                    </a:cubicBezTo>
                    <a:lnTo>
                      <a:pt x="132493" y="358914"/>
                    </a:lnTo>
                    <a:cubicBezTo>
                      <a:pt x="128766" y="358914"/>
                      <a:pt x="126282" y="356430"/>
                      <a:pt x="125039" y="353946"/>
                    </a:cubicBezTo>
                    <a:lnTo>
                      <a:pt x="816" y="9936"/>
                    </a:lnTo>
                    <a:cubicBezTo>
                      <a:pt x="-426" y="8694"/>
                      <a:pt x="-426" y="4968"/>
                      <a:pt x="2058" y="2484"/>
                    </a:cubicBezTo>
                    <a:cubicBezTo>
                      <a:pt x="3301" y="1242"/>
                      <a:pt x="5785" y="0"/>
                      <a:pt x="702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82A09579-F950-7D48-B3E9-ED6671A5688D}"/>
                  </a:ext>
                </a:extLst>
              </p:cNvPr>
              <p:cNvSpPr/>
              <p:nvPr/>
            </p:nvSpPr>
            <p:spPr>
              <a:xfrm>
                <a:off x="11584621" y="8292406"/>
                <a:ext cx="419832" cy="3439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8" h="277">
                    <a:moveTo>
                      <a:pt x="0" y="0"/>
                    </a:moveTo>
                    <a:lnTo>
                      <a:pt x="101" y="277"/>
                    </a:lnTo>
                    <a:lnTo>
                      <a:pt x="338" y="277"/>
                    </a:lnTo>
                    <a:lnTo>
                      <a:pt x="237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8" name="Freeform 417">
                <a:extLst>
                  <a:ext uri="{FF2B5EF4-FFF2-40B4-BE49-F238E27FC236}">
                    <a16:creationId xmlns:a16="http://schemas.microsoft.com/office/drawing/2014/main" id="{BA012D3B-9D76-474F-819C-DBE7F5167AAD}"/>
                  </a:ext>
                </a:extLst>
              </p:cNvPr>
              <p:cNvSpPr/>
              <p:nvPr/>
            </p:nvSpPr>
            <p:spPr>
              <a:xfrm>
                <a:off x="12147668" y="8159063"/>
                <a:ext cx="354791" cy="300341"/>
              </a:xfrm>
              <a:custGeom>
                <a:avLst/>
                <a:gdLst>
                  <a:gd name="connsiteX0" fmla="*/ 146545 w 354791"/>
                  <a:gd name="connsiteY0" fmla="*/ 14955 h 300341"/>
                  <a:gd name="connsiteX1" fmla="*/ 39824 w 354791"/>
                  <a:gd name="connsiteY1" fmla="*/ 70778 h 300341"/>
                  <a:gd name="connsiteX2" fmla="*/ 23692 w 354791"/>
                  <a:gd name="connsiteY2" fmla="*/ 191108 h 300341"/>
                  <a:gd name="connsiteX3" fmla="*/ 58438 w 354791"/>
                  <a:gd name="connsiteY3" fmla="*/ 285387 h 300341"/>
                  <a:gd name="connsiteX4" fmla="*/ 335169 w 354791"/>
                  <a:gd name="connsiteY4" fmla="*/ 285387 h 300341"/>
                  <a:gd name="connsiteX5" fmla="*/ 269399 w 354791"/>
                  <a:gd name="connsiteY5" fmla="*/ 100551 h 300341"/>
                  <a:gd name="connsiteX6" fmla="*/ 221002 w 354791"/>
                  <a:gd name="connsiteY6" fmla="*/ 38525 h 300341"/>
                  <a:gd name="connsiteX7" fmla="*/ 146545 w 354791"/>
                  <a:gd name="connsiteY7" fmla="*/ 14955 h 300341"/>
                  <a:gd name="connsiteX8" fmla="*/ 146541 w 354791"/>
                  <a:gd name="connsiteY8" fmla="*/ 0 h 300341"/>
                  <a:gd name="connsiteX9" fmla="*/ 229717 w 354791"/>
                  <a:gd name="connsiteY9" fmla="*/ 26063 h 300341"/>
                  <a:gd name="connsiteX10" fmla="*/ 283099 w 354791"/>
                  <a:gd name="connsiteY10" fmla="*/ 95563 h 300341"/>
                  <a:gd name="connsiteX11" fmla="*/ 353861 w 354791"/>
                  <a:gd name="connsiteY11" fmla="*/ 290412 h 300341"/>
                  <a:gd name="connsiteX12" fmla="*/ 353861 w 354791"/>
                  <a:gd name="connsiteY12" fmla="*/ 296618 h 300341"/>
                  <a:gd name="connsiteX13" fmla="*/ 347653 w 354791"/>
                  <a:gd name="connsiteY13" fmla="*/ 300341 h 300341"/>
                  <a:gd name="connsiteX14" fmla="*/ 53433 w 354791"/>
                  <a:gd name="connsiteY14" fmla="*/ 300341 h 300341"/>
                  <a:gd name="connsiteX15" fmla="*/ 45984 w 354791"/>
                  <a:gd name="connsiteY15" fmla="*/ 295377 h 300341"/>
                  <a:gd name="connsiteX16" fmla="*/ 8741 w 354791"/>
                  <a:gd name="connsiteY16" fmla="*/ 196091 h 300341"/>
                  <a:gd name="connsiteX17" fmla="*/ 27363 w 354791"/>
                  <a:gd name="connsiteY17" fmla="*/ 62054 h 300341"/>
                  <a:gd name="connsiteX18" fmla="*/ 146541 w 354791"/>
                  <a:gd name="connsiteY18" fmla="*/ 0 h 300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54791" h="300341">
                    <a:moveTo>
                      <a:pt x="146545" y="14955"/>
                    </a:moveTo>
                    <a:cubicBezTo>
                      <a:pt x="103112" y="14955"/>
                      <a:pt x="63402" y="36044"/>
                      <a:pt x="39824" y="70778"/>
                    </a:cubicBezTo>
                    <a:cubicBezTo>
                      <a:pt x="15005" y="106753"/>
                      <a:pt x="8800" y="148931"/>
                      <a:pt x="23692" y="191108"/>
                    </a:cubicBezTo>
                    <a:lnTo>
                      <a:pt x="58438" y="285387"/>
                    </a:lnTo>
                    <a:lnTo>
                      <a:pt x="335169" y="285387"/>
                    </a:lnTo>
                    <a:lnTo>
                      <a:pt x="269399" y="100551"/>
                    </a:lnTo>
                    <a:cubicBezTo>
                      <a:pt x="259471" y="75740"/>
                      <a:pt x="243339" y="54652"/>
                      <a:pt x="221002" y="38525"/>
                    </a:cubicBezTo>
                    <a:cubicBezTo>
                      <a:pt x="198665" y="23639"/>
                      <a:pt x="173846" y="14955"/>
                      <a:pt x="146545" y="14955"/>
                    </a:cubicBezTo>
                    <a:close/>
                    <a:moveTo>
                      <a:pt x="146541" y="0"/>
                    </a:moveTo>
                    <a:cubicBezTo>
                      <a:pt x="176335" y="0"/>
                      <a:pt x="204888" y="8688"/>
                      <a:pt x="229717" y="26063"/>
                    </a:cubicBezTo>
                    <a:cubicBezTo>
                      <a:pt x="254546" y="43438"/>
                      <a:pt x="273167" y="67018"/>
                      <a:pt x="283099" y="95563"/>
                    </a:cubicBezTo>
                    <a:lnTo>
                      <a:pt x="353861" y="290412"/>
                    </a:lnTo>
                    <a:cubicBezTo>
                      <a:pt x="355102" y="291653"/>
                      <a:pt x="355102" y="295377"/>
                      <a:pt x="353861" y="296618"/>
                    </a:cubicBezTo>
                    <a:cubicBezTo>
                      <a:pt x="351378" y="299100"/>
                      <a:pt x="348895" y="300341"/>
                      <a:pt x="347653" y="300341"/>
                    </a:cubicBezTo>
                    <a:lnTo>
                      <a:pt x="53433" y="300341"/>
                    </a:lnTo>
                    <a:cubicBezTo>
                      <a:pt x="49708" y="300341"/>
                      <a:pt x="47226" y="297859"/>
                      <a:pt x="45984" y="295377"/>
                    </a:cubicBezTo>
                    <a:lnTo>
                      <a:pt x="8741" y="196091"/>
                    </a:lnTo>
                    <a:cubicBezTo>
                      <a:pt x="-7398" y="150171"/>
                      <a:pt x="-1190" y="101769"/>
                      <a:pt x="27363" y="62054"/>
                    </a:cubicBezTo>
                    <a:cubicBezTo>
                      <a:pt x="54674" y="22340"/>
                      <a:pt x="98125" y="0"/>
                      <a:pt x="1465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7" name="Freeform 126">
                <a:extLst>
                  <a:ext uri="{FF2B5EF4-FFF2-40B4-BE49-F238E27FC236}">
                    <a16:creationId xmlns:a16="http://schemas.microsoft.com/office/drawing/2014/main" id="{0A4EEBF3-D904-7842-BE56-7D9E479A128B}"/>
                  </a:ext>
                </a:extLst>
              </p:cNvPr>
              <p:cNvSpPr/>
              <p:nvPr/>
            </p:nvSpPr>
            <p:spPr>
              <a:xfrm>
                <a:off x="12202533" y="8453174"/>
                <a:ext cx="360034" cy="1831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0" h="148">
                    <a:moveTo>
                      <a:pt x="0" y="0"/>
                    </a:moveTo>
                    <a:lnTo>
                      <a:pt x="54" y="148"/>
                    </a:lnTo>
                    <a:lnTo>
                      <a:pt x="290" y="148"/>
                    </a:lnTo>
                    <a:lnTo>
                      <a:pt x="23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8091916F-9B88-9742-957F-7126B1E4051B}"/>
                  </a:ext>
                </a:extLst>
              </p:cNvPr>
              <p:cNvSpPr/>
              <p:nvPr/>
            </p:nvSpPr>
            <p:spPr>
              <a:xfrm>
                <a:off x="12193299" y="8445693"/>
                <a:ext cx="375497" cy="198150"/>
              </a:xfrm>
              <a:custGeom>
                <a:avLst/>
                <a:gdLst>
                  <a:gd name="connsiteX0" fmla="*/ 17955 w 375497"/>
                  <a:gd name="connsiteY0" fmla="*/ 14958 h 198150"/>
                  <a:gd name="connsiteX1" fmla="*/ 80017 w 375497"/>
                  <a:gd name="connsiteY1" fmla="*/ 183199 h 198150"/>
                  <a:gd name="connsiteX2" fmla="*/ 358056 w 375497"/>
                  <a:gd name="connsiteY2" fmla="*/ 183199 h 198150"/>
                  <a:gd name="connsiteX3" fmla="*/ 295994 w 375497"/>
                  <a:gd name="connsiteY3" fmla="*/ 14958 h 198150"/>
                  <a:gd name="connsiteX4" fmla="*/ 7964 w 375497"/>
                  <a:gd name="connsiteY4" fmla="*/ 0 h 198150"/>
                  <a:gd name="connsiteX5" fmla="*/ 302239 w 375497"/>
                  <a:gd name="connsiteY5" fmla="*/ 0 h 198150"/>
                  <a:gd name="connsiteX6" fmla="*/ 308447 w 375497"/>
                  <a:gd name="connsiteY6" fmla="*/ 4954 h 198150"/>
                  <a:gd name="connsiteX7" fmla="*/ 375497 w 375497"/>
                  <a:gd name="connsiteY7" fmla="*/ 188243 h 198150"/>
                  <a:gd name="connsiteX8" fmla="*/ 374255 w 375497"/>
                  <a:gd name="connsiteY8" fmla="*/ 194435 h 198150"/>
                  <a:gd name="connsiteX9" fmla="*/ 368047 w 375497"/>
                  <a:gd name="connsiteY9" fmla="*/ 198150 h 198150"/>
                  <a:gd name="connsiteX10" fmla="*/ 75014 w 375497"/>
                  <a:gd name="connsiteY10" fmla="*/ 198150 h 198150"/>
                  <a:gd name="connsiteX11" fmla="*/ 67564 w 375497"/>
                  <a:gd name="connsiteY11" fmla="*/ 193196 h 198150"/>
                  <a:gd name="connsiteX12" fmla="*/ 514 w 375497"/>
                  <a:gd name="connsiteY12" fmla="*/ 9907 h 198150"/>
                  <a:gd name="connsiteX13" fmla="*/ 1756 w 375497"/>
                  <a:gd name="connsiteY13" fmla="*/ 2477 h 198150"/>
                  <a:gd name="connsiteX14" fmla="*/ 7964 w 375497"/>
                  <a:gd name="connsiteY14" fmla="*/ 0 h 19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75497" h="198150">
                    <a:moveTo>
                      <a:pt x="17955" y="14958"/>
                    </a:moveTo>
                    <a:lnTo>
                      <a:pt x="80017" y="183199"/>
                    </a:lnTo>
                    <a:lnTo>
                      <a:pt x="358056" y="183199"/>
                    </a:lnTo>
                    <a:lnTo>
                      <a:pt x="295994" y="14958"/>
                    </a:lnTo>
                    <a:close/>
                    <a:moveTo>
                      <a:pt x="7964" y="0"/>
                    </a:moveTo>
                    <a:lnTo>
                      <a:pt x="302239" y="0"/>
                    </a:lnTo>
                    <a:cubicBezTo>
                      <a:pt x="304722" y="0"/>
                      <a:pt x="308447" y="1238"/>
                      <a:pt x="308447" y="4954"/>
                    </a:cubicBezTo>
                    <a:lnTo>
                      <a:pt x="375497" y="188243"/>
                    </a:lnTo>
                    <a:cubicBezTo>
                      <a:pt x="375497" y="189481"/>
                      <a:pt x="375497" y="193196"/>
                      <a:pt x="374255" y="194435"/>
                    </a:cubicBezTo>
                    <a:cubicBezTo>
                      <a:pt x="373014" y="196912"/>
                      <a:pt x="370530" y="198150"/>
                      <a:pt x="368047" y="198150"/>
                    </a:cubicBezTo>
                    <a:lnTo>
                      <a:pt x="75014" y="198150"/>
                    </a:lnTo>
                    <a:cubicBezTo>
                      <a:pt x="71289" y="198150"/>
                      <a:pt x="68806" y="195673"/>
                      <a:pt x="67564" y="193196"/>
                    </a:cubicBezTo>
                    <a:lnTo>
                      <a:pt x="514" y="9907"/>
                    </a:lnTo>
                    <a:cubicBezTo>
                      <a:pt x="-728" y="7431"/>
                      <a:pt x="514" y="4954"/>
                      <a:pt x="1756" y="2477"/>
                    </a:cubicBezTo>
                    <a:cubicBezTo>
                      <a:pt x="2997" y="0"/>
                      <a:pt x="4239" y="0"/>
                      <a:pt x="79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397F720-8992-3C40-9118-B1B22BB84F4F}"/>
                  </a:ext>
                </a:extLst>
              </p:cNvPr>
              <p:cNvSpPr/>
              <p:nvPr/>
            </p:nvSpPr>
            <p:spPr>
              <a:xfrm>
                <a:off x="12381815" y="7397617"/>
                <a:ext cx="342704" cy="269186"/>
              </a:xfrm>
              <a:custGeom>
                <a:avLst/>
                <a:gdLst>
                  <a:gd name="connsiteX0" fmla="*/ 146590 w 342704"/>
                  <a:gd name="connsiteY0" fmla="*/ 14955 h 269186"/>
                  <a:gd name="connsiteX1" fmla="*/ 41123 w 342704"/>
                  <a:gd name="connsiteY1" fmla="*/ 69504 h 269186"/>
                  <a:gd name="connsiteX2" fmla="*/ 24993 w 342704"/>
                  <a:gd name="connsiteY2" fmla="*/ 189759 h 269186"/>
                  <a:gd name="connsiteX3" fmla="*/ 48567 w 342704"/>
                  <a:gd name="connsiteY3" fmla="*/ 252985 h 269186"/>
                  <a:gd name="connsiteX4" fmla="*/ 325263 w 342704"/>
                  <a:gd name="connsiteY4" fmla="*/ 252985 h 269186"/>
                  <a:gd name="connsiteX5" fmla="*/ 269428 w 342704"/>
                  <a:gd name="connsiteY5" fmla="*/ 100497 h 269186"/>
                  <a:gd name="connsiteX6" fmla="*/ 222278 w 342704"/>
                  <a:gd name="connsiteY6" fmla="*/ 38510 h 269186"/>
                  <a:gd name="connsiteX7" fmla="*/ 146590 w 342704"/>
                  <a:gd name="connsiteY7" fmla="*/ 14955 h 269186"/>
                  <a:gd name="connsiteX8" fmla="*/ 145341 w 342704"/>
                  <a:gd name="connsiteY8" fmla="*/ 0 h 269186"/>
                  <a:gd name="connsiteX9" fmla="*/ 228506 w 342704"/>
                  <a:gd name="connsiteY9" fmla="*/ 26051 h 269186"/>
                  <a:gd name="connsiteX10" fmla="*/ 283123 w 342704"/>
                  <a:gd name="connsiteY10" fmla="*/ 94277 h 269186"/>
                  <a:gd name="connsiteX11" fmla="*/ 342704 w 342704"/>
                  <a:gd name="connsiteY11" fmla="*/ 259262 h 269186"/>
                  <a:gd name="connsiteX12" fmla="*/ 341463 w 342704"/>
                  <a:gd name="connsiteY12" fmla="*/ 265465 h 269186"/>
                  <a:gd name="connsiteX13" fmla="*/ 335256 w 342704"/>
                  <a:gd name="connsiteY13" fmla="*/ 269186 h 269186"/>
                  <a:gd name="connsiteX14" fmla="*/ 42314 w 342704"/>
                  <a:gd name="connsiteY14" fmla="*/ 269186 h 269186"/>
                  <a:gd name="connsiteX15" fmla="*/ 33626 w 342704"/>
                  <a:gd name="connsiteY15" fmla="*/ 264224 h 269186"/>
                  <a:gd name="connsiteX16" fmla="*/ 8800 w 342704"/>
                  <a:gd name="connsiteY16" fmla="*/ 194757 h 269186"/>
                  <a:gd name="connsiteX17" fmla="*/ 26178 w 342704"/>
                  <a:gd name="connsiteY17" fmla="*/ 62025 h 269186"/>
                  <a:gd name="connsiteX18" fmla="*/ 145341 w 342704"/>
                  <a:gd name="connsiteY18" fmla="*/ 0 h 269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42704" h="269186">
                    <a:moveTo>
                      <a:pt x="146590" y="14955"/>
                    </a:moveTo>
                    <a:cubicBezTo>
                      <a:pt x="103162" y="14955"/>
                      <a:pt x="64698" y="34791"/>
                      <a:pt x="41123" y="69504"/>
                    </a:cubicBezTo>
                    <a:cubicBezTo>
                      <a:pt x="15066" y="105456"/>
                      <a:pt x="10103" y="148847"/>
                      <a:pt x="24993" y="189759"/>
                    </a:cubicBezTo>
                    <a:lnTo>
                      <a:pt x="48567" y="252985"/>
                    </a:lnTo>
                    <a:lnTo>
                      <a:pt x="325263" y="252985"/>
                    </a:lnTo>
                    <a:lnTo>
                      <a:pt x="269428" y="100497"/>
                    </a:lnTo>
                    <a:cubicBezTo>
                      <a:pt x="260742" y="74463"/>
                      <a:pt x="244612" y="53387"/>
                      <a:pt x="222278" y="38510"/>
                    </a:cubicBezTo>
                    <a:cubicBezTo>
                      <a:pt x="199944" y="22394"/>
                      <a:pt x="173887" y="14955"/>
                      <a:pt x="146590" y="14955"/>
                    </a:cubicBezTo>
                    <a:close/>
                    <a:moveTo>
                      <a:pt x="145341" y="0"/>
                    </a:moveTo>
                    <a:cubicBezTo>
                      <a:pt x="176373" y="0"/>
                      <a:pt x="204922" y="8684"/>
                      <a:pt x="228506" y="26051"/>
                    </a:cubicBezTo>
                    <a:cubicBezTo>
                      <a:pt x="254573" y="43417"/>
                      <a:pt x="271951" y="66987"/>
                      <a:pt x="283123" y="94277"/>
                    </a:cubicBezTo>
                    <a:lnTo>
                      <a:pt x="342704" y="259262"/>
                    </a:lnTo>
                    <a:cubicBezTo>
                      <a:pt x="342704" y="260503"/>
                      <a:pt x="342704" y="262984"/>
                      <a:pt x="341463" y="265465"/>
                    </a:cubicBezTo>
                    <a:cubicBezTo>
                      <a:pt x="340221" y="267946"/>
                      <a:pt x="337739" y="269186"/>
                      <a:pt x="335256" y="269186"/>
                    </a:cubicBezTo>
                    <a:lnTo>
                      <a:pt x="42314" y="269186"/>
                    </a:lnTo>
                    <a:cubicBezTo>
                      <a:pt x="37349" y="269186"/>
                      <a:pt x="36108" y="266705"/>
                      <a:pt x="33626" y="264224"/>
                    </a:cubicBezTo>
                    <a:lnTo>
                      <a:pt x="8800" y="194757"/>
                    </a:lnTo>
                    <a:cubicBezTo>
                      <a:pt x="-7337" y="150099"/>
                      <a:pt x="-1130" y="100480"/>
                      <a:pt x="26178" y="62025"/>
                    </a:cubicBezTo>
                    <a:cubicBezTo>
                      <a:pt x="54727" y="22329"/>
                      <a:pt x="98172" y="0"/>
                      <a:pt x="1453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2" name="Freeform 131">
                <a:extLst>
                  <a:ext uri="{FF2B5EF4-FFF2-40B4-BE49-F238E27FC236}">
                    <a16:creationId xmlns:a16="http://schemas.microsoft.com/office/drawing/2014/main" id="{9A320200-63CA-9541-B303-EEB9139CBFC6}"/>
                  </a:ext>
                </a:extLst>
              </p:cNvPr>
              <p:cNvSpPr/>
              <p:nvPr/>
            </p:nvSpPr>
            <p:spPr>
              <a:xfrm>
                <a:off x="12424284" y="7659325"/>
                <a:ext cx="647812" cy="9770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1" h="785">
                    <a:moveTo>
                      <a:pt x="521" y="785"/>
                    </a:moveTo>
                    <a:lnTo>
                      <a:pt x="236" y="0"/>
                    </a:lnTo>
                    <a:lnTo>
                      <a:pt x="0" y="0"/>
                    </a:lnTo>
                    <a:lnTo>
                      <a:pt x="284" y="785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C93E762-00AB-A647-A443-E951E3477B66}"/>
                  </a:ext>
                </a:extLst>
              </p:cNvPr>
              <p:cNvSpPr/>
              <p:nvPr/>
            </p:nvSpPr>
            <p:spPr>
              <a:xfrm>
                <a:off x="12415564" y="7651848"/>
                <a:ext cx="664559" cy="991999"/>
              </a:xfrm>
              <a:custGeom>
                <a:avLst/>
                <a:gdLst>
                  <a:gd name="connsiteX0" fmla="*/ 18687 w 664559"/>
                  <a:gd name="connsiteY0" fmla="*/ 16201 h 991999"/>
                  <a:gd name="connsiteX1" fmla="*/ 368061 w 664559"/>
                  <a:gd name="connsiteY1" fmla="*/ 977044 h 991999"/>
                  <a:gd name="connsiteX2" fmla="*/ 646566 w 664559"/>
                  <a:gd name="connsiteY2" fmla="*/ 977044 h 991999"/>
                  <a:gd name="connsiteX3" fmla="*/ 297192 w 664559"/>
                  <a:gd name="connsiteY3" fmla="*/ 16201 h 991999"/>
                  <a:gd name="connsiteX4" fmla="*/ 8704 w 664559"/>
                  <a:gd name="connsiteY4" fmla="*/ 0 h 991999"/>
                  <a:gd name="connsiteX5" fmla="*/ 302160 w 664559"/>
                  <a:gd name="connsiteY5" fmla="*/ 0 h 991999"/>
                  <a:gd name="connsiteX6" fmla="*/ 309621 w 664559"/>
                  <a:gd name="connsiteY6" fmla="*/ 6224 h 991999"/>
                  <a:gd name="connsiteX7" fmla="*/ 664007 w 664559"/>
                  <a:gd name="connsiteY7" fmla="*/ 982042 h 991999"/>
                  <a:gd name="connsiteX8" fmla="*/ 664007 w 664559"/>
                  <a:gd name="connsiteY8" fmla="*/ 988265 h 991999"/>
                  <a:gd name="connsiteX9" fmla="*/ 656546 w 664559"/>
                  <a:gd name="connsiteY9" fmla="*/ 991999 h 991999"/>
                  <a:gd name="connsiteX10" fmla="*/ 361846 w 664559"/>
                  <a:gd name="connsiteY10" fmla="*/ 991999 h 991999"/>
                  <a:gd name="connsiteX11" fmla="*/ 355629 w 664559"/>
                  <a:gd name="connsiteY11" fmla="*/ 987020 h 991999"/>
                  <a:gd name="connsiteX12" fmla="*/ 0 w 664559"/>
                  <a:gd name="connsiteY12" fmla="*/ 11202 h 991999"/>
                  <a:gd name="connsiteX13" fmla="*/ 1243 w 664559"/>
                  <a:gd name="connsiteY13" fmla="*/ 3734 h 991999"/>
                  <a:gd name="connsiteX14" fmla="*/ 8704 w 664559"/>
                  <a:gd name="connsiteY14" fmla="*/ 0 h 991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64559" h="991999">
                    <a:moveTo>
                      <a:pt x="18687" y="16201"/>
                    </a:moveTo>
                    <a:lnTo>
                      <a:pt x="368061" y="977044"/>
                    </a:lnTo>
                    <a:lnTo>
                      <a:pt x="646566" y="977044"/>
                    </a:lnTo>
                    <a:lnTo>
                      <a:pt x="297192" y="16201"/>
                    </a:lnTo>
                    <a:close/>
                    <a:moveTo>
                      <a:pt x="8704" y="0"/>
                    </a:moveTo>
                    <a:lnTo>
                      <a:pt x="302160" y="0"/>
                    </a:lnTo>
                    <a:cubicBezTo>
                      <a:pt x="305891" y="0"/>
                      <a:pt x="308378" y="2490"/>
                      <a:pt x="309621" y="6224"/>
                    </a:cubicBezTo>
                    <a:lnTo>
                      <a:pt x="664007" y="982042"/>
                    </a:lnTo>
                    <a:cubicBezTo>
                      <a:pt x="665250" y="983286"/>
                      <a:pt x="664007" y="987020"/>
                      <a:pt x="664007" y="988265"/>
                    </a:cubicBezTo>
                    <a:cubicBezTo>
                      <a:pt x="661520" y="990754"/>
                      <a:pt x="660277" y="991999"/>
                      <a:pt x="656546" y="991999"/>
                    </a:cubicBezTo>
                    <a:lnTo>
                      <a:pt x="361846" y="991999"/>
                    </a:lnTo>
                    <a:cubicBezTo>
                      <a:pt x="359360" y="991999"/>
                      <a:pt x="356873" y="989510"/>
                      <a:pt x="355629" y="987020"/>
                    </a:cubicBezTo>
                    <a:lnTo>
                      <a:pt x="0" y="11202"/>
                    </a:lnTo>
                    <a:cubicBezTo>
                      <a:pt x="0" y="8713"/>
                      <a:pt x="0" y="6224"/>
                      <a:pt x="1243" y="3734"/>
                    </a:cubicBezTo>
                    <a:cubicBezTo>
                      <a:pt x="2487" y="2490"/>
                      <a:pt x="4974" y="0"/>
                      <a:pt x="87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CE3D020D-05D1-CE47-BBA9-B11A332CABAF}"/>
                  </a:ext>
                </a:extLst>
              </p:cNvPr>
              <p:cNvSpPr/>
              <p:nvPr/>
            </p:nvSpPr>
            <p:spPr>
              <a:xfrm>
                <a:off x="13084554" y="8070581"/>
                <a:ext cx="512020" cy="573265"/>
              </a:xfrm>
              <a:custGeom>
                <a:avLst/>
                <a:gdLst>
                  <a:gd name="connsiteX0" fmla="*/ 18687 w 512020"/>
                  <a:gd name="connsiteY0" fmla="*/ 14955 h 573265"/>
                  <a:gd name="connsiteX1" fmla="*/ 215007 w 512020"/>
                  <a:gd name="connsiteY1" fmla="*/ 558311 h 573265"/>
                  <a:gd name="connsiteX2" fmla="*/ 493334 w 512020"/>
                  <a:gd name="connsiteY2" fmla="*/ 558311 h 573265"/>
                  <a:gd name="connsiteX3" fmla="*/ 297014 w 512020"/>
                  <a:gd name="connsiteY3" fmla="*/ 14955 h 573265"/>
                  <a:gd name="connsiteX4" fmla="*/ 7457 w 512020"/>
                  <a:gd name="connsiteY4" fmla="*/ 0 h 573265"/>
                  <a:gd name="connsiteX5" fmla="*/ 301992 w 512020"/>
                  <a:gd name="connsiteY5" fmla="*/ 0 h 573265"/>
                  <a:gd name="connsiteX6" fmla="*/ 309449 w 512020"/>
                  <a:gd name="connsiteY6" fmla="*/ 4974 h 573265"/>
                  <a:gd name="connsiteX7" fmla="*/ 512020 w 512020"/>
                  <a:gd name="connsiteY7" fmla="*/ 563317 h 573265"/>
                  <a:gd name="connsiteX8" fmla="*/ 510777 w 512020"/>
                  <a:gd name="connsiteY8" fmla="*/ 569534 h 573265"/>
                  <a:gd name="connsiteX9" fmla="*/ 504563 w 512020"/>
                  <a:gd name="connsiteY9" fmla="*/ 573265 h 573265"/>
                  <a:gd name="connsiteX10" fmla="*/ 210028 w 512020"/>
                  <a:gd name="connsiteY10" fmla="*/ 573265 h 573265"/>
                  <a:gd name="connsiteX11" fmla="*/ 203814 w 512020"/>
                  <a:gd name="connsiteY11" fmla="*/ 568291 h 573265"/>
                  <a:gd name="connsiteX12" fmla="*/ 0 w 512020"/>
                  <a:gd name="connsiteY12" fmla="*/ 9948 h 573265"/>
                  <a:gd name="connsiteX13" fmla="*/ 1243 w 512020"/>
                  <a:gd name="connsiteY13" fmla="*/ 3731 h 573265"/>
                  <a:gd name="connsiteX14" fmla="*/ 7457 w 512020"/>
                  <a:gd name="connsiteY14" fmla="*/ 0 h 573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12020" h="573265">
                    <a:moveTo>
                      <a:pt x="18687" y="14955"/>
                    </a:moveTo>
                    <a:lnTo>
                      <a:pt x="215007" y="558311"/>
                    </a:lnTo>
                    <a:lnTo>
                      <a:pt x="493334" y="558311"/>
                    </a:lnTo>
                    <a:lnTo>
                      <a:pt x="297014" y="14955"/>
                    </a:lnTo>
                    <a:close/>
                    <a:moveTo>
                      <a:pt x="7457" y="0"/>
                    </a:moveTo>
                    <a:lnTo>
                      <a:pt x="301992" y="0"/>
                    </a:lnTo>
                    <a:cubicBezTo>
                      <a:pt x="305721" y="0"/>
                      <a:pt x="308206" y="2487"/>
                      <a:pt x="309449" y="4974"/>
                    </a:cubicBezTo>
                    <a:lnTo>
                      <a:pt x="512020" y="563317"/>
                    </a:lnTo>
                    <a:cubicBezTo>
                      <a:pt x="512020" y="564560"/>
                      <a:pt x="512020" y="568291"/>
                      <a:pt x="510777" y="569534"/>
                    </a:cubicBezTo>
                    <a:cubicBezTo>
                      <a:pt x="509534" y="572021"/>
                      <a:pt x="507049" y="573265"/>
                      <a:pt x="504563" y="573265"/>
                    </a:cubicBezTo>
                    <a:lnTo>
                      <a:pt x="210028" y="573265"/>
                    </a:lnTo>
                    <a:cubicBezTo>
                      <a:pt x="207542" y="573265"/>
                      <a:pt x="205057" y="570778"/>
                      <a:pt x="203814" y="568291"/>
                    </a:cubicBezTo>
                    <a:lnTo>
                      <a:pt x="0" y="9948"/>
                    </a:lnTo>
                    <a:cubicBezTo>
                      <a:pt x="0" y="8705"/>
                      <a:pt x="0" y="4974"/>
                      <a:pt x="1243" y="3731"/>
                    </a:cubicBezTo>
                    <a:cubicBezTo>
                      <a:pt x="2486" y="1244"/>
                      <a:pt x="4971" y="0"/>
                      <a:pt x="74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3" name="Freeform 422">
                <a:extLst>
                  <a:ext uri="{FF2B5EF4-FFF2-40B4-BE49-F238E27FC236}">
                    <a16:creationId xmlns:a16="http://schemas.microsoft.com/office/drawing/2014/main" id="{6E8810D5-F773-0041-A1E8-0F5C50154621}"/>
                  </a:ext>
                </a:extLst>
              </p:cNvPr>
              <p:cNvSpPr/>
              <p:nvPr/>
            </p:nvSpPr>
            <p:spPr>
              <a:xfrm>
                <a:off x="13049560" y="7811365"/>
                <a:ext cx="343950" cy="272924"/>
              </a:xfrm>
              <a:custGeom>
                <a:avLst/>
                <a:gdLst>
                  <a:gd name="connsiteX0" fmla="*/ 145345 w 343950"/>
                  <a:gd name="connsiteY0" fmla="*/ 14952 h 272924"/>
                  <a:gd name="connsiteX1" fmla="*/ 38635 w 343950"/>
                  <a:gd name="connsiteY1" fmla="*/ 70747 h 272924"/>
                  <a:gd name="connsiteX2" fmla="*/ 23746 w 343950"/>
                  <a:gd name="connsiteY2" fmla="*/ 189774 h 272924"/>
                  <a:gd name="connsiteX3" fmla="*/ 48562 w 343950"/>
                  <a:gd name="connsiteY3" fmla="*/ 257967 h 272924"/>
                  <a:gd name="connsiteX4" fmla="*/ 325262 w 343950"/>
                  <a:gd name="connsiteY4" fmla="*/ 257967 h 272924"/>
                  <a:gd name="connsiteX5" fmla="*/ 268185 w 343950"/>
                  <a:gd name="connsiteY5" fmla="*/ 101743 h 272924"/>
                  <a:gd name="connsiteX6" fmla="*/ 219793 w 343950"/>
                  <a:gd name="connsiteY6" fmla="*/ 38510 h 272924"/>
                  <a:gd name="connsiteX7" fmla="*/ 145345 w 343950"/>
                  <a:gd name="connsiteY7" fmla="*/ 14952 h 272924"/>
                  <a:gd name="connsiteX8" fmla="*/ 145343 w 343950"/>
                  <a:gd name="connsiteY8" fmla="*/ 0 h 272924"/>
                  <a:gd name="connsiteX9" fmla="*/ 228509 w 343950"/>
                  <a:gd name="connsiteY9" fmla="*/ 26052 h 272924"/>
                  <a:gd name="connsiteX10" fmla="*/ 283127 w 343950"/>
                  <a:gd name="connsiteY10" fmla="*/ 95524 h 272924"/>
                  <a:gd name="connsiteX11" fmla="*/ 343950 w 343950"/>
                  <a:gd name="connsiteY11" fmla="*/ 263000 h 272924"/>
                  <a:gd name="connsiteX12" fmla="*/ 342709 w 343950"/>
                  <a:gd name="connsiteY12" fmla="*/ 270443 h 272924"/>
                  <a:gd name="connsiteX13" fmla="*/ 336502 w 343950"/>
                  <a:gd name="connsiteY13" fmla="*/ 272924 h 272924"/>
                  <a:gd name="connsiteX14" fmla="*/ 42315 w 343950"/>
                  <a:gd name="connsiteY14" fmla="*/ 272924 h 272924"/>
                  <a:gd name="connsiteX15" fmla="*/ 34867 w 343950"/>
                  <a:gd name="connsiteY15" fmla="*/ 267962 h 272924"/>
                  <a:gd name="connsiteX16" fmla="*/ 8800 w 343950"/>
                  <a:gd name="connsiteY16" fmla="*/ 196009 h 272924"/>
                  <a:gd name="connsiteX17" fmla="*/ 26178 w 343950"/>
                  <a:gd name="connsiteY17" fmla="*/ 62028 h 272924"/>
                  <a:gd name="connsiteX18" fmla="*/ 145343 w 343950"/>
                  <a:gd name="connsiteY18" fmla="*/ 0 h 272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343950" h="272924">
                    <a:moveTo>
                      <a:pt x="145345" y="14952"/>
                    </a:moveTo>
                    <a:cubicBezTo>
                      <a:pt x="103157" y="14952"/>
                      <a:pt x="63452" y="36030"/>
                      <a:pt x="38635" y="70747"/>
                    </a:cubicBezTo>
                    <a:cubicBezTo>
                      <a:pt x="13819" y="106703"/>
                      <a:pt x="7615" y="150098"/>
                      <a:pt x="23746" y="189774"/>
                    </a:cubicBezTo>
                    <a:lnTo>
                      <a:pt x="48562" y="257967"/>
                    </a:lnTo>
                    <a:lnTo>
                      <a:pt x="325262" y="257967"/>
                    </a:lnTo>
                    <a:lnTo>
                      <a:pt x="268185" y="101743"/>
                    </a:lnTo>
                    <a:cubicBezTo>
                      <a:pt x="259499" y="75706"/>
                      <a:pt x="242128" y="53388"/>
                      <a:pt x="219793" y="38510"/>
                    </a:cubicBezTo>
                    <a:cubicBezTo>
                      <a:pt x="198700" y="23631"/>
                      <a:pt x="172643" y="14952"/>
                      <a:pt x="145345" y="14952"/>
                    </a:cubicBezTo>
                    <a:close/>
                    <a:moveTo>
                      <a:pt x="145343" y="0"/>
                    </a:moveTo>
                    <a:cubicBezTo>
                      <a:pt x="175134" y="0"/>
                      <a:pt x="204925" y="9925"/>
                      <a:pt x="228509" y="26052"/>
                    </a:cubicBezTo>
                    <a:cubicBezTo>
                      <a:pt x="253335" y="44661"/>
                      <a:pt x="271955" y="68231"/>
                      <a:pt x="283127" y="95524"/>
                    </a:cubicBezTo>
                    <a:lnTo>
                      <a:pt x="343950" y="263000"/>
                    </a:lnTo>
                    <a:cubicBezTo>
                      <a:pt x="343950" y="265481"/>
                      <a:pt x="343950" y="267962"/>
                      <a:pt x="342709" y="270443"/>
                    </a:cubicBezTo>
                    <a:cubicBezTo>
                      <a:pt x="341467" y="272924"/>
                      <a:pt x="338985" y="272924"/>
                      <a:pt x="336502" y="272924"/>
                    </a:cubicBezTo>
                    <a:lnTo>
                      <a:pt x="42315" y="272924"/>
                    </a:lnTo>
                    <a:cubicBezTo>
                      <a:pt x="38591" y="272924"/>
                      <a:pt x="36109" y="271684"/>
                      <a:pt x="34867" y="267962"/>
                    </a:cubicBezTo>
                    <a:lnTo>
                      <a:pt x="8800" y="196009"/>
                    </a:lnTo>
                    <a:cubicBezTo>
                      <a:pt x="-7337" y="150108"/>
                      <a:pt x="-1130" y="101726"/>
                      <a:pt x="26178" y="62028"/>
                    </a:cubicBezTo>
                    <a:cubicBezTo>
                      <a:pt x="54728" y="23571"/>
                      <a:pt x="96932" y="0"/>
                      <a:pt x="1453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9" name="Freeform 138">
                <a:extLst>
                  <a:ext uri="{FF2B5EF4-FFF2-40B4-BE49-F238E27FC236}">
                    <a16:creationId xmlns:a16="http://schemas.microsoft.com/office/drawing/2014/main" id="{2B1A30A1-3717-B043-91F1-43F81D8953B8}"/>
                  </a:ext>
                </a:extLst>
              </p:cNvPr>
              <p:cNvSpPr/>
              <p:nvPr/>
            </p:nvSpPr>
            <p:spPr>
              <a:xfrm>
                <a:off x="11940917" y="10574252"/>
                <a:ext cx="3271449" cy="6218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27" h="500">
                    <a:moveTo>
                      <a:pt x="2551" y="0"/>
                    </a:moveTo>
                    <a:lnTo>
                      <a:pt x="1509" y="0"/>
                    </a:lnTo>
                    <a:lnTo>
                      <a:pt x="468" y="0"/>
                    </a:lnTo>
                    <a:cubicBezTo>
                      <a:pt x="457" y="0"/>
                      <a:pt x="446" y="3"/>
                      <a:pt x="436" y="7"/>
                    </a:cubicBezTo>
                    <a:cubicBezTo>
                      <a:pt x="426" y="12"/>
                      <a:pt x="417" y="18"/>
                      <a:pt x="411" y="26"/>
                    </a:cubicBezTo>
                    <a:lnTo>
                      <a:pt x="205" y="263"/>
                    </a:lnTo>
                    <a:lnTo>
                      <a:pt x="0" y="500"/>
                    </a:lnTo>
                    <a:lnTo>
                      <a:pt x="1142" y="500"/>
                    </a:lnTo>
                    <a:lnTo>
                      <a:pt x="2284" y="500"/>
                    </a:lnTo>
                    <a:lnTo>
                      <a:pt x="2446" y="313"/>
                    </a:lnTo>
                    <a:lnTo>
                      <a:pt x="2608" y="126"/>
                    </a:lnTo>
                    <a:cubicBezTo>
                      <a:pt x="2630" y="101"/>
                      <a:pt x="2632" y="70"/>
                      <a:pt x="2620" y="45"/>
                    </a:cubicBezTo>
                    <a:cubicBezTo>
                      <a:pt x="2608" y="20"/>
                      <a:pt x="2583" y="0"/>
                      <a:pt x="255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4" name="Freeform 423">
                <a:extLst>
                  <a:ext uri="{FF2B5EF4-FFF2-40B4-BE49-F238E27FC236}">
                    <a16:creationId xmlns:a16="http://schemas.microsoft.com/office/drawing/2014/main" id="{DDF4ACD8-1248-E248-9F30-674AFD265E64}"/>
                  </a:ext>
                </a:extLst>
              </p:cNvPr>
              <p:cNvSpPr/>
              <p:nvPr/>
            </p:nvSpPr>
            <p:spPr>
              <a:xfrm>
                <a:off x="11932005" y="10566775"/>
                <a:ext cx="3286763" cy="636823"/>
              </a:xfrm>
              <a:custGeom>
                <a:avLst/>
                <a:gdLst>
                  <a:gd name="connsiteX0" fmla="*/ 591725 w 3286763"/>
                  <a:gd name="connsiteY0" fmla="*/ 14955 h 636823"/>
                  <a:gd name="connsiteX1" fmla="*/ 555611 w 3286763"/>
                  <a:gd name="connsiteY1" fmla="*/ 23661 h 636823"/>
                  <a:gd name="connsiteX2" fmla="*/ 525724 w 3286763"/>
                  <a:gd name="connsiteY2" fmla="*/ 46047 h 636823"/>
                  <a:gd name="connsiteX3" fmla="*/ 26353 w 3286763"/>
                  <a:gd name="connsiteY3" fmla="*/ 620622 h 636823"/>
                  <a:gd name="connsiteX4" fmla="*/ 2850725 w 3286763"/>
                  <a:gd name="connsiteY4" fmla="*/ 620622 h 636823"/>
                  <a:gd name="connsiteX5" fmla="*/ 3251716 w 3286763"/>
                  <a:gd name="connsiteY5" fmla="*/ 159221 h 636823"/>
                  <a:gd name="connsiteX6" fmla="*/ 3265414 w 3286763"/>
                  <a:gd name="connsiteY6" fmla="*/ 65945 h 636823"/>
                  <a:gd name="connsiteX7" fmla="*/ 3185714 w 3286763"/>
                  <a:gd name="connsiteY7" fmla="*/ 14955 h 636823"/>
                  <a:gd name="connsiteX8" fmla="*/ 590474 w 3286763"/>
                  <a:gd name="connsiteY8" fmla="*/ 0 h 636823"/>
                  <a:gd name="connsiteX9" fmla="*/ 3184475 w 3286763"/>
                  <a:gd name="connsiteY9" fmla="*/ 0 h 636823"/>
                  <a:gd name="connsiteX10" fmla="*/ 3277874 w 3286763"/>
                  <a:gd name="connsiteY10" fmla="*/ 59702 h 636823"/>
                  <a:gd name="connsiteX11" fmla="*/ 3261685 w 3286763"/>
                  <a:gd name="connsiteY11" fmla="*/ 169156 h 636823"/>
                  <a:gd name="connsiteX12" fmla="*/ 2858201 w 3286763"/>
                  <a:gd name="connsiteY12" fmla="*/ 634335 h 636823"/>
                  <a:gd name="connsiteX13" fmla="*/ 2851975 w 3286763"/>
                  <a:gd name="connsiteY13" fmla="*/ 636823 h 636823"/>
                  <a:gd name="connsiteX14" fmla="*/ 7664 w 3286763"/>
                  <a:gd name="connsiteY14" fmla="*/ 636823 h 636823"/>
                  <a:gd name="connsiteX15" fmla="*/ 1437 w 3286763"/>
                  <a:gd name="connsiteY15" fmla="*/ 631848 h 636823"/>
                  <a:gd name="connsiteX16" fmla="*/ 1437 w 3286763"/>
                  <a:gd name="connsiteY16" fmla="*/ 624385 h 636823"/>
                  <a:gd name="connsiteX17" fmla="*/ 513264 w 3286763"/>
                  <a:gd name="connsiteY17" fmla="*/ 36070 h 636823"/>
                  <a:gd name="connsiteX18" fmla="*/ 548133 w 3286763"/>
                  <a:gd name="connsiteY18" fmla="*/ 8707 h 636823"/>
                  <a:gd name="connsiteX19" fmla="*/ 590474 w 3286763"/>
                  <a:gd name="connsiteY19" fmla="*/ 0 h 636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286763" h="636823">
                    <a:moveTo>
                      <a:pt x="591725" y="14955"/>
                    </a:moveTo>
                    <a:cubicBezTo>
                      <a:pt x="579272" y="14955"/>
                      <a:pt x="566819" y="18686"/>
                      <a:pt x="555611" y="23661"/>
                    </a:cubicBezTo>
                    <a:cubicBezTo>
                      <a:pt x="543158" y="27392"/>
                      <a:pt x="534441" y="36097"/>
                      <a:pt x="525724" y="46047"/>
                    </a:cubicBezTo>
                    <a:lnTo>
                      <a:pt x="26353" y="620622"/>
                    </a:lnTo>
                    <a:lnTo>
                      <a:pt x="2850725" y="620622"/>
                    </a:lnTo>
                    <a:lnTo>
                      <a:pt x="3251716" y="159221"/>
                    </a:lnTo>
                    <a:cubicBezTo>
                      <a:pt x="3274131" y="133104"/>
                      <a:pt x="3279113" y="97037"/>
                      <a:pt x="3265414" y="65945"/>
                    </a:cubicBezTo>
                    <a:cubicBezTo>
                      <a:pt x="3250470" y="34854"/>
                      <a:pt x="3219337" y="14955"/>
                      <a:pt x="3185714" y="14955"/>
                    </a:cubicBezTo>
                    <a:close/>
                    <a:moveTo>
                      <a:pt x="590474" y="0"/>
                    </a:moveTo>
                    <a:lnTo>
                      <a:pt x="3184475" y="0"/>
                    </a:lnTo>
                    <a:cubicBezTo>
                      <a:pt x="3224325" y="0"/>
                      <a:pt x="3260439" y="22388"/>
                      <a:pt x="3277874" y="59702"/>
                    </a:cubicBezTo>
                    <a:cubicBezTo>
                      <a:pt x="3294063" y="97016"/>
                      <a:pt x="3287836" y="139305"/>
                      <a:pt x="3261685" y="169156"/>
                    </a:cubicBezTo>
                    <a:lnTo>
                      <a:pt x="2858201" y="634335"/>
                    </a:lnTo>
                    <a:cubicBezTo>
                      <a:pt x="2856956" y="635579"/>
                      <a:pt x="2854465" y="636823"/>
                      <a:pt x="2851975" y="636823"/>
                    </a:cubicBezTo>
                    <a:lnTo>
                      <a:pt x="7664" y="636823"/>
                    </a:lnTo>
                    <a:cubicBezTo>
                      <a:pt x="5173" y="636823"/>
                      <a:pt x="1437" y="634335"/>
                      <a:pt x="1437" y="631848"/>
                    </a:cubicBezTo>
                    <a:cubicBezTo>
                      <a:pt x="-1053" y="629360"/>
                      <a:pt x="192" y="626873"/>
                      <a:pt x="1437" y="624385"/>
                    </a:cubicBezTo>
                    <a:lnTo>
                      <a:pt x="513264" y="36070"/>
                    </a:lnTo>
                    <a:cubicBezTo>
                      <a:pt x="521981" y="24876"/>
                      <a:pt x="534434" y="14926"/>
                      <a:pt x="548133" y="8707"/>
                    </a:cubicBezTo>
                    <a:cubicBezTo>
                      <a:pt x="561831" y="2488"/>
                      <a:pt x="575530" y="0"/>
                      <a:pt x="5904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2196086-2A4D-E547-AB10-4C42AB9D6575}"/>
                </a:ext>
              </a:extLst>
            </p:cNvPr>
            <p:cNvGrpSpPr/>
            <p:nvPr/>
          </p:nvGrpSpPr>
          <p:grpSpPr>
            <a:xfrm>
              <a:off x="12345799" y="5293982"/>
              <a:ext cx="1823839" cy="1264919"/>
              <a:chOff x="12345799" y="5293982"/>
              <a:chExt cx="1823839" cy="1264919"/>
            </a:xfrm>
          </p:grpSpPr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13E69E90-2C12-A74E-AC1D-19522C22F145}"/>
                  </a:ext>
                </a:extLst>
              </p:cNvPr>
              <p:cNvSpPr/>
              <p:nvPr/>
            </p:nvSpPr>
            <p:spPr>
              <a:xfrm>
                <a:off x="12353274" y="5301456"/>
                <a:ext cx="1808890" cy="124996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53" h="1004">
                    <a:moveTo>
                      <a:pt x="1385" y="855"/>
                    </a:moveTo>
                    <a:lnTo>
                      <a:pt x="778" y="855"/>
                    </a:lnTo>
                    <a:lnTo>
                      <a:pt x="171" y="855"/>
                    </a:lnTo>
                    <a:lnTo>
                      <a:pt x="85" y="930"/>
                    </a:lnTo>
                    <a:lnTo>
                      <a:pt x="0" y="1004"/>
                    </a:lnTo>
                    <a:lnTo>
                      <a:pt x="0" y="536"/>
                    </a:lnTo>
                    <a:lnTo>
                      <a:pt x="0" y="67"/>
                    </a:lnTo>
                    <a:cubicBezTo>
                      <a:pt x="0" y="49"/>
                      <a:pt x="7" y="32"/>
                      <a:pt x="20" y="19"/>
                    </a:cubicBezTo>
                    <a:cubicBezTo>
                      <a:pt x="32" y="8"/>
                      <a:pt x="49" y="0"/>
                      <a:pt x="68" y="0"/>
                    </a:cubicBezTo>
                    <a:lnTo>
                      <a:pt x="727" y="0"/>
                    </a:lnTo>
                    <a:lnTo>
                      <a:pt x="1385" y="0"/>
                    </a:lnTo>
                    <a:cubicBezTo>
                      <a:pt x="1404" y="0"/>
                      <a:pt x="1421" y="8"/>
                      <a:pt x="1433" y="19"/>
                    </a:cubicBezTo>
                    <a:cubicBezTo>
                      <a:pt x="1445" y="32"/>
                      <a:pt x="1453" y="49"/>
                      <a:pt x="1453" y="67"/>
                    </a:cubicBezTo>
                    <a:lnTo>
                      <a:pt x="1453" y="427"/>
                    </a:lnTo>
                    <a:lnTo>
                      <a:pt x="1453" y="788"/>
                    </a:lnTo>
                    <a:cubicBezTo>
                      <a:pt x="1453" y="806"/>
                      <a:pt x="1445" y="823"/>
                      <a:pt x="1433" y="835"/>
                    </a:cubicBezTo>
                    <a:cubicBezTo>
                      <a:pt x="1421" y="848"/>
                      <a:pt x="1404" y="855"/>
                      <a:pt x="1385" y="85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96A315A4-6EE6-6B49-AF77-8447F9A472BA}"/>
                  </a:ext>
                </a:extLst>
              </p:cNvPr>
              <p:cNvSpPr/>
              <p:nvPr/>
            </p:nvSpPr>
            <p:spPr>
              <a:xfrm>
                <a:off x="12345799" y="5293982"/>
                <a:ext cx="1823839" cy="1264919"/>
              </a:xfrm>
              <a:custGeom>
                <a:avLst/>
                <a:gdLst>
                  <a:gd name="connsiteX0" fmla="*/ 92135 w 1823839"/>
                  <a:gd name="connsiteY0" fmla="*/ 14951 h 1264919"/>
                  <a:gd name="connsiteX1" fmla="*/ 37359 w 1823839"/>
                  <a:gd name="connsiteY1" fmla="*/ 37361 h 1264919"/>
                  <a:gd name="connsiteX2" fmla="*/ 14950 w 1823839"/>
                  <a:gd name="connsiteY2" fmla="*/ 90894 h 1264919"/>
                  <a:gd name="connsiteX3" fmla="*/ 14950 w 1823839"/>
                  <a:gd name="connsiteY3" fmla="*/ 1241241 h 1264919"/>
                  <a:gd name="connsiteX4" fmla="*/ 215383 w 1823839"/>
                  <a:gd name="connsiteY4" fmla="*/ 1066946 h 1264919"/>
                  <a:gd name="connsiteX5" fmla="*/ 220363 w 1823839"/>
                  <a:gd name="connsiteY5" fmla="*/ 1064456 h 1264919"/>
                  <a:gd name="connsiteX6" fmla="*/ 1731705 w 1823839"/>
                  <a:gd name="connsiteY6" fmla="*/ 1064456 h 1264919"/>
                  <a:gd name="connsiteX7" fmla="*/ 1786481 w 1823839"/>
                  <a:gd name="connsiteY7" fmla="*/ 1042047 h 1264919"/>
                  <a:gd name="connsiteX8" fmla="*/ 1808890 w 1823839"/>
                  <a:gd name="connsiteY8" fmla="*/ 988513 h 1264919"/>
                  <a:gd name="connsiteX9" fmla="*/ 1808890 w 1823839"/>
                  <a:gd name="connsiteY9" fmla="*/ 90894 h 1264919"/>
                  <a:gd name="connsiteX10" fmla="*/ 1786481 w 1823839"/>
                  <a:gd name="connsiteY10" fmla="*/ 37361 h 1264919"/>
                  <a:gd name="connsiteX11" fmla="*/ 1731705 w 1823839"/>
                  <a:gd name="connsiteY11" fmla="*/ 14951 h 1264919"/>
                  <a:gd name="connsiteX12" fmla="*/ 92126 w 1823839"/>
                  <a:gd name="connsiteY12" fmla="*/ 0 h 1264919"/>
                  <a:gd name="connsiteX13" fmla="*/ 1731713 w 1823839"/>
                  <a:gd name="connsiteY13" fmla="*/ 0 h 1264919"/>
                  <a:gd name="connsiteX14" fmla="*/ 1796450 w 1823839"/>
                  <a:gd name="connsiteY14" fmla="*/ 26145 h 1264919"/>
                  <a:gd name="connsiteX15" fmla="*/ 1823839 w 1823839"/>
                  <a:gd name="connsiteY15" fmla="*/ 90885 h 1264919"/>
                  <a:gd name="connsiteX16" fmla="*/ 1823839 w 1823839"/>
                  <a:gd name="connsiteY16" fmla="*/ 988529 h 1264919"/>
                  <a:gd name="connsiteX17" fmla="*/ 1796450 w 1823839"/>
                  <a:gd name="connsiteY17" fmla="*/ 1053269 h 1264919"/>
                  <a:gd name="connsiteX18" fmla="*/ 1731713 w 1823839"/>
                  <a:gd name="connsiteY18" fmla="*/ 1079414 h 1264919"/>
                  <a:gd name="connsiteX19" fmla="*/ 222844 w 1823839"/>
                  <a:gd name="connsiteY19" fmla="*/ 1079414 h 1264919"/>
                  <a:gd name="connsiteX20" fmla="*/ 12449 w 1823839"/>
                  <a:gd name="connsiteY20" fmla="*/ 1263674 h 1264919"/>
                  <a:gd name="connsiteX21" fmla="*/ 7470 w 1823839"/>
                  <a:gd name="connsiteY21" fmla="*/ 1264919 h 1264919"/>
                  <a:gd name="connsiteX22" fmla="*/ 4980 w 1823839"/>
                  <a:gd name="connsiteY22" fmla="*/ 1264919 h 1264919"/>
                  <a:gd name="connsiteX23" fmla="*/ 0 w 1823839"/>
                  <a:gd name="connsiteY23" fmla="*/ 1257449 h 1264919"/>
                  <a:gd name="connsiteX24" fmla="*/ 0 w 1823839"/>
                  <a:gd name="connsiteY24" fmla="*/ 90885 h 1264919"/>
                  <a:gd name="connsiteX25" fmla="*/ 27389 w 1823839"/>
                  <a:gd name="connsiteY25" fmla="*/ 26145 h 1264919"/>
                  <a:gd name="connsiteX26" fmla="*/ 92126 w 1823839"/>
                  <a:gd name="connsiteY26" fmla="*/ 0 h 1264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823839" h="1264919">
                    <a:moveTo>
                      <a:pt x="92135" y="14951"/>
                    </a:moveTo>
                    <a:cubicBezTo>
                      <a:pt x="70972" y="14951"/>
                      <a:pt x="52298" y="23666"/>
                      <a:pt x="37359" y="37361"/>
                    </a:cubicBezTo>
                    <a:cubicBezTo>
                      <a:pt x="22420" y="51055"/>
                      <a:pt x="14950" y="70975"/>
                      <a:pt x="14950" y="90894"/>
                    </a:cubicBezTo>
                    <a:lnTo>
                      <a:pt x="14950" y="1241241"/>
                    </a:lnTo>
                    <a:lnTo>
                      <a:pt x="215383" y="1066946"/>
                    </a:lnTo>
                    <a:cubicBezTo>
                      <a:pt x="216628" y="1065701"/>
                      <a:pt x="217873" y="1064456"/>
                      <a:pt x="220363" y="1064456"/>
                    </a:cubicBezTo>
                    <a:lnTo>
                      <a:pt x="1731705" y="1064456"/>
                    </a:lnTo>
                    <a:cubicBezTo>
                      <a:pt x="1752868" y="1064456"/>
                      <a:pt x="1771542" y="1056986"/>
                      <a:pt x="1786481" y="1042047"/>
                    </a:cubicBezTo>
                    <a:cubicBezTo>
                      <a:pt x="1801420" y="1028352"/>
                      <a:pt x="1808890" y="1008433"/>
                      <a:pt x="1808890" y="988513"/>
                    </a:cubicBezTo>
                    <a:lnTo>
                      <a:pt x="1808890" y="90894"/>
                    </a:lnTo>
                    <a:cubicBezTo>
                      <a:pt x="1808890" y="70975"/>
                      <a:pt x="1801420" y="51055"/>
                      <a:pt x="1786481" y="37361"/>
                    </a:cubicBezTo>
                    <a:cubicBezTo>
                      <a:pt x="1771542" y="23666"/>
                      <a:pt x="1752868" y="14951"/>
                      <a:pt x="1731705" y="14951"/>
                    </a:cubicBezTo>
                    <a:close/>
                    <a:moveTo>
                      <a:pt x="92126" y="0"/>
                    </a:moveTo>
                    <a:lnTo>
                      <a:pt x="1731713" y="0"/>
                    </a:lnTo>
                    <a:cubicBezTo>
                      <a:pt x="1756612" y="0"/>
                      <a:pt x="1780266" y="9960"/>
                      <a:pt x="1796450" y="26145"/>
                    </a:cubicBezTo>
                    <a:cubicBezTo>
                      <a:pt x="1815124" y="43575"/>
                      <a:pt x="1823839" y="67230"/>
                      <a:pt x="1823839" y="90885"/>
                    </a:cubicBezTo>
                    <a:lnTo>
                      <a:pt x="1823839" y="988529"/>
                    </a:lnTo>
                    <a:cubicBezTo>
                      <a:pt x="1823839" y="1012184"/>
                      <a:pt x="1815124" y="1035839"/>
                      <a:pt x="1796450" y="1053269"/>
                    </a:cubicBezTo>
                    <a:cubicBezTo>
                      <a:pt x="1780266" y="1070699"/>
                      <a:pt x="1756612" y="1079414"/>
                      <a:pt x="1731713" y="1079414"/>
                    </a:cubicBezTo>
                    <a:lnTo>
                      <a:pt x="222844" y="1079414"/>
                    </a:lnTo>
                    <a:lnTo>
                      <a:pt x="12449" y="1263674"/>
                    </a:lnTo>
                    <a:cubicBezTo>
                      <a:pt x="11204" y="1264919"/>
                      <a:pt x="8715" y="1264919"/>
                      <a:pt x="7470" y="1264919"/>
                    </a:cubicBezTo>
                    <a:cubicBezTo>
                      <a:pt x="6225" y="1264919"/>
                      <a:pt x="4980" y="1264919"/>
                      <a:pt x="4980" y="1264919"/>
                    </a:cubicBezTo>
                    <a:cubicBezTo>
                      <a:pt x="1245" y="1263674"/>
                      <a:pt x="0" y="1261184"/>
                      <a:pt x="0" y="1257449"/>
                    </a:cubicBezTo>
                    <a:lnTo>
                      <a:pt x="0" y="90885"/>
                    </a:lnTo>
                    <a:cubicBezTo>
                      <a:pt x="0" y="67230"/>
                      <a:pt x="8715" y="43575"/>
                      <a:pt x="27389" y="26145"/>
                    </a:cubicBezTo>
                    <a:cubicBezTo>
                      <a:pt x="44818" y="9960"/>
                      <a:pt x="67227" y="0"/>
                      <a:pt x="921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AB757541-0F62-A344-8644-AF0821029834}"/>
                  </a:ext>
                </a:extLst>
              </p:cNvPr>
              <p:cNvSpPr/>
              <p:nvPr/>
            </p:nvSpPr>
            <p:spPr>
              <a:xfrm>
                <a:off x="13503140" y="5453500"/>
                <a:ext cx="515758" cy="710351"/>
              </a:xfrm>
              <a:custGeom>
                <a:avLst/>
                <a:gdLst>
                  <a:gd name="connsiteX0" fmla="*/ 14949 w 515758"/>
                  <a:gd name="connsiteY0" fmla="*/ 14954 h 710351"/>
                  <a:gd name="connsiteX1" fmla="*/ 14949 w 515758"/>
                  <a:gd name="connsiteY1" fmla="*/ 695395 h 710351"/>
                  <a:gd name="connsiteX2" fmla="*/ 500808 w 515758"/>
                  <a:gd name="connsiteY2" fmla="*/ 695395 h 710351"/>
                  <a:gd name="connsiteX3" fmla="*/ 500808 w 515758"/>
                  <a:gd name="connsiteY3" fmla="*/ 14954 h 710351"/>
                  <a:gd name="connsiteX4" fmla="*/ 7457 w 515758"/>
                  <a:gd name="connsiteY4" fmla="*/ 0 h 710351"/>
                  <a:gd name="connsiteX5" fmla="*/ 508301 w 515758"/>
                  <a:gd name="connsiteY5" fmla="*/ 0 h 710351"/>
                  <a:gd name="connsiteX6" fmla="*/ 515758 w 515758"/>
                  <a:gd name="connsiteY6" fmla="*/ 7465 h 710351"/>
                  <a:gd name="connsiteX7" fmla="*/ 515758 w 515758"/>
                  <a:gd name="connsiteY7" fmla="*/ 702887 h 710351"/>
                  <a:gd name="connsiteX8" fmla="*/ 508301 w 515758"/>
                  <a:gd name="connsiteY8" fmla="*/ 710351 h 710351"/>
                  <a:gd name="connsiteX9" fmla="*/ 7457 w 515758"/>
                  <a:gd name="connsiteY9" fmla="*/ 710351 h 710351"/>
                  <a:gd name="connsiteX10" fmla="*/ 0 w 515758"/>
                  <a:gd name="connsiteY10" fmla="*/ 702887 h 710351"/>
                  <a:gd name="connsiteX11" fmla="*/ 0 w 515758"/>
                  <a:gd name="connsiteY11" fmla="*/ 7465 h 710351"/>
                  <a:gd name="connsiteX12" fmla="*/ 7457 w 515758"/>
                  <a:gd name="connsiteY12" fmla="*/ 0 h 710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15758" h="710351">
                    <a:moveTo>
                      <a:pt x="14949" y="14954"/>
                    </a:moveTo>
                    <a:lnTo>
                      <a:pt x="14949" y="695395"/>
                    </a:lnTo>
                    <a:lnTo>
                      <a:pt x="500808" y="695395"/>
                    </a:lnTo>
                    <a:lnTo>
                      <a:pt x="500808" y="14954"/>
                    </a:lnTo>
                    <a:close/>
                    <a:moveTo>
                      <a:pt x="7457" y="0"/>
                    </a:moveTo>
                    <a:lnTo>
                      <a:pt x="508301" y="0"/>
                    </a:lnTo>
                    <a:cubicBezTo>
                      <a:pt x="512030" y="0"/>
                      <a:pt x="515758" y="2488"/>
                      <a:pt x="515758" y="7465"/>
                    </a:cubicBezTo>
                    <a:lnTo>
                      <a:pt x="515758" y="702887"/>
                    </a:lnTo>
                    <a:cubicBezTo>
                      <a:pt x="515758" y="706619"/>
                      <a:pt x="512030" y="710351"/>
                      <a:pt x="508301" y="710351"/>
                    </a:cubicBezTo>
                    <a:lnTo>
                      <a:pt x="7457" y="710351"/>
                    </a:lnTo>
                    <a:cubicBezTo>
                      <a:pt x="2486" y="710351"/>
                      <a:pt x="0" y="706619"/>
                      <a:pt x="0" y="702887"/>
                    </a:cubicBezTo>
                    <a:lnTo>
                      <a:pt x="0" y="7465"/>
                    </a:lnTo>
                    <a:cubicBezTo>
                      <a:pt x="0" y="2488"/>
                      <a:pt x="2486" y="0"/>
                      <a:pt x="74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7" name="Freeform 146">
                <a:extLst>
                  <a:ext uri="{FF2B5EF4-FFF2-40B4-BE49-F238E27FC236}">
                    <a16:creationId xmlns:a16="http://schemas.microsoft.com/office/drawing/2014/main" id="{5400BAFF-92DD-AC4C-9DCB-B2E427806EEC}"/>
                  </a:ext>
                </a:extLst>
              </p:cNvPr>
              <p:cNvSpPr/>
              <p:nvPr/>
            </p:nvSpPr>
            <p:spPr>
              <a:xfrm>
                <a:off x="13338692" y="5396173"/>
                <a:ext cx="13704" cy="8237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662">
                    <a:moveTo>
                      <a:pt x="6" y="662"/>
                    </a:moveTo>
                    <a:cubicBezTo>
                      <a:pt x="3" y="662"/>
                      <a:pt x="0" y="660"/>
                      <a:pt x="0" y="656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6"/>
                    </a:cubicBezTo>
                    <a:lnTo>
                      <a:pt x="12" y="656"/>
                    </a:lnTo>
                    <a:cubicBezTo>
                      <a:pt x="12" y="660"/>
                      <a:pt x="10" y="662"/>
                      <a:pt x="6" y="6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CAE27A46-9A0A-DA46-8BDA-7A2134369AF8}"/>
                  </a:ext>
                </a:extLst>
              </p:cNvPr>
              <p:cNvSpPr/>
              <p:nvPr/>
            </p:nvSpPr>
            <p:spPr>
              <a:xfrm>
                <a:off x="12484082" y="5460977"/>
                <a:ext cx="722559" cy="6953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1" h="559">
                    <a:moveTo>
                      <a:pt x="516" y="559"/>
                    </a:moveTo>
                    <a:lnTo>
                      <a:pt x="290" y="559"/>
                    </a:lnTo>
                    <a:lnTo>
                      <a:pt x="65" y="559"/>
                    </a:lnTo>
                    <a:cubicBezTo>
                      <a:pt x="47" y="559"/>
                      <a:pt x="31" y="551"/>
                      <a:pt x="19" y="540"/>
                    </a:cubicBezTo>
                    <a:cubicBezTo>
                      <a:pt x="8" y="528"/>
                      <a:pt x="0" y="512"/>
                      <a:pt x="0" y="494"/>
                    </a:cubicBezTo>
                    <a:lnTo>
                      <a:pt x="0" y="279"/>
                    </a:lnTo>
                    <a:lnTo>
                      <a:pt x="0" y="64"/>
                    </a:lnTo>
                    <a:cubicBezTo>
                      <a:pt x="0" y="46"/>
                      <a:pt x="8" y="30"/>
                      <a:pt x="19" y="19"/>
                    </a:cubicBezTo>
                    <a:cubicBezTo>
                      <a:pt x="31" y="7"/>
                      <a:pt x="47" y="0"/>
                      <a:pt x="65" y="0"/>
                    </a:cubicBezTo>
                    <a:lnTo>
                      <a:pt x="290" y="0"/>
                    </a:lnTo>
                    <a:lnTo>
                      <a:pt x="516" y="0"/>
                    </a:lnTo>
                    <a:cubicBezTo>
                      <a:pt x="534" y="0"/>
                      <a:pt x="550" y="7"/>
                      <a:pt x="562" y="19"/>
                    </a:cubicBezTo>
                    <a:cubicBezTo>
                      <a:pt x="573" y="30"/>
                      <a:pt x="581" y="46"/>
                      <a:pt x="581" y="64"/>
                    </a:cubicBezTo>
                    <a:lnTo>
                      <a:pt x="581" y="279"/>
                    </a:lnTo>
                    <a:lnTo>
                      <a:pt x="581" y="494"/>
                    </a:lnTo>
                    <a:cubicBezTo>
                      <a:pt x="581" y="512"/>
                      <a:pt x="573" y="528"/>
                      <a:pt x="562" y="540"/>
                    </a:cubicBezTo>
                    <a:cubicBezTo>
                      <a:pt x="550" y="551"/>
                      <a:pt x="534" y="559"/>
                      <a:pt x="516" y="55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7946108E-B971-CC4A-A04E-465A8A2654DF}"/>
                  </a:ext>
                </a:extLst>
              </p:cNvPr>
              <p:cNvSpPr/>
              <p:nvPr/>
            </p:nvSpPr>
            <p:spPr>
              <a:xfrm>
                <a:off x="12476608" y="5453500"/>
                <a:ext cx="737509" cy="710351"/>
              </a:xfrm>
              <a:custGeom>
                <a:avLst/>
                <a:gdLst>
                  <a:gd name="connsiteX0" fmla="*/ 88319 w 737509"/>
                  <a:gd name="connsiteY0" fmla="*/ 14954 h 710351"/>
                  <a:gd name="connsiteX1" fmla="*/ 37331 w 737509"/>
                  <a:gd name="connsiteY1" fmla="*/ 36101 h 710351"/>
                  <a:gd name="connsiteX2" fmla="*/ 14946 w 737509"/>
                  <a:gd name="connsiteY2" fmla="*/ 87103 h 710351"/>
                  <a:gd name="connsiteX3" fmla="*/ 14946 w 737509"/>
                  <a:gd name="connsiteY3" fmla="*/ 622002 h 710351"/>
                  <a:gd name="connsiteX4" fmla="*/ 37331 w 737509"/>
                  <a:gd name="connsiteY4" fmla="*/ 673004 h 710351"/>
                  <a:gd name="connsiteX5" fmla="*/ 88319 w 737509"/>
                  <a:gd name="connsiteY5" fmla="*/ 695395 h 710351"/>
                  <a:gd name="connsiteX6" fmla="*/ 649183 w 737509"/>
                  <a:gd name="connsiteY6" fmla="*/ 695395 h 710351"/>
                  <a:gd name="connsiteX7" fmla="*/ 700171 w 737509"/>
                  <a:gd name="connsiteY7" fmla="*/ 673004 h 710351"/>
                  <a:gd name="connsiteX8" fmla="*/ 722556 w 737509"/>
                  <a:gd name="connsiteY8" fmla="*/ 622002 h 710351"/>
                  <a:gd name="connsiteX9" fmla="*/ 722556 w 737509"/>
                  <a:gd name="connsiteY9" fmla="*/ 87103 h 710351"/>
                  <a:gd name="connsiteX10" fmla="*/ 700171 w 737509"/>
                  <a:gd name="connsiteY10" fmla="*/ 36101 h 710351"/>
                  <a:gd name="connsiteX11" fmla="*/ 649183 w 737509"/>
                  <a:gd name="connsiteY11" fmla="*/ 14954 h 710351"/>
                  <a:gd name="connsiteX12" fmla="*/ 88302 w 737509"/>
                  <a:gd name="connsiteY12" fmla="*/ 0 h 710351"/>
                  <a:gd name="connsiteX13" fmla="*/ 649207 w 737509"/>
                  <a:gd name="connsiteY13" fmla="*/ 0 h 710351"/>
                  <a:gd name="connsiteX14" fmla="*/ 711392 w 737509"/>
                  <a:gd name="connsiteY14" fmla="*/ 26125 h 710351"/>
                  <a:gd name="connsiteX15" fmla="*/ 737509 w 737509"/>
                  <a:gd name="connsiteY15" fmla="*/ 87084 h 710351"/>
                  <a:gd name="connsiteX16" fmla="*/ 737509 w 737509"/>
                  <a:gd name="connsiteY16" fmla="*/ 622024 h 710351"/>
                  <a:gd name="connsiteX17" fmla="*/ 711392 w 737509"/>
                  <a:gd name="connsiteY17" fmla="*/ 684226 h 710351"/>
                  <a:gd name="connsiteX18" fmla="*/ 649207 w 737509"/>
                  <a:gd name="connsiteY18" fmla="*/ 710351 h 710351"/>
                  <a:gd name="connsiteX19" fmla="*/ 88302 w 737509"/>
                  <a:gd name="connsiteY19" fmla="*/ 710351 h 710351"/>
                  <a:gd name="connsiteX20" fmla="*/ 26118 w 737509"/>
                  <a:gd name="connsiteY20" fmla="*/ 684226 h 710351"/>
                  <a:gd name="connsiteX21" fmla="*/ 0 w 737509"/>
                  <a:gd name="connsiteY21" fmla="*/ 622024 h 710351"/>
                  <a:gd name="connsiteX22" fmla="*/ 0 w 737509"/>
                  <a:gd name="connsiteY22" fmla="*/ 87084 h 710351"/>
                  <a:gd name="connsiteX23" fmla="*/ 26118 w 737509"/>
                  <a:gd name="connsiteY23" fmla="*/ 26125 h 710351"/>
                  <a:gd name="connsiteX24" fmla="*/ 88302 w 737509"/>
                  <a:gd name="connsiteY24" fmla="*/ 0 h 710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737509" h="710351">
                    <a:moveTo>
                      <a:pt x="88319" y="14954"/>
                    </a:moveTo>
                    <a:cubicBezTo>
                      <a:pt x="68421" y="14954"/>
                      <a:pt x="51010" y="22418"/>
                      <a:pt x="37331" y="36101"/>
                    </a:cubicBezTo>
                    <a:cubicBezTo>
                      <a:pt x="23651" y="49785"/>
                      <a:pt x="14946" y="68444"/>
                      <a:pt x="14946" y="87103"/>
                    </a:cubicBezTo>
                    <a:lnTo>
                      <a:pt x="14946" y="622002"/>
                    </a:lnTo>
                    <a:cubicBezTo>
                      <a:pt x="14946" y="641905"/>
                      <a:pt x="23651" y="660565"/>
                      <a:pt x="37331" y="673004"/>
                    </a:cubicBezTo>
                    <a:cubicBezTo>
                      <a:pt x="51010" y="686688"/>
                      <a:pt x="68421" y="695395"/>
                      <a:pt x="88319" y="695395"/>
                    </a:cubicBezTo>
                    <a:lnTo>
                      <a:pt x="649183" y="695395"/>
                    </a:lnTo>
                    <a:cubicBezTo>
                      <a:pt x="669081" y="695395"/>
                      <a:pt x="686492" y="686688"/>
                      <a:pt x="700171" y="673004"/>
                    </a:cubicBezTo>
                    <a:cubicBezTo>
                      <a:pt x="713851" y="660565"/>
                      <a:pt x="722556" y="641905"/>
                      <a:pt x="722556" y="622002"/>
                    </a:cubicBezTo>
                    <a:lnTo>
                      <a:pt x="722556" y="87103"/>
                    </a:lnTo>
                    <a:cubicBezTo>
                      <a:pt x="722556" y="68444"/>
                      <a:pt x="713851" y="49785"/>
                      <a:pt x="700171" y="36101"/>
                    </a:cubicBezTo>
                    <a:cubicBezTo>
                      <a:pt x="686492" y="22418"/>
                      <a:pt x="669081" y="14954"/>
                      <a:pt x="649183" y="14954"/>
                    </a:cubicBezTo>
                    <a:close/>
                    <a:moveTo>
                      <a:pt x="88302" y="0"/>
                    </a:moveTo>
                    <a:lnTo>
                      <a:pt x="649207" y="0"/>
                    </a:lnTo>
                    <a:cubicBezTo>
                      <a:pt x="672837" y="0"/>
                      <a:pt x="695224" y="8709"/>
                      <a:pt x="711392" y="26125"/>
                    </a:cubicBezTo>
                    <a:cubicBezTo>
                      <a:pt x="727560" y="41054"/>
                      <a:pt x="737509" y="63447"/>
                      <a:pt x="737509" y="87084"/>
                    </a:cubicBezTo>
                    <a:lnTo>
                      <a:pt x="737509" y="622024"/>
                    </a:lnTo>
                    <a:cubicBezTo>
                      <a:pt x="737509" y="645661"/>
                      <a:pt x="727560" y="668054"/>
                      <a:pt x="711392" y="684226"/>
                    </a:cubicBezTo>
                    <a:cubicBezTo>
                      <a:pt x="695224" y="700399"/>
                      <a:pt x="672837" y="710351"/>
                      <a:pt x="649207" y="710351"/>
                    </a:cubicBezTo>
                    <a:lnTo>
                      <a:pt x="88302" y="710351"/>
                    </a:lnTo>
                    <a:cubicBezTo>
                      <a:pt x="64672" y="710351"/>
                      <a:pt x="42286" y="700399"/>
                      <a:pt x="26118" y="684226"/>
                    </a:cubicBezTo>
                    <a:cubicBezTo>
                      <a:pt x="9950" y="668054"/>
                      <a:pt x="0" y="645661"/>
                      <a:pt x="0" y="622024"/>
                    </a:cubicBezTo>
                    <a:lnTo>
                      <a:pt x="0" y="87084"/>
                    </a:lnTo>
                    <a:cubicBezTo>
                      <a:pt x="0" y="63447"/>
                      <a:pt x="9950" y="41054"/>
                      <a:pt x="26118" y="26125"/>
                    </a:cubicBezTo>
                    <a:cubicBezTo>
                      <a:pt x="42286" y="8709"/>
                      <a:pt x="64672" y="0"/>
                      <a:pt x="883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6D75E8FC-522F-484E-B7D9-667945EC2505}"/>
                  </a:ext>
                </a:extLst>
              </p:cNvPr>
              <p:cNvSpPr/>
              <p:nvPr/>
            </p:nvSpPr>
            <p:spPr>
              <a:xfrm>
                <a:off x="12771860" y="5951988"/>
                <a:ext cx="147003" cy="510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9" h="42">
                    <a:moveTo>
                      <a:pt x="0" y="0"/>
                    </a:moveTo>
                    <a:cubicBezTo>
                      <a:pt x="0" y="20"/>
                      <a:pt x="23" y="42"/>
                      <a:pt x="59" y="42"/>
                    </a:cubicBezTo>
                    <a:cubicBezTo>
                      <a:pt x="95" y="42"/>
                      <a:pt x="119" y="20"/>
                      <a:pt x="119" y="0"/>
                    </a:cubicBezTo>
                    <a:cubicBezTo>
                      <a:pt x="119" y="0"/>
                      <a:pt x="83" y="0"/>
                      <a:pt x="59" y="0"/>
                    </a:cubicBezTo>
                    <a:cubicBezTo>
                      <a:pt x="36" y="0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8" name="Freeform 427">
                <a:extLst>
                  <a:ext uri="{FF2B5EF4-FFF2-40B4-BE49-F238E27FC236}">
                    <a16:creationId xmlns:a16="http://schemas.microsoft.com/office/drawing/2014/main" id="{CD23E256-085B-4349-A54B-AA07D6720666}"/>
                  </a:ext>
                </a:extLst>
              </p:cNvPr>
              <p:cNvSpPr/>
              <p:nvPr/>
            </p:nvSpPr>
            <p:spPr>
              <a:xfrm>
                <a:off x="12764382" y="5944510"/>
                <a:ext cx="161953" cy="66050"/>
              </a:xfrm>
              <a:custGeom>
                <a:avLst/>
                <a:gdLst>
                  <a:gd name="connsiteX0" fmla="*/ 16199 w 161953"/>
                  <a:gd name="connsiteY0" fmla="*/ 14959 h 66050"/>
                  <a:gd name="connsiteX1" fmla="*/ 80363 w 161953"/>
                  <a:gd name="connsiteY1" fmla="*/ 51100 h 66050"/>
                  <a:gd name="connsiteX2" fmla="*/ 145761 w 161953"/>
                  <a:gd name="connsiteY2" fmla="*/ 14959 h 66050"/>
                  <a:gd name="connsiteX3" fmla="*/ 114913 w 161953"/>
                  <a:gd name="connsiteY3" fmla="*/ 14959 h 66050"/>
                  <a:gd name="connsiteX4" fmla="*/ 80363 w 161953"/>
                  <a:gd name="connsiteY4" fmla="*/ 14959 h 66050"/>
                  <a:gd name="connsiteX5" fmla="*/ 47047 w 161953"/>
                  <a:gd name="connsiteY5" fmla="*/ 14959 h 66050"/>
                  <a:gd name="connsiteX6" fmla="*/ 16199 w 161953"/>
                  <a:gd name="connsiteY6" fmla="*/ 14959 h 66050"/>
                  <a:gd name="connsiteX7" fmla="*/ 46979 w 161953"/>
                  <a:gd name="connsiteY7" fmla="*/ 0 h 66050"/>
                  <a:gd name="connsiteX8" fmla="*/ 80358 w 161953"/>
                  <a:gd name="connsiteY8" fmla="*/ 0 h 66050"/>
                  <a:gd name="connsiteX9" fmla="*/ 114974 w 161953"/>
                  <a:gd name="connsiteY9" fmla="*/ 0 h 66050"/>
                  <a:gd name="connsiteX10" fmla="*/ 159480 w 161953"/>
                  <a:gd name="connsiteY10" fmla="*/ 2447 h 66050"/>
                  <a:gd name="connsiteX11" fmla="*/ 161953 w 161953"/>
                  <a:gd name="connsiteY11" fmla="*/ 7339 h 66050"/>
                  <a:gd name="connsiteX12" fmla="*/ 80358 w 161953"/>
                  <a:gd name="connsiteY12" fmla="*/ 66050 h 66050"/>
                  <a:gd name="connsiteX13" fmla="*/ 0 w 161953"/>
                  <a:gd name="connsiteY13" fmla="*/ 7339 h 66050"/>
                  <a:gd name="connsiteX14" fmla="*/ 2473 w 161953"/>
                  <a:gd name="connsiteY14" fmla="*/ 2447 h 66050"/>
                  <a:gd name="connsiteX15" fmla="*/ 46979 w 161953"/>
                  <a:gd name="connsiteY15" fmla="*/ 0 h 660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61953" h="66050">
                    <a:moveTo>
                      <a:pt x="16199" y="14959"/>
                    </a:moveTo>
                    <a:cubicBezTo>
                      <a:pt x="22369" y="34234"/>
                      <a:pt x="45813" y="51100"/>
                      <a:pt x="80363" y="51100"/>
                    </a:cubicBezTo>
                    <a:cubicBezTo>
                      <a:pt x="116147" y="51100"/>
                      <a:pt x="139591" y="34234"/>
                      <a:pt x="145761" y="14959"/>
                    </a:cubicBezTo>
                    <a:cubicBezTo>
                      <a:pt x="138357" y="14959"/>
                      <a:pt x="126018" y="14959"/>
                      <a:pt x="114913" y="14959"/>
                    </a:cubicBezTo>
                    <a:cubicBezTo>
                      <a:pt x="103808" y="14959"/>
                      <a:pt x="91468" y="14959"/>
                      <a:pt x="80363" y="14959"/>
                    </a:cubicBezTo>
                    <a:cubicBezTo>
                      <a:pt x="70492" y="14959"/>
                      <a:pt x="59386" y="14959"/>
                      <a:pt x="47047" y="14959"/>
                    </a:cubicBezTo>
                    <a:cubicBezTo>
                      <a:pt x="35942" y="14959"/>
                      <a:pt x="24836" y="14959"/>
                      <a:pt x="16199" y="14959"/>
                    </a:cubicBezTo>
                    <a:close/>
                    <a:moveTo>
                      <a:pt x="46979" y="0"/>
                    </a:moveTo>
                    <a:cubicBezTo>
                      <a:pt x="59342" y="0"/>
                      <a:pt x="70468" y="0"/>
                      <a:pt x="80358" y="0"/>
                    </a:cubicBezTo>
                    <a:cubicBezTo>
                      <a:pt x="91485" y="0"/>
                      <a:pt x="103848" y="0"/>
                      <a:pt x="114974" y="0"/>
                    </a:cubicBezTo>
                    <a:cubicBezTo>
                      <a:pt x="157008" y="0"/>
                      <a:pt x="157008" y="0"/>
                      <a:pt x="159480" y="2447"/>
                    </a:cubicBezTo>
                    <a:cubicBezTo>
                      <a:pt x="160717" y="3670"/>
                      <a:pt x="161953" y="4893"/>
                      <a:pt x="161953" y="7339"/>
                    </a:cubicBezTo>
                    <a:cubicBezTo>
                      <a:pt x="161953" y="36695"/>
                      <a:pt x="128573" y="66050"/>
                      <a:pt x="80358" y="66050"/>
                    </a:cubicBezTo>
                    <a:cubicBezTo>
                      <a:pt x="32143" y="66050"/>
                      <a:pt x="0" y="36695"/>
                      <a:pt x="0" y="7339"/>
                    </a:cubicBezTo>
                    <a:cubicBezTo>
                      <a:pt x="0" y="4893"/>
                      <a:pt x="1236" y="3670"/>
                      <a:pt x="2473" y="2447"/>
                    </a:cubicBezTo>
                    <a:cubicBezTo>
                      <a:pt x="4945" y="0"/>
                      <a:pt x="4945" y="0"/>
                      <a:pt x="469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8723DE9F-8548-B947-B860-4E1E9287662C}"/>
                  </a:ext>
                </a:extLst>
              </p:cNvPr>
              <p:cNvSpPr/>
              <p:nvPr/>
            </p:nvSpPr>
            <p:spPr>
              <a:xfrm>
                <a:off x="12656002" y="5614263"/>
                <a:ext cx="378721" cy="336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5" h="271">
                    <a:moveTo>
                      <a:pt x="260" y="180"/>
                    </a:moveTo>
                    <a:cubicBezTo>
                      <a:pt x="260" y="125"/>
                      <a:pt x="235" y="81"/>
                      <a:pt x="175" y="72"/>
                    </a:cubicBezTo>
                    <a:cubicBezTo>
                      <a:pt x="188" y="62"/>
                      <a:pt x="197" y="46"/>
                      <a:pt x="197" y="31"/>
                    </a:cubicBezTo>
                    <a:cubicBezTo>
                      <a:pt x="197" y="9"/>
                      <a:pt x="176" y="0"/>
                      <a:pt x="153" y="0"/>
                    </a:cubicBezTo>
                    <a:cubicBezTo>
                      <a:pt x="131" y="0"/>
                      <a:pt x="110" y="9"/>
                      <a:pt x="110" y="31"/>
                    </a:cubicBezTo>
                    <a:cubicBezTo>
                      <a:pt x="110" y="46"/>
                      <a:pt x="119" y="62"/>
                      <a:pt x="131" y="72"/>
                    </a:cubicBezTo>
                    <a:cubicBezTo>
                      <a:pt x="72" y="81"/>
                      <a:pt x="46" y="125"/>
                      <a:pt x="46" y="180"/>
                    </a:cubicBezTo>
                    <a:cubicBezTo>
                      <a:pt x="46" y="240"/>
                      <a:pt x="-109" y="271"/>
                      <a:pt x="153" y="271"/>
                    </a:cubicBezTo>
                    <a:cubicBezTo>
                      <a:pt x="415" y="271"/>
                      <a:pt x="260" y="240"/>
                      <a:pt x="260" y="18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9" name="Freeform 428">
                <a:extLst>
                  <a:ext uri="{FF2B5EF4-FFF2-40B4-BE49-F238E27FC236}">
                    <a16:creationId xmlns:a16="http://schemas.microsoft.com/office/drawing/2014/main" id="{461D15E3-25CF-D84A-9B09-6CD8058605E3}"/>
                  </a:ext>
                </a:extLst>
              </p:cNvPr>
              <p:cNvSpPr/>
              <p:nvPr/>
            </p:nvSpPr>
            <p:spPr>
              <a:xfrm>
                <a:off x="12649898" y="5606786"/>
                <a:ext cx="393421" cy="351437"/>
              </a:xfrm>
              <a:custGeom>
                <a:avLst/>
                <a:gdLst>
                  <a:gd name="connsiteX0" fmla="*/ 194844 w 393421"/>
                  <a:gd name="connsiteY0" fmla="*/ 14955 h 351437"/>
                  <a:gd name="connsiteX1" fmla="*/ 148907 w 393421"/>
                  <a:gd name="connsiteY1" fmla="*/ 45991 h 351437"/>
                  <a:gd name="connsiteX2" fmla="*/ 172496 w 393421"/>
                  <a:gd name="connsiteY2" fmla="*/ 91923 h 351437"/>
                  <a:gd name="connsiteX3" fmla="*/ 174979 w 393421"/>
                  <a:gd name="connsiteY3" fmla="*/ 99372 h 351437"/>
                  <a:gd name="connsiteX4" fmla="*/ 168771 w 393421"/>
                  <a:gd name="connsiteY4" fmla="*/ 104337 h 351437"/>
                  <a:gd name="connsiteX5" fmla="*/ 69448 w 393421"/>
                  <a:gd name="connsiteY5" fmla="*/ 230962 h 351437"/>
                  <a:gd name="connsiteX6" fmla="*/ 32202 w 393421"/>
                  <a:gd name="connsiteY6" fmla="*/ 296757 h 351437"/>
                  <a:gd name="connsiteX7" fmla="*/ 13579 w 393421"/>
                  <a:gd name="connsiteY7" fmla="*/ 320344 h 351437"/>
                  <a:gd name="connsiteX8" fmla="*/ 194844 w 393421"/>
                  <a:gd name="connsiteY8" fmla="*/ 336482 h 351437"/>
                  <a:gd name="connsiteX9" fmla="*/ 377350 w 393421"/>
                  <a:gd name="connsiteY9" fmla="*/ 320344 h 351437"/>
                  <a:gd name="connsiteX10" fmla="*/ 358727 w 393421"/>
                  <a:gd name="connsiteY10" fmla="*/ 296757 h 351437"/>
                  <a:gd name="connsiteX11" fmla="*/ 321481 w 393421"/>
                  <a:gd name="connsiteY11" fmla="*/ 230962 h 351437"/>
                  <a:gd name="connsiteX12" fmla="*/ 222158 w 393421"/>
                  <a:gd name="connsiteY12" fmla="*/ 104337 h 351437"/>
                  <a:gd name="connsiteX13" fmla="*/ 215950 w 393421"/>
                  <a:gd name="connsiteY13" fmla="*/ 99372 h 351437"/>
                  <a:gd name="connsiteX14" fmla="*/ 218433 w 393421"/>
                  <a:gd name="connsiteY14" fmla="*/ 91923 h 351437"/>
                  <a:gd name="connsiteX15" fmla="*/ 242022 w 393421"/>
                  <a:gd name="connsiteY15" fmla="*/ 45991 h 351437"/>
                  <a:gd name="connsiteX16" fmla="*/ 194844 w 393421"/>
                  <a:gd name="connsiteY16" fmla="*/ 14955 h 351437"/>
                  <a:gd name="connsiteX17" fmla="*/ 196090 w 393421"/>
                  <a:gd name="connsiteY17" fmla="*/ 0 h 351437"/>
                  <a:gd name="connsiteX18" fmla="*/ 258183 w 393421"/>
                  <a:gd name="connsiteY18" fmla="*/ 45948 h 351437"/>
                  <a:gd name="connsiteX19" fmla="*/ 239555 w 393421"/>
                  <a:gd name="connsiteY19" fmla="*/ 91895 h 351437"/>
                  <a:gd name="connsiteX20" fmla="*/ 336420 w 393421"/>
                  <a:gd name="connsiteY20" fmla="*/ 230980 h 351437"/>
                  <a:gd name="connsiteX21" fmla="*/ 371193 w 393421"/>
                  <a:gd name="connsiteY21" fmla="*/ 286862 h 351437"/>
                  <a:gd name="connsiteX22" fmla="*/ 392304 w 393421"/>
                  <a:gd name="connsiteY22" fmla="*/ 325359 h 351437"/>
                  <a:gd name="connsiteX23" fmla="*/ 196090 w 393421"/>
                  <a:gd name="connsiteY23" fmla="*/ 351437 h 351437"/>
                  <a:gd name="connsiteX24" fmla="*/ 1118 w 393421"/>
                  <a:gd name="connsiteY24" fmla="*/ 325359 h 351437"/>
                  <a:gd name="connsiteX25" fmla="*/ 22230 w 393421"/>
                  <a:gd name="connsiteY25" fmla="*/ 286862 h 351437"/>
                  <a:gd name="connsiteX26" fmla="*/ 55760 w 393421"/>
                  <a:gd name="connsiteY26" fmla="*/ 230980 h 351437"/>
                  <a:gd name="connsiteX27" fmla="*/ 153867 w 393421"/>
                  <a:gd name="connsiteY27" fmla="*/ 91895 h 351437"/>
                  <a:gd name="connsiteX28" fmla="*/ 135239 w 393421"/>
                  <a:gd name="connsiteY28" fmla="*/ 45948 h 351437"/>
                  <a:gd name="connsiteX29" fmla="*/ 196090 w 393421"/>
                  <a:gd name="connsiteY29" fmla="*/ 0 h 3514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3421" h="351437">
                    <a:moveTo>
                      <a:pt x="194844" y="14955"/>
                    </a:moveTo>
                    <a:cubicBezTo>
                      <a:pt x="184911" y="14955"/>
                      <a:pt x="148907" y="17438"/>
                      <a:pt x="148907" y="45991"/>
                    </a:cubicBezTo>
                    <a:cubicBezTo>
                      <a:pt x="148907" y="62129"/>
                      <a:pt x="158839" y="80750"/>
                      <a:pt x="172496" y="91923"/>
                    </a:cubicBezTo>
                    <a:cubicBezTo>
                      <a:pt x="174979" y="93165"/>
                      <a:pt x="176221" y="95647"/>
                      <a:pt x="174979" y="99372"/>
                    </a:cubicBezTo>
                    <a:cubicBezTo>
                      <a:pt x="174979" y="101854"/>
                      <a:pt x="172496" y="104337"/>
                      <a:pt x="168771" y="104337"/>
                    </a:cubicBezTo>
                    <a:cubicBezTo>
                      <a:pt x="83105" y="116751"/>
                      <a:pt x="69448" y="188754"/>
                      <a:pt x="69448" y="230962"/>
                    </a:cubicBezTo>
                    <a:cubicBezTo>
                      <a:pt x="69448" y="258273"/>
                      <a:pt x="48342" y="279377"/>
                      <a:pt x="32202" y="296757"/>
                    </a:cubicBezTo>
                    <a:cubicBezTo>
                      <a:pt x="24753" y="304205"/>
                      <a:pt x="12337" y="316620"/>
                      <a:pt x="13579" y="320344"/>
                    </a:cubicBezTo>
                    <a:cubicBezTo>
                      <a:pt x="18545" y="331517"/>
                      <a:pt x="79381" y="336482"/>
                      <a:pt x="194844" y="336482"/>
                    </a:cubicBezTo>
                    <a:cubicBezTo>
                      <a:pt x="311548" y="336482"/>
                      <a:pt x="373625" y="331517"/>
                      <a:pt x="377350" y="320344"/>
                    </a:cubicBezTo>
                    <a:cubicBezTo>
                      <a:pt x="378592" y="316620"/>
                      <a:pt x="366176" y="304205"/>
                      <a:pt x="358727" y="296757"/>
                    </a:cubicBezTo>
                    <a:cubicBezTo>
                      <a:pt x="341345" y="279377"/>
                      <a:pt x="321481" y="258273"/>
                      <a:pt x="321481" y="230962"/>
                    </a:cubicBezTo>
                    <a:cubicBezTo>
                      <a:pt x="321481" y="188754"/>
                      <a:pt x="309065" y="116751"/>
                      <a:pt x="222158" y="104337"/>
                    </a:cubicBezTo>
                    <a:cubicBezTo>
                      <a:pt x="218433" y="104337"/>
                      <a:pt x="217191" y="101854"/>
                      <a:pt x="215950" y="99372"/>
                    </a:cubicBezTo>
                    <a:cubicBezTo>
                      <a:pt x="214708" y="95647"/>
                      <a:pt x="215950" y="93165"/>
                      <a:pt x="218433" y="91923"/>
                    </a:cubicBezTo>
                    <a:cubicBezTo>
                      <a:pt x="232090" y="80750"/>
                      <a:pt x="242022" y="62129"/>
                      <a:pt x="242022" y="45991"/>
                    </a:cubicBezTo>
                    <a:cubicBezTo>
                      <a:pt x="242022" y="17438"/>
                      <a:pt x="206018" y="14955"/>
                      <a:pt x="194844" y="14955"/>
                    </a:cubicBezTo>
                    <a:close/>
                    <a:moveTo>
                      <a:pt x="196090" y="0"/>
                    </a:moveTo>
                    <a:cubicBezTo>
                      <a:pt x="234588" y="0"/>
                      <a:pt x="258183" y="17386"/>
                      <a:pt x="258183" y="45948"/>
                    </a:cubicBezTo>
                    <a:cubicBezTo>
                      <a:pt x="258183" y="62092"/>
                      <a:pt x="250732" y="79477"/>
                      <a:pt x="239555" y="91895"/>
                    </a:cubicBezTo>
                    <a:cubicBezTo>
                      <a:pt x="301648" y="108039"/>
                      <a:pt x="336420" y="156470"/>
                      <a:pt x="336420" y="230980"/>
                    </a:cubicBezTo>
                    <a:cubicBezTo>
                      <a:pt x="336420" y="252091"/>
                      <a:pt x="356290" y="270718"/>
                      <a:pt x="371193" y="286862"/>
                    </a:cubicBezTo>
                    <a:cubicBezTo>
                      <a:pt x="384853" y="301764"/>
                      <a:pt x="397272" y="314182"/>
                      <a:pt x="392304" y="325359"/>
                    </a:cubicBezTo>
                    <a:cubicBezTo>
                      <a:pt x="384853" y="343986"/>
                      <a:pt x="352565" y="351437"/>
                      <a:pt x="196090" y="351437"/>
                    </a:cubicBezTo>
                    <a:cubicBezTo>
                      <a:pt x="39616" y="351437"/>
                      <a:pt x="8569" y="343986"/>
                      <a:pt x="1118" y="325359"/>
                    </a:cubicBezTo>
                    <a:cubicBezTo>
                      <a:pt x="-3850" y="314182"/>
                      <a:pt x="8569" y="301764"/>
                      <a:pt x="22230" y="286862"/>
                    </a:cubicBezTo>
                    <a:cubicBezTo>
                      <a:pt x="37132" y="270718"/>
                      <a:pt x="55760" y="252091"/>
                      <a:pt x="55760" y="230980"/>
                    </a:cubicBezTo>
                    <a:cubicBezTo>
                      <a:pt x="55760" y="156470"/>
                      <a:pt x="91774" y="108039"/>
                      <a:pt x="153867" y="91895"/>
                    </a:cubicBezTo>
                    <a:cubicBezTo>
                      <a:pt x="142690" y="79477"/>
                      <a:pt x="135239" y="62092"/>
                      <a:pt x="135239" y="45948"/>
                    </a:cubicBezTo>
                    <a:cubicBezTo>
                      <a:pt x="135239" y="17386"/>
                      <a:pt x="158834" y="0"/>
                      <a:pt x="1960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1EC2C73-3EE0-EF49-925C-BD57CDECC25F}"/>
                  </a:ext>
                </a:extLst>
              </p:cNvPr>
              <p:cNvSpPr/>
              <p:nvPr/>
            </p:nvSpPr>
            <p:spPr>
              <a:xfrm>
                <a:off x="13607786" y="5565660"/>
                <a:ext cx="18562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0" h="12">
                    <a:moveTo>
                      <a:pt x="144" y="12"/>
                    </a:moveTo>
                    <a:lnTo>
                      <a:pt x="6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144" y="0"/>
                    </a:lnTo>
                    <a:cubicBezTo>
                      <a:pt x="148" y="0"/>
                      <a:pt x="150" y="3"/>
                      <a:pt x="150" y="6"/>
                    </a:cubicBezTo>
                    <a:cubicBezTo>
                      <a:pt x="150" y="9"/>
                      <a:pt x="148" y="12"/>
                      <a:pt x="144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8B27DBC1-C218-5D4C-A79C-DF3250ECABE7}"/>
                  </a:ext>
                </a:extLst>
              </p:cNvPr>
              <p:cNvSpPr/>
              <p:nvPr/>
            </p:nvSpPr>
            <p:spPr>
              <a:xfrm>
                <a:off x="13607786" y="5684049"/>
                <a:ext cx="306465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7" h="12">
                    <a:moveTo>
                      <a:pt x="241" y="12"/>
                    </a:moveTo>
                    <a:lnTo>
                      <a:pt x="6" y="12"/>
                    </a:ln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241" y="0"/>
                    </a:lnTo>
                    <a:cubicBezTo>
                      <a:pt x="244" y="0"/>
                      <a:pt x="247" y="3"/>
                      <a:pt x="247" y="6"/>
                    </a:cubicBezTo>
                    <a:cubicBezTo>
                      <a:pt x="247" y="10"/>
                      <a:pt x="244" y="12"/>
                      <a:pt x="24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9" name="Freeform 158">
                <a:extLst>
                  <a:ext uri="{FF2B5EF4-FFF2-40B4-BE49-F238E27FC236}">
                    <a16:creationId xmlns:a16="http://schemas.microsoft.com/office/drawing/2014/main" id="{AC310D38-F1C5-AF4F-8E66-75BF1F52DD3D}"/>
                  </a:ext>
                </a:extLst>
              </p:cNvPr>
              <p:cNvSpPr/>
              <p:nvPr/>
            </p:nvSpPr>
            <p:spPr>
              <a:xfrm>
                <a:off x="13607786" y="5802444"/>
                <a:ext cx="306465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7" h="12">
                    <a:moveTo>
                      <a:pt x="241" y="12"/>
                    </a:moveTo>
                    <a:lnTo>
                      <a:pt x="6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241" y="0"/>
                    </a:lnTo>
                    <a:cubicBezTo>
                      <a:pt x="244" y="0"/>
                      <a:pt x="247" y="2"/>
                      <a:pt x="247" y="6"/>
                    </a:cubicBezTo>
                    <a:cubicBezTo>
                      <a:pt x="247" y="9"/>
                      <a:pt x="244" y="12"/>
                      <a:pt x="24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0" name="Freeform 159">
                <a:extLst>
                  <a:ext uri="{FF2B5EF4-FFF2-40B4-BE49-F238E27FC236}">
                    <a16:creationId xmlns:a16="http://schemas.microsoft.com/office/drawing/2014/main" id="{355F3557-3C07-F941-A413-23A68BE7FF0E}"/>
                  </a:ext>
                </a:extLst>
              </p:cNvPr>
              <p:cNvSpPr/>
              <p:nvPr/>
            </p:nvSpPr>
            <p:spPr>
              <a:xfrm>
                <a:off x="13607786" y="5919589"/>
                <a:ext cx="306465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7" h="12">
                    <a:moveTo>
                      <a:pt x="241" y="12"/>
                    </a:moveTo>
                    <a:lnTo>
                      <a:pt x="6" y="12"/>
                    </a:ln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lnTo>
                      <a:pt x="241" y="0"/>
                    </a:lnTo>
                    <a:cubicBezTo>
                      <a:pt x="244" y="0"/>
                      <a:pt x="247" y="3"/>
                      <a:pt x="247" y="6"/>
                    </a:cubicBezTo>
                    <a:cubicBezTo>
                      <a:pt x="247" y="10"/>
                      <a:pt x="244" y="12"/>
                      <a:pt x="24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394EF3D8-CDB1-4842-BDB9-4D98FFC36152}"/>
                  </a:ext>
                </a:extLst>
              </p:cNvPr>
              <p:cNvSpPr/>
              <p:nvPr/>
            </p:nvSpPr>
            <p:spPr>
              <a:xfrm>
                <a:off x="13607786" y="6037981"/>
                <a:ext cx="306465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7" h="12">
                    <a:moveTo>
                      <a:pt x="241" y="12"/>
                    </a:moveTo>
                    <a:lnTo>
                      <a:pt x="6" y="12"/>
                    </a:lnTo>
                    <a:cubicBezTo>
                      <a:pt x="2" y="12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241" y="0"/>
                    </a:lnTo>
                    <a:cubicBezTo>
                      <a:pt x="244" y="0"/>
                      <a:pt x="247" y="2"/>
                      <a:pt x="247" y="6"/>
                    </a:cubicBezTo>
                    <a:cubicBezTo>
                      <a:pt x="247" y="9"/>
                      <a:pt x="244" y="12"/>
                      <a:pt x="241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9D4AC88-DFCD-514A-89E6-E0E8A8A523DD}"/>
                </a:ext>
              </a:extLst>
            </p:cNvPr>
            <p:cNvGrpSpPr/>
            <p:nvPr/>
          </p:nvGrpSpPr>
          <p:grpSpPr>
            <a:xfrm>
              <a:off x="14215733" y="7218160"/>
              <a:ext cx="1750337" cy="1327235"/>
              <a:chOff x="14215733" y="7218160"/>
              <a:chExt cx="1750337" cy="1327235"/>
            </a:xfrm>
          </p:grpSpPr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99799CFD-5FE8-8242-8BE7-320C03EDA218}"/>
                  </a:ext>
                </a:extLst>
              </p:cNvPr>
              <p:cNvSpPr/>
              <p:nvPr/>
            </p:nvSpPr>
            <p:spPr>
              <a:xfrm>
                <a:off x="14280514" y="7268009"/>
                <a:ext cx="1627004" cy="12200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07" h="980">
                    <a:moveTo>
                      <a:pt x="977" y="980"/>
                    </a:moveTo>
                    <a:lnTo>
                      <a:pt x="6" y="980"/>
                    </a:lnTo>
                    <a:cubicBezTo>
                      <a:pt x="2" y="980"/>
                      <a:pt x="0" y="977"/>
                      <a:pt x="0" y="974"/>
                    </a:cubicBezTo>
                    <a:cubicBezTo>
                      <a:pt x="0" y="970"/>
                      <a:pt x="2" y="968"/>
                      <a:pt x="6" y="968"/>
                    </a:cubicBezTo>
                    <a:lnTo>
                      <a:pt x="977" y="968"/>
                    </a:lnTo>
                    <a:cubicBezTo>
                      <a:pt x="1050" y="968"/>
                      <a:pt x="1121" y="943"/>
                      <a:pt x="1177" y="897"/>
                    </a:cubicBezTo>
                    <a:cubicBezTo>
                      <a:pt x="1252" y="836"/>
                      <a:pt x="1295" y="746"/>
                      <a:pt x="1295" y="649"/>
                    </a:cubicBezTo>
                    <a:lnTo>
                      <a:pt x="1295" y="6"/>
                    </a:lnTo>
                    <a:cubicBezTo>
                      <a:pt x="1295" y="2"/>
                      <a:pt x="1298" y="0"/>
                      <a:pt x="1301" y="0"/>
                    </a:cubicBezTo>
                    <a:cubicBezTo>
                      <a:pt x="1305" y="0"/>
                      <a:pt x="1307" y="2"/>
                      <a:pt x="1307" y="6"/>
                    </a:cubicBezTo>
                    <a:lnTo>
                      <a:pt x="1307" y="649"/>
                    </a:lnTo>
                    <a:cubicBezTo>
                      <a:pt x="1307" y="749"/>
                      <a:pt x="1263" y="843"/>
                      <a:pt x="1185" y="906"/>
                    </a:cubicBezTo>
                    <a:cubicBezTo>
                      <a:pt x="1126" y="954"/>
                      <a:pt x="1053" y="980"/>
                      <a:pt x="977" y="98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A2069F9E-E102-C248-A324-F8D6012F5A4B}"/>
                  </a:ext>
                </a:extLst>
              </p:cNvPr>
              <p:cNvSpPr/>
              <p:nvPr/>
            </p:nvSpPr>
            <p:spPr>
              <a:xfrm>
                <a:off x="14223208" y="8423264"/>
                <a:ext cx="114613" cy="1134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3" h="92">
                    <a:moveTo>
                      <a:pt x="93" y="47"/>
                    </a:moveTo>
                    <a:cubicBezTo>
                      <a:pt x="93" y="72"/>
                      <a:pt x="72" y="92"/>
                      <a:pt x="46" y="92"/>
                    </a:cubicBezTo>
                    <a:cubicBezTo>
                      <a:pt x="21" y="92"/>
                      <a:pt x="0" y="72"/>
                      <a:pt x="0" y="47"/>
                    </a:cubicBezTo>
                    <a:cubicBezTo>
                      <a:pt x="0" y="21"/>
                      <a:pt x="21" y="0"/>
                      <a:pt x="46" y="0"/>
                    </a:cubicBezTo>
                    <a:cubicBezTo>
                      <a:pt x="72" y="0"/>
                      <a:pt x="93" y="21"/>
                      <a:pt x="93" y="4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0" name="Freeform 429">
                <a:extLst>
                  <a:ext uri="{FF2B5EF4-FFF2-40B4-BE49-F238E27FC236}">
                    <a16:creationId xmlns:a16="http://schemas.microsoft.com/office/drawing/2014/main" id="{AF8631C9-CFEC-3E46-8C6B-0EFD849A1130}"/>
                  </a:ext>
                </a:extLst>
              </p:cNvPr>
              <p:cNvSpPr/>
              <p:nvPr/>
            </p:nvSpPr>
            <p:spPr>
              <a:xfrm>
                <a:off x="14215733" y="8415787"/>
                <a:ext cx="129562" cy="129608"/>
              </a:xfrm>
              <a:custGeom>
                <a:avLst/>
                <a:gdLst>
                  <a:gd name="connsiteX0" fmla="*/ 64165 w 129562"/>
                  <a:gd name="connsiteY0" fmla="*/ 14954 h 129608"/>
                  <a:gd name="connsiteX1" fmla="*/ 14949 w 129562"/>
                  <a:gd name="connsiteY1" fmla="*/ 65411 h 129608"/>
                  <a:gd name="connsiteX2" fmla="*/ 64165 w 129562"/>
                  <a:gd name="connsiteY2" fmla="*/ 113406 h 129608"/>
                  <a:gd name="connsiteX3" fmla="*/ 114612 w 129562"/>
                  <a:gd name="connsiteY3" fmla="*/ 65411 h 129608"/>
                  <a:gd name="connsiteX4" fmla="*/ 64165 w 129562"/>
                  <a:gd name="connsiteY4" fmla="*/ 14954 h 129608"/>
                  <a:gd name="connsiteX5" fmla="*/ 64164 w 129562"/>
                  <a:gd name="connsiteY5" fmla="*/ 0 h 129608"/>
                  <a:gd name="connsiteX6" fmla="*/ 129562 w 129562"/>
                  <a:gd name="connsiteY6" fmla="*/ 65421 h 129608"/>
                  <a:gd name="connsiteX7" fmla="*/ 64164 w 129562"/>
                  <a:gd name="connsiteY7" fmla="*/ 129608 h 129608"/>
                  <a:gd name="connsiteX8" fmla="*/ 0 w 129562"/>
                  <a:gd name="connsiteY8" fmla="*/ 65421 h 129608"/>
                  <a:gd name="connsiteX9" fmla="*/ 64164 w 129562"/>
                  <a:gd name="connsiteY9" fmla="*/ 0 h 129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62" h="129608">
                    <a:moveTo>
                      <a:pt x="64165" y="14954"/>
                    </a:moveTo>
                    <a:cubicBezTo>
                      <a:pt x="37096" y="14954"/>
                      <a:pt x="14949" y="37106"/>
                      <a:pt x="14949" y="65411"/>
                    </a:cubicBezTo>
                    <a:cubicBezTo>
                      <a:pt x="14949" y="92485"/>
                      <a:pt x="37096" y="113406"/>
                      <a:pt x="64165" y="113406"/>
                    </a:cubicBezTo>
                    <a:cubicBezTo>
                      <a:pt x="91234" y="113406"/>
                      <a:pt x="114612" y="92485"/>
                      <a:pt x="114612" y="65411"/>
                    </a:cubicBezTo>
                    <a:cubicBezTo>
                      <a:pt x="114612" y="37106"/>
                      <a:pt x="91234" y="14954"/>
                      <a:pt x="64165" y="14954"/>
                    </a:cubicBezTo>
                    <a:close/>
                    <a:moveTo>
                      <a:pt x="64164" y="0"/>
                    </a:moveTo>
                    <a:cubicBezTo>
                      <a:pt x="99948" y="0"/>
                      <a:pt x="129562" y="28390"/>
                      <a:pt x="129562" y="65421"/>
                    </a:cubicBezTo>
                    <a:cubicBezTo>
                      <a:pt x="129562" y="99983"/>
                      <a:pt x="99948" y="129608"/>
                      <a:pt x="64164" y="129608"/>
                    </a:cubicBezTo>
                    <a:cubicBezTo>
                      <a:pt x="28380" y="129608"/>
                      <a:pt x="0" y="99983"/>
                      <a:pt x="0" y="65421"/>
                    </a:cubicBezTo>
                    <a:cubicBezTo>
                      <a:pt x="0" y="28390"/>
                      <a:pt x="28380" y="0"/>
                      <a:pt x="641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6" name="Freeform 165">
                <a:extLst>
                  <a:ext uri="{FF2B5EF4-FFF2-40B4-BE49-F238E27FC236}">
                    <a16:creationId xmlns:a16="http://schemas.microsoft.com/office/drawing/2014/main" id="{8333815B-92A5-7640-973B-170E54BB5415}"/>
                  </a:ext>
                </a:extLst>
              </p:cNvPr>
              <p:cNvSpPr/>
              <p:nvPr/>
            </p:nvSpPr>
            <p:spPr>
              <a:xfrm>
                <a:off x="15843983" y="7226884"/>
                <a:ext cx="114613" cy="1134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3" h="92">
                    <a:moveTo>
                      <a:pt x="93" y="45"/>
                    </a:moveTo>
                    <a:cubicBezTo>
                      <a:pt x="93" y="71"/>
                      <a:pt x="72" y="92"/>
                      <a:pt x="46" y="92"/>
                    </a:cubicBezTo>
                    <a:cubicBezTo>
                      <a:pt x="21" y="92"/>
                      <a:pt x="0" y="71"/>
                      <a:pt x="0" y="45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72" y="0"/>
                      <a:pt x="93" y="20"/>
                      <a:pt x="93" y="4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1" name="Freeform 430">
                <a:extLst>
                  <a:ext uri="{FF2B5EF4-FFF2-40B4-BE49-F238E27FC236}">
                    <a16:creationId xmlns:a16="http://schemas.microsoft.com/office/drawing/2014/main" id="{37D6B1C8-2410-CD49-8419-97E7584F6D2B}"/>
                  </a:ext>
                </a:extLst>
              </p:cNvPr>
              <p:cNvSpPr/>
              <p:nvPr/>
            </p:nvSpPr>
            <p:spPr>
              <a:xfrm>
                <a:off x="15836508" y="7218160"/>
                <a:ext cx="129562" cy="129608"/>
              </a:xfrm>
              <a:custGeom>
                <a:avLst/>
                <a:gdLst>
                  <a:gd name="connsiteX0" fmla="*/ 64165 w 129562"/>
                  <a:gd name="connsiteY0" fmla="*/ 14955 h 129608"/>
                  <a:gd name="connsiteX1" fmla="*/ 14949 w 129562"/>
                  <a:gd name="connsiteY1" fmla="*/ 64189 h 129608"/>
                  <a:gd name="connsiteX2" fmla="*/ 64165 w 129562"/>
                  <a:gd name="connsiteY2" fmla="*/ 114653 h 129608"/>
                  <a:gd name="connsiteX3" fmla="*/ 114612 w 129562"/>
                  <a:gd name="connsiteY3" fmla="*/ 64189 h 129608"/>
                  <a:gd name="connsiteX4" fmla="*/ 64165 w 129562"/>
                  <a:gd name="connsiteY4" fmla="*/ 14955 h 129608"/>
                  <a:gd name="connsiteX5" fmla="*/ 64164 w 129562"/>
                  <a:gd name="connsiteY5" fmla="*/ 0 h 129608"/>
                  <a:gd name="connsiteX6" fmla="*/ 129562 w 129562"/>
                  <a:gd name="connsiteY6" fmla="*/ 64187 h 129608"/>
                  <a:gd name="connsiteX7" fmla="*/ 64164 w 129562"/>
                  <a:gd name="connsiteY7" fmla="*/ 129608 h 129608"/>
                  <a:gd name="connsiteX8" fmla="*/ 0 w 129562"/>
                  <a:gd name="connsiteY8" fmla="*/ 64187 h 129608"/>
                  <a:gd name="connsiteX9" fmla="*/ 64164 w 129562"/>
                  <a:gd name="connsiteY9" fmla="*/ 0 h 129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29562" h="129608">
                    <a:moveTo>
                      <a:pt x="64165" y="14955"/>
                    </a:moveTo>
                    <a:cubicBezTo>
                      <a:pt x="37096" y="14955"/>
                      <a:pt x="14949" y="37110"/>
                      <a:pt x="14949" y="64189"/>
                    </a:cubicBezTo>
                    <a:cubicBezTo>
                      <a:pt x="14949" y="92498"/>
                      <a:pt x="37096" y="114653"/>
                      <a:pt x="64165" y="114653"/>
                    </a:cubicBezTo>
                    <a:cubicBezTo>
                      <a:pt x="92465" y="114653"/>
                      <a:pt x="114612" y="92498"/>
                      <a:pt x="114612" y="64189"/>
                    </a:cubicBezTo>
                    <a:cubicBezTo>
                      <a:pt x="114612" y="37110"/>
                      <a:pt x="92465" y="14955"/>
                      <a:pt x="64165" y="14955"/>
                    </a:cubicBezTo>
                    <a:close/>
                    <a:moveTo>
                      <a:pt x="64164" y="0"/>
                    </a:moveTo>
                    <a:cubicBezTo>
                      <a:pt x="101182" y="0"/>
                      <a:pt x="129562" y="29625"/>
                      <a:pt x="129562" y="64187"/>
                    </a:cubicBezTo>
                    <a:cubicBezTo>
                      <a:pt x="129562" y="101218"/>
                      <a:pt x="101182" y="129608"/>
                      <a:pt x="64164" y="129608"/>
                    </a:cubicBezTo>
                    <a:cubicBezTo>
                      <a:pt x="29614" y="129608"/>
                      <a:pt x="0" y="101218"/>
                      <a:pt x="0" y="64187"/>
                    </a:cubicBezTo>
                    <a:cubicBezTo>
                      <a:pt x="0" y="29625"/>
                      <a:pt x="29614" y="0"/>
                      <a:pt x="6416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FAF204A-ECA4-5542-B3DB-D9F130C967E5}"/>
                </a:ext>
              </a:extLst>
            </p:cNvPr>
            <p:cNvGrpSpPr/>
            <p:nvPr/>
          </p:nvGrpSpPr>
          <p:grpSpPr>
            <a:xfrm>
              <a:off x="15179976" y="5328873"/>
              <a:ext cx="2780604" cy="1757183"/>
              <a:chOff x="15179976" y="5328873"/>
              <a:chExt cx="2780604" cy="1757183"/>
            </a:xfrm>
          </p:grpSpPr>
          <p:sp>
            <p:nvSpPr>
              <p:cNvPr id="169" name="Freeform 168">
                <a:extLst>
                  <a:ext uri="{FF2B5EF4-FFF2-40B4-BE49-F238E27FC236}">
                    <a16:creationId xmlns:a16="http://schemas.microsoft.com/office/drawing/2014/main" id="{613FD048-D8AF-7F47-8F79-2491AD7B087C}"/>
                  </a:ext>
                </a:extLst>
              </p:cNvPr>
              <p:cNvSpPr/>
              <p:nvPr/>
            </p:nvSpPr>
            <p:spPr>
              <a:xfrm>
                <a:off x="15187450" y="5336354"/>
                <a:ext cx="2765658" cy="174222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21" h="1399">
                    <a:moveTo>
                      <a:pt x="2094" y="1399"/>
                    </a:moveTo>
                    <a:lnTo>
                      <a:pt x="1110" y="1399"/>
                    </a:lnTo>
                    <a:lnTo>
                      <a:pt x="127" y="1399"/>
                    </a:lnTo>
                    <a:cubicBezTo>
                      <a:pt x="92" y="1399"/>
                      <a:pt x="61" y="1385"/>
                      <a:pt x="38" y="1362"/>
                    </a:cubicBezTo>
                    <a:cubicBezTo>
                      <a:pt x="14" y="1339"/>
                      <a:pt x="0" y="1307"/>
                      <a:pt x="0" y="1272"/>
                    </a:cubicBezTo>
                    <a:lnTo>
                      <a:pt x="0" y="700"/>
                    </a:lnTo>
                    <a:lnTo>
                      <a:pt x="0" y="127"/>
                    </a:lnTo>
                    <a:cubicBezTo>
                      <a:pt x="0" y="93"/>
                      <a:pt x="14" y="61"/>
                      <a:pt x="38" y="37"/>
                    </a:cubicBezTo>
                    <a:cubicBezTo>
                      <a:pt x="61" y="15"/>
                      <a:pt x="92" y="0"/>
                      <a:pt x="127" y="0"/>
                    </a:cubicBezTo>
                    <a:lnTo>
                      <a:pt x="1110" y="0"/>
                    </a:lnTo>
                    <a:lnTo>
                      <a:pt x="2094" y="0"/>
                    </a:lnTo>
                    <a:cubicBezTo>
                      <a:pt x="2129" y="0"/>
                      <a:pt x="2160" y="15"/>
                      <a:pt x="2184" y="37"/>
                    </a:cubicBezTo>
                    <a:cubicBezTo>
                      <a:pt x="2207" y="61"/>
                      <a:pt x="2221" y="93"/>
                      <a:pt x="2221" y="127"/>
                    </a:cubicBezTo>
                    <a:lnTo>
                      <a:pt x="2221" y="700"/>
                    </a:lnTo>
                    <a:lnTo>
                      <a:pt x="2221" y="1272"/>
                    </a:lnTo>
                    <a:cubicBezTo>
                      <a:pt x="2221" y="1307"/>
                      <a:pt x="2207" y="1339"/>
                      <a:pt x="2184" y="1362"/>
                    </a:cubicBezTo>
                    <a:cubicBezTo>
                      <a:pt x="2160" y="1385"/>
                      <a:pt x="2129" y="1399"/>
                      <a:pt x="2094" y="139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 dirty="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2" name="Freeform 431">
                <a:extLst>
                  <a:ext uri="{FF2B5EF4-FFF2-40B4-BE49-F238E27FC236}">
                    <a16:creationId xmlns:a16="http://schemas.microsoft.com/office/drawing/2014/main" id="{91F41530-A2FA-5B47-A466-2C9E5B0D01B2}"/>
                  </a:ext>
                </a:extLst>
              </p:cNvPr>
              <p:cNvSpPr/>
              <p:nvPr/>
            </p:nvSpPr>
            <p:spPr>
              <a:xfrm>
                <a:off x="15179976" y="5328873"/>
                <a:ext cx="2780604" cy="1757183"/>
              </a:xfrm>
              <a:custGeom>
                <a:avLst/>
                <a:gdLst>
                  <a:gd name="connsiteX0" fmla="*/ 165619 w 2780604"/>
                  <a:gd name="connsiteY0" fmla="*/ 14958 h 1757183"/>
                  <a:gd name="connsiteX1" fmla="*/ 59774 w 2780604"/>
                  <a:gd name="connsiteY1" fmla="*/ 59790 h 1757183"/>
                  <a:gd name="connsiteX2" fmla="*/ 14946 w 2780604"/>
                  <a:gd name="connsiteY2" fmla="*/ 165643 h 1757183"/>
                  <a:gd name="connsiteX3" fmla="*/ 14946 w 2780604"/>
                  <a:gd name="connsiteY3" fmla="*/ 1591547 h 1757183"/>
                  <a:gd name="connsiteX4" fmla="*/ 59774 w 2780604"/>
                  <a:gd name="connsiteY4" fmla="*/ 1697400 h 1757183"/>
                  <a:gd name="connsiteX5" fmla="*/ 165619 w 2780604"/>
                  <a:gd name="connsiteY5" fmla="*/ 1742232 h 1757183"/>
                  <a:gd name="connsiteX6" fmla="*/ 2614982 w 2780604"/>
                  <a:gd name="connsiteY6" fmla="*/ 1742232 h 1757183"/>
                  <a:gd name="connsiteX7" fmla="*/ 2720826 w 2780604"/>
                  <a:gd name="connsiteY7" fmla="*/ 1697400 h 1757183"/>
                  <a:gd name="connsiteX8" fmla="*/ 2765654 w 2780604"/>
                  <a:gd name="connsiteY8" fmla="*/ 1591547 h 1757183"/>
                  <a:gd name="connsiteX9" fmla="*/ 2765654 w 2780604"/>
                  <a:gd name="connsiteY9" fmla="*/ 165643 h 1757183"/>
                  <a:gd name="connsiteX10" fmla="*/ 2720826 w 2780604"/>
                  <a:gd name="connsiteY10" fmla="*/ 59790 h 1757183"/>
                  <a:gd name="connsiteX11" fmla="*/ 2614982 w 2780604"/>
                  <a:gd name="connsiteY11" fmla="*/ 14958 h 1757183"/>
                  <a:gd name="connsiteX12" fmla="*/ 165616 w 2780604"/>
                  <a:gd name="connsiteY12" fmla="*/ 0 h 1757183"/>
                  <a:gd name="connsiteX13" fmla="*/ 2614988 w 2780604"/>
                  <a:gd name="connsiteY13" fmla="*/ 0 h 1757183"/>
                  <a:gd name="connsiteX14" fmla="*/ 2732040 w 2780604"/>
                  <a:gd name="connsiteY14" fmla="*/ 48569 h 1757183"/>
                  <a:gd name="connsiteX15" fmla="*/ 2780604 w 2780604"/>
                  <a:gd name="connsiteY15" fmla="*/ 165631 h 1757183"/>
                  <a:gd name="connsiteX16" fmla="*/ 2780604 w 2780604"/>
                  <a:gd name="connsiteY16" fmla="*/ 1591552 h 1757183"/>
                  <a:gd name="connsiteX17" fmla="*/ 2732040 w 2780604"/>
                  <a:gd name="connsiteY17" fmla="*/ 1708615 h 1757183"/>
                  <a:gd name="connsiteX18" fmla="*/ 2614988 w 2780604"/>
                  <a:gd name="connsiteY18" fmla="*/ 1757183 h 1757183"/>
                  <a:gd name="connsiteX19" fmla="*/ 165616 w 2780604"/>
                  <a:gd name="connsiteY19" fmla="*/ 1757183 h 1757183"/>
                  <a:gd name="connsiteX20" fmla="*/ 48564 w 2780604"/>
                  <a:gd name="connsiteY20" fmla="*/ 1708615 h 1757183"/>
                  <a:gd name="connsiteX21" fmla="*/ 0 w 2780604"/>
                  <a:gd name="connsiteY21" fmla="*/ 1591552 h 1757183"/>
                  <a:gd name="connsiteX22" fmla="*/ 0 w 2780604"/>
                  <a:gd name="connsiteY22" fmla="*/ 165631 h 1757183"/>
                  <a:gd name="connsiteX23" fmla="*/ 48564 w 2780604"/>
                  <a:gd name="connsiteY23" fmla="*/ 48569 h 1757183"/>
                  <a:gd name="connsiteX24" fmla="*/ 165616 w 2780604"/>
                  <a:gd name="connsiteY24" fmla="*/ 0 h 1757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780604" h="1757183">
                    <a:moveTo>
                      <a:pt x="165619" y="14958"/>
                    </a:moveTo>
                    <a:cubicBezTo>
                      <a:pt x="125771" y="14958"/>
                      <a:pt x="87169" y="31148"/>
                      <a:pt x="59774" y="59790"/>
                    </a:cubicBezTo>
                    <a:cubicBezTo>
                      <a:pt x="31134" y="88433"/>
                      <a:pt x="14946" y="125793"/>
                      <a:pt x="14946" y="165643"/>
                    </a:cubicBezTo>
                    <a:lnTo>
                      <a:pt x="14946" y="1591547"/>
                    </a:lnTo>
                    <a:cubicBezTo>
                      <a:pt x="14946" y="1631398"/>
                      <a:pt x="31134" y="1670003"/>
                      <a:pt x="59774" y="1697400"/>
                    </a:cubicBezTo>
                    <a:cubicBezTo>
                      <a:pt x="87169" y="1726043"/>
                      <a:pt x="125771" y="1742232"/>
                      <a:pt x="165619" y="1742232"/>
                    </a:cubicBezTo>
                    <a:lnTo>
                      <a:pt x="2614982" y="1742232"/>
                    </a:lnTo>
                    <a:cubicBezTo>
                      <a:pt x="2654828" y="1742232"/>
                      <a:pt x="2693430" y="1726043"/>
                      <a:pt x="2720826" y="1697400"/>
                    </a:cubicBezTo>
                    <a:cubicBezTo>
                      <a:pt x="2749466" y="1670003"/>
                      <a:pt x="2765654" y="1631398"/>
                      <a:pt x="2765654" y="1591547"/>
                    </a:cubicBezTo>
                    <a:lnTo>
                      <a:pt x="2765654" y="165643"/>
                    </a:lnTo>
                    <a:cubicBezTo>
                      <a:pt x="2765654" y="125793"/>
                      <a:pt x="2749466" y="88433"/>
                      <a:pt x="2720826" y="59790"/>
                    </a:cubicBezTo>
                    <a:cubicBezTo>
                      <a:pt x="2693430" y="31148"/>
                      <a:pt x="2654828" y="14958"/>
                      <a:pt x="2614982" y="14958"/>
                    </a:cubicBezTo>
                    <a:close/>
                    <a:moveTo>
                      <a:pt x="165616" y="0"/>
                    </a:moveTo>
                    <a:lnTo>
                      <a:pt x="2614988" y="0"/>
                    </a:lnTo>
                    <a:cubicBezTo>
                      <a:pt x="2658572" y="0"/>
                      <a:pt x="2700908" y="17435"/>
                      <a:pt x="2732040" y="48569"/>
                    </a:cubicBezTo>
                    <a:cubicBezTo>
                      <a:pt x="2763170" y="79702"/>
                      <a:pt x="2780604" y="122044"/>
                      <a:pt x="2780604" y="165631"/>
                    </a:cubicBezTo>
                    <a:lnTo>
                      <a:pt x="2780604" y="1591552"/>
                    </a:lnTo>
                    <a:cubicBezTo>
                      <a:pt x="2780604" y="1635139"/>
                      <a:pt x="2763170" y="1677481"/>
                      <a:pt x="2732040" y="1708615"/>
                    </a:cubicBezTo>
                    <a:cubicBezTo>
                      <a:pt x="2700908" y="1739748"/>
                      <a:pt x="2658572" y="1757183"/>
                      <a:pt x="2614988" y="1757183"/>
                    </a:cubicBezTo>
                    <a:lnTo>
                      <a:pt x="165616" y="1757183"/>
                    </a:lnTo>
                    <a:cubicBezTo>
                      <a:pt x="122033" y="1757183"/>
                      <a:pt x="79695" y="1739748"/>
                      <a:pt x="48564" y="1708615"/>
                    </a:cubicBezTo>
                    <a:cubicBezTo>
                      <a:pt x="17433" y="1677481"/>
                      <a:pt x="0" y="1635139"/>
                      <a:pt x="0" y="1591552"/>
                    </a:cubicBezTo>
                    <a:lnTo>
                      <a:pt x="0" y="165631"/>
                    </a:lnTo>
                    <a:cubicBezTo>
                      <a:pt x="0" y="122044"/>
                      <a:pt x="17433" y="79702"/>
                      <a:pt x="48564" y="48569"/>
                    </a:cubicBezTo>
                    <a:cubicBezTo>
                      <a:pt x="79695" y="17435"/>
                      <a:pt x="122033" y="0"/>
                      <a:pt x="1656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3" name="Freeform 432">
                <a:extLst>
                  <a:ext uri="{FF2B5EF4-FFF2-40B4-BE49-F238E27FC236}">
                    <a16:creationId xmlns:a16="http://schemas.microsoft.com/office/drawing/2014/main" id="{27B8D0AB-D04C-7E4D-8EF3-1579D33B850D}"/>
                  </a:ext>
                </a:extLst>
              </p:cNvPr>
              <p:cNvSpPr/>
              <p:nvPr/>
            </p:nvSpPr>
            <p:spPr>
              <a:xfrm>
                <a:off x="16965196" y="6585076"/>
                <a:ext cx="250404" cy="251738"/>
              </a:xfrm>
              <a:custGeom>
                <a:avLst/>
                <a:gdLst>
                  <a:gd name="connsiteX0" fmla="*/ 126436 w 250404"/>
                  <a:gd name="connsiteY0" fmla="*/ 16201 h 251738"/>
                  <a:gd name="connsiteX1" fmla="*/ 14944 w 250404"/>
                  <a:gd name="connsiteY1" fmla="*/ 126493 h 251738"/>
                  <a:gd name="connsiteX2" fmla="*/ 126436 w 250404"/>
                  <a:gd name="connsiteY2" fmla="*/ 236784 h 251738"/>
                  <a:gd name="connsiteX3" fmla="*/ 235450 w 250404"/>
                  <a:gd name="connsiteY3" fmla="*/ 126493 h 251738"/>
                  <a:gd name="connsiteX4" fmla="*/ 126436 w 250404"/>
                  <a:gd name="connsiteY4" fmla="*/ 16201 h 251738"/>
                  <a:gd name="connsiteX5" fmla="*/ 126440 w 250404"/>
                  <a:gd name="connsiteY5" fmla="*/ 0 h 251738"/>
                  <a:gd name="connsiteX6" fmla="*/ 250404 w 250404"/>
                  <a:gd name="connsiteY6" fmla="*/ 126489 h 251738"/>
                  <a:gd name="connsiteX7" fmla="*/ 126440 w 250404"/>
                  <a:gd name="connsiteY7" fmla="*/ 251738 h 251738"/>
                  <a:gd name="connsiteX8" fmla="*/ 0 w 250404"/>
                  <a:gd name="connsiteY8" fmla="*/ 126489 h 251738"/>
                  <a:gd name="connsiteX9" fmla="*/ 126440 w 250404"/>
                  <a:gd name="connsiteY9" fmla="*/ 0 h 251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0404" h="251738">
                    <a:moveTo>
                      <a:pt x="126436" y="16201"/>
                    </a:moveTo>
                    <a:cubicBezTo>
                      <a:pt x="64496" y="16201"/>
                      <a:pt x="14944" y="64531"/>
                      <a:pt x="14944" y="126493"/>
                    </a:cubicBezTo>
                    <a:cubicBezTo>
                      <a:pt x="14944" y="185976"/>
                      <a:pt x="64496" y="236784"/>
                      <a:pt x="126436" y="236784"/>
                    </a:cubicBezTo>
                    <a:cubicBezTo>
                      <a:pt x="185898" y="236784"/>
                      <a:pt x="235450" y="185976"/>
                      <a:pt x="235450" y="126493"/>
                    </a:cubicBezTo>
                    <a:cubicBezTo>
                      <a:pt x="235450" y="64531"/>
                      <a:pt x="185898" y="16201"/>
                      <a:pt x="126436" y="16201"/>
                    </a:cubicBezTo>
                    <a:close/>
                    <a:moveTo>
                      <a:pt x="126440" y="0"/>
                    </a:moveTo>
                    <a:cubicBezTo>
                      <a:pt x="194620" y="0"/>
                      <a:pt x="250404" y="57044"/>
                      <a:pt x="250404" y="126489"/>
                    </a:cubicBezTo>
                    <a:cubicBezTo>
                      <a:pt x="250404" y="194694"/>
                      <a:pt x="194620" y="251738"/>
                      <a:pt x="126440" y="251738"/>
                    </a:cubicBezTo>
                    <a:cubicBezTo>
                      <a:pt x="55782" y="251738"/>
                      <a:pt x="0" y="194694"/>
                      <a:pt x="0" y="126489"/>
                    </a:cubicBezTo>
                    <a:cubicBezTo>
                      <a:pt x="0" y="57044"/>
                      <a:pt x="55782" y="0"/>
                      <a:pt x="1264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4" name="Freeform 173">
                <a:extLst>
                  <a:ext uri="{FF2B5EF4-FFF2-40B4-BE49-F238E27FC236}">
                    <a16:creationId xmlns:a16="http://schemas.microsoft.com/office/drawing/2014/main" id="{67291E04-0AF8-6743-B638-EA977DF9C9C2}"/>
                  </a:ext>
                </a:extLst>
              </p:cNvPr>
              <p:cNvSpPr/>
              <p:nvPr/>
            </p:nvSpPr>
            <p:spPr>
              <a:xfrm>
                <a:off x="17453546" y="6592553"/>
                <a:ext cx="235455" cy="2367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0" h="191">
                    <a:moveTo>
                      <a:pt x="190" y="96"/>
                    </a:moveTo>
                    <a:cubicBezTo>
                      <a:pt x="190" y="148"/>
                      <a:pt x="148" y="191"/>
                      <a:pt x="95" y="191"/>
                    </a:cubicBezTo>
                    <a:cubicBezTo>
                      <a:pt x="42" y="191"/>
                      <a:pt x="0" y="148"/>
                      <a:pt x="0" y="96"/>
                    </a:cubicBezTo>
                    <a:cubicBezTo>
                      <a:pt x="0" y="43"/>
                      <a:pt x="42" y="0"/>
                      <a:pt x="95" y="0"/>
                    </a:cubicBezTo>
                    <a:cubicBezTo>
                      <a:pt x="148" y="0"/>
                      <a:pt x="190" y="43"/>
                      <a:pt x="190" y="96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4" name="Freeform 433">
                <a:extLst>
                  <a:ext uri="{FF2B5EF4-FFF2-40B4-BE49-F238E27FC236}">
                    <a16:creationId xmlns:a16="http://schemas.microsoft.com/office/drawing/2014/main" id="{24CB3934-27A3-F54C-B27A-FC04518EDEBC}"/>
                  </a:ext>
                </a:extLst>
              </p:cNvPr>
              <p:cNvSpPr/>
              <p:nvPr/>
            </p:nvSpPr>
            <p:spPr>
              <a:xfrm>
                <a:off x="17446072" y="6585076"/>
                <a:ext cx="250404" cy="251738"/>
              </a:xfrm>
              <a:custGeom>
                <a:avLst/>
                <a:gdLst>
                  <a:gd name="connsiteX0" fmla="*/ 125200 w 250404"/>
                  <a:gd name="connsiteY0" fmla="*/ 16201 h 251738"/>
                  <a:gd name="connsiteX1" fmla="*/ 14948 w 250404"/>
                  <a:gd name="connsiteY1" fmla="*/ 126493 h 251738"/>
                  <a:gd name="connsiteX2" fmla="*/ 125200 w 250404"/>
                  <a:gd name="connsiteY2" fmla="*/ 236784 h 251738"/>
                  <a:gd name="connsiteX3" fmla="*/ 235452 w 250404"/>
                  <a:gd name="connsiteY3" fmla="*/ 126493 h 251738"/>
                  <a:gd name="connsiteX4" fmla="*/ 125200 w 250404"/>
                  <a:gd name="connsiteY4" fmla="*/ 16201 h 251738"/>
                  <a:gd name="connsiteX5" fmla="*/ 125200 w 250404"/>
                  <a:gd name="connsiteY5" fmla="*/ 0 h 251738"/>
                  <a:gd name="connsiteX6" fmla="*/ 250404 w 250404"/>
                  <a:gd name="connsiteY6" fmla="*/ 126489 h 251738"/>
                  <a:gd name="connsiteX7" fmla="*/ 125200 w 250404"/>
                  <a:gd name="connsiteY7" fmla="*/ 251738 h 251738"/>
                  <a:gd name="connsiteX8" fmla="*/ 0 w 250404"/>
                  <a:gd name="connsiteY8" fmla="*/ 126489 h 251738"/>
                  <a:gd name="connsiteX9" fmla="*/ 125200 w 250404"/>
                  <a:gd name="connsiteY9" fmla="*/ 0 h 2517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50404" h="251738">
                    <a:moveTo>
                      <a:pt x="125200" y="16201"/>
                    </a:moveTo>
                    <a:cubicBezTo>
                      <a:pt x="64500" y="16201"/>
                      <a:pt x="14948" y="64531"/>
                      <a:pt x="14948" y="126493"/>
                    </a:cubicBezTo>
                    <a:cubicBezTo>
                      <a:pt x="14948" y="185976"/>
                      <a:pt x="64500" y="236784"/>
                      <a:pt x="125200" y="236784"/>
                    </a:cubicBezTo>
                    <a:cubicBezTo>
                      <a:pt x="185902" y="236784"/>
                      <a:pt x="235452" y="185976"/>
                      <a:pt x="235452" y="126493"/>
                    </a:cubicBezTo>
                    <a:cubicBezTo>
                      <a:pt x="235452" y="64531"/>
                      <a:pt x="185902" y="16201"/>
                      <a:pt x="125200" y="16201"/>
                    </a:cubicBezTo>
                    <a:close/>
                    <a:moveTo>
                      <a:pt x="125200" y="0"/>
                    </a:moveTo>
                    <a:cubicBezTo>
                      <a:pt x="193380" y="0"/>
                      <a:pt x="250404" y="57044"/>
                      <a:pt x="250404" y="126489"/>
                    </a:cubicBezTo>
                    <a:cubicBezTo>
                      <a:pt x="250404" y="194694"/>
                      <a:pt x="193380" y="251738"/>
                      <a:pt x="125200" y="251738"/>
                    </a:cubicBezTo>
                    <a:cubicBezTo>
                      <a:pt x="55782" y="251738"/>
                      <a:pt x="0" y="194694"/>
                      <a:pt x="0" y="126489"/>
                    </a:cubicBezTo>
                    <a:cubicBezTo>
                      <a:pt x="0" y="57044"/>
                      <a:pt x="55782" y="0"/>
                      <a:pt x="1252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7" name="Freeform 176">
                <a:extLst>
                  <a:ext uri="{FF2B5EF4-FFF2-40B4-BE49-F238E27FC236}">
                    <a16:creationId xmlns:a16="http://schemas.microsoft.com/office/drawing/2014/main" id="{961E4466-4092-D342-9552-40E8A686FB41}"/>
                  </a:ext>
                </a:extLst>
              </p:cNvPr>
              <p:cNvSpPr/>
              <p:nvPr/>
            </p:nvSpPr>
            <p:spPr>
              <a:xfrm>
                <a:off x="17510852" y="6673558"/>
                <a:ext cx="120842" cy="859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" h="70">
                    <a:moveTo>
                      <a:pt x="33" y="70"/>
                    </a:moveTo>
                    <a:cubicBezTo>
                      <a:pt x="31" y="70"/>
                      <a:pt x="30" y="70"/>
                      <a:pt x="29" y="69"/>
                    </a:cubicBezTo>
                    <a:lnTo>
                      <a:pt x="2" y="41"/>
                    </a:lnTo>
                    <a:cubicBezTo>
                      <a:pt x="-1" y="39"/>
                      <a:pt x="-1" y="35"/>
                      <a:pt x="2" y="32"/>
                    </a:cubicBezTo>
                    <a:cubicBezTo>
                      <a:pt x="4" y="30"/>
                      <a:pt x="8" y="30"/>
                      <a:pt x="10" y="32"/>
                    </a:cubicBezTo>
                    <a:lnTo>
                      <a:pt x="33" y="56"/>
                    </a:lnTo>
                    <a:lnTo>
                      <a:pt x="87" y="1"/>
                    </a:lnTo>
                    <a:cubicBezTo>
                      <a:pt x="90" y="0"/>
                      <a:pt x="93" y="0"/>
                      <a:pt x="96" y="1"/>
                    </a:cubicBezTo>
                    <a:cubicBezTo>
                      <a:pt x="98" y="3"/>
                      <a:pt x="98" y="7"/>
                      <a:pt x="96" y="10"/>
                    </a:cubicBezTo>
                    <a:lnTo>
                      <a:pt x="37" y="69"/>
                    </a:lnTo>
                    <a:cubicBezTo>
                      <a:pt x="36" y="70"/>
                      <a:pt x="35" y="70"/>
                      <a:pt x="33" y="7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8" name="Freeform 177">
                <a:extLst>
                  <a:ext uri="{FF2B5EF4-FFF2-40B4-BE49-F238E27FC236}">
                    <a16:creationId xmlns:a16="http://schemas.microsoft.com/office/drawing/2014/main" id="{ED1E708B-281D-4C44-BDD8-EF39E2E07E5B}"/>
                  </a:ext>
                </a:extLst>
              </p:cNvPr>
              <p:cNvSpPr/>
              <p:nvPr/>
            </p:nvSpPr>
            <p:spPr>
              <a:xfrm>
                <a:off x="16885464" y="5591831"/>
                <a:ext cx="818485" cy="80257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58" h="645">
                    <a:moveTo>
                      <a:pt x="587" y="645"/>
                    </a:moveTo>
                    <a:lnTo>
                      <a:pt x="329" y="645"/>
                    </a:lnTo>
                    <a:lnTo>
                      <a:pt x="71" y="645"/>
                    </a:lnTo>
                    <a:cubicBezTo>
                      <a:pt x="51" y="645"/>
                      <a:pt x="33" y="637"/>
                      <a:pt x="20" y="624"/>
                    </a:cubicBezTo>
                    <a:cubicBezTo>
                      <a:pt x="8" y="611"/>
                      <a:pt x="0" y="593"/>
                      <a:pt x="0" y="574"/>
                    </a:cubicBezTo>
                    <a:lnTo>
                      <a:pt x="0" y="322"/>
                    </a:lnTo>
                    <a:lnTo>
                      <a:pt x="0" y="71"/>
                    </a:lnTo>
                    <a:cubicBezTo>
                      <a:pt x="0" y="51"/>
                      <a:pt x="8" y="34"/>
                      <a:pt x="20" y="21"/>
                    </a:cubicBezTo>
                    <a:cubicBezTo>
                      <a:pt x="33" y="8"/>
                      <a:pt x="51" y="0"/>
                      <a:pt x="71" y="0"/>
                    </a:cubicBezTo>
                    <a:lnTo>
                      <a:pt x="329" y="0"/>
                    </a:lnTo>
                    <a:lnTo>
                      <a:pt x="587" y="0"/>
                    </a:lnTo>
                    <a:cubicBezTo>
                      <a:pt x="606" y="0"/>
                      <a:pt x="624" y="8"/>
                      <a:pt x="637" y="21"/>
                    </a:cubicBezTo>
                    <a:cubicBezTo>
                      <a:pt x="650" y="34"/>
                      <a:pt x="658" y="51"/>
                      <a:pt x="658" y="71"/>
                    </a:cubicBezTo>
                    <a:lnTo>
                      <a:pt x="658" y="322"/>
                    </a:lnTo>
                    <a:lnTo>
                      <a:pt x="658" y="574"/>
                    </a:lnTo>
                    <a:cubicBezTo>
                      <a:pt x="658" y="593"/>
                      <a:pt x="650" y="611"/>
                      <a:pt x="637" y="624"/>
                    </a:cubicBezTo>
                    <a:cubicBezTo>
                      <a:pt x="624" y="637"/>
                      <a:pt x="606" y="645"/>
                      <a:pt x="587" y="645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5" name="Freeform 434">
                <a:extLst>
                  <a:ext uri="{FF2B5EF4-FFF2-40B4-BE49-F238E27FC236}">
                    <a16:creationId xmlns:a16="http://schemas.microsoft.com/office/drawing/2014/main" id="{986EA16A-19B4-5348-97C4-79AAF8C15EE2}"/>
                  </a:ext>
                </a:extLst>
              </p:cNvPr>
              <p:cNvSpPr/>
              <p:nvPr/>
            </p:nvSpPr>
            <p:spPr>
              <a:xfrm>
                <a:off x="16877990" y="5584350"/>
                <a:ext cx="833434" cy="817526"/>
              </a:xfrm>
              <a:custGeom>
                <a:avLst/>
                <a:gdLst>
                  <a:gd name="connsiteX0" fmla="*/ 95800 w 833434"/>
                  <a:gd name="connsiteY0" fmla="*/ 14958 h 817526"/>
                  <a:gd name="connsiteX1" fmla="*/ 38582 w 833434"/>
                  <a:gd name="connsiteY1" fmla="*/ 38599 h 817526"/>
                  <a:gd name="connsiteX2" fmla="*/ 14950 w 833434"/>
                  <a:gd name="connsiteY2" fmla="*/ 95835 h 817526"/>
                  <a:gd name="connsiteX3" fmla="*/ 14950 w 833434"/>
                  <a:gd name="connsiteY3" fmla="*/ 721698 h 817526"/>
                  <a:gd name="connsiteX4" fmla="*/ 38582 w 833434"/>
                  <a:gd name="connsiteY4" fmla="*/ 777690 h 817526"/>
                  <a:gd name="connsiteX5" fmla="*/ 95800 w 833434"/>
                  <a:gd name="connsiteY5" fmla="*/ 802575 h 817526"/>
                  <a:gd name="connsiteX6" fmla="*/ 737634 w 833434"/>
                  <a:gd name="connsiteY6" fmla="*/ 802575 h 817526"/>
                  <a:gd name="connsiteX7" fmla="*/ 794852 w 833434"/>
                  <a:gd name="connsiteY7" fmla="*/ 777690 h 817526"/>
                  <a:gd name="connsiteX8" fmla="*/ 818486 w 833434"/>
                  <a:gd name="connsiteY8" fmla="*/ 721698 h 817526"/>
                  <a:gd name="connsiteX9" fmla="*/ 818486 w 833434"/>
                  <a:gd name="connsiteY9" fmla="*/ 95835 h 817526"/>
                  <a:gd name="connsiteX10" fmla="*/ 794852 w 833434"/>
                  <a:gd name="connsiteY10" fmla="*/ 38599 h 817526"/>
                  <a:gd name="connsiteX11" fmla="*/ 737634 w 833434"/>
                  <a:gd name="connsiteY11" fmla="*/ 14958 h 817526"/>
                  <a:gd name="connsiteX12" fmla="*/ 95782 w 833434"/>
                  <a:gd name="connsiteY12" fmla="*/ 0 h 817526"/>
                  <a:gd name="connsiteX13" fmla="*/ 737652 w 833434"/>
                  <a:gd name="connsiteY13" fmla="*/ 0 h 817526"/>
                  <a:gd name="connsiteX14" fmla="*/ 804824 w 833434"/>
                  <a:gd name="connsiteY14" fmla="*/ 27376 h 817526"/>
                  <a:gd name="connsiteX15" fmla="*/ 833434 w 833434"/>
                  <a:gd name="connsiteY15" fmla="*/ 95814 h 817526"/>
                  <a:gd name="connsiteX16" fmla="*/ 833434 w 833434"/>
                  <a:gd name="connsiteY16" fmla="*/ 721713 h 817526"/>
                  <a:gd name="connsiteX17" fmla="*/ 804824 w 833434"/>
                  <a:gd name="connsiteY17" fmla="*/ 788907 h 817526"/>
                  <a:gd name="connsiteX18" fmla="*/ 737652 w 833434"/>
                  <a:gd name="connsiteY18" fmla="*/ 817526 h 817526"/>
                  <a:gd name="connsiteX19" fmla="*/ 95782 w 833434"/>
                  <a:gd name="connsiteY19" fmla="*/ 817526 h 817526"/>
                  <a:gd name="connsiteX20" fmla="*/ 27366 w 833434"/>
                  <a:gd name="connsiteY20" fmla="*/ 788907 h 817526"/>
                  <a:gd name="connsiteX21" fmla="*/ 0 w 833434"/>
                  <a:gd name="connsiteY21" fmla="*/ 721713 h 817526"/>
                  <a:gd name="connsiteX22" fmla="*/ 0 w 833434"/>
                  <a:gd name="connsiteY22" fmla="*/ 95814 h 817526"/>
                  <a:gd name="connsiteX23" fmla="*/ 27366 w 833434"/>
                  <a:gd name="connsiteY23" fmla="*/ 27376 h 817526"/>
                  <a:gd name="connsiteX24" fmla="*/ 95782 w 833434"/>
                  <a:gd name="connsiteY24" fmla="*/ 0 h 817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833434" h="817526">
                    <a:moveTo>
                      <a:pt x="95800" y="14958"/>
                    </a:moveTo>
                    <a:cubicBezTo>
                      <a:pt x="73410" y="14958"/>
                      <a:pt x="53508" y="23668"/>
                      <a:pt x="38582" y="38599"/>
                    </a:cubicBezTo>
                    <a:cubicBezTo>
                      <a:pt x="23656" y="53530"/>
                      <a:pt x="14950" y="74683"/>
                      <a:pt x="14950" y="95835"/>
                    </a:cubicBezTo>
                    <a:lnTo>
                      <a:pt x="14950" y="721698"/>
                    </a:lnTo>
                    <a:cubicBezTo>
                      <a:pt x="14950" y="742851"/>
                      <a:pt x="23656" y="762759"/>
                      <a:pt x="38582" y="777690"/>
                    </a:cubicBezTo>
                    <a:cubicBezTo>
                      <a:pt x="53508" y="793865"/>
                      <a:pt x="73410" y="802575"/>
                      <a:pt x="95800" y="802575"/>
                    </a:cubicBezTo>
                    <a:lnTo>
                      <a:pt x="737634" y="802575"/>
                    </a:lnTo>
                    <a:cubicBezTo>
                      <a:pt x="758780" y="802575"/>
                      <a:pt x="779926" y="793865"/>
                      <a:pt x="794852" y="777690"/>
                    </a:cubicBezTo>
                    <a:cubicBezTo>
                      <a:pt x="809778" y="762759"/>
                      <a:pt x="818486" y="742851"/>
                      <a:pt x="818486" y="721698"/>
                    </a:cubicBezTo>
                    <a:lnTo>
                      <a:pt x="818486" y="95835"/>
                    </a:lnTo>
                    <a:cubicBezTo>
                      <a:pt x="818486" y="74683"/>
                      <a:pt x="809778" y="53530"/>
                      <a:pt x="794852" y="38599"/>
                    </a:cubicBezTo>
                    <a:cubicBezTo>
                      <a:pt x="779926" y="23668"/>
                      <a:pt x="758780" y="14958"/>
                      <a:pt x="737634" y="14958"/>
                    </a:cubicBezTo>
                    <a:close/>
                    <a:moveTo>
                      <a:pt x="95782" y="0"/>
                    </a:moveTo>
                    <a:lnTo>
                      <a:pt x="737652" y="0"/>
                    </a:lnTo>
                    <a:cubicBezTo>
                      <a:pt x="763774" y="0"/>
                      <a:pt x="787410" y="9955"/>
                      <a:pt x="804824" y="27376"/>
                    </a:cubicBezTo>
                    <a:cubicBezTo>
                      <a:pt x="823484" y="46041"/>
                      <a:pt x="833434" y="69683"/>
                      <a:pt x="833434" y="95814"/>
                    </a:cubicBezTo>
                    <a:lnTo>
                      <a:pt x="833434" y="721713"/>
                    </a:lnTo>
                    <a:cubicBezTo>
                      <a:pt x="833434" y="747844"/>
                      <a:pt x="823484" y="770242"/>
                      <a:pt x="804824" y="788907"/>
                    </a:cubicBezTo>
                    <a:cubicBezTo>
                      <a:pt x="787410" y="807572"/>
                      <a:pt x="763774" y="817526"/>
                      <a:pt x="737652" y="817526"/>
                    </a:cubicBezTo>
                    <a:lnTo>
                      <a:pt x="95782" y="817526"/>
                    </a:lnTo>
                    <a:cubicBezTo>
                      <a:pt x="69660" y="817526"/>
                      <a:pt x="46026" y="807572"/>
                      <a:pt x="27366" y="788907"/>
                    </a:cubicBezTo>
                    <a:cubicBezTo>
                      <a:pt x="9952" y="770242"/>
                      <a:pt x="0" y="747844"/>
                      <a:pt x="0" y="721713"/>
                    </a:cubicBezTo>
                    <a:lnTo>
                      <a:pt x="0" y="95814"/>
                    </a:lnTo>
                    <a:cubicBezTo>
                      <a:pt x="0" y="69683"/>
                      <a:pt x="9952" y="46041"/>
                      <a:pt x="27366" y="27376"/>
                    </a:cubicBezTo>
                    <a:cubicBezTo>
                      <a:pt x="46026" y="9955"/>
                      <a:pt x="69660" y="0"/>
                      <a:pt x="957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1" name="Freeform 180">
                <a:extLst>
                  <a:ext uri="{FF2B5EF4-FFF2-40B4-BE49-F238E27FC236}">
                    <a16:creationId xmlns:a16="http://schemas.microsoft.com/office/drawing/2014/main" id="{59EC1747-81EF-BE45-AE1F-A78C46B60D59}"/>
                  </a:ext>
                </a:extLst>
              </p:cNvPr>
              <p:cNvSpPr/>
              <p:nvPr/>
            </p:nvSpPr>
            <p:spPr>
              <a:xfrm>
                <a:off x="16963946" y="5669097"/>
                <a:ext cx="661515" cy="64803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2" h="521">
                    <a:moveTo>
                      <a:pt x="499" y="521"/>
                    </a:moveTo>
                    <a:lnTo>
                      <a:pt x="266" y="521"/>
                    </a:lnTo>
                    <a:lnTo>
                      <a:pt x="33" y="521"/>
                    </a:lnTo>
                    <a:cubicBezTo>
                      <a:pt x="24" y="521"/>
                      <a:pt x="15" y="517"/>
                      <a:pt x="9" y="512"/>
                    </a:cubicBezTo>
                    <a:cubicBezTo>
                      <a:pt x="3" y="505"/>
                      <a:pt x="0" y="497"/>
                      <a:pt x="0" y="488"/>
                    </a:cubicBezTo>
                    <a:lnTo>
                      <a:pt x="0" y="260"/>
                    </a:lnTo>
                    <a:lnTo>
                      <a:pt x="0" y="33"/>
                    </a:lnTo>
                    <a:cubicBezTo>
                      <a:pt x="0" y="24"/>
                      <a:pt x="3" y="16"/>
                      <a:pt x="9" y="10"/>
                    </a:cubicBezTo>
                    <a:cubicBezTo>
                      <a:pt x="15" y="4"/>
                      <a:pt x="24" y="0"/>
                      <a:pt x="33" y="0"/>
                    </a:cubicBezTo>
                    <a:lnTo>
                      <a:pt x="266" y="0"/>
                    </a:lnTo>
                    <a:lnTo>
                      <a:pt x="499" y="0"/>
                    </a:lnTo>
                    <a:cubicBezTo>
                      <a:pt x="508" y="0"/>
                      <a:pt x="516" y="4"/>
                      <a:pt x="522" y="10"/>
                    </a:cubicBezTo>
                    <a:cubicBezTo>
                      <a:pt x="528" y="16"/>
                      <a:pt x="532" y="24"/>
                      <a:pt x="532" y="33"/>
                    </a:cubicBezTo>
                    <a:lnTo>
                      <a:pt x="532" y="260"/>
                    </a:lnTo>
                    <a:lnTo>
                      <a:pt x="532" y="488"/>
                    </a:lnTo>
                    <a:cubicBezTo>
                      <a:pt x="532" y="497"/>
                      <a:pt x="528" y="505"/>
                      <a:pt x="522" y="512"/>
                    </a:cubicBezTo>
                    <a:cubicBezTo>
                      <a:pt x="516" y="517"/>
                      <a:pt x="508" y="521"/>
                      <a:pt x="499" y="52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6" name="Freeform 435">
                <a:extLst>
                  <a:ext uri="{FF2B5EF4-FFF2-40B4-BE49-F238E27FC236}">
                    <a16:creationId xmlns:a16="http://schemas.microsoft.com/office/drawing/2014/main" id="{E1C4E2F7-CA00-0940-AA7B-52E10C232CF6}"/>
                  </a:ext>
                </a:extLst>
              </p:cNvPr>
              <p:cNvSpPr/>
              <p:nvPr/>
            </p:nvSpPr>
            <p:spPr>
              <a:xfrm>
                <a:off x="16956476" y="5661620"/>
                <a:ext cx="676464" cy="662994"/>
              </a:xfrm>
              <a:custGeom>
                <a:avLst/>
                <a:gdLst>
                  <a:gd name="connsiteX0" fmla="*/ 48520 w 676464"/>
                  <a:gd name="connsiteY0" fmla="*/ 14955 h 662994"/>
                  <a:gd name="connsiteX1" fmla="*/ 24896 w 676464"/>
                  <a:gd name="connsiteY1" fmla="*/ 24905 h 662994"/>
                  <a:gd name="connsiteX2" fmla="*/ 14948 w 676464"/>
                  <a:gd name="connsiteY2" fmla="*/ 48537 h 662994"/>
                  <a:gd name="connsiteX3" fmla="*/ 14948 w 676464"/>
                  <a:gd name="connsiteY3" fmla="*/ 614457 h 662994"/>
                  <a:gd name="connsiteX4" fmla="*/ 24896 w 676464"/>
                  <a:gd name="connsiteY4" fmla="*/ 638089 h 662994"/>
                  <a:gd name="connsiteX5" fmla="*/ 48520 w 676464"/>
                  <a:gd name="connsiteY5" fmla="*/ 648039 h 662994"/>
                  <a:gd name="connsiteX6" fmla="*/ 627942 w 676464"/>
                  <a:gd name="connsiteY6" fmla="*/ 648039 h 662994"/>
                  <a:gd name="connsiteX7" fmla="*/ 651566 w 676464"/>
                  <a:gd name="connsiteY7" fmla="*/ 638089 h 662994"/>
                  <a:gd name="connsiteX8" fmla="*/ 661514 w 676464"/>
                  <a:gd name="connsiteY8" fmla="*/ 614457 h 662994"/>
                  <a:gd name="connsiteX9" fmla="*/ 661514 w 676464"/>
                  <a:gd name="connsiteY9" fmla="*/ 48537 h 662994"/>
                  <a:gd name="connsiteX10" fmla="*/ 651566 w 676464"/>
                  <a:gd name="connsiteY10" fmla="*/ 24905 h 662994"/>
                  <a:gd name="connsiteX11" fmla="*/ 627942 w 676464"/>
                  <a:gd name="connsiteY11" fmla="*/ 14955 h 662994"/>
                  <a:gd name="connsiteX12" fmla="*/ 48496 w 676464"/>
                  <a:gd name="connsiteY12" fmla="*/ 0 h 662994"/>
                  <a:gd name="connsiteX13" fmla="*/ 627968 w 676464"/>
                  <a:gd name="connsiteY13" fmla="*/ 0 h 662994"/>
                  <a:gd name="connsiteX14" fmla="*/ 661542 w 676464"/>
                  <a:gd name="connsiteY14" fmla="*/ 13683 h 662994"/>
                  <a:gd name="connsiteX15" fmla="*/ 676464 w 676464"/>
                  <a:gd name="connsiteY15" fmla="*/ 48512 h 662994"/>
                  <a:gd name="connsiteX16" fmla="*/ 676464 w 676464"/>
                  <a:gd name="connsiteY16" fmla="*/ 614482 h 662994"/>
                  <a:gd name="connsiteX17" fmla="*/ 661542 w 676464"/>
                  <a:gd name="connsiteY17" fmla="*/ 649311 h 662994"/>
                  <a:gd name="connsiteX18" fmla="*/ 627968 w 676464"/>
                  <a:gd name="connsiteY18" fmla="*/ 662994 h 662994"/>
                  <a:gd name="connsiteX19" fmla="*/ 48496 w 676464"/>
                  <a:gd name="connsiteY19" fmla="*/ 662994 h 662994"/>
                  <a:gd name="connsiteX20" fmla="*/ 13678 w 676464"/>
                  <a:gd name="connsiteY20" fmla="*/ 649311 h 662994"/>
                  <a:gd name="connsiteX21" fmla="*/ 0 w 676464"/>
                  <a:gd name="connsiteY21" fmla="*/ 614482 h 662994"/>
                  <a:gd name="connsiteX22" fmla="*/ 0 w 676464"/>
                  <a:gd name="connsiteY22" fmla="*/ 48512 h 662994"/>
                  <a:gd name="connsiteX23" fmla="*/ 13678 w 676464"/>
                  <a:gd name="connsiteY23" fmla="*/ 13683 h 662994"/>
                  <a:gd name="connsiteX24" fmla="*/ 48496 w 676464"/>
                  <a:gd name="connsiteY24" fmla="*/ 0 h 6629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76464" h="662994">
                    <a:moveTo>
                      <a:pt x="48520" y="14955"/>
                    </a:moveTo>
                    <a:cubicBezTo>
                      <a:pt x="38572" y="14955"/>
                      <a:pt x="31112" y="17443"/>
                      <a:pt x="24896" y="24905"/>
                    </a:cubicBezTo>
                    <a:cubicBezTo>
                      <a:pt x="17434" y="31124"/>
                      <a:pt x="14948" y="39831"/>
                      <a:pt x="14948" y="48537"/>
                    </a:cubicBezTo>
                    <a:lnTo>
                      <a:pt x="14948" y="614457"/>
                    </a:lnTo>
                    <a:cubicBezTo>
                      <a:pt x="14948" y="623164"/>
                      <a:pt x="17434" y="631870"/>
                      <a:pt x="24896" y="638089"/>
                    </a:cubicBezTo>
                    <a:cubicBezTo>
                      <a:pt x="31112" y="644308"/>
                      <a:pt x="38572" y="648039"/>
                      <a:pt x="48520" y="648039"/>
                    </a:cubicBezTo>
                    <a:lnTo>
                      <a:pt x="627942" y="648039"/>
                    </a:lnTo>
                    <a:cubicBezTo>
                      <a:pt x="636646" y="648039"/>
                      <a:pt x="645350" y="644308"/>
                      <a:pt x="651566" y="638089"/>
                    </a:cubicBezTo>
                    <a:cubicBezTo>
                      <a:pt x="657784" y="631870"/>
                      <a:pt x="661514" y="623164"/>
                      <a:pt x="661514" y="614457"/>
                    </a:cubicBezTo>
                    <a:lnTo>
                      <a:pt x="661514" y="48537"/>
                    </a:lnTo>
                    <a:cubicBezTo>
                      <a:pt x="661514" y="39831"/>
                      <a:pt x="657784" y="31124"/>
                      <a:pt x="651566" y="24905"/>
                    </a:cubicBezTo>
                    <a:cubicBezTo>
                      <a:pt x="645350" y="17443"/>
                      <a:pt x="636646" y="14955"/>
                      <a:pt x="627942" y="14955"/>
                    </a:cubicBezTo>
                    <a:close/>
                    <a:moveTo>
                      <a:pt x="48496" y="0"/>
                    </a:moveTo>
                    <a:lnTo>
                      <a:pt x="627968" y="0"/>
                    </a:lnTo>
                    <a:cubicBezTo>
                      <a:pt x="640402" y="0"/>
                      <a:pt x="652838" y="4976"/>
                      <a:pt x="661542" y="13683"/>
                    </a:cubicBezTo>
                    <a:cubicBezTo>
                      <a:pt x="671490" y="23634"/>
                      <a:pt x="676464" y="34829"/>
                      <a:pt x="676464" y="48512"/>
                    </a:cubicBezTo>
                    <a:lnTo>
                      <a:pt x="676464" y="614482"/>
                    </a:lnTo>
                    <a:cubicBezTo>
                      <a:pt x="676464" y="626921"/>
                      <a:pt x="671490" y="639360"/>
                      <a:pt x="661542" y="649311"/>
                    </a:cubicBezTo>
                    <a:cubicBezTo>
                      <a:pt x="652838" y="658019"/>
                      <a:pt x="640402" y="662994"/>
                      <a:pt x="627968" y="662994"/>
                    </a:cubicBezTo>
                    <a:lnTo>
                      <a:pt x="48496" y="662994"/>
                    </a:lnTo>
                    <a:cubicBezTo>
                      <a:pt x="34818" y="662994"/>
                      <a:pt x="23626" y="658019"/>
                      <a:pt x="13678" y="649311"/>
                    </a:cubicBezTo>
                    <a:cubicBezTo>
                      <a:pt x="3730" y="639360"/>
                      <a:pt x="0" y="626921"/>
                      <a:pt x="0" y="614482"/>
                    </a:cubicBezTo>
                    <a:lnTo>
                      <a:pt x="0" y="48512"/>
                    </a:lnTo>
                    <a:cubicBezTo>
                      <a:pt x="0" y="34829"/>
                      <a:pt x="3730" y="23634"/>
                      <a:pt x="13678" y="13683"/>
                    </a:cubicBezTo>
                    <a:cubicBezTo>
                      <a:pt x="23626" y="4976"/>
                      <a:pt x="34818" y="0"/>
                      <a:pt x="484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7" name="Freeform 436">
                <a:extLst>
                  <a:ext uri="{FF2B5EF4-FFF2-40B4-BE49-F238E27FC236}">
                    <a16:creationId xmlns:a16="http://schemas.microsoft.com/office/drawing/2014/main" id="{2E210EF2-84BF-5947-8183-F89CBFE52476}"/>
                  </a:ext>
                </a:extLst>
              </p:cNvPr>
              <p:cNvSpPr/>
              <p:nvPr/>
            </p:nvSpPr>
            <p:spPr>
              <a:xfrm>
                <a:off x="15429134" y="5618002"/>
                <a:ext cx="1123704" cy="1212581"/>
              </a:xfrm>
              <a:custGeom>
                <a:avLst/>
                <a:gdLst>
                  <a:gd name="connsiteX0" fmla="*/ 93345 w 1123704"/>
                  <a:gd name="connsiteY0" fmla="*/ 16201 h 1212581"/>
                  <a:gd name="connsiteX1" fmla="*/ 38592 w 1123704"/>
                  <a:gd name="connsiteY1" fmla="*/ 38610 h 1212581"/>
                  <a:gd name="connsiteX2" fmla="*/ 14949 w 1123704"/>
                  <a:gd name="connsiteY2" fmla="*/ 92141 h 1212581"/>
                  <a:gd name="connsiteX3" fmla="*/ 14949 w 1123704"/>
                  <a:gd name="connsiteY3" fmla="*/ 1120441 h 1212581"/>
                  <a:gd name="connsiteX4" fmla="*/ 38592 w 1123704"/>
                  <a:gd name="connsiteY4" fmla="*/ 1175218 h 1212581"/>
                  <a:gd name="connsiteX5" fmla="*/ 93345 w 1123704"/>
                  <a:gd name="connsiteY5" fmla="*/ 1197626 h 1212581"/>
                  <a:gd name="connsiteX6" fmla="*/ 1031603 w 1123704"/>
                  <a:gd name="connsiteY6" fmla="*/ 1197626 h 1212581"/>
                  <a:gd name="connsiteX7" fmla="*/ 1086355 w 1123704"/>
                  <a:gd name="connsiteY7" fmla="*/ 1175218 h 1212581"/>
                  <a:gd name="connsiteX8" fmla="*/ 1108754 w 1123704"/>
                  <a:gd name="connsiteY8" fmla="*/ 1120441 h 1212581"/>
                  <a:gd name="connsiteX9" fmla="*/ 1108754 w 1123704"/>
                  <a:gd name="connsiteY9" fmla="*/ 92141 h 1212581"/>
                  <a:gd name="connsiteX10" fmla="*/ 1086355 w 1123704"/>
                  <a:gd name="connsiteY10" fmla="*/ 38610 h 1212581"/>
                  <a:gd name="connsiteX11" fmla="*/ 1031603 w 1123704"/>
                  <a:gd name="connsiteY11" fmla="*/ 16201 h 1212581"/>
                  <a:gd name="connsiteX12" fmla="*/ 93331 w 1123704"/>
                  <a:gd name="connsiteY12" fmla="*/ 0 h 1212581"/>
                  <a:gd name="connsiteX13" fmla="*/ 1031618 w 1123704"/>
                  <a:gd name="connsiteY13" fmla="*/ 0 h 1212581"/>
                  <a:gd name="connsiteX14" fmla="*/ 1096327 w 1123704"/>
                  <a:gd name="connsiteY14" fmla="*/ 27389 h 1212581"/>
                  <a:gd name="connsiteX15" fmla="*/ 1123704 w 1123704"/>
                  <a:gd name="connsiteY15" fmla="*/ 92127 h 1212581"/>
                  <a:gd name="connsiteX16" fmla="*/ 1123704 w 1123704"/>
                  <a:gd name="connsiteY16" fmla="*/ 1120455 h 1212581"/>
                  <a:gd name="connsiteX17" fmla="*/ 1096327 w 1123704"/>
                  <a:gd name="connsiteY17" fmla="*/ 1186437 h 1212581"/>
                  <a:gd name="connsiteX18" fmla="*/ 1031618 w 1123704"/>
                  <a:gd name="connsiteY18" fmla="*/ 1212581 h 1212581"/>
                  <a:gd name="connsiteX19" fmla="*/ 93331 w 1123704"/>
                  <a:gd name="connsiteY19" fmla="*/ 1212581 h 1212581"/>
                  <a:gd name="connsiteX20" fmla="*/ 27377 w 1123704"/>
                  <a:gd name="connsiteY20" fmla="*/ 1186437 h 1212581"/>
                  <a:gd name="connsiteX21" fmla="*/ 0 w 1123704"/>
                  <a:gd name="connsiteY21" fmla="*/ 1120455 h 1212581"/>
                  <a:gd name="connsiteX22" fmla="*/ 0 w 1123704"/>
                  <a:gd name="connsiteY22" fmla="*/ 92127 h 1212581"/>
                  <a:gd name="connsiteX23" fmla="*/ 27377 w 1123704"/>
                  <a:gd name="connsiteY23" fmla="*/ 27389 h 1212581"/>
                  <a:gd name="connsiteX24" fmla="*/ 93331 w 1123704"/>
                  <a:gd name="connsiteY24" fmla="*/ 0 h 12125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123704" h="1212581">
                    <a:moveTo>
                      <a:pt x="93345" y="16201"/>
                    </a:moveTo>
                    <a:cubicBezTo>
                      <a:pt x="72190" y="16201"/>
                      <a:pt x="52280" y="23671"/>
                      <a:pt x="38592" y="38610"/>
                    </a:cubicBezTo>
                    <a:cubicBezTo>
                      <a:pt x="23660" y="53549"/>
                      <a:pt x="14949" y="72222"/>
                      <a:pt x="14949" y="92141"/>
                    </a:cubicBezTo>
                    <a:lnTo>
                      <a:pt x="14949" y="1120441"/>
                    </a:lnTo>
                    <a:cubicBezTo>
                      <a:pt x="14949" y="1141605"/>
                      <a:pt x="23660" y="1160279"/>
                      <a:pt x="38592" y="1175218"/>
                    </a:cubicBezTo>
                    <a:cubicBezTo>
                      <a:pt x="52280" y="1190157"/>
                      <a:pt x="72190" y="1197626"/>
                      <a:pt x="93345" y="1197626"/>
                    </a:cubicBezTo>
                    <a:lnTo>
                      <a:pt x="1031603" y="1197626"/>
                    </a:lnTo>
                    <a:cubicBezTo>
                      <a:pt x="1051513" y="1197626"/>
                      <a:pt x="1071423" y="1190157"/>
                      <a:pt x="1086355" y="1175218"/>
                    </a:cubicBezTo>
                    <a:cubicBezTo>
                      <a:pt x="1100043" y="1160279"/>
                      <a:pt x="1108754" y="1141605"/>
                      <a:pt x="1108754" y="1120441"/>
                    </a:cubicBezTo>
                    <a:lnTo>
                      <a:pt x="1108754" y="92141"/>
                    </a:lnTo>
                    <a:cubicBezTo>
                      <a:pt x="1108754" y="72222"/>
                      <a:pt x="1100043" y="53549"/>
                      <a:pt x="1086355" y="38610"/>
                    </a:cubicBezTo>
                    <a:cubicBezTo>
                      <a:pt x="1071423" y="23671"/>
                      <a:pt x="1051513" y="16201"/>
                      <a:pt x="1031603" y="16201"/>
                    </a:cubicBezTo>
                    <a:close/>
                    <a:moveTo>
                      <a:pt x="93331" y="0"/>
                    </a:moveTo>
                    <a:lnTo>
                      <a:pt x="1031618" y="0"/>
                    </a:lnTo>
                    <a:cubicBezTo>
                      <a:pt x="1055261" y="0"/>
                      <a:pt x="1078905" y="9960"/>
                      <a:pt x="1096327" y="27389"/>
                    </a:cubicBezTo>
                    <a:cubicBezTo>
                      <a:pt x="1113749" y="44818"/>
                      <a:pt x="1123704" y="68472"/>
                      <a:pt x="1123704" y="92127"/>
                    </a:cubicBezTo>
                    <a:lnTo>
                      <a:pt x="1123704" y="1120455"/>
                    </a:lnTo>
                    <a:cubicBezTo>
                      <a:pt x="1123704" y="1145354"/>
                      <a:pt x="1113749" y="1169008"/>
                      <a:pt x="1096327" y="1186437"/>
                    </a:cubicBezTo>
                    <a:cubicBezTo>
                      <a:pt x="1078905" y="1203867"/>
                      <a:pt x="1055261" y="1212581"/>
                      <a:pt x="1031618" y="1212581"/>
                    </a:cubicBezTo>
                    <a:lnTo>
                      <a:pt x="93331" y="1212581"/>
                    </a:lnTo>
                    <a:cubicBezTo>
                      <a:pt x="68443" y="1212581"/>
                      <a:pt x="44799" y="1203867"/>
                      <a:pt x="27377" y="1186437"/>
                    </a:cubicBezTo>
                    <a:cubicBezTo>
                      <a:pt x="9955" y="1169008"/>
                      <a:pt x="0" y="1145354"/>
                      <a:pt x="0" y="1120455"/>
                    </a:cubicBezTo>
                    <a:lnTo>
                      <a:pt x="0" y="92127"/>
                    </a:lnTo>
                    <a:cubicBezTo>
                      <a:pt x="0" y="68472"/>
                      <a:pt x="9955" y="44818"/>
                      <a:pt x="27377" y="27389"/>
                    </a:cubicBezTo>
                    <a:cubicBezTo>
                      <a:pt x="44799" y="9960"/>
                      <a:pt x="68443" y="0"/>
                      <a:pt x="9333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8" name="Freeform 437">
                <a:extLst>
                  <a:ext uri="{FF2B5EF4-FFF2-40B4-BE49-F238E27FC236}">
                    <a16:creationId xmlns:a16="http://schemas.microsoft.com/office/drawing/2014/main" id="{B22594C6-58EB-FB4B-9696-FA3EB19D877D}"/>
                  </a:ext>
                </a:extLst>
              </p:cNvPr>
              <p:cNvSpPr/>
              <p:nvPr/>
            </p:nvSpPr>
            <p:spPr>
              <a:xfrm>
                <a:off x="15571154" y="5775027"/>
                <a:ext cx="387441" cy="195658"/>
              </a:xfrm>
              <a:custGeom>
                <a:avLst/>
                <a:gdLst>
                  <a:gd name="connsiteX0" fmla="*/ 58401 w 387441"/>
                  <a:gd name="connsiteY0" fmla="*/ 14954 h 195658"/>
                  <a:gd name="connsiteX1" fmla="*/ 27365 w 387441"/>
                  <a:gd name="connsiteY1" fmla="*/ 27324 h 195658"/>
                  <a:gd name="connsiteX2" fmla="*/ 14950 w 387441"/>
                  <a:gd name="connsiteY2" fmla="*/ 58247 h 195658"/>
                  <a:gd name="connsiteX3" fmla="*/ 14950 w 387441"/>
                  <a:gd name="connsiteY3" fmla="*/ 137411 h 195658"/>
                  <a:gd name="connsiteX4" fmla="*/ 27365 w 387441"/>
                  <a:gd name="connsiteY4" fmla="*/ 168334 h 195658"/>
                  <a:gd name="connsiteX5" fmla="*/ 58401 w 387441"/>
                  <a:gd name="connsiteY5" fmla="*/ 180703 h 195658"/>
                  <a:gd name="connsiteX6" fmla="*/ 329041 w 387441"/>
                  <a:gd name="connsiteY6" fmla="*/ 180703 h 195658"/>
                  <a:gd name="connsiteX7" fmla="*/ 358836 w 387441"/>
                  <a:gd name="connsiteY7" fmla="*/ 168334 h 195658"/>
                  <a:gd name="connsiteX8" fmla="*/ 372492 w 387441"/>
                  <a:gd name="connsiteY8" fmla="*/ 137411 h 195658"/>
                  <a:gd name="connsiteX9" fmla="*/ 372492 w 387441"/>
                  <a:gd name="connsiteY9" fmla="*/ 58247 h 195658"/>
                  <a:gd name="connsiteX10" fmla="*/ 358836 w 387441"/>
                  <a:gd name="connsiteY10" fmla="*/ 27324 h 195658"/>
                  <a:gd name="connsiteX11" fmla="*/ 329041 w 387441"/>
                  <a:gd name="connsiteY11" fmla="*/ 14954 h 195658"/>
                  <a:gd name="connsiteX12" fmla="*/ 58365 w 387441"/>
                  <a:gd name="connsiteY12" fmla="*/ 0 h 195658"/>
                  <a:gd name="connsiteX13" fmla="*/ 329076 w 387441"/>
                  <a:gd name="connsiteY13" fmla="*/ 0 h 195658"/>
                  <a:gd name="connsiteX14" fmla="*/ 370056 w 387441"/>
                  <a:gd name="connsiteY14" fmla="*/ 16099 h 195658"/>
                  <a:gd name="connsiteX15" fmla="*/ 387441 w 387441"/>
                  <a:gd name="connsiteY15" fmla="*/ 58202 h 195658"/>
                  <a:gd name="connsiteX16" fmla="*/ 387441 w 387441"/>
                  <a:gd name="connsiteY16" fmla="*/ 137456 h 195658"/>
                  <a:gd name="connsiteX17" fmla="*/ 370056 w 387441"/>
                  <a:gd name="connsiteY17" fmla="*/ 179560 h 195658"/>
                  <a:gd name="connsiteX18" fmla="*/ 329076 w 387441"/>
                  <a:gd name="connsiteY18" fmla="*/ 195658 h 195658"/>
                  <a:gd name="connsiteX19" fmla="*/ 58365 w 387441"/>
                  <a:gd name="connsiteY19" fmla="*/ 195658 h 195658"/>
                  <a:gd name="connsiteX20" fmla="*/ 16143 w 387441"/>
                  <a:gd name="connsiteY20" fmla="*/ 179560 h 195658"/>
                  <a:gd name="connsiteX21" fmla="*/ 0 w 387441"/>
                  <a:gd name="connsiteY21" fmla="*/ 137456 h 195658"/>
                  <a:gd name="connsiteX22" fmla="*/ 0 w 387441"/>
                  <a:gd name="connsiteY22" fmla="*/ 58202 h 195658"/>
                  <a:gd name="connsiteX23" fmla="*/ 16143 w 387441"/>
                  <a:gd name="connsiteY23" fmla="*/ 16099 h 195658"/>
                  <a:gd name="connsiteX24" fmla="*/ 58365 w 387441"/>
                  <a:gd name="connsiteY24" fmla="*/ 0 h 195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87441" h="195658">
                    <a:moveTo>
                      <a:pt x="58401" y="14954"/>
                    </a:moveTo>
                    <a:cubicBezTo>
                      <a:pt x="45987" y="14954"/>
                      <a:pt x="36055" y="19902"/>
                      <a:pt x="27365" y="27324"/>
                    </a:cubicBezTo>
                    <a:cubicBezTo>
                      <a:pt x="19916" y="35982"/>
                      <a:pt x="14950" y="47115"/>
                      <a:pt x="14950" y="58247"/>
                    </a:cubicBezTo>
                    <a:lnTo>
                      <a:pt x="14950" y="137411"/>
                    </a:lnTo>
                    <a:cubicBezTo>
                      <a:pt x="14950" y="148543"/>
                      <a:pt x="19916" y="159675"/>
                      <a:pt x="27365" y="168334"/>
                    </a:cubicBezTo>
                    <a:cubicBezTo>
                      <a:pt x="36055" y="175756"/>
                      <a:pt x="45987" y="180703"/>
                      <a:pt x="58401" y="180703"/>
                    </a:cubicBezTo>
                    <a:lnTo>
                      <a:pt x="329041" y="180703"/>
                    </a:lnTo>
                    <a:cubicBezTo>
                      <a:pt x="340214" y="180703"/>
                      <a:pt x="350146" y="175756"/>
                      <a:pt x="358836" y="168334"/>
                    </a:cubicBezTo>
                    <a:cubicBezTo>
                      <a:pt x="367526" y="159675"/>
                      <a:pt x="372492" y="148543"/>
                      <a:pt x="372492" y="137411"/>
                    </a:cubicBezTo>
                    <a:lnTo>
                      <a:pt x="372492" y="58247"/>
                    </a:lnTo>
                    <a:cubicBezTo>
                      <a:pt x="372492" y="47115"/>
                      <a:pt x="367526" y="35982"/>
                      <a:pt x="358836" y="27324"/>
                    </a:cubicBezTo>
                    <a:cubicBezTo>
                      <a:pt x="350146" y="19902"/>
                      <a:pt x="340214" y="14954"/>
                      <a:pt x="329041" y="14954"/>
                    </a:cubicBezTo>
                    <a:close/>
                    <a:moveTo>
                      <a:pt x="58365" y="0"/>
                    </a:moveTo>
                    <a:lnTo>
                      <a:pt x="329076" y="0"/>
                    </a:lnTo>
                    <a:cubicBezTo>
                      <a:pt x="343978" y="0"/>
                      <a:pt x="358880" y="6192"/>
                      <a:pt x="370056" y="16099"/>
                    </a:cubicBezTo>
                    <a:cubicBezTo>
                      <a:pt x="381232" y="27244"/>
                      <a:pt x="387441" y="42104"/>
                      <a:pt x="387441" y="58202"/>
                    </a:cubicBezTo>
                    <a:lnTo>
                      <a:pt x="387441" y="137456"/>
                    </a:lnTo>
                    <a:cubicBezTo>
                      <a:pt x="387441" y="153555"/>
                      <a:pt x="381232" y="168415"/>
                      <a:pt x="370056" y="179560"/>
                    </a:cubicBezTo>
                    <a:cubicBezTo>
                      <a:pt x="358880" y="189467"/>
                      <a:pt x="343978" y="195658"/>
                      <a:pt x="329076" y="195658"/>
                    </a:cubicBezTo>
                    <a:lnTo>
                      <a:pt x="58365" y="195658"/>
                    </a:lnTo>
                    <a:cubicBezTo>
                      <a:pt x="42221" y="195658"/>
                      <a:pt x="28561" y="189467"/>
                      <a:pt x="16143" y="179560"/>
                    </a:cubicBezTo>
                    <a:cubicBezTo>
                      <a:pt x="6209" y="168415"/>
                      <a:pt x="0" y="153555"/>
                      <a:pt x="0" y="137456"/>
                    </a:cubicBezTo>
                    <a:lnTo>
                      <a:pt x="0" y="58202"/>
                    </a:lnTo>
                    <a:cubicBezTo>
                      <a:pt x="0" y="42104"/>
                      <a:pt x="6209" y="27244"/>
                      <a:pt x="16143" y="16099"/>
                    </a:cubicBezTo>
                    <a:cubicBezTo>
                      <a:pt x="28561" y="6192"/>
                      <a:pt x="42221" y="0"/>
                      <a:pt x="583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9" name="Freeform 438">
                <a:extLst>
                  <a:ext uri="{FF2B5EF4-FFF2-40B4-BE49-F238E27FC236}">
                    <a16:creationId xmlns:a16="http://schemas.microsoft.com/office/drawing/2014/main" id="{B8C65B0E-DB01-844E-BB89-EDBA2DDB861D}"/>
                  </a:ext>
                </a:extLst>
              </p:cNvPr>
              <p:cNvSpPr/>
              <p:nvPr/>
            </p:nvSpPr>
            <p:spPr>
              <a:xfrm>
                <a:off x="16024622" y="5775027"/>
                <a:ext cx="387441" cy="195658"/>
              </a:xfrm>
              <a:custGeom>
                <a:avLst/>
                <a:gdLst>
                  <a:gd name="connsiteX0" fmla="*/ 58401 w 387441"/>
                  <a:gd name="connsiteY0" fmla="*/ 14954 h 195658"/>
                  <a:gd name="connsiteX1" fmla="*/ 27364 w 387441"/>
                  <a:gd name="connsiteY1" fmla="*/ 27324 h 195658"/>
                  <a:gd name="connsiteX2" fmla="*/ 14950 w 387441"/>
                  <a:gd name="connsiteY2" fmla="*/ 58247 h 195658"/>
                  <a:gd name="connsiteX3" fmla="*/ 14950 w 387441"/>
                  <a:gd name="connsiteY3" fmla="*/ 137411 h 195658"/>
                  <a:gd name="connsiteX4" fmla="*/ 27364 w 387441"/>
                  <a:gd name="connsiteY4" fmla="*/ 168334 h 195658"/>
                  <a:gd name="connsiteX5" fmla="*/ 58401 w 387441"/>
                  <a:gd name="connsiteY5" fmla="*/ 180703 h 195658"/>
                  <a:gd name="connsiteX6" fmla="*/ 327795 w 387441"/>
                  <a:gd name="connsiteY6" fmla="*/ 180703 h 195658"/>
                  <a:gd name="connsiteX7" fmla="*/ 358832 w 387441"/>
                  <a:gd name="connsiteY7" fmla="*/ 168334 h 195658"/>
                  <a:gd name="connsiteX8" fmla="*/ 371246 w 387441"/>
                  <a:gd name="connsiteY8" fmla="*/ 137411 h 195658"/>
                  <a:gd name="connsiteX9" fmla="*/ 371246 w 387441"/>
                  <a:gd name="connsiteY9" fmla="*/ 58247 h 195658"/>
                  <a:gd name="connsiteX10" fmla="*/ 358832 w 387441"/>
                  <a:gd name="connsiteY10" fmla="*/ 27324 h 195658"/>
                  <a:gd name="connsiteX11" fmla="*/ 327795 w 387441"/>
                  <a:gd name="connsiteY11" fmla="*/ 14954 h 195658"/>
                  <a:gd name="connsiteX12" fmla="*/ 58365 w 387441"/>
                  <a:gd name="connsiteY12" fmla="*/ 0 h 195658"/>
                  <a:gd name="connsiteX13" fmla="*/ 327835 w 387441"/>
                  <a:gd name="connsiteY13" fmla="*/ 0 h 195658"/>
                  <a:gd name="connsiteX14" fmla="*/ 370056 w 387441"/>
                  <a:gd name="connsiteY14" fmla="*/ 16099 h 195658"/>
                  <a:gd name="connsiteX15" fmla="*/ 387441 w 387441"/>
                  <a:gd name="connsiteY15" fmla="*/ 58202 h 195658"/>
                  <a:gd name="connsiteX16" fmla="*/ 387441 w 387441"/>
                  <a:gd name="connsiteY16" fmla="*/ 137456 h 195658"/>
                  <a:gd name="connsiteX17" fmla="*/ 370056 w 387441"/>
                  <a:gd name="connsiteY17" fmla="*/ 179560 h 195658"/>
                  <a:gd name="connsiteX18" fmla="*/ 327835 w 387441"/>
                  <a:gd name="connsiteY18" fmla="*/ 195658 h 195658"/>
                  <a:gd name="connsiteX19" fmla="*/ 58365 w 387441"/>
                  <a:gd name="connsiteY19" fmla="*/ 195658 h 195658"/>
                  <a:gd name="connsiteX20" fmla="*/ 17385 w 387441"/>
                  <a:gd name="connsiteY20" fmla="*/ 179560 h 195658"/>
                  <a:gd name="connsiteX21" fmla="*/ 0 w 387441"/>
                  <a:gd name="connsiteY21" fmla="*/ 137456 h 195658"/>
                  <a:gd name="connsiteX22" fmla="*/ 0 w 387441"/>
                  <a:gd name="connsiteY22" fmla="*/ 58202 h 195658"/>
                  <a:gd name="connsiteX23" fmla="*/ 17385 w 387441"/>
                  <a:gd name="connsiteY23" fmla="*/ 16099 h 195658"/>
                  <a:gd name="connsiteX24" fmla="*/ 58365 w 387441"/>
                  <a:gd name="connsiteY24" fmla="*/ 0 h 1956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87441" h="195658">
                    <a:moveTo>
                      <a:pt x="58401" y="14954"/>
                    </a:moveTo>
                    <a:cubicBezTo>
                      <a:pt x="47228" y="14954"/>
                      <a:pt x="36055" y="19902"/>
                      <a:pt x="27364" y="27324"/>
                    </a:cubicBezTo>
                    <a:cubicBezTo>
                      <a:pt x="19916" y="35982"/>
                      <a:pt x="14950" y="47115"/>
                      <a:pt x="14950" y="58247"/>
                    </a:cubicBezTo>
                    <a:lnTo>
                      <a:pt x="14950" y="137411"/>
                    </a:lnTo>
                    <a:cubicBezTo>
                      <a:pt x="14950" y="148543"/>
                      <a:pt x="19916" y="159675"/>
                      <a:pt x="27364" y="168334"/>
                    </a:cubicBezTo>
                    <a:cubicBezTo>
                      <a:pt x="36055" y="175756"/>
                      <a:pt x="47228" y="180703"/>
                      <a:pt x="58401" y="180703"/>
                    </a:cubicBezTo>
                    <a:lnTo>
                      <a:pt x="327795" y="180703"/>
                    </a:lnTo>
                    <a:cubicBezTo>
                      <a:pt x="340210" y="180703"/>
                      <a:pt x="351383" y="175756"/>
                      <a:pt x="358832" y="168334"/>
                    </a:cubicBezTo>
                    <a:cubicBezTo>
                      <a:pt x="367522" y="159675"/>
                      <a:pt x="371246" y="148543"/>
                      <a:pt x="371246" y="137411"/>
                    </a:cubicBezTo>
                    <a:lnTo>
                      <a:pt x="371246" y="58247"/>
                    </a:lnTo>
                    <a:cubicBezTo>
                      <a:pt x="371246" y="47115"/>
                      <a:pt x="367522" y="35982"/>
                      <a:pt x="358832" y="27324"/>
                    </a:cubicBezTo>
                    <a:cubicBezTo>
                      <a:pt x="351383" y="19902"/>
                      <a:pt x="340210" y="14954"/>
                      <a:pt x="327795" y="14954"/>
                    </a:cubicBezTo>
                    <a:close/>
                    <a:moveTo>
                      <a:pt x="58365" y="0"/>
                    </a:moveTo>
                    <a:lnTo>
                      <a:pt x="327835" y="0"/>
                    </a:lnTo>
                    <a:cubicBezTo>
                      <a:pt x="343978" y="0"/>
                      <a:pt x="358880" y="6192"/>
                      <a:pt x="370056" y="16099"/>
                    </a:cubicBezTo>
                    <a:cubicBezTo>
                      <a:pt x="381232" y="27244"/>
                      <a:pt x="387441" y="42104"/>
                      <a:pt x="387441" y="58202"/>
                    </a:cubicBezTo>
                    <a:lnTo>
                      <a:pt x="387441" y="137456"/>
                    </a:lnTo>
                    <a:cubicBezTo>
                      <a:pt x="387441" y="153555"/>
                      <a:pt x="381232" y="168415"/>
                      <a:pt x="370056" y="179560"/>
                    </a:cubicBezTo>
                    <a:cubicBezTo>
                      <a:pt x="358880" y="189467"/>
                      <a:pt x="343978" y="195658"/>
                      <a:pt x="327835" y="195658"/>
                    </a:cubicBezTo>
                    <a:lnTo>
                      <a:pt x="58365" y="195658"/>
                    </a:lnTo>
                    <a:cubicBezTo>
                      <a:pt x="42221" y="195658"/>
                      <a:pt x="27320" y="189467"/>
                      <a:pt x="17385" y="179560"/>
                    </a:cubicBezTo>
                    <a:cubicBezTo>
                      <a:pt x="6209" y="168415"/>
                      <a:pt x="0" y="153555"/>
                      <a:pt x="0" y="137456"/>
                    </a:cubicBezTo>
                    <a:lnTo>
                      <a:pt x="0" y="58202"/>
                    </a:lnTo>
                    <a:cubicBezTo>
                      <a:pt x="0" y="42104"/>
                      <a:pt x="6209" y="27244"/>
                      <a:pt x="17385" y="16099"/>
                    </a:cubicBezTo>
                    <a:cubicBezTo>
                      <a:pt x="27320" y="6192"/>
                      <a:pt x="42221" y="0"/>
                      <a:pt x="5836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0" name="Freeform 189">
                <a:extLst>
                  <a:ext uri="{FF2B5EF4-FFF2-40B4-BE49-F238E27FC236}">
                    <a16:creationId xmlns:a16="http://schemas.microsoft.com/office/drawing/2014/main" id="{7BCDF444-46E3-0A49-A0CF-EB8F5C67A108}"/>
                  </a:ext>
                </a:extLst>
              </p:cNvPr>
              <p:cNvSpPr/>
              <p:nvPr/>
            </p:nvSpPr>
            <p:spPr>
              <a:xfrm>
                <a:off x="15576137" y="6116494"/>
                <a:ext cx="830943" cy="56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8" h="46">
                    <a:moveTo>
                      <a:pt x="645" y="46"/>
                    </a:moveTo>
                    <a:lnTo>
                      <a:pt x="23" y="46"/>
                    </a:lnTo>
                    <a:cubicBezTo>
                      <a:pt x="10" y="46"/>
                      <a:pt x="0" y="36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lnTo>
                      <a:pt x="645" y="0"/>
                    </a:lnTo>
                    <a:cubicBezTo>
                      <a:pt x="658" y="0"/>
                      <a:pt x="668" y="10"/>
                      <a:pt x="668" y="23"/>
                    </a:cubicBezTo>
                    <a:cubicBezTo>
                      <a:pt x="668" y="36"/>
                      <a:pt x="658" y="46"/>
                      <a:pt x="645" y="46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0" name="Freeform 439">
                <a:extLst>
                  <a:ext uri="{FF2B5EF4-FFF2-40B4-BE49-F238E27FC236}">
                    <a16:creationId xmlns:a16="http://schemas.microsoft.com/office/drawing/2014/main" id="{77E704CE-E886-054D-BA75-308D9B6564D3}"/>
                  </a:ext>
                </a:extLst>
              </p:cNvPr>
              <p:cNvSpPr/>
              <p:nvPr/>
            </p:nvSpPr>
            <p:spPr>
              <a:xfrm>
                <a:off x="15567417" y="6109016"/>
                <a:ext cx="847138" cy="71035"/>
              </a:xfrm>
              <a:custGeom>
                <a:avLst/>
                <a:gdLst>
                  <a:gd name="connsiteX0" fmla="*/ 37339 w 847138"/>
                  <a:gd name="connsiteY0" fmla="*/ 14955 h 71035"/>
                  <a:gd name="connsiteX1" fmla="*/ 14949 w 847138"/>
                  <a:gd name="connsiteY1" fmla="*/ 35536 h 71035"/>
                  <a:gd name="connsiteX2" fmla="*/ 37339 w 847138"/>
                  <a:gd name="connsiteY2" fmla="*/ 57327 h 71035"/>
                  <a:gd name="connsiteX3" fmla="*/ 811042 w 847138"/>
                  <a:gd name="connsiteY3" fmla="*/ 57327 h 71035"/>
                  <a:gd name="connsiteX4" fmla="*/ 832188 w 847138"/>
                  <a:gd name="connsiteY4" fmla="*/ 35536 h 71035"/>
                  <a:gd name="connsiteX5" fmla="*/ 811042 w 847138"/>
                  <a:gd name="connsiteY5" fmla="*/ 14955 h 71035"/>
                  <a:gd name="connsiteX6" fmla="*/ 37319 w 847138"/>
                  <a:gd name="connsiteY6" fmla="*/ 0 h 71035"/>
                  <a:gd name="connsiteX7" fmla="*/ 811063 w 847138"/>
                  <a:gd name="connsiteY7" fmla="*/ 0 h 71035"/>
                  <a:gd name="connsiteX8" fmla="*/ 847138 w 847138"/>
                  <a:gd name="connsiteY8" fmla="*/ 35518 h 71035"/>
                  <a:gd name="connsiteX9" fmla="*/ 811063 w 847138"/>
                  <a:gd name="connsiteY9" fmla="*/ 71035 h 71035"/>
                  <a:gd name="connsiteX10" fmla="*/ 37319 w 847138"/>
                  <a:gd name="connsiteY10" fmla="*/ 71035 h 71035"/>
                  <a:gd name="connsiteX11" fmla="*/ 0 w 847138"/>
                  <a:gd name="connsiteY11" fmla="*/ 35518 h 71035"/>
                  <a:gd name="connsiteX12" fmla="*/ 37319 w 847138"/>
                  <a:gd name="connsiteY12" fmla="*/ 0 h 71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47138" h="71035">
                    <a:moveTo>
                      <a:pt x="37339" y="14955"/>
                    </a:moveTo>
                    <a:cubicBezTo>
                      <a:pt x="24900" y="14955"/>
                      <a:pt x="14949" y="24640"/>
                      <a:pt x="14949" y="35536"/>
                    </a:cubicBezTo>
                    <a:cubicBezTo>
                      <a:pt x="14949" y="47642"/>
                      <a:pt x="24900" y="57327"/>
                      <a:pt x="37339" y="57327"/>
                    </a:cubicBezTo>
                    <a:lnTo>
                      <a:pt x="811042" y="57327"/>
                    </a:lnTo>
                    <a:cubicBezTo>
                      <a:pt x="823481" y="57327"/>
                      <a:pt x="832188" y="47642"/>
                      <a:pt x="832188" y="35536"/>
                    </a:cubicBezTo>
                    <a:cubicBezTo>
                      <a:pt x="832188" y="24640"/>
                      <a:pt x="823481" y="14955"/>
                      <a:pt x="811042" y="14955"/>
                    </a:cubicBezTo>
                    <a:close/>
                    <a:moveTo>
                      <a:pt x="37319" y="0"/>
                    </a:moveTo>
                    <a:lnTo>
                      <a:pt x="811063" y="0"/>
                    </a:lnTo>
                    <a:cubicBezTo>
                      <a:pt x="830967" y="0"/>
                      <a:pt x="847138" y="15922"/>
                      <a:pt x="847138" y="35518"/>
                    </a:cubicBezTo>
                    <a:cubicBezTo>
                      <a:pt x="847138" y="56338"/>
                      <a:pt x="830967" y="71035"/>
                      <a:pt x="811063" y="71035"/>
                    </a:cubicBezTo>
                    <a:lnTo>
                      <a:pt x="37319" y="71035"/>
                    </a:lnTo>
                    <a:cubicBezTo>
                      <a:pt x="16172" y="71035"/>
                      <a:pt x="0" y="56338"/>
                      <a:pt x="0" y="35518"/>
                    </a:cubicBezTo>
                    <a:cubicBezTo>
                      <a:pt x="0" y="15922"/>
                      <a:pt x="16172" y="0"/>
                      <a:pt x="373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1" name="Freeform 440">
                <a:extLst>
                  <a:ext uri="{FF2B5EF4-FFF2-40B4-BE49-F238E27FC236}">
                    <a16:creationId xmlns:a16="http://schemas.microsoft.com/office/drawing/2014/main" id="{D7D732BD-67DF-A647-AC60-6DE05EC35D1C}"/>
                  </a:ext>
                </a:extLst>
              </p:cNvPr>
              <p:cNvSpPr/>
              <p:nvPr/>
            </p:nvSpPr>
            <p:spPr>
              <a:xfrm>
                <a:off x="15567417" y="6343307"/>
                <a:ext cx="847138" cy="72281"/>
              </a:xfrm>
              <a:custGeom>
                <a:avLst/>
                <a:gdLst>
                  <a:gd name="connsiteX0" fmla="*/ 37339 w 847138"/>
                  <a:gd name="connsiteY0" fmla="*/ 14955 h 72281"/>
                  <a:gd name="connsiteX1" fmla="*/ 14949 w 847138"/>
                  <a:gd name="connsiteY1" fmla="*/ 35536 h 72281"/>
                  <a:gd name="connsiteX2" fmla="*/ 37339 w 847138"/>
                  <a:gd name="connsiteY2" fmla="*/ 57327 h 72281"/>
                  <a:gd name="connsiteX3" fmla="*/ 811042 w 847138"/>
                  <a:gd name="connsiteY3" fmla="*/ 57327 h 72281"/>
                  <a:gd name="connsiteX4" fmla="*/ 832188 w 847138"/>
                  <a:gd name="connsiteY4" fmla="*/ 35536 h 72281"/>
                  <a:gd name="connsiteX5" fmla="*/ 811042 w 847138"/>
                  <a:gd name="connsiteY5" fmla="*/ 14955 h 72281"/>
                  <a:gd name="connsiteX6" fmla="*/ 37319 w 847138"/>
                  <a:gd name="connsiteY6" fmla="*/ 0 h 72281"/>
                  <a:gd name="connsiteX7" fmla="*/ 811063 w 847138"/>
                  <a:gd name="connsiteY7" fmla="*/ 0 h 72281"/>
                  <a:gd name="connsiteX8" fmla="*/ 847138 w 847138"/>
                  <a:gd name="connsiteY8" fmla="*/ 35528 h 72281"/>
                  <a:gd name="connsiteX9" fmla="*/ 811063 w 847138"/>
                  <a:gd name="connsiteY9" fmla="*/ 72281 h 72281"/>
                  <a:gd name="connsiteX10" fmla="*/ 37319 w 847138"/>
                  <a:gd name="connsiteY10" fmla="*/ 72281 h 72281"/>
                  <a:gd name="connsiteX11" fmla="*/ 0 w 847138"/>
                  <a:gd name="connsiteY11" fmla="*/ 35528 h 72281"/>
                  <a:gd name="connsiteX12" fmla="*/ 37319 w 847138"/>
                  <a:gd name="connsiteY12" fmla="*/ 0 h 72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47138" h="72281">
                    <a:moveTo>
                      <a:pt x="37339" y="14955"/>
                    </a:moveTo>
                    <a:cubicBezTo>
                      <a:pt x="24900" y="14955"/>
                      <a:pt x="14949" y="24640"/>
                      <a:pt x="14949" y="35536"/>
                    </a:cubicBezTo>
                    <a:cubicBezTo>
                      <a:pt x="14949" y="47642"/>
                      <a:pt x="24900" y="57327"/>
                      <a:pt x="37339" y="57327"/>
                    </a:cubicBezTo>
                    <a:lnTo>
                      <a:pt x="811042" y="57327"/>
                    </a:lnTo>
                    <a:cubicBezTo>
                      <a:pt x="823481" y="57327"/>
                      <a:pt x="832188" y="47642"/>
                      <a:pt x="832188" y="35536"/>
                    </a:cubicBezTo>
                    <a:cubicBezTo>
                      <a:pt x="832188" y="24640"/>
                      <a:pt x="823481" y="14955"/>
                      <a:pt x="811042" y="14955"/>
                    </a:cubicBezTo>
                    <a:close/>
                    <a:moveTo>
                      <a:pt x="37319" y="0"/>
                    </a:moveTo>
                    <a:lnTo>
                      <a:pt x="811063" y="0"/>
                    </a:lnTo>
                    <a:cubicBezTo>
                      <a:pt x="830967" y="0"/>
                      <a:pt x="847138" y="17152"/>
                      <a:pt x="847138" y="35528"/>
                    </a:cubicBezTo>
                    <a:cubicBezTo>
                      <a:pt x="847138" y="56355"/>
                      <a:pt x="830967" y="72281"/>
                      <a:pt x="811063" y="72281"/>
                    </a:cubicBezTo>
                    <a:lnTo>
                      <a:pt x="37319" y="72281"/>
                    </a:lnTo>
                    <a:cubicBezTo>
                      <a:pt x="16172" y="72281"/>
                      <a:pt x="0" y="56355"/>
                      <a:pt x="0" y="35528"/>
                    </a:cubicBezTo>
                    <a:cubicBezTo>
                      <a:pt x="0" y="17152"/>
                      <a:pt x="16172" y="0"/>
                      <a:pt x="373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5" name="Freeform 194">
                <a:extLst>
                  <a:ext uri="{FF2B5EF4-FFF2-40B4-BE49-F238E27FC236}">
                    <a16:creationId xmlns:a16="http://schemas.microsoft.com/office/drawing/2014/main" id="{3553546A-24E5-6E40-99B3-9FEA2331C1F7}"/>
                  </a:ext>
                </a:extLst>
              </p:cNvPr>
              <p:cNvSpPr/>
              <p:nvPr/>
            </p:nvSpPr>
            <p:spPr>
              <a:xfrm>
                <a:off x="15567417" y="6577598"/>
                <a:ext cx="847138" cy="7228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81" h="59">
                    <a:moveTo>
                      <a:pt x="652" y="0"/>
                    </a:moveTo>
                    <a:lnTo>
                      <a:pt x="30" y="0"/>
                    </a:lnTo>
                    <a:cubicBezTo>
                      <a:pt x="13" y="0"/>
                      <a:pt x="0" y="14"/>
                      <a:pt x="0" y="30"/>
                    </a:cubicBezTo>
                    <a:cubicBezTo>
                      <a:pt x="0" y="46"/>
                      <a:pt x="13" y="59"/>
                      <a:pt x="30" y="59"/>
                    </a:cubicBezTo>
                    <a:lnTo>
                      <a:pt x="652" y="59"/>
                    </a:lnTo>
                    <a:cubicBezTo>
                      <a:pt x="668" y="59"/>
                      <a:pt x="681" y="46"/>
                      <a:pt x="681" y="30"/>
                    </a:cubicBezTo>
                    <a:cubicBezTo>
                      <a:pt x="681" y="14"/>
                      <a:pt x="668" y="0"/>
                      <a:pt x="6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E80F3E5A-2928-8D40-AF16-E3F81B1C88CD}"/>
                  </a:ext>
                </a:extLst>
              </p:cNvPr>
              <p:cNvSpPr/>
              <p:nvPr/>
            </p:nvSpPr>
            <p:spPr>
              <a:xfrm>
                <a:off x="15578629" y="5782504"/>
                <a:ext cx="372492" cy="1807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0" h="146">
                    <a:moveTo>
                      <a:pt x="259" y="0"/>
                    </a:moveTo>
                    <a:lnTo>
                      <a:pt x="150" y="0"/>
                    </a:lnTo>
                    <a:lnTo>
                      <a:pt x="41" y="0"/>
                    </a:lnTo>
                    <a:cubicBezTo>
                      <a:pt x="29" y="0"/>
                      <a:pt x="19" y="4"/>
                      <a:pt x="12" y="11"/>
                    </a:cubicBezTo>
                    <a:cubicBezTo>
                      <a:pt x="4" y="19"/>
                      <a:pt x="0" y="29"/>
                      <a:pt x="0" y="41"/>
                    </a:cubicBezTo>
                    <a:lnTo>
                      <a:pt x="0" y="73"/>
                    </a:lnTo>
                    <a:lnTo>
                      <a:pt x="0" y="105"/>
                    </a:lnTo>
                    <a:cubicBezTo>
                      <a:pt x="0" y="117"/>
                      <a:pt x="4" y="126"/>
                      <a:pt x="12" y="134"/>
                    </a:cubicBezTo>
                    <a:cubicBezTo>
                      <a:pt x="19" y="142"/>
                      <a:pt x="29" y="146"/>
                      <a:pt x="41" y="146"/>
                    </a:cubicBezTo>
                    <a:lnTo>
                      <a:pt x="150" y="146"/>
                    </a:lnTo>
                    <a:lnTo>
                      <a:pt x="259" y="146"/>
                    </a:lnTo>
                    <a:cubicBezTo>
                      <a:pt x="270" y="146"/>
                      <a:pt x="280" y="142"/>
                      <a:pt x="287" y="134"/>
                    </a:cubicBezTo>
                    <a:cubicBezTo>
                      <a:pt x="295" y="126"/>
                      <a:pt x="300" y="117"/>
                      <a:pt x="300" y="105"/>
                    </a:cubicBezTo>
                    <a:lnTo>
                      <a:pt x="300" y="73"/>
                    </a:lnTo>
                    <a:lnTo>
                      <a:pt x="300" y="41"/>
                    </a:lnTo>
                    <a:cubicBezTo>
                      <a:pt x="300" y="29"/>
                      <a:pt x="295" y="19"/>
                      <a:pt x="287" y="11"/>
                    </a:cubicBezTo>
                    <a:cubicBezTo>
                      <a:pt x="280" y="4"/>
                      <a:pt x="270" y="0"/>
                      <a:pt x="259" y="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EC874B6D-2DF1-4D40-B871-11B9D4AD9BCF}"/>
                  </a:ext>
                </a:extLst>
              </p:cNvPr>
              <p:cNvSpPr/>
              <p:nvPr/>
            </p:nvSpPr>
            <p:spPr>
              <a:xfrm>
                <a:off x="16032097" y="5782504"/>
                <a:ext cx="372492" cy="1807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0" h="146">
                    <a:moveTo>
                      <a:pt x="0" y="41"/>
                    </a:moveTo>
                    <a:lnTo>
                      <a:pt x="0" y="73"/>
                    </a:lnTo>
                    <a:lnTo>
                      <a:pt x="0" y="105"/>
                    </a:lnTo>
                    <a:cubicBezTo>
                      <a:pt x="0" y="117"/>
                      <a:pt x="5" y="126"/>
                      <a:pt x="12" y="134"/>
                    </a:cubicBezTo>
                    <a:cubicBezTo>
                      <a:pt x="20" y="142"/>
                      <a:pt x="30" y="146"/>
                      <a:pt x="41" y="146"/>
                    </a:cubicBezTo>
                    <a:lnTo>
                      <a:pt x="150" y="146"/>
                    </a:lnTo>
                    <a:lnTo>
                      <a:pt x="258" y="146"/>
                    </a:lnTo>
                    <a:cubicBezTo>
                      <a:pt x="270" y="146"/>
                      <a:pt x="280" y="142"/>
                      <a:pt x="288" y="134"/>
                    </a:cubicBezTo>
                    <a:cubicBezTo>
                      <a:pt x="295" y="126"/>
                      <a:pt x="300" y="117"/>
                      <a:pt x="300" y="105"/>
                    </a:cubicBezTo>
                    <a:lnTo>
                      <a:pt x="300" y="73"/>
                    </a:lnTo>
                    <a:lnTo>
                      <a:pt x="300" y="41"/>
                    </a:lnTo>
                    <a:cubicBezTo>
                      <a:pt x="300" y="29"/>
                      <a:pt x="295" y="19"/>
                      <a:pt x="288" y="11"/>
                    </a:cubicBezTo>
                    <a:cubicBezTo>
                      <a:pt x="280" y="4"/>
                      <a:pt x="270" y="0"/>
                      <a:pt x="258" y="0"/>
                    </a:cubicBezTo>
                    <a:lnTo>
                      <a:pt x="150" y="0"/>
                    </a:lnTo>
                    <a:lnTo>
                      <a:pt x="41" y="0"/>
                    </a:lnTo>
                    <a:cubicBezTo>
                      <a:pt x="30" y="0"/>
                      <a:pt x="20" y="4"/>
                      <a:pt x="12" y="11"/>
                    </a:cubicBezTo>
                    <a:cubicBezTo>
                      <a:pt x="5" y="19"/>
                      <a:pt x="0" y="29"/>
                      <a:pt x="0" y="41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DB0E180-3203-1740-AE39-845D69D545F2}"/>
                </a:ext>
              </a:extLst>
            </p:cNvPr>
            <p:cNvGrpSpPr/>
            <p:nvPr/>
          </p:nvGrpSpPr>
          <p:grpSpPr>
            <a:xfrm>
              <a:off x="17545733" y="8036933"/>
              <a:ext cx="5162558" cy="3166669"/>
              <a:chOff x="17545733" y="8036933"/>
              <a:chExt cx="5162558" cy="3166669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7D685D2B-2A4B-E141-A7A0-D4FCF2630F13}"/>
                  </a:ext>
                </a:extLst>
              </p:cNvPr>
              <p:cNvSpPr/>
              <p:nvPr/>
            </p:nvSpPr>
            <p:spPr>
              <a:xfrm>
                <a:off x="17553209" y="8044410"/>
                <a:ext cx="5147608" cy="31517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33" h="2530">
                    <a:moveTo>
                      <a:pt x="1604" y="149"/>
                    </a:moveTo>
                    <a:lnTo>
                      <a:pt x="1604" y="510"/>
                    </a:lnTo>
                    <a:lnTo>
                      <a:pt x="1604" y="871"/>
                    </a:lnTo>
                    <a:lnTo>
                      <a:pt x="876" y="871"/>
                    </a:lnTo>
                    <a:lnTo>
                      <a:pt x="148" y="871"/>
                    </a:lnTo>
                    <a:cubicBezTo>
                      <a:pt x="107" y="871"/>
                      <a:pt x="70" y="887"/>
                      <a:pt x="43" y="914"/>
                    </a:cubicBezTo>
                    <a:cubicBezTo>
                      <a:pt x="16" y="941"/>
                      <a:pt x="0" y="977"/>
                      <a:pt x="0" y="1018"/>
                    </a:cubicBezTo>
                    <a:lnTo>
                      <a:pt x="0" y="1774"/>
                    </a:lnTo>
                    <a:lnTo>
                      <a:pt x="0" y="2530"/>
                    </a:lnTo>
                    <a:lnTo>
                      <a:pt x="801" y="2530"/>
                    </a:lnTo>
                    <a:lnTo>
                      <a:pt x="1604" y="2530"/>
                    </a:lnTo>
                    <a:lnTo>
                      <a:pt x="2869" y="2530"/>
                    </a:lnTo>
                    <a:lnTo>
                      <a:pt x="4133" y="2530"/>
                    </a:lnTo>
                    <a:lnTo>
                      <a:pt x="4133" y="1700"/>
                    </a:lnTo>
                    <a:lnTo>
                      <a:pt x="4133" y="871"/>
                    </a:lnTo>
                    <a:lnTo>
                      <a:pt x="4133" y="510"/>
                    </a:lnTo>
                    <a:lnTo>
                      <a:pt x="4133" y="149"/>
                    </a:lnTo>
                    <a:cubicBezTo>
                      <a:pt x="4133" y="108"/>
                      <a:pt x="4117" y="71"/>
                      <a:pt x="4090" y="44"/>
                    </a:cubicBezTo>
                    <a:cubicBezTo>
                      <a:pt x="4063" y="17"/>
                      <a:pt x="4026" y="0"/>
                      <a:pt x="3985" y="0"/>
                    </a:cubicBezTo>
                    <a:lnTo>
                      <a:pt x="2869" y="0"/>
                    </a:lnTo>
                    <a:lnTo>
                      <a:pt x="1752" y="0"/>
                    </a:lnTo>
                    <a:cubicBezTo>
                      <a:pt x="1711" y="0"/>
                      <a:pt x="1674" y="17"/>
                      <a:pt x="1647" y="44"/>
                    </a:cubicBezTo>
                    <a:cubicBezTo>
                      <a:pt x="1620" y="71"/>
                      <a:pt x="1604" y="108"/>
                      <a:pt x="1604" y="14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2" name="Freeform 441">
                <a:extLst>
                  <a:ext uri="{FF2B5EF4-FFF2-40B4-BE49-F238E27FC236}">
                    <a16:creationId xmlns:a16="http://schemas.microsoft.com/office/drawing/2014/main" id="{AD454BA9-449E-8044-AB5B-C7D401F71C2C}"/>
                  </a:ext>
                </a:extLst>
              </p:cNvPr>
              <p:cNvSpPr/>
              <p:nvPr/>
            </p:nvSpPr>
            <p:spPr>
              <a:xfrm>
                <a:off x="17545733" y="8036933"/>
                <a:ext cx="5162558" cy="3166669"/>
              </a:xfrm>
              <a:custGeom>
                <a:avLst/>
                <a:gdLst>
                  <a:gd name="connsiteX0" fmla="*/ 2189574 w 5162558"/>
                  <a:gd name="connsiteY0" fmla="*/ 14955 h 3166669"/>
                  <a:gd name="connsiteX1" fmla="*/ 2065024 w 5162558"/>
                  <a:gd name="connsiteY1" fmla="*/ 67276 h 3166669"/>
                  <a:gd name="connsiteX2" fmla="*/ 2012714 w 5162558"/>
                  <a:gd name="connsiteY2" fmla="*/ 193095 h 3166669"/>
                  <a:gd name="connsiteX3" fmla="*/ 2012714 w 5162558"/>
                  <a:gd name="connsiteY3" fmla="*/ 1099989 h 3166669"/>
                  <a:gd name="connsiteX4" fmla="*/ 191810 w 5162558"/>
                  <a:gd name="connsiteY4" fmla="*/ 1099989 h 3166669"/>
                  <a:gd name="connsiteX5" fmla="*/ 66016 w 5162558"/>
                  <a:gd name="connsiteY5" fmla="*/ 1151063 h 3166669"/>
                  <a:gd name="connsiteX6" fmla="*/ 14950 w 5162558"/>
                  <a:gd name="connsiteY6" fmla="*/ 1275637 h 3166669"/>
                  <a:gd name="connsiteX7" fmla="*/ 14950 w 5162558"/>
                  <a:gd name="connsiteY7" fmla="*/ 3150465 h 3166669"/>
                  <a:gd name="connsiteX8" fmla="*/ 5147608 w 5162558"/>
                  <a:gd name="connsiteY8" fmla="*/ 3150465 h 3166669"/>
                  <a:gd name="connsiteX9" fmla="*/ 5147608 w 5162558"/>
                  <a:gd name="connsiteY9" fmla="*/ 193095 h 3166669"/>
                  <a:gd name="connsiteX10" fmla="*/ 5096542 w 5162558"/>
                  <a:gd name="connsiteY10" fmla="*/ 67276 h 3166669"/>
                  <a:gd name="connsiteX11" fmla="*/ 4970748 w 5162558"/>
                  <a:gd name="connsiteY11" fmla="*/ 14955 h 3166669"/>
                  <a:gd name="connsiteX12" fmla="*/ 2189572 w 5162558"/>
                  <a:gd name="connsiteY12" fmla="*/ 0 h 3166669"/>
                  <a:gd name="connsiteX13" fmla="*/ 4970752 w 5162558"/>
                  <a:gd name="connsiteY13" fmla="*/ 0 h 3166669"/>
                  <a:gd name="connsiteX14" fmla="*/ 5106510 w 5162558"/>
                  <a:gd name="connsiteY14" fmla="*/ 56059 h 3166669"/>
                  <a:gd name="connsiteX15" fmla="*/ 5162558 w 5162558"/>
                  <a:gd name="connsiteY15" fmla="*/ 193090 h 3166669"/>
                  <a:gd name="connsiteX16" fmla="*/ 5162558 w 5162558"/>
                  <a:gd name="connsiteY16" fmla="*/ 3166669 h 3166669"/>
                  <a:gd name="connsiteX17" fmla="*/ 0 w 5162558"/>
                  <a:gd name="connsiteY17" fmla="*/ 3166669 h 3166669"/>
                  <a:gd name="connsiteX18" fmla="*/ 0 w 5162558"/>
                  <a:gd name="connsiteY18" fmla="*/ 1275637 h 3166669"/>
                  <a:gd name="connsiteX19" fmla="*/ 56048 w 5162558"/>
                  <a:gd name="connsiteY19" fmla="*/ 1141097 h 3166669"/>
                  <a:gd name="connsiteX20" fmla="*/ 191806 w 5162558"/>
                  <a:gd name="connsiteY20" fmla="*/ 1083793 h 3166669"/>
                  <a:gd name="connsiteX21" fmla="*/ 1996520 w 5162558"/>
                  <a:gd name="connsiteY21" fmla="*/ 1083793 h 3166669"/>
                  <a:gd name="connsiteX22" fmla="*/ 1996520 w 5162558"/>
                  <a:gd name="connsiteY22" fmla="*/ 193090 h 3166669"/>
                  <a:gd name="connsiteX23" fmla="*/ 2053814 w 5162558"/>
                  <a:gd name="connsiteY23" fmla="*/ 56059 h 3166669"/>
                  <a:gd name="connsiteX24" fmla="*/ 2189572 w 5162558"/>
                  <a:gd name="connsiteY24" fmla="*/ 0 h 316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5162558" h="3166669">
                    <a:moveTo>
                      <a:pt x="2189574" y="14955"/>
                    </a:moveTo>
                    <a:cubicBezTo>
                      <a:pt x="2142244" y="14955"/>
                      <a:pt x="2097406" y="33641"/>
                      <a:pt x="2065024" y="67276"/>
                    </a:cubicBezTo>
                    <a:cubicBezTo>
                      <a:pt x="2031396" y="100911"/>
                      <a:pt x="2012714" y="145757"/>
                      <a:pt x="2012714" y="193095"/>
                    </a:cubicBezTo>
                    <a:lnTo>
                      <a:pt x="2012714" y="1099989"/>
                    </a:lnTo>
                    <a:lnTo>
                      <a:pt x="191810" y="1099989"/>
                    </a:lnTo>
                    <a:cubicBezTo>
                      <a:pt x="144480" y="1099989"/>
                      <a:pt x="99644" y="1117429"/>
                      <a:pt x="66016" y="1151063"/>
                    </a:cubicBezTo>
                    <a:cubicBezTo>
                      <a:pt x="32386" y="1184698"/>
                      <a:pt x="14950" y="1229545"/>
                      <a:pt x="14950" y="1275637"/>
                    </a:cubicBezTo>
                    <a:lnTo>
                      <a:pt x="14950" y="3150465"/>
                    </a:lnTo>
                    <a:lnTo>
                      <a:pt x="5147608" y="3150465"/>
                    </a:lnTo>
                    <a:lnTo>
                      <a:pt x="5147608" y="193095"/>
                    </a:lnTo>
                    <a:cubicBezTo>
                      <a:pt x="5147608" y="145757"/>
                      <a:pt x="5128926" y="100911"/>
                      <a:pt x="5096542" y="67276"/>
                    </a:cubicBezTo>
                    <a:cubicBezTo>
                      <a:pt x="5062914" y="33641"/>
                      <a:pt x="5018078" y="14955"/>
                      <a:pt x="4970748" y="14955"/>
                    </a:cubicBezTo>
                    <a:close/>
                    <a:moveTo>
                      <a:pt x="2189572" y="0"/>
                    </a:moveTo>
                    <a:lnTo>
                      <a:pt x="4970752" y="0"/>
                    </a:lnTo>
                    <a:cubicBezTo>
                      <a:pt x="5021816" y="0"/>
                      <a:pt x="5070390" y="19932"/>
                      <a:pt x="5106510" y="56059"/>
                    </a:cubicBezTo>
                    <a:cubicBezTo>
                      <a:pt x="5142630" y="93431"/>
                      <a:pt x="5162558" y="140769"/>
                      <a:pt x="5162558" y="193090"/>
                    </a:cubicBezTo>
                    <a:lnTo>
                      <a:pt x="5162558" y="3166669"/>
                    </a:lnTo>
                    <a:lnTo>
                      <a:pt x="0" y="3166669"/>
                    </a:lnTo>
                    <a:lnTo>
                      <a:pt x="0" y="1275637"/>
                    </a:lnTo>
                    <a:cubicBezTo>
                      <a:pt x="0" y="1224562"/>
                      <a:pt x="18682" y="1175978"/>
                      <a:pt x="56048" y="1141097"/>
                    </a:cubicBezTo>
                    <a:cubicBezTo>
                      <a:pt x="92166" y="1103725"/>
                      <a:pt x="140740" y="1083793"/>
                      <a:pt x="191806" y="1083793"/>
                    </a:cubicBezTo>
                    <a:lnTo>
                      <a:pt x="1996520" y="1083793"/>
                    </a:lnTo>
                    <a:lnTo>
                      <a:pt x="1996520" y="193090"/>
                    </a:lnTo>
                    <a:cubicBezTo>
                      <a:pt x="1996520" y="140769"/>
                      <a:pt x="2016448" y="93431"/>
                      <a:pt x="2053814" y="56059"/>
                    </a:cubicBezTo>
                    <a:cubicBezTo>
                      <a:pt x="2089932" y="19932"/>
                      <a:pt x="2138506" y="0"/>
                      <a:pt x="21895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6A3F4334-EAAB-244B-B17F-79BD168177C8}"/>
                </a:ext>
              </a:extLst>
            </p:cNvPr>
            <p:cNvGrpSpPr/>
            <p:nvPr/>
          </p:nvGrpSpPr>
          <p:grpSpPr>
            <a:xfrm>
              <a:off x="17229146" y="5060934"/>
              <a:ext cx="2136749" cy="4076420"/>
              <a:chOff x="17229146" y="5060934"/>
              <a:chExt cx="2136749" cy="4076420"/>
            </a:xfrm>
          </p:grpSpPr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6D45F6E3-B37A-8040-BCBA-49912353F68C}"/>
                  </a:ext>
                </a:extLst>
              </p:cNvPr>
              <p:cNvSpPr/>
              <p:nvPr/>
            </p:nvSpPr>
            <p:spPr>
              <a:xfrm>
                <a:off x="17236778" y="5839831"/>
                <a:ext cx="955522" cy="81129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68" h="652">
                    <a:moveTo>
                      <a:pt x="597" y="315"/>
                    </a:moveTo>
                    <a:cubicBezTo>
                      <a:pt x="544" y="383"/>
                      <a:pt x="517" y="418"/>
                      <a:pt x="517" y="418"/>
                    </a:cubicBezTo>
                    <a:lnTo>
                      <a:pt x="255" y="237"/>
                    </a:lnTo>
                    <a:cubicBezTo>
                      <a:pt x="255" y="237"/>
                      <a:pt x="256" y="146"/>
                      <a:pt x="229" y="125"/>
                    </a:cubicBezTo>
                    <a:cubicBezTo>
                      <a:pt x="208" y="109"/>
                      <a:pt x="138" y="93"/>
                      <a:pt x="138" y="93"/>
                    </a:cubicBezTo>
                    <a:cubicBezTo>
                      <a:pt x="138" y="93"/>
                      <a:pt x="28" y="-18"/>
                      <a:pt x="4" y="2"/>
                    </a:cubicBezTo>
                    <a:cubicBezTo>
                      <a:pt x="-21" y="21"/>
                      <a:pt x="67" y="123"/>
                      <a:pt x="67" y="123"/>
                    </a:cubicBezTo>
                    <a:cubicBezTo>
                      <a:pt x="67" y="123"/>
                      <a:pt x="33" y="142"/>
                      <a:pt x="42" y="176"/>
                    </a:cubicBezTo>
                    <a:cubicBezTo>
                      <a:pt x="42" y="176"/>
                      <a:pt x="7" y="186"/>
                      <a:pt x="21" y="221"/>
                    </a:cubicBezTo>
                    <a:cubicBezTo>
                      <a:pt x="21" y="221"/>
                      <a:pt x="-15" y="237"/>
                      <a:pt x="9" y="276"/>
                    </a:cubicBezTo>
                    <a:cubicBezTo>
                      <a:pt x="34" y="314"/>
                      <a:pt x="81" y="351"/>
                      <a:pt x="139" y="350"/>
                    </a:cubicBezTo>
                    <a:cubicBezTo>
                      <a:pt x="139" y="350"/>
                      <a:pt x="398" y="652"/>
                      <a:pt x="528" y="652"/>
                    </a:cubicBezTo>
                    <a:cubicBezTo>
                      <a:pt x="626" y="652"/>
                      <a:pt x="726" y="563"/>
                      <a:pt x="768" y="521"/>
                    </a:cubicBezTo>
                    <a:cubicBezTo>
                      <a:pt x="688" y="446"/>
                      <a:pt x="623" y="355"/>
                      <a:pt x="597" y="31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3" name="Freeform 442">
                <a:extLst>
                  <a:ext uri="{FF2B5EF4-FFF2-40B4-BE49-F238E27FC236}">
                    <a16:creationId xmlns:a16="http://schemas.microsoft.com/office/drawing/2014/main" id="{D83373A4-7D0E-C042-8947-0C81B04A099D}"/>
                  </a:ext>
                </a:extLst>
              </p:cNvPr>
              <p:cNvSpPr/>
              <p:nvPr/>
            </p:nvSpPr>
            <p:spPr>
              <a:xfrm>
                <a:off x="17229146" y="5831894"/>
                <a:ext cx="970630" cy="826706"/>
              </a:xfrm>
              <a:custGeom>
                <a:avLst/>
                <a:gdLst>
                  <a:gd name="connsiteX0" fmla="*/ 17596 w 970630"/>
                  <a:gd name="connsiteY0" fmla="*/ 15413 h 826706"/>
                  <a:gd name="connsiteX1" fmla="*/ 15106 w 970630"/>
                  <a:gd name="connsiteY1" fmla="*/ 21634 h 826706"/>
                  <a:gd name="connsiteX2" fmla="*/ 97220 w 970630"/>
                  <a:gd name="connsiteY2" fmla="*/ 156017 h 826706"/>
                  <a:gd name="connsiteX3" fmla="*/ 98464 w 970630"/>
                  <a:gd name="connsiteY3" fmla="*/ 162238 h 826706"/>
                  <a:gd name="connsiteX4" fmla="*/ 94732 w 970630"/>
                  <a:gd name="connsiteY4" fmla="*/ 167215 h 826706"/>
                  <a:gd name="connsiteX5" fmla="*/ 68604 w 970630"/>
                  <a:gd name="connsiteY5" fmla="*/ 224452 h 826706"/>
                  <a:gd name="connsiteX6" fmla="*/ 62384 w 970630"/>
                  <a:gd name="connsiteY6" fmla="*/ 233162 h 826706"/>
                  <a:gd name="connsiteX7" fmla="*/ 38746 w 970630"/>
                  <a:gd name="connsiteY7" fmla="*/ 251827 h 826706"/>
                  <a:gd name="connsiteX8" fmla="*/ 41234 w 970630"/>
                  <a:gd name="connsiteY8" fmla="*/ 280445 h 826706"/>
                  <a:gd name="connsiteX9" fmla="*/ 37502 w 970630"/>
                  <a:gd name="connsiteY9" fmla="*/ 290400 h 826706"/>
                  <a:gd name="connsiteX10" fmla="*/ 17596 w 970630"/>
                  <a:gd name="connsiteY10" fmla="*/ 311552 h 826706"/>
                  <a:gd name="connsiteX11" fmla="*/ 26304 w 970630"/>
                  <a:gd name="connsiteY11" fmla="*/ 347637 h 826706"/>
                  <a:gd name="connsiteX12" fmla="*/ 180578 w 970630"/>
                  <a:gd name="connsiteY12" fmla="*/ 435981 h 826706"/>
                  <a:gd name="connsiteX13" fmla="*/ 186798 w 970630"/>
                  <a:gd name="connsiteY13" fmla="*/ 438470 h 826706"/>
                  <a:gd name="connsiteX14" fmla="*/ 664546 w 970630"/>
                  <a:gd name="connsiteY14" fmla="*/ 811755 h 826706"/>
                  <a:gd name="connsiteX15" fmla="*/ 951942 w 970630"/>
                  <a:gd name="connsiteY15" fmla="*/ 656220 h 826706"/>
                  <a:gd name="connsiteX16" fmla="*/ 750392 w 970630"/>
                  <a:gd name="connsiteY16" fmla="*/ 412340 h 826706"/>
                  <a:gd name="connsiteX17" fmla="*/ 657082 w 970630"/>
                  <a:gd name="connsiteY17" fmla="*/ 531791 h 826706"/>
                  <a:gd name="connsiteX18" fmla="*/ 645884 w 970630"/>
                  <a:gd name="connsiteY18" fmla="*/ 534280 h 826706"/>
                  <a:gd name="connsiteX19" fmla="*/ 321164 w 970630"/>
                  <a:gd name="connsiteY19" fmla="*/ 307820 h 826706"/>
                  <a:gd name="connsiteX20" fmla="*/ 317432 w 970630"/>
                  <a:gd name="connsiteY20" fmla="*/ 302842 h 826706"/>
                  <a:gd name="connsiteX21" fmla="*/ 287572 w 970630"/>
                  <a:gd name="connsiteY21" fmla="*/ 169704 h 826706"/>
                  <a:gd name="connsiteX22" fmla="*/ 178088 w 970630"/>
                  <a:gd name="connsiteY22" fmla="*/ 131131 h 826706"/>
                  <a:gd name="connsiteX23" fmla="*/ 174356 w 970630"/>
                  <a:gd name="connsiteY23" fmla="*/ 128643 h 826706"/>
                  <a:gd name="connsiteX24" fmla="*/ 17596 w 970630"/>
                  <a:gd name="connsiteY24" fmla="*/ 15413 h 826706"/>
                  <a:gd name="connsiteX25" fmla="*/ 23020 w 970630"/>
                  <a:gd name="connsiteY25" fmla="*/ 69 h 826706"/>
                  <a:gd name="connsiteX26" fmla="*/ 183054 w 970630"/>
                  <a:gd name="connsiteY26" fmla="*/ 116181 h 826706"/>
                  <a:gd name="connsiteX27" fmla="*/ 297520 w 970630"/>
                  <a:gd name="connsiteY27" fmla="*/ 157245 h 826706"/>
                  <a:gd name="connsiteX28" fmla="*/ 332358 w 970630"/>
                  <a:gd name="connsiteY28" fmla="*/ 299101 h 826706"/>
                  <a:gd name="connsiteX29" fmla="*/ 649626 w 970630"/>
                  <a:gd name="connsiteY29" fmla="*/ 518107 h 826706"/>
                  <a:gd name="connsiteX30" fmla="*/ 744186 w 970630"/>
                  <a:gd name="connsiteY30" fmla="*/ 394916 h 826706"/>
                  <a:gd name="connsiteX31" fmla="*/ 750406 w 970630"/>
                  <a:gd name="connsiteY31" fmla="*/ 392427 h 826706"/>
                  <a:gd name="connsiteX32" fmla="*/ 756628 w 970630"/>
                  <a:gd name="connsiteY32" fmla="*/ 396160 h 826706"/>
                  <a:gd name="connsiteX33" fmla="*/ 968140 w 970630"/>
                  <a:gd name="connsiteY33" fmla="*/ 650008 h 826706"/>
                  <a:gd name="connsiteX34" fmla="*/ 970630 w 970630"/>
                  <a:gd name="connsiteY34" fmla="*/ 656230 h 826706"/>
                  <a:gd name="connsiteX35" fmla="*/ 968140 w 970630"/>
                  <a:gd name="connsiteY35" fmla="*/ 661207 h 826706"/>
                  <a:gd name="connsiteX36" fmla="*/ 664558 w 970630"/>
                  <a:gd name="connsiteY36" fmla="*/ 826706 h 826706"/>
                  <a:gd name="connsiteX37" fmla="*/ 176832 w 970630"/>
                  <a:gd name="connsiteY37" fmla="*/ 450912 h 826706"/>
                  <a:gd name="connsiteX38" fmla="*/ 13844 w 970630"/>
                  <a:gd name="connsiteY38" fmla="*/ 356341 h 826706"/>
                  <a:gd name="connsiteX39" fmla="*/ 3890 w 970630"/>
                  <a:gd name="connsiteY39" fmla="*/ 306567 h 826706"/>
                  <a:gd name="connsiteX40" fmla="*/ 23796 w 970630"/>
                  <a:gd name="connsiteY40" fmla="*/ 279191 h 826706"/>
                  <a:gd name="connsiteX41" fmla="*/ 25040 w 970630"/>
                  <a:gd name="connsiteY41" fmla="*/ 245594 h 826706"/>
                  <a:gd name="connsiteX42" fmla="*/ 52414 w 970630"/>
                  <a:gd name="connsiteY42" fmla="*/ 220707 h 826706"/>
                  <a:gd name="connsiteX43" fmla="*/ 79786 w 970630"/>
                  <a:gd name="connsiteY43" fmla="*/ 159733 h 826706"/>
                  <a:gd name="connsiteX44" fmla="*/ 158 w 970630"/>
                  <a:gd name="connsiteY44" fmla="*/ 20366 h 826706"/>
                  <a:gd name="connsiteX45" fmla="*/ 7622 w 970630"/>
                  <a:gd name="connsiteY45" fmla="*/ 4189 h 826706"/>
                  <a:gd name="connsiteX46" fmla="*/ 23020 w 970630"/>
                  <a:gd name="connsiteY46" fmla="*/ 69 h 8267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970630" h="826706">
                    <a:moveTo>
                      <a:pt x="17596" y="15413"/>
                    </a:moveTo>
                    <a:cubicBezTo>
                      <a:pt x="16352" y="16657"/>
                      <a:pt x="15106" y="17901"/>
                      <a:pt x="15106" y="21634"/>
                    </a:cubicBezTo>
                    <a:cubicBezTo>
                      <a:pt x="12618" y="50253"/>
                      <a:pt x="73582" y="128643"/>
                      <a:pt x="97220" y="156017"/>
                    </a:cubicBezTo>
                    <a:cubicBezTo>
                      <a:pt x="98464" y="157261"/>
                      <a:pt x="99708" y="159750"/>
                      <a:pt x="98464" y="162238"/>
                    </a:cubicBezTo>
                    <a:cubicBezTo>
                      <a:pt x="98464" y="164727"/>
                      <a:pt x="97220" y="167215"/>
                      <a:pt x="94732" y="167215"/>
                    </a:cubicBezTo>
                    <a:cubicBezTo>
                      <a:pt x="93488" y="168460"/>
                      <a:pt x="58652" y="188368"/>
                      <a:pt x="68604" y="224452"/>
                    </a:cubicBezTo>
                    <a:cubicBezTo>
                      <a:pt x="69850" y="228185"/>
                      <a:pt x="66116" y="233162"/>
                      <a:pt x="62384" y="233162"/>
                    </a:cubicBezTo>
                    <a:cubicBezTo>
                      <a:pt x="62384" y="233162"/>
                      <a:pt x="46210" y="238140"/>
                      <a:pt x="38746" y="251827"/>
                    </a:cubicBezTo>
                    <a:cubicBezTo>
                      <a:pt x="35014" y="259292"/>
                      <a:pt x="36258" y="269247"/>
                      <a:pt x="41234" y="280445"/>
                    </a:cubicBezTo>
                    <a:cubicBezTo>
                      <a:pt x="42478" y="284178"/>
                      <a:pt x="41234" y="289155"/>
                      <a:pt x="37502" y="290400"/>
                    </a:cubicBezTo>
                    <a:cubicBezTo>
                      <a:pt x="37502" y="290400"/>
                      <a:pt x="22572" y="297865"/>
                      <a:pt x="17596" y="311552"/>
                    </a:cubicBezTo>
                    <a:cubicBezTo>
                      <a:pt x="15106" y="321507"/>
                      <a:pt x="17596" y="333950"/>
                      <a:pt x="26304" y="347637"/>
                    </a:cubicBezTo>
                    <a:cubicBezTo>
                      <a:pt x="53676" y="391187"/>
                      <a:pt x="109662" y="437225"/>
                      <a:pt x="180578" y="435981"/>
                    </a:cubicBezTo>
                    <a:cubicBezTo>
                      <a:pt x="183066" y="435981"/>
                      <a:pt x="184310" y="437225"/>
                      <a:pt x="186798" y="438470"/>
                    </a:cubicBezTo>
                    <a:cubicBezTo>
                      <a:pt x="189286" y="442202"/>
                      <a:pt x="507786" y="811755"/>
                      <a:pt x="664546" y="811755"/>
                    </a:cubicBezTo>
                    <a:cubicBezTo>
                      <a:pt x="780252" y="811755"/>
                      <a:pt x="900932" y="707235"/>
                      <a:pt x="951942" y="656220"/>
                    </a:cubicBezTo>
                    <a:cubicBezTo>
                      <a:pt x="858632" y="566631"/>
                      <a:pt x="782740" y="462111"/>
                      <a:pt x="750392" y="412340"/>
                    </a:cubicBezTo>
                    <a:cubicBezTo>
                      <a:pt x="688186" y="491974"/>
                      <a:pt x="657082" y="531791"/>
                      <a:pt x="657082" y="531791"/>
                    </a:cubicBezTo>
                    <a:cubicBezTo>
                      <a:pt x="653350" y="535524"/>
                      <a:pt x="650860" y="535524"/>
                      <a:pt x="645884" y="534280"/>
                    </a:cubicBezTo>
                    <a:lnTo>
                      <a:pt x="321164" y="307820"/>
                    </a:lnTo>
                    <a:cubicBezTo>
                      <a:pt x="318676" y="306575"/>
                      <a:pt x="317432" y="305331"/>
                      <a:pt x="317432" y="302842"/>
                    </a:cubicBezTo>
                    <a:cubicBezTo>
                      <a:pt x="317432" y="271735"/>
                      <a:pt x="312456" y="188368"/>
                      <a:pt x="287572" y="169704"/>
                    </a:cubicBezTo>
                    <a:cubicBezTo>
                      <a:pt x="262690" y="149795"/>
                      <a:pt x="178088" y="131131"/>
                      <a:pt x="178088" y="131131"/>
                    </a:cubicBezTo>
                    <a:cubicBezTo>
                      <a:pt x="175600" y="131131"/>
                      <a:pt x="175600" y="129887"/>
                      <a:pt x="174356" y="128643"/>
                    </a:cubicBezTo>
                    <a:cubicBezTo>
                      <a:pt x="109662" y="65184"/>
                      <a:pt x="32524" y="2970"/>
                      <a:pt x="17596" y="15413"/>
                    </a:cubicBezTo>
                    <a:close/>
                    <a:moveTo>
                      <a:pt x="23020" y="69"/>
                    </a:moveTo>
                    <a:cubicBezTo>
                      <a:pt x="65886" y="2809"/>
                      <a:pt x="152570" y="85695"/>
                      <a:pt x="183054" y="116181"/>
                    </a:cubicBezTo>
                    <a:cubicBezTo>
                      <a:pt x="197984" y="121158"/>
                      <a:pt x="271392" y="138579"/>
                      <a:pt x="297520" y="157245"/>
                    </a:cubicBezTo>
                    <a:cubicBezTo>
                      <a:pt x="329868" y="182132"/>
                      <a:pt x="332358" y="275458"/>
                      <a:pt x="332358" y="299101"/>
                    </a:cubicBezTo>
                    <a:lnTo>
                      <a:pt x="649626" y="518107"/>
                    </a:lnTo>
                    <a:cubicBezTo>
                      <a:pt x="659580" y="503175"/>
                      <a:pt x="691930" y="462111"/>
                      <a:pt x="744186" y="394916"/>
                    </a:cubicBezTo>
                    <a:cubicBezTo>
                      <a:pt x="746674" y="393672"/>
                      <a:pt x="747918" y="392427"/>
                      <a:pt x="750406" y="392427"/>
                    </a:cubicBezTo>
                    <a:cubicBezTo>
                      <a:pt x="752894" y="392427"/>
                      <a:pt x="755384" y="393672"/>
                      <a:pt x="756628" y="396160"/>
                    </a:cubicBezTo>
                    <a:cubicBezTo>
                      <a:pt x="786488" y="440957"/>
                      <a:pt x="867360" y="556682"/>
                      <a:pt x="968140" y="650008"/>
                    </a:cubicBezTo>
                    <a:cubicBezTo>
                      <a:pt x="969384" y="651253"/>
                      <a:pt x="970630" y="653741"/>
                      <a:pt x="970630" y="656230"/>
                    </a:cubicBezTo>
                    <a:cubicBezTo>
                      <a:pt x="970630" y="657474"/>
                      <a:pt x="969384" y="659963"/>
                      <a:pt x="968140" y="661207"/>
                    </a:cubicBezTo>
                    <a:cubicBezTo>
                      <a:pt x="820082" y="810530"/>
                      <a:pt x="705616" y="826706"/>
                      <a:pt x="664558" y="826706"/>
                    </a:cubicBezTo>
                    <a:cubicBezTo>
                      <a:pt x="506544" y="826706"/>
                      <a:pt x="209182" y="486998"/>
                      <a:pt x="176832" y="450912"/>
                    </a:cubicBezTo>
                    <a:cubicBezTo>
                      <a:pt x="100936" y="450912"/>
                      <a:pt x="42460" y="401138"/>
                      <a:pt x="13844" y="356341"/>
                    </a:cubicBezTo>
                    <a:cubicBezTo>
                      <a:pt x="1402" y="337676"/>
                      <a:pt x="-1088" y="321499"/>
                      <a:pt x="3890" y="306567"/>
                    </a:cubicBezTo>
                    <a:cubicBezTo>
                      <a:pt x="7622" y="292879"/>
                      <a:pt x="17576" y="284169"/>
                      <a:pt x="23796" y="279191"/>
                    </a:cubicBezTo>
                    <a:cubicBezTo>
                      <a:pt x="20064" y="267992"/>
                      <a:pt x="21308" y="255548"/>
                      <a:pt x="25040" y="245594"/>
                    </a:cubicBezTo>
                    <a:cubicBezTo>
                      <a:pt x="32506" y="233150"/>
                      <a:pt x="44948" y="224440"/>
                      <a:pt x="52414" y="220707"/>
                    </a:cubicBezTo>
                    <a:cubicBezTo>
                      <a:pt x="46192" y="193331"/>
                      <a:pt x="64856" y="170933"/>
                      <a:pt x="79786" y="159733"/>
                    </a:cubicBezTo>
                    <a:cubicBezTo>
                      <a:pt x="59878" y="134846"/>
                      <a:pt x="-3576" y="56452"/>
                      <a:pt x="158" y="20366"/>
                    </a:cubicBezTo>
                    <a:cubicBezTo>
                      <a:pt x="158" y="12900"/>
                      <a:pt x="2646" y="7922"/>
                      <a:pt x="7622" y="4189"/>
                    </a:cubicBezTo>
                    <a:cubicBezTo>
                      <a:pt x="11666" y="923"/>
                      <a:pt x="16896" y="-322"/>
                      <a:pt x="23020" y="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4" name="Freeform 203">
                <a:extLst>
                  <a:ext uri="{FF2B5EF4-FFF2-40B4-BE49-F238E27FC236}">
                    <a16:creationId xmlns:a16="http://schemas.microsoft.com/office/drawing/2014/main" id="{28E66CFA-8278-8440-899A-7138399C350E}"/>
                  </a:ext>
                </a:extLst>
              </p:cNvPr>
              <p:cNvSpPr/>
              <p:nvPr/>
            </p:nvSpPr>
            <p:spPr>
              <a:xfrm>
                <a:off x="17368832" y="5976916"/>
                <a:ext cx="137037" cy="17447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1" h="141">
                    <a:moveTo>
                      <a:pt x="62" y="141"/>
                    </a:moveTo>
                    <a:cubicBezTo>
                      <a:pt x="60" y="141"/>
                      <a:pt x="58" y="139"/>
                      <a:pt x="57" y="137"/>
                    </a:cubicBezTo>
                    <a:cubicBezTo>
                      <a:pt x="47" y="108"/>
                      <a:pt x="52" y="78"/>
                      <a:pt x="56" y="63"/>
                    </a:cubicBezTo>
                    <a:lnTo>
                      <a:pt x="41" y="63"/>
                    </a:lnTo>
                    <a:cubicBezTo>
                      <a:pt x="12" y="63"/>
                      <a:pt x="1" y="32"/>
                      <a:pt x="0" y="16"/>
                    </a:cubicBezTo>
                    <a:cubicBezTo>
                      <a:pt x="0" y="13"/>
                      <a:pt x="3" y="10"/>
                      <a:pt x="6" y="9"/>
                    </a:cubicBezTo>
                    <a:lnTo>
                      <a:pt x="104" y="0"/>
                    </a:lnTo>
                    <a:cubicBezTo>
                      <a:pt x="107" y="0"/>
                      <a:pt x="110" y="2"/>
                      <a:pt x="111" y="5"/>
                    </a:cubicBezTo>
                    <a:cubicBezTo>
                      <a:pt x="111" y="9"/>
                      <a:pt x="108" y="12"/>
                      <a:pt x="105" y="12"/>
                    </a:cubicBezTo>
                    <a:lnTo>
                      <a:pt x="14" y="21"/>
                    </a:lnTo>
                    <a:cubicBezTo>
                      <a:pt x="15" y="31"/>
                      <a:pt x="22" y="51"/>
                      <a:pt x="41" y="51"/>
                    </a:cubicBezTo>
                    <a:lnTo>
                      <a:pt x="64" y="51"/>
                    </a:lnTo>
                    <a:cubicBezTo>
                      <a:pt x="66" y="51"/>
                      <a:pt x="67" y="52"/>
                      <a:pt x="69" y="54"/>
                    </a:cubicBezTo>
                    <a:cubicBezTo>
                      <a:pt x="70" y="56"/>
                      <a:pt x="70" y="57"/>
                      <a:pt x="69" y="59"/>
                    </a:cubicBezTo>
                    <a:cubicBezTo>
                      <a:pt x="69" y="60"/>
                      <a:pt x="56" y="99"/>
                      <a:pt x="69" y="132"/>
                    </a:cubicBezTo>
                    <a:cubicBezTo>
                      <a:pt x="70" y="136"/>
                      <a:pt x="68" y="139"/>
                      <a:pt x="65" y="141"/>
                    </a:cubicBezTo>
                    <a:cubicBezTo>
                      <a:pt x="64" y="141"/>
                      <a:pt x="63" y="141"/>
                      <a:pt x="62" y="14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5" name="Freeform 204">
                <a:extLst>
                  <a:ext uri="{FF2B5EF4-FFF2-40B4-BE49-F238E27FC236}">
                    <a16:creationId xmlns:a16="http://schemas.microsoft.com/office/drawing/2014/main" id="{093773B9-10A7-D646-AAD3-A8BEFC5301FD}"/>
                  </a:ext>
                </a:extLst>
              </p:cNvPr>
              <p:cNvSpPr/>
              <p:nvPr/>
            </p:nvSpPr>
            <p:spPr>
              <a:xfrm>
                <a:off x="17245498" y="6039227"/>
                <a:ext cx="178148" cy="16948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4" h="137">
                    <a:moveTo>
                      <a:pt x="45" y="137"/>
                    </a:moveTo>
                    <a:cubicBezTo>
                      <a:pt x="26" y="137"/>
                      <a:pt x="6" y="128"/>
                      <a:pt x="3" y="127"/>
                    </a:cubicBezTo>
                    <a:cubicBezTo>
                      <a:pt x="0" y="126"/>
                      <a:pt x="-1" y="122"/>
                      <a:pt x="0" y="119"/>
                    </a:cubicBezTo>
                    <a:cubicBezTo>
                      <a:pt x="1" y="116"/>
                      <a:pt x="5" y="114"/>
                      <a:pt x="8" y="116"/>
                    </a:cubicBezTo>
                    <a:cubicBezTo>
                      <a:pt x="17" y="120"/>
                      <a:pt x="45" y="130"/>
                      <a:pt x="58" y="122"/>
                    </a:cubicBezTo>
                    <a:cubicBezTo>
                      <a:pt x="72" y="115"/>
                      <a:pt x="68" y="103"/>
                      <a:pt x="67" y="102"/>
                    </a:cubicBezTo>
                    <a:cubicBezTo>
                      <a:pt x="66" y="100"/>
                      <a:pt x="67" y="98"/>
                      <a:pt x="68" y="96"/>
                    </a:cubicBezTo>
                    <a:cubicBezTo>
                      <a:pt x="69" y="94"/>
                      <a:pt x="70" y="93"/>
                      <a:pt x="73" y="93"/>
                    </a:cubicBezTo>
                    <a:cubicBezTo>
                      <a:pt x="73" y="93"/>
                      <a:pt x="89" y="93"/>
                      <a:pt x="100" y="83"/>
                    </a:cubicBezTo>
                    <a:cubicBezTo>
                      <a:pt x="108" y="75"/>
                      <a:pt x="104" y="64"/>
                      <a:pt x="104" y="63"/>
                    </a:cubicBezTo>
                    <a:cubicBezTo>
                      <a:pt x="103" y="62"/>
                      <a:pt x="103" y="59"/>
                      <a:pt x="104" y="58"/>
                    </a:cubicBezTo>
                    <a:cubicBezTo>
                      <a:pt x="105" y="56"/>
                      <a:pt x="107" y="55"/>
                      <a:pt x="108" y="55"/>
                    </a:cubicBezTo>
                    <a:cubicBezTo>
                      <a:pt x="108" y="54"/>
                      <a:pt x="125" y="51"/>
                      <a:pt x="130" y="40"/>
                    </a:cubicBezTo>
                    <a:cubicBezTo>
                      <a:pt x="135" y="31"/>
                      <a:pt x="128" y="15"/>
                      <a:pt x="126" y="8"/>
                    </a:cubicBezTo>
                    <a:cubicBezTo>
                      <a:pt x="124" y="6"/>
                      <a:pt x="126" y="2"/>
                      <a:pt x="128" y="1"/>
                    </a:cubicBezTo>
                    <a:cubicBezTo>
                      <a:pt x="131" y="-1"/>
                      <a:pt x="135" y="0"/>
                      <a:pt x="137" y="3"/>
                    </a:cubicBezTo>
                    <a:cubicBezTo>
                      <a:pt x="138" y="6"/>
                      <a:pt x="149" y="30"/>
                      <a:pt x="141" y="46"/>
                    </a:cubicBezTo>
                    <a:cubicBezTo>
                      <a:pt x="135" y="57"/>
                      <a:pt x="124" y="62"/>
                      <a:pt x="117" y="65"/>
                    </a:cubicBezTo>
                    <a:cubicBezTo>
                      <a:pt x="118" y="71"/>
                      <a:pt x="118" y="82"/>
                      <a:pt x="108" y="92"/>
                    </a:cubicBezTo>
                    <a:cubicBezTo>
                      <a:pt x="99" y="100"/>
                      <a:pt x="87" y="104"/>
                      <a:pt x="80" y="105"/>
                    </a:cubicBezTo>
                    <a:cubicBezTo>
                      <a:pt x="81" y="114"/>
                      <a:pt x="78" y="126"/>
                      <a:pt x="64" y="133"/>
                    </a:cubicBezTo>
                    <a:cubicBezTo>
                      <a:pt x="59" y="136"/>
                      <a:pt x="52" y="137"/>
                      <a:pt x="45" y="1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D7E85338-5E98-294D-8A60-D8A42EFB1C99}"/>
                  </a:ext>
                </a:extLst>
              </p:cNvPr>
              <p:cNvSpPr/>
              <p:nvPr/>
            </p:nvSpPr>
            <p:spPr>
              <a:xfrm>
                <a:off x="17914488" y="6302182"/>
                <a:ext cx="219259" cy="2529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7" h="204">
                    <a:moveTo>
                      <a:pt x="171" y="204"/>
                    </a:moveTo>
                    <a:lnTo>
                      <a:pt x="170" y="203"/>
                    </a:lnTo>
                    <a:cubicBezTo>
                      <a:pt x="97" y="192"/>
                      <a:pt x="93" y="151"/>
                      <a:pt x="90" y="122"/>
                    </a:cubicBezTo>
                    <a:cubicBezTo>
                      <a:pt x="89" y="99"/>
                      <a:pt x="88" y="88"/>
                      <a:pt x="69" y="87"/>
                    </a:cubicBezTo>
                    <a:cubicBezTo>
                      <a:pt x="42" y="83"/>
                      <a:pt x="21" y="72"/>
                      <a:pt x="10" y="56"/>
                    </a:cubicBezTo>
                    <a:cubicBezTo>
                      <a:pt x="-5" y="33"/>
                      <a:pt x="1" y="6"/>
                      <a:pt x="1" y="5"/>
                    </a:cubicBezTo>
                    <a:cubicBezTo>
                      <a:pt x="3" y="1"/>
                      <a:pt x="6" y="-1"/>
                      <a:pt x="9" y="0"/>
                    </a:cubicBezTo>
                    <a:cubicBezTo>
                      <a:pt x="12" y="1"/>
                      <a:pt x="14" y="5"/>
                      <a:pt x="14" y="7"/>
                    </a:cubicBezTo>
                    <a:cubicBezTo>
                      <a:pt x="13" y="7"/>
                      <a:pt x="8" y="30"/>
                      <a:pt x="20" y="49"/>
                    </a:cubicBezTo>
                    <a:cubicBezTo>
                      <a:pt x="30" y="63"/>
                      <a:pt x="47" y="71"/>
                      <a:pt x="70" y="74"/>
                    </a:cubicBezTo>
                    <a:cubicBezTo>
                      <a:pt x="100" y="78"/>
                      <a:pt x="101" y="100"/>
                      <a:pt x="103" y="121"/>
                    </a:cubicBezTo>
                    <a:cubicBezTo>
                      <a:pt x="105" y="149"/>
                      <a:pt x="108" y="181"/>
                      <a:pt x="172" y="192"/>
                    </a:cubicBezTo>
                    <a:cubicBezTo>
                      <a:pt x="176" y="192"/>
                      <a:pt x="178" y="195"/>
                      <a:pt x="177" y="198"/>
                    </a:cubicBezTo>
                    <a:cubicBezTo>
                      <a:pt x="177" y="201"/>
                      <a:pt x="174" y="204"/>
                      <a:pt x="171" y="20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713E767C-1804-014D-866C-6B55775E006F}"/>
                  </a:ext>
                </a:extLst>
              </p:cNvPr>
              <p:cNvSpPr/>
              <p:nvPr/>
            </p:nvSpPr>
            <p:spPr>
              <a:xfrm>
                <a:off x="18831391" y="8719867"/>
                <a:ext cx="336364" cy="3302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1" h="266">
                    <a:moveTo>
                      <a:pt x="62" y="118"/>
                    </a:moveTo>
                    <a:cubicBezTo>
                      <a:pt x="62" y="118"/>
                      <a:pt x="85" y="180"/>
                      <a:pt x="40" y="196"/>
                    </a:cubicBezTo>
                    <a:cubicBezTo>
                      <a:pt x="28" y="201"/>
                      <a:pt x="14" y="206"/>
                      <a:pt x="0" y="214"/>
                    </a:cubicBezTo>
                    <a:cubicBezTo>
                      <a:pt x="20" y="223"/>
                      <a:pt x="42" y="239"/>
                      <a:pt x="42" y="266"/>
                    </a:cubicBezTo>
                    <a:lnTo>
                      <a:pt x="271" y="266"/>
                    </a:lnTo>
                    <a:lnTo>
                      <a:pt x="241" y="0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4" name="Freeform 443">
                <a:extLst>
                  <a:ext uri="{FF2B5EF4-FFF2-40B4-BE49-F238E27FC236}">
                    <a16:creationId xmlns:a16="http://schemas.microsoft.com/office/drawing/2014/main" id="{57244FE7-3B5D-9649-8891-75F63DAEFBB7}"/>
                  </a:ext>
                </a:extLst>
              </p:cNvPr>
              <p:cNvSpPr/>
              <p:nvPr/>
            </p:nvSpPr>
            <p:spPr>
              <a:xfrm>
                <a:off x="18823916" y="8712389"/>
                <a:ext cx="351312" cy="345206"/>
              </a:xfrm>
              <a:custGeom>
                <a:avLst/>
                <a:gdLst>
                  <a:gd name="connsiteX0" fmla="*/ 57178 w 351312"/>
                  <a:gd name="connsiteY0" fmla="*/ 14955 h 345206"/>
                  <a:gd name="connsiteX1" fmla="*/ 91920 w 351312"/>
                  <a:gd name="connsiteY1" fmla="*/ 151498 h 345206"/>
                  <a:gd name="connsiteX2" fmla="*/ 59658 w 351312"/>
                  <a:gd name="connsiteY2" fmla="*/ 259492 h 345206"/>
                  <a:gd name="connsiteX3" fmla="*/ 24916 w 351312"/>
                  <a:gd name="connsiteY3" fmla="*/ 273146 h 345206"/>
                  <a:gd name="connsiteX4" fmla="*/ 67104 w 351312"/>
                  <a:gd name="connsiteY4" fmla="*/ 329005 h 345206"/>
                  <a:gd name="connsiteX5" fmla="*/ 335118 w 351312"/>
                  <a:gd name="connsiteY5" fmla="*/ 329005 h 345206"/>
                  <a:gd name="connsiteX6" fmla="*/ 300376 w 351312"/>
                  <a:gd name="connsiteY6" fmla="*/ 14955 h 345206"/>
                  <a:gd name="connsiteX7" fmla="*/ 45932 w 351312"/>
                  <a:gd name="connsiteY7" fmla="*/ 0 h 345206"/>
                  <a:gd name="connsiteX8" fmla="*/ 306624 w 351312"/>
                  <a:gd name="connsiteY8" fmla="*/ 0 h 345206"/>
                  <a:gd name="connsiteX9" fmla="*/ 314072 w 351312"/>
                  <a:gd name="connsiteY9" fmla="*/ 6209 h 345206"/>
                  <a:gd name="connsiteX10" fmla="*/ 351312 w 351312"/>
                  <a:gd name="connsiteY10" fmla="*/ 335272 h 345206"/>
                  <a:gd name="connsiteX11" fmla="*/ 350072 w 351312"/>
                  <a:gd name="connsiteY11" fmla="*/ 341481 h 345206"/>
                  <a:gd name="connsiteX12" fmla="*/ 343864 w 351312"/>
                  <a:gd name="connsiteY12" fmla="*/ 345206 h 345206"/>
                  <a:gd name="connsiteX13" fmla="*/ 59586 w 351312"/>
                  <a:gd name="connsiteY13" fmla="*/ 345206 h 345206"/>
                  <a:gd name="connsiteX14" fmla="*/ 52138 w 351312"/>
                  <a:gd name="connsiteY14" fmla="*/ 337755 h 345206"/>
                  <a:gd name="connsiteX15" fmla="*/ 4966 w 351312"/>
                  <a:gd name="connsiteY15" fmla="*/ 279393 h 345206"/>
                  <a:gd name="connsiteX16" fmla="*/ 0 w 351312"/>
                  <a:gd name="connsiteY16" fmla="*/ 273185 h 345206"/>
                  <a:gd name="connsiteX17" fmla="*/ 3724 w 351312"/>
                  <a:gd name="connsiteY17" fmla="*/ 265734 h 345206"/>
                  <a:gd name="connsiteX18" fmla="*/ 54622 w 351312"/>
                  <a:gd name="connsiteY18" fmla="*/ 244624 h 345206"/>
                  <a:gd name="connsiteX19" fmla="*/ 78208 w 351312"/>
                  <a:gd name="connsiteY19" fmla="*/ 157702 h 345206"/>
                  <a:gd name="connsiteX20" fmla="*/ 78208 w 351312"/>
                  <a:gd name="connsiteY20" fmla="*/ 156460 h 345206"/>
                  <a:gd name="connsiteX21" fmla="*/ 39724 w 351312"/>
                  <a:gd name="connsiteY21" fmla="*/ 9934 h 345206"/>
                  <a:gd name="connsiteX22" fmla="*/ 40966 w 351312"/>
                  <a:gd name="connsiteY22" fmla="*/ 3725 h 345206"/>
                  <a:gd name="connsiteX23" fmla="*/ 45932 w 351312"/>
                  <a:gd name="connsiteY23" fmla="*/ 0 h 345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51312" h="345206">
                    <a:moveTo>
                      <a:pt x="57178" y="14955"/>
                    </a:moveTo>
                    <a:lnTo>
                      <a:pt x="91920" y="151498"/>
                    </a:lnTo>
                    <a:cubicBezTo>
                      <a:pt x="103086" y="181290"/>
                      <a:pt x="109290" y="239631"/>
                      <a:pt x="59658" y="259492"/>
                    </a:cubicBezTo>
                    <a:cubicBezTo>
                      <a:pt x="49732" y="261975"/>
                      <a:pt x="37324" y="266940"/>
                      <a:pt x="24916" y="273146"/>
                    </a:cubicBezTo>
                    <a:cubicBezTo>
                      <a:pt x="49732" y="286801"/>
                      <a:pt x="64622" y="306662"/>
                      <a:pt x="67104" y="329005"/>
                    </a:cubicBezTo>
                    <a:lnTo>
                      <a:pt x="335118" y="329005"/>
                    </a:lnTo>
                    <a:lnTo>
                      <a:pt x="300376" y="14955"/>
                    </a:lnTo>
                    <a:close/>
                    <a:moveTo>
                      <a:pt x="45932" y="0"/>
                    </a:moveTo>
                    <a:lnTo>
                      <a:pt x="306624" y="0"/>
                    </a:lnTo>
                    <a:cubicBezTo>
                      <a:pt x="310348" y="0"/>
                      <a:pt x="314072" y="3725"/>
                      <a:pt x="314072" y="6209"/>
                    </a:cubicBezTo>
                    <a:lnTo>
                      <a:pt x="351312" y="335272"/>
                    </a:lnTo>
                    <a:cubicBezTo>
                      <a:pt x="351312" y="337755"/>
                      <a:pt x="351312" y="340239"/>
                      <a:pt x="350072" y="341481"/>
                    </a:cubicBezTo>
                    <a:cubicBezTo>
                      <a:pt x="347588" y="342723"/>
                      <a:pt x="345106" y="345206"/>
                      <a:pt x="343864" y="345206"/>
                    </a:cubicBezTo>
                    <a:lnTo>
                      <a:pt x="59586" y="345206"/>
                    </a:lnTo>
                    <a:cubicBezTo>
                      <a:pt x="55862" y="345206"/>
                      <a:pt x="52138" y="340239"/>
                      <a:pt x="52138" y="337755"/>
                    </a:cubicBezTo>
                    <a:cubicBezTo>
                      <a:pt x="52138" y="312921"/>
                      <a:pt x="36000" y="294294"/>
                      <a:pt x="4966" y="279393"/>
                    </a:cubicBezTo>
                    <a:cubicBezTo>
                      <a:pt x="2482" y="278152"/>
                      <a:pt x="0" y="275668"/>
                      <a:pt x="0" y="273185"/>
                    </a:cubicBezTo>
                    <a:cubicBezTo>
                      <a:pt x="0" y="270701"/>
                      <a:pt x="2482" y="266976"/>
                      <a:pt x="3724" y="265734"/>
                    </a:cubicBezTo>
                    <a:cubicBezTo>
                      <a:pt x="22344" y="257042"/>
                      <a:pt x="40966" y="248350"/>
                      <a:pt x="54622" y="244624"/>
                    </a:cubicBezTo>
                    <a:cubicBezTo>
                      <a:pt x="103036" y="225998"/>
                      <a:pt x="78208" y="157702"/>
                      <a:pt x="78208" y="157702"/>
                    </a:cubicBezTo>
                    <a:cubicBezTo>
                      <a:pt x="78208" y="156460"/>
                      <a:pt x="78208" y="156460"/>
                      <a:pt x="78208" y="156460"/>
                    </a:cubicBezTo>
                    <a:lnTo>
                      <a:pt x="39724" y="9934"/>
                    </a:lnTo>
                    <a:cubicBezTo>
                      <a:pt x="38484" y="7450"/>
                      <a:pt x="39724" y="4967"/>
                      <a:pt x="40966" y="3725"/>
                    </a:cubicBezTo>
                    <a:cubicBezTo>
                      <a:pt x="42208" y="1242"/>
                      <a:pt x="44690" y="0"/>
                      <a:pt x="459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0" name="Freeform 209">
                <a:extLst>
                  <a:ext uri="{FF2B5EF4-FFF2-40B4-BE49-F238E27FC236}">
                    <a16:creationId xmlns:a16="http://schemas.microsoft.com/office/drawing/2014/main" id="{5212FD7B-847A-6842-8533-63E47A92FB31}"/>
                  </a:ext>
                </a:extLst>
              </p:cNvPr>
              <p:cNvSpPr/>
              <p:nvPr/>
            </p:nvSpPr>
            <p:spPr>
              <a:xfrm>
                <a:off x="18754152" y="8986560"/>
                <a:ext cx="423569" cy="1420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1" h="115">
                    <a:moveTo>
                      <a:pt x="63" y="0"/>
                    </a:moveTo>
                    <a:cubicBezTo>
                      <a:pt x="26" y="20"/>
                      <a:pt x="-10" y="53"/>
                      <a:pt x="3" y="115"/>
                    </a:cubicBezTo>
                    <a:lnTo>
                      <a:pt x="341" y="115"/>
                    </a:lnTo>
                    <a:lnTo>
                      <a:pt x="334" y="52"/>
                    </a:lnTo>
                    <a:lnTo>
                      <a:pt x="105" y="52"/>
                    </a:lnTo>
                    <a:cubicBezTo>
                      <a:pt x="105" y="25"/>
                      <a:pt x="83" y="9"/>
                      <a:pt x="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:a16="http://schemas.microsoft.com/office/drawing/2014/main" id="{6D42D151-FFD3-8B4E-B145-BF877521C463}"/>
                  </a:ext>
                </a:extLst>
              </p:cNvPr>
              <p:cNvSpPr/>
              <p:nvPr/>
            </p:nvSpPr>
            <p:spPr>
              <a:xfrm>
                <a:off x="18745631" y="8979391"/>
                <a:ext cx="438317" cy="157962"/>
              </a:xfrm>
              <a:custGeom>
                <a:avLst/>
                <a:gdLst>
                  <a:gd name="connsiteX0" fmla="*/ 85543 w 438317"/>
                  <a:gd name="connsiteY0" fmla="*/ 14646 h 157962"/>
                  <a:gd name="connsiteX1" fmla="*/ 17233 w 438317"/>
                  <a:gd name="connsiteY1" fmla="*/ 140515 h 157962"/>
                  <a:gd name="connsiteX2" fmla="*/ 422125 w 438317"/>
                  <a:gd name="connsiteY2" fmla="*/ 140515 h 157962"/>
                  <a:gd name="connsiteX3" fmla="*/ 415915 w 438317"/>
                  <a:gd name="connsiteY3" fmla="*/ 78815 h 157962"/>
                  <a:gd name="connsiteX4" fmla="*/ 137707 w 438317"/>
                  <a:gd name="connsiteY4" fmla="*/ 78815 h 157962"/>
                  <a:gd name="connsiteX5" fmla="*/ 130255 w 438317"/>
                  <a:gd name="connsiteY5" fmla="*/ 71410 h 157962"/>
                  <a:gd name="connsiteX6" fmla="*/ 85543 w 438317"/>
                  <a:gd name="connsiteY6" fmla="*/ 14646 h 157962"/>
                  <a:gd name="connsiteX7" fmla="*/ 81787 w 438317"/>
                  <a:gd name="connsiteY7" fmla="*/ 927 h 157962"/>
                  <a:gd name="connsiteX8" fmla="*/ 89239 w 438317"/>
                  <a:gd name="connsiteY8" fmla="*/ 927 h 157962"/>
                  <a:gd name="connsiteX9" fmla="*/ 145141 w 438317"/>
                  <a:gd name="connsiteY9" fmla="*/ 63989 h 157962"/>
                  <a:gd name="connsiteX10" fmla="*/ 422167 w 438317"/>
                  <a:gd name="connsiteY10" fmla="*/ 63989 h 157962"/>
                  <a:gd name="connsiteX11" fmla="*/ 429621 w 438317"/>
                  <a:gd name="connsiteY11" fmla="*/ 71408 h 157962"/>
                  <a:gd name="connsiteX12" fmla="*/ 438317 w 438317"/>
                  <a:gd name="connsiteY12" fmla="*/ 148070 h 157962"/>
                  <a:gd name="connsiteX13" fmla="*/ 437073 w 438317"/>
                  <a:gd name="connsiteY13" fmla="*/ 154253 h 157962"/>
                  <a:gd name="connsiteX14" fmla="*/ 430863 w 438317"/>
                  <a:gd name="connsiteY14" fmla="*/ 157962 h 157962"/>
                  <a:gd name="connsiteX15" fmla="*/ 10977 w 438317"/>
                  <a:gd name="connsiteY15" fmla="*/ 157962 h 157962"/>
                  <a:gd name="connsiteX16" fmla="*/ 3523 w 438317"/>
                  <a:gd name="connsiteY16" fmla="*/ 151780 h 157962"/>
                  <a:gd name="connsiteX17" fmla="*/ 81787 w 438317"/>
                  <a:gd name="connsiteY17" fmla="*/ 927 h 157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38317" h="157962">
                    <a:moveTo>
                      <a:pt x="85543" y="14646"/>
                    </a:moveTo>
                    <a:cubicBezTo>
                      <a:pt x="30895" y="45496"/>
                      <a:pt x="7299" y="87453"/>
                      <a:pt x="17233" y="140515"/>
                    </a:cubicBezTo>
                    <a:lnTo>
                      <a:pt x="422125" y="140515"/>
                    </a:lnTo>
                    <a:lnTo>
                      <a:pt x="415915" y="78815"/>
                    </a:lnTo>
                    <a:lnTo>
                      <a:pt x="137707" y="78815"/>
                    </a:lnTo>
                    <a:cubicBezTo>
                      <a:pt x="133981" y="78815"/>
                      <a:pt x="130255" y="73878"/>
                      <a:pt x="130255" y="71410"/>
                    </a:cubicBezTo>
                    <a:cubicBezTo>
                      <a:pt x="130255" y="46730"/>
                      <a:pt x="115351" y="28220"/>
                      <a:pt x="85543" y="14646"/>
                    </a:cubicBezTo>
                    <a:close/>
                    <a:moveTo>
                      <a:pt x="81787" y="927"/>
                    </a:moveTo>
                    <a:cubicBezTo>
                      <a:pt x="84271" y="-309"/>
                      <a:pt x="86755" y="-309"/>
                      <a:pt x="89239" y="927"/>
                    </a:cubicBezTo>
                    <a:cubicBezTo>
                      <a:pt x="122781" y="15765"/>
                      <a:pt x="142657" y="38022"/>
                      <a:pt x="145141" y="63989"/>
                    </a:cubicBezTo>
                    <a:lnTo>
                      <a:pt x="422167" y="63989"/>
                    </a:lnTo>
                    <a:cubicBezTo>
                      <a:pt x="425893" y="63989"/>
                      <a:pt x="429621" y="66462"/>
                      <a:pt x="429621" y="71408"/>
                    </a:cubicBezTo>
                    <a:lnTo>
                      <a:pt x="438317" y="148070"/>
                    </a:lnTo>
                    <a:cubicBezTo>
                      <a:pt x="438317" y="150543"/>
                      <a:pt x="438317" y="153016"/>
                      <a:pt x="437073" y="154253"/>
                    </a:cubicBezTo>
                    <a:cubicBezTo>
                      <a:pt x="435831" y="155489"/>
                      <a:pt x="433347" y="157962"/>
                      <a:pt x="430863" y="157962"/>
                    </a:cubicBezTo>
                    <a:lnTo>
                      <a:pt x="10977" y="157962"/>
                    </a:lnTo>
                    <a:cubicBezTo>
                      <a:pt x="7251" y="157962"/>
                      <a:pt x="4767" y="154253"/>
                      <a:pt x="3523" y="151780"/>
                    </a:cubicBezTo>
                    <a:cubicBezTo>
                      <a:pt x="-10141" y="87482"/>
                      <a:pt x="15947" y="36786"/>
                      <a:pt x="81787" y="9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3" name="Freeform 212">
                <a:extLst>
                  <a:ext uri="{FF2B5EF4-FFF2-40B4-BE49-F238E27FC236}">
                    <a16:creationId xmlns:a16="http://schemas.microsoft.com/office/drawing/2014/main" id="{EEBFE68F-0452-AA49-AB64-0008EC4D3780}"/>
                  </a:ext>
                </a:extLst>
              </p:cNvPr>
              <p:cNvSpPr/>
              <p:nvPr/>
            </p:nvSpPr>
            <p:spPr>
              <a:xfrm>
                <a:off x="18164893" y="8977836"/>
                <a:ext cx="460943" cy="1507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1" h="122">
                    <a:moveTo>
                      <a:pt x="71" y="0"/>
                    </a:moveTo>
                    <a:cubicBezTo>
                      <a:pt x="28" y="23"/>
                      <a:pt x="-9" y="62"/>
                      <a:pt x="2" y="122"/>
                    </a:cubicBezTo>
                    <a:lnTo>
                      <a:pt x="371" y="122"/>
                    </a:lnTo>
                    <a:lnTo>
                      <a:pt x="369" y="59"/>
                    </a:lnTo>
                    <a:lnTo>
                      <a:pt x="129" y="59"/>
                    </a:lnTo>
                    <a:cubicBezTo>
                      <a:pt x="129" y="24"/>
                      <a:pt x="93" y="7"/>
                      <a:pt x="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B257B22C-BC33-D046-A494-036E72E0AA72}"/>
                  </a:ext>
                </a:extLst>
              </p:cNvPr>
              <p:cNvSpPr/>
              <p:nvPr/>
            </p:nvSpPr>
            <p:spPr>
              <a:xfrm>
                <a:off x="18157710" y="8972029"/>
                <a:ext cx="475600" cy="165325"/>
              </a:xfrm>
              <a:custGeom>
                <a:avLst/>
                <a:gdLst>
                  <a:gd name="connsiteX0" fmla="*/ 96650 w 475600"/>
                  <a:gd name="connsiteY0" fmla="*/ 14531 h 165325"/>
                  <a:gd name="connsiteX1" fmla="*/ 15900 w 475600"/>
                  <a:gd name="connsiteY1" fmla="*/ 147878 h 165325"/>
                  <a:gd name="connsiteX2" fmla="*/ 461896 w 475600"/>
                  <a:gd name="connsiteY2" fmla="*/ 147878 h 165325"/>
                  <a:gd name="connsiteX3" fmla="*/ 459412 w 475600"/>
                  <a:gd name="connsiteY3" fmla="*/ 86143 h 165325"/>
                  <a:gd name="connsiteX4" fmla="*/ 168706 w 475600"/>
                  <a:gd name="connsiteY4" fmla="*/ 86143 h 165325"/>
                  <a:gd name="connsiteX5" fmla="*/ 161252 w 475600"/>
                  <a:gd name="connsiteY5" fmla="*/ 78735 h 165325"/>
                  <a:gd name="connsiteX6" fmla="*/ 96650 w 475600"/>
                  <a:gd name="connsiteY6" fmla="*/ 14531 h 165325"/>
                  <a:gd name="connsiteX7" fmla="*/ 96626 w 475600"/>
                  <a:gd name="connsiteY7" fmla="*/ 813 h 165325"/>
                  <a:gd name="connsiteX8" fmla="*/ 174906 w 475600"/>
                  <a:gd name="connsiteY8" fmla="*/ 71318 h 165325"/>
                  <a:gd name="connsiteX9" fmla="*/ 465660 w 475600"/>
                  <a:gd name="connsiteY9" fmla="*/ 71318 h 165325"/>
                  <a:gd name="connsiteX10" fmla="*/ 473114 w 475600"/>
                  <a:gd name="connsiteY10" fmla="*/ 78740 h 165325"/>
                  <a:gd name="connsiteX11" fmla="*/ 475600 w 475600"/>
                  <a:gd name="connsiteY11" fmla="*/ 156666 h 165325"/>
                  <a:gd name="connsiteX12" fmla="*/ 474358 w 475600"/>
                  <a:gd name="connsiteY12" fmla="*/ 161614 h 165325"/>
                  <a:gd name="connsiteX13" fmla="*/ 468144 w 475600"/>
                  <a:gd name="connsiteY13" fmla="*/ 165325 h 165325"/>
                  <a:gd name="connsiteX14" fmla="*/ 9648 w 475600"/>
                  <a:gd name="connsiteY14" fmla="*/ 165325 h 165325"/>
                  <a:gd name="connsiteX15" fmla="*/ 2194 w 475600"/>
                  <a:gd name="connsiteY15" fmla="*/ 157903 h 165325"/>
                  <a:gd name="connsiteX16" fmla="*/ 90414 w 475600"/>
                  <a:gd name="connsiteY16" fmla="*/ 2050 h 165325"/>
                  <a:gd name="connsiteX17" fmla="*/ 96626 w 475600"/>
                  <a:gd name="connsiteY17" fmla="*/ 813 h 1653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475600" h="165325">
                    <a:moveTo>
                      <a:pt x="96650" y="14531"/>
                    </a:moveTo>
                    <a:cubicBezTo>
                      <a:pt x="60624" y="34286"/>
                      <a:pt x="8446" y="76266"/>
                      <a:pt x="15900" y="147878"/>
                    </a:cubicBezTo>
                    <a:lnTo>
                      <a:pt x="461896" y="147878"/>
                    </a:lnTo>
                    <a:lnTo>
                      <a:pt x="459412" y="86143"/>
                    </a:lnTo>
                    <a:lnTo>
                      <a:pt x="168706" y="86143"/>
                    </a:lnTo>
                    <a:cubicBezTo>
                      <a:pt x="164978" y="86143"/>
                      <a:pt x="161252" y="81205"/>
                      <a:pt x="161252" y="78735"/>
                    </a:cubicBezTo>
                    <a:cubicBezTo>
                      <a:pt x="161252" y="40460"/>
                      <a:pt x="121498" y="23174"/>
                      <a:pt x="96650" y="14531"/>
                    </a:cubicBezTo>
                    <a:close/>
                    <a:moveTo>
                      <a:pt x="96626" y="813"/>
                    </a:moveTo>
                    <a:cubicBezTo>
                      <a:pt x="123962" y="9471"/>
                      <a:pt x="168694" y="29262"/>
                      <a:pt x="174906" y="71318"/>
                    </a:cubicBezTo>
                    <a:lnTo>
                      <a:pt x="465660" y="71318"/>
                    </a:lnTo>
                    <a:cubicBezTo>
                      <a:pt x="469388" y="71318"/>
                      <a:pt x="473114" y="75029"/>
                      <a:pt x="473114" y="78740"/>
                    </a:cubicBezTo>
                    <a:lnTo>
                      <a:pt x="475600" y="156666"/>
                    </a:lnTo>
                    <a:cubicBezTo>
                      <a:pt x="475600" y="159140"/>
                      <a:pt x="475600" y="160377"/>
                      <a:pt x="474358" y="161614"/>
                    </a:cubicBezTo>
                    <a:cubicBezTo>
                      <a:pt x="473114" y="162851"/>
                      <a:pt x="470630" y="165325"/>
                      <a:pt x="468144" y="165325"/>
                    </a:cubicBezTo>
                    <a:lnTo>
                      <a:pt x="9648" y="165325"/>
                    </a:lnTo>
                    <a:cubicBezTo>
                      <a:pt x="4678" y="165325"/>
                      <a:pt x="2194" y="161614"/>
                      <a:pt x="2194" y="157903"/>
                    </a:cubicBezTo>
                    <a:cubicBezTo>
                      <a:pt x="-12718" y="71318"/>
                      <a:pt x="51894" y="23078"/>
                      <a:pt x="90414" y="2050"/>
                    </a:cubicBezTo>
                    <a:cubicBezTo>
                      <a:pt x="92898" y="-424"/>
                      <a:pt x="95384" y="-424"/>
                      <a:pt x="96626" y="8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6" name="Freeform 215">
                <a:extLst>
                  <a:ext uri="{FF2B5EF4-FFF2-40B4-BE49-F238E27FC236}">
                    <a16:creationId xmlns:a16="http://schemas.microsoft.com/office/drawing/2014/main" id="{8DCA2471-B92C-A74C-924D-2B4245688043}"/>
                  </a:ext>
                </a:extLst>
              </p:cNvPr>
              <p:cNvSpPr/>
              <p:nvPr/>
            </p:nvSpPr>
            <p:spPr>
              <a:xfrm>
                <a:off x="18253344" y="6861739"/>
                <a:ext cx="877037" cy="18568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05" h="1491">
                    <a:moveTo>
                      <a:pt x="46" y="20"/>
                    </a:moveTo>
                    <a:cubicBezTo>
                      <a:pt x="47" y="124"/>
                      <a:pt x="43" y="253"/>
                      <a:pt x="23" y="392"/>
                    </a:cubicBezTo>
                    <a:cubicBezTo>
                      <a:pt x="-17" y="687"/>
                      <a:pt x="3" y="933"/>
                      <a:pt x="22" y="1120"/>
                    </a:cubicBezTo>
                    <a:cubicBezTo>
                      <a:pt x="33" y="1232"/>
                      <a:pt x="53" y="1386"/>
                      <a:pt x="68" y="1491"/>
                    </a:cubicBezTo>
                    <a:lnTo>
                      <a:pt x="287" y="1491"/>
                    </a:lnTo>
                    <a:lnTo>
                      <a:pt x="272" y="1095"/>
                    </a:lnTo>
                    <a:lnTo>
                      <a:pt x="351" y="679"/>
                    </a:lnTo>
                    <a:lnTo>
                      <a:pt x="401" y="1122"/>
                    </a:lnTo>
                    <a:lnTo>
                      <a:pt x="495" y="1491"/>
                    </a:lnTo>
                    <a:lnTo>
                      <a:pt x="705" y="1491"/>
                    </a:lnTo>
                    <a:lnTo>
                      <a:pt x="660" y="1089"/>
                    </a:lnTo>
                    <a:cubicBezTo>
                      <a:pt x="660" y="1089"/>
                      <a:pt x="653" y="751"/>
                      <a:pt x="662" y="457"/>
                    </a:cubicBezTo>
                    <a:cubicBezTo>
                      <a:pt x="670" y="237"/>
                      <a:pt x="598" y="101"/>
                      <a:pt x="540" y="0"/>
                    </a:cubicBezTo>
                    <a:cubicBezTo>
                      <a:pt x="296" y="111"/>
                      <a:pt x="110" y="49"/>
                      <a:pt x="46" y="2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50EC5CD2-BAE3-714A-886D-F20B163D4C11}"/>
                  </a:ext>
                </a:extLst>
              </p:cNvPr>
              <p:cNvSpPr/>
              <p:nvPr/>
            </p:nvSpPr>
            <p:spPr>
              <a:xfrm>
                <a:off x="18245387" y="6855750"/>
                <a:ext cx="892983" cy="1871594"/>
              </a:xfrm>
              <a:custGeom>
                <a:avLst/>
                <a:gdLst>
                  <a:gd name="connsiteX0" fmla="*/ 675991 w 892983"/>
                  <a:gd name="connsiteY0" fmla="*/ 15959 h 1871594"/>
                  <a:gd name="connsiteX1" fmla="*/ 72655 w 892983"/>
                  <a:gd name="connsiteY1" fmla="*/ 42112 h 1871594"/>
                  <a:gd name="connsiteX2" fmla="*/ 45287 w 892983"/>
                  <a:gd name="connsiteY2" fmla="*/ 495433 h 1871594"/>
                  <a:gd name="connsiteX3" fmla="*/ 42799 w 892983"/>
                  <a:gd name="connsiteY3" fmla="*/ 1399582 h 1871594"/>
                  <a:gd name="connsiteX4" fmla="*/ 100023 w 892983"/>
                  <a:gd name="connsiteY4" fmla="*/ 1855393 h 1871594"/>
                  <a:gd name="connsiteX5" fmla="*/ 357529 w 892983"/>
                  <a:gd name="connsiteY5" fmla="*/ 1855393 h 1871594"/>
                  <a:gd name="connsiteX6" fmla="*/ 338869 w 892983"/>
                  <a:gd name="connsiteY6" fmla="*/ 1369693 h 1871594"/>
                  <a:gd name="connsiteX7" fmla="*/ 338869 w 892983"/>
                  <a:gd name="connsiteY7" fmla="*/ 1368448 h 1871594"/>
                  <a:gd name="connsiteX8" fmla="*/ 437145 w 892983"/>
                  <a:gd name="connsiteY8" fmla="*/ 850367 h 1871594"/>
                  <a:gd name="connsiteX9" fmla="*/ 444609 w 892983"/>
                  <a:gd name="connsiteY9" fmla="*/ 844140 h 1871594"/>
                  <a:gd name="connsiteX10" fmla="*/ 452073 w 892983"/>
                  <a:gd name="connsiteY10" fmla="*/ 850367 h 1871594"/>
                  <a:gd name="connsiteX11" fmla="*/ 514273 w 892983"/>
                  <a:gd name="connsiteY11" fmla="*/ 1400828 h 1871594"/>
                  <a:gd name="connsiteX12" fmla="*/ 629963 w 892983"/>
                  <a:gd name="connsiteY12" fmla="*/ 1855393 h 1871594"/>
                  <a:gd name="connsiteX13" fmla="*/ 876273 w 892983"/>
                  <a:gd name="connsiteY13" fmla="*/ 1855393 h 1871594"/>
                  <a:gd name="connsiteX14" fmla="*/ 820295 w 892983"/>
                  <a:gd name="connsiteY14" fmla="*/ 1362221 h 1871594"/>
                  <a:gd name="connsiteX15" fmla="*/ 824027 w 892983"/>
                  <a:gd name="connsiteY15" fmla="*/ 575137 h 1871594"/>
                  <a:gd name="connsiteX16" fmla="*/ 675991 w 892983"/>
                  <a:gd name="connsiteY16" fmla="*/ 15959 h 1871594"/>
                  <a:gd name="connsiteX17" fmla="*/ 676001 w 892983"/>
                  <a:gd name="connsiteY17" fmla="*/ 1004 h 1871594"/>
                  <a:gd name="connsiteX18" fmla="*/ 685955 w 892983"/>
                  <a:gd name="connsiteY18" fmla="*/ 4740 h 1871594"/>
                  <a:gd name="connsiteX19" fmla="*/ 840217 w 892983"/>
                  <a:gd name="connsiteY19" fmla="*/ 577624 h 1871594"/>
                  <a:gd name="connsiteX20" fmla="*/ 836485 w 892983"/>
                  <a:gd name="connsiteY20" fmla="*/ 1363471 h 1871594"/>
                  <a:gd name="connsiteX21" fmla="*/ 892467 w 892983"/>
                  <a:gd name="connsiteY21" fmla="*/ 1862876 h 1871594"/>
                  <a:gd name="connsiteX22" fmla="*/ 891223 w 892983"/>
                  <a:gd name="connsiteY22" fmla="*/ 1869103 h 1871594"/>
                  <a:gd name="connsiteX23" fmla="*/ 885003 w 892983"/>
                  <a:gd name="connsiteY23" fmla="*/ 1871594 h 1871594"/>
                  <a:gd name="connsiteX24" fmla="*/ 623751 w 892983"/>
                  <a:gd name="connsiteY24" fmla="*/ 1871594 h 1871594"/>
                  <a:gd name="connsiteX25" fmla="*/ 617531 w 892983"/>
                  <a:gd name="connsiteY25" fmla="*/ 1866612 h 1871594"/>
                  <a:gd name="connsiteX26" fmla="*/ 499345 w 892983"/>
                  <a:gd name="connsiteY26" fmla="*/ 1405815 h 1871594"/>
                  <a:gd name="connsiteX27" fmla="*/ 499345 w 892983"/>
                  <a:gd name="connsiteY27" fmla="*/ 1404569 h 1871594"/>
                  <a:gd name="connsiteX28" fmla="*/ 443363 w 892983"/>
                  <a:gd name="connsiteY28" fmla="*/ 903919 h 1871594"/>
                  <a:gd name="connsiteX29" fmla="*/ 353791 w 892983"/>
                  <a:gd name="connsiteY29" fmla="*/ 1370943 h 1871594"/>
                  <a:gd name="connsiteX30" fmla="*/ 372453 w 892983"/>
                  <a:gd name="connsiteY30" fmla="*/ 1864122 h 1871594"/>
                  <a:gd name="connsiteX31" fmla="*/ 371209 w 892983"/>
                  <a:gd name="connsiteY31" fmla="*/ 1869103 h 1871594"/>
                  <a:gd name="connsiteX32" fmla="*/ 364987 w 892983"/>
                  <a:gd name="connsiteY32" fmla="*/ 1871594 h 1871594"/>
                  <a:gd name="connsiteX33" fmla="*/ 92539 w 892983"/>
                  <a:gd name="connsiteY33" fmla="*/ 1871594 h 1871594"/>
                  <a:gd name="connsiteX34" fmla="*/ 86319 w 892983"/>
                  <a:gd name="connsiteY34" fmla="*/ 1865367 h 1871594"/>
                  <a:gd name="connsiteX35" fmla="*/ 27849 w 892983"/>
                  <a:gd name="connsiteY35" fmla="*/ 1402078 h 1871594"/>
                  <a:gd name="connsiteX36" fmla="*/ 29093 w 892983"/>
                  <a:gd name="connsiteY36" fmla="*/ 494182 h 1871594"/>
                  <a:gd name="connsiteX37" fmla="*/ 57705 w 892983"/>
                  <a:gd name="connsiteY37" fmla="*/ 32139 h 1871594"/>
                  <a:gd name="connsiteX38" fmla="*/ 61437 w 892983"/>
                  <a:gd name="connsiteY38" fmla="*/ 25912 h 1871594"/>
                  <a:gd name="connsiteX39" fmla="*/ 67659 w 892983"/>
                  <a:gd name="connsiteY39" fmla="*/ 25912 h 1871594"/>
                  <a:gd name="connsiteX40" fmla="*/ 676001 w 892983"/>
                  <a:gd name="connsiteY40" fmla="*/ 1004 h 18715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892983" h="1871594">
                    <a:moveTo>
                      <a:pt x="675991" y="15959"/>
                    </a:moveTo>
                    <a:cubicBezTo>
                      <a:pt x="388629" y="145479"/>
                      <a:pt x="165955" y="81965"/>
                      <a:pt x="72655" y="42112"/>
                    </a:cubicBezTo>
                    <a:cubicBezTo>
                      <a:pt x="73899" y="197785"/>
                      <a:pt x="65191" y="349722"/>
                      <a:pt x="45287" y="495433"/>
                    </a:cubicBezTo>
                    <a:cubicBezTo>
                      <a:pt x="-4471" y="851613"/>
                      <a:pt x="16675" y="1149260"/>
                      <a:pt x="42799" y="1399582"/>
                    </a:cubicBezTo>
                    <a:cubicBezTo>
                      <a:pt x="55239" y="1536574"/>
                      <a:pt x="80119" y="1722137"/>
                      <a:pt x="100023" y="1855393"/>
                    </a:cubicBezTo>
                    <a:lnTo>
                      <a:pt x="357529" y="1855393"/>
                    </a:lnTo>
                    <a:lnTo>
                      <a:pt x="338869" y="1369693"/>
                    </a:lnTo>
                    <a:lnTo>
                      <a:pt x="338869" y="1368448"/>
                    </a:lnTo>
                    <a:lnTo>
                      <a:pt x="437145" y="850367"/>
                    </a:lnTo>
                    <a:cubicBezTo>
                      <a:pt x="438389" y="846631"/>
                      <a:pt x="440877" y="844140"/>
                      <a:pt x="444609" y="844140"/>
                    </a:cubicBezTo>
                    <a:cubicBezTo>
                      <a:pt x="448341" y="844140"/>
                      <a:pt x="452073" y="846631"/>
                      <a:pt x="452073" y="850367"/>
                    </a:cubicBezTo>
                    <a:lnTo>
                      <a:pt x="514273" y="1400828"/>
                    </a:lnTo>
                    <a:lnTo>
                      <a:pt x="629963" y="1855393"/>
                    </a:lnTo>
                    <a:lnTo>
                      <a:pt x="876273" y="1855393"/>
                    </a:lnTo>
                    <a:lnTo>
                      <a:pt x="820295" y="1362221"/>
                    </a:lnTo>
                    <a:cubicBezTo>
                      <a:pt x="820295" y="1357239"/>
                      <a:pt x="812831" y="936299"/>
                      <a:pt x="824027" y="575137"/>
                    </a:cubicBezTo>
                    <a:cubicBezTo>
                      <a:pt x="833979" y="296171"/>
                      <a:pt x="736947" y="121817"/>
                      <a:pt x="675991" y="15959"/>
                    </a:cubicBezTo>
                    <a:close/>
                    <a:moveTo>
                      <a:pt x="676001" y="1004"/>
                    </a:moveTo>
                    <a:cubicBezTo>
                      <a:pt x="679735" y="-1488"/>
                      <a:pt x="683467" y="1004"/>
                      <a:pt x="685955" y="4740"/>
                    </a:cubicBezTo>
                    <a:cubicBezTo>
                      <a:pt x="746913" y="110599"/>
                      <a:pt x="850169" y="288691"/>
                      <a:pt x="840217" y="577624"/>
                    </a:cubicBezTo>
                    <a:cubicBezTo>
                      <a:pt x="827777" y="937544"/>
                      <a:pt x="836485" y="1358489"/>
                      <a:pt x="836485" y="1363471"/>
                    </a:cubicBezTo>
                    <a:lnTo>
                      <a:pt x="892467" y="1862876"/>
                    </a:lnTo>
                    <a:cubicBezTo>
                      <a:pt x="893713" y="1865367"/>
                      <a:pt x="892467" y="1867858"/>
                      <a:pt x="891223" y="1869103"/>
                    </a:cubicBezTo>
                    <a:cubicBezTo>
                      <a:pt x="888735" y="1871594"/>
                      <a:pt x="887491" y="1871594"/>
                      <a:pt x="885003" y="1871594"/>
                    </a:cubicBezTo>
                    <a:lnTo>
                      <a:pt x="623751" y="1871594"/>
                    </a:lnTo>
                    <a:cubicBezTo>
                      <a:pt x="621263" y="1871594"/>
                      <a:pt x="618775" y="1869103"/>
                      <a:pt x="617531" y="1866612"/>
                    </a:cubicBezTo>
                    <a:lnTo>
                      <a:pt x="499345" y="1405815"/>
                    </a:lnTo>
                    <a:lnTo>
                      <a:pt x="499345" y="1404569"/>
                    </a:lnTo>
                    <a:lnTo>
                      <a:pt x="443363" y="903919"/>
                    </a:lnTo>
                    <a:lnTo>
                      <a:pt x="353791" y="1370943"/>
                    </a:lnTo>
                    <a:lnTo>
                      <a:pt x="372453" y="1864122"/>
                    </a:lnTo>
                    <a:cubicBezTo>
                      <a:pt x="373697" y="1865367"/>
                      <a:pt x="372453" y="1867858"/>
                      <a:pt x="371209" y="1869103"/>
                    </a:cubicBezTo>
                    <a:cubicBezTo>
                      <a:pt x="369963" y="1871594"/>
                      <a:pt x="367475" y="1871594"/>
                      <a:pt x="364987" y="1871594"/>
                    </a:cubicBezTo>
                    <a:lnTo>
                      <a:pt x="92539" y="1871594"/>
                    </a:lnTo>
                    <a:cubicBezTo>
                      <a:pt x="88807" y="1871594"/>
                      <a:pt x="86319" y="1869103"/>
                      <a:pt x="86319" y="1865367"/>
                    </a:cubicBezTo>
                    <a:cubicBezTo>
                      <a:pt x="66415" y="1730864"/>
                      <a:pt x="40289" y="1541563"/>
                      <a:pt x="27849" y="1402078"/>
                    </a:cubicBezTo>
                    <a:cubicBezTo>
                      <a:pt x="1723" y="1151753"/>
                      <a:pt x="-19425" y="852857"/>
                      <a:pt x="29093" y="494182"/>
                    </a:cubicBezTo>
                    <a:cubicBezTo>
                      <a:pt x="50241" y="345979"/>
                      <a:pt x="60193" y="191550"/>
                      <a:pt x="57705" y="32139"/>
                    </a:cubicBezTo>
                    <a:cubicBezTo>
                      <a:pt x="57705" y="29648"/>
                      <a:pt x="58949" y="27157"/>
                      <a:pt x="61437" y="25912"/>
                    </a:cubicBezTo>
                    <a:cubicBezTo>
                      <a:pt x="63925" y="24666"/>
                      <a:pt x="66415" y="23421"/>
                      <a:pt x="67659" y="25912"/>
                    </a:cubicBezTo>
                    <a:cubicBezTo>
                      <a:pt x="152253" y="63274"/>
                      <a:pt x="378673" y="136752"/>
                      <a:pt x="676001" y="100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9" name="Freeform 218">
                <a:extLst>
                  <a:ext uri="{FF2B5EF4-FFF2-40B4-BE49-F238E27FC236}">
                    <a16:creationId xmlns:a16="http://schemas.microsoft.com/office/drawing/2014/main" id="{ABEA57F4-2A82-954C-8B4C-46EB0FC39BA2}"/>
                  </a:ext>
                </a:extLst>
              </p:cNvPr>
              <p:cNvSpPr/>
              <p:nvPr/>
            </p:nvSpPr>
            <p:spPr>
              <a:xfrm>
                <a:off x="18253344" y="8719867"/>
                <a:ext cx="370000" cy="3302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8" h="266">
                    <a:moveTo>
                      <a:pt x="86" y="121"/>
                    </a:moveTo>
                    <a:cubicBezTo>
                      <a:pt x="86" y="121"/>
                      <a:pt x="98" y="174"/>
                      <a:pt x="43" y="190"/>
                    </a:cubicBezTo>
                    <a:cubicBezTo>
                      <a:pt x="29" y="194"/>
                      <a:pt x="14" y="200"/>
                      <a:pt x="0" y="207"/>
                    </a:cubicBezTo>
                    <a:cubicBezTo>
                      <a:pt x="22" y="214"/>
                      <a:pt x="58" y="231"/>
                      <a:pt x="58" y="266"/>
                    </a:cubicBezTo>
                    <a:lnTo>
                      <a:pt x="298" y="266"/>
                    </a:lnTo>
                    <a:lnTo>
                      <a:pt x="287" y="0"/>
                    </a:lnTo>
                    <a:lnTo>
                      <a:pt x="68" y="0"/>
                    </a:lnTo>
                    <a:cubicBezTo>
                      <a:pt x="79" y="72"/>
                      <a:pt x="86" y="121"/>
                      <a:pt x="86" y="12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A3B931D2-63D7-C74E-A730-7EDEB179E484}"/>
                  </a:ext>
                </a:extLst>
              </p:cNvPr>
              <p:cNvSpPr/>
              <p:nvPr/>
            </p:nvSpPr>
            <p:spPr>
              <a:xfrm>
                <a:off x="18245866" y="8712389"/>
                <a:ext cx="384950" cy="345206"/>
              </a:xfrm>
              <a:custGeom>
                <a:avLst/>
                <a:gdLst>
                  <a:gd name="connsiteX0" fmla="*/ 100644 w 384950"/>
                  <a:gd name="connsiteY0" fmla="*/ 14955 h 345206"/>
                  <a:gd name="connsiteX1" fmla="*/ 121746 w 384950"/>
                  <a:gd name="connsiteY1" fmla="*/ 156464 h 345206"/>
                  <a:gd name="connsiteX2" fmla="*/ 63406 w 384950"/>
                  <a:gd name="connsiteY2" fmla="*/ 250803 h 345206"/>
                  <a:gd name="connsiteX3" fmla="*/ 27410 w 384950"/>
                  <a:gd name="connsiteY3" fmla="*/ 264457 h 345206"/>
                  <a:gd name="connsiteX4" fmla="*/ 86990 w 384950"/>
                  <a:gd name="connsiteY4" fmla="*/ 329005 h 345206"/>
                  <a:gd name="connsiteX5" fmla="*/ 368758 w 384950"/>
                  <a:gd name="connsiteY5" fmla="*/ 329005 h 345206"/>
                  <a:gd name="connsiteX6" fmla="*/ 357586 w 384950"/>
                  <a:gd name="connsiteY6" fmla="*/ 14955 h 345206"/>
                  <a:gd name="connsiteX7" fmla="*/ 91892 w 384950"/>
                  <a:gd name="connsiteY7" fmla="*/ 0 h 345206"/>
                  <a:gd name="connsiteX8" fmla="*/ 363840 w 384950"/>
                  <a:gd name="connsiteY8" fmla="*/ 0 h 345206"/>
                  <a:gd name="connsiteX9" fmla="*/ 371290 w 384950"/>
                  <a:gd name="connsiteY9" fmla="*/ 7450 h 345206"/>
                  <a:gd name="connsiteX10" fmla="*/ 384950 w 384950"/>
                  <a:gd name="connsiteY10" fmla="*/ 336514 h 345206"/>
                  <a:gd name="connsiteX11" fmla="*/ 382466 w 384950"/>
                  <a:gd name="connsiteY11" fmla="*/ 342723 h 345206"/>
                  <a:gd name="connsiteX12" fmla="*/ 377500 w 384950"/>
                  <a:gd name="connsiteY12" fmla="*/ 345206 h 345206"/>
                  <a:gd name="connsiteX13" fmla="*/ 79474 w 384950"/>
                  <a:gd name="connsiteY13" fmla="*/ 345206 h 345206"/>
                  <a:gd name="connsiteX14" fmla="*/ 72022 w 384950"/>
                  <a:gd name="connsiteY14" fmla="*/ 337755 h 345206"/>
                  <a:gd name="connsiteX15" fmla="*/ 4968 w 384950"/>
                  <a:gd name="connsiteY15" fmla="*/ 273185 h 345206"/>
                  <a:gd name="connsiteX16" fmla="*/ 0 w 384950"/>
                  <a:gd name="connsiteY16" fmla="*/ 265734 h 345206"/>
                  <a:gd name="connsiteX17" fmla="*/ 2484 w 384950"/>
                  <a:gd name="connsiteY17" fmla="*/ 259525 h 345206"/>
                  <a:gd name="connsiteX18" fmla="*/ 58364 w 384950"/>
                  <a:gd name="connsiteY18" fmla="*/ 235932 h 345206"/>
                  <a:gd name="connsiteX19" fmla="*/ 106792 w 384950"/>
                  <a:gd name="connsiteY19" fmla="*/ 160186 h 345206"/>
                  <a:gd name="connsiteX20" fmla="*/ 106792 w 384950"/>
                  <a:gd name="connsiteY20" fmla="*/ 158944 h 345206"/>
                  <a:gd name="connsiteX21" fmla="*/ 85682 w 384950"/>
                  <a:gd name="connsiteY21" fmla="*/ 8692 h 345206"/>
                  <a:gd name="connsiteX22" fmla="*/ 86924 w 384950"/>
                  <a:gd name="connsiteY22" fmla="*/ 3725 h 345206"/>
                  <a:gd name="connsiteX23" fmla="*/ 91892 w 384950"/>
                  <a:gd name="connsiteY23" fmla="*/ 0 h 345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84950" h="345206">
                    <a:moveTo>
                      <a:pt x="100644" y="14955"/>
                    </a:moveTo>
                    <a:cubicBezTo>
                      <a:pt x="113058" y="96881"/>
                      <a:pt x="121746" y="153981"/>
                      <a:pt x="121746" y="156464"/>
                    </a:cubicBezTo>
                    <a:cubicBezTo>
                      <a:pt x="122988" y="161429"/>
                      <a:pt x="134158" y="230942"/>
                      <a:pt x="63406" y="250803"/>
                    </a:cubicBezTo>
                    <a:cubicBezTo>
                      <a:pt x="49752" y="254527"/>
                      <a:pt x="38582" y="259492"/>
                      <a:pt x="27410" y="264457"/>
                    </a:cubicBezTo>
                    <a:cubicBezTo>
                      <a:pt x="52236" y="274388"/>
                      <a:pt x="83266" y="294248"/>
                      <a:pt x="86990" y="329005"/>
                    </a:cubicBezTo>
                    <a:lnTo>
                      <a:pt x="368758" y="329005"/>
                    </a:lnTo>
                    <a:lnTo>
                      <a:pt x="357586" y="14955"/>
                    </a:lnTo>
                    <a:close/>
                    <a:moveTo>
                      <a:pt x="91892" y="0"/>
                    </a:moveTo>
                    <a:lnTo>
                      <a:pt x="363840" y="0"/>
                    </a:lnTo>
                    <a:cubicBezTo>
                      <a:pt x="368806" y="0"/>
                      <a:pt x="371290" y="3725"/>
                      <a:pt x="371290" y="7450"/>
                    </a:cubicBezTo>
                    <a:lnTo>
                      <a:pt x="384950" y="336514"/>
                    </a:lnTo>
                    <a:cubicBezTo>
                      <a:pt x="384950" y="338997"/>
                      <a:pt x="384950" y="340239"/>
                      <a:pt x="382466" y="342723"/>
                    </a:cubicBezTo>
                    <a:cubicBezTo>
                      <a:pt x="381224" y="342723"/>
                      <a:pt x="378742" y="345206"/>
                      <a:pt x="377500" y="345206"/>
                    </a:cubicBezTo>
                    <a:lnTo>
                      <a:pt x="79474" y="345206"/>
                    </a:lnTo>
                    <a:cubicBezTo>
                      <a:pt x="75748" y="345206"/>
                      <a:pt x="72022" y="340239"/>
                      <a:pt x="72022" y="337755"/>
                    </a:cubicBezTo>
                    <a:cubicBezTo>
                      <a:pt x="72022" y="298020"/>
                      <a:pt x="29802" y="280635"/>
                      <a:pt x="4968" y="273185"/>
                    </a:cubicBezTo>
                    <a:cubicBezTo>
                      <a:pt x="1242" y="271943"/>
                      <a:pt x="0" y="268218"/>
                      <a:pt x="0" y="265734"/>
                    </a:cubicBezTo>
                    <a:cubicBezTo>
                      <a:pt x="0" y="262009"/>
                      <a:pt x="1242" y="259525"/>
                      <a:pt x="2484" y="259525"/>
                    </a:cubicBezTo>
                    <a:cubicBezTo>
                      <a:pt x="21110" y="248350"/>
                      <a:pt x="39736" y="240899"/>
                      <a:pt x="58364" y="235932"/>
                    </a:cubicBezTo>
                    <a:cubicBezTo>
                      <a:pt x="119210" y="219789"/>
                      <a:pt x="106792" y="161427"/>
                      <a:pt x="106792" y="160186"/>
                    </a:cubicBezTo>
                    <a:lnTo>
                      <a:pt x="106792" y="158944"/>
                    </a:lnTo>
                    <a:cubicBezTo>
                      <a:pt x="106792" y="158944"/>
                      <a:pt x="96858" y="96856"/>
                      <a:pt x="85682" y="8692"/>
                    </a:cubicBezTo>
                    <a:cubicBezTo>
                      <a:pt x="84440" y="6209"/>
                      <a:pt x="85682" y="4967"/>
                      <a:pt x="86924" y="3725"/>
                    </a:cubicBezTo>
                    <a:cubicBezTo>
                      <a:pt x="88166" y="1242"/>
                      <a:pt x="90650" y="0"/>
                      <a:pt x="918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0BDDC316-6608-574C-853E-EBC14ED8547E}"/>
                  </a:ext>
                </a:extLst>
              </p:cNvPr>
              <p:cNvSpPr/>
              <p:nvPr/>
            </p:nvSpPr>
            <p:spPr>
              <a:xfrm>
                <a:off x="17980515" y="5831107"/>
                <a:ext cx="1215893" cy="11103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77" h="892">
                    <a:moveTo>
                      <a:pt x="977" y="278"/>
                    </a:moveTo>
                    <a:cubicBezTo>
                      <a:pt x="948" y="238"/>
                      <a:pt x="839" y="113"/>
                      <a:pt x="808" y="80"/>
                    </a:cubicBezTo>
                    <a:cubicBezTo>
                      <a:pt x="730" y="-5"/>
                      <a:pt x="618" y="1"/>
                      <a:pt x="618" y="1"/>
                    </a:cubicBezTo>
                    <a:lnTo>
                      <a:pt x="354" y="1"/>
                    </a:lnTo>
                    <a:cubicBezTo>
                      <a:pt x="354" y="1"/>
                      <a:pt x="267" y="-21"/>
                      <a:pt x="129" y="157"/>
                    </a:cubicBezTo>
                    <a:cubicBezTo>
                      <a:pt x="76" y="226"/>
                      <a:pt x="33" y="281"/>
                      <a:pt x="0" y="323"/>
                    </a:cubicBezTo>
                    <a:cubicBezTo>
                      <a:pt x="26" y="363"/>
                      <a:pt x="91" y="454"/>
                      <a:pt x="171" y="529"/>
                    </a:cubicBezTo>
                    <a:cubicBezTo>
                      <a:pt x="184" y="516"/>
                      <a:pt x="192" y="506"/>
                      <a:pt x="192" y="506"/>
                    </a:cubicBezTo>
                    <a:cubicBezTo>
                      <a:pt x="192" y="506"/>
                      <a:pt x="189" y="556"/>
                      <a:pt x="250" y="606"/>
                    </a:cubicBezTo>
                    <a:cubicBezTo>
                      <a:pt x="250" y="606"/>
                      <a:pt x="264" y="702"/>
                      <a:pt x="265" y="848"/>
                    </a:cubicBezTo>
                    <a:cubicBezTo>
                      <a:pt x="329" y="877"/>
                      <a:pt x="515" y="939"/>
                      <a:pt x="759" y="829"/>
                    </a:cubicBezTo>
                    <a:cubicBezTo>
                      <a:pt x="740" y="795"/>
                      <a:pt x="722" y="766"/>
                      <a:pt x="709" y="738"/>
                    </a:cubicBezTo>
                    <a:cubicBezTo>
                      <a:pt x="676" y="666"/>
                      <a:pt x="752" y="401"/>
                      <a:pt x="752" y="401"/>
                    </a:cubicBezTo>
                    <a:lnTo>
                      <a:pt x="821" y="454"/>
                    </a:lnTo>
                    <a:cubicBezTo>
                      <a:pt x="853" y="429"/>
                      <a:pt x="924" y="375"/>
                      <a:pt x="977" y="27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CDA1385D-CE46-1242-AB3C-870430174778}"/>
                  </a:ext>
                </a:extLst>
              </p:cNvPr>
              <p:cNvSpPr/>
              <p:nvPr/>
            </p:nvSpPr>
            <p:spPr>
              <a:xfrm>
                <a:off x="17974598" y="5823798"/>
                <a:ext cx="1230723" cy="1125177"/>
              </a:xfrm>
              <a:custGeom>
                <a:avLst/>
                <a:gdLst>
                  <a:gd name="connsiteX0" fmla="*/ 439123 w 1230723"/>
                  <a:gd name="connsiteY0" fmla="*/ 14293 h 1125177"/>
                  <a:gd name="connsiteX1" fmla="*/ 172691 w 1230723"/>
                  <a:gd name="connsiteY1" fmla="*/ 206487 h 1125177"/>
                  <a:gd name="connsiteX2" fmla="*/ 15885 w 1230723"/>
                  <a:gd name="connsiteY2" fmla="*/ 408147 h 1125177"/>
                  <a:gd name="connsiteX3" fmla="*/ 218737 w 1230723"/>
                  <a:gd name="connsiteY3" fmla="*/ 653374 h 1125177"/>
                  <a:gd name="connsiteX4" fmla="*/ 239895 w 1230723"/>
                  <a:gd name="connsiteY4" fmla="*/ 630968 h 1125177"/>
                  <a:gd name="connsiteX5" fmla="*/ 248605 w 1230723"/>
                  <a:gd name="connsiteY5" fmla="*/ 629723 h 1125177"/>
                  <a:gd name="connsiteX6" fmla="*/ 252339 w 1230723"/>
                  <a:gd name="connsiteY6" fmla="*/ 637192 h 1125177"/>
                  <a:gd name="connsiteX7" fmla="*/ 322031 w 1230723"/>
                  <a:gd name="connsiteY7" fmla="*/ 754204 h 1125177"/>
                  <a:gd name="connsiteX8" fmla="*/ 324521 w 1230723"/>
                  <a:gd name="connsiteY8" fmla="*/ 759183 h 1125177"/>
                  <a:gd name="connsiteX9" fmla="*/ 343187 w 1230723"/>
                  <a:gd name="connsiteY9" fmla="*/ 1056693 h 1125177"/>
                  <a:gd name="connsiteX10" fmla="*/ 939301 w 1230723"/>
                  <a:gd name="connsiteY10" fmla="*/ 1034287 h 1125177"/>
                  <a:gd name="connsiteX11" fmla="*/ 933079 w 1230723"/>
                  <a:gd name="connsiteY11" fmla="*/ 1024328 h 1125177"/>
                  <a:gd name="connsiteX12" fmla="*/ 880811 w 1230723"/>
                  <a:gd name="connsiteY12" fmla="*/ 928478 h 1125177"/>
                  <a:gd name="connsiteX13" fmla="*/ 934323 w 1230723"/>
                  <a:gd name="connsiteY13" fmla="*/ 502752 h 1125177"/>
                  <a:gd name="connsiteX14" fmla="*/ 938057 w 1230723"/>
                  <a:gd name="connsiteY14" fmla="*/ 497773 h 1125177"/>
                  <a:gd name="connsiteX15" fmla="*/ 945525 w 1230723"/>
                  <a:gd name="connsiteY15" fmla="*/ 499018 h 1125177"/>
                  <a:gd name="connsiteX16" fmla="*/ 1027661 w 1230723"/>
                  <a:gd name="connsiteY16" fmla="*/ 562503 h 1125177"/>
                  <a:gd name="connsiteX17" fmla="*/ 1213091 w 1230723"/>
                  <a:gd name="connsiteY17" fmla="*/ 352130 h 1125177"/>
                  <a:gd name="connsiteX18" fmla="*/ 1006505 w 1230723"/>
                  <a:gd name="connsiteY18" fmla="*/ 110637 h 1125177"/>
                  <a:gd name="connsiteX19" fmla="*/ 776273 w 1230723"/>
                  <a:gd name="connsiteY19" fmla="*/ 14786 h 1125177"/>
                  <a:gd name="connsiteX20" fmla="*/ 446481 w 1230723"/>
                  <a:gd name="connsiteY20" fmla="*/ 14786 h 1125177"/>
                  <a:gd name="connsiteX21" fmla="*/ 443991 w 1230723"/>
                  <a:gd name="connsiteY21" fmla="*/ 14786 h 1125177"/>
                  <a:gd name="connsiteX22" fmla="*/ 439123 w 1230723"/>
                  <a:gd name="connsiteY22" fmla="*/ 14293 h 1125177"/>
                  <a:gd name="connsiteX23" fmla="*/ 439879 w 1230723"/>
                  <a:gd name="connsiteY23" fmla="*/ 85 h 1125177"/>
                  <a:gd name="connsiteX24" fmla="*/ 448965 w 1230723"/>
                  <a:gd name="connsiteY24" fmla="*/ 1077 h 1125177"/>
                  <a:gd name="connsiteX25" fmla="*/ 776277 w 1230723"/>
                  <a:gd name="connsiteY25" fmla="*/ 1077 h 1125177"/>
                  <a:gd name="connsiteX26" fmla="*/ 1018961 w 1230723"/>
                  <a:gd name="connsiteY26" fmla="*/ 101910 h 1125177"/>
                  <a:gd name="connsiteX27" fmla="*/ 1229287 w 1230723"/>
                  <a:gd name="connsiteY27" fmla="*/ 348390 h 1125177"/>
                  <a:gd name="connsiteX28" fmla="*/ 1229287 w 1230723"/>
                  <a:gd name="connsiteY28" fmla="*/ 357104 h 1125177"/>
                  <a:gd name="connsiteX29" fmla="*/ 1035139 w 1230723"/>
                  <a:gd name="connsiteY29" fmla="*/ 577443 h 1125177"/>
                  <a:gd name="connsiteX30" fmla="*/ 1033895 w 1230723"/>
                  <a:gd name="connsiteY30" fmla="*/ 578688 h 1125177"/>
                  <a:gd name="connsiteX31" fmla="*/ 1023939 w 1230723"/>
                  <a:gd name="connsiteY31" fmla="*/ 578688 h 1125177"/>
                  <a:gd name="connsiteX32" fmla="*/ 946777 w 1230723"/>
                  <a:gd name="connsiteY32" fmla="*/ 517690 h 1125177"/>
                  <a:gd name="connsiteX33" fmla="*/ 895751 w 1230723"/>
                  <a:gd name="connsiteY33" fmla="*/ 923511 h 1125177"/>
                  <a:gd name="connsiteX34" fmla="*/ 946777 w 1230723"/>
                  <a:gd name="connsiteY34" fmla="*/ 1018120 h 1125177"/>
                  <a:gd name="connsiteX35" fmla="*/ 957979 w 1230723"/>
                  <a:gd name="connsiteY35" fmla="*/ 1035548 h 1125177"/>
                  <a:gd name="connsiteX36" fmla="*/ 957979 w 1230723"/>
                  <a:gd name="connsiteY36" fmla="*/ 1040527 h 1125177"/>
                  <a:gd name="connsiteX37" fmla="*/ 954245 w 1230723"/>
                  <a:gd name="connsiteY37" fmla="*/ 1045507 h 1125177"/>
                  <a:gd name="connsiteX38" fmla="*/ 605775 w 1230723"/>
                  <a:gd name="connsiteY38" fmla="*/ 1125177 h 1125177"/>
                  <a:gd name="connsiteX39" fmla="*/ 334469 w 1230723"/>
                  <a:gd name="connsiteY39" fmla="*/ 1070404 h 1125177"/>
                  <a:gd name="connsiteX40" fmla="*/ 329489 w 1230723"/>
                  <a:gd name="connsiteY40" fmla="*/ 1062935 h 1125177"/>
                  <a:gd name="connsiteX41" fmla="*/ 312067 w 1230723"/>
                  <a:gd name="connsiteY41" fmla="*/ 765415 h 1125177"/>
                  <a:gd name="connsiteX42" fmla="*/ 239883 w 1230723"/>
                  <a:gd name="connsiteY42" fmla="*/ 654624 h 1125177"/>
                  <a:gd name="connsiteX43" fmla="*/ 224949 w 1230723"/>
                  <a:gd name="connsiteY43" fmla="*/ 670807 h 1125177"/>
                  <a:gd name="connsiteX44" fmla="*/ 214993 w 1230723"/>
                  <a:gd name="connsiteY44" fmla="*/ 670807 h 1125177"/>
                  <a:gd name="connsiteX45" fmla="*/ 933 w 1230723"/>
                  <a:gd name="connsiteY45" fmla="*/ 414368 h 1125177"/>
                  <a:gd name="connsiteX46" fmla="*/ 933 w 1230723"/>
                  <a:gd name="connsiteY46" fmla="*/ 404409 h 1125177"/>
                  <a:gd name="connsiteX47" fmla="*/ 161479 w 1230723"/>
                  <a:gd name="connsiteY47" fmla="*/ 199008 h 1125177"/>
                  <a:gd name="connsiteX48" fmla="*/ 439879 w 1230723"/>
                  <a:gd name="connsiteY48" fmla="*/ 85 h 1125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1230723" h="1125177">
                    <a:moveTo>
                      <a:pt x="439123" y="14293"/>
                    </a:moveTo>
                    <a:cubicBezTo>
                      <a:pt x="416613" y="13152"/>
                      <a:pt x="317519" y="20232"/>
                      <a:pt x="172691" y="206487"/>
                    </a:cubicBezTo>
                    <a:cubicBezTo>
                      <a:pt x="107977" y="289889"/>
                      <a:pt x="55709" y="355864"/>
                      <a:pt x="15885" y="408147"/>
                    </a:cubicBezTo>
                    <a:cubicBezTo>
                      <a:pt x="46997" y="456694"/>
                      <a:pt x="122911" y="563748"/>
                      <a:pt x="218737" y="653374"/>
                    </a:cubicBezTo>
                    <a:cubicBezTo>
                      <a:pt x="231183" y="639681"/>
                      <a:pt x="238649" y="632213"/>
                      <a:pt x="239895" y="630968"/>
                    </a:cubicBezTo>
                    <a:cubicBezTo>
                      <a:pt x="241139" y="628478"/>
                      <a:pt x="244873" y="628478"/>
                      <a:pt x="248605" y="629723"/>
                    </a:cubicBezTo>
                    <a:cubicBezTo>
                      <a:pt x="251095" y="629723"/>
                      <a:pt x="252339" y="633457"/>
                      <a:pt x="252339" y="637192"/>
                    </a:cubicBezTo>
                    <a:cubicBezTo>
                      <a:pt x="252339" y="637192"/>
                      <a:pt x="251095" y="695698"/>
                      <a:pt x="322031" y="754204"/>
                    </a:cubicBezTo>
                    <a:cubicBezTo>
                      <a:pt x="323275" y="755449"/>
                      <a:pt x="324521" y="757938"/>
                      <a:pt x="324521" y="759183"/>
                    </a:cubicBezTo>
                    <a:cubicBezTo>
                      <a:pt x="324521" y="760428"/>
                      <a:pt x="340699" y="878685"/>
                      <a:pt x="343187" y="1056693"/>
                    </a:cubicBezTo>
                    <a:cubicBezTo>
                      <a:pt x="430303" y="1095282"/>
                      <a:pt x="650579" y="1162502"/>
                      <a:pt x="939301" y="1034287"/>
                    </a:cubicBezTo>
                    <a:lnTo>
                      <a:pt x="933079" y="1024328"/>
                    </a:lnTo>
                    <a:cubicBezTo>
                      <a:pt x="913167" y="989473"/>
                      <a:pt x="894499" y="958353"/>
                      <a:pt x="880811" y="928478"/>
                    </a:cubicBezTo>
                    <a:cubicBezTo>
                      <a:pt x="839741" y="836362"/>
                      <a:pt x="930591" y="516445"/>
                      <a:pt x="934323" y="502752"/>
                    </a:cubicBezTo>
                    <a:cubicBezTo>
                      <a:pt x="934323" y="500263"/>
                      <a:pt x="936813" y="497773"/>
                      <a:pt x="938057" y="497773"/>
                    </a:cubicBezTo>
                    <a:cubicBezTo>
                      <a:pt x="941791" y="496528"/>
                      <a:pt x="944279" y="497773"/>
                      <a:pt x="945525" y="499018"/>
                    </a:cubicBezTo>
                    <a:lnTo>
                      <a:pt x="1027661" y="562503"/>
                    </a:lnTo>
                    <a:cubicBezTo>
                      <a:pt x="1069973" y="530138"/>
                      <a:pt x="1149621" y="465408"/>
                      <a:pt x="1213091" y="352130"/>
                    </a:cubicBezTo>
                    <a:cubicBezTo>
                      <a:pt x="1173267" y="299848"/>
                      <a:pt x="1045083" y="151715"/>
                      <a:pt x="1006505" y="110637"/>
                    </a:cubicBezTo>
                    <a:cubicBezTo>
                      <a:pt x="911923" y="8562"/>
                      <a:pt x="777517" y="14786"/>
                      <a:pt x="776273" y="14786"/>
                    </a:cubicBezTo>
                    <a:lnTo>
                      <a:pt x="446481" y="14786"/>
                    </a:lnTo>
                    <a:cubicBezTo>
                      <a:pt x="446481" y="14786"/>
                      <a:pt x="445237" y="14786"/>
                      <a:pt x="443991" y="14786"/>
                    </a:cubicBezTo>
                    <a:cubicBezTo>
                      <a:pt x="443991" y="14786"/>
                      <a:pt x="442339" y="14456"/>
                      <a:pt x="439123" y="14293"/>
                    </a:cubicBezTo>
                    <a:close/>
                    <a:moveTo>
                      <a:pt x="439879" y="85"/>
                    </a:moveTo>
                    <a:cubicBezTo>
                      <a:pt x="444357" y="280"/>
                      <a:pt x="447409" y="766"/>
                      <a:pt x="448965" y="1077"/>
                    </a:cubicBezTo>
                    <a:lnTo>
                      <a:pt x="776277" y="1077"/>
                    </a:lnTo>
                    <a:cubicBezTo>
                      <a:pt x="781255" y="1077"/>
                      <a:pt x="919399" y="-5148"/>
                      <a:pt x="1018961" y="101910"/>
                    </a:cubicBezTo>
                    <a:cubicBezTo>
                      <a:pt x="1058785" y="144235"/>
                      <a:pt x="1193195" y="298596"/>
                      <a:pt x="1229287" y="348390"/>
                    </a:cubicBezTo>
                    <a:cubicBezTo>
                      <a:pt x="1230531" y="350880"/>
                      <a:pt x="1231775" y="353370"/>
                      <a:pt x="1229287" y="357104"/>
                    </a:cubicBezTo>
                    <a:cubicBezTo>
                      <a:pt x="1163327" y="479100"/>
                      <a:pt x="1076209" y="545077"/>
                      <a:pt x="1035139" y="577443"/>
                    </a:cubicBezTo>
                    <a:lnTo>
                      <a:pt x="1033895" y="578688"/>
                    </a:lnTo>
                    <a:cubicBezTo>
                      <a:pt x="1031405" y="581177"/>
                      <a:pt x="1027673" y="581177"/>
                      <a:pt x="1023939" y="578688"/>
                    </a:cubicBezTo>
                    <a:lnTo>
                      <a:pt x="946777" y="517690"/>
                    </a:lnTo>
                    <a:cubicBezTo>
                      <a:pt x="931843" y="576198"/>
                      <a:pt x="860905" y="845086"/>
                      <a:pt x="895751" y="923511"/>
                    </a:cubicBezTo>
                    <a:cubicBezTo>
                      <a:pt x="910687" y="952143"/>
                      <a:pt x="928109" y="982019"/>
                      <a:pt x="946777" y="1018120"/>
                    </a:cubicBezTo>
                    <a:lnTo>
                      <a:pt x="957979" y="1035548"/>
                    </a:lnTo>
                    <a:cubicBezTo>
                      <a:pt x="959223" y="1036793"/>
                      <a:pt x="959223" y="1039283"/>
                      <a:pt x="957979" y="1040527"/>
                    </a:cubicBezTo>
                    <a:cubicBezTo>
                      <a:pt x="957979" y="1043017"/>
                      <a:pt x="956735" y="1044262"/>
                      <a:pt x="954245" y="1045507"/>
                    </a:cubicBezTo>
                    <a:cubicBezTo>
                      <a:pt x="822325" y="1105260"/>
                      <a:pt x="704095" y="1125177"/>
                      <a:pt x="605775" y="1125177"/>
                    </a:cubicBezTo>
                    <a:cubicBezTo>
                      <a:pt x="477589" y="1125177"/>
                      <a:pt x="383005" y="1092811"/>
                      <a:pt x="334469" y="1070404"/>
                    </a:cubicBezTo>
                    <a:cubicBezTo>
                      <a:pt x="331979" y="1067914"/>
                      <a:pt x="329489" y="1066669"/>
                      <a:pt x="329489" y="1062935"/>
                    </a:cubicBezTo>
                    <a:cubicBezTo>
                      <a:pt x="328245" y="898614"/>
                      <a:pt x="314555" y="784088"/>
                      <a:pt x="312067" y="765415"/>
                    </a:cubicBezTo>
                    <a:cubicBezTo>
                      <a:pt x="259797" y="721846"/>
                      <a:pt x="244861" y="679521"/>
                      <a:pt x="239883" y="654624"/>
                    </a:cubicBezTo>
                    <a:cubicBezTo>
                      <a:pt x="236151" y="659603"/>
                      <a:pt x="231171" y="665827"/>
                      <a:pt x="224949" y="670807"/>
                    </a:cubicBezTo>
                    <a:cubicBezTo>
                      <a:pt x="222461" y="674541"/>
                      <a:pt x="217483" y="674541"/>
                      <a:pt x="214993" y="670807"/>
                    </a:cubicBezTo>
                    <a:cubicBezTo>
                      <a:pt x="112941" y="576198"/>
                      <a:pt x="30803" y="459182"/>
                      <a:pt x="933" y="414368"/>
                    </a:cubicBezTo>
                    <a:cubicBezTo>
                      <a:pt x="-311" y="410633"/>
                      <a:pt x="-311" y="408143"/>
                      <a:pt x="933" y="404409"/>
                    </a:cubicBezTo>
                    <a:cubicBezTo>
                      <a:pt x="43247" y="352125"/>
                      <a:pt x="95517" y="282413"/>
                      <a:pt x="161479" y="199008"/>
                    </a:cubicBezTo>
                    <a:cubicBezTo>
                      <a:pt x="307399" y="11659"/>
                      <a:pt x="408537" y="-1277"/>
                      <a:pt x="439879" y="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1E4FE969-8504-124B-8ABC-055047D22264}"/>
                  </a:ext>
                </a:extLst>
              </p:cNvPr>
              <p:cNvSpPr/>
              <p:nvPr/>
            </p:nvSpPr>
            <p:spPr>
              <a:xfrm>
                <a:off x="18164893" y="5224193"/>
                <a:ext cx="178148" cy="4710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4" h="379">
                    <a:moveTo>
                      <a:pt x="57" y="2"/>
                    </a:moveTo>
                    <a:cubicBezTo>
                      <a:pt x="56" y="0"/>
                      <a:pt x="54" y="-1"/>
                      <a:pt x="51" y="0"/>
                    </a:cubicBezTo>
                    <a:cubicBezTo>
                      <a:pt x="49" y="0"/>
                      <a:pt x="47" y="2"/>
                      <a:pt x="47" y="5"/>
                    </a:cubicBezTo>
                    <a:cubicBezTo>
                      <a:pt x="46" y="7"/>
                      <a:pt x="9" y="213"/>
                      <a:pt x="0" y="355"/>
                    </a:cubicBezTo>
                    <a:cubicBezTo>
                      <a:pt x="0" y="357"/>
                      <a:pt x="2" y="360"/>
                      <a:pt x="4" y="361"/>
                    </a:cubicBezTo>
                    <a:cubicBezTo>
                      <a:pt x="6" y="361"/>
                      <a:pt x="45" y="379"/>
                      <a:pt x="86" y="379"/>
                    </a:cubicBezTo>
                    <a:lnTo>
                      <a:pt x="87" y="379"/>
                    </a:lnTo>
                    <a:cubicBezTo>
                      <a:pt x="125" y="378"/>
                      <a:pt x="139" y="373"/>
                      <a:pt x="140" y="373"/>
                    </a:cubicBezTo>
                    <a:cubicBezTo>
                      <a:pt x="142" y="373"/>
                      <a:pt x="144" y="370"/>
                      <a:pt x="144" y="367"/>
                    </a:cubicBezTo>
                    <a:cubicBezTo>
                      <a:pt x="143" y="355"/>
                      <a:pt x="112" y="65"/>
                      <a:pt x="57" y="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F7D22530-AA10-6949-AD7A-87AF41A328A0}"/>
                  </a:ext>
                </a:extLst>
              </p:cNvPr>
              <p:cNvSpPr/>
              <p:nvPr/>
            </p:nvSpPr>
            <p:spPr>
              <a:xfrm>
                <a:off x="18240886" y="5179329"/>
                <a:ext cx="447239" cy="79135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0" h="636">
                    <a:moveTo>
                      <a:pt x="193" y="0"/>
                    </a:moveTo>
                    <a:cubicBezTo>
                      <a:pt x="115" y="-3"/>
                      <a:pt x="14" y="32"/>
                      <a:pt x="6" y="109"/>
                    </a:cubicBezTo>
                    <a:cubicBezTo>
                      <a:pt x="1" y="159"/>
                      <a:pt x="-19" y="398"/>
                      <a:pt x="60" y="422"/>
                    </a:cubicBezTo>
                    <a:cubicBezTo>
                      <a:pt x="87" y="430"/>
                      <a:pt x="117" y="424"/>
                      <a:pt x="145" y="419"/>
                    </a:cubicBezTo>
                    <a:lnTo>
                      <a:pt x="145" y="523"/>
                    </a:lnTo>
                    <a:cubicBezTo>
                      <a:pt x="145" y="523"/>
                      <a:pt x="149" y="627"/>
                      <a:pt x="175" y="635"/>
                    </a:cubicBezTo>
                    <a:cubicBezTo>
                      <a:pt x="216" y="648"/>
                      <a:pt x="302" y="523"/>
                      <a:pt x="302" y="523"/>
                    </a:cubicBezTo>
                    <a:lnTo>
                      <a:pt x="302" y="359"/>
                    </a:lnTo>
                    <a:cubicBezTo>
                      <a:pt x="340" y="333"/>
                      <a:pt x="350" y="278"/>
                      <a:pt x="355" y="244"/>
                    </a:cubicBezTo>
                    <a:cubicBezTo>
                      <a:pt x="375" y="93"/>
                      <a:pt x="343" y="5"/>
                      <a:pt x="193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3" name="Freeform 472">
                <a:extLst>
                  <a:ext uri="{FF2B5EF4-FFF2-40B4-BE49-F238E27FC236}">
                    <a16:creationId xmlns:a16="http://schemas.microsoft.com/office/drawing/2014/main" id="{1D6CBAC1-4ABD-C043-AD6C-6C6EE3931E7D}"/>
                  </a:ext>
                </a:extLst>
              </p:cNvPr>
              <p:cNvSpPr/>
              <p:nvPr/>
            </p:nvSpPr>
            <p:spPr>
              <a:xfrm>
                <a:off x="18233265" y="5171627"/>
                <a:ext cx="462970" cy="806535"/>
              </a:xfrm>
              <a:custGeom>
                <a:avLst/>
                <a:gdLst>
                  <a:gd name="connsiteX0" fmla="*/ 247391 w 462970"/>
                  <a:gd name="connsiteY0" fmla="*/ 15179 h 806535"/>
                  <a:gd name="connsiteX1" fmla="*/ 23791 w 462970"/>
                  <a:gd name="connsiteY1" fmla="*/ 144579 h 806535"/>
                  <a:gd name="connsiteX2" fmla="*/ 85903 w 462970"/>
                  <a:gd name="connsiteY2" fmla="*/ 525315 h 806535"/>
                  <a:gd name="connsiteX3" fmla="*/ 179069 w 462970"/>
                  <a:gd name="connsiteY3" fmla="*/ 522826 h 806535"/>
                  <a:gd name="connsiteX4" fmla="*/ 187765 w 462970"/>
                  <a:gd name="connsiteY4" fmla="*/ 521582 h 806535"/>
                  <a:gd name="connsiteX5" fmla="*/ 189007 w 462970"/>
                  <a:gd name="connsiteY5" fmla="*/ 521582 h 806535"/>
                  <a:gd name="connsiteX6" fmla="*/ 193977 w 462970"/>
                  <a:gd name="connsiteY6" fmla="*/ 522826 h 806535"/>
                  <a:gd name="connsiteX7" fmla="*/ 196461 w 462970"/>
                  <a:gd name="connsiteY7" fmla="*/ 529047 h 806535"/>
                  <a:gd name="connsiteX8" fmla="*/ 196461 w 462970"/>
                  <a:gd name="connsiteY8" fmla="*/ 658447 h 806535"/>
                  <a:gd name="connsiteX9" fmla="*/ 228759 w 462970"/>
                  <a:gd name="connsiteY9" fmla="*/ 790336 h 806535"/>
                  <a:gd name="connsiteX10" fmla="*/ 376583 w 462970"/>
                  <a:gd name="connsiteY10" fmla="*/ 657203 h 806535"/>
                  <a:gd name="connsiteX11" fmla="*/ 376583 w 462970"/>
                  <a:gd name="connsiteY11" fmla="*/ 454393 h 806535"/>
                  <a:gd name="connsiteX12" fmla="*/ 380309 w 462970"/>
                  <a:gd name="connsiteY12" fmla="*/ 448172 h 806535"/>
                  <a:gd name="connsiteX13" fmla="*/ 442421 w 462970"/>
                  <a:gd name="connsiteY13" fmla="*/ 308818 h 806535"/>
                  <a:gd name="connsiteX14" fmla="*/ 407639 w 462970"/>
                  <a:gd name="connsiteY14" fmla="*/ 74902 h 806535"/>
                  <a:gd name="connsiteX15" fmla="*/ 247391 w 462970"/>
                  <a:gd name="connsiteY15" fmla="*/ 15179 h 806535"/>
                  <a:gd name="connsiteX16" fmla="*/ 247391 w 462970"/>
                  <a:gd name="connsiteY16" fmla="*/ 225 h 806535"/>
                  <a:gd name="connsiteX17" fmla="*/ 418849 w 462970"/>
                  <a:gd name="connsiteY17" fmla="*/ 64929 h 806535"/>
                  <a:gd name="connsiteX18" fmla="*/ 456123 w 462970"/>
                  <a:gd name="connsiteY18" fmla="*/ 311302 h 806535"/>
                  <a:gd name="connsiteX19" fmla="*/ 390273 w 462970"/>
                  <a:gd name="connsiteY19" fmla="*/ 458130 h 806535"/>
                  <a:gd name="connsiteX20" fmla="*/ 390273 w 462970"/>
                  <a:gd name="connsiteY20" fmla="*/ 658463 h 806535"/>
                  <a:gd name="connsiteX21" fmla="*/ 389031 w 462970"/>
                  <a:gd name="connsiteY21" fmla="*/ 663440 h 806535"/>
                  <a:gd name="connsiteX22" fmla="*/ 232481 w 462970"/>
                  <a:gd name="connsiteY22" fmla="*/ 806535 h 806535"/>
                  <a:gd name="connsiteX23" fmla="*/ 222543 w 462970"/>
                  <a:gd name="connsiteY23" fmla="*/ 805291 h 806535"/>
                  <a:gd name="connsiteX24" fmla="*/ 186511 w 462970"/>
                  <a:gd name="connsiteY24" fmla="*/ 725655 h 806535"/>
                  <a:gd name="connsiteX25" fmla="*/ 180299 w 462970"/>
                  <a:gd name="connsiteY25" fmla="*/ 659707 h 806535"/>
                  <a:gd name="connsiteX26" fmla="*/ 180299 w 462970"/>
                  <a:gd name="connsiteY26" fmla="*/ 537765 h 806535"/>
                  <a:gd name="connsiteX27" fmla="*/ 79659 w 462970"/>
                  <a:gd name="connsiteY27" fmla="*/ 540254 h 806535"/>
                  <a:gd name="connsiteX28" fmla="*/ 7597 w 462970"/>
                  <a:gd name="connsiteY28" fmla="*/ 143320 h 806535"/>
                  <a:gd name="connsiteX29" fmla="*/ 247391 w 462970"/>
                  <a:gd name="connsiteY29" fmla="*/ 225 h 806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462970" h="806535">
                    <a:moveTo>
                      <a:pt x="247391" y="15179"/>
                    </a:moveTo>
                    <a:cubicBezTo>
                      <a:pt x="103293" y="8958"/>
                      <a:pt x="28761" y="87345"/>
                      <a:pt x="23791" y="144579"/>
                    </a:cubicBezTo>
                    <a:cubicBezTo>
                      <a:pt x="-2295" y="403380"/>
                      <a:pt x="38699" y="511628"/>
                      <a:pt x="85903" y="525315"/>
                    </a:cubicBezTo>
                    <a:cubicBezTo>
                      <a:pt x="114473" y="534024"/>
                      <a:pt x="146771" y="529047"/>
                      <a:pt x="179069" y="522826"/>
                    </a:cubicBezTo>
                    <a:lnTo>
                      <a:pt x="187765" y="521582"/>
                    </a:lnTo>
                    <a:cubicBezTo>
                      <a:pt x="189007" y="521582"/>
                      <a:pt x="189007" y="521582"/>
                      <a:pt x="189007" y="521582"/>
                    </a:cubicBezTo>
                    <a:cubicBezTo>
                      <a:pt x="191491" y="521582"/>
                      <a:pt x="192733" y="521582"/>
                      <a:pt x="193977" y="522826"/>
                    </a:cubicBezTo>
                    <a:cubicBezTo>
                      <a:pt x="195219" y="525315"/>
                      <a:pt x="196461" y="526559"/>
                      <a:pt x="196461" y="529047"/>
                    </a:cubicBezTo>
                    <a:lnTo>
                      <a:pt x="196461" y="658447"/>
                    </a:lnTo>
                    <a:cubicBezTo>
                      <a:pt x="198945" y="709461"/>
                      <a:pt x="210125" y="785359"/>
                      <a:pt x="228759" y="790336"/>
                    </a:cubicBezTo>
                    <a:cubicBezTo>
                      <a:pt x="262299" y="800290"/>
                      <a:pt x="335589" y="714438"/>
                      <a:pt x="376583" y="657203"/>
                    </a:cubicBezTo>
                    <a:lnTo>
                      <a:pt x="376583" y="454393"/>
                    </a:lnTo>
                    <a:cubicBezTo>
                      <a:pt x="376583" y="451905"/>
                      <a:pt x="377825" y="449416"/>
                      <a:pt x="380309" y="448172"/>
                    </a:cubicBezTo>
                    <a:cubicBezTo>
                      <a:pt x="422545" y="419555"/>
                      <a:pt x="436209" y="358587"/>
                      <a:pt x="442421" y="308818"/>
                    </a:cubicBezTo>
                    <a:cubicBezTo>
                      <a:pt x="457327" y="195593"/>
                      <a:pt x="447389" y="122183"/>
                      <a:pt x="407639" y="74902"/>
                    </a:cubicBezTo>
                    <a:cubicBezTo>
                      <a:pt x="375341" y="37575"/>
                      <a:pt x="323167" y="17668"/>
                      <a:pt x="247391" y="15179"/>
                    </a:cubicBezTo>
                    <a:close/>
                    <a:moveTo>
                      <a:pt x="247391" y="225"/>
                    </a:moveTo>
                    <a:cubicBezTo>
                      <a:pt x="326909" y="2714"/>
                      <a:pt x="384061" y="23867"/>
                      <a:pt x="418849" y="64929"/>
                    </a:cubicBezTo>
                    <a:cubicBezTo>
                      <a:pt x="459851" y="114701"/>
                      <a:pt x="472275" y="193093"/>
                      <a:pt x="456123" y="311302"/>
                    </a:cubicBezTo>
                    <a:cubicBezTo>
                      <a:pt x="449911" y="362318"/>
                      <a:pt x="436245" y="424533"/>
                      <a:pt x="390273" y="458130"/>
                    </a:cubicBezTo>
                    <a:lnTo>
                      <a:pt x="390273" y="658463"/>
                    </a:lnTo>
                    <a:cubicBezTo>
                      <a:pt x="390273" y="659707"/>
                      <a:pt x="390273" y="662196"/>
                      <a:pt x="389031" y="663440"/>
                    </a:cubicBezTo>
                    <a:cubicBezTo>
                      <a:pt x="377849" y="678372"/>
                      <a:pt x="288393" y="806535"/>
                      <a:pt x="232481" y="806535"/>
                    </a:cubicBezTo>
                    <a:cubicBezTo>
                      <a:pt x="228755" y="806535"/>
                      <a:pt x="225027" y="805291"/>
                      <a:pt x="222543" y="805291"/>
                    </a:cubicBezTo>
                    <a:cubicBezTo>
                      <a:pt x="205147" y="800314"/>
                      <a:pt x="193965" y="774183"/>
                      <a:pt x="186511" y="725655"/>
                    </a:cubicBezTo>
                    <a:cubicBezTo>
                      <a:pt x="181541" y="692059"/>
                      <a:pt x="180299" y="660951"/>
                      <a:pt x="180299" y="659707"/>
                    </a:cubicBezTo>
                    <a:lnTo>
                      <a:pt x="180299" y="537765"/>
                    </a:lnTo>
                    <a:cubicBezTo>
                      <a:pt x="146753" y="543987"/>
                      <a:pt x="111963" y="548964"/>
                      <a:pt x="79659" y="540254"/>
                    </a:cubicBezTo>
                    <a:cubicBezTo>
                      <a:pt x="-20979" y="509146"/>
                      <a:pt x="-1099" y="227933"/>
                      <a:pt x="7597" y="143320"/>
                    </a:cubicBezTo>
                    <a:cubicBezTo>
                      <a:pt x="17537" y="38799"/>
                      <a:pt x="154207" y="-3508"/>
                      <a:pt x="247391" y="2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BC2A7790-1AEB-634C-9125-E19038D59593}"/>
                  </a:ext>
                </a:extLst>
              </p:cNvPr>
              <p:cNvSpPr/>
              <p:nvPr/>
            </p:nvSpPr>
            <p:spPr>
              <a:xfrm>
                <a:off x="18414051" y="5675328"/>
                <a:ext cx="63535" cy="797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" h="65">
                    <a:moveTo>
                      <a:pt x="49" y="2"/>
                    </a:moveTo>
                    <a:cubicBezTo>
                      <a:pt x="46" y="0"/>
                      <a:pt x="43" y="0"/>
                      <a:pt x="41" y="1"/>
                    </a:cubicBezTo>
                    <a:cubicBezTo>
                      <a:pt x="16" y="14"/>
                      <a:pt x="6" y="16"/>
                      <a:pt x="6" y="16"/>
                    </a:cubicBezTo>
                    <a:cubicBezTo>
                      <a:pt x="3" y="16"/>
                      <a:pt x="0" y="19"/>
                      <a:pt x="0" y="22"/>
                    </a:cubicBezTo>
                    <a:lnTo>
                      <a:pt x="0" y="59"/>
                    </a:lnTo>
                    <a:cubicBezTo>
                      <a:pt x="0" y="61"/>
                      <a:pt x="1" y="63"/>
                      <a:pt x="3" y="64"/>
                    </a:cubicBezTo>
                    <a:cubicBezTo>
                      <a:pt x="3" y="65"/>
                      <a:pt x="4" y="65"/>
                      <a:pt x="6" y="65"/>
                    </a:cubicBezTo>
                    <a:cubicBezTo>
                      <a:pt x="6" y="65"/>
                      <a:pt x="7" y="65"/>
                      <a:pt x="8" y="65"/>
                    </a:cubicBezTo>
                    <a:cubicBezTo>
                      <a:pt x="34" y="59"/>
                      <a:pt x="47" y="38"/>
                      <a:pt x="51" y="21"/>
                    </a:cubicBezTo>
                    <a:cubicBezTo>
                      <a:pt x="52" y="14"/>
                      <a:pt x="53" y="6"/>
                      <a:pt x="49" y="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1CD64B62-2816-D447-AB50-A26FF06A1424}"/>
                  </a:ext>
                </a:extLst>
              </p:cNvPr>
              <p:cNvSpPr/>
              <p:nvPr/>
            </p:nvSpPr>
            <p:spPr>
              <a:xfrm>
                <a:off x="18208495" y="5060934"/>
                <a:ext cx="688923" cy="6505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4" h="523">
                    <a:moveTo>
                      <a:pt x="552" y="492"/>
                    </a:moveTo>
                    <a:cubicBezTo>
                      <a:pt x="551" y="491"/>
                      <a:pt x="477" y="427"/>
                      <a:pt x="453" y="203"/>
                    </a:cubicBezTo>
                    <a:cubicBezTo>
                      <a:pt x="437" y="60"/>
                      <a:pt x="329" y="4"/>
                      <a:pt x="232" y="0"/>
                    </a:cubicBezTo>
                    <a:cubicBezTo>
                      <a:pt x="139" y="-4"/>
                      <a:pt x="30" y="42"/>
                      <a:pt x="12" y="136"/>
                    </a:cubicBezTo>
                    <a:cubicBezTo>
                      <a:pt x="5" y="169"/>
                      <a:pt x="1" y="225"/>
                      <a:pt x="0" y="227"/>
                    </a:cubicBezTo>
                    <a:cubicBezTo>
                      <a:pt x="0" y="229"/>
                      <a:pt x="1" y="232"/>
                      <a:pt x="3" y="233"/>
                    </a:cubicBezTo>
                    <a:cubicBezTo>
                      <a:pt x="4" y="234"/>
                      <a:pt x="7" y="234"/>
                      <a:pt x="9" y="234"/>
                    </a:cubicBezTo>
                    <a:cubicBezTo>
                      <a:pt x="10" y="232"/>
                      <a:pt x="50" y="216"/>
                      <a:pt x="69" y="179"/>
                    </a:cubicBezTo>
                    <a:cubicBezTo>
                      <a:pt x="83" y="214"/>
                      <a:pt x="121" y="278"/>
                      <a:pt x="215" y="276"/>
                    </a:cubicBezTo>
                    <a:cubicBezTo>
                      <a:pt x="220" y="287"/>
                      <a:pt x="230" y="310"/>
                      <a:pt x="246" y="316"/>
                    </a:cubicBezTo>
                    <a:cubicBezTo>
                      <a:pt x="252" y="319"/>
                      <a:pt x="258" y="319"/>
                      <a:pt x="262" y="316"/>
                    </a:cubicBezTo>
                    <a:cubicBezTo>
                      <a:pt x="269" y="313"/>
                      <a:pt x="271" y="304"/>
                      <a:pt x="273" y="294"/>
                    </a:cubicBezTo>
                    <a:cubicBezTo>
                      <a:pt x="277" y="280"/>
                      <a:pt x="280" y="272"/>
                      <a:pt x="291" y="271"/>
                    </a:cubicBezTo>
                    <a:cubicBezTo>
                      <a:pt x="308" y="269"/>
                      <a:pt x="321" y="270"/>
                      <a:pt x="330" y="277"/>
                    </a:cubicBezTo>
                    <a:cubicBezTo>
                      <a:pt x="337" y="283"/>
                      <a:pt x="341" y="295"/>
                      <a:pt x="342" y="313"/>
                    </a:cubicBezTo>
                    <a:cubicBezTo>
                      <a:pt x="344" y="339"/>
                      <a:pt x="340" y="357"/>
                      <a:pt x="330" y="368"/>
                    </a:cubicBezTo>
                    <a:cubicBezTo>
                      <a:pt x="321" y="377"/>
                      <a:pt x="310" y="381"/>
                      <a:pt x="291" y="381"/>
                    </a:cubicBezTo>
                    <a:cubicBezTo>
                      <a:pt x="288" y="381"/>
                      <a:pt x="286" y="383"/>
                      <a:pt x="285" y="387"/>
                    </a:cubicBezTo>
                    <a:cubicBezTo>
                      <a:pt x="285" y="390"/>
                      <a:pt x="284" y="474"/>
                      <a:pt x="324" y="517"/>
                    </a:cubicBezTo>
                    <a:cubicBezTo>
                      <a:pt x="325" y="518"/>
                      <a:pt x="326" y="519"/>
                      <a:pt x="327" y="519"/>
                    </a:cubicBezTo>
                    <a:cubicBezTo>
                      <a:pt x="328" y="519"/>
                      <a:pt x="366" y="523"/>
                      <a:pt x="431" y="523"/>
                    </a:cubicBezTo>
                    <a:lnTo>
                      <a:pt x="433" y="523"/>
                    </a:lnTo>
                    <a:cubicBezTo>
                      <a:pt x="507" y="523"/>
                      <a:pt x="549" y="503"/>
                      <a:pt x="551" y="502"/>
                    </a:cubicBezTo>
                    <a:cubicBezTo>
                      <a:pt x="553" y="501"/>
                      <a:pt x="554" y="499"/>
                      <a:pt x="554" y="497"/>
                    </a:cubicBezTo>
                    <a:cubicBezTo>
                      <a:pt x="555" y="495"/>
                      <a:pt x="554" y="493"/>
                      <a:pt x="552" y="49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0566E050-6B26-C24D-B233-0457FF0C0FBC}"/>
                  </a:ext>
                </a:extLst>
              </p:cNvPr>
              <p:cNvSpPr/>
              <p:nvPr/>
            </p:nvSpPr>
            <p:spPr>
              <a:xfrm>
                <a:off x="18299438" y="5824872"/>
                <a:ext cx="417340" cy="26793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6" h="216">
                    <a:moveTo>
                      <a:pt x="178" y="216"/>
                    </a:moveTo>
                    <a:cubicBezTo>
                      <a:pt x="172" y="216"/>
                      <a:pt x="167" y="216"/>
                      <a:pt x="161" y="214"/>
                    </a:cubicBezTo>
                    <a:cubicBezTo>
                      <a:pt x="143" y="210"/>
                      <a:pt x="123" y="195"/>
                      <a:pt x="115" y="189"/>
                    </a:cubicBezTo>
                    <a:cubicBezTo>
                      <a:pt x="81" y="210"/>
                      <a:pt x="51" y="212"/>
                      <a:pt x="33" y="195"/>
                    </a:cubicBezTo>
                    <a:cubicBezTo>
                      <a:pt x="20" y="182"/>
                      <a:pt x="19" y="158"/>
                      <a:pt x="32" y="134"/>
                    </a:cubicBezTo>
                    <a:cubicBezTo>
                      <a:pt x="35" y="130"/>
                      <a:pt x="35" y="128"/>
                      <a:pt x="35" y="128"/>
                    </a:cubicBezTo>
                    <a:cubicBezTo>
                      <a:pt x="34" y="127"/>
                      <a:pt x="31" y="126"/>
                      <a:pt x="29" y="125"/>
                    </a:cubicBezTo>
                    <a:cubicBezTo>
                      <a:pt x="23" y="123"/>
                      <a:pt x="15" y="120"/>
                      <a:pt x="9" y="112"/>
                    </a:cubicBezTo>
                    <a:cubicBezTo>
                      <a:pt x="-21" y="76"/>
                      <a:pt x="35" y="13"/>
                      <a:pt x="38" y="11"/>
                    </a:cubicBezTo>
                    <a:cubicBezTo>
                      <a:pt x="40" y="8"/>
                      <a:pt x="44" y="8"/>
                      <a:pt x="46" y="10"/>
                    </a:cubicBezTo>
                    <a:cubicBezTo>
                      <a:pt x="49" y="13"/>
                      <a:pt x="49" y="16"/>
                      <a:pt x="47" y="19"/>
                    </a:cubicBezTo>
                    <a:cubicBezTo>
                      <a:pt x="32" y="35"/>
                      <a:pt x="-1" y="81"/>
                      <a:pt x="18" y="104"/>
                    </a:cubicBezTo>
                    <a:cubicBezTo>
                      <a:pt x="22" y="110"/>
                      <a:pt x="28" y="112"/>
                      <a:pt x="33" y="114"/>
                    </a:cubicBezTo>
                    <a:cubicBezTo>
                      <a:pt x="38" y="116"/>
                      <a:pt x="44" y="119"/>
                      <a:pt x="46" y="124"/>
                    </a:cubicBezTo>
                    <a:cubicBezTo>
                      <a:pt x="48" y="130"/>
                      <a:pt x="45" y="136"/>
                      <a:pt x="43" y="140"/>
                    </a:cubicBezTo>
                    <a:cubicBezTo>
                      <a:pt x="32" y="159"/>
                      <a:pt x="32" y="177"/>
                      <a:pt x="42" y="187"/>
                    </a:cubicBezTo>
                    <a:cubicBezTo>
                      <a:pt x="52" y="197"/>
                      <a:pt x="76" y="199"/>
                      <a:pt x="112" y="177"/>
                    </a:cubicBezTo>
                    <a:cubicBezTo>
                      <a:pt x="114" y="175"/>
                      <a:pt x="117" y="175"/>
                      <a:pt x="119" y="177"/>
                    </a:cubicBezTo>
                    <a:cubicBezTo>
                      <a:pt x="120" y="177"/>
                      <a:pt x="144" y="198"/>
                      <a:pt x="164" y="203"/>
                    </a:cubicBezTo>
                    <a:cubicBezTo>
                      <a:pt x="177" y="206"/>
                      <a:pt x="188" y="205"/>
                      <a:pt x="196" y="199"/>
                    </a:cubicBezTo>
                    <a:cubicBezTo>
                      <a:pt x="210" y="190"/>
                      <a:pt x="215" y="169"/>
                      <a:pt x="217" y="148"/>
                    </a:cubicBezTo>
                    <a:cubicBezTo>
                      <a:pt x="219" y="143"/>
                      <a:pt x="221" y="138"/>
                      <a:pt x="224" y="136"/>
                    </a:cubicBezTo>
                    <a:cubicBezTo>
                      <a:pt x="230" y="132"/>
                      <a:pt x="237" y="134"/>
                      <a:pt x="244" y="135"/>
                    </a:cubicBezTo>
                    <a:cubicBezTo>
                      <a:pt x="254" y="137"/>
                      <a:pt x="265" y="139"/>
                      <a:pt x="275" y="131"/>
                    </a:cubicBezTo>
                    <a:cubicBezTo>
                      <a:pt x="292" y="117"/>
                      <a:pt x="298" y="95"/>
                      <a:pt x="310" y="52"/>
                    </a:cubicBezTo>
                    <a:cubicBezTo>
                      <a:pt x="314" y="38"/>
                      <a:pt x="318" y="22"/>
                      <a:pt x="324" y="4"/>
                    </a:cubicBezTo>
                    <a:cubicBezTo>
                      <a:pt x="325" y="0"/>
                      <a:pt x="328" y="-1"/>
                      <a:pt x="331" y="0"/>
                    </a:cubicBezTo>
                    <a:cubicBezTo>
                      <a:pt x="334" y="1"/>
                      <a:pt x="336" y="4"/>
                      <a:pt x="336" y="7"/>
                    </a:cubicBezTo>
                    <a:cubicBezTo>
                      <a:pt x="330" y="26"/>
                      <a:pt x="325" y="41"/>
                      <a:pt x="321" y="56"/>
                    </a:cubicBezTo>
                    <a:cubicBezTo>
                      <a:pt x="309" y="101"/>
                      <a:pt x="302" y="124"/>
                      <a:pt x="283" y="140"/>
                    </a:cubicBezTo>
                    <a:cubicBezTo>
                      <a:pt x="268" y="152"/>
                      <a:pt x="252" y="149"/>
                      <a:pt x="242" y="147"/>
                    </a:cubicBezTo>
                    <a:cubicBezTo>
                      <a:pt x="238" y="147"/>
                      <a:pt x="233" y="145"/>
                      <a:pt x="232" y="147"/>
                    </a:cubicBezTo>
                    <a:cubicBezTo>
                      <a:pt x="231" y="147"/>
                      <a:pt x="230" y="148"/>
                      <a:pt x="230" y="150"/>
                    </a:cubicBezTo>
                    <a:cubicBezTo>
                      <a:pt x="226" y="174"/>
                      <a:pt x="220" y="197"/>
                      <a:pt x="202" y="210"/>
                    </a:cubicBezTo>
                    <a:cubicBezTo>
                      <a:pt x="196" y="214"/>
                      <a:pt x="187" y="216"/>
                      <a:pt x="178" y="2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8BB216EF-13C3-C84C-BD7C-A3077F28E0C7}"/>
                  </a:ext>
                </a:extLst>
              </p:cNvPr>
              <p:cNvSpPr/>
              <p:nvPr/>
            </p:nvSpPr>
            <p:spPr>
              <a:xfrm>
                <a:off x="18736711" y="6290966"/>
                <a:ext cx="621650" cy="7863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0" h="632">
                    <a:moveTo>
                      <a:pt x="277" y="143"/>
                    </a:moveTo>
                    <a:lnTo>
                      <a:pt x="104" y="421"/>
                    </a:lnTo>
                    <a:cubicBezTo>
                      <a:pt x="104" y="421"/>
                      <a:pt x="35" y="410"/>
                      <a:pt x="31" y="491"/>
                    </a:cubicBezTo>
                    <a:cubicBezTo>
                      <a:pt x="31" y="491"/>
                      <a:pt x="-9" y="534"/>
                      <a:pt x="2" y="554"/>
                    </a:cubicBezTo>
                    <a:cubicBezTo>
                      <a:pt x="10" y="566"/>
                      <a:pt x="26" y="563"/>
                      <a:pt x="26" y="563"/>
                    </a:cubicBezTo>
                    <a:cubicBezTo>
                      <a:pt x="26" y="563"/>
                      <a:pt x="21" y="579"/>
                      <a:pt x="29" y="585"/>
                    </a:cubicBezTo>
                    <a:cubicBezTo>
                      <a:pt x="37" y="592"/>
                      <a:pt x="59" y="587"/>
                      <a:pt x="59" y="587"/>
                    </a:cubicBezTo>
                    <a:cubicBezTo>
                      <a:pt x="59" y="587"/>
                      <a:pt x="55" y="606"/>
                      <a:pt x="65" y="613"/>
                    </a:cubicBezTo>
                    <a:cubicBezTo>
                      <a:pt x="76" y="620"/>
                      <a:pt x="94" y="609"/>
                      <a:pt x="94" y="609"/>
                    </a:cubicBezTo>
                    <a:cubicBezTo>
                      <a:pt x="94" y="609"/>
                      <a:pt x="96" y="632"/>
                      <a:pt x="111" y="632"/>
                    </a:cubicBezTo>
                    <a:cubicBezTo>
                      <a:pt x="153" y="632"/>
                      <a:pt x="218" y="485"/>
                      <a:pt x="218" y="485"/>
                    </a:cubicBezTo>
                    <a:cubicBezTo>
                      <a:pt x="218" y="485"/>
                      <a:pt x="497" y="228"/>
                      <a:pt x="500" y="136"/>
                    </a:cubicBezTo>
                    <a:cubicBezTo>
                      <a:pt x="501" y="71"/>
                      <a:pt x="439" y="3"/>
                      <a:pt x="439" y="3"/>
                    </a:cubicBezTo>
                    <a:cubicBezTo>
                      <a:pt x="439" y="3"/>
                      <a:pt x="381" y="-35"/>
                      <a:pt x="277" y="14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4" name="Freeform 473">
                <a:extLst>
                  <a:ext uri="{FF2B5EF4-FFF2-40B4-BE49-F238E27FC236}">
                    <a16:creationId xmlns:a16="http://schemas.microsoft.com/office/drawing/2014/main" id="{9021C3A4-51B4-FD41-8C2E-41E9C823A327}"/>
                  </a:ext>
                </a:extLst>
              </p:cNvPr>
              <p:cNvSpPr/>
              <p:nvPr/>
            </p:nvSpPr>
            <p:spPr>
              <a:xfrm>
                <a:off x="18730825" y="6283758"/>
                <a:ext cx="635070" cy="802302"/>
              </a:xfrm>
              <a:custGeom>
                <a:avLst/>
                <a:gdLst>
                  <a:gd name="connsiteX0" fmla="*/ 537385 w 635070"/>
                  <a:gd name="connsiteY0" fmla="*/ 14530 h 802302"/>
                  <a:gd name="connsiteX1" fmla="*/ 516871 w 635070"/>
                  <a:gd name="connsiteY1" fmla="*/ 15929 h 802302"/>
                  <a:gd name="connsiteX2" fmla="*/ 357737 w 635070"/>
                  <a:gd name="connsiteY2" fmla="*/ 188876 h 802302"/>
                  <a:gd name="connsiteX3" fmla="*/ 141415 w 635070"/>
                  <a:gd name="connsiteY3" fmla="*/ 534769 h 802302"/>
                  <a:gd name="connsiteX4" fmla="*/ 133955 w 635070"/>
                  <a:gd name="connsiteY4" fmla="*/ 537257 h 802302"/>
                  <a:gd name="connsiteX5" fmla="*/ 79253 w 635070"/>
                  <a:gd name="connsiteY5" fmla="*/ 553432 h 802302"/>
                  <a:gd name="connsiteX6" fmla="*/ 51901 w 635070"/>
                  <a:gd name="connsiteY6" fmla="*/ 618132 h 802302"/>
                  <a:gd name="connsiteX7" fmla="*/ 49415 w 635070"/>
                  <a:gd name="connsiteY7" fmla="*/ 623108 h 802302"/>
                  <a:gd name="connsiteX8" fmla="*/ 14605 w 635070"/>
                  <a:gd name="connsiteY8" fmla="*/ 691541 h 802302"/>
                  <a:gd name="connsiteX9" fmla="*/ 36983 w 635070"/>
                  <a:gd name="connsiteY9" fmla="*/ 700250 h 802302"/>
                  <a:gd name="connsiteX10" fmla="*/ 43199 w 635070"/>
                  <a:gd name="connsiteY10" fmla="*/ 701494 h 802302"/>
                  <a:gd name="connsiteX11" fmla="*/ 44441 w 635070"/>
                  <a:gd name="connsiteY11" fmla="*/ 710204 h 802302"/>
                  <a:gd name="connsiteX12" fmla="*/ 46929 w 635070"/>
                  <a:gd name="connsiteY12" fmla="*/ 728867 h 802302"/>
                  <a:gd name="connsiteX13" fmla="*/ 78009 w 635070"/>
                  <a:gd name="connsiteY13" fmla="*/ 730111 h 802302"/>
                  <a:gd name="connsiteX14" fmla="*/ 85469 w 635070"/>
                  <a:gd name="connsiteY14" fmla="*/ 732600 h 802302"/>
                  <a:gd name="connsiteX15" fmla="*/ 86711 w 635070"/>
                  <a:gd name="connsiteY15" fmla="*/ 738821 h 802302"/>
                  <a:gd name="connsiteX16" fmla="*/ 90441 w 635070"/>
                  <a:gd name="connsiteY16" fmla="*/ 762461 h 802302"/>
                  <a:gd name="connsiteX17" fmla="*/ 119035 w 635070"/>
                  <a:gd name="connsiteY17" fmla="*/ 758728 h 802302"/>
                  <a:gd name="connsiteX18" fmla="*/ 122765 w 635070"/>
                  <a:gd name="connsiteY18" fmla="*/ 757484 h 802302"/>
                  <a:gd name="connsiteX19" fmla="*/ 126495 w 635070"/>
                  <a:gd name="connsiteY19" fmla="*/ 758728 h 802302"/>
                  <a:gd name="connsiteX20" fmla="*/ 130225 w 635070"/>
                  <a:gd name="connsiteY20" fmla="*/ 763705 h 802302"/>
                  <a:gd name="connsiteX21" fmla="*/ 143901 w 635070"/>
                  <a:gd name="connsiteY21" fmla="*/ 786101 h 802302"/>
                  <a:gd name="connsiteX22" fmla="*/ 269467 w 635070"/>
                  <a:gd name="connsiteY22" fmla="*/ 606934 h 802302"/>
                  <a:gd name="connsiteX23" fmla="*/ 270711 w 635070"/>
                  <a:gd name="connsiteY23" fmla="*/ 605689 h 802302"/>
                  <a:gd name="connsiteX24" fmla="*/ 618815 w 635070"/>
                  <a:gd name="connsiteY24" fmla="*/ 176434 h 802302"/>
                  <a:gd name="connsiteX25" fmla="*/ 546709 w 635070"/>
                  <a:gd name="connsiteY25" fmla="*/ 15929 h 802302"/>
                  <a:gd name="connsiteX26" fmla="*/ 537385 w 635070"/>
                  <a:gd name="connsiteY26" fmla="*/ 14530 h 802302"/>
                  <a:gd name="connsiteX27" fmla="*/ 545645 w 635070"/>
                  <a:gd name="connsiteY27" fmla="*/ 1286 h 802302"/>
                  <a:gd name="connsiteX28" fmla="*/ 556679 w 635070"/>
                  <a:gd name="connsiteY28" fmla="*/ 5952 h 802302"/>
                  <a:gd name="connsiteX29" fmla="*/ 557923 w 635070"/>
                  <a:gd name="connsiteY29" fmla="*/ 7196 h 802302"/>
                  <a:gd name="connsiteX30" fmla="*/ 635011 w 635070"/>
                  <a:gd name="connsiteY30" fmla="*/ 177665 h 802302"/>
                  <a:gd name="connsiteX31" fmla="*/ 283141 w 635070"/>
                  <a:gd name="connsiteY31" fmla="*/ 616902 h 802302"/>
                  <a:gd name="connsiteX32" fmla="*/ 145129 w 635070"/>
                  <a:gd name="connsiteY32" fmla="*/ 802302 h 802302"/>
                  <a:gd name="connsiteX33" fmla="*/ 119019 w 635070"/>
                  <a:gd name="connsiteY33" fmla="*/ 777416 h 802302"/>
                  <a:gd name="connsiteX34" fmla="*/ 84205 w 635070"/>
                  <a:gd name="connsiteY34" fmla="*/ 777416 h 802302"/>
                  <a:gd name="connsiteX35" fmla="*/ 73015 w 635070"/>
                  <a:gd name="connsiteY35" fmla="*/ 748797 h 802302"/>
                  <a:gd name="connsiteX36" fmla="*/ 39445 w 635070"/>
                  <a:gd name="connsiteY36" fmla="*/ 742576 h 802302"/>
                  <a:gd name="connsiteX37" fmla="*/ 29497 w 635070"/>
                  <a:gd name="connsiteY37" fmla="*/ 716446 h 802302"/>
                  <a:gd name="connsiteX38" fmla="*/ 3387 w 635070"/>
                  <a:gd name="connsiteY38" fmla="*/ 701514 h 802302"/>
                  <a:gd name="connsiteX39" fmla="*/ 38201 w 635070"/>
                  <a:gd name="connsiteY39" fmla="*/ 616902 h 802302"/>
                  <a:gd name="connsiteX40" fmla="*/ 70529 w 635070"/>
                  <a:gd name="connsiteY40" fmla="*/ 542244 h 802302"/>
                  <a:gd name="connsiteX41" fmla="*/ 132695 w 635070"/>
                  <a:gd name="connsiteY41" fmla="*/ 523580 h 802302"/>
                  <a:gd name="connsiteX42" fmla="*/ 345309 w 635070"/>
                  <a:gd name="connsiteY42" fmla="*/ 181398 h 802302"/>
                  <a:gd name="connsiteX43" fmla="*/ 516893 w 635070"/>
                  <a:gd name="connsiteY43" fmla="*/ 2219 h 802302"/>
                  <a:gd name="connsiteX44" fmla="*/ 545645 w 635070"/>
                  <a:gd name="connsiteY44" fmla="*/ 1286 h 8023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635070" h="802302">
                    <a:moveTo>
                      <a:pt x="537385" y="14530"/>
                    </a:moveTo>
                    <a:cubicBezTo>
                      <a:pt x="532411" y="14063"/>
                      <a:pt x="525575" y="14063"/>
                      <a:pt x="516871" y="15929"/>
                    </a:cubicBezTo>
                    <a:cubicBezTo>
                      <a:pt x="485789" y="24639"/>
                      <a:pt x="431087" y="61966"/>
                      <a:pt x="357737" y="188876"/>
                    </a:cubicBezTo>
                    <a:lnTo>
                      <a:pt x="141415" y="534769"/>
                    </a:lnTo>
                    <a:cubicBezTo>
                      <a:pt x="138927" y="537257"/>
                      <a:pt x="137685" y="538502"/>
                      <a:pt x="133955" y="537257"/>
                    </a:cubicBezTo>
                    <a:cubicBezTo>
                      <a:pt x="133955" y="537257"/>
                      <a:pt x="102873" y="533525"/>
                      <a:pt x="79253" y="553432"/>
                    </a:cubicBezTo>
                    <a:cubicBezTo>
                      <a:pt x="63091" y="565874"/>
                      <a:pt x="53145" y="588270"/>
                      <a:pt x="51901" y="618132"/>
                    </a:cubicBezTo>
                    <a:cubicBezTo>
                      <a:pt x="51901" y="620620"/>
                      <a:pt x="51901" y="621864"/>
                      <a:pt x="49415" y="623108"/>
                    </a:cubicBezTo>
                    <a:cubicBezTo>
                      <a:pt x="30767" y="644260"/>
                      <a:pt x="8389" y="679098"/>
                      <a:pt x="14605" y="691541"/>
                    </a:cubicBezTo>
                    <a:cubicBezTo>
                      <a:pt x="22063" y="702739"/>
                      <a:pt x="35739" y="700250"/>
                      <a:pt x="36983" y="700250"/>
                    </a:cubicBezTo>
                    <a:cubicBezTo>
                      <a:pt x="38225" y="700250"/>
                      <a:pt x="41955" y="700250"/>
                      <a:pt x="43199" y="701494"/>
                    </a:cubicBezTo>
                    <a:cubicBezTo>
                      <a:pt x="44441" y="703983"/>
                      <a:pt x="45685" y="706471"/>
                      <a:pt x="44441" y="710204"/>
                    </a:cubicBezTo>
                    <a:cubicBezTo>
                      <a:pt x="44441" y="713936"/>
                      <a:pt x="41955" y="726379"/>
                      <a:pt x="46929" y="728867"/>
                    </a:cubicBezTo>
                    <a:cubicBezTo>
                      <a:pt x="51901" y="733844"/>
                      <a:pt x="69307" y="732600"/>
                      <a:pt x="78009" y="730111"/>
                    </a:cubicBezTo>
                    <a:cubicBezTo>
                      <a:pt x="80495" y="728867"/>
                      <a:pt x="82983" y="730111"/>
                      <a:pt x="85469" y="732600"/>
                    </a:cubicBezTo>
                    <a:cubicBezTo>
                      <a:pt x="86711" y="733844"/>
                      <a:pt x="87955" y="736332"/>
                      <a:pt x="86711" y="738821"/>
                    </a:cubicBezTo>
                    <a:cubicBezTo>
                      <a:pt x="85469" y="743798"/>
                      <a:pt x="84225" y="758728"/>
                      <a:pt x="90441" y="762461"/>
                    </a:cubicBezTo>
                    <a:cubicBezTo>
                      <a:pt x="99145" y="767438"/>
                      <a:pt x="112819" y="762461"/>
                      <a:pt x="119035" y="758728"/>
                    </a:cubicBezTo>
                    <a:cubicBezTo>
                      <a:pt x="120279" y="757484"/>
                      <a:pt x="122765" y="757484"/>
                      <a:pt x="122765" y="757484"/>
                    </a:cubicBezTo>
                    <a:cubicBezTo>
                      <a:pt x="124009" y="757484"/>
                      <a:pt x="125253" y="757484"/>
                      <a:pt x="126495" y="758728"/>
                    </a:cubicBezTo>
                    <a:cubicBezTo>
                      <a:pt x="128981" y="759973"/>
                      <a:pt x="130225" y="762461"/>
                      <a:pt x="130225" y="763705"/>
                    </a:cubicBezTo>
                    <a:cubicBezTo>
                      <a:pt x="130225" y="763705"/>
                      <a:pt x="133955" y="786101"/>
                      <a:pt x="143901" y="786101"/>
                    </a:cubicBezTo>
                    <a:cubicBezTo>
                      <a:pt x="178711" y="786101"/>
                      <a:pt x="239629" y="676610"/>
                      <a:pt x="269467" y="606934"/>
                    </a:cubicBezTo>
                    <a:lnTo>
                      <a:pt x="270711" y="605689"/>
                    </a:lnTo>
                    <a:cubicBezTo>
                      <a:pt x="274441" y="601957"/>
                      <a:pt x="616329" y="285925"/>
                      <a:pt x="618815" y="176434"/>
                    </a:cubicBezTo>
                    <a:cubicBezTo>
                      <a:pt x="621303" y="104269"/>
                      <a:pt x="554167" y="25883"/>
                      <a:pt x="546709" y="15929"/>
                    </a:cubicBezTo>
                    <a:cubicBezTo>
                      <a:pt x="545465" y="15929"/>
                      <a:pt x="542357" y="14996"/>
                      <a:pt x="537385" y="14530"/>
                    </a:cubicBezTo>
                    <a:close/>
                    <a:moveTo>
                      <a:pt x="545645" y="1286"/>
                    </a:moveTo>
                    <a:cubicBezTo>
                      <a:pt x="552327" y="2841"/>
                      <a:pt x="556057" y="5330"/>
                      <a:pt x="556679" y="5952"/>
                    </a:cubicBezTo>
                    <a:cubicBezTo>
                      <a:pt x="557923" y="5952"/>
                      <a:pt x="557923" y="5952"/>
                      <a:pt x="557923" y="7196"/>
                    </a:cubicBezTo>
                    <a:cubicBezTo>
                      <a:pt x="561653" y="9685"/>
                      <a:pt x="637497" y="95541"/>
                      <a:pt x="635011" y="177665"/>
                    </a:cubicBezTo>
                    <a:cubicBezTo>
                      <a:pt x="632525" y="292140"/>
                      <a:pt x="309253" y="593260"/>
                      <a:pt x="283141" y="616902"/>
                    </a:cubicBezTo>
                    <a:cubicBezTo>
                      <a:pt x="273195" y="641788"/>
                      <a:pt x="199837" y="802302"/>
                      <a:pt x="145129" y="802302"/>
                    </a:cubicBezTo>
                    <a:cubicBezTo>
                      <a:pt x="130209" y="802302"/>
                      <a:pt x="121505" y="788615"/>
                      <a:pt x="119019" y="777416"/>
                    </a:cubicBezTo>
                    <a:cubicBezTo>
                      <a:pt x="110315" y="781149"/>
                      <a:pt x="95395" y="783638"/>
                      <a:pt x="84205" y="777416"/>
                    </a:cubicBezTo>
                    <a:cubicBezTo>
                      <a:pt x="74259" y="769950"/>
                      <a:pt x="71771" y="757508"/>
                      <a:pt x="73015" y="748797"/>
                    </a:cubicBezTo>
                    <a:cubicBezTo>
                      <a:pt x="61825" y="748797"/>
                      <a:pt x="46905" y="750042"/>
                      <a:pt x="39445" y="742576"/>
                    </a:cubicBezTo>
                    <a:cubicBezTo>
                      <a:pt x="30741" y="736354"/>
                      <a:pt x="29497" y="723911"/>
                      <a:pt x="29497" y="716446"/>
                    </a:cubicBezTo>
                    <a:cubicBezTo>
                      <a:pt x="22037" y="716446"/>
                      <a:pt x="9603" y="712713"/>
                      <a:pt x="3387" y="701514"/>
                    </a:cubicBezTo>
                    <a:cubicBezTo>
                      <a:pt x="-11533" y="675384"/>
                      <a:pt x="27011" y="629345"/>
                      <a:pt x="38201" y="616902"/>
                    </a:cubicBezTo>
                    <a:cubicBezTo>
                      <a:pt x="40687" y="583306"/>
                      <a:pt x="51877" y="558420"/>
                      <a:pt x="70529" y="542244"/>
                    </a:cubicBezTo>
                    <a:cubicBezTo>
                      <a:pt x="94151" y="523580"/>
                      <a:pt x="121505" y="522335"/>
                      <a:pt x="132695" y="523580"/>
                    </a:cubicBezTo>
                    <a:lnTo>
                      <a:pt x="345309" y="181398"/>
                    </a:lnTo>
                    <a:cubicBezTo>
                      <a:pt x="423641" y="49502"/>
                      <a:pt x="482079" y="10929"/>
                      <a:pt x="516893" y="2219"/>
                    </a:cubicBezTo>
                    <a:cubicBezTo>
                      <a:pt x="529325" y="-892"/>
                      <a:pt x="538961" y="-270"/>
                      <a:pt x="545645" y="128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F1D5CE6E-CA44-F642-BEAF-3663871730D7}"/>
                  </a:ext>
                </a:extLst>
              </p:cNvPr>
              <p:cNvSpPr/>
              <p:nvPr/>
            </p:nvSpPr>
            <p:spPr>
              <a:xfrm>
                <a:off x="19003310" y="6177559"/>
                <a:ext cx="279057" cy="2928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25" h="236">
                    <a:moveTo>
                      <a:pt x="156" y="0"/>
                    </a:moveTo>
                    <a:cubicBezTo>
                      <a:pt x="103" y="97"/>
                      <a:pt x="32" y="151"/>
                      <a:pt x="0" y="176"/>
                    </a:cubicBezTo>
                    <a:lnTo>
                      <a:pt x="63" y="235"/>
                    </a:lnTo>
                    <a:cubicBezTo>
                      <a:pt x="152" y="244"/>
                      <a:pt x="119" y="137"/>
                      <a:pt x="150" y="143"/>
                    </a:cubicBezTo>
                    <a:cubicBezTo>
                      <a:pt x="225" y="155"/>
                      <a:pt x="225" y="95"/>
                      <a:pt x="225" y="95"/>
                    </a:cubicBezTo>
                    <a:cubicBezTo>
                      <a:pt x="225" y="95"/>
                      <a:pt x="200" y="61"/>
                      <a:pt x="15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24688AAB-F4E9-F24F-A6CE-0272CE7C0C88}"/>
                  </a:ext>
                </a:extLst>
              </p:cNvPr>
              <p:cNvSpPr/>
              <p:nvPr/>
            </p:nvSpPr>
            <p:spPr>
              <a:xfrm>
                <a:off x="18995835" y="6170081"/>
                <a:ext cx="294008" cy="306572"/>
              </a:xfrm>
              <a:custGeom>
                <a:avLst/>
                <a:gdLst>
                  <a:gd name="connsiteX0" fmla="*/ 202180 w 294008"/>
                  <a:gd name="connsiteY0" fmla="*/ 21186 h 306572"/>
                  <a:gd name="connsiteX1" fmla="*/ 19928 w 294008"/>
                  <a:gd name="connsiteY1" fmla="*/ 225867 h 306572"/>
                  <a:gd name="connsiteX2" fmla="*/ 89358 w 294008"/>
                  <a:gd name="connsiteY2" fmla="*/ 290372 h 306572"/>
                  <a:gd name="connsiteX3" fmla="*/ 164986 w 294008"/>
                  <a:gd name="connsiteY3" fmla="*/ 218424 h 306572"/>
                  <a:gd name="connsiteX4" fmla="*/ 193502 w 294008"/>
                  <a:gd name="connsiteY4" fmla="*/ 177488 h 306572"/>
                  <a:gd name="connsiteX5" fmla="*/ 260450 w 294008"/>
                  <a:gd name="connsiteY5" fmla="*/ 165083 h 306572"/>
                  <a:gd name="connsiteX6" fmla="*/ 277808 w 294008"/>
                  <a:gd name="connsiteY6" fmla="*/ 126628 h 306572"/>
                  <a:gd name="connsiteX7" fmla="*/ 202180 w 294008"/>
                  <a:gd name="connsiteY7" fmla="*/ 21186 h 306572"/>
                  <a:gd name="connsiteX8" fmla="*/ 199726 w 294008"/>
                  <a:gd name="connsiteY8" fmla="*/ 0 h 306572"/>
                  <a:gd name="connsiteX9" fmla="*/ 207170 w 294008"/>
                  <a:gd name="connsiteY9" fmla="*/ 2483 h 306572"/>
                  <a:gd name="connsiteX10" fmla="*/ 292766 w 294008"/>
                  <a:gd name="connsiteY10" fmla="*/ 120395 h 306572"/>
                  <a:gd name="connsiteX11" fmla="*/ 294008 w 294008"/>
                  <a:gd name="connsiteY11" fmla="*/ 125360 h 306572"/>
                  <a:gd name="connsiteX12" fmla="*/ 270436 w 294008"/>
                  <a:gd name="connsiteY12" fmla="*/ 177489 h 306572"/>
                  <a:gd name="connsiteX13" fmla="*/ 192284 w 294008"/>
                  <a:gd name="connsiteY13" fmla="*/ 191142 h 306572"/>
                  <a:gd name="connsiteX14" fmla="*/ 178638 w 294008"/>
                  <a:gd name="connsiteY14" fmla="*/ 222172 h 306572"/>
                  <a:gd name="connsiteX15" fmla="*/ 99242 w 294008"/>
                  <a:gd name="connsiteY15" fmla="*/ 306572 h 306572"/>
                  <a:gd name="connsiteX16" fmla="*/ 84356 w 294008"/>
                  <a:gd name="connsiteY16" fmla="*/ 306572 h 306572"/>
                  <a:gd name="connsiteX17" fmla="*/ 80634 w 294008"/>
                  <a:gd name="connsiteY17" fmla="*/ 304090 h 306572"/>
                  <a:gd name="connsiteX18" fmla="*/ 2482 w 294008"/>
                  <a:gd name="connsiteY18" fmla="*/ 232101 h 306572"/>
                  <a:gd name="connsiteX19" fmla="*/ 0 w 294008"/>
                  <a:gd name="connsiteY19" fmla="*/ 225895 h 306572"/>
                  <a:gd name="connsiteX20" fmla="*/ 2482 w 294008"/>
                  <a:gd name="connsiteY20" fmla="*/ 220931 h 306572"/>
                  <a:gd name="connsiteX21" fmla="*/ 3722 w 294008"/>
                  <a:gd name="connsiteY21" fmla="*/ 219689 h 306572"/>
                  <a:gd name="connsiteX22" fmla="*/ 193524 w 294008"/>
                  <a:gd name="connsiteY22" fmla="*/ 3724 h 306572"/>
                  <a:gd name="connsiteX23" fmla="*/ 199726 w 294008"/>
                  <a:gd name="connsiteY23" fmla="*/ 0 h 3065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94008" h="306572">
                    <a:moveTo>
                      <a:pt x="202180" y="21186"/>
                    </a:moveTo>
                    <a:cubicBezTo>
                      <a:pt x="138950" y="130349"/>
                      <a:pt x="60842" y="193614"/>
                      <a:pt x="19928" y="225867"/>
                    </a:cubicBezTo>
                    <a:lnTo>
                      <a:pt x="89358" y="290372"/>
                    </a:lnTo>
                    <a:cubicBezTo>
                      <a:pt x="148868" y="296575"/>
                      <a:pt x="157548" y="255639"/>
                      <a:pt x="164986" y="218424"/>
                    </a:cubicBezTo>
                    <a:cubicBezTo>
                      <a:pt x="168706" y="197336"/>
                      <a:pt x="172424" y="173766"/>
                      <a:pt x="193502" y="177488"/>
                    </a:cubicBezTo>
                    <a:cubicBezTo>
                      <a:pt x="223256" y="181209"/>
                      <a:pt x="244334" y="177488"/>
                      <a:pt x="260450" y="165083"/>
                    </a:cubicBezTo>
                    <a:cubicBezTo>
                      <a:pt x="275328" y="152678"/>
                      <a:pt x="277808" y="134071"/>
                      <a:pt x="277808" y="126628"/>
                    </a:cubicBezTo>
                    <a:cubicBezTo>
                      <a:pt x="271608" y="117944"/>
                      <a:pt x="245574" y="81970"/>
                      <a:pt x="202180" y="21186"/>
                    </a:cubicBezTo>
                    <a:close/>
                    <a:moveTo>
                      <a:pt x="199726" y="0"/>
                    </a:moveTo>
                    <a:cubicBezTo>
                      <a:pt x="203448" y="0"/>
                      <a:pt x="205928" y="0"/>
                      <a:pt x="207170" y="2483"/>
                    </a:cubicBezTo>
                    <a:cubicBezTo>
                      <a:pt x="261754" y="78195"/>
                      <a:pt x="292766" y="120395"/>
                      <a:pt x="292766" y="120395"/>
                    </a:cubicBezTo>
                    <a:cubicBezTo>
                      <a:pt x="294008" y="121636"/>
                      <a:pt x="294008" y="122877"/>
                      <a:pt x="294008" y="125360"/>
                    </a:cubicBezTo>
                    <a:cubicBezTo>
                      <a:pt x="294008" y="126601"/>
                      <a:pt x="294008" y="156389"/>
                      <a:pt x="270436" y="177489"/>
                    </a:cubicBezTo>
                    <a:cubicBezTo>
                      <a:pt x="251828" y="192383"/>
                      <a:pt x="224536" y="197348"/>
                      <a:pt x="192284" y="191142"/>
                    </a:cubicBezTo>
                    <a:cubicBezTo>
                      <a:pt x="186080" y="191142"/>
                      <a:pt x="183600" y="198589"/>
                      <a:pt x="178638" y="222172"/>
                    </a:cubicBezTo>
                    <a:cubicBezTo>
                      <a:pt x="172434" y="255684"/>
                      <a:pt x="162510" y="306572"/>
                      <a:pt x="99242" y="306572"/>
                    </a:cubicBezTo>
                    <a:cubicBezTo>
                      <a:pt x="94280" y="306572"/>
                      <a:pt x="90560" y="306572"/>
                      <a:pt x="84356" y="306572"/>
                    </a:cubicBezTo>
                    <a:cubicBezTo>
                      <a:pt x="83116" y="306572"/>
                      <a:pt x="81876" y="305331"/>
                      <a:pt x="80634" y="304090"/>
                    </a:cubicBezTo>
                    <a:lnTo>
                      <a:pt x="2482" y="232101"/>
                    </a:lnTo>
                    <a:cubicBezTo>
                      <a:pt x="1240" y="229619"/>
                      <a:pt x="0" y="228378"/>
                      <a:pt x="0" y="225895"/>
                    </a:cubicBezTo>
                    <a:cubicBezTo>
                      <a:pt x="1240" y="223413"/>
                      <a:pt x="1240" y="222172"/>
                      <a:pt x="2482" y="220931"/>
                    </a:cubicBezTo>
                    <a:lnTo>
                      <a:pt x="3722" y="219689"/>
                    </a:lnTo>
                    <a:cubicBezTo>
                      <a:pt x="44660" y="187419"/>
                      <a:pt x="129016" y="122877"/>
                      <a:pt x="193524" y="3724"/>
                    </a:cubicBezTo>
                    <a:cubicBezTo>
                      <a:pt x="196004" y="1241"/>
                      <a:pt x="197246" y="0"/>
                      <a:pt x="1997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032E2E5C-745E-2149-81F4-0AC8EB8BB4ED}"/>
                  </a:ext>
                </a:extLst>
              </p:cNvPr>
              <p:cNvSpPr/>
              <p:nvPr/>
            </p:nvSpPr>
            <p:spPr>
              <a:xfrm>
                <a:off x="18212233" y="6206222"/>
                <a:ext cx="77239" cy="26295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" h="212">
                    <a:moveTo>
                      <a:pt x="6" y="212"/>
                    </a:moveTo>
                    <a:cubicBezTo>
                      <a:pt x="3" y="212"/>
                      <a:pt x="0" y="208"/>
                      <a:pt x="0" y="205"/>
                    </a:cubicBezTo>
                    <a:cubicBezTo>
                      <a:pt x="0" y="202"/>
                      <a:pt x="1" y="128"/>
                      <a:pt x="51" y="4"/>
                    </a:cubicBezTo>
                    <a:cubicBezTo>
                      <a:pt x="52" y="1"/>
                      <a:pt x="56" y="-1"/>
                      <a:pt x="59" y="1"/>
                    </a:cubicBezTo>
                    <a:cubicBezTo>
                      <a:pt x="62" y="2"/>
                      <a:pt x="64" y="5"/>
                      <a:pt x="62" y="9"/>
                    </a:cubicBezTo>
                    <a:cubicBezTo>
                      <a:pt x="13" y="130"/>
                      <a:pt x="12" y="205"/>
                      <a:pt x="12" y="205"/>
                    </a:cubicBezTo>
                    <a:cubicBezTo>
                      <a:pt x="12" y="208"/>
                      <a:pt x="10" y="212"/>
                      <a:pt x="6" y="2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1" name="Freeform 240">
                <a:extLst>
                  <a:ext uri="{FF2B5EF4-FFF2-40B4-BE49-F238E27FC236}">
                    <a16:creationId xmlns:a16="http://schemas.microsoft.com/office/drawing/2014/main" id="{5984E8F6-9235-0A47-9456-E2A091D4D9B3}"/>
                  </a:ext>
                </a:extLst>
              </p:cNvPr>
              <p:cNvSpPr/>
              <p:nvPr/>
            </p:nvSpPr>
            <p:spPr>
              <a:xfrm>
                <a:off x="18852570" y="6271026"/>
                <a:ext cx="71010" cy="6355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" h="52">
                    <a:moveTo>
                      <a:pt x="52" y="52"/>
                    </a:moveTo>
                    <a:cubicBezTo>
                      <a:pt x="50" y="52"/>
                      <a:pt x="49" y="52"/>
                      <a:pt x="48" y="51"/>
                    </a:cubicBezTo>
                    <a:lnTo>
                      <a:pt x="2" y="10"/>
                    </a:lnTo>
                    <a:cubicBezTo>
                      <a:pt x="-1" y="8"/>
                      <a:pt x="-1" y="4"/>
                      <a:pt x="2" y="2"/>
                    </a:cubicBezTo>
                    <a:cubicBezTo>
                      <a:pt x="3" y="-1"/>
                      <a:pt x="8" y="-1"/>
                      <a:pt x="10" y="1"/>
                    </a:cubicBezTo>
                    <a:lnTo>
                      <a:pt x="55" y="42"/>
                    </a:lnTo>
                    <a:cubicBezTo>
                      <a:pt x="58" y="44"/>
                      <a:pt x="59" y="48"/>
                      <a:pt x="56" y="50"/>
                    </a:cubicBezTo>
                    <a:cubicBezTo>
                      <a:pt x="55" y="51"/>
                      <a:pt x="53" y="52"/>
                      <a:pt x="52" y="5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2" name="Freeform 241">
                <a:extLst>
                  <a:ext uri="{FF2B5EF4-FFF2-40B4-BE49-F238E27FC236}">
                    <a16:creationId xmlns:a16="http://schemas.microsoft.com/office/drawing/2014/main" id="{A54A3AB7-9450-914D-B6C3-B31985DA6DF7}"/>
                  </a:ext>
                </a:extLst>
              </p:cNvPr>
              <p:cNvSpPr/>
              <p:nvPr/>
            </p:nvSpPr>
            <p:spPr>
              <a:xfrm>
                <a:off x="18653243" y="7504793"/>
                <a:ext cx="43603" cy="2093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" h="169">
                    <a:moveTo>
                      <a:pt x="30" y="169"/>
                    </a:moveTo>
                    <a:cubicBezTo>
                      <a:pt x="27" y="169"/>
                      <a:pt x="25" y="167"/>
                      <a:pt x="24" y="164"/>
                    </a:cubicBezTo>
                    <a:lnTo>
                      <a:pt x="0" y="7"/>
                    </a:lnTo>
                    <a:cubicBezTo>
                      <a:pt x="0" y="4"/>
                      <a:pt x="2" y="1"/>
                      <a:pt x="6" y="0"/>
                    </a:cubicBezTo>
                    <a:cubicBezTo>
                      <a:pt x="9" y="0"/>
                      <a:pt x="12" y="2"/>
                      <a:pt x="13" y="5"/>
                    </a:cubicBezTo>
                    <a:lnTo>
                      <a:pt x="36" y="162"/>
                    </a:lnTo>
                    <a:cubicBezTo>
                      <a:pt x="37" y="165"/>
                      <a:pt x="35" y="168"/>
                      <a:pt x="31" y="1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4DD25BA-70E7-B245-B31E-FB33C80FCA84}"/>
                </a:ext>
              </a:extLst>
            </p:cNvPr>
            <p:cNvGrpSpPr/>
            <p:nvPr/>
          </p:nvGrpSpPr>
          <p:grpSpPr>
            <a:xfrm>
              <a:off x="20227924" y="5959469"/>
              <a:ext cx="1564783" cy="3084417"/>
              <a:chOff x="20227924" y="5959469"/>
              <a:chExt cx="1564783" cy="3084417"/>
            </a:xfrm>
          </p:grpSpPr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F6D30AD0-78D6-F14C-B339-1952E2E1207E}"/>
                  </a:ext>
                </a:extLst>
              </p:cNvPr>
              <p:cNvSpPr/>
              <p:nvPr/>
            </p:nvSpPr>
            <p:spPr>
              <a:xfrm>
                <a:off x="21017756" y="6076614"/>
                <a:ext cx="414849" cy="6218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4" h="500">
                    <a:moveTo>
                      <a:pt x="334" y="470"/>
                    </a:moveTo>
                    <a:lnTo>
                      <a:pt x="294" y="250"/>
                    </a:lnTo>
                    <a:cubicBezTo>
                      <a:pt x="315" y="232"/>
                      <a:pt x="312" y="173"/>
                      <a:pt x="307" y="138"/>
                    </a:cubicBezTo>
                    <a:cubicBezTo>
                      <a:pt x="296" y="61"/>
                      <a:pt x="270" y="-4"/>
                      <a:pt x="141" y="0"/>
                    </a:cubicBezTo>
                    <a:cubicBezTo>
                      <a:pt x="34" y="4"/>
                      <a:pt x="8" y="47"/>
                      <a:pt x="1" y="93"/>
                    </a:cubicBezTo>
                    <a:cubicBezTo>
                      <a:pt x="-1" y="111"/>
                      <a:pt x="-3" y="316"/>
                      <a:pt x="74" y="344"/>
                    </a:cubicBezTo>
                    <a:cubicBezTo>
                      <a:pt x="92" y="351"/>
                      <a:pt x="118" y="352"/>
                      <a:pt x="147" y="345"/>
                    </a:cubicBezTo>
                    <a:lnTo>
                      <a:pt x="175" y="50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0E315244-D78B-B54E-9EEE-1C428B45F438}"/>
                  </a:ext>
                </a:extLst>
              </p:cNvPr>
              <p:cNvSpPr/>
              <p:nvPr/>
            </p:nvSpPr>
            <p:spPr>
              <a:xfrm>
                <a:off x="21009078" y="6068845"/>
                <a:ext cx="429753" cy="637114"/>
              </a:xfrm>
              <a:custGeom>
                <a:avLst/>
                <a:gdLst>
                  <a:gd name="connsiteX0" fmla="*/ 185051 w 429753"/>
                  <a:gd name="connsiteY0" fmla="*/ 15246 h 637114"/>
                  <a:gd name="connsiteX1" fmla="*/ 17395 w 429753"/>
                  <a:gd name="connsiteY1" fmla="*/ 125932 h 637114"/>
                  <a:gd name="connsiteX2" fmla="*/ 103087 w 429753"/>
                  <a:gd name="connsiteY2" fmla="*/ 429387 h 637114"/>
                  <a:gd name="connsiteX3" fmla="*/ 188777 w 429753"/>
                  <a:gd name="connsiteY3" fmla="*/ 429387 h 637114"/>
                  <a:gd name="connsiteX4" fmla="*/ 191261 w 429753"/>
                  <a:gd name="connsiteY4" fmla="*/ 429387 h 637114"/>
                  <a:gd name="connsiteX5" fmla="*/ 194987 w 429753"/>
                  <a:gd name="connsiteY5" fmla="*/ 430630 h 637114"/>
                  <a:gd name="connsiteX6" fmla="*/ 198713 w 429753"/>
                  <a:gd name="connsiteY6" fmla="*/ 435605 h 637114"/>
                  <a:gd name="connsiteX7" fmla="*/ 232243 w 429753"/>
                  <a:gd name="connsiteY7" fmla="*/ 619667 h 637114"/>
                  <a:gd name="connsiteX8" fmla="*/ 413561 w 429753"/>
                  <a:gd name="connsiteY8" fmla="*/ 586088 h 637114"/>
                  <a:gd name="connsiteX9" fmla="*/ 366369 w 429753"/>
                  <a:gd name="connsiteY9" fmla="*/ 321188 h 637114"/>
                  <a:gd name="connsiteX10" fmla="*/ 368853 w 429753"/>
                  <a:gd name="connsiteY10" fmla="*/ 312482 h 637114"/>
                  <a:gd name="connsiteX11" fmla="*/ 382513 w 429753"/>
                  <a:gd name="connsiteY11" fmla="*/ 179410 h 637114"/>
                  <a:gd name="connsiteX12" fmla="*/ 185051 w 429753"/>
                  <a:gd name="connsiteY12" fmla="*/ 15246 h 637114"/>
                  <a:gd name="connsiteX13" fmla="*/ 182557 w 429753"/>
                  <a:gd name="connsiteY13" fmla="*/ 291 h 637114"/>
                  <a:gd name="connsiteX14" fmla="*/ 397457 w 429753"/>
                  <a:gd name="connsiteY14" fmla="*/ 178154 h 637114"/>
                  <a:gd name="connsiteX15" fmla="*/ 380065 w 429753"/>
                  <a:gd name="connsiteY15" fmla="*/ 322434 h 637114"/>
                  <a:gd name="connsiteX16" fmla="*/ 429753 w 429753"/>
                  <a:gd name="connsiteY16" fmla="*/ 592338 h 637114"/>
                  <a:gd name="connsiteX17" fmla="*/ 423543 w 429753"/>
                  <a:gd name="connsiteY17" fmla="*/ 599800 h 637114"/>
                  <a:gd name="connsiteX18" fmla="*/ 226033 w 429753"/>
                  <a:gd name="connsiteY18" fmla="*/ 637114 h 637114"/>
                  <a:gd name="connsiteX19" fmla="*/ 224791 w 429753"/>
                  <a:gd name="connsiteY19" fmla="*/ 637114 h 637114"/>
                  <a:gd name="connsiteX20" fmla="*/ 221065 w 429753"/>
                  <a:gd name="connsiteY20" fmla="*/ 635870 h 637114"/>
                  <a:gd name="connsiteX21" fmla="*/ 217339 w 429753"/>
                  <a:gd name="connsiteY21" fmla="*/ 630895 h 637114"/>
                  <a:gd name="connsiteX22" fmla="*/ 183799 w 429753"/>
                  <a:gd name="connsiteY22" fmla="*/ 446814 h 637114"/>
                  <a:gd name="connsiteX23" fmla="*/ 96845 w 429753"/>
                  <a:gd name="connsiteY23" fmla="*/ 443082 h 637114"/>
                  <a:gd name="connsiteX24" fmla="*/ 1197 w 429753"/>
                  <a:gd name="connsiteY24" fmla="*/ 122183 h 637114"/>
                  <a:gd name="connsiteX25" fmla="*/ 182557 w 429753"/>
                  <a:gd name="connsiteY25" fmla="*/ 291 h 6371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</a:cxnLst>
                <a:rect l="l" t="t" r="r" b="b"/>
                <a:pathLst>
                  <a:path w="429753" h="637114">
                    <a:moveTo>
                      <a:pt x="185051" y="15246"/>
                    </a:moveTo>
                    <a:cubicBezTo>
                      <a:pt x="49685" y="21465"/>
                      <a:pt x="24847" y="76186"/>
                      <a:pt x="17395" y="125932"/>
                    </a:cubicBezTo>
                    <a:cubicBezTo>
                      <a:pt x="14911" y="144587"/>
                      <a:pt x="13669" y="395808"/>
                      <a:pt x="103087" y="429387"/>
                    </a:cubicBezTo>
                    <a:cubicBezTo>
                      <a:pt x="125441" y="436849"/>
                      <a:pt x="156487" y="438092"/>
                      <a:pt x="188777" y="429387"/>
                    </a:cubicBezTo>
                    <a:cubicBezTo>
                      <a:pt x="190019" y="429387"/>
                      <a:pt x="191261" y="429387"/>
                      <a:pt x="191261" y="429387"/>
                    </a:cubicBezTo>
                    <a:cubicBezTo>
                      <a:pt x="192503" y="429387"/>
                      <a:pt x="193745" y="430630"/>
                      <a:pt x="194987" y="430630"/>
                    </a:cubicBezTo>
                    <a:cubicBezTo>
                      <a:pt x="196229" y="431874"/>
                      <a:pt x="198713" y="433118"/>
                      <a:pt x="198713" y="435605"/>
                    </a:cubicBezTo>
                    <a:lnTo>
                      <a:pt x="232243" y="619667"/>
                    </a:lnTo>
                    <a:lnTo>
                      <a:pt x="413561" y="586088"/>
                    </a:lnTo>
                    <a:lnTo>
                      <a:pt x="366369" y="321188"/>
                    </a:lnTo>
                    <a:cubicBezTo>
                      <a:pt x="365127" y="317457"/>
                      <a:pt x="366369" y="314969"/>
                      <a:pt x="368853" y="312482"/>
                    </a:cubicBezTo>
                    <a:cubicBezTo>
                      <a:pt x="389965" y="295071"/>
                      <a:pt x="391207" y="234131"/>
                      <a:pt x="382513" y="179410"/>
                    </a:cubicBezTo>
                    <a:cubicBezTo>
                      <a:pt x="370095" y="93597"/>
                      <a:pt x="342773" y="9028"/>
                      <a:pt x="185051" y="15246"/>
                    </a:cubicBezTo>
                    <a:close/>
                    <a:moveTo>
                      <a:pt x="182557" y="291"/>
                    </a:moveTo>
                    <a:cubicBezTo>
                      <a:pt x="353979" y="-5928"/>
                      <a:pt x="383791" y="88601"/>
                      <a:pt x="397457" y="178154"/>
                    </a:cubicBezTo>
                    <a:cubicBezTo>
                      <a:pt x="399941" y="204274"/>
                      <a:pt x="411121" y="290095"/>
                      <a:pt x="380065" y="322434"/>
                    </a:cubicBezTo>
                    <a:lnTo>
                      <a:pt x="429753" y="592338"/>
                    </a:lnTo>
                    <a:cubicBezTo>
                      <a:pt x="429753" y="596069"/>
                      <a:pt x="427269" y="599800"/>
                      <a:pt x="423543" y="599800"/>
                    </a:cubicBezTo>
                    <a:lnTo>
                      <a:pt x="226033" y="637114"/>
                    </a:lnTo>
                    <a:lnTo>
                      <a:pt x="224791" y="637114"/>
                    </a:lnTo>
                    <a:cubicBezTo>
                      <a:pt x="222307" y="637114"/>
                      <a:pt x="221065" y="635870"/>
                      <a:pt x="221065" y="635870"/>
                    </a:cubicBezTo>
                    <a:cubicBezTo>
                      <a:pt x="218581" y="634627"/>
                      <a:pt x="217339" y="632139"/>
                      <a:pt x="217339" y="630895"/>
                    </a:cubicBezTo>
                    <a:lnTo>
                      <a:pt x="183799" y="446814"/>
                    </a:lnTo>
                    <a:cubicBezTo>
                      <a:pt x="150261" y="453033"/>
                      <a:pt x="119205" y="451789"/>
                      <a:pt x="96845" y="443082"/>
                    </a:cubicBezTo>
                    <a:cubicBezTo>
                      <a:pt x="-3771" y="405768"/>
                      <a:pt x="-2529" y="145815"/>
                      <a:pt x="1197" y="122183"/>
                    </a:cubicBezTo>
                    <a:cubicBezTo>
                      <a:pt x="12377" y="43824"/>
                      <a:pt x="69517" y="5266"/>
                      <a:pt x="182557" y="29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3BAD6CE9-BF03-0846-8FBC-415D8171B07F}"/>
                  </a:ext>
                </a:extLst>
              </p:cNvPr>
              <p:cNvSpPr/>
              <p:nvPr/>
            </p:nvSpPr>
            <p:spPr>
              <a:xfrm>
                <a:off x="21192166" y="6471669"/>
                <a:ext cx="64781" cy="9097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" h="74">
                    <a:moveTo>
                      <a:pt x="50" y="1"/>
                    </a:moveTo>
                    <a:cubicBezTo>
                      <a:pt x="48" y="0"/>
                      <a:pt x="45" y="0"/>
                      <a:pt x="43" y="2"/>
                    </a:cubicBezTo>
                    <a:cubicBezTo>
                      <a:pt x="26" y="17"/>
                      <a:pt x="4" y="23"/>
                      <a:pt x="4" y="23"/>
                    </a:cubicBezTo>
                    <a:cubicBezTo>
                      <a:pt x="1" y="24"/>
                      <a:pt x="0" y="27"/>
                      <a:pt x="0" y="30"/>
                    </a:cubicBezTo>
                    <a:lnTo>
                      <a:pt x="7" y="69"/>
                    </a:lnTo>
                    <a:cubicBezTo>
                      <a:pt x="7" y="71"/>
                      <a:pt x="8" y="73"/>
                      <a:pt x="10" y="74"/>
                    </a:cubicBezTo>
                    <a:cubicBezTo>
                      <a:pt x="11" y="74"/>
                      <a:pt x="12" y="74"/>
                      <a:pt x="13" y="74"/>
                    </a:cubicBezTo>
                    <a:cubicBezTo>
                      <a:pt x="14" y="74"/>
                      <a:pt x="15" y="74"/>
                      <a:pt x="15" y="74"/>
                    </a:cubicBezTo>
                    <a:cubicBezTo>
                      <a:pt x="46" y="60"/>
                      <a:pt x="53" y="9"/>
                      <a:pt x="53" y="7"/>
                    </a:cubicBezTo>
                    <a:cubicBezTo>
                      <a:pt x="53" y="5"/>
                      <a:pt x="52" y="2"/>
                      <a:pt x="5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F8B6E2A5-4CA4-364D-8173-5D76C4342907}"/>
                  </a:ext>
                </a:extLst>
              </p:cNvPr>
              <p:cNvSpPr/>
              <p:nvPr/>
            </p:nvSpPr>
            <p:spPr>
              <a:xfrm>
                <a:off x="20941762" y="5959469"/>
                <a:ext cx="526970" cy="4822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4" h="388">
                    <a:moveTo>
                      <a:pt x="222" y="0"/>
                    </a:moveTo>
                    <a:cubicBezTo>
                      <a:pt x="163" y="-2"/>
                      <a:pt x="131" y="17"/>
                      <a:pt x="115" y="34"/>
                    </a:cubicBezTo>
                    <a:cubicBezTo>
                      <a:pt x="101" y="47"/>
                      <a:pt x="96" y="61"/>
                      <a:pt x="93" y="68"/>
                    </a:cubicBezTo>
                    <a:cubicBezTo>
                      <a:pt x="82" y="68"/>
                      <a:pt x="52" y="71"/>
                      <a:pt x="31" y="93"/>
                    </a:cubicBezTo>
                    <a:cubicBezTo>
                      <a:pt x="10" y="115"/>
                      <a:pt x="-1" y="143"/>
                      <a:pt x="0" y="173"/>
                    </a:cubicBezTo>
                    <a:cubicBezTo>
                      <a:pt x="2" y="212"/>
                      <a:pt x="23" y="249"/>
                      <a:pt x="60" y="284"/>
                    </a:cubicBezTo>
                    <a:cubicBezTo>
                      <a:pt x="62" y="286"/>
                      <a:pt x="64" y="286"/>
                      <a:pt x="66" y="285"/>
                    </a:cubicBezTo>
                    <a:cubicBezTo>
                      <a:pt x="68" y="284"/>
                      <a:pt x="70" y="282"/>
                      <a:pt x="70" y="280"/>
                    </a:cubicBezTo>
                    <a:lnTo>
                      <a:pt x="75" y="206"/>
                    </a:lnTo>
                    <a:cubicBezTo>
                      <a:pt x="84" y="217"/>
                      <a:pt x="101" y="230"/>
                      <a:pt x="122" y="232"/>
                    </a:cubicBezTo>
                    <a:cubicBezTo>
                      <a:pt x="126" y="232"/>
                      <a:pt x="131" y="232"/>
                      <a:pt x="134" y="229"/>
                    </a:cubicBezTo>
                    <a:cubicBezTo>
                      <a:pt x="139" y="224"/>
                      <a:pt x="139" y="218"/>
                      <a:pt x="139" y="205"/>
                    </a:cubicBezTo>
                    <a:lnTo>
                      <a:pt x="139" y="201"/>
                    </a:lnTo>
                    <a:cubicBezTo>
                      <a:pt x="139" y="195"/>
                      <a:pt x="139" y="190"/>
                      <a:pt x="139" y="186"/>
                    </a:cubicBezTo>
                    <a:cubicBezTo>
                      <a:pt x="150" y="196"/>
                      <a:pt x="169" y="208"/>
                      <a:pt x="195" y="214"/>
                    </a:cubicBezTo>
                    <a:cubicBezTo>
                      <a:pt x="201" y="215"/>
                      <a:pt x="206" y="215"/>
                      <a:pt x="209" y="212"/>
                    </a:cubicBezTo>
                    <a:cubicBezTo>
                      <a:pt x="213" y="208"/>
                      <a:pt x="213" y="203"/>
                      <a:pt x="211" y="197"/>
                    </a:cubicBezTo>
                    <a:cubicBezTo>
                      <a:pt x="211" y="194"/>
                      <a:pt x="211" y="190"/>
                      <a:pt x="210" y="186"/>
                    </a:cubicBezTo>
                    <a:cubicBezTo>
                      <a:pt x="219" y="195"/>
                      <a:pt x="233" y="206"/>
                      <a:pt x="251" y="208"/>
                    </a:cubicBezTo>
                    <a:cubicBezTo>
                      <a:pt x="252" y="222"/>
                      <a:pt x="255" y="245"/>
                      <a:pt x="269" y="245"/>
                    </a:cubicBezTo>
                    <a:lnTo>
                      <a:pt x="292" y="245"/>
                    </a:lnTo>
                    <a:cubicBezTo>
                      <a:pt x="294" y="246"/>
                      <a:pt x="296" y="245"/>
                      <a:pt x="297" y="243"/>
                    </a:cubicBezTo>
                    <a:cubicBezTo>
                      <a:pt x="298" y="242"/>
                      <a:pt x="299" y="240"/>
                      <a:pt x="299" y="239"/>
                    </a:cubicBezTo>
                    <a:cubicBezTo>
                      <a:pt x="298" y="235"/>
                      <a:pt x="298" y="223"/>
                      <a:pt x="304" y="217"/>
                    </a:cubicBezTo>
                    <a:cubicBezTo>
                      <a:pt x="306" y="215"/>
                      <a:pt x="309" y="214"/>
                      <a:pt x="312" y="214"/>
                    </a:cubicBezTo>
                    <a:cubicBezTo>
                      <a:pt x="319" y="214"/>
                      <a:pt x="339" y="214"/>
                      <a:pt x="339" y="249"/>
                    </a:cubicBezTo>
                    <a:cubicBezTo>
                      <a:pt x="339" y="268"/>
                      <a:pt x="336" y="280"/>
                      <a:pt x="330" y="286"/>
                    </a:cubicBezTo>
                    <a:cubicBezTo>
                      <a:pt x="326" y="289"/>
                      <a:pt x="320" y="291"/>
                      <a:pt x="311" y="291"/>
                    </a:cubicBezTo>
                    <a:cubicBezTo>
                      <a:pt x="309" y="291"/>
                      <a:pt x="307" y="292"/>
                      <a:pt x="306" y="293"/>
                    </a:cubicBezTo>
                    <a:cubicBezTo>
                      <a:pt x="305" y="294"/>
                      <a:pt x="304" y="296"/>
                      <a:pt x="304" y="298"/>
                    </a:cubicBezTo>
                    <a:cubicBezTo>
                      <a:pt x="304" y="300"/>
                      <a:pt x="309" y="360"/>
                      <a:pt x="358" y="387"/>
                    </a:cubicBezTo>
                    <a:cubicBezTo>
                      <a:pt x="358" y="388"/>
                      <a:pt x="359" y="388"/>
                      <a:pt x="361" y="388"/>
                    </a:cubicBezTo>
                    <a:cubicBezTo>
                      <a:pt x="363" y="388"/>
                      <a:pt x="364" y="387"/>
                      <a:pt x="366" y="385"/>
                    </a:cubicBezTo>
                    <a:cubicBezTo>
                      <a:pt x="368" y="382"/>
                      <a:pt x="426" y="308"/>
                      <a:pt x="424" y="221"/>
                    </a:cubicBezTo>
                    <a:cubicBezTo>
                      <a:pt x="422" y="101"/>
                      <a:pt x="333" y="4"/>
                      <a:pt x="2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8" name="Freeform 247">
                <a:extLst>
                  <a:ext uri="{FF2B5EF4-FFF2-40B4-BE49-F238E27FC236}">
                    <a16:creationId xmlns:a16="http://schemas.microsoft.com/office/drawing/2014/main" id="{66D5F53C-30F9-4346-9D62-59C2A9C3E911}"/>
                  </a:ext>
                </a:extLst>
              </p:cNvPr>
              <p:cNvSpPr/>
              <p:nvPr/>
            </p:nvSpPr>
            <p:spPr>
              <a:xfrm>
                <a:off x="20797251" y="6565136"/>
                <a:ext cx="987913" cy="10605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4" h="852">
                    <a:moveTo>
                      <a:pt x="0" y="734"/>
                    </a:moveTo>
                    <a:lnTo>
                      <a:pt x="77" y="673"/>
                    </a:lnTo>
                    <a:cubicBezTo>
                      <a:pt x="77" y="673"/>
                      <a:pt x="68" y="323"/>
                      <a:pt x="102" y="196"/>
                    </a:cubicBezTo>
                    <a:cubicBezTo>
                      <a:pt x="130" y="84"/>
                      <a:pt x="275" y="68"/>
                      <a:pt x="275" y="68"/>
                    </a:cubicBezTo>
                    <a:cubicBezTo>
                      <a:pt x="275" y="68"/>
                      <a:pt x="267" y="22"/>
                      <a:pt x="293" y="17"/>
                    </a:cubicBezTo>
                    <a:cubicBezTo>
                      <a:pt x="320" y="11"/>
                      <a:pt x="410" y="68"/>
                      <a:pt x="410" y="68"/>
                    </a:cubicBezTo>
                    <a:cubicBezTo>
                      <a:pt x="410" y="68"/>
                      <a:pt x="491" y="-7"/>
                      <a:pt x="534" y="1"/>
                    </a:cubicBezTo>
                    <a:cubicBezTo>
                      <a:pt x="554" y="5"/>
                      <a:pt x="562" y="54"/>
                      <a:pt x="562" y="54"/>
                    </a:cubicBezTo>
                    <a:cubicBezTo>
                      <a:pt x="562" y="54"/>
                      <a:pt x="724" y="22"/>
                      <a:pt x="761" y="208"/>
                    </a:cubicBezTo>
                    <a:cubicBezTo>
                      <a:pt x="793" y="369"/>
                      <a:pt x="826" y="670"/>
                      <a:pt x="733" y="684"/>
                    </a:cubicBezTo>
                    <a:lnTo>
                      <a:pt x="681" y="695"/>
                    </a:lnTo>
                    <a:lnTo>
                      <a:pt x="683" y="852"/>
                    </a:lnTo>
                    <a:lnTo>
                      <a:pt x="2" y="852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E9F07734-4EE1-DC43-9618-F304FFF30FF1}"/>
                  </a:ext>
                </a:extLst>
              </p:cNvPr>
              <p:cNvSpPr/>
              <p:nvPr/>
            </p:nvSpPr>
            <p:spPr>
              <a:xfrm>
                <a:off x="20788530" y="6558177"/>
                <a:ext cx="1004177" cy="1074978"/>
              </a:xfrm>
              <a:custGeom>
                <a:avLst/>
                <a:gdLst>
                  <a:gd name="connsiteX0" fmla="*/ 671888 w 1004177"/>
                  <a:gd name="connsiteY0" fmla="*/ 14433 h 1074978"/>
                  <a:gd name="connsiteX1" fmla="*/ 523828 w 1004177"/>
                  <a:gd name="connsiteY1" fmla="*/ 95342 h 1074978"/>
                  <a:gd name="connsiteX2" fmla="*/ 515118 w 1004177"/>
                  <a:gd name="connsiteY2" fmla="*/ 96586 h 1074978"/>
                  <a:gd name="connsiteX3" fmla="*/ 374524 w 1004177"/>
                  <a:gd name="connsiteY3" fmla="*/ 33104 h 1074978"/>
                  <a:gd name="connsiteX4" fmla="*/ 359594 w 1004177"/>
                  <a:gd name="connsiteY4" fmla="*/ 89118 h 1074978"/>
                  <a:gd name="connsiteX5" fmla="*/ 357106 w 1004177"/>
                  <a:gd name="connsiteY5" fmla="*/ 94097 h 1074978"/>
                  <a:gd name="connsiteX6" fmla="*/ 352128 w 1004177"/>
                  <a:gd name="connsiteY6" fmla="*/ 96586 h 1074978"/>
                  <a:gd name="connsiteX7" fmla="*/ 141860 w 1004177"/>
                  <a:gd name="connsiteY7" fmla="*/ 252179 h 1074978"/>
                  <a:gd name="connsiteX8" fmla="*/ 111998 w 1004177"/>
                  <a:gd name="connsiteY8" fmla="*/ 843433 h 1074978"/>
                  <a:gd name="connsiteX9" fmla="*/ 108266 w 1004177"/>
                  <a:gd name="connsiteY9" fmla="*/ 849656 h 1074978"/>
                  <a:gd name="connsiteX10" fmla="*/ 16194 w 1004177"/>
                  <a:gd name="connsiteY10" fmla="*/ 923096 h 1074978"/>
                  <a:gd name="connsiteX11" fmla="*/ 18684 w 1004177"/>
                  <a:gd name="connsiteY11" fmla="*/ 1058773 h 1074978"/>
                  <a:gd name="connsiteX12" fmla="*/ 851052 w 1004177"/>
                  <a:gd name="connsiteY12" fmla="*/ 1058773 h 1074978"/>
                  <a:gd name="connsiteX13" fmla="*/ 848564 w 1004177"/>
                  <a:gd name="connsiteY13" fmla="*/ 870817 h 1074978"/>
                  <a:gd name="connsiteX14" fmla="*/ 854784 w 1004177"/>
                  <a:gd name="connsiteY14" fmla="*/ 863348 h 1074978"/>
                  <a:gd name="connsiteX15" fmla="*/ 919482 w 1004177"/>
                  <a:gd name="connsiteY15" fmla="*/ 849656 h 1074978"/>
                  <a:gd name="connsiteX16" fmla="*/ 954320 w 1004177"/>
                  <a:gd name="connsiteY16" fmla="*/ 826006 h 1074978"/>
                  <a:gd name="connsiteX17" fmla="*/ 987914 w 1004177"/>
                  <a:gd name="connsiteY17" fmla="*/ 578302 h 1074978"/>
                  <a:gd name="connsiteX18" fmla="*/ 948100 w 1004177"/>
                  <a:gd name="connsiteY18" fmla="*/ 265871 h 1074978"/>
                  <a:gd name="connsiteX19" fmla="*/ 709214 w 1004177"/>
                  <a:gd name="connsiteY19" fmla="*/ 80405 h 1074978"/>
                  <a:gd name="connsiteX20" fmla="*/ 702992 w 1004177"/>
                  <a:gd name="connsiteY20" fmla="*/ 79160 h 1074978"/>
                  <a:gd name="connsiteX21" fmla="*/ 699260 w 1004177"/>
                  <a:gd name="connsiteY21" fmla="*/ 74181 h 1074978"/>
                  <a:gd name="connsiteX22" fmla="*/ 671888 w 1004177"/>
                  <a:gd name="connsiteY22" fmla="*/ 14433 h 1074978"/>
                  <a:gd name="connsiteX23" fmla="*/ 674382 w 1004177"/>
                  <a:gd name="connsiteY23" fmla="*/ 727 h 1074978"/>
                  <a:gd name="connsiteX24" fmla="*/ 712954 w 1004177"/>
                  <a:gd name="connsiteY24" fmla="*/ 65456 h 1074978"/>
                  <a:gd name="connsiteX25" fmla="*/ 963048 w 1004177"/>
                  <a:gd name="connsiteY25" fmla="*/ 264622 h 1074978"/>
                  <a:gd name="connsiteX26" fmla="*/ 966780 w 1004177"/>
                  <a:gd name="connsiteY26" fmla="*/ 835979 h 1074978"/>
                  <a:gd name="connsiteX27" fmla="*/ 921988 w 1004177"/>
                  <a:gd name="connsiteY27" fmla="*/ 865854 h 1074978"/>
                  <a:gd name="connsiteX28" fmla="*/ 864752 w 1004177"/>
                  <a:gd name="connsiteY28" fmla="*/ 878302 h 1074978"/>
                  <a:gd name="connsiteX29" fmla="*/ 865996 w 1004177"/>
                  <a:gd name="connsiteY29" fmla="*/ 1067509 h 1074978"/>
                  <a:gd name="connsiteX30" fmla="*/ 863508 w 1004177"/>
                  <a:gd name="connsiteY30" fmla="*/ 1072489 h 1074978"/>
                  <a:gd name="connsiteX31" fmla="*/ 858530 w 1004177"/>
                  <a:gd name="connsiteY31" fmla="*/ 1074978 h 1074978"/>
                  <a:gd name="connsiteX32" fmla="*/ 11198 w 1004177"/>
                  <a:gd name="connsiteY32" fmla="*/ 1074978 h 1074978"/>
                  <a:gd name="connsiteX33" fmla="*/ 3732 w 1004177"/>
                  <a:gd name="connsiteY33" fmla="*/ 1067509 h 1074978"/>
                  <a:gd name="connsiteX34" fmla="*/ 0 w 1004177"/>
                  <a:gd name="connsiteY34" fmla="*/ 920625 h 1074978"/>
                  <a:gd name="connsiteX35" fmla="*/ 3732 w 1004177"/>
                  <a:gd name="connsiteY35" fmla="*/ 914401 h 1074978"/>
                  <a:gd name="connsiteX36" fmla="*/ 97052 w 1004177"/>
                  <a:gd name="connsiteY36" fmla="*/ 840958 h 1074978"/>
                  <a:gd name="connsiteX37" fmla="*/ 128158 w 1004177"/>
                  <a:gd name="connsiteY37" fmla="*/ 248440 h 1074978"/>
                  <a:gd name="connsiteX38" fmla="*/ 253826 w 1004177"/>
                  <a:gd name="connsiteY38" fmla="*/ 111513 h 1074978"/>
                  <a:gd name="connsiteX39" fmla="*/ 343412 w 1004177"/>
                  <a:gd name="connsiteY39" fmla="*/ 84128 h 1074978"/>
                  <a:gd name="connsiteX40" fmla="*/ 370786 w 1004177"/>
                  <a:gd name="connsiteY40" fmla="*/ 20644 h 1074978"/>
                  <a:gd name="connsiteX41" fmla="*/ 517608 w 1004177"/>
                  <a:gd name="connsiteY41" fmla="*/ 81638 h 1074978"/>
                  <a:gd name="connsiteX42" fmla="*/ 674382 w 1004177"/>
                  <a:gd name="connsiteY42" fmla="*/ 727 h 1074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004177" h="1074978">
                    <a:moveTo>
                      <a:pt x="671888" y="14433"/>
                    </a:moveTo>
                    <a:cubicBezTo>
                      <a:pt x="630828" y="6965"/>
                      <a:pt x="551200" y="70447"/>
                      <a:pt x="523828" y="95342"/>
                    </a:cubicBezTo>
                    <a:cubicBezTo>
                      <a:pt x="521340" y="97831"/>
                      <a:pt x="517606" y="97831"/>
                      <a:pt x="515118" y="96586"/>
                    </a:cubicBezTo>
                    <a:cubicBezTo>
                      <a:pt x="472816" y="69202"/>
                      <a:pt x="396920" y="29370"/>
                      <a:pt x="374524" y="33104"/>
                    </a:cubicBezTo>
                    <a:cubicBezTo>
                      <a:pt x="350884" y="39328"/>
                      <a:pt x="359594" y="87873"/>
                      <a:pt x="359594" y="89118"/>
                    </a:cubicBezTo>
                    <a:cubicBezTo>
                      <a:pt x="359594" y="90363"/>
                      <a:pt x="359594" y="92852"/>
                      <a:pt x="357106" y="94097"/>
                    </a:cubicBezTo>
                    <a:cubicBezTo>
                      <a:pt x="355862" y="96586"/>
                      <a:pt x="354616" y="96586"/>
                      <a:pt x="352128" y="96586"/>
                    </a:cubicBezTo>
                    <a:cubicBezTo>
                      <a:pt x="350884" y="97831"/>
                      <a:pt x="176696" y="118992"/>
                      <a:pt x="141860" y="252179"/>
                    </a:cubicBezTo>
                    <a:cubicBezTo>
                      <a:pt x="102044" y="406528"/>
                      <a:pt x="111998" y="839698"/>
                      <a:pt x="111998" y="843433"/>
                    </a:cubicBezTo>
                    <a:cubicBezTo>
                      <a:pt x="111998" y="845922"/>
                      <a:pt x="110754" y="848412"/>
                      <a:pt x="108266" y="849656"/>
                    </a:cubicBezTo>
                    <a:lnTo>
                      <a:pt x="16194" y="923096"/>
                    </a:lnTo>
                    <a:lnTo>
                      <a:pt x="18684" y="1058773"/>
                    </a:lnTo>
                    <a:lnTo>
                      <a:pt x="851052" y="1058773"/>
                    </a:lnTo>
                    <a:lnTo>
                      <a:pt x="848564" y="870817"/>
                    </a:lnTo>
                    <a:cubicBezTo>
                      <a:pt x="848564" y="867083"/>
                      <a:pt x="851052" y="864593"/>
                      <a:pt x="854784" y="863348"/>
                    </a:cubicBezTo>
                    <a:lnTo>
                      <a:pt x="919482" y="849656"/>
                    </a:lnTo>
                    <a:cubicBezTo>
                      <a:pt x="933170" y="847167"/>
                      <a:pt x="945612" y="839698"/>
                      <a:pt x="954320" y="826006"/>
                    </a:cubicBezTo>
                    <a:cubicBezTo>
                      <a:pt x="981692" y="786174"/>
                      <a:pt x="994134" y="701532"/>
                      <a:pt x="987914" y="578302"/>
                    </a:cubicBezTo>
                    <a:cubicBezTo>
                      <a:pt x="981692" y="446359"/>
                      <a:pt x="958054" y="315661"/>
                      <a:pt x="948100" y="265871"/>
                    </a:cubicBezTo>
                    <a:cubicBezTo>
                      <a:pt x="904552" y="45552"/>
                      <a:pt x="716678" y="79160"/>
                      <a:pt x="709214" y="80405"/>
                    </a:cubicBezTo>
                    <a:cubicBezTo>
                      <a:pt x="706726" y="80405"/>
                      <a:pt x="704236" y="80405"/>
                      <a:pt x="702992" y="79160"/>
                    </a:cubicBezTo>
                    <a:cubicBezTo>
                      <a:pt x="701748" y="77915"/>
                      <a:pt x="700504" y="75426"/>
                      <a:pt x="699260" y="74181"/>
                    </a:cubicBezTo>
                    <a:cubicBezTo>
                      <a:pt x="696772" y="50531"/>
                      <a:pt x="685574" y="16923"/>
                      <a:pt x="671888" y="14433"/>
                    </a:cubicBezTo>
                    <a:close/>
                    <a:moveTo>
                      <a:pt x="674382" y="727"/>
                    </a:moveTo>
                    <a:cubicBezTo>
                      <a:pt x="699268" y="5706"/>
                      <a:pt x="710466" y="46784"/>
                      <a:pt x="712954" y="65456"/>
                    </a:cubicBezTo>
                    <a:cubicBezTo>
                      <a:pt x="788854" y="54253"/>
                      <a:pt x="926964" y="82883"/>
                      <a:pt x="963048" y="264622"/>
                    </a:cubicBezTo>
                    <a:cubicBezTo>
                      <a:pt x="996642" y="431423"/>
                      <a:pt x="1033970" y="741375"/>
                      <a:pt x="966780" y="835979"/>
                    </a:cubicBezTo>
                    <a:cubicBezTo>
                      <a:pt x="954338" y="853406"/>
                      <a:pt x="939408" y="863364"/>
                      <a:pt x="921988" y="865854"/>
                    </a:cubicBezTo>
                    <a:lnTo>
                      <a:pt x="864752" y="878302"/>
                    </a:lnTo>
                    <a:lnTo>
                      <a:pt x="865996" y="1067509"/>
                    </a:lnTo>
                    <a:cubicBezTo>
                      <a:pt x="865996" y="1069999"/>
                      <a:pt x="864752" y="1071244"/>
                      <a:pt x="863508" y="1072489"/>
                    </a:cubicBezTo>
                    <a:cubicBezTo>
                      <a:pt x="862264" y="1073733"/>
                      <a:pt x="859776" y="1074978"/>
                      <a:pt x="858530" y="1074978"/>
                    </a:cubicBezTo>
                    <a:lnTo>
                      <a:pt x="11198" y="1074978"/>
                    </a:lnTo>
                    <a:cubicBezTo>
                      <a:pt x="7466" y="1074978"/>
                      <a:pt x="3732" y="1071244"/>
                      <a:pt x="3732" y="1067509"/>
                    </a:cubicBezTo>
                    <a:lnTo>
                      <a:pt x="0" y="920625"/>
                    </a:lnTo>
                    <a:cubicBezTo>
                      <a:pt x="0" y="918135"/>
                      <a:pt x="2488" y="915645"/>
                      <a:pt x="3732" y="914401"/>
                    </a:cubicBezTo>
                    <a:lnTo>
                      <a:pt x="97052" y="840958"/>
                    </a:lnTo>
                    <a:cubicBezTo>
                      <a:pt x="95808" y="796146"/>
                      <a:pt x="88342" y="399059"/>
                      <a:pt x="128158" y="248440"/>
                    </a:cubicBezTo>
                    <a:cubicBezTo>
                      <a:pt x="143088" y="189935"/>
                      <a:pt x="186638" y="142633"/>
                      <a:pt x="253826" y="111513"/>
                    </a:cubicBezTo>
                    <a:cubicBezTo>
                      <a:pt x="292398" y="94086"/>
                      <a:pt x="327238" y="86617"/>
                      <a:pt x="343412" y="84128"/>
                    </a:cubicBezTo>
                    <a:cubicBezTo>
                      <a:pt x="340924" y="66701"/>
                      <a:pt x="339680" y="26868"/>
                      <a:pt x="370786" y="20644"/>
                    </a:cubicBezTo>
                    <a:cubicBezTo>
                      <a:pt x="404380" y="13175"/>
                      <a:pt x="493966" y="66701"/>
                      <a:pt x="517608" y="81638"/>
                    </a:cubicBezTo>
                    <a:cubicBezTo>
                      <a:pt x="538760" y="64211"/>
                      <a:pt x="624612" y="-7987"/>
                      <a:pt x="674382" y="7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1" name="Freeform 250">
                <a:extLst>
                  <a:ext uri="{FF2B5EF4-FFF2-40B4-BE49-F238E27FC236}">
                    <a16:creationId xmlns:a16="http://schemas.microsoft.com/office/drawing/2014/main" id="{93633346-5EDA-0E43-ABF6-78A271678A65}"/>
                  </a:ext>
                </a:extLst>
              </p:cNvPr>
              <p:cNvSpPr/>
              <p:nvPr/>
            </p:nvSpPr>
            <p:spPr>
              <a:xfrm>
                <a:off x="21336678" y="7018764"/>
                <a:ext cx="316431" cy="42247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5" h="340">
                    <a:moveTo>
                      <a:pt x="115" y="340"/>
                    </a:moveTo>
                    <a:cubicBezTo>
                      <a:pt x="79" y="340"/>
                      <a:pt x="46" y="339"/>
                      <a:pt x="30" y="335"/>
                    </a:cubicBezTo>
                    <a:cubicBezTo>
                      <a:pt x="28" y="334"/>
                      <a:pt x="25" y="332"/>
                      <a:pt x="26" y="328"/>
                    </a:cubicBezTo>
                    <a:cubicBezTo>
                      <a:pt x="26" y="328"/>
                      <a:pt x="33" y="263"/>
                      <a:pt x="1" y="204"/>
                    </a:cubicBezTo>
                    <a:cubicBezTo>
                      <a:pt x="0" y="202"/>
                      <a:pt x="0" y="200"/>
                      <a:pt x="0" y="199"/>
                    </a:cubicBezTo>
                    <a:cubicBezTo>
                      <a:pt x="1" y="197"/>
                      <a:pt x="3" y="196"/>
                      <a:pt x="4" y="195"/>
                    </a:cubicBezTo>
                    <a:lnTo>
                      <a:pt x="171" y="141"/>
                    </a:lnTo>
                    <a:lnTo>
                      <a:pt x="154" y="7"/>
                    </a:lnTo>
                    <a:cubicBezTo>
                      <a:pt x="154" y="3"/>
                      <a:pt x="156" y="0"/>
                      <a:pt x="159" y="0"/>
                    </a:cubicBezTo>
                    <a:cubicBezTo>
                      <a:pt x="163" y="0"/>
                      <a:pt x="166" y="2"/>
                      <a:pt x="166" y="5"/>
                    </a:cubicBezTo>
                    <a:lnTo>
                      <a:pt x="184" y="145"/>
                    </a:lnTo>
                    <a:cubicBezTo>
                      <a:pt x="184" y="148"/>
                      <a:pt x="183" y="150"/>
                      <a:pt x="179" y="151"/>
                    </a:cubicBezTo>
                    <a:lnTo>
                      <a:pt x="15" y="204"/>
                    </a:lnTo>
                    <a:cubicBezTo>
                      <a:pt x="40" y="256"/>
                      <a:pt x="39" y="307"/>
                      <a:pt x="39" y="324"/>
                    </a:cubicBezTo>
                    <a:cubicBezTo>
                      <a:pt x="86" y="332"/>
                      <a:pt x="247" y="324"/>
                      <a:pt x="248" y="324"/>
                    </a:cubicBezTo>
                    <a:cubicBezTo>
                      <a:pt x="252" y="323"/>
                      <a:pt x="255" y="327"/>
                      <a:pt x="255" y="330"/>
                    </a:cubicBezTo>
                    <a:cubicBezTo>
                      <a:pt x="255" y="333"/>
                      <a:pt x="252" y="336"/>
                      <a:pt x="248" y="336"/>
                    </a:cubicBezTo>
                    <a:cubicBezTo>
                      <a:pt x="244" y="336"/>
                      <a:pt x="175" y="340"/>
                      <a:pt x="115" y="34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2" name="Freeform 251">
                <a:extLst>
                  <a:ext uri="{FF2B5EF4-FFF2-40B4-BE49-F238E27FC236}">
                    <a16:creationId xmlns:a16="http://schemas.microsoft.com/office/drawing/2014/main" id="{3D6F3AB6-716E-574A-BEA7-5705CF3F4182}"/>
                  </a:ext>
                </a:extLst>
              </p:cNvPr>
              <p:cNvSpPr/>
              <p:nvPr/>
            </p:nvSpPr>
            <p:spPr>
              <a:xfrm>
                <a:off x="21040180" y="7002563"/>
                <a:ext cx="42357" cy="61937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" h="498">
                    <a:moveTo>
                      <a:pt x="29" y="498"/>
                    </a:moveTo>
                    <a:cubicBezTo>
                      <a:pt x="26" y="498"/>
                      <a:pt x="23" y="496"/>
                      <a:pt x="23" y="493"/>
                    </a:cubicBezTo>
                    <a:cubicBezTo>
                      <a:pt x="-10" y="245"/>
                      <a:pt x="3" y="8"/>
                      <a:pt x="3" y="6"/>
                    </a:cubicBezTo>
                    <a:cubicBezTo>
                      <a:pt x="3" y="3"/>
                      <a:pt x="5" y="0"/>
                      <a:pt x="9" y="0"/>
                    </a:cubicBezTo>
                    <a:cubicBezTo>
                      <a:pt x="12" y="0"/>
                      <a:pt x="15" y="3"/>
                      <a:pt x="15" y="6"/>
                    </a:cubicBezTo>
                    <a:cubicBezTo>
                      <a:pt x="15" y="9"/>
                      <a:pt x="3" y="245"/>
                      <a:pt x="35" y="491"/>
                    </a:cubicBezTo>
                    <a:cubicBezTo>
                      <a:pt x="36" y="495"/>
                      <a:pt x="33" y="498"/>
                      <a:pt x="30" y="498"/>
                    </a:cubicBezTo>
                    <a:cubicBezTo>
                      <a:pt x="29" y="498"/>
                      <a:pt x="29" y="498"/>
                      <a:pt x="29" y="49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6CE74FAF-5677-FA4D-A1AD-9B7DDC52C4F9}"/>
                  </a:ext>
                </a:extLst>
              </p:cNvPr>
              <p:cNvSpPr/>
              <p:nvPr/>
            </p:nvSpPr>
            <p:spPr>
              <a:xfrm>
                <a:off x="20227924" y="7087306"/>
                <a:ext cx="1168553" cy="54460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39" h="438">
                    <a:moveTo>
                      <a:pt x="938" y="406"/>
                    </a:moveTo>
                    <a:cubicBezTo>
                      <a:pt x="936" y="401"/>
                      <a:pt x="933" y="398"/>
                      <a:pt x="929" y="395"/>
                    </a:cubicBezTo>
                    <a:cubicBezTo>
                      <a:pt x="926" y="393"/>
                      <a:pt x="921" y="392"/>
                      <a:pt x="917" y="392"/>
                    </a:cubicBezTo>
                    <a:lnTo>
                      <a:pt x="675" y="392"/>
                    </a:lnTo>
                    <a:cubicBezTo>
                      <a:pt x="673" y="392"/>
                      <a:pt x="671" y="391"/>
                      <a:pt x="669" y="390"/>
                    </a:cubicBezTo>
                    <a:cubicBezTo>
                      <a:pt x="667" y="388"/>
                      <a:pt x="666" y="387"/>
                      <a:pt x="665" y="385"/>
                    </a:cubicBezTo>
                    <a:lnTo>
                      <a:pt x="501" y="14"/>
                    </a:lnTo>
                    <a:cubicBezTo>
                      <a:pt x="499" y="10"/>
                      <a:pt x="496" y="6"/>
                      <a:pt x="493" y="4"/>
                    </a:cubicBezTo>
                    <a:cubicBezTo>
                      <a:pt x="489" y="1"/>
                      <a:pt x="485" y="0"/>
                      <a:pt x="480" y="0"/>
                    </a:cubicBezTo>
                    <a:lnTo>
                      <a:pt x="24" y="0"/>
                    </a:lnTo>
                    <a:cubicBezTo>
                      <a:pt x="16" y="0"/>
                      <a:pt x="8" y="4"/>
                      <a:pt x="4" y="10"/>
                    </a:cubicBezTo>
                    <a:cubicBezTo>
                      <a:pt x="0" y="17"/>
                      <a:pt x="-1" y="26"/>
                      <a:pt x="2" y="32"/>
                    </a:cubicBezTo>
                    <a:lnTo>
                      <a:pt x="175" y="424"/>
                    </a:lnTo>
                    <a:cubicBezTo>
                      <a:pt x="177" y="428"/>
                      <a:pt x="180" y="432"/>
                      <a:pt x="184" y="434"/>
                    </a:cubicBezTo>
                    <a:cubicBezTo>
                      <a:pt x="188" y="437"/>
                      <a:pt x="192" y="438"/>
                      <a:pt x="197" y="438"/>
                    </a:cubicBezTo>
                    <a:lnTo>
                      <a:pt x="917" y="438"/>
                    </a:lnTo>
                    <a:cubicBezTo>
                      <a:pt x="924" y="438"/>
                      <a:pt x="932" y="434"/>
                      <a:pt x="936" y="428"/>
                    </a:cubicBezTo>
                    <a:cubicBezTo>
                      <a:pt x="940" y="421"/>
                      <a:pt x="941" y="413"/>
                      <a:pt x="938" y="40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4" name="Freeform 253">
                <a:extLst>
                  <a:ext uri="{FF2B5EF4-FFF2-40B4-BE49-F238E27FC236}">
                    <a16:creationId xmlns:a16="http://schemas.microsoft.com/office/drawing/2014/main" id="{8C9E3F5A-D8BE-E24F-95F0-201F2724994B}"/>
                  </a:ext>
                </a:extLst>
              </p:cNvPr>
              <p:cNvSpPr/>
              <p:nvPr/>
            </p:nvSpPr>
            <p:spPr>
              <a:xfrm>
                <a:off x="20987857" y="7269256"/>
                <a:ext cx="388687" cy="2380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3" h="192">
                    <a:moveTo>
                      <a:pt x="286" y="0"/>
                    </a:moveTo>
                    <a:lnTo>
                      <a:pt x="163" y="44"/>
                    </a:lnTo>
                    <a:cubicBezTo>
                      <a:pt x="163" y="44"/>
                      <a:pt x="68" y="75"/>
                      <a:pt x="53" y="90"/>
                    </a:cubicBezTo>
                    <a:cubicBezTo>
                      <a:pt x="39" y="104"/>
                      <a:pt x="0" y="169"/>
                      <a:pt x="0" y="181"/>
                    </a:cubicBezTo>
                    <a:cubicBezTo>
                      <a:pt x="0" y="196"/>
                      <a:pt x="42" y="194"/>
                      <a:pt x="56" y="187"/>
                    </a:cubicBezTo>
                    <a:cubicBezTo>
                      <a:pt x="69" y="181"/>
                      <a:pt x="98" y="153"/>
                      <a:pt x="98" y="153"/>
                    </a:cubicBezTo>
                    <a:cubicBezTo>
                      <a:pt x="98" y="153"/>
                      <a:pt x="161" y="168"/>
                      <a:pt x="199" y="127"/>
                    </a:cubicBezTo>
                    <a:lnTo>
                      <a:pt x="312" y="128"/>
                    </a:lnTo>
                    <a:cubicBezTo>
                      <a:pt x="312" y="128"/>
                      <a:pt x="319" y="61"/>
                      <a:pt x="28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43D23034-B159-184F-B0EA-9BFB07301071}"/>
                  </a:ext>
                </a:extLst>
              </p:cNvPr>
              <p:cNvSpPr/>
              <p:nvPr/>
            </p:nvSpPr>
            <p:spPr>
              <a:xfrm>
                <a:off x="20980382" y="7261314"/>
                <a:ext cx="403135" cy="253449"/>
              </a:xfrm>
              <a:custGeom>
                <a:avLst/>
                <a:gdLst>
                  <a:gd name="connsiteX0" fmla="*/ 358888 w 403135"/>
                  <a:gd name="connsiteY0" fmla="*/ 17912 h 253449"/>
                  <a:gd name="connsiteX1" fmla="*/ 212372 w 403135"/>
                  <a:gd name="connsiteY1" fmla="*/ 69960 h 253449"/>
                  <a:gd name="connsiteX2" fmla="*/ 78274 w 403135"/>
                  <a:gd name="connsiteY2" fmla="*/ 124486 h 253449"/>
                  <a:gd name="connsiteX3" fmla="*/ 14950 w 403135"/>
                  <a:gd name="connsiteY3" fmla="*/ 232299 h 253449"/>
                  <a:gd name="connsiteX4" fmla="*/ 16190 w 403135"/>
                  <a:gd name="connsiteY4" fmla="*/ 234778 h 253449"/>
                  <a:gd name="connsiteX5" fmla="*/ 73306 w 403135"/>
                  <a:gd name="connsiteY5" fmla="*/ 233538 h 253449"/>
                  <a:gd name="connsiteX6" fmla="*/ 124214 w 403135"/>
                  <a:gd name="connsiteY6" fmla="*/ 192644 h 253449"/>
                  <a:gd name="connsiteX7" fmla="*/ 130422 w 403135"/>
                  <a:gd name="connsiteY7" fmla="*/ 191404 h 253449"/>
                  <a:gd name="connsiteX8" fmla="*/ 249622 w 403135"/>
                  <a:gd name="connsiteY8" fmla="*/ 159185 h 253449"/>
                  <a:gd name="connsiteX9" fmla="*/ 254588 w 403135"/>
                  <a:gd name="connsiteY9" fmla="*/ 157945 h 253449"/>
                  <a:gd name="connsiteX10" fmla="*/ 388686 w 403135"/>
                  <a:gd name="connsiteY10" fmla="*/ 159185 h 253449"/>
                  <a:gd name="connsiteX11" fmla="*/ 358888 w 403135"/>
                  <a:gd name="connsiteY11" fmla="*/ 17912 h 253449"/>
                  <a:gd name="connsiteX12" fmla="*/ 360168 w 403135"/>
                  <a:gd name="connsiteY12" fmla="*/ 464 h 253449"/>
                  <a:gd name="connsiteX13" fmla="*/ 368862 w 403135"/>
                  <a:gd name="connsiteY13" fmla="*/ 4185 h 253449"/>
                  <a:gd name="connsiteX14" fmla="*/ 402396 w 403135"/>
                  <a:gd name="connsiteY14" fmla="*/ 167881 h 253449"/>
                  <a:gd name="connsiteX15" fmla="*/ 394944 w 403135"/>
                  <a:gd name="connsiteY15" fmla="*/ 174081 h 253449"/>
                  <a:gd name="connsiteX16" fmla="*/ 258328 w 403135"/>
                  <a:gd name="connsiteY16" fmla="*/ 172841 h 253449"/>
                  <a:gd name="connsiteX17" fmla="*/ 131648 w 403135"/>
                  <a:gd name="connsiteY17" fmla="*/ 206325 h 253449"/>
                  <a:gd name="connsiteX18" fmla="*/ 79486 w 403135"/>
                  <a:gd name="connsiteY18" fmla="*/ 247249 h 253449"/>
                  <a:gd name="connsiteX19" fmla="*/ 39742 w 403135"/>
                  <a:gd name="connsiteY19" fmla="*/ 253449 h 253449"/>
                  <a:gd name="connsiteX20" fmla="*/ 8694 w 403135"/>
                  <a:gd name="connsiteY20" fmla="*/ 248489 h 253449"/>
                  <a:gd name="connsiteX21" fmla="*/ 0 w 403135"/>
                  <a:gd name="connsiteY21" fmla="*/ 232367 h 253449"/>
                  <a:gd name="connsiteX22" fmla="*/ 68308 w 403135"/>
                  <a:gd name="connsiteY22" fmla="*/ 113315 h 253449"/>
                  <a:gd name="connsiteX23" fmla="*/ 207408 w 403135"/>
                  <a:gd name="connsiteY23" fmla="*/ 55030 h 2534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03135" h="253449">
                    <a:moveTo>
                      <a:pt x="358888" y="17912"/>
                    </a:moveTo>
                    <a:lnTo>
                      <a:pt x="212372" y="69960"/>
                    </a:lnTo>
                    <a:cubicBezTo>
                      <a:pt x="167672" y="83591"/>
                      <a:pt x="90690" y="112094"/>
                      <a:pt x="78274" y="124486"/>
                    </a:cubicBezTo>
                    <a:cubicBezTo>
                      <a:pt x="62132" y="143075"/>
                      <a:pt x="14950" y="221146"/>
                      <a:pt x="14950" y="232299"/>
                    </a:cubicBezTo>
                    <a:cubicBezTo>
                      <a:pt x="14950" y="233538"/>
                      <a:pt x="16190" y="234778"/>
                      <a:pt x="16190" y="234778"/>
                    </a:cubicBezTo>
                    <a:cubicBezTo>
                      <a:pt x="27366" y="240974"/>
                      <a:pt x="60890" y="239734"/>
                      <a:pt x="73306" y="233538"/>
                    </a:cubicBezTo>
                    <a:cubicBezTo>
                      <a:pt x="85724" y="227342"/>
                      <a:pt x="114282" y="201318"/>
                      <a:pt x="124214" y="192644"/>
                    </a:cubicBezTo>
                    <a:cubicBezTo>
                      <a:pt x="125456" y="191404"/>
                      <a:pt x="127940" y="190165"/>
                      <a:pt x="130422" y="191404"/>
                    </a:cubicBezTo>
                    <a:cubicBezTo>
                      <a:pt x="131664" y="191404"/>
                      <a:pt x="204922" y="207514"/>
                      <a:pt x="249622" y="159185"/>
                    </a:cubicBezTo>
                    <a:cubicBezTo>
                      <a:pt x="250864" y="157945"/>
                      <a:pt x="253346" y="157945"/>
                      <a:pt x="254588" y="157945"/>
                    </a:cubicBezTo>
                    <a:lnTo>
                      <a:pt x="388686" y="159185"/>
                    </a:lnTo>
                    <a:cubicBezTo>
                      <a:pt x="388686" y="138118"/>
                      <a:pt x="388686" y="76156"/>
                      <a:pt x="358888" y="17912"/>
                    </a:cubicBezTo>
                    <a:close/>
                    <a:moveTo>
                      <a:pt x="360168" y="464"/>
                    </a:moveTo>
                    <a:cubicBezTo>
                      <a:pt x="363894" y="-776"/>
                      <a:pt x="367620" y="464"/>
                      <a:pt x="368862" y="4185"/>
                    </a:cubicBezTo>
                    <a:cubicBezTo>
                      <a:pt x="411088" y="81072"/>
                      <a:pt x="402396" y="164160"/>
                      <a:pt x="402396" y="167881"/>
                    </a:cubicBezTo>
                    <a:cubicBezTo>
                      <a:pt x="402396" y="171601"/>
                      <a:pt x="398670" y="174081"/>
                      <a:pt x="394944" y="174081"/>
                    </a:cubicBezTo>
                    <a:lnTo>
                      <a:pt x="258328" y="172841"/>
                    </a:lnTo>
                    <a:cubicBezTo>
                      <a:pt x="213618" y="217486"/>
                      <a:pt x="147794" y="208805"/>
                      <a:pt x="131648" y="206325"/>
                    </a:cubicBezTo>
                    <a:cubicBezTo>
                      <a:pt x="121712" y="215005"/>
                      <a:pt x="94388" y="239808"/>
                      <a:pt x="79486" y="247249"/>
                    </a:cubicBezTo>
                    <a:cubicBezTo>
                      <a:pt x="70792" y="250969"/>
                      <a:pt x="55888" y="253449"/>
                      <a:pt x="39742" y="253449"/>
                    </a:cubicBezTo>
                    <a:cubicBezTo>
                      <a:pt x="28566" y="253449"/>
                      <a:pt x="16146" y="252209"/>
                      <a:pt x="8694" y="248489"/>
                    </a:cubicBezTo>
                    <a:cubicBezTo>
                      <a:pt x="3726" y="243528"/>
                      <a:pt x="0" y="238568"/>
                      <a:pt x="0" y="232367"/>
                    </a:cubicBezTo>
                    <a:cubicBezTo>
                      <a:pt x="0" y="213765"/>
                      <a:pt x="52162" y="129437"/>
                      <a:pt x="68308" y="113315"/>
                    </a:cubicBezTo>
                    <a:cubicBezTo>
                      <a:pt x="86938" y="94714"/>
                      <a:pt x="194988" y="59990"/>
                      <a:pt x="207408" y="550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7" name="Freeform 256">
                <a:extLst>
                  <a:ext uri="{FF2B5EF4-FFF2-40B4-BE49-F238E27FC236}">
                    <a16:creationId xmlns:a16="http://schemas.microsoft.com/office/drawing/2014/main" id="{24378F90-B2E4-6C4B-A2D8-5782543BE6DB}"/>
                  </a:ext>
                </a:extLst>
              </p:cNvPr>
              <p:cNvSpPr/>
              <p:nvPr/>
            </p:nvSpPr>
            <p:spPr>
              <a:xfrm>
                <a:off x="20724995" y="8734821"/>
                <a:ext cx="285286" cy="26544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0" h="214">
                    <a:moveTo>
                      <a:pt x="61" y="48"/>
                    </a:moveTo>
                    <a:cubicBezTo>
                      <a:pt x="61" y="55"/>
                      <a:pt x="60" y="60"/>
                      <a:pt x="56" y="66"/>
                    </a:cubicBezTo>
                    <a:cubicBezTo>
                      <a:pt x="52" y="72"/>
                      <a:pt x="20" y="105"/>
                      <a:pt x="7" y="134"/>
                    </a:cubicBezTo>
                    <a:cubicBezTo>
                      <a:pt x="-17" y="187"/>
                      <a:pt x="25" y="214"/>
                      <a:pt x="25" y="214"/>
                    </a:cubicBezTo>
                    <a:cubicBezTo>
                      <a:pt x="25" y="214"/>
                      <a:pt x="189" y="148"/>
                      <a:pt x="215" y="122"/>
                    </a:cubicBezTo>
                    <a:cubicBezTo>
                      <a:pt x="240" y="96"/>
                      <a:pt x="229" y="74"/>
                      <a:pt x="213" y="25"/>
                    </a:cubicBezTo>
                    <a:cubicBezTo>
                      <a:pt x="210" y="17"/>
                      <a:pt x="208" y="8"/>
                      <a:pt x="205" y="0"/>
                    </a:cubicBezTo>
                    <a:cubicBezTo>
                      <a:pt x="154" y="46"/>
                      <a:pt x="86" y="49"/>
                      <a:pt x="61" y="48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79" name="Freeform 478">
                <a:extLst>
                  <a:ext uri="{FF2B5EF4-FFF2-40B4-BE49-F238E27FC236}">
                    <a16:creationId xmlns:a16="http://schemas.microsoft.com/office/drawing/2014/main" id="{DDB3C5F5-4018-CB45-B097-D5CE092CBA5A}"/>
                  </a:ext>
                </a:extLst>
              </p:cNvPr>
              <p:cNvSpPr/>
              <p:nvPr/>
            </p:nvSpPr>
            <p:spPr>
              <a:xfrm>
                <a:off x="20718065" y="8727344"/>
                <a:ext cx="300983" cy="280402"/>
              </a:xfrm>
              <a:custGeom>
                <a:avLst/>
                <a:gdLst>
                  <a:gd name="connsiteX0" fmla="*/ 258700 w 300983"/>
                  <a:gd name="connsiteY0" fmla="*/ 21186 h 280402"/>
                  <a:gd name="connsiteX1" fmla="*/ 91290 w 300983"/>
                  <a:gd name="connsiteY1" fmla="*/ 74499 h 280402"/>
                  <a:gd name="connsiteX2" fmla="*/ 83850 w 300983"/>
                  <a:gd name="connsiteY2" fmla="*/ 93096 h 280402"/>
                  <a:gd name="connsiteX3" fmla="*/ 71448 w 300983"/>
                  <a:gd name="connsiteY3" fmla="*/ 109214 h 280402"/>
                  <a:gd name="connsiteX4" fmla="*/ 23086 w 300983"/>
                  <a:gd name="connsiteY4" fmla="*/ 177405 h 280402"/>
                  <a:gd name="connsiteX5" fmla="*/ 40446 w 300983"/>
                  <a:gd name="connsiteY5" fmla="*/ 262954 h 280402"/>
                  <a:gd name="connsiteX6" fmla="*/ 268620 w 300983"/>
                  <a:gd name="connsiteY6" fmla="*/ 153848 h 280402"/>
                  <a:gd name="connsiteX7" fmla="*/ 271102 w 300983"/>
                  <a:gd name="connsiteY7" fmla="*/ 55901 h 280402"/>
                  <a:gd name="connsiteX8" fmla="*/ 266140 w 300983"/>
                  <a:gd name="connsiteY8" fmla="*/ 41023 h 280402"/>
                  <a:gd name="connsiteX9" fmla="*/ 263718 w 300983"/>
                  <a:gd name="connsiteY9" fmla="*/ 0 h 280402"/>
                  <a:gd name="connsiteX10" fmla="*/ 268680 w 300983"/>
                  <a:gd name="connsiteY10" fmla="*/ 4963 h 280402"/>
                  <a:gd name="connsiteX11" fmla="*/ 279846 w 300983"/>
                  <a:gd name="connsiteY11" fmla="*/ 35981 h 280402"/>
                  <a:gd name="connsiteX12" fmla="*/ 284810 w 300983"/>
                  <a:gd name="connsiteY12" fmla="*/ 50869 h 280402"/>
                  <a:gd name="connsiteX13" fmla="*/ 279846 w 300983"/>
                  <a:gd name="connsiteY13" fmla="*/ 163775 h 280402"/>
                  <a:gd name="connsiteX14" fmla="*/ 41638 w 300983"/>
                  <a:gd name="connsiteY14" fmla="*/ 279161 h 280402"/>
                  <a:gd name="connsiteX15" fmla="*/ 39158 w 300983"/>
                  <a:gd name="connsiteY15" fmla="*/ 280402 h 280402"/>
                  <a:gd name="connsiteX16" fmla="*/ 34194 w 300983"/>
                  <a:gd name="connsiteY16" fmla="*/ 279161 h 280402"/>
                  <a:gd name="connsiteX17" fmla="*/ 9382 w 300983"/>
                  <a:gd name="connsiteY17" fmla="*/ 171219 h 280402"/>
                  <a:gd name="connsiteX18" fmla="*/ 60248 w 300983"/>
                  <a:gd name="connsiteY18" fmla="*/ 99257 h 280402"/>
                  <a:gd name="connsiteX19" fmla="*/ 71414 w 300983"/>
                  <a:gd name="connsiteY19" fmla="*/ 85609 h 280402"/>
                  <a:gd name="connsiteX20" fmla="*/ 76378 w 300983"/>
                  <a:gd name="connsiteY20" fmla="*/ 66999 h 280402"/>
                  <a:gd name="connsiteX21" fmla="*/ 77618 w 300983"/>
                  <a:gd name="connsiteY21" fmla="*/ 60795 h 280402"/>
                  <a:gd name="connsiteX22" fmla="*/ 83822 w 300983"/>
                  <a:gd name="connsiteY22" fmla="*/ 58314 h 280402"/>
                  <a:gd name="connsiteX23" fmla="*/ 257514 w 300983"/>
                  <a:gd name="connsiteY23" fmla="*/ 2481 h 280402"/>
                  <a:gd name="connsiteX24" fmla="*/ 263718 w 300983"/>
                  <a:gd name="connsiteY24" fmla="*/ 0 h 2804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00983" h="280402">
                    <a:moveTo>
                      <a:pt x="258700" y="21186"/>
                    </a:moveTo>
                    <a:cubicBezTo>
                      <a:pt x="200416" y="68300"/>
                      <a:pt x="126012" y="74499"/>
                      <a:pt x="91290" y="74499"/>
                    </a:cubicBezTo>
                    <a:cubicBezTo>
                      <a:pt x="90050" y="80698"/>
                      <a:pt x="87570" y="86897"/>
                      <a:pt x="83850" y="93096"/>
                    </a:cubicBezTo>
                    <a:cubicBezTo>
                      <a:pt x="82610" y="95576"/>
                      <a:pt x="78890" y="100536"/>
                      <a:pt x="71448" y="109214"/>
                    </a:cubicBezTo>
                    <a:cubicBezTo>
                      <a:pt x="57808" y="125332"/>
                      <a:pt x="34246" y="152609"/>
                      <a:pt x="23086" y="177405"/>
                    </a:cubicBezTo>
                    <a:cubicBezTo>
                      <a:pt x="764" y="228239"/>
                      <a:pt x="30526" y="255515"/>
                      <a:pt x="40446" y="262954"/>
                    </a:cubicBezTo>
                    <a:cubicBezTo>
                      <a:pt x="98730" y="239397"/>
                      <a:pt x="243820" y="178645"/>
                      <a:pt x="268620" y="153848"/>
                    </a:cubicBezTo>
                    <a:cubicBezTo>
                      <a:pt x="294662" y="126572"/>
                      <a:pt x="287222" y="106735"/>
                      <a:pt x="271102" y="55901"/>
                    </a:cubicBezTo>
                    <a:cubicBezTo>
                      <a:pt x="268620" y="50942"/>
                      <a:pt x="267380" y="45983"/>
                      <a:pt x="266140" y="41023"/>
                    </a:cubicBezTo>
                    <a:close/>
                    <a:moveTo>
                      <a:pt x="263718" y="0"/>
                    </a:moveTo>
                    <a:cubicBezTo>
                      <a:pt x="267440" y="1241"/>
                      <a:pt x="268680" y="2481"/>
                      <a:pt x="268680" y="4963"/>
                    </a:cubicBezTo>
                    <a:lnTo>
                      <a:pt x="279846" y="35981"/>
                    </a:lnTo>
                    <a:cubicBezTo>
                      <a:pt x="281088" y="40944"/>
                      <a:pt x="282328" y="45907"/>
                      <a:pt x="284810" y="50869"/>
                    </a:cubicBezTo>
                    <a:cubicBezTo>
                      <a:pt x="302178" y="102979"/>
                      <a:pt x="312104" y="131516"/>
                      <a:pt x="279846" y="163775"/>
                    </a:cubicBezTo>
                    <a:cubicBezTo>
                      <a:pt x="247590" y="197274"/>
                      <a:pt x="50324" y="275439"/>
                      <a:pt x="41638" y="279161"/>
                    </a:cubicBezTo>
                    <a:cubicBezTo>
                      <a:pt x="40398" y="279161"/>
                      <a:pt x="40398" y="280402"/>
                      <a:pt x="39158" y="280402"/>
                    </a:cubicBezTo>
                    <a:cubicBezTo>
                      <a:pt x="37916" y="280402"/>
                      <a:pt x="36676" y="279161"/>
                      <a:pt x="34194" y="279161"/>
                    </a:cubicBezTo>
                    <a:cubicBezTo>
                      <a:pt x="34194" y="279161"/>
                      <a:pt x="-21636" y="241940"/>
                      <a:pt x="9382" y="171219"/>
                    </a:cubicBezTo>
                    <a:cubicBezTo>
                      <a:pt x="20548" y="145164"/>
                      <a:pt x="45360" y="115387"/>
                      <a:pt x="60248" y="99257"/>
                    </a:cubicBezTo>
                    <a:cubicBezTo>
                      <a:pt x="65212" y="93054"/>
                      <a:pt x="70174" y="88091"/>
                      <a:pt x="71414" y="85609"/>
                    </a:cubicBezTo>
                    <a:cubicBezTo>
                      <a:pt x="75136" y="78165"/>
                      <a:pt x="76378" y="73202"/>
                      <a:pt x="76378" y="66999"/>
                    </a:cubicBezTo>
                    <a:cubicBezTo>
                      <a:pt x="76378" y="64517"/>
                      <a:pt x="76378" y="62036"/>
                      <a:pt x="77618" y="60795"/>
                    </a:cubicBezTo>
                    <a:cubicBezTo>
                      <a:pt x="80100" y="59554"/>
                      <a:pt x="82580" y="58314"/>
                      <a:pt x="83822" y="58314"/>
                    </a:cubicBezTo>
                    <a:cubicBezTo>
                      <a:pt x="116078" y="60795"/>
                      <a:pt x="196722" y="57073"/>
                      <a:pt x="257514" y="2481"/>
                    </a:cubicBezTo>
                    <a:cubicBezTo>
                      <a:pt x="259996" y="0"/>
                      <a:pt x="261236" y="0"/>
                      <a:pt x="2637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0" name="Freeform 259">
                <a:extLst>
                  <a:ext uri="{FF2B5EF4-FFF2-40B4-BE49-F238E27FC236}">
                    <a16:creationId xmlns:a16="http://schemas.microsoft.com/office/drawing/2014/main" id="{10D5EB2C-C5DB-D047-96A2-47E9C3547C99}"/>
                  </a:ext>
                </a:extLst>
              </p:cNvPr>
              <p:cNvSpPr/>
              <p:nvPr/>
            </p:nvSpPr>
            <p:spPr>
              <a:xfrm>
                <a:off x="20499506" y="7625677"/>
                <a:ext cx="1172290" cy="11963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42" h="961">
                    <a:moveTo>
                      <a:pt x="922" y="0"/>
                    </a:moveTo>
                    <a:lnTo>
                      <a:pt x="106" y="0"/>
                    </a:lnTo>
                    <a:cubicBezTo>
                      <a:pt x="106" y="0"/>
                      <a:pt x="-51" y="91"/>
                      <a:pt x="18" y="354"/>
                    </a:cubicBezTo>
                    <a:cubicBezTo>
                      <a:pt x="82" y="601"/>
                      <a:pt x="168" y="711"/>
                      <a:pt x="219" y="862"/>
                    </a:cubicBezTo>
                    <a:cubicBezTo>
                      <a:pt x="234" y="906"/>
                      <a:pt x="242" y="925"/>
                      <a:pt x="243" y="938"/>
                    </a:cubicBezTo>
                    <a:cubicBezTo>
                      <a:pt x="268" y="939"/>
                      <a:pt x="336" y="936"/>
                      <a:pt x="387" y="890"/>
                    </a:cubicBezTo>
                    <a:cubicBezTo>
                      <a:pt x="370" y="840"/>
                      <a:pt x="351" y="782"/>
                      <a:pt x="351" y="782"/>
                    </a:cubicBezTo>
                    <a:cubicBezTo>
                      <a:pt x="351" y="782"/>
                      <a:pt x="445" y="933"/>
                      <a:pt x="452" y="946"/>
                    </a:cubicBezTo>
                    <a:cubicBezTo>
                      <a:pt x="455" y="951"/>
                      <a:pt x="457" y="956"/>
                      <a:pt x="460" y="961"/>
                    </a:cubicBezTo>
                    <a:cubicBezTo>
                      <a:pt x="485" y="962"/>
                      <a:pt x="550" y="959"/>
                      <a:pt x="599" y="916"/>
                    </a:cubicBezTo>
                    <a:cubicBezTo>
                      <a:pt x="599" y="915"/>
                      <a:pt x="599" y="915"/>
                      <a:pt x="599" y="915"/>
                    </a:cubicBezTo>
                    <a:cubicBezTo>
                      <a:pt x="568" y="848"/>
                      <a:pt x="561" y="778"/>
                      <a:pt x="533" y="625"/>
                    </a:cubicBezTo>
                    <a:cubicBezTo>
                      <a:pt x="498" y="422"/>
                      <a:pt x="440" y="336"/>
                      <a:pt x="440" y="336"/>
                    </a:cubicBezTo>
                    <a:lnTo>
                      <a:pt x="799" y="336"/>
                    </a:lnTo>
                    <a:cubicBezTo>
                      <a:pt x="1014" y="336"/>
                      <a:pt x="922" y="0"/>
                      <a:pt x="92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C80A67F4-A7DF-6147-B26F-CA312474A5B2}"/>
                  </a:ext>
                </a:extLst>
              </p:cNvPr>
              <p:cNvSpPr/>
              <p:nvPr/>
            </p:nvSpPr>
            <p:spPr>
              <a:xfrm>
                <a:off x="20491497" y="7618200"/>
                <a:ext cx="1187458" cy="1211335"/>
              </a:xfrm>
              <a:custGeom>
                <a:avLst/>
                <a:gdLst>
                  <a:gd name="connsiteX0" fmla="*/ 141171 w 1187458"/>
                  <a:gd name="connsiteY0" fmla="*/ 14955 h 1211335"/>
                  <a:gd name="connsiteX1" fmla="*/ 57793 w 1187458"/>
                  <a:gd name="connsiteY1" fmla="*/ 109569 h 1211335"/>
                  <a:gd name="connsiteX2" fmla="*/ 36637 w 1187458"/>
                  <a:gd name="connsiteY2" fmla="*/ 446941 h 1211335"/>
                  <a:gd name="connsiteX3" fmla="*/ 197171 w 1187458"/>
                  <a:gd name="connsiteY3" fmla="*/ 870212 h 1211335"/>
                  <a:gd name="connsiteX4" fmla="*/ 286771 w 1187458"/>
                  <a:gd name="connsiteY4" fmla="*/ 1078113 h 1211335"/>
                  <a:gd name="connsiteX5" fmla="*/ 297971 w 1187458"/>
                  <a:gd name="connsiteY5" fmla="*/ 1111726 h 1211335"/>
                  <a:gd name="connsiteX6" fmla="*/ 315393 w 1187458"/>
                  <a:gd name="connsiteY6" fmla="*/ 1166502 h 1211335"/>
                  <a:gd name="connsiteX7" fmla="*/ 479661 w 1187458"/>
                  <a:gd name="connsiteY7" fmla="*/ 1112971 h 1211335"/>
                  <a:gd name="connsiteX8" fmla="*/ 436105 w 1187458"/>
                  <a:gd name="connsiteY8" fmla="*/ 983499 h 1211335"/>
                  <a:gd name="connsiteX9" fmla="*/ 439839 w 1187458"/>
                  <a:gd name="connsiteY9" fmla="*/ 974785 h 1211335"/>
                  <a:gd name="connsiteX10" fmla="*/ 449795 w 1187458"/>
                  <a:gd name="connsiteY10" fmla="*/ 977275 h 1211335"/>
                  <a:gd name="connsiteX11" fmla="*/ 575483 w 1187458"/>
                  <a:gd name="connsiteY11" fmla="*/ 1181441 h 1211335"/>
                  <a:gd name="connsiteX12" fmla="*/ 582951 w 1187458"/>
                  <a:gd name="connsiteY12" fmla="*/ 1196380 h 1211335"/>
                  <a:gd name="connsiteX13" fmla="*/ 743485 w 1187458"/>
                  <a:gd name="connsiteY13" fmla="*/ 1145338 h 1211335"/>
                  <a:gd name="connsiteX14" fmla="*/ 683751 w 1187458"/>
                  <a:gd name="connsiteY14" fmla="*/ 895110 h 1211335"/>
                  <a:gd name="connsiteX15" fmla="*/ 663839 w 1187458"/>
                  <a:gd name="connsiteY15" fmla="*/ 786803 h 1211335"/>
                  <a:gd name="connsiteX16" fmla="*/ 548107 w 1187458"/>
                  <a:gd name="connsiteY16" fmla="*/ 430757 h 1211335"/>
                  <a:gd name="connsiteX17" fmla="*/ 548107 w 1187458"/>
                  <a:gd name="connsiteY17" fmla="*/ 422043 h 1211335"/>
                  <a:gd name="connsiteX18" fmla="*/ 554329 w 1187458"/>
                  <a:gd name="connsiteY18" fmla="*/ 418308 h 1211335"/>
                  <a:gd name="connsiteX19" fmla="*/ 1002331 w 1187458"/>
                  <a:gd name="connsiteY19" fmla="*/ 418308 h 1211335"/>
                  <a:gd name="connsiteX20" fmla="*/ 1128021 w 1187458"/>
                  <a:gd name="connsiteY20" fmla="*/ 362287 h 1211335"/>
                  <a:gd name="connsiteX21" fmla="*/ 1149175 w 1187458"/>
                  <a:gd name="connsiteY21" fmla="*/ 14955 h 1211335"/>
                  <a:gd name="connsiteX22" fmla="*/ 134939 w 1187458"/>
                  <a:gd name="connsiteY22" fmla="*/ 0 h 1211335"/>
                  <a:gd name="connsiteX23" fmla="*/ 138673 w 1187458"/>
                  <a:gd name="connsiteY23" fmla="*/ 0 h 1211335"/>
                  <a:gd name="connsiteX24" fmla="*/ 1155419 w 1187458"/>
                  <a:gd name="connsiteY24" fmla="*/ 0 h 1211335"/>
                  <a:gd name="connsiteX25" fmla="*/ 1161641 w 1187458"/>
                  <a:gd name="connsiteY25" fmla="*/ 4980 h 1211335"/>
                  <a:gd name="connsiteX26" fmla="*/ 1139239 w 1187458"/>
                  <a:gd name="connsiteY26" fmla="*/ 372240 h 1211335"/>
                  <a:gd name="connsiteX27" fmla="*/ 1002347 w 1187458"/>
                  <a:gd name="connsiteY27" fmla="*/ 433242 h 1211335"/>
                  <a:gd name="connsiteX28" fmla="*/ 568021 w 1187458"/>
                  <a:gd name="connsiteY28" fmla="*/ 433242 h 1211335"/>
                  <a:gd name="connsiteX29" fmla="*/ 680025 w 1187458"/>
                  <a:gd name="connsiteY29" fmla="*/ 784318 h 1211335"/>
                  <a:gd name="connsiteX30" fmla="*/ 697447 w 1187458"/>
                  <a:gd name="connsiteY30" fmla="*/ 891383 h 1211335"/>
                  <a:gd name="connsiteX31" fmla="*/ 759671 w 1187458"/>
                  <a:gd name="connsiteY31" fmla="*/ 1144108 h 1211335"/>
                  <a:gd name="connsiteX32" fmla="*/ 758427 w 1187458"/>
                  <a:gd name="connsiteY32" fmla="*/ 1152822 h 1211335"/>
                  <a:gd name="connsiteX33" fmla="*/ 587933 w 1187458"/>
                  <a:gd name="connsiteY33" fmla="*/ 1211335 h 1211335"/>
                  <a:gd name="connsiteX34" fmla="*/ 579221 w 1187458"/>
                  <a:gd name="connsiteY34" fmla="*/ 1211335 h 1211335"/>
                  <a:gd name="connsiteX35" fmla="*/ 571755 w 1187458"/>
                  <a:gd name="connsiteY35" fmla="*/ 1206355 h 1211335"/>
                  <a:gd name="connsiteX36" fmla="*/ 563043 w 1187458"/>
                  <a:gd name="connsiteY36" fmla="*/ 1188926 h 1211335"/>
                  <a:gd name="connsiteX37" fmla="*/ 470951 w 1187458"/>
                  <a:gd name="connsiteY37" fmla="*/ 1039532 h 1211335"/>
                  <a:gd name="connsiteX38" fmla="*/ 494597 w 1187458"/>
                  <a:gd name="connsiteY38" fmla="*/ 1112984 h 1211335"/>
                  <a:gd name="connsiteX39" fmla="*/ 493351 w 1187458"/>
                  <a:gd name="connsiteY39" fmla="*/ 1120454 h 1211335"/>
                  <a:gd name="connsiteX40" fmla="*/ 309167 w 1187458"/>
                  <a:gd name="connsiteY40" fmla="*/ 1182701 h 1211335"/>
                  <a:gd name="connsiteX41" fmla="*/ 301701 w 1187458"/>
                  <a:gd name="connsiteY41" fmla="*/ 1175232 h 1211335"/>
                  <a:gd name="connsiteX42" fmla="*/ 284277 w 1187458"/>
                  <a:gd name="connsiteY42" fmla="*/ 1116719 h 1211335"/>
                  <a:gd name="connsiteX43" fmla="*/ 271833 w 1187458"/>
                  <a:gd name="connsiteY43" fmla="*/ 1081860 h 1211335"/>
                  <a:gd name="connsiteX44" fmla="*/ 183475 w 1187458"/>
                  <a:gd name="connsiteY44" fmla="*/ 876444 h 1211335"/>
                  <a:gd name="connsiteX45" fmla="*/ 21691 w 1187458"/>
                  <a:gd name="connsiteY45" fmla="*/ 450672 h 1211335"/>
                  <a:gd name="connsiteX46" fmla="*/ 134939 w 1187458"/>
                  <a:gd name="connsiteY46" fmla="*/ 0 h 1211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</a:cxnLst>
                <a:rect l="l" t="t" r="r" b="b"/>
                <a:pathLst>
                  <a:path w="1187458" h="1211335">
                    <a:moveTo>
                      <a:pt x="141171" y="14955"/>
                    </a:moveTo>
                    <a:cubicBezTo>
                      <a:pt x="132459" y="19935"/>
                      <a:pt x="90149" y="49813"/>
                      <a:pt x="57793" y="109569"/>
                    </a:cubicBezTo>
                    <a:cubicBezTo>
                      <a:pt x="-3185" y="221611"/>
                      <a:pt x="12993" y="354817"/>
                      <a:pt x="36637" y="446941"/>
                    </a:cubicBezTo>
                    <a:cubicBezTo>
                      <a:pt x="85171" y="634923"/>
                      <a:pt x="144903" y="760660"/>
                      <a:pt x="197171" y="870212"/>
                    </a:cubicBezTo>
                    <a:cubicBezTo>
                      <a:pt x="230771" y="939927"/>
                      <a:pt x="261883" y="1005908"/>
                      <a:pt x="286771" y="1078113"/>
                    </a:cubicBezTo>
                    <a:cubicBezTo>
                      <a:pt x="291749" y="1090562"/>
                      <a:pt x="295483" y="1101766"/>
                      <a:pt x="297971" y="1111726"/>
                    </a:cubicBezTo>
                    <a:cubicBezTo>
                      <a:pt x="307927" y="1139114"/>
                      <a:pt x="312905" y="1155298"/>
                      <a:pt x="315393" y="1166502"/>
                    </a:cubicBezTo>
                    <a:cubicBezTo>
                      <a:pt x="350239" y="1167747"/>
                      <a:pt x="422417" y="1162767"/>
                      <a:pt x="479661" y="1112971"/>
                    </a:cubicBezTo>
                    <a:cubicBezTo>
                      <a:pt x="458505" y="1050725"/>
                      <a:pt x="436105" y="983499"/>
                      <a:pt x="436105" y="983499"/>
                    </a:cubicBezTo>
                    <a:cubicBezTo>
                      <a:pt x="434861" y="979765"/>
                      <a:pt x="437349" y="976030"/>
                      <a:pt x="439839" y="974785"/>
                    </a:cubicBezTo>
                    <a:cubicBezTo>
                      <a:pt x="444817" y="972295"/>
                      <a:pt x="448549" y="973540"/>
                      <a:pt x="449795" y="977275"/>
                    </a:cubicBezTo>
                    <a:cubicBezTo>
                      <a:pt x="454773" y="984744"/>
                      <a:pt x="566773" y="1164012"/>
                      <a:pt x="575483" y="1181441"/>
                    </a:cubicBezTo>
                    <a:cubicBezTo>
                      <a:pt x="579217" y="1186421"/>
                      <a:pt x="581707" y="1190155"/>
                      <a:pt x="582951" y="1196380"/>
                    </a:cubicBezTo>
                    <a:cubicBezTo>
                      <a:pt x="616551" y="1196380"/>
                      <a:pt x="688729" y="1191400"/>
                      <a:pt x="743485" y="1145338"/>
                    </a:cubicBezTo>
                    <a:cubicBezTo>
                      <a:pt x="714863" y="1079358"/>
                      <a:pt x="702417" y="1009643"/>
                      <a:pt x="683751" y="895110"/>
                    </a:cubicBezTo>
                    <a:cubicBezTo>
                      <a:pt x="677529" y="862743"/>
                      <a:pt x="671307" y="826640"/>
                      <a:pt x="663839" y="786803"/>
                    </a:cubicBezTo>
                    <a:cubicBezTo>
                      <a:pt x="619039" y="539065"/>
                      <a:pt x="549351" y="432002"/>
                      <a:pt x="548107" y="430757"/>
                    </a:cubicBezTo>
                    <a:cubicBezTo>
                      <a:pt x="546861" y="428267"/>
                      <a:pt x="546861" y="425777"/>
                      <a:pt x="548107" y="422043"/>
                    </a:cubicBezTo>
                    <a:cubicBezTo>
                      <a:pt x="549351" y="419553"/>
                      <a:pt x="551839" y="418308"/>
                      <a:pt x="554329" y="418308"/>
                    </a:cubicBezTo>
                    <a:lnTo>
                      <a:pt x="1002331" y="418308"/>
                    </a:lnTo>
                    <a:cubicBezTo>
                      <a:pt x="1058331" y="418308"/>
                      <a:pt x="1100643" y="399634"/>
                      <a:pt x="1128021" y="362287"/>
                    </a:cubicBezTo>
                    <a:cubicBezTo>
                      <a:pt x="1205177" y="261449"/>
                      <a:pt x="1157887" y="51058"/>
                      <a:pt x="1149175" y="14955"/>
                    </a:cubicBezTo>
                    <a:close/>
                    <a:moveTo>
                      <a:pt x="134939" y="0"/>
                    </a:moveTo>
                    <a:cubicBezTo>
                      <a:pt x="136185" y="0"/>
                      <a:pt x="136185" y="0"/>
                      <a:pt x="138673" y="0"/>
                    </a:cubicBezTo>
                    <a:lnTo>
                      <a:pt x="1155419" y="0"/>
                    </a:lnTo>
                    <a:cubicBezTo>
                      <a:pt x="1157907" y="0"/>
                      <a:pt x="1161641" y="2490"/>
                      <a:pt x="1161641" y="4980"/>
                    </a:cubicBezTo>
                    <a:cubicBezTo>
                      <a:pt x="1165375" y="16185"/>
                      <a:pt x="1230087" y="255215"/>
                      <a:pt x="1139239" y="372240"/>
                    </a:cubicBezTo>
                    <a:cubicBezTo>
                      <a:pt x="1109373" y="413323"/>
                      <a:pt x="1063327" y="433242"/>
                      <a:pt x="1002347" y="433242"/>
                    </a:cubicBezTo>
                    <a:lnTo>
                      <a:pt x="568021" y="433242"/>
                    </a:lnTo>
                    <a:cubicBezTo>
                      <a:pt x="586689" y="468101"/>
                      <a:pt x="642689" y="576411"/>
                      <a:pt x="680025" y="784318"/>
                    </a:cubicBezTo>
                    <a:cubicBezTo>
                      <a:pt x="686247" y="824156"/>
                      <a:pt x="692469" y="860260"/>
                      <a:pt x="697447" y="891383"/>
                    </a:cubicBezTo>
                    <a:cubicBezTo>
                      <a:pt x="718603" y="1012143"/>
                      <a:pt x="729803" y="1078126"/>
                      <a:pt x="759671" y="1144108"/>
                    </a:cubicBezTo>
                    <a:cubicBezTo>
                      <a:pt x="762161" y="1146598"/>
                      <a:pt x="760917" y="1150332"/>
                      <a:pt x="758427" y="1152822"/>
                    </a:cubicBezTo>
                    <a:cubicBezTo>
                      <a:pt x="701181" y="1203865"/>
                      <a:pt x="626511" y="1211335"/>
                      <a:pt x="587933" y="1211335"/>
                    </a:cubicBezTo>
                    <a:cubicBezTo>
                      <a:pt x="584199" y="1211335"/>
                      <a:pt x="581711" y="1211335"/>
                      <a:pt x="579221" y="1211335"/>
                    </a:cubicBezTo>
                    <a:cubicBezTo>
                      <a:pt x="575487" y="1211335"/>
                      <a:pt x="572999" y="1210090"/>
                      <a:pt x="571755" y="1206355"/>
                    </a:cubicBezTo>
                    <a:cubicBezTo>
                      <a:pt x="569265" y="1198886"/>
                      <a:pt x="565531" y="1193906"/>
                      <a:pt x="563043" y="1188926"/>
                    </a:cubicBezTo>
                    <a:cubicBezTo>
                      <a:pt x="556821" y="1177721"/>
                      <a:pt x="505797" y="1096800"/>
                      <a:pt x="470951" y="1039532"/>
                    </a:cubicBezTo>
                    <a:cubicBezTo>
                      <a:pt x="478417" y="1061941"/>
                      <a:pt x="487129" y="1088085"/>
                      <a:pt x="494597" y="1112984"/>
                    </a:cubicBezTo>
                    <a:cubicBezTo>
                      <a:pt x="497085" y="1115474"/>
                      <a:pt x="494597" y="1119209"/>
                      <a:pt x="493351" y="1120454"/>
                    </a:cubicBezTo>
                    <a:cubicBezTo>
                      <a:pt x="428639" y="1180211"/>
                      <a:pt x="342769" y="1183946"/>
                      <a:pt x="309167" y="1182701"/>
                    </a:cubicBezTo>
                    <a:cubicBezTo>
                      <a:pt x="305435" y="1182701"/>
                      <a:pt x="301701" y="1178966"/>
                      <a:pt x="301701" y="1175232"/>
                    </a:cubicBezTo>
                    <a:cubicBezTo>
                      <a:pt x="300457" y="1164027"/>
                      <a:pt x="294233" y="1146598"/>
                      <a:pt x="284277" y="1116719"/>
                    </a:cubicBezTo>
                    <a:cubicBezTo>
                      <a:pt x="280545" y="1106759"/>
                      <a:pt x="276811" y="1095555"/>
                      <a:pt x="271833" y="1081860"/>
                    </a:cubicBezTo>
                    <a:cubicBezTo>
                      <a:pt x="248187" y="1010898"/>
                      <a:pt x="217075" y="946161"/>
                      <a:pt x="183475" y="876444"/>
                    </a:cubicBezTo>
                    <a:cubicBezTo>
                      <a:pt x="131207" y="766889"/>
                      <a:pt x="70227" y="641149"/>
                      <a:pt x="21691" y="450672"/>
                    </a:cubicBezTo>
                    <a:cubicBezTo>
                      <a:pt x="-64179" y="120760"/>
                      <a:pt x="132451" y="2490"/>
                      <a:pt x="1349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485F7E6F-8C43-DE4E-BF64-E5207D1F315A}"/>
                  </a:ext>
                </a:extLst>
              </p:cNvPr>
              <p:cNvSpPr/>
              <p:nvPr/>
            </p:nvSpPr>
            <p:spPr>
              <a:xfrm>
                <a:off x="21046409" y="8767223"/>
                <a:ext cx="235455" cy="2691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0" h="217">
                    <a:moveTo>
                      <a:pt x="20" y="45"/>
                    </a:moveTo>
                    <a:cubicBezTo>
                      <a:pt x="24" y="54"/>
                      <a:pt x="28" y="62"/>
                      <a:pt x="30" y="67"/>
                    </a:cubicBezTo>
                    <a:cubicBezTo>
                      <a:pt x="38" y="85"/>
                      <a:pt x="15" y="110"/>
                      <a:pt x="8" y="136"/>
                    </a:cubicBezTo>
                    <a:cubicBezTo>
                      <a:pt x="-8" y="186"/>
                      <a:pt x="3" y="213"/>
                      <a:pt x="14" y="217"/>
                    </a:cubicBezTo>
                    <a:cubicBezTo>
                      <a:pt x="25" y="221"/>
                      <a:pt x="160" y="142"/>
                      <a:pt x="180" y="113"/>
                    </a:cubicBezTo>
                    <a:cubicBezTo>
                      <a:pt x="199" y="83"/>
                      <a:pt x="188" y="60"/>
                      <a:pt x="160" y="0"/>
                    </a:cubicBezTo>
                    <a:cubicBezTo>
                      <a:pt x="111" y="43"/>
                      <a:pt x="45" y="46"/>
                      <a:pt x="20" y="45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1" name="Freeform 480">
                <a:extLst>
                  <a:ext uri="{FF2B5EF4-FFF2-40B4-BE49-F238E27FC236}">
                    <a16:creationId xmlns:a16="http://schemas.microsoft.com/office/drawing/2014/main" id="{721EE2D0-7348-B64D-AE33-0F84226BE55E}"/>
                  </a:ext>
                </a:extLst>
              </p:cNvPr>
              <p:cNvSpPr/>
              <p:nvPr/>
            </p:nvSpPr>
            <p:spPr>
              <a:xfrm>
                <a:off x="21039352" y="8759232"/>
                <a:ext cx="249655" cy="284654"/>
              </a:xfrm>
              <a:custGeom>
                <a:avLst/>
                <a:gdLst>
                  <a:gd name="connsiteX0" fmla="*/ 202828 w 249655"/>
                  <a:gd name="connsiteY0" fmla="*/ 20454 h 284654"/>
                  <a:gd name="connsiteX1" fmla="*/ 43024 w 249655"/>
                  <a:gd name="connsiteY1" fmla="*/ 71296 h 284654"/>
                  <a:gd name="connsiteX2" fmla="*/ 47980 w 249655"/>
                  <a:gd name="connsiteY2" fmla="*/ 81217 h 284654"/>
                  <a:gd name="connsiteX3" fmla="*/ 50456 w 249655"/>
                  <a:gd name="connsiteY3" fmla="*/ 87417 h 284654"/>
                  <a:gd name="connsiteX4" fmla="*/ 38070 w 249655"/>
                  <a:gd name="connsiteY4" fmla="*/ 145700 h 284654"/>
                  <a:gd name="connsiteX5" fmla="*/ 23204 w 249655"/>
                  <a:gd name="connsiteY5" fmla="*/ 179182 h 284654"/>
                  <a:gd name="connsiteX6" fmla="*/ 25682 w 249655"/>
                  <a:gd name="connsiteY6" fmla="*/ 270946 h 284654"/>
                  <a:gd name="connsiteX7" fmla="*/ 223888 w 249655"/>
                  <a:gd name="connsiteY7" fmla="*/ 143220 h 284654"/>
                  <a:gd name="connsiteX8" fmla="*/ 202828 w 249655"/>
                  <a:gd name="connsiteY8" fmla="*/ 20454 h 284654"/>
                  <a:gd name="connsiteX9" fmla="*/ 207834 w 249655"/>
                  <a:gd name="connsiteY9" fmla="*/ 514 h 284654"/>
                  <a:gd name="connsiteX10" fmla="*/ 212792 w 249655"/>
                  <a:gd name="connsiteY10" fmla="*/ 4236 h 284654"/>
                  <a:gd name="connsiteX11" fmla="*/ 215272 w 249655"/>
                  <a:gd name="connsiteY11" fmla="*/ 10440 h 284654"/>
                  <a:gd name="connsiteX12" fmla="*/ 236344 w 249655"/>
                  <a:gd name="connsiteY12" fmla="*/ 150649 h 284654"/>
                  <a:gd name="connsiteX13" fmla="*/ 24374 w 249655"/>
                  <a:gd name="connsiteY13" fmla="*/ 284654 h 284654"/>
                  <a:gd name="connsiteX14" fmla="*/ 21894 w 249655"/>
                  <a:gd name="connsiteY14" fmla="*/ 284654 h 284654"/>
                  <a:gd name="connsiteX15" fmla="*/ 9498 w 249655"/>
                  <a:gd name="connsiteY15" fmla="*/ 175465 h 284654"/>
                  <a:gd name="connsiteX16" fmla="*/ 24374 w 249655"/>
                  <a:gd name="connsiteY16" fmla="*/ 139482 h 284654"/>
                  <a:gd name="connsiteX17" fmla="*/ 36770 w 249655"/>
                  <a:gd name="connsiteY17" fmla="*/ 94814 h 284654"/>
                  <a:gd name="connsiteX18" fmla="*/ 34290 w 249655"/>
                  <a:gd name="connsiteY18" fmla="*/ 87369 h 284654"/>
                  <a:gd name="connsiteX19" fmla="*/ 24374 w 249655"/>
                  <a:gd name="connsiteY19" fmla="*/ 66276 h 284654"/>
                  <a:gd name="connsiteX20" fmla="*/ 25614 w 249655"/>
                  <a:gd name="connsiteY20" fmla="*/ 58831 h 284654"/>
                  <a:gd name="connsiteX21" fmla="*/ 31812 w 249655"/>
                  <a:gd name="connsiteY21" fmla="*/ 56349 h 284654"/>
                  <a:gd name="connsiteX22" fmla="*/ 200396 w 249655"/>
                  <a:gd name="connsiteY22" fmla="*/ 1755 h 284654"/>
                  <a:gd name="connsiteX23" fmla="*/ 207834 w 249655"/>
                  <a:gd name="connsiteY23" fmla="*/ 514 h 2846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49655" h="284654">
                    <a:moveTo>
                      <a:pt x="202828" y="20454"/>
                    </a:moveTo>
                    <a:cubicBezTo>
                      <a:pt x="147082" y="63856"/>
                      <a:pt x="80188" y="71296"/>
                      <a:pt x="43024" y="71296"/>
                    </a:cubicBezTo>
                    <a:cubicBezTo>
                      <a:pt x="45502" y="75017"/>
                      <a:pt x="46740" y="78737"/>
                      <a:pt x="47980" y="81217"/>
                    </a:cubicBezTo>
                    <a:lnTo>
                      <a:pt x="50456" y="87417"/>
                    </a:lnTo>
                    <a:cubicBezTo>
                      <a:pt x="59128" y="106018"/>
                      <a:pt x="47980" y="124619"/>
                      <a:pt x="38070" y="145700"/>
                    </a:cubicBezTo>
                    <a:cubicBezTo>
                      <a:pt x="31876" y="156861"/>
                      <a:pt x="25682" y="168021"/>
                      <a:pt x="23204" y="179182"/>
                    </a:cubicBezTo>
                    <a:cubicBezTo>
                      <a:pt x="5860" y="237464"/>
                      <a:pt x="19488" y="265986"/>
                      <a:pt x="25682" y="270946"/>
                    </a:cubicBezTo>
                    <a:cubicBezTo>
                      <a:pt x="47980" y="267226"/>
                      <a:pt x="200350" y="176701"/>
                      <a:pt x="223888" y="143220"/>
                    </a:cubicBezTo>
                    <a:cubicBezTo>
                      <a:pt x="244948" y="112218"/>
                      <a:pt x="233798" y="86177"/>
                      <a:pt x="202828" y="20454"/>
                    </a:cubicBezTo>
                    <a:close/>
                    <a:moveTo>
                      <a:pt x="207834" y="514"/>
                    </a:moveTo>
                    <a:cubicBezTo>
                      <a:pt x="210312" y="514"/>
                      <a:pt x="211552" y="2996"/>
                      <a:pt x="212792" y="4236"/>
                    </a:cubicBezTo>
                    <a:lnTo>
                      <a:pt x="215272" y="10440"/>
                    </a:lnTo>
                    <a:cubicBezTo>
                      <a:pt x="247500" y="81165"/>
                      <a:pt x="262376" y="113426"/>
                      <a:pt x="236344" y="150649"/>
                    </a:cubicBezTo>
                    <a:cubicBezTo>
                      <a:pt x="214032" y="185391"/>
                      <a:pt x="54124" y="284654"/>
                      <a:pt x="24374" y="284654"/>
                    </a:cubicBezTo>
                    <a:cubicBezTo>
                      <a:pt x="23134" y="284654"/>
                      <a:pt x="21894" y="284654"/>
                      <a:pt x="21894" y="284654"/>
                    </a:cubicBezTo>
                    <a:cubicBezTo>
                      <a:pt x="2062" y="277209"/>
                      <a:pt x="-9096" y="235023"/>
                      <a:pt x="9498" y="175465"/>
                    </a:cubicBezTo>
                    <a:cubicBezTo>
                      <a:pt x="11978" y="161816"/>
                      <a:pt x="18176" y="150649"/>
                      <a:pt x="24374" y="139482"/>
                    </a:cubicBezTo>
                    <a:cubicBezTo>
                      <a:pt x="34290" y="122111"/>
                      <a:pt x="41728" y="104740"/>
                      <a:pt x="36770" y="94814"/>
                    </a:cubicBezTo>
                    <a:lnTo>
                      <a:pt x="34290" y="87369"/>
                    </a:lnTo>
                    <a:cubicBezTo>
                      <a:pt x="31812" y="82406"/>
                      <a:pt x="28092" y="74961"/>
                      <a:pt x="24374" y="66276"/>
                    </a:cubicBezTo>
                    <a:cubicBezTo>
                      <a:pt x="23134" y="63794"/>
                      <a:pt x="24374" y="62553"/>
                      <a:pt x="25614" y="58831"/>
                    </a:cubicBezTo>
                    <a:cubicBezTo>
                      <a:pt x="25614" y="57590"/>
                      <a:pt x="29332" y="56349"/>
                      <a:pt x="31812" y="56349"/>
                    </a:cubicBezTo>
                    <a:cubicBezTo>
                      <a:pt x="62802" y="57590"/>
                      <a:pt x="140896" y="53868"/>
                      <a:pt x="200396" y="1755"/>
                    </a:cubicBezTo>
                    <a:cubicBezTo>
                      <a:pt x="201636" y="514"/>
                      <a:pt x="204114" y="-727"/>
                      <a:pt x="207834" y="5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6" name="Freeform 265">
                <a:extLst>
                  <a:ext uri="{FF2B5EF4-FFF2-40B4-BE49-F238E27FC236}">
                    <a16:creationId xmlns:a16="http://schemas.microsoft.com/office/drawing/2014/main" id="{B386434E-31EC-314F-8389-E8F7711BAE42}"/>
                  </a:ext>
                </a:extLst>
              </p:cNvPr>
              <p:cNvSpPr/>
              <p:nvPr/>
            </p:nvSpPr>
            <p:spPr>
              <a:xfrm>
                <a:off x="20746173" y="7965898"/>
                <a:ext cx="195589" cy="6405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8" h="515">
                    <a:moveTo>
                      <a:pt x="152" y="515"/>
                    </a:moveTo>
                    <a:cubicBezTo>
                      <a:pt x="150" y="515"/>
                      <a:pt x="148" y="514"/>
                      <a:pt x="146" y="511"/>
                    </a:cubicBezTo>
                    <a:cubicBezTo>
                      <a:pt x="146" y="510"/>
                      <a:pt x="109" y="423"/>
                      <a:pt x="73" y="317"/>
                    </a:cubicBezTo>
                    <a:cubicBezTo>
                      <a:pt x="24" y="175"/>
                      <a:pt x="0" y="71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cubicBezTo>
                      <a:pt x="12" y="157"/>
                      <a:pt x="156" y="503"/>
                      <a:pt x="158" y="507"/>
                    </a:cubicBezTo>
                    <a:cubicBezTo>
                      <a:pt x="159" y="510"/>
                      <a:pt x="157" y="513"/>
                      <a:pt x="154" y="515"/>
                    </a:cubicBezTo>
                    <a:cubicBezTo>
                      <a:pt x="154" y="515"/>
                      <a:pt x="153" y="515"/>
                      <a:pt x="152" y="5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sp>
          <p:nvSpPr>
            <p:cNvPr id="267" name="Freeform 266">
              <a:extLst>
                <a:ext uri="{FF2B5EF4-FFF2-40B4-BE49-F238E27FC236}">
                  <a16:creationId xmlns:a16="http://schemas.microsoft.com/office/drawing/2014/main" id="{948530A2-A274-5F4D-9D4E-5666C74C90A2}"/>
                </a:ext>
              </a:extLst>
            </p:cNvPr>
            <p:cNvSpPr/>
            <p:nvPr/>
          </p:nvSpPr>
          <p:spPr>
            <a:xfrm>
              <a:off x="10014920" y="11188643"/>
              <a:ext cx="12855325" cy="14955"/>
            </a:xfrm>
            <a:custGeom>
              <a:avLst/>
              <a:gdLst/>
              <a:ahLst/>
              <a:cxnLst>
                <a:cxn ang="3cd4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0320" h="13">
                  <a:moveTo>
                    <a:pt x="10315" y="13"/>
                  </a:moveTo>
                  <a:lnTo>
                    <a:pt x="6" y="13"/>
                  </a:lnTo>
                  <a:cubicBezTo>
                    <a:pt x="2" y="13"/>
                    <a:pt x="0" y="10"/>
                    <a:pt x="0" y="7"/>
                  </a:cubicBezTo>
                  <a:cubicBezTo>
                    <a:pt x="0" y="4"/>
                    <a:pt x="2" y="0"/>
                    <a:pt x="6" y="0"/>
                  </a:cubicBezTo>
                  <a:lnTo>
                    <a:pt x="10315" y="0"/>
                  </a:lnTo>
                  <a:cubicBezTo>
                    <a:pt x="10317" y="0"/>
                    <a:pt x="10320" y="4"/>
                    <a:pt x="10320" y="7"/>
                  </a:cubicBezTo>
                  <a:cubicBezTo>
                    <a:pt x="10320" y="10"/>
                    <a:pt x="10317" y="13"/>
                    <a:pt x="10315" y="13"/>
                  </a:cubicBezTo>
                  <a:close/>
                </a:path>
              </a:pathLst>
            </a:custGeom>
            <a:solidFill>
              <a:schemeClr val="accent2"/>
            </a:solidFill>
            <a:ln cap="flat">
              <a:noFill/>
              <a:prstDash val="solid"/>
            </a:ln>
          </p:spPr>
          <p:txBody>
            <a:bodyPr vert="horz" wrap="none" lIns="90000" tIns="45000" rIns="90000" bIns="45000" anchor="ctr" anchorCtr="1" compatLnSpc="0"/>
            <a:lstStyle/>
            <a:p>
              <a:pPr marL="0" marR="0" lvl="0" indent="0" rtl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</a:pPr>
              <a:endParaRPr lang="en-none" sz="1800" b="0" i="0" u="none" strike="noStrike" kern="1200">
                <a:ln>
                  <a:noFill/>
                </a:ln>
                <a:latin typeface="Arial" pitchFamily="18"/>
                <a:ea typeface="Arial Unicode MS" pitchFamily="2"/>
                <a:cs typeface="Arial Unicode MS" pitchFamily="2"/>
              </a:endParaRP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DFBF859-D35D-0043-8033-6A62EB0FC1F7}"/>
                </a:ext>
              </a:extLst>
            </p:cNvPr>
            <p:cNvGrpSpPr/>
            <p:nvPr/>
          </p:nvGrpSpPr>
          <p:grpSpPr>
            <a:xfrm>
              <a:off x="15678292" y="10794838"/>
              <a:ext cx="3126934" cy="408763"/>
              <a:chOff x="15678292" y="10794838"/>
              <a:chExt cx="3126934" cy="408763"/>
            </a:xfrm>
          </p:grpSpPr>
          <p:sp>
            <p:nvSpPr>
              <p:cNvPr id="268" name="Freeform 267">
                <a:extLst>
                  <a:ext uri="{FF2B5EF4-FFF2-40B4-BE49-F238E27FC236}">
                    <a16:creationId xmlns:a16="http://schemas.microsoft.com/office/drawing/2014/main" id="{301190EE-F058-E54F-B777-836B22E70B9F}"/>
                  </a:ext>
                </a:extLst>
              </p:cNvPr>
              <p:cNvSpPr/>
              <p:nvPr/>
            </p:nvSpPr>
            <p:spPr>
              <a:xfrm>
                <a:off x="15685767" y="10802316"/>
                <a:ext cx="3110742" cy="3938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498" h="317">
                    <a:moveTo>
                      <a:pt x="2498" y="0"/>
                    </a:moveTo>
                    <a:lnTo>
                      <a:pt x="0" y="0"/>
                    </a:lnTo>
                    <a:lnTo>
                      <a:pt x="0" y="317"/>
                    </a:lnTo>
                    <a:lnTo>
                      <a:pt x="2498" y="317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2" name="Freeform 481">
                <a:extLst>
                  <a:ext uri="{FF2B5EF4-FFF2-40B4-BE49-F238E27FC236}">
                    <a16:creationId xmlns:a16="http://schemas.microsoft.com/office/drawing/2014/main" id="{0BFD9601-DE64-584F-8E70-02F58D8D3500}"/>
                  </a:ext>
                </a:extLst>
              </p:cNvPr>
              <p:cNvSpPr/>
              <p:nvPr/>
            </p:nvSpPr>
            <p:spPr>
              <a:xfrm>
                <a:off x="15678292" y="10794838"/>
                <a:ext cx="3126934" cy="408763"/>
              </a:xfrm>
              <a:custGeom>
                <a:avLst/>
                <a:gdLst>
                  <a:gd name="connsiteX0" fmla="*/ 14950 w 3126934"/>
                  <a:gd name="connsiteY0" fmla="*/ 14955 h 408763"/>
                  <a:gd name="connsiteX1" fmla="*/ 14950 w 3126934"/>
                  <a:gd name="connsiteY1" fmla="*/ 392562 h 408763"/>
                  <a:gd name="connsiteX2" fmla="*/ 3110742 w 3126934"/>
                  <a:gd name="connsiteY2" fmla="*/ 392562 h 408763"/>
                  <a:gd name="connsiteX3" fmla="*/ 3110742 w 3126934"/>
                  <a:gd name="connsiteY3" fmla="*/ 14955 h 408763"/>
                  <a:gd name="connsiteX4" fmla="*/ 7472 w 3126934"/>
                  <a:gd name="connsiteY4" fmla="*/ 0 h 408763"/>
                  <a:gd name="connsiteX5" fmla="*/ 3118216 w 3126934"/>
                  <a:gd name="connsiteY5" fmla="*/ 0 h 408763"/>
                  <a:gd name="connsiteX6" fmla="*/ 3126934 w 3126934"/>
                  <a:gd name="connsiteY6" fmla="*/ 7455 h 408763"/>
                  <a:gd name="connsiteX7" fmla="*/ 3126934 w 3126934"/>
                  <a:gd name="connsiteY7" fmla="*/ 401308 h 408763"/>
                  <a:gd name="connsiteX8" fmla="*/ 3118216 w 3126934"/>
                  <a:gd name="connsiteY8" fmla="*/ 408763 h 408763"/>
                  <a:gd name="connsiteX9" fmla="*/ 7472 w 3126934"/>
                  <a:gd name="connsiteY9" fmla="*/ 408763 h 408763"/>
                  <a:gd name="connsiteX10" fmla="*/ 0 w 3126934"/>
                  <a:gd name="connsiteY10" fmla="*/ 401308 h 408763"/>
                  <a:gd name="connsiteX11" fmla="*/ 0 w 3126934"/>
                  <a:gd name="connsiteY11" fmla="*/ 7455 h 408763"/>
                  <a:gd name="connsiteX12" fmla="*/ 7472 w 3126934"/>
                  <a:gd name="connsiteY12" fmla="*/ 0 h 408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26934" h="408763">
                    <a:moveTo>
                      <a:pt x="14950" y="14955"/>
                    </a:moveTo>
                    <a:lnTo>
                      <a:pt x="14950" y="392562"/>
                    </a:lnTo>
                    <a:lnTo>
                      <a:pt x="3110742" y="392562"/>
                    </a:lnTo>
                    <a:lnTo>
                      <a:pt x="3110742" y="14955"/>
                    </a:lnTo>
                    <a:close/>
                    <a:moveTo>
                      <a:pt x="7472" y="0"/>
                    </a:moveTo>
                    <a:lnTo>
                      <a:pt x="3118216" y="0"/>
                    </a:lnTo>
                    <a:cubicBezTo>
                      <a:pt x="3123198" y="0"/>
                      <a:pt x="3126934" y="3727"/>
                      <a:pt x="3126934" y="7455"/>
                    </a:cubicBezTo>
                    <a:lnTo>
                      <a:pt x="3126934" y="401308"/>
                    </a:lnTo>
                    <a:cubicBezTo>
                      <a:pt x="3126934" y="405036"/>
                      <a:pt x="3123198" y="408763"/>
                      <a:pt x="3118216" y="408763"/>
                    </a:cubicBezTo>
                    <a:lnTo>
                      <a:pt x="7472" y="408763"/>
                    </a:lnTo>
                    <a:cubicBezTo>
                      <a:pt x="2491" y="408763"/>
                      <a:pt x="0" y="405036"/>
                      <a:pt x="0" y="401308"/>
                    </a:cubicBezTo>
                    <a:lnTo>
                      <a:pt x="0" y="7455"/>
                    </a:lnTo>
                    <a:cubicBezTo>
                      <a:pt x="0" y="3727"/>
                      <a:pt x="2491" y="0"/>
                      <a:pt x="74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1" name="Freeform 270">
                <a:extLst>
                  <a:ext uri="{FF2B5EF4-FFF2-40B4-BE49-F238E27FC236}">
                    <a16:creationId xmlns:a16="http://schemas.microsoft.com/office/drawing/2014/main" id="{92D7A474-19B9-924A-B6FE-7D553629BAF3}"/>
                  </a:ext>
                </a:extLst>
              </p:cNvPr>
              <p:cNvSpPr/>
              <p:nvPr/>
            </p:nvSpPr>
            <p:spPr>
              <a:xfrm>
                <a:off x="16844353" y="10802316"/>
                <a:ext cx="159461" cy="3938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9" h="317">
                    <a:moveTo>
                      <a:pt x="0" y="317"/>
                    </a:moveTo>
                    <a:lnTo>
                      <a:pt x="129" y="317"/>
                    </a:lnTo>
                    <a:lnTo>
                      <a:pt x="12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DCF7832D-75C0-7F4C-8293-C8021C02366F}"/>
                  </a:ext>
                </a:extLst>
              </p:cNvPr>
              <p:cNvSpPr/>
              <p:nvPr/>
            </p:nvSpPr>
            <p:spPr>
              <a:xfrm>
                <a:off x="16836880" y="10794838"/>
                <a:ext cx="175656" cy="408763"/>
              </a:xfrm>
              <a:custGeom>
                <a:avLst/>
                <a:gdLst>
                  <a:gd name="connsiteX0" fmla="*/ 14944 w 175656"/>
                  <a:gd name="connsiteY0" fmla="*/ 14955 h 408763"/>
                  <a:gd name="connsiteX1" fmla="*/ 14944 w 175656"/>
                  <a:gd name="connsiteY1" fmla="*/ 392562 h 408763"/>
                  <a:gd name="connsiteX2" fmla="*/ 159456 w 175656"/>
                  <a:gd name="connsiteY2" fmla="*/ 392562 h 408763"/>
                  <a:gd name="connsiteX3" fmla="*/ 159456 w 175656"/>
                  <a:gd name="connsiteY3" fmla="*/ 14955 h 408763"/>
                  <a:gd name="connsiteX4" fmla="*/ 7422 w 175656"/>
                  <a:gd name="connsiteY4" fmla="*/ 0 h 408763"/>
                  <a:gd name="connsiteX5" fmla="*/ 166996 w 175656"/>
                  <a:gd name="connsiteY5" fmla="*/ 0 h 408763"/>
                  <a:gd name="connsiteX6" fmla="*/ 175656 w 175656"/>
                  <a:gd name="connsiteY6" fmla="*/ 7455 h 408763"/>
                  <a:gd name="connsiteX7" fmla="*/ 175656 w 175656"/>
                  <a:gd name="connsiteY7" fmla="*/ 401308 h 408763"/>
                  <a:gd name="connsiteX8" fmla="*/ 166996 w 175656"/>
                  <a:gd name="connsiteY8" fmla="*/ 408763 h 408763"/>
                  <a:gd name="connsiteX9" fmla="*/ 7422 w 175656"/>
                  <a:gd name="connsiteY9" fmla="*/ 408763 h 408763"/>
                  <a:gd name="connsiteX10" fmla="*/ 0 w 175656"/>
                  <a:gd name="connsiteY10" fmla="*/ 401308 h 408763"/>
                  <a:gd name="connsiteX11" fmla="*/ 0 w 175656"/>
                  <a:gd name="connsiteY11" fmla="*/ 7455 h 408763"/>
                  <a:gd name="connsiteX12" fmla="*/ 7422 w 175656"/>
                  <a:gd name="connsiteY12" fmla="*/ 0 h 408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656" h="408763">
                    <a:moveTo>
                      <a:pt x="14944" y="14955"/>
                    </a:moveTo>
                    <a:lnTo>
                      <a:pt x="14944" y="392562"/>
                    </a:lnTo>
                    <a:lnTo>
                      <a:pt x="159456" y="392562"/>
                    </a:lnTo>
                    <a:lnTo>
                      <a:pt x="159456" y="14955"/>
                    </a:lnTo>
                    <a:close/>
                    <a:moveTo>
                      <a:pt x="7422" y="0"/>
                    </a:moveTo>
                    <a:lnTo>
                      <a:pt x="166996" y="0"/>
                    </a:lnTo>
                    <a:cubicBezTo>
                      <a:pt x="171944" y="0"/>
                      <a:pt x="175656" y="3727"/>
                      <a:pt x="175656" y="7455"/>
                    </a:cubicBezTo>
                    <a:lnTo>
                      <a:pt x="175656" y="401308"/>
                    </a:lnTo>
                    <a:cubicBezTo>
                      <a:pt x="175656" y="405036"/>
                      <a:pt x="171944" y="408763"/>
                      <a:pt x="166996" y="408763"/>
                    </a:cubicBezTo>
                    <a:lnTo>
                      <a:pt x="7422" y="408763"/>
                    </a:lnTo>
                    <a:cubicBezTo>
                      <a:pt x="3710" y="408763"/>
                      <a:pt x="0" y="405036"/>
                      <a:pt x="0" y="401308"/>
                    </a:cubicBezTo>
                    <a:lnTo>
                      <a:pt x="0" y="7455"/>
                    </a:lnTo>
                    <a:cubicBezTo>
                      <a:pt x="0" y="3727"/>
                      <a:pt x="3710" y="0"/>
                      <a:pt x="74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4" name="Freeform 273">
                <a:extLst>
                  <a:ext uri="{FF2B5EF4-FFF2-40B4-BE49-F238E27FC236}">
                    <a16:creationId xmlns:a16="http://schemas.microsoft.com/office/drawing/2014/main" id="{08639633-55DB-AB40-94BA-02E8A9023BDA}"/>
                  </a:ext>
                </a:extLst>
              </p:cNvPr>
              <p:cNvSpPr/>
              <p:nvPr/>
            </p:nvSpPr>
            <p:spPr>
              <a:xfrm>
                <a:off x="17005060" y="10802316"/>
                <a:ext cx="107138" cy="3938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7" h="317">
                    <a:moveTo>
                      <a:pt x="87" y="0"/>
                    </a:moveTo>
                    <a:lnTo>
                      <a:pt x="0" y="0"/>
                    </a:lnTo>
                    <a:lnTo>
                      <a:pt x="0" y="317"/>
                    </a:lnTo>
                    <a:lnTo>
                      <a:pt x="87" y="317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FBDBCF19-5200-F748-954B-3AFF140E282B}"/>
                  </a:ext>
                </a:extLst>
              </p:cNvPr>
              <p:cNvSpPr/>
              <p:nvPr/>
            </p:nvSpPr>
            <p:spPr>
              <a:xfrm>
                <a:off x="16997586" y="10794838"/>
                <a:ext cx="122088" cy="408763"/>
              </a:xfrm>
              <a:custGeom>
                <a:avLst/>
                <a:gdLst>
                  <a:gd name="connsiteX0" fmla="*/ 16194 w 122088"/>
                  <a:gd name="connsiteY0" fmla="*/ 14955 h 408763"/>
                  <a:gd name="connsiteX1" fmla="*/ 16194 w 122088"/>
                  <a:gd name="connsiteY1" fmla="*/ 392562 h 408763"/>
                  <a:gd name="connsiteX2" fmla="*/ 105892 w 122088"/>
                  <a:gd name="connsiteY2" fmla="*/ 392562 h 408763"/>
                  <a:gd name="connsiteX3" fmla="*/ 105892 w 122088"/>
                  <a:gd name="connsiteY3" fmla="*/ 14955 h 408763"/>
                  <a:gd name="connsiteX4" fmla="*/ 7400 w 122088"/>
                  <a:gd name="connsiteY4" fmla="*/ 0 h 408763"/>
                  <a:gd name="connsiteX5" fmla="*/ 114688 w 122088"/>
                  <a:gd name="connsiteY5" fmla="*/ 0 h 408763"/>
                  <a:gd name="connsiteX6" fmla="*/ 122088 w 122088"/>
                  <a:gd name="connsiteY6" fmla="*/ 7455 h 408763"/>
                  <a:gd name="connsiteX7" fmla="*/ 122088 w 122088"/>
                  <a:gd name="connsiteY7" fmla="*/ 401308 h 408763"/>
                  <a:gd name="connsiteX8" fmla="*/ 114688 w 122088"/>
                  <a:gd name="connsiteY8" fmla="*/ 408763 h 408763"/>
                  <a:gd name="connsiteX9" fmla="*/ 7400 w 122088"/>
                  <a:gd name="connsiteY9" fmla="*/ 408763 h 408763"/>
                  <a:gd name="connsiteX10" fmla="*/ 0 w 122088"/>
                  <a:gd name="connsiteY10" fmla="*/ 401308 h 408763"/>
                  <a:gd name="connsiteX11" fmla="*/ 0 w 122088"/>
                  <a:gd name="connsiteY11" fmla="*/ 7455 h 408763"/>
                  <a:gd name="connsiteX12" fmla="*/ 7400 w 122088"/>
                  <a:gd name="connsiteY12" fmla="*/ 0 h 4087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2088" h="408763">
                    <a:moveTo>
                      <a:pt x="16194" y="14955"/>
                    </a:moveTo>
                    <a:lnTo>
                      <a:pt x="16194" y="392562"/>
                    </a:lnTo>
                    <a:lnTo>
                      <a:pt x="105892" y="392562"/>
                    </a:lnTo>
                    <a:lnTo>
                      <a:pt x="105892" y="14955"/>
                    </a:lnTo>
                    <a:close/>
                    <a:moveTo>
                      <a:pt x="7400" y="0"/>
                    </a:moveTo>
                    <a:lnTo>
                      <a:pt x="114688" y="0"/>
                    </a:lnTo>
                    <a:cubicBezTo>
                      <a:pt x="118388" y="0"/>
                      <a:pt x="122088" y="3727"/>
                      <a:pt x="122088" y="7455"/>
                    </a:cubicBezTo>
                    <a:lnTo>
                      <a:pt x="122088" y="401308"/>
                    </a:lnTo>
                    <a:cubicBezTo>
                      <a:pt x="122088" y="405036"/>
                      <a:pt x="118388" y="408763"/>
                      <a:pt x="114688" y="408763"/>
                    </a:cubicBezTo>
                    <a:lnTo>
                      <a:pt x="7400" y="408763"/>
                    </a:lnTo>
                    <a:cubicBezTo>
                      <a:pt x="3700" y="408763"/>
                      <a:pt x="0" y="405036"/>
                      <a:pt x="0" y="401308"/>
                    </a:cubicBezTo>
                    <a:lnTo>
                      <a:pt x="0" y="7455"/>
                    </a:lnTo>
                    <a:cubicBezTo>
                      <a:pt x="0" y="3727"/>
                      <a:pt x="3700" y="0"/>
                      <a:pt x="74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E3C3E4E9-0EF6-DB4D-8043-B8706E2732E0}"/>
                  </a:ext>
                </a:extLst>
              </p:cNvPr>
              <p:cNvSpPr/>
              <p:nvPr/>
            </p:nvSpPr>
            <p:spPr>
              <a:xfrm>
                <a:off x="17005060" y="10802316"/>
                <a:ext cx="107138" cy="39380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7" h="317">
                    <a:moveTo>
                      <a:pt x="87" y="0"/>
                    </a:moveTo>
                    <a:lnTo>
                      <a:pt x="0" y="0"/>
                    </a:lnTo>
                    <a:lnTo>
                      <a:pt x="0" y="317"/>
                    </a:lnTo>
                    <a:lnTo>
                      <a:pt x="87" y="317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8" name="Freeform 277">
                <a:extLst>
                  <a:ext uri="{FF2B5EF4-FFF2-40B4-BE49-F238E27FC236}">
                    <a16:creationId xmlns:a16="http://schemas.microsoft.com/office/drawing/2014/main" id="{6F00429A-3488-1E4A-81FD-49D31E8F54C1}"/>
                  </a:ext>
                </a:extLst>
              </p:cNvPr>
              <p:cNvSpPr/>
              <p:nvPr/>
            </p:nvSpPr>
            <p:spPr>
              <a:xfrm>
                <a:off x="15819067" y="10893287"/>
                <a:ext cx="345084" cy="2131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8" h="172">
                    <a:moveTo>
                      <a:pt x="0" y="172"/>
                    </a:moveTo>
                    <a:lnTo>
                      <a:pt x="278" y="172"/>
                    </a:lnTo>
                    <a:lnTo>
                      <a:pt x="27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4D27D35A-4ECC-9D43-80A6-D15B8952E272}"/>
                  </a:ext>
                </a:extLst>
              </p:cNvPr>
              <p:cNvSpPr/>
              <p:nvPr/>
            </p:nvSpPr>
            <p:spPr>
              <a:xfrm>
                <a:off x="15811592" y="10885810"/>
                <a:ext cx="361280" cy="228060"/>
              </a:xfrm>
              <a:custGeom>
                <a:avLst/>
                <a:gdLst>
                  <a:gd name="connsiteX0" fmla="*/ 14950 w 361280"/>
                  <a:gd name="connsiteY0" fmla="*/ 14958 h 228060"/>
                  <a:gd name="connsiteX1" fmla="*/ 14950 w 361280"/>
                  <a:gd name="connsiteY1" fmla="*/ 211862 h 228060"/>
                  <a:gd name="connsiteX2" fmla="*/ 345085 w 361280"/>
                  <a:gd name="connsiteY2" fmla="*/ 211862 h 228060"/>
                  <a:gd name="connsiteX3" fmla="*/ 345085 w 361280"/>
                  <a:gd name="connsiteY3" fmla="*/ 14958 h 228060"/>
                  <a:gd name="connsiteX4" fmla="*/ 7449 w 361280"/>
                  <a:gd name="connsiteY4" fmla="*/ 0 h 228060"/>
                  <a:gd name="connsiteX5" fmla="*/ 352589 w 361280"/>
                  <a:gd name="connsiteY5" fmla="*/ 0 h 228060"/>
                  <a:gd name="connsiteX6" fmla="*/ 361280 w 361280"/>
                  <a:gd name="connsiteY6" fmla="*/ 7437 h 228060"/>
                  <a:gd name="connsiteX7" fmla="*/ 361280 w 361280"/>
                  <a:gd name="connsiteY7" fmla="*/ 220623 h 228060"/>
                  <a:gd name="connsiteX8" fmla="*/ 352589 w 361280"/>
                  <a:gd name="connsiteY8" fmla="*/ 228060 h 228060"/>
                  <a:gd name="connsiteX9" fmla="*/ 7449 w 361280"/>
                  <a:gd name="connsiteY9" fmla="*/ 228060 h 228060"/>
                  <a:gd name="connsiteX10" fmla="*/ 0 w 361280"/>
                  <a:gd name="connsiteY10" fmla="*/ 220623 h 228060"/>
                  <a:gd name="connsiteX11" fmla="*/ 0 w 361280"/>
                  <a:gd name="connsiteY11" fmla="*/ 7437 h 228060"/>
                  <a:gd name="connsiteX12" fmla="*/ 7449 w 361280"/>
                  <a:gd name="connsiteY12" fmla="*/ 0 h 228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61280" h="228060">
                    <a:moveTo>
                      <a:pt x="14950" y="14958"/>
                    </a:moveTo>
                    <a:lnTo>
                      <a:pt x="14950" y="211862"/>
                    </a:lnTo>
                    <a:lnTo>
                      <a:pt x="345085" y="211862"/>
                    </a:lnTo>
                    <a:lnTo>
                      <a:pt x="345085" y="14958"/>
                    </a:lnTo>
                    <a:close/>
                    <a:moveTo>
                      <a:pt x="7449" y="0"/>
                    </a:moveTo>
                    <a:lnTo>
                      <a:pt x="352589" y="0"/>
                    </a:lnTo>
                    <a:cubicBezTo>
                      <a:pt x="357555" y="0"/>
                      <a:pt x="361280" y="2479"/>
                      <a:pt x="361280" y="7437"/>
                    </a:cubicBezTo>
                    <a:lnTo>
                      <a:pt x="361280" y="220623"/>
                    </a:lnTo>
                    <a:cubicBezTo>
                      <a:pt x="361280" y="223102"/>
                      <a:pt x="357555" y="228060"/>
                      <a:pt x="352589" y="228060"/>
                    </a:cubicBezTo>
                    <a:lnTo>
                      <a:pt x="7449" y="228060"/>
                    </a:lnTo>
                    <a:cubicBezTo>
                      <a:pt x="3725" y="228060"/>
                      <a:pt x="0" y="223102"/>
                      <a:pt x="0" y="220623"/>
                    </a:cubicBezTo>
                    <a:lnTo>
                      <a:pt x="0" y="7437"/>
                    </a:lnTo>
                    <a:cubicBezTo>
                      <a:pt x="0" y="2479"/>
                      <a:pt x="3725" y="0"/>
                      <a:pt x="744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FEB512ED-5F1E-A140-9F6B-612673A8CF56}"/>
                  </a:ext>
                </a:extLst>
              </p:cNvPr>
              <p:cNvSpPr/>
              <p:nvPr/>
            </p:nvSpPr>
            <p:spPr>
              <a:xfrm>
                <a:off x="16165397" y="10893287"/>
                <a:ext cx="97172" cy="2131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" h="172">
                    <a:moveTo>
                      <a:pt x="79" y="0"/>
                    </a:moveTo>
                    <a:lnTo>
                      <a:pt x="0" y="0"/>
                    </a:lnTo>
                    <a:lnTo>
                      <a:pt x="0" y="172"/>
                    </a:lnTo>
                    <a:lnTo>
                      <a:pt x="79" y="172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7DD17924-B693-8349-842E-E21E80CFBAD9}"/>
                  </a:ext>
                </a:extLst>
              </p:cNvPr>
              <p:cNvSpPr/>
              <p:nvPr/>
            </p:nvSpPr>
            <p:spPr>
              <a:xfrm>
                <a:off x="16157922" y="10885810"/>
                <a:ext cx="112121" cy="228060"/>
              </a:xfrm>
              <a:custGeom>
                <a:avLst/>
                <a:gdLst>
                  <a:gd name="connsiteX0" fmla="*/ 16195 w 112121"/>
                  <a:gd name="connsiteY0" fmla="*/ 14958 h 228060"/>
                  <a:gd name="connsiteX1" fmla="*/ 16195 w 112121"/>
                  <a:gd name="connsiteY1" fmla="*/ 211862 h 228060"/>
                  <a:gd name="connsiteX2" fmla="*/ 97171 w 112121"/>
                  <a:gd name="connsiteY2" fmla="*/ 211862 h 228060"/>
                  <a:gd name="connsiteX3" fmla="*/ 97171 w 112121"/>
                  <a:gd name="connsiteY3" fmla="*/ 14958 h 228060"/>
                  <a:gd name="connsiteX4" fmla="*/ 7393 w 112121"/>
                  <a:gd name="connsiteY4" fmla="*/ 0 h 228060"/>
                  <a:gd name="connsiteX5" fmla="*/ 104728 w 112121"/>
                  <a:gd name="connsiteY5" fmla="*/ 0 h 228060"/>
                  <a:gd name="connsiteX6" fmla="*/ 112121 w 112121"/>
                  <a:gd name="connsiteY6" fmla="*/ 7437 h 228060"/>
                  <a:gd name="connsiteX7" fmla="*/ 112121 w 112121"/>
                  <a:gd name="connsiteY7" fmla="*/ 220623 h 228060"/>
                  <a:gd name="connsiteX8" fmla="*/ 104728 w 112121"/>
                  <a:gd name="connsiteY8" fmla="*/ 228060 h 228060"/>
                  <a:gd name="connsiteX9" fmla="*/ 7393 w 112121"/>
                  <a:gd name="connsiteY9" fmla="*/ 228060 h 228060"/>
                  <a:gd name="connsiteX10" fmla="*/ 0 w 112121"/>
                  <a:gd name="connsiteY10" fmla="*/ 220623 h 228060"/>
                  <a:gd name="connsiteX11" fmla="*/ 0 w 112121"/>
                  <a:gd name="connsiteY11" fmla="*/ 7437 h 228060"/>
                  <a:gd name="connsiteX12" fmla="*/ 7393 w 112121"/>
                  <a:gd name="connsiteY12" fmla="*/ 0 h 228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2121" h="228060">
                    <a:moveTo>
                      <a:pt x="16195" y="14958"/>
                    </a:moveTo>
                    <a:lnTo>
                      <a:pt x="16195" y="211862"/>
                    </a:lnTo>
                    <a:lnTo>
                      <a:pt x="97171" y="211862"/>
                    </a:lnTo>
                    <a:lnTo>
                      <a:pt x="97171" y="14958"/>
                    </a:lnTo>
                    <a:close/>
                    <a:moveTo>
                      <a:pt x="7393" y="0"/>
                    </a:moveTo>
                    <a:lnTo>
                      <a:pt x="104728" y="0"/>
                    </a:lnTo>
                    <a:cubicBezTo>
                      <a:pt x="108425" y="0"/>
                      <a:pt x="112121" y="2479"/>
                      <a:pt x="112121" y="7437"/>
                    </a:cubicBezTo>
                    <a:lnTo>
                      <a:pt x="112121" y="220623"/>
                    </a:lnTo>
                    <a:cubicBezTo>
                      <a:pt x="112121" y="223102"/>
                      <a:pt x="108425" y="228060"/>
                      <a:pt x="104728" y="228060"/>
                    </a:cubicBezTo>
                    <a:lnTo>
                      <a:pt x="7393" y="228060"/>
                    </a:lnTo>
                    <a:cubicBezTo>
                      <a:pt x="3696" y="228060"/>
                      <a:pt x="0" y="223102"/>
                      <a:pt x="0" y="220623"/>
                    </a:cubicBezTo>
                    <a:lnTo>
                      <a:pt x="0" y="7437"/>
                    </a:lnTo>
                    <a:cubicBezTo>
                      <a:pt x="0" y="2479"/>
                      <a:pt x="3696" y="0"/>
                      <a:pt x="73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4" name="Freeform 283">
                <a:extLst>
                  <a:ext uri="{FF2B5EF4-FFF2-40B4-BE49-F238E27FC236}">
                    <a16:creationId xmlns:a16="http://schemas.microsoft.com/office/drawing/2014/main" id="{4A8CB060-56F3-2B4F-B73D-597A33FC9802}"/>
                  </a:ext>
                </a:extLst>
              </p:cNvPr>
              <p:cNvSpPr/>
              <p:nvPr/>
            </p:nvSpPr>
            <p:spPr>
              <a:xfrm>
                <a:off x="16165397" y="10893287"/>
                <a:ext cx="97172" cy="2131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" h="172">
                    <a:moveTo>
                      <a:pt x="79" y="0"/>
                    </a:moveTo>
                    <a:lnTo>
                      <a:pt x="0" y="0"/>
                    </a:lnTo>
                    <a:lnTo>
                      <a:pt x="0" y="172"/>
                    </a:lnTo>
                    <a:lnTo>
                      <a:pt x="79" y="172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65D35560-D77F-C84C-9893-789278FE9CA1}"/>
                  </a:ext>
                </a:extLst>
              </p:cNvPr>
              <p:cNvSpPr/>
              <p:nvPr/>
            </p:nvSpPr>
            <p:spPr>
              <a:xfrm>
                <a:off x="16388394" y="10898275"/>
                <a:ext cx="200572" cy="2018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2" h="163">
                    <a:moveTo>
                      <a:pt x="162" y="81"/>
                    </a:moveTo>
                    <a:cubicBezTo>
                      <a:pt x="162" y="127"/>
                      <a:pt x="126" y="163"/>
                      <a:pt x="81" y="163"/>
                    </a:cubicBezTo>
                    <a:cubicBezTo>
                      <a:pt x="36" y="163"/>
                      <a:pt x="0" y="127"/>
                      <a:pt x="0" y="81"/>
                    </a:cubicBezTo>
                    <a:cubicBezTo>
                      <a:pt x="0" y="37"/>
                      <a:pt x="36" y="0"/>
                      <a:pt x="81" y="0"/>
                    </a:cubicBezTo>
                    <a:cubicBezTo>
                      <a:pt x="126" y="0"/>
                      <a:pt x="162" y="37"/>
                      <a:pt x="162" y="8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7" name="Freeform 486">
                <a:extLst>
                  <a:ext uri="{FF2B5EF4-FFF2-40B4-BE49-F238E27FC236}">
                    <a16:creationId xmlns:a16="http://schemas.microsoft.com/office/drawing/2014/main" id="{2834251D-772E-984A-B6A4-9F743757D0F4}"/>
                  </a:ext>
                </a:extLst>
              </p:cNvPr>
              <p:cNvSpPr/>
              <p:nvPr/>
            </p:nvSpPr>
            <p:spPr>
              <a:xfrm>
                <a:off x="16380919" y="10892044"/>
                <a:ext cx="215522" cy="215598"/>
              </a:xfrm>
              <a:custGeom>
                <a:avLst/>
                <a:gdLst>
                  <a:gd name="connsiteX0" fmla="*/ 107761 w 215522"/>
                  <a:gd name="connsiteY0" fmla="*/ 13709 h 215598"/>
                  <a:gd name="connsiteX1" fmla="*/ 14949 w 215522"/>
                  <a:gd name="connsiteY1" fmla="*/ 106557 h 215598"/>
                  <a:gd name="connsiteX2" fmla="*/ 107761 w 215522"/>
                  <a:gd name="connsiteY2" fmla="*/ 200643 h 215598"/>
                  <a:gd name="connsiteX3" fmla="*/ 200572 w 215522"/>
                  <a:gd name="connsiteY3" fmla="*/ 106557 h 215598"/>
                  <a:gd name="connsiteX4" fmla="*/ 107761 w 215522"/>
                  <a:gd name="connsiteY4" fmla="*/ 13709 h 215598"/>
                  <a:gd name="connsiteX5" fmla="*/ 107761 w 215522"/>
                  <a:gd name="connsiteY5" fmla="*/ 0 h 215598"/>
                  <a:gd name="connsiteX6" fmla="*/ 215522 w 215522"/>
                  <a:gd name="connsiteY6" fmla="*/ 106560 h 215598"/>
                  <a:gd name="connsiteX7" fmla="*/ 107761 w 215522"/>
                  <a:gd name="connsiteY7" fmla="*/ 215598 h 215598"/>
                  <a:gd name="connsiteX8" fmla="*/ 0 w 215522"/>
                  <a:gd name="connsiteY8" fmla="*/ 106560 h 215598"/>
                  <a:gd name="connsiteX9" fmla="*/ 107761 w 215522"/>
                  <a:gd name="connsiteY9" fmla="*/ 0 h 215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5522" h="215598">
                    <a:moveTo>
                      <a:pt x="107761" y="13709"/>
                    </a:moveTo>
                    <a:cubicBezTo>
                      <a:pt x="57024" y="13709"/>
                      <a:pt x="14949" y="55800"/>
                      <a:pt x="14949" y="106557"/>
                    </a:cubicBezTo>
                    <a:cubicBezTo>
                      <a:pt x="14949" y="158552"/>
                      <a:pt x="57024" y="200643"/>
                      <a:pt x="107761" y="200643"/>
                    </a:cubicBezTo>
                    <a:cubicBezTo>
                      <a:pt x="158497" y="200643"/>
                      <a:pt x="200572" y="158552"/>
                      <a:pt x="200572" y="106557"/>
                    </a:cubicBezTo>
                    <a:cubicBezTo>
                      <a:pt x="200572" y="55800"/>
                      <a:pt x="158497" y="13709"/>
                      <a:pt x="107761" y="13709"/>
                    </a:cubicBezTo>
                    <a:close/>
                    <a:moveTo>
                      <a:pt x="107761" y="0"/>
                    </a:moveTo>
                    <a:cubicBezTo>
                      <a:pt x="167215" y="0"/>
                      <a:pt x="215522" y="48324"/>
                      <a:pt x="215522" y="106560"/>
                    </a:cubicBezTo>
                    <a:cubicBezTo>
                      <a:pt x="215522" y="166035"/>
                      <a:pt x="167215" y="215598"/>
                      <a:pt x="107761" y="215598"/>
                    </a:cubicBezTo>
                    <a:cubicBezTo>
                      <a:pt x="48307" y="215598"/>
                      <a:pt x="0" y="166035"/>
                      <a:pt x="0" y="106560"/>
                    </a:cubicBezTo>
                    <a:cubicBezTo>
                      <a:pt x="0" y="48324"/>
                      <a:pt x="48307" y="0"/>
                      <a:pt x="10776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46F0179-37AF-874F-800A-2FB05CF9690D}"/>
                </a:ext>
              </a:extLst>
            </p:cNvPr>
            <p:cNvGrpSpPr/>
            <p:nvPr/>
          </p:nvGrpSpPr>
          <p:grpSpPr>
            <a:xfrm>
              <a:off x="15948629" y="10369871"/>
              <a:ext cx="2371987" cy="438673"/>
              <a:chOff x="15948629" y="10369871"/>
              <a:chExt cx="2371987" cy="438673"/>
            </a:xfrm>
          </p:grpSpPr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3AE5A862-2D0B-E64C-BC0D-5392F51E3201}"/>
                  </a:ext>
                </a:extLst>
              </p:cNvPr>
              <p:cNvSpPr/>
              <p:nvPr/>
            </p:nvSpPr>
            <p:spPr>
              <a:xfrm>
                <a:off x="15956104" y="10376105"/>
                <a:ext cx="2355792" cy="4249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92" h="342">
                    <a:moveTo>
                      <a:pt x="1833" y="342"/>
                    </a:moveTo>
                    <a:lnTo>
                      <a:pt x="946" y="342"/>
                    </a:lnTo>
                    <a:lnTo>
                      <a:pt x="59" y="342"/>
                    </a:lnTo>
                    <a:cubicBezTo>
                      <a:pt x="42" y="342"/>
                      <a:pt x="28" y="335"/>
                      <a:pt x="17" y="325"/>
                    </a:cubicBezTo>
                    <a:cubicBezTo>
                      <a:pt x="7" y="314"/>
                      <a:pt x="0" y="299"/>
                      <a:pt x="0" y="283"/>
                    </a:cubicBezTo>
                    <a:lnTo>
                      <a:pt x="0" y="171"/>
                    </a:lnTo>
                    <a:lnTo>
                      <a:pt x="0" y="59"/>
                    </a:lnTo>
                    <a:cubicBezTo>
                      <a:pt x="0" y="43"/>
                      <a:pt x="7" y="28"/>
                      <a:pt x="17" y="18"/>
                    </a:cubicBezTo>
                    <a:cubicBezTo>
                      <a:pt x="28" y="7"/>
                      <a:pt x="42" y="0"/>
                      <a:pt x="59" y="0"/>
                    </a:cubicBezTo>
                    <a:lnTo>
                      <a:pt x="946" y="0"/>
                    </a:lnTo>
                    <a:lnTo>
                      <a:pt x="1833" y="0"/>
                    </a:lnTo>
                    <a:cubicBezTo>
                      <a:pt x="1850" y="0"/>
                      <a:pt x="1864" y="7"/>
                      <a:pt x="1875" y="18"/>
                    </a:cubicBezTo>
                    <a:cubicBezTo>
                      <a:pt x="1886" y="28"/>
                      <a:pt x="1892" y="43"/>
                      <a:pt x="1892" y="59"/>
                    </a:cubicBezTo>
                    <a:lnTo>
                      <a:pt x="1892" y="171"/>
                    </a:lnTo>
                    <a:lnTo>
                      <a:pt x="1892" y="283"/>
                    </a:lnTo>
                    <a:cubicBezTo>
                      <a:pt x="1892" y="299"/>
                      <a:pt x="1886" y="314"/>
                      <a:pt x="1875" y="325"/>
                    </a:cubicBezTo>
                    <a:cubicBezTo>
                      <a:pt x="1864" y="335"/>
                      <a:pt x="1850" y="342"/>
                      <a:pt x="1833" y="3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8" name="Freeform 487">
                <a:extLst>
                  <a:ext uri="{FF2B5EF4-FFF2-40B4-BE49-F238E27FC236}">
                    <a16:creationId xmlns:a16="http://schemas.microsoft.com/office/drawing/2014/main" id="{DFB7FF43-87EA-664B-BAC5-D1819B0051EF}"/>
                  </a:ext>
                </a:extLst>
              </p:cNvPr>
              <p:cNvSpPr/>
              <p:nvPr/>
            </p:nvSpPr>
            <p:spPr>
              <a:xfrm>
                <a:off x="15948629" y="10369871"/>
                <a:ext cx="2371987" cy="438673"/>
              </a:xfrm>
              <a:custGeom>
                <a:avLst/>
                <a:gdLst>
                  <a:gd name="connsiteX0" fmla="*/ 80942 w 2371987"/>
                  <a:gd name="connsiteY0" fmla="*/ 13712 h 438673"/>
                  <a:gd name="connsiteX1" fmla="*/ 33627 w 2371987"/>
                  <a:gd name="connsiteY1" fmla="*/ 33591 h 438673"/>
                  <a:gd name="connsiteX2" fmla="*/ 14950 w 2371987"/>
                  <a:gd name="connsiteY2" fmla="*/ 79562 h 438673"/>
                  <a:gd name="connsiteX3" fmla="*/ 14950 w 2371987"/>
                  <a:gd name="connsiteY3" fmla="*/ 357871 h 438673"/>
                  <a:gd name="connsiteX4" fmla="*/ 33627 w 2371987"/>
                  <a:gd name="connsiteY4" fmla="*/ 403842 h 438673"/>
                  <a:gd name="connsiteX5" fmla="*/ 80942 w 2371987"/>
                  <a:gd name="connsiteY5" fmla="*/ 423721 h 438673"/>
                  <a:gd name="connsiteX6" fmla="*/ 2289801 w 2371987"/>
                  <a:gd name="connsiteY6" fmla="*/ 423721 h 438673"/>
                  <a:gd name="connsiteX7" fmla="*/ 2337115 w 2371987"/>
                  <a:gd name="connsiteY7" fmla="*/ 403842 h 438673"/>
                  <a:gd name="connsiteX8" fmla="*/ 2355793 w 2371987"/>
                  <a:gd name="connsiteY8" fmla="*/ 357871 h 438673"/>
                  <a:gd name="connsiteX9" fmla="*/ 2355793 w 2371987"/>
                  <a:gd name="connsiteY9" fmla="*/ 79562 h 438673"/>
                  <a:gd name="connsiteX10" fmla="*/ 2337115 w 2371987"/>
                  <a:gd name="connsiteY10" fmla="*/ 33591 h 438673"/>
                  <a:gd name="connsiteX11" fmla="*/ 2289801 w 2371987"/>
                  <a:gd name="connsiteY11" fmla="*/ 13712 h 438673"/>
                  <a:gd name="connsiteX12" fmla="*/ 80934 w 2371987"/>
                  <a:gd name="connsiteY12" fmla="*/ 0 h 438673"/>
                  <a:gd name="connsiteX13" fmla="*/ 2289807 w 2371987"/>
                  <a:gd name="connsiteY13" fmla="*/ 0 h 438673"/>
                  <a:gd name="connsiteX14" fmla="*/ 2348329 w 2371987"/>
                  <a:gd name="connsiteY14" fmla="*/ 22369 h 438673"/>
                  <a:gd name="connsiteX15" fmla="*/ 2371987 w 2371987"/>
                  <a:gd name="connsiteY15" fmla="*/ 79533 h 438673"/>
                  <a:gd name="connsiteX16" fmla="*/ 2371987 w 2371987"/>
                  <a:gd name="connsiteY16" fmla="*/ 357898 h 438673"/>
                  <a:gd name="connsiteX17" fmla="*/ 2348329 w 2371987"/>
                  <a:gd name="connsiteY17" fmla="*/ 415062 h 438673"/>
                  <a:gd name="connsiteX18" fmla="*/ 2289807 w 2371987"/>
                  <a:gd name="connsiteY18" fmla="*/ 438673 h 438673"/>
                  <a:gd name="connsiteX19" fmla="*/ 80934 w 2371987"/>
                  <a:gd name="connsiteY19" fmla="*/ 438673 h 438673"/>
                  <a:gd name="connsiteX20" fmla="*/ 23658 w 2371987"/>
                  <a:gd name="connsiteY20" fmla="*/ 415062 h 438673"/>
                  <a:gd name="connsiteX21" fmla="*/ 0 w 2371987"/>
                  <a:gd name="connsiteY21" fmla="*/ 357898 h 438673"/>
                  <a:gd name="connsiteX22" fmla="*/ 0 w 2371987"/>
                  <a:gd name="connsiteY22" fmla="*/ 79533 h 438673"/>
                  <a:gd name="connsiteX23" fmla="*/ 23658 w 2371987"/>
                  <a:gd name="connsiteY23" fmla="*/ 22369 h 438673"/>
                  <a:gd name="connsiteX24" fmla="*/ 80934 w 2371987"/>
                  <a:gd name="connsiteY24" fmla="*/ 0 h 438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371987" h="438673">
                    <a:moveTo>
                      <a:pt x="80942" y="13712"/>
                    </a:moveTo>
                    <a:cubicBezTo>
                      <a:pt x="63510" y="13712"/>
                      <a:pt x="46078" y="21167"/>
                      <a:pt x="33627" y="33591"/>
                    </a:cubicBezTo>
                    <a:cubicBezTo>
                      <a:pt x="21176" y="46016"/>
                      <a:pt x="14950" y="62168"/>
                      <a:pt x="14950" y="79562"/>
                    </a:cubicBezTo>
                    <a:lnTo>
                      <a:pt x="14950" y="357871"/>
                    </a:lnTo>
                    <a:cubicBezTo>
                      <a:pt x="14950" y="375265"/>
                      <a:pt x="21176" y="391417"/>
                      <a:pt x="33627" y="403842"/>
                    </a:cubicBezTo>
                    <a:cubicBezTo>
                      <a:pt x="46078" y="416266"/>
                      <a:pt x="63510" y="423721"/>
                      <a:pt x="80942" y="423721"/>
                    </a:cubicBezTo>
                    <a:lnTo>
                      <a:pt x="2289801" y="423721"/>
                    </a:lnTo>
                    <a:cubicBezTo>
                      <a:pt x="2308479" y="423721"/>
                      <a:pt x="2324665" y="416266"/>
                      <a:pt x="2337115" y="403842"/>
                    </a:cubicBezTo>
                    <a:cubicBezTo>
                      <a:pt x="2349567" y="391417"/>
                      <a:pt x="2355793" y="375265"/>
                      <a:pt x="2355793" y="357871"/>
                    </a:cubicBezTo>
                    <a:lnTo>
                      <a:pt x="2355793" y="79562"/>
                    </a:lnTo>
                    <a:cubicBezTo>
                      <a:pt x="2355793" y="62168"/>
                      <a:pt x="2349567" y="46016"/>
                      <a:pt x="2337115" y="33591"/>
                    </a:cubicBezTo>
                    <a:cubicBezTo>
                      <a:pt x="2324665" y="21167"/>
                      <a:pt x="2308479" y="13712"/>
                      <a:pt x="2289801" y="13712"/>
                    </a:cubicBezTo>
                    <a:close/>
                    <a:moveTo>
                      <a:pt x="80934" y="0"/>
                    </a:moveTo>
                    <a:lnTo>
                      <a:pt x="2289807" y="0"/>
                    </a:lnTo>
                    <a:cubicBezTo>
                      <a:pt x="2312221" y="0"/>
                      <a:pt x="2332143" y="7456"/>
                      <a:pt x="2348329" y="22369"/>
                    </a:cubicBezTo>
                    <a:cubicBezTo>
                      <a:pt x="2363271" y="38524"/>
                      <a:pt x="2371987" y="58407"/>
                      <a:pt x="2371987" y="79533"/>
                    </a:cubicBezTo>
                    <a:lnTo>
                      <a:pt x="2371987" y="357898"/>
                    </a:lnTo>
                    <a:cubicBezTo>
                      <a:pt x="2371987" y="379023"/>
                      <a:pt x="2363271" y="400149"/>
                      <a:pt x="2348329" y="415062"/>
                    </a:cubicBezTo>
                    <a:cubicBezTo>
                      <a:pt x="2332143" y="429974"/>
                      <a:pt x="2312221" y="438673"/>
                      <a:pt x="2289807" y="438673"/>
                    </a:cubicBezTo>
                    <a:lnTo>
                      <a:pt x="80934" y="438673"/>
                    </a:lnTo>
                    <a:cubicBezTo>
                      <a:pt x="58521" y="438673"/>
                      <a:pt x="38599" y="429974"/>
                      <a:pt x="23658" y="415062"/>
                    </a:cubicBezTo>
                    <a:cubicBezTo>
                      <a:pt x="7471" y="400149"/>
                      <a:pt x="0" y="379023"/>
                      <a:pt x="0" y="357898"/>
                    </a:cubicBezTo>
                    <a:lnTo>
                      <a:pt x="0" y="79533"/>
                    </a:lnTo>
                    <a:cubicBezTo>
                      <a:pt x="0" y="58407"/>
                      <a:pt x="7471" y="38524"/>
                      <a:pt x="23658" y="22369"/>
                    </a:cubicBezTo>
                    <a:cubicBezTo>
                      <a:pt x="38599" y="7456"/>
                      <a:pt x="58521" y="0"/>
                      <a:pt x="809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F2FB4674-0898-F24D-8E79-57916366DA73}"/>
                  </a:ext>
                </a:extLst>
              </p:cNvPr>
              <p:cNvSpPr/>
              <p:nvPr/>
            </p:nvSpPr>
            <p:spPr>
              <a:xfrm>
                <a:off x="16146710" y="10459603"/>
                <a:ext cx="2165186" cy="2592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39" h="209">
                    <a:moveTo>
                      <a:pt x="1739" y="209"/>
                    </a:moveTo>
                    <a:lnTo>
                      <a:pt x="0" y="209"/>
                    </a:lnTo>
                    <a:lnTo>
                      <a:pt x="0" y="0"/>
                    </a:lnTo>
                    <a:lnTo>
                      <a:pt x="1739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89" name="Freeform 488">
                <a:extLst>
                  <a:ext uri="{FF2B5EF4-FFF2-40B4-BE49-F238E27FC236}">
                    <a16:creationId xmlns:a16="http://schemas.microsoft.com/office/drawing/2014/main" id="{B930EAC6-6B14-9F4F-AE92-497B669CD79F}"/>
                  </a:ext>
                </a:extLst>
              </p:cNvPr>
              <p:cNvSpPr/>
              <p:nvPr/>
            </p:nvSpPr>
            <p:spPr>
              <a:xfrm>
                <a:off x="16139235" y="10450879"/>
                <a:ext cx="2181381" cy="275417"/>
              </a:xfrm>
              <a:custGeom>
                <a:avLst/>
                <a:gdLst>
                  <a:gd name="connsiteX0" fmla="*/ 14950 w 2181381"/>
                  <a:gd name="connsiteY0" fmla="*/ 16201 h 275417"/>
                  <a:gd name="connsiteX1" fmla="*/ 14950 w 2181381"/>
                  <a:gd name="connsiteY1" fmla="*/ 260462 h 275417"/>
                  <a:gd name="connsiteX2" fmla="*/ 2165187 w 2181381"/>
                  <a:gd name="connsiteY2" fmla="*/ 260462 h 275417"/>
                  <a:gd name="connsiteX3" fmla="*/ 2165187 w 2181381"/>
                  <a:gd name="connsiteY3" fmla="*/ 16201 h 275417"/>
                  <a:gd name="connsiteX4" fmla="*/ 7470 w 2181381"/>
                  <a:gd name="connsiteY4" fmla="*/ 0 h 275417"/>
                  <a:gd name="connsiteX5" fmla="*/ 2172665 w 2181381"/>
                  <a:gd name="connsiteY5" fmla="*/ 0 h 275417"/>
                  <a:gd name="connsiteX6" fmla="*/ 2181381 w 2181381"/>
                  <a:gd name="connsiteY6" fmla="*/ 8684 h 275417"/>
                  <a:gd name="connsiteX7" fmla="*/ 2181381 w 2181381"/>
                  <a:gd name="connsiteY7" fmla="*/ 267973 h 275417"/>
                  <a:gd name="connsiteX8" fmla="*/ 2172665 w 2181381"/>
                  <a:gd name="connsiteY8" fmla="*/ 275417 h 275417"/>
                  <a:gd name="connsiteX9" fmla="*/ 7470 w 2181381"/>
                  <a:gd name="connsiteY9" fmla="*/ 275417 h 275417"/>
                  <a:gd name="connsiteX10" fmla="*/ 0 w 2181381"/>
                  <a:gd name="connsiteY10" fmla="*/ 267973 h 275417"/>
                  <a:gd name="connsiteX11" fmla="*/ 0 w 2181381"/>
                  <a:gd name="connsiteY11" fmla="*/ 8684 h 275417"/>
                  <a:gd name="connsiteX12" fmla="*/ 7470 w 2181381"/>
                  <a:gd name="connsiteY12" fmla="*/ 0 h 2754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81381" h="275417">
                    <a:moveTo>
                      <a:pt x="14950" y="16201"/>
                    </a:moveTo>
                    <a:lnTo>
                      <a:pt x="14950" y="260462"/>
                    </a:lnTo>
                    <a:lnTo>
                      <a:pt x="2165187" y="260462"/>
                    </a:lnTo>
                    <a:lnTo>
                      <a:pt x="2165187" y="16201"/>
                    </a:lnTo>
                    <a:close/>
                    <a:moveTo>
                      <a:pt x="7470" y="0"/>
                    </a:moveTo>
                    <a:lnTo>
                      <a:pt x="2172665" y="0"/>
                    </a:lnTo>
                    <a:cubicBezTo>
                      <a:pt x="2177645" y="0"/>
                      <a:pt x="2181381" y="3722"/>
                      <a:pt x="2181381" y="8684"/>
                    </a:cubicBezTo>
                    <a:lnTo>
                      <a:pt x="2181381" y="267973"/>
                    </a:lnTo>
                    <a:cubicBezTo>
                      <a:pt x="2181381" y="271695"/>
                      <a:pt x="2177645" y="275417"/>
                      <a:pt x="2172665" y="275417"/>
                    </a:cubicBezTo>
                    <a:lnTo>
                      <a:pt x="7470" y="275417"/>
                    </a:lnTo>
                    <a:cubicBezTo>
                      <a:pt x="3735" y="275417"/>
                      <a:pt x="0" y="271695"/>
                      <a:pt x="0" y="267973"/>
                    </a:cubicBezTo>
                    <a:lnTo>
                      <a:pt x="0" y="8684"/>
                    </a:lnTo>
                    <a:cubicBezTo>
                      <a:pt x="0" y="3722"/>
                      <a:pt x="3735" y="0"/>
                      <a:pt x="74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4" name="Freeform 293">
                <a:extLst>
                  <a:ext uri="{FF2B5EF4-FFF2-40B4-BE49-F238E27FC236}">
                    <a16:creationId xmlns:a16="http://schemas.microsoft.com/office/drawing/2014/main" id="{834FB636-B0C4-334A-8C3E-6DDAA7DFCF1B}"/>
                  </a:ext>
                </a:extLst>
              </p:cNvPr>
              <p:cNvSpPr/>
              <p:nvPr/>
            </p:nvSpPr>
            <p:spPr>
              <a:xfrm>
                <a:off x="16139235" y="10551824"/>
                <a:ext cx="635354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1" h="12">
                    <a:moveTo>
                      <a:pt x="505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505" y="0"/>
                    </a:lnTo>
                    <a:cubicBezTo>
                      <a:pt x="508" y="0"/>
                      <a:pt x="511" y="3"/>
                      <a:pt x="511" y="6"/>
                    </a:cubicBezTo>
                    <a:cubicBezTo>
                      <a:pt x="511" y="9"/>
                      <a:pt x="508" y="12"/>
                      <a:pt x="505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A411281A-8BF5-4B4F-8BF5-2484E5E47802}"/>
                  </a:ext>
                </a:extLst>
              </p:cNvPr>
              <p:cNvSpPr/>
              <p:nvPr/>
            </p:nvSpPr>
            <p:spPr>
              <a:xfrm>
                <a:off x="17203141" y="10551824"/>
                <a:ext cx="38993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4" h="12">
                    <a:moveTo>
                      <a:pt x="308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08" y="0"/>
                    </a:lnTo>
                    <a:cubicBezTo>
                      <a:pt x="312" y="0"/>
                      <a:pt x="314" y="3"/>
                      <a:pt x="314" y="6"/>
                    </a:cubicBezTo>
                    <a:cubicBezTo>
                      <a:pt x="314" y="9"/>
                      <a:pt x="312" y="12"/>
                      <a:pt x="308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9AB2D366-438D-F74C-9C60-01AB92348FF9}"/>
                  </a:ext>
                </a:extLst>
              </p:cNvPr>
              <p:cNvSpPr/>
              <p:nvPr/>
            </p:nvSpPr>
            <p:spPr>
              <a:xfrm>
                <a:off x="17649135" y="10636567"/>
                <a:ext cx="661515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2" h="12">
                    <a:moveTo>
                      <a:pt x="526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526" y="0"/>
                    </a:lnTo>
                    <a:cubicBezTo>
                      <a:pt x="529" y="0"/>
                      <a:pt x="532" y="3"/>
                      <a:pt x="532" y="6"/>
                    </a:cubicBezTo>
                    <a:cubicBezTo>
                      <a:pt x="532" y="9"/>
                      <a:pt x="529" y="12"/>
                      <a:pt x="526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7" name="Freeform 296">
                <a:extLst>
                  <a:ext uri="{FF2B5EF4-FFF2-40B4-BE49-F238E27FC236}">
                    <a16:creationId xmlns:a16="http://schemas.microsoft.com/office/drawing/2014/main" id="{5899A3DC-7D05-D043-89A8-0FF8E7AA8B51}"/>
                  </a:ext>
                </a:extLst>
              </p:cNvPr>
              <p:cNvSpPr/>
              <p:nvPr/>
            </p:nvSpPr>
            <p:spPr>
              <a:xfrm>
                <a:off x="16657485" y="10636567"/>
                <a:ext cx="321414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9" h="12">
                    <a:moveTo>
                      <a:pt x="253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53" y="0"/>
                    </a:lnTo>
                    <a:cubicBezTo>
                      <a:pt x="257" y="0"/>
                      <a:pt x="259" y="3"/>
                      <a:pt x="259" y="6"/>
                    </a:cubicBezTo>
                    <a:cubicBezTo>
                      <a:pt x="259" y="9"/>
                      <a:pt x="257" y="12"/>
                      <a:pt x="25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7261D8D-8447-7746-A462-BD2529A0C851}"/>
                </a:ext>
              </a:extLst>
            </p:cNvPr>
            <p:cNvGrpSpPr/>
            <p:nvPr/>
          </p:nvGrpSpPr>
          <p:grpSpPr>
            <a:xfrm>
              <a:off x="15602299" y="9718093"/>
              <a:ext cx="2242425" cy="813480"/>
              <a:chOff x="15602299" y="9718093"/>
              <a:chExt cx="2242425" cy="813480"/>
            </a:xfrm>
          </p:grpSpPr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BCEFB381-24E4-2E4D-9514-94E29CD2DD17}"/>
                  </a:ext>
                </a:extLst>
              </p:cNvPr>
              <p:cNvSpPr/>
              <p:nvPr/>
            </p:nvSpPr>
            <p:spPr>
              <a:xfrm>
                <a:off x="15609774" y="9725574"/>
                <a:ext cx="2227476" cy="6492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89" h="522">
                    <a:moveTo>
                      <a:pt x="1717" y="0"/>
                    </a:moveTo>
                    <a:lnTo>
                      <a:pt x="894" y="0"/>
                    </a:lnTo>
                    <a:lnTo>
                      <a:pt x="72" y="0"/>
                    </a:lnTo>
                    <a:cubicBezTo>
                      <a:pt x="51" y="0"/>
                      <a:pt x="34" y="8"/>
                      <a:pt x="21" y="21"/>
                    </a:cubicBezTo>
                    <a:cubicBezTo>
                      <a:pt x="8" y="34"/>
                      <a:pt x="0" y="51"/>
                      <a:pt x="0" y="71"/>
                    </a:cubicBezTo>
                    <a:lnTo>
                      <a:pt x="0" y="261"/>
                    </a:lnTo>
                    <a:lnTo>
                      <a:pt x="0" y="451"/>
                    </a:lnTo>
                    <a:cubicBezTo>
                      <a:pt x="0" y="471"/>
                      <a:pt x="8" y="488"/>
                      <a:pt x="21" y="501"/>
                    </a:cubicBezTo>
                    <a:cubicBezTo>
                      <a:pt x="34" y="514"/>
                      <a:pt x="51" y="522"/>
                      <a:pt x="72" y="522"/>
                    </a:cubicBezTo>
                    <a:lnTo>
                      <a:pt x="894" y="522"/>
                    </a:lnTo>
                    <a:lnTo>
                      <a:pt x="1717" y="522"/>
                    </a:lnTo>
                    <a:cubicBezTo>
                      <a:pt x="1737" y="522"/>
                      <a:pt x="1755" y="514"/>
                      <a:pt x="1768" y="501"/>
                    </a:cubicBezTo>
                    <a:cubicBezTo>
                      <a:pt x="1781" y="488"/>
                      <a:pt x="1789" y="471"/>
                      <a:pt x="1789" y="451"/>
                    </a:cubicBezTo>
                    <a:lnTo>
                      <a:pt x="1789" y="261"/>
                    </a:lnTo>
                    <a:lnTo>
                      <a:pt x="1789" y="71"/>
                    </a:lnTo>
                    <a:cubicBezTo>
                      <a:pt x="1789" y="51"/>
                      <a:pt x="1781" y="34"/>
                      <a:pt x="1768" y="21"/>
                    </a:cubicBezTo>
                    <a:cubicBezTo>
                      <a:pt x="1755" y="8"/>
                      <a:pt x="1737" y="0"/>
                      <a:pt x="1717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0" name="Freeform 489">
                <a:extLst>
                  <a:ext uri="{FF2B5EF4-FFF2-40B4-BE49-F238E27FC236}">
                    <a16:creationId xmlns:a16="http://schemas.microsoft.com/office/drawing/2014/main" id="{3D2EE426-45F1-2A4F-A498-CF43973528F3}"/>
                  </a:ext>
                </a:extLst>
              </p:cNvPr>
              <p:cNvSpPr/>
              <p:nvPr/>
            </p:nvSpPr>
            <p:spPr>
              <a:xfrm>
                <a:off x="15602299" y="9718093"/>
                <a:ext cx="2242425" cy="664240"/>
              </a:xfrm>
              <a:custGeom>
                <a:avLst/>
                <a:gdLst>
                  <a:gd name="connsiteX0" fmla="*/ 97126 w 2242425"/>
                  <a:gd name="connsiteY0" fmla="*/ 14958 h 664240"/>
                  <a:gd name="connsiteX1" fmla="*/ 38607 w 2242425"/>
                  <a:gd name="connsiteY1" fmla="*/ 38590 h 664240"/>
                  <a:gd name="connsiteX2" fmla="*/ 14950 w 2242425"/>
                  <a:gd name="connsiteY2" fmla="*/ 95804 h 664240"/>
                  <a:gd name="connsiteX3" fmla="*/ 14950 w 2242425"/>
                  <a:gd name="connsiteY3" fmla="*/ 568445 h 664240"/>
                  <a:gd name="connsiteX4" fmla="*/ 38607 w 2242425"/>
                  <a:gd name="connsiteY4" fmla="*/ 625659 h 664240"/>
                  <a:gd name="connsiteX5" fmla="*/ 97126 w 2242425"/>
                  <a:gd name="connsiteY5" fmla="*/ 650535 h 664240"/>
                  <a:gd name="connsiteX6" fmla="*/ 2145301 w 2242425"/>
                  <a:gd name="connsiteY6" fmla="*/ 650535 h 664240"/>
                  <a:gd name="connsiteX7" fmla="*/ 2203819 w 2242425"/>
                  <a:gd name="connsiteY7" fmla="*/ 625659 h 664240"/>
                  <a:gd name="connsiteX8" fmla="*/ 2227477 w 2242425"/>
                  <a:gd name="connsiteY8" fmla="*/ 568445 h 664240"/>
                  <a:gd name="connsiteX9" fmla="*/ 2227477 w 2242425"/>
                  <a:gd name="connsiteY9" fmla="*/ 95804 h 664240"/>
                  <a:gd name="connsiteX10" fmla="*/ 2203819 w 2242425"/>
                  <a:gd name="connsiteY10" fmla="*/ 38590 h 664240"/>
                  <a:gd name="connsiteX11" fmla="*/ 2145301 w 2242425"/>
                  <a:gd name="connsiteY11" fmla="*/ 14958 h 664240"/>
                  <a:gd name="connsiteX12" fmla="*/ 97118 w 2242425"/>
                  <a:gd name="connsiteY12" fmla="*/ 0 h 664240"/>
                  <a:gd name="connsiteX13" fmla="*/ 2145307 w 2242425"/>
                  <a:gd name="connsiteY13" fmla="*/ 0 h 664240"/>
                  <a:gd name="connsiteX14" fmla="*/ 2213787 w 2242425"/>
                  <a:gd name="connsiteY14" fmla="*/ 27366 h 664240"/>
                  <a:gd name="connsiteX15" fmla="*/ 2242425 w 2242425"/>
                  <a:gd name="connsiteY15" fmla="*/ 95780 h 664240"/>
                  <a:gd name="connsiteX16" fmla="*/ 2242425 w 2242425"/>
                  <a:gd name="connsiteY16" fmla="*/ 568460 h 664240"/>
                  <a:gd name="connsiteX17" fmla="*/ 2213787 w 2242425"/>
                  <a:gd name="connsiteY17" fmla="*/ 636874 h 664240"/>
                  <a:gd name="connsiteX18" fmla="*/ 2145307 w 2242425"/>
                  <a:gd name="connsiteY18" fmla="*/ 664240 h 664240"/>
                  <a:gd name="connsiteX19" fmla="*/ 97118 w 2242425"/>
                  <a:gd name="connsiteY19" fmla="*/ 664240 h 664240"/>
                  <a:gd name="connsiteX20" fmla="*/ 27392 w 2242425"/>
                  <a:gd name="connsiteY20" fmla="*/ 636874 h 664240"/>
                  <a:gd name="connsiteX21" fmla="*/ 0 w 2242425"/>
                  <a:gd name="connsiteY21" fmla="*/ 568460 h 664240"/>
                  <a:gd name="connsiteX22" fmla="*/ 0 w 2242425"/>
                  <a:gd name="connsiteY22" fmla="*/ 95780 h 664240"/>
                  <a:gd name="connsiteX23" fmla="*/ 27392 w 2242425"/>
                  <a:gd name="connsiteY23" fmla="*/ 27366 h 664240"/>
                  <a:gd name="connsiteX24" fmla="*/ 97118 w 2242425"/>
                  <a:gd name="connsiteY24" fmla="*/ 0 h 6642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242425" h="664240">
                    <a:moveTo>
                      <a:pt x="97126" y="14958"/>
                    </a:moveTo>
                    <a:cubicBezTo>
                      <a:pt x="74714" y="14958"/>
                      <a:pt x="53548" y="23665"/>
                      <a:pt x="38607" y="38590"/>
                    </a:cubicBezTo>
                    <a:cubicBezTo>
                      <a:pt x="23666" y="53516"/>
                      <a:pt x="14950" y="73416"/>
                      <a:pt x="14950" y="95804"/>
                    </a:cubicBezTo>
                    <a:lnTo>
                      <a:pt x="14950" y="568445"/>
                    </a:lnTo>
                    <a:cubicBezTo>
                      <a:pt x="14950" y="589589"/>
                      <a:pt x="23666" y="610734"/>
                      <a:pt x="38607" y="625659"/>
                    </a:cubicBezTo>
                    <a:cubicBezTo>
                      <a:pt x="53548" y="640585"/>
                      <a:pt x="74714" y="650535"/>
                      <a:pt x="97126" y="650535"/>
                    </a:cubicBezTo>
                    <a:lnTo>
                      <a:pt x="2145301" y="650535"/>
                    </a:lnTo>
                    <a:cubicBezTo>
                      <a:pt x="2167711" y="650535"/>
                      <a:pt x="2187633" y="640585"/>
                      <a:pt x="2203819" y="625659"/>
                    </a:cubicBezTo>
                    <a:cubicBezTo>
                      <a:pt x="2218761" y="610734"/>
                      <a:pt x="2227477" y="589589"/>
                      <a:pt x="2227477" y="568445"/>
                    </a:cubicBezTo>
                    <a:lnTo>
                      <a:pt x="2227477" y="95804"/>
                    </a:lnTo>
                    <a:cubicBezTo>
                      <a:pt x="2227477" y="73416"/>
                      <a:pt x="2218761" y="53516"/>
                      <a:pt x="2203819" y="38590"/>
                    </a:cubicBezTo>
                    <a:cubicBezTo>
                      <a:pt x="2187633" y="23665"/>
                      <a:pt x="2167711" y="14958"/>
                      <a:pt x="2145301" y="14958"/>
                    </a:cubicBezTo>
                    <a:close/>
                    <a:moveTo>
                      <a:pt x="97118" y="0"/>
                    </a:moveTo>
                    <a:lnTo>
                      <a:pt x="2145307" y="0"/>
                    </a:lnTo>
                    <a:cubicBezTo>
                      <a:pt x="2171455" y="0"/>
                      <a:pt x="2196357" y="8707"/>
                      <a:pt x="2213787" y="27366"/>
                    </a:cubicBezTo>
                    <a:cubicBezTo>
                      <a:pt x="2232465" y="46024"/>
                      <a:pt x="2242425" y="69658"/>
                      <a:pt x="2242425" y="95780"/>
                    </a:cubicBezTo>
                    <a:lnTo>
                      <a:pt x="2242425" y="568460"/>
                    </a:lnTo>
                    <a:cubicBezTo>
                      <a:pt x="2242425" y="594582"/>
                      <a:pt x="2232465" y="618216"/>
                      <a:pt x="2213787" y="636874"/>
                    </a:cubicBezTo>
                    <a:cubicBezTo>
                      <a:pt x="2196357" y="654289"/>
                      <a:pt x="2171455" y="664240"/>
                      <a:pt x="2145307" y="664240"/>
                    </a:cubicBezTo>
                    <a:lnTo>
                      <a:pt x="97118" y="664240"/>
                    </a:lnTo>
                    <a:cubicBezTo>
                      <a:pt x="70971" y="664240"/>
                      <a:pt x="46069" y="654289"/>
                      <a:pt x="27392" y="636874"/>
                    </a:cubicBezTo>
                    <a:cubicBezTo>
                      <a:pt x="9961" y="618216"/>
                      <a:pt x="0" y="594582"/>
                      <a:pt x="0" y="568460"/>
                    </a:cubicBezTo>
                    <a:lnTo>
                      <a:pt x="0" y="95780"/>
                    </a:lnTo>
                    <a:cubicBezTo>
                      <a:pt x="0" y="69658"/>
                      <a:pt x="9961" y="46024"/>
                      <a:pt x="27392" y="27366"/>
                    </a:cubicBezTo>
                    <a:cubicBezTo>
                      <a:pt x="46069" y="8707"/>
                      <a:pt x="70971" y="0"/>
                      <a:pt x="971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E6FFF743-9ED8-D142-B94C-985C05CE2635}"/>
                  </a:ext>
                </a:extLst>
              </p:cNvPr>
              <p:cNvSpPr/>
              <p:nvPr/>
            </p:nvSpPr>
            <p:spPr>
              <a:xfrm>
                <a:off x="15609774" y="9725574"/>
                <a:ext cx="2227476" cy="6492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89" h="522">
                    <a:moveTo>
                      <a:pt x="1717" y="0"/>
                    </a:moveTo>
                    <a:lnTo>
                      <a:pt x="894" y="0"/>
                    </a:lnTo>
                    <a:lnTo>
                      <a:pt x="72" y="0"/>
                    </a:lnTo>
                    <a:cubicBezTo>
                      <a:pt x="51" y="0"/>
                      <a:pt x="34" y="8"/>
                      <a:pt x="21" y="21"/>
                    </a:cubicBezTo>
                    <a:cubicBezTo>
                      <a:pt x="8" y="34"/>
                      <a:pt x="0" y="51"/>
                      <a:pt x="0" y="71"/>
                    </a:cubicBezTo>
                    <a:lnTo>
                      <a:pt x="0" y="261"/>
                    </a:lnTo>
                    <a:lnTo>
                      <a:pt x="0" y="451"/>
                    </a:lnTo>
                    <a:cubicBezTo>
                      <a:pt x="0" y="471"/>
                      <a:pt x="8" y="488"/>
                      <a:pt x="21" y="501"/>
                    </a:cubicBezTo>
                    <a:cubicBezTo>
                      <a:pt x="34" y="514"/>
                      <a:pt x="51" y="522"/>
                      <a:pt x="72" y="522"/>
                    </a:cubicBezTo>
                    <a:lnTo>
                      <a:pt x="894" y="522"/>
                    </a:lnTo>
                    <a:lnTo>
                      <a:pt x="1717" y="522"/>
                    </a:lnTo>
                    <a:cubicBezTo>
                      <a:pt x="1737" y="522"/>
                      <a:pt x="1755" y="514"/>
                      <a:pt x="1768" y="501"/>
                    </a:cubicBezTo>
                    <a:cubicBezTo>
                      <a:pt x="1781" y="488"/>
                      <a:pt x="1789" y="471"/>
                      <a:pt x="1789" y="451"/>
                    </a:cubicBezTo>
                    <a:lnTo>
                      <a:pt x="1789" y="261"/>
                    </a:lnTo>
                    <a:lnTo>
                      <a:pt x="1789" y="71"/>
                    </a:lnTo>
                    <a:cubicBezTo>
                      <a:pt x="1789" y="51"/>
                      <a:pt x="1781" y="34"/>
                      <a:pt x="1768" y="21"/>
                    </a:cubicBezTo>
                    <a:cubicBezTo>
                      <a:pt x="1755" y="8"/>
                      <a:pt x="1737" y="0"/>
                      <a:pt x="1717" y="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AB7019D3-7153-C648-ADF9-327D99F36DC8}"/>
                  </a:ext>
                </a:extLst>
              </p:cNvPr>
              <p:cNvSpPr/>
              <p:nvPr/>
            </p:nvSpPr>
            <p:spPr>
              <a:xfrm>
                <a:off x="15609774" y="9817795"/>
                <a:ext cx="1942189" cy="4648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60" h="374">
                    <a:moveTo>
                      <a:pt x="1560" y="0"/>
                    </a:moveTo>
                    <a:lnTo>
                      <a:pt x="0" y="0"/>
                    </a:lnTo>
                    <a:lnTo>
                      <a:pt x="0" y="374"/>
                    </a:lnTo>
                    <a:lnTo>
                      <a:pt x="1560" y="374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1" name="Freeform 490">
                <a:extLst>
                  <a:ext uri="{FF2B5EF4-FFF2-40B4-BE49-F238E27FC236}">
                    <a16:creationId xmlns:a16="http://schemas.microsoft.com/office/drawing/2014/main" id="{0DCD57FB-76ED-0D41-9799-8E8999C35A4F}"/>
                  </a:ext>
                </a:extLst>
              </p:cNvPr>
              <p:cNvSpPr/>
              <p:nvPr/>
            </p:nvSpPr>
            <p:spPr>
              <a:xfrm>
                <a:off x="15602299" y="9810317"/>
                <a:ext cx="1957139" cy="479798"/>
              </a:xfrm>
              <a:custGeom>
                <a:avLst/>
                <a:gdLst>
                  <a:gd name="connsiteX0" fmla="*/ 14950 w 1957139"/>
                  <a:gd name="connsiteY0" fmla="*/ 16201 h 479798"/>
                  <a:gd name="connsiteX1" fmla="*/ 14950 w 1957139"/>
                  <a:gd name="connsiteY1" fmla="*/ 464844 h 479798"/>
                  <a:gd name="connsiteX2" fmla="*/ 1942189 w 1957139"/>
                  <a:gd name="connsiteY2" fmla="*/ 464844 h 479798"/>
                  <a:gd name="connsiteX3" fmla="*/ 1942189 w 1957139"/>
                  <a:gd name="connsiteY3" fmla="*/ 16201 h 479798"/>
                  <a:gd name="connsiteX4" fmla="*/ 7470 w 1957139"/>
                  <a:gd name="connsiteY4" fmla="*/ 0 h 479798"/>
                  <a:gd name="connsiteX5" fmla="*/ 1949669 w 1957139"/>
                  <a:gd name="connsiteY5" fmla="*/ 0 h 479798"/>
                  <a:gd name="connsiteX6" fmla="*/ 1957139 w 1957139"/>
                  <a:gd name="connsiteY6" fmla="*/ 7458 h 479798"/>
                  <a:gd name="connsiteX7" fmla="*/ 1957139 w 1957139"/>
                  <a:gd name="connsiteY7" fmla="*/ 472340 h 479798"/>
                  <a:gd name="connsiteX8" fmla="*/ 1949669 w 1957139"/>
                  <a:gd name="connsiteY8" fmla="*/ 479798 h 479798"/>
                  <a:gd name="connsiteX9" fmla="*/ 7470 w 1957139"/>
                  <a:gd name="connsiteY9" fmla="*/ 479798 h 479798"/>
                  <a:gd name="connsiteX10" fmla="*/ 0 w 1957139"/>
                  <a:gd name="connsiteY10" fmla="*/ 472340 h 479798"/>
                  <a:gd name="connsiteX11" fmla="*/ 0 w 1957139"/>
                  <a:gd name="connsiteY11" fmla="*/ 7458 h 479798"/>
                  <a:gd name="connsiteX12" fmla="*/ 7470 w 1957139"/>
                  <a:gd name="connsiteY12" fmla="*/ 0 h 4797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957139" h="479798">
                    <a:moveTo>
                      <a:pt x="14950" y="16201"/>
                    </a:moveTo>
                    <a:lnTo>
                      <a:pt x="14950" y="464844"/>
                    </a:lnTo>
                    <a:lnTo>
                      <a:pt x="1942189" y="464844"/>
                    </a:lnTo>
                    <a:lnTo>
                      <a:pt x="1942189" y="16201"/>
                    </a:lnTo>
                    <a:close/>
                    <a:moveTo>
                      <a:pt x="7470" y="0"/>
                    </a:moveTo>
                    <a:lnTo>
                      <a:pt x="1949669" y="0"/>
                    </a:lnTo>
                    <a:cubicBezTo>
                      <a:pt x="1953405" y="0"/>
                      <a:pt x="1957139" y="3729"/>
                      <a:pt x="1957139" y="7458"/>
                    </a:cubicBezTo>
                    <a:lnTo>
                      <a:pt x="1957139" y="472340"/>
                    </a:lnTo>
                    <a:cubicBezTo>
                      <a:pt x="1957139" y="476069"/>
                      <a:pt x="1953405" y="479798"/>
                      <a:pt x="1949669" y="479798"/>
                    </a:cubicBezTo>
                    <a:lnTo>
                      <a:pt x="7470" y="479798"/>
                    </a:lnTo>
                    <a:cubicBezTo>
                      <a:pt x="3735" y="479798"/>
                      <a:pt x="0" y="476069"/>
                      <a:pt x="0" y="472340"/>
                    </a:cubicBezTo>
                    <a:lnTo>
                      <a:pt x="0" y="7458"/>
                    </a:lnTo>
                    <a:cubicBezTo>
                      <a:pt x="0" y="3729"/>
                      <a:pt x="3735" y="0"/>
                      <a:pt x="74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1C331652-2366-A545-A791-01456CFC9908}"/>
                  </a:ext>
                </a:extLst>
              </p:cNvPr>
              <p:cNvSpPr/>
              <p:nvPr/>
            </p:nvSpPr>
            <p:spPr>
              <a:xfrm>
                <a:off x="16709808" y="10064548"/>
                <a:ext cx="261616" cy="4586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11" h="369">
                    <a:moveTo>
                      <a:pt x="211" y="0"/>
                    </a:moveTo>
                    <a:lnTo>
                      <a:pt x="0" y="0"/>
                    </a:lnTo>
                    <a:lnTo>
                      <a:pt x="0" y="369"/>
                    </a:lnTo>
                    <a:lnTo>
                      <a:pt x="106" y="317"/>
                    </a:lnTo>
                    <a:lnTo>
                      <a:pt x="211" y="369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2" name="Freeform 491">
                <a:extLst>
                  <a:ext uri="{FF2B5EF4-FFF2-40B4-BE49-F238E27FC236}">
                    <a16:creationId xmlns:a16="http://schemas.microsoft.com/office/drawing/2014/main" id="{DE45AF6C-0108-344E-97C7-899831B893E1}"/>
                  </a:ext>
                </a:extLst>
              </p:cNvPr>
              <p:cNvSpPr/>
              <p:nvPr/>
            </p:nvSpPr>
            <p:spPr>
              <a:xfrm>
                <a:off x="16702333" y="10057071"/>
                <a:ext cx="276567" cy="474502"/>
              </a:xfrm>
              <a:custGeom>
                <a:avLst/>
                <a:gdLst>
                  <a:gd name="connsiteX0" fmla="*/ 14950 w 276567"/>
                  <a:gd name="connsiteY0" fmla="*/ 16201 h 474502"/>
                  <a:gd name="connsiteX1" fmla="*/ 14950 w 276567"/>
                  <a:gd name="connsiteY1" fmla="*/ 454874 h 474502"/>
                  <a:gd name="connsiteX2" fmla="*/ 135185 w 276567"/>
                  <a:gd name="connsiteY2" fmla="*/ 393982 h 474502"/>
                  <a:gd name="connsiteX3" fmla="*/ 138903 w 276567"/>
                  <a:gd name="connsiteY3" fmla="*/ 392739 h 474502"/>
                  <a:gd name="connsiteX4" fmla="*/ 141383 w 276567"/>
                  <a:gd name="connsiteY4" fmla="*/ 393982 h 474502"/>
                  <a:gd name="connsiteX5" fmla="*/ 261617 w 276567"/>
                  <a:gd name="connsiteY5" fmla="*/ 454874 h 474502"/>
                  <a:gd name="connsiteX6" fmla="*/ 261617 w 276567"/>
                  <a:gd name="connsiteY6" fmla="*/ 16201 h 474502"/>
                  <a:gd name="connsiteX7" fmla="*/ 7441 w 276567"/>
                  <a:gd name="connsiteY7" fmla="*/ 0 h 474502"/>
                  <a:gd name="connsiteX8" fmla="*/ 269125 w 276567"/>
                  <a:gd name="connsiteY8" fmla="*/ 0 h 474502"/>
                  <a:gd name="connsiteX9" fmla="*/ 276567 w 276567"/>
                  <a:gd name="connsiteY9" fmla="*/ 7458 h 474502"/>
                  <a:gd name="connsiteX10" fmla="*/ 276567 w 276567"/>
                  <a:gd name="connsiteY10" fmla="*/ 466112 h 474502"/>
                  <a:gd name="connsiteX11" fmla="*/ 274085 w 276567"/>
                  <a:gd name="connsiteY11" fmla="*/ 473570 h 474502"/>
                  <a:gd name="connsiteX12" fmla="*/ 269125 w 276567"/>
                  <a:gd name="connsiteY12" fmla="*/ 473570 h 474502"/>
                  <a:gd name="connsiteX13" fmla="*/ 266645 w 276567"/>
                  <a:gd name="connsiteY13" fmla="*/ 473570 h 474502"/>
                  <a:gd name="connsiteX14" fmla="*/ 138903 w 276567"/>
                  <a:gd name="connsiteY14" fmla="*/ 408936 h 474502"/>
                  <a:gd name="connsiteX15" fmla="*/ 11162 w 276567"/>
                  <a:gd name="connsiteY15" fmla="*/ 473570 h 474502"/>
                  <a:gd name="connsiteX16" fmla="*/ 3721 w 276567"/>
                  <a:gd name="connsiteY16" fmla="*/ 473570 h 474502"/>
                  <a:gd name="connsiteX17" fmla="*/ 0 w 276567"/>
                  <a:gd name="connsiteY17" fmla="*/ 466112 h 474502"/>
                  <a:gd name="connsiteX18" fmla="*/ 0 w 276567"/>
                  <a:gd name="connsiteY18" fmla="*/ 7458 h 474502"/>
                  <a:gd name="connsiteX19" fmla="*/ 7441 w 276567"/>
                  <a:gd name="connsiteY19" fmla="*/ 0 h 474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76567" h="474502">
                    <a:moveTo>
                      <a:pt x="14950" y="16201"/>
                    </a:moveTo>
                    <a:lnTo>
                      <a:pt x="14950" y="454874"/>
                    </a:lnTo>
                    <a:lnTo>
                      <a:pt x="135185" y="393982"/>
                    </a:lnTo>
                    <a:cubicBezTo>
                      <a:pt x="136425" y="392739"/>
                      <a:pt x="137663" y="392739"/>
                      <a:pt x="138903" y="392739"/>
                    </a:cubicBezTo>
                    <a:cubicBezTo>
                      <a:pt x="140143" y="392739"/>
                      <a:pt x="141383" y="392739"/>
                      <a:pt x="141383" y="393982"/>
                    </a:cubicBezTo>
                    <a:lnTo>
                      <a:pt x="261617" y="454874"/>
                    </a:lnTo>
                    <a:lnTo>
                      <a:pt x="261617" y="16201"/>
                    </a:lnTo>
                    <a:close/>
                    <a:moveTo>
                      <a:pt x="7441" y="0"/>
                    </a:moveTo>
                    <a:lnTo>
                      <a:pt x="269125" y="0"/>
                    </a:lnTo>
                    <a:cubicBezTo>
                      <a:pt x="274085" y="0"/>
                      <a:pt x="276567" y="4972"/>
                      <a:pt x="276567" y="7458"/>
                    </a:cubicBezTo>
                    <a:lnTo>
                      <a:pt x="276567" y="466112"/>
                    </a:lnTo>
                    <a:cubicBezTo>
                      <a:pt x="276567" y="469841"/>
                      <a:pt x="275325" y="471084"/>
                      <a:pt x="274085" y="473570"/>
                    </a:cubicBezTo>
                    <a:cubicBezTo>
                      <a:pt x="271605" y="473570"/>
                      <a:pt x="270365" y="473570"/>
                      <a:pt x="269125" y="473570"/>
                    </a:cubicBezTo>
                    <a:lnTo>
                      <a:pt x="266645" y="473570"/>
                    </a:lnTo>
                    <a:lnTo>
                      <a:pt x="138903" y="408936"/>
                    </a:lnTo>
                    <a:lnTo>
                      <a:pt x="11162" y="473570"/>
                    </a:lnTo>
                    <a:cubicBezTo>
                      <a:pt x="8681" y="474813"/>
                      <a:pt x="6201" y="474813"/>
                      <a:pt x="3721" y="473570"/>
                    </a:cubicBezTo>
                    <a:cubicBezTo>
                      <a:pt x="1240" y="471084"/>
                      <a:pt x="0" y="469841"/>
                      <a:pt x="0" y="466112"/>
                    </a:cubicBezTo>
                    <a:lnTo>
                      <a:pt x="0" y="7458"/>
                    </a:lnTo>
                    <a:cubicBezTo>
                      <a:pt x="0" y="4972"/>
                      <a:pt x="3721" y="0"/>
                      <a:pt x="74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4CEBCBE1-C279-F144-A4E3-8F8DC2E12B88}"/>
                  </a:ext>
                </a:extLst>
              </p:cNvPr>
              <p:cNvSpPr/>
              <p:nvPr/>
            </p:nvSpPr>
            <p:spPr>
              <a:xfrm>
                <a:off x="16362232" y="10057071"/>
                <a:ext cx="793569" cy="149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38" h="13">
                    <a:moveTo>
                      <a:pt x="632" y="13"/>
                    </a:moveTo>
                    <a:lnTo>
                      <a:pt x="6" y="13"/>
                    </a:lnTo>
                    <a:cubicBezTo>
                      <a:pt x="3" y="13"/>
                      <a:pt x="0" y="10"/>
                      <a:pt x="0" y="6"/>
                    </a:cubicBezTo>
                    <a:cubicBezTo>
                      <a:pt x="0" y="4"/>
                      <a:pt x="3" y="0"/>
                      <a:pt x="6" y="0"/>
                    </a:cubicBezTo>
                    <a:lnTo>
                      <a:pt x="632" y="0"/>
                    </a:lnTo>
                    <a:cubicBezTo>
                      <a:pt x="635" y="0"/>
                      <a:pt x="638" y="4"/>
                      <a:pt x="638" y="6"/>
                    </a:cubicBezTo>
                    <a:cubicBezTo>
                      <a:pt x="638" y="10"/>
                      <a:pt x="635" y="13"/>
                      <a:pt x="632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9" name="Freeform 308">
                <a:extLst>
                  <a:ext uri="{FF2B5EF4-FFF2-40B4-BE49-F238E27FC236}">
                    <a16:creationId xmlns:a16="http://schemas.microsoft.com/office/drawing/2014/main" id="{A4BB7644-F412-4248-83E8-DC25C87A1949}"/>
                  </a:ext>
                </a:extLst>
              </p:cNvPr>
              <p:cNvSpPr/>
              <p:nvPr/>
            </p:nvSpPr>
            <p:spPr>
              <a:xfrm>
                <a:off x="15611020" y="9942414"/>
                <a:ext cx="526970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4" h="12">
                    <a:moveTo>
                      <a:pt x="418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418" y="0"/>
                    </a:lnTo>
                    <a:cubicBezTo>
                      <a:pt x="421" y="0"/>
                      <a:pt x="424" y="3"/>
                      <a:pt x="424" y="6"/>
                    </a:cubicBezTo>
                    <a:cubicBezTo>
                      <a:pt x="424" y="10"/>
                      <a:pt x="421" y="12"/>
                      <a:pt x="418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0" name="Freeform 309">
                <a:extLst>
                  <a:ext uri="{FF2B5EF4-FFF2-40B4-BE49-F238E27FC236}">
                    <a16:creationId xmlns:a16="http://schemas.microsoft.com/office/drawing/2014/main" id="{FC127900-3C9A-1E46-B450-5E2DACE4EF7D}"/>
                  </a:ext>
                </a:extLst>
              </p:cNvPr>
              <p:cNvSpPr/>
              <p:nvPr/>
            </p:nvSpPr>
            <p:spPr>
              <a:xfrm>
                <a:off x="17173242" y="9942414"/>
                <a:ext cx="376229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03" h="12">
                    <a:moveTo>
                      <a:pt x="297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97" y="0"/>
                    </a:lnTo>
                    <a:cubicBezTo>
                      <a:pt x="300" y="0"/>
                      <a:pt x="303" y="3"/>
                      <a:pt x="303" y="6"/>
                    </a:cubicBezTo>
                    <a:cubicBezTo>
                      <a:pt x="303" y="10"/>
                      <a:pt x="300" y="12"/>
                      <a:pt x="297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AF205336-D5B3-9F45-A1EC-1FB076BAA576}"/>
                  </a:ext>
                </a:extLst>
              </p:cNvPr>
              <p:cNvSpPr/>
              <p:nvPr/>
            </p:nvSpPr>
            <p:spPr>
              <a:xfrm>
                <a:off x="17260448" y="10170478"/>
                <a:ext cx="201818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3" h="11">
                    <a:moveTo>
                      <a:pt x="157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157" y="0"/>
                    </a:lnTo>
                    <a:cubicBezTo>
                      <a:pt x="160" y="0"/>
                      <a:pt x="163" y="2"/>
                      <a:pt x="163" y="6"/>
                    </a:cubicBezTo>
                    <a:cubicBezTo>
                      <a:pt x="163" y="9"/>
                      <a:pt x="160" y="11"/>
                      <a:pt x="157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2" name="Freeform 311">
                <a:extLst>
                  <a:ext uri="{FF2B5EF4-FFF2-40B4-BE49-F238E27FC236}">
                    <a16:creationId xmlns:a16="http://schemas.microsoft.com/office/drawing/2014/main" id="{8EF4018A-9C48-1E47-81EB-4E8E83F97811}"/>
                  </a:ext>
                </a:extLst>
              </p:cNvPr>
              <p:cNvSpPr/>
              <p:nvPr/>
            </p:nvSpPr>
            <p:spPr>
              <a:xfrm>
                <a:off x="15952366" y="10170478"/>
                <a:ext cx="524478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2" h="11">
                    <a:moveTo>
                      <a:pt x="416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416" y="0"/>
                    </a:lnTo>
                    <a:cubicBezTo>
                      <a:pt x="419" y="0"/>
                      <a:pt x="422" y="2"/>
                      <a:pt x="422" y="6"/>
                    </a:cubicBezTo>
                    <a:cubicBezTo>
                      <a:pt x="422" y="9"/>
                      <a:pt x="419" y="11"/>
                      <a:pt x="416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E2A1119-D5A1-5345-9D7F-13ED3E59D0D4}"/>
                </a:ext>
              </a:extLst>
            </p:cNvPr>
            <p:cNvGrpSpPr/>
            <p:nvPr/>
          </p:nvGrpSpPr>
          <p:grpSpPr>
            <a:xfrm>
              <a:off x="19636168" y="9152078"/>
              <a:ext cx="2921380" cy="2051520"/>
              <a:chOff x="19636168" y="9152078"/>
              <a:chExt cx="2921380" cy="2051520"/>
            </a:xfrm>
          </p:grpSpPr>
          <p:sp>
            <p:nvSpPr>
              <p:cNvPr id="313" name="Freeform 312">
                <a:extLst>
                  <a:ext uri="{FF2B5EF4-FFF2-40B4-BE49-F238E27FC236}">
                    <a16:creationId xmlns:a16="http://schemas.microsoft.com/office/drawing/2014/main" id="{AF2F98F6-D225-0F47-A1FF-BD4B1108344B}"/>
                  </a:ext>
                </a:extLst>
              </p:cNvPr>
              <p:cNvSpPr/>
              <p:nvPr/>
            </p:nvSpPr>
            <p:spPr>
              <a:xfrm>
                <a:off x="19643644" y="10943136"/>
                <a:ext cx="2906429" cy="2529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34" h="204">
                    <a:moveTo>
                      <a:pt x="2218" y="67"/>
                    </a:moveTo>
                    <a:cubicBezTo>
                      <a:pt x="2113" y="67"/>
                      <a:pt x="2113" y="0"/>
                      <a:pt x="2008" y="0"/>
                    </a:cubicBezTo>
                    <a:cubicBezTo>
                      <a:pt x="1903" y="0"/>
                      <a:pt x="1903" y="67"/>
                      <a:pt x="1798" y="67"/>
                    </a:cubicBezTo>
                    <a:cubicBezTo>
                      <a:pt x="1692" y="67"/>
                      <a:pt x="1692" y="0"/>
                      <a:pt x="1587" y="0"/>
                    </a:cubicBezTo>
                    <a:cubicBezTo>
                      <a:pt x="1482" y="0"/>
                      <a:pt x="1482" y="67"/>
                      <a:pt x="1377" y="67"/>
                    </a:cubicBezTo>
                    <a:cubicBezTo>
                      <a:pt x="1272" y="67"/>
                      <a:pt x="1272" y="0"/>
                      <a:pt x="1167" y="0"/>
                    </a:cubicBezTo>
                    <a:cubicBezTo>
                      <a:pt x="1062" y="0"/>
                      <a:pt x="1062" y="67"/>
                      <a:pt x="957" y="67"/>
                    </a:cubicBezTo>
                    <a:cubicBezTo>
                      <a:pt x="852" y="67"/>
                      <a:pt x="852" y="0"/>
                      <a:pt x="747" y="0"/>
                    </a:cubicBezTo>
                    <a:cubicBezTo>
                      <a:pt x="642" y="0"/>
                      <a:pt x="642" y="67"/>
                      <a:pt x="537" y="67"/>
                    </a:cubicBezTo>
                    <a:cubicBezTo>
                      <a:pt x="431" y="67"/>
                      <a:pt x="431" y="0"/>
                      <a:pt x="326" y="0"/>
                    </a:cubicBezTo>
                    <a:cubicBezTo>
                      <a:pt x="221" y="0"/>
                      <a:pt x="221" y="67"/>
                      <a:pt x="117" y="67"/>
                    </a:cubicBezTo>
                    <a:cubicBezTo>
                      <a:pt x="57" y="67"/>
                      <a:pt x="31" y="45"/>
                      <a:pt x="0" y="27"/>
                    </a:cubicBezTo>
                    <a:lnTo>
                      <a:pt x="0" y="204"/>
                    </a:lnTo>
                    <a:lnTo>
                      <a:pt x="2334" y="204"/>
                    </a:lnTo>
                    <a:lnTo>
                      <a:pt x="2334" y="27"/>
                    </a:lnTo>
                    <a:cubicBezTo>
                      <a:pt x="2303" y="45"/>
                      <a:pt x="2278" y="67"/>
                      <a:pt x="2218" y="6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3" name="Freeform 492">
                <a:extLst>
                  <a:ext uri="{FF2B5EF4-FFF2-40B4-BE49-F238E27FC236}">
                    <a16:creationId xmlns:a16="http://schemas.microsoft.com/office/drawing/2014/main" id="{CBC185DF-A6C6-434A-916D-A380953157B8}"/>
                  </a:ext>
                </a:extLst>
              </p:cNvPr>
              <p:cNvSpPr/>
              <p:nvPr/>
            </p:nvSpPr>
            <p:spPr>
              <a:xfrm>
                <a:off x="19636168" y="10935659"/>
                <a:ext cx="2921380" cy="267939"/>
              </a:xfrm>
              <a:custGeom>
                <a:avLst/>
                <a:gdLst>
                  <a:gd name="connsiteX0" fmla="*/ 413432 w 2921380"/>
                  <a:gd name="connsiteY0" fmla="*/ 14958 h 267939"/>
                  <a:gd name="connsiteX1" fmla="*/ 287662 w 2921380"/>
                  <a:gd name="connsiteY1" fmla="*/ 55868 h 267939"/>
                  <a:gd name="connsiteX2" fmla="*/ 153174 w 2921380"/>
                  <a:gd name="connsiteY2" fmla="*/ 98018 h 267939"/>
                  <a:gd name="connsiteX3" fmla="*/ 17442 w 2921380"/>
                  <a:gd name="connsiteY3" fmla="*/ 55868 h 267939"/>
                  <a:gd name="connsiteX4" fmla="*/ 14952 w 2921380"/>
                  <a:gd name="connsiteY4" fmla="*/ 54629 h 267939"/>
                  <a:gd name="connsiteX5" fmla="*/ 14952 w 2921380"/>
                  <a:gd name="connsiteY5" fmla="*/ 251742 h 267939"/>
                  <a:gd name="connsiteX6" fmla="*/ 2906430 w 2921380"/>
                  <a:gd name="connsiteY6" fmla="*/ 251742 h 267939"/>
                  <a:gd name="connsiteX7" fmla="*/ 2906430 w 2921380"/>
                  <a:gd name="connsiteY7" fmla="*/ 54629 h 267939"/>
                  <a:gd name="connsiteX8" fmla="*/ 2905184 w 2921380"/>
                  <a:gd name="connsiteY8" fmla="*/ 55868 h 267939"/>
                  <a:gd name="connsiteX9" fmla="*/ 2769452 w 2921380"/>
                  <a:gd name="connsiteY9" fmla="*/ 98018 h 267939"/>
                  <a:gd name="connsiteX10" fmla="*/ 2634964 w 2921380"/>
                  <a:gd name="connsiteY10" fmla="*/ 55868 h 267939"/>
                  <a:gd name="connsiteX11" fmla="*/ 2507948 w 2921380"/>
                  <a:gd name="connsiteY11" fmla="*/ 14958 h 267939"/>
                  <a:gd name="connsiteX12" fmla="*/ 2380932 w 2921380"/>
                  <a:gd name="connsiteY12" fmla="*/ 55868 h 267939"/>
                  <a:gd name="connsiteX13" fmla="*/ 2246446 w 2921380"/>
                  <a:gd name="connsiteY13" fmla="*/ 98018 h 267939"/>
                  <a:gd name="connsiteX14" fmla="*/ 2111958 w 2921380"/>
                  <a:gd name="connsiteY14" fmla="*/ 55868 h 267939"/>
                  <a:gd name="connsiteX15" fmla="*/ 1983696 w 2921380"/>
                  <a:gd name="connsiteY15" fmla="*/ 14958 h 267939"/>
                  <a:gd name="connsiteX16" fmla="*/ 1857926 w 2921380"/>
                  <a:gd name="connsiteY16" fmla="*/ 55868 h 267939"/>
                  <a:gd name="connsiteX17" fmla="*/ 1722194 w 2921380"/>
                  <a:gd name="connsiteY17" fmla="*/ 98018 h 267939"/>
                  <a:gd name="connsiteX18" fmla="*/ 1587706 w 2921380"/>
                  <a:gd name="connsiteY18" fmla="*/ 55868 h 267939"/>
                  <a:gd name="connsiteX19" fmla="*/ 1460690 w 2921380"/>
                  <a:gd name="connsiteY19" fmla="*/ 14958 h 267939"/>
                  <a:gd name="connsiteX20" fmla="*/ 1333674 w 2921380"/>
                  <a:gd name="connsiteY20" fmla="*/ 55868 h 267939"/>
                  <a:gd name="connsiteX21" fmla="*/ 1199188 w 2921380"/>
                  <a:gd name="connsiteY21" fmla="*/ 98018 h 267939"/>
                  <a:gd name="connsiteX22" fmla="*/ 1064700 w 2921380"/>
                  <a:gd name="connsiteY22" fmla="*/ 55868 h 267939"/>
                  <a:gd name="connsiteX23" fmla="*/ 937684 w 2921380"/>
                  <a:gd name="connsiteY23" fmla="*/ 14958 h 267939"/>
                  <a:gd name="connsiteX24" fmla="*/ 810668 w 2921380"/>
                  <a:gd name="connsiteY24" fmla="*/ 55868 h 267939"/>
                  <a:gd name="connsiteX25" fmla="*/ 676180 w 2921380"/>
                  <a:gd name="connsiteY25" fmla="*/ 98018 h 267939"/>
                  <a:gd name="connsiteX26" fmla="*/ 540448 w 2921380"/>
                  <a:gd name="connsiteY26" fmla="*/ 55868 h 267939"/>
                  <a:gd name="connsiteX27" fmla="*/ 413432 w 2921380"/>
                  <a:gd name="connsiteY27" fmla="*/ 14958 h 267939"/>
                  <a:gd name="connsiteX28" fmla="*/ 413428 w 2921380"/>
                  <a:gd name="connsiteY28" fmla="*/ 0 h 267939"/>
                  <a:gd name="connsiteX29" fmla="*/ 549160 w 2921380"/>
                  <a:gd name="connsiteY29" fmla="*/ 42176 h 267939"/>
                  <a:gd name="connsiteX30" fmla="*/ 676176 w 2921380"/>
                  <a:gd name="connsiteY30" fmla="*/ 83111 h 267939"/>
                  <a:gd name="connsiteX31" fmla="*/ 801948 w 2921380"/>
                  <a:gd name="connsiteY31" fmla="*/ 42176 h 267939"/>
                  <a:gd name="connsiteX32" fmla="*/ 937682 w 2921380"/>
                  <a:gd name="connsiteY32" fmla="*/ 0 h 267939"/>
                  <a:gd name="connsiteX33" fmla="*/ 1072170 w 2921380"/>
                  <a:gd name="connsiteY33" fmla="*/ 42176 h 267939"/>
                  <a:gd name="connsiteX34" fmla="*/ 1199186 w 2921380"/>
                  <a:gd name="connsiteY34" fmla="*/ 83111 h 267939"/>
                  <a:gd name="connsiteX35" fmla="*/ 1326202 w 2921380"/>
                  <a:gd name="connsiteY35" fmla="*/ 42176 h 267939"/>
                  <a:gd name="connsiteX36" fmla="*/ 1460690 w 2921380"/>
                  <a:gd name="connsiteY36" fmla="*/ 0 h 267939"/>
                  <a:gd name="connsiteX37" fmla="*/ 1595178 w 2921380"/>
                  <a:gd name="connsiteY37" fmla="*/ 42176 h 267939"/>
                  <a:gd name="connsiteX38" fmla="*/ 1722194 w 2921380"/>
                  <a:gd name="connsiteY38" fmla="*/ 83111 h 267939"/>
                  <a:gd name="connsiteX39" fmla="*/ 1849210 w 2921380"/>
                  <a:gd name="connsiteY39" fmla="*/ 42176 h 267939"/>
                  <a:gd name="connsiteX40" fmla="*/ 1983698 w 2921380"/>
                  <a:gd name="connsiteY40" fmla="*/ 0 h 267939"/>
                  <a:gd name="connsiteX41" fmla="*/ 2119432 w 2921380"/>
                  <a:gd name="connsiteY41" fmla="*/ 42176 h 267939"/>
                  <a:gd name="connsiteX42" fmla="*/ 2246448 w 2921380"/>
                  <a:gd name="connsiteY42" fmla="*/ 83111 h 267939"/>
                  <a:gd name="connsiteX43" fmla="*/ 2373464 w 2921380"/>
                  <a:gd name="connsiteY43" fmla="*/ 42176 h 267939"/>
                  <a:gd name="connsiteX44" fmla="*/ 2507952 w 2921380"/>
                  <a:gd name="connsiteY44" fmla="*/ 0 h 267939"/>
                  <a:gd name="connsiteX45" fmla="*/ 2642440 w 2921380"/>
                  <a:gd name="connsiteY45" fmla="*/ 42176 h 267939"/>
                  <a:gd name="connsiteX46" fmla="*/ 2769458 w 2921380"/>
                  <a:gd name="connsiteY46" fmla="*/ 83111 h 267939"/>
                  <a:gd name="connsiteX47" fmla="*/ 2896474 w 2921380"/>
                  <a:gd name="connsiteY47" fmla="*/ 42176 h 267939"/>
                  <a:gd name="connsiteX48" fmla="*/ 2910172 w 2921380"/>
                  <a:gd name="connsiteY48" fmla="*/ 34733 h 267939"/>
                  <a:gd name="connsiteX49" fmla="*/ 2917644 w 2921380"/>
                  <a:gd name="connsiteY49" fmla="*/ 34733 h 267939"/>
                  <a:gd name="connsiteX50" fmla="*/ 2921380 w 2921380"/>
                  <a:gd name="connsiteY50" fmla="*/ 40935 h 267939"/>
                  <a:gd name="connsiteX51" fmla="*/ 2921380 w 2921380"/>
                  <a:gd name="connsiteY51" fmla="*/ 260496 h 267939"/>
                  <a:gd name="connsiteX52" fmla="*/ 2913908 w 2921380"/>
                  <a:gd name="connsiteY52" fmla="*/ 267939 h 267939"/>
                  <a:gd name="connsiteX53" fmla="*/ 7472 w 2921380"/>
                  <a:gd name="connsiteY53" fmla="*/ 267939 h 267939"/>
                  <a:gd name="connsiteX54" fmla="*/ 0 w 2921380"/>
                  <a:gd name="connsiteY54" fmla="*/ 260496 h 267939"/>
                  <a:gd name="connsiteX55" fmla="*/ 0 w 2921380"/>
                  <a:gd name="connsiteY55" fmla="*/ 40935 h 267939"/>
                  <a:gd name="connsiteX56" fmla="*/ 3736 w 2921380"/>
                  <a:gd name="connsiteY56" fmla="*/ 34733 h 267939"/>
                  <a:gd name="connsiteX57" fmla="*/ 11208 w 2921380"/>
                  <a:gd name="connsiteY57" fmla="*/ 34733 h 267939"/>
                  <a:gd name="connsiteX58" fmla="*/ 24906 w 2921380"/>
                  <a:gd name="connsiteY58" fmla="*/ 42176 h 267939"/>
                  <a:gd name="connsiteX59" fmla="*/ 153168 w 2921380"/>
                  <a:gd name="connsiteY59" fmla="*/ 83111 h 267939"/>
                  <a:gd name="connsiteX60" fmla="*/ 278940 w 2921380"/>
                  <a:gd name="connsiteY60" fmla="*/ 42176 h 267939"/>
                  <a:gd name="connsiteX61" fmla="*/ 413428 w 2921380"/>
                  <a:gd name="connsiteY61" fmla="*/ 0 h 267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921380" h="267939">
                    <a:moveTo>
                      <a:pt x="413432" y="14958"/>
                    </a:moveTo>
                    <a:cubicBezTo>
                      <a:pt x="349924" y="14958"/>
                      <a:pt x="320038" y="34793"/>
                      <a:pt x="287662" y="55868"/>
                    </a:cubicBezTo>
                    <a:cubicBezTo>
                      <a:pt x="254040" y="76943"/>
                      <a:pt x="219172" y="98018"/>
                      <a:pt x="153174" y="98018"/>
                    </a:cubicBezTo>
                    <a:cubicBezTo>
                      <a:pt x="84686" y="98018"/>
                      <a:pt x="49818" y="76943"/>
                      <a:pt x="17442" y="55868"/>
                    </a:cubicBezTo>
                    <a:cubicBezTo>
                      <a:pt x="17442" y="55868"/>
                      <a:pt x="16196" y="54629"/>
                      <a:pt x="14952" y="54629"/>
                    </a:cubicBezTo>
                    <a:lnTo>
                      <a:pt x="14952" y="251742"/>
                    </a:lnTo>
                    <a:lnTo>
                      <a:pt x="2906430" y="251742"/>
                    </a:lnTo>
                    <a:lnTo>
                      <a:pt x="2906430" y="54629"/>
                    </a:lnTo>
                    <a:lnTo>
                      <a:pt x="2905184" y="55868"/>
                    </a:lnTo>
                    <a:cubicBezTo>
                      <a:pt x="2871564" y="76943"/>
                      <a:pt x="2836696" y="98018"/>
                      <a:pt x="2769452" y="98018"/>
                    </a:cubicBezTo>
                    <a:cubicBezTo>
                      <a:pt x="2702208" y="98018"/>
                      <a:pt x="2667342" y="76943"/>
                      <a:pt x="2634964" y="55868"/>
                    </a:cubicBezTo>
                    <a:cubicBezTo>
                      <a:pt x="2601342" y="34793"/>
                      <a:pt x="2571456" y="14958"/>
                      <a:pt x="2507948" y="14958"/>
                    </a:cubicBezTo>
                    <a:cubicBezTo>
                      <a:pt x="2444440" y="14958"/>
                      <a:pt x="2413310" y="34793"/>
                      <a:pt x="2380932" y="55868"/>
                    </a:cubicBezTo>
                    <a:cubicBezTo>
                      <a:pt x="2348556" y="76943"/>
                      <a:pt x="2313690" y="98018"/>
                      <a:pt x="2246446" y="98018"/>
                    </a:cubicBezTo>
                    <a:cubicBezTo>
                      <a:pt x="2177956" y="98018"/>
                      <a:pt x="2144334" y="76943"/>
                      <a:pt x="2111958" y="55868"/>
                    </a:cubicBezTo>
                    <a:cubicBezTo>
                      <a:pt x="2078336" y="34793"/>
                      <a:pt x="2047204" y="14958"/>
                      <a:pt x="1983696" y="14958"/>
                    </a:cubicBezTo>
                    <a:cubicBezTo>
                      <a:pt x="1921434" y="14958"/>
                      <a:pt x="1890304" y="34793"/>
                      <a:pt x="1857926" y="55868"/>
                    </a:cubicBezTo>
                    <a:cubicBezTo>
                      <a:pt x="1824304" y="76943"/>
                      <a:pt x="1789438" y="98018"/>
                      <a:pt x="1722194" y="98018"/>
                    </a:cubicBezTo>
                    <a:cubicBezTo>
                      <a:pt x="1654950" y="98018"/>
                      <a:pt x="1621328" y="76943"/>
                      <a:pt x="1587706" y="55868"/>
                    </a:cubicBezTo>
                    <a:cubicBezTo>
                      <a:pt x="1555330" y="34793"/>
                      <a:pt x="1524198" y="14958"/>
                      <a:pt x="1460690" y="14958"/>
                    </a:cubicBezTo>
                    <a:cubicBezTo>
                      <a:pt x="1398428" y="14958"/>
                      <a:pt x="1366052" y="34793"/>
                      <a:pt x="1333674" y="55868"/>
                    </a:cubicBezTo>
                    <a:cubicBezTo>
                      <a:pt x="1301298" y="76943"/>
                      <a:pt x="1266430" y="98018"/>
                      <a:pt x="1199188" y="98018"/>
                    </a:cubicBezTo>
                    <a:cubicBezTo>
                      <a:pt x="1130698" y="98018"/>
                      <a:pt x="1098322" y="76943"/>
                      <a:pt x="1064700" y="55868"/>
                    </a:cubicBezTo>
                    <a:cubicBezTo>
                      <a:pt x="1031078" y="34793"/>
                      <a:pt x="1001192" y="14958"/>
                      <a:pt x="937684" y="14958"/>
                    </a:cubicBezTo>
                    <a:cubicBezTo>
                      <a:pt x="874176" y="14958"/>
                      <a:pt x="843044" y="34793"/>
                      <a:pt x="810668" y="55868"/>
                    </a:cubicBezTo>
                    <a:cubicBezTo>
                      <a:pt x="778292" y="76943"/>
                      <a:pt x="743424" y="98018"/>
                      <a:pt x="676180" y="98018"/>
                    </a:cubicBezTo>
                    <a:cubicBezTo>
                      <a:pt x="607692" y="98018"/>
                      <a:pt x="574070" y="76943"/>
                      <a:pt x="540448" y="55868"/>
                    </a:cubicBezTo>
                    <a:cubicBezTo>
                      <a:pt x="508072" y="34793"/>
                      <a:pt x="476940" y="14958"/>
                      <a:pt x="413432" y="14958"/>
                    </a:cubicBezTo>
                    <a:close/>
                    <a:moveTo>
                      <a:pt x="413428" y="0"/>
                    </a:moveTo>
                    <a:cubicBezTo>
                      <a:pt x="481916" y="0"/>
                      <a:pt x="515538" y="22328"/>
                      <a:pt x="549160" y="42176"/>
                    </a:cubicBezTo>
                    <a:cubicBezTo>
                      <a:pt x="581536" y="63263"/>
                      <a:pt x="612668" y="83111"/>
                      <a:pt x="676176" y="83111"/>
                    </a:cubicBezTo>
                    <a:cubicBezTo>
                      <a:pt x="738440" y="83111"/>
                      <a:pt x="769572" y="63263"/>
                      <a:pt x="801948" y="42176"/>
                    </a:cubicBezTo>
                    <a:cubicBezTo>
                      <a:pt x="835570" y="22328"/>
                      <a:pt x="870438" y="0"/>
                      <a:pt x="937682" y="0"/>
                    </a:cubicBezTo>
                    <a:cubicBezTo>
                      <a:pt x="1004926" y="0"/>
                      <a:pt x="1038548" y="22328"/>
                      <a:pt x="1072170" y="42176"/>
                    </a:cubicBezTo>
                    <a:cubicBezTo>
                      <a:pt x="1105792" y="63263"/>
                      <a:pt x="1135678" y="83111"/>
                      <a:pt x="1199186" y="83111"/>
                    </a:cubicBezTo>
                    <a:cubicBezTo>
                      <a:pt x="1262694" y="83111"/>
                      <a:pt x="1293826" y="63263"/>
                      <a:pt x="1326202" y="42176"/>
                    </a:cubicBezTo>
                    <a:cubicBezTo>
                      <a:pt x="1358578" y="22328"/>
                      <a:pt x="1393446" y="0"/>
                      <a:pt x="1460690" y="0"/>
                    </a:cubicBezTo>
                    <a:cubicBezTo>
                      <a:pt x="1529180" y="0"/>
                      <a:pt x="1562802" y="22328"/>
                      <a:pt x="1595178" y="42176"/>
                    </a:cubicBezTo>
                    <a:cubicBezTo>
                      <a:pt x="1628800" y="63263"/>
                      <a:pt x="1659932" y="83111"/>
                      <a:pt x="1722194" y="83111"/>
                    </a:cubicBezTo>
                    <a:cubicBezTo>
                      <a:pt x="1785702" y="83111"/>
                      <a:pt x="1816834" y="63263"/>
                      <a:pt x="1849210" y="42176"/>
                    </a:cubicBezTo>
                    <a:cubicBezTo>
                      <a:pt x="1882832" y="22328"/>
                      <a:pt x="1916454" y="0"/>
                      <a:pt x="1983698" y="0"/>
                    </a:cubicBezTo>
                    <a:cubicBezTo>
                      <a:pt x="2052188" y="0"/>
                      <a:pt x="2085810" y="22328"/>
                      <a:pt x="2119432" y="42176"/>
                    </a:cubicBezTo>
                    <a:cubicBezTo>
                      <a:pt x="2151808" y="63263"/>
                      <a:pt x="2182940" y="83111"/>
                      <a:pt x="2246448" y="83111"/>
                    </a:cubicBezTo>
                    <a:cubicBezTo>
                      <a:pt x="2308712" y="83111"/>
                      <a:pt x="2341088" y="63263"/>
                      <a:pt x="2373464" y="42176"/>
                    </a:cubicBezTo>
                    <a:cubicBezTo>
                      <a:pt x="2405842" y="22328"/>
                      <a:pt x="2440708" y="0"/>
                      <a:pt x="2507952" y="0"/>
                    </a:cubicBezTo>
                    <a:cubicBezTo>
                      <a:pt x="2576442" y="0"/>
                      <a:pt x="2608820" y="22328"/>
                      <a:pt x="2642440" y="42176"/>
                    </a:cubicBezTo>
                    <a:cubicBezTo>
                      <a:pt x="2676064" y="63263"/>
                      <a:pt x="2705950" y="83111"/>
                      <a:pt x="2769458" y="83111"/>
                    </a:cubicBezTo>
                    <a:cubicBezTo>
                      <a:pt x="2832966" y="83111"/>
                      <a:pt x="2864096" y="63263"/>
                      <a:pt x="2896474" y="42176"/>
                    </a:cubicBezTo>
                    <a:cubicBezTo>
                      <a:pt x="2901454" y="39695"/>
                      <a:pt x="2905190" y="37214"/>
                      <a:pt x="2910172" y="34733"/>
                    </a:cubicBezTo>
                    <a:cubicBezTo>
                      <a:pt x="2912662" y="32252"/>
                      <a:pt x="2915152" y="32252"/>
                      <a:pt x="2917644" y="34733"/>
                    </a:cubicBezTo>
                    <a:cubicBezTo>
                      <a:pt x="2920134" y="35973"/>
                      <a:pt x="2921380" y="37214"/>
                      <a:pt x="2921380" y="40935"/>
                    </a:cubicBezTo>
                    <a:lnTo>
                      <a:pt x="2921380" y="260496"/>
                    </a:lnTo>
                    <a:cubicBezTo>
                      <a:pt x="2921380" y="264218"/>
                      <a:pt x="2918888" y="267939"/>
                      <a:pt x="2913908" y="267939"/>
                    </a:cubicBezTo>
                    <a:lnTo>
                      <a:pt x="7472" y="267939"/>
                    </a:lnTo>
                    <a:cubicBezTo>
                      <a:pt x="3736" y="267939"/>
                      <a:pt x="0" y="264218"/>
                      <a:pt x="0" y="260496"/>
                    </a:cubicBezTo>
                    <a:lnTo>
                      <a:pt x="0" y="40935"/>
                    </a:lnTo>
                    <a:cubicBezTo>
                      <a:pt x="0" y="37214"/>
                      <a:pt x="1246" y="35973"/>
                      <a:pt x="3736" y="34733"/>
                    </a:cubicBezTo>
                    <a:cubicBezTo>
                      <a:pt x="6228" y="32252"/>
                      <a:pt x="9964" y="32252"/>
                      <a:pt x="11208" y="34733"/>
                    </a:cubicBezTo>
                    <a:cubicBezTo>
                      <a:pt x="16190" y="37214"/>
                      <a:pt x="21170" y="39695"/>
                      <a:pt x="24906" y="42176"/>
                    </a:cubicBezTo>
                    <a:cubicBezTo>
                      <a:pt x="58528" y="63263"/>
                      <a:pt x="88414" y="83111"/>
                      <a:pt x="153168" y="83111"/>
                    </a:cubicBezTo>
                    <a:cubicBezTo>
                      <a:pt x="215430" y="83111"/>
                      <a:pt x="246562" y="63263"/>
                      <a:pt x="278940" y="42176"/>
                    </a:cubicBezTo>
                    <a:cubicBezTo>
                      <a:pt x="311316" y="22328"/>
                      <a:pt x="346184" y="0"/>
                      <a:pt x="41342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49BEDCC6-8F34-564A-A12D-7032351F7F5C}"/>
                  </a:ext>
                </a:extLst>
              </p:cNvPr>
              <p:cNvSpPr/>
              <p:nvPr/>
            </p:nvSpPr>
            <p:spPr>
              <a:xfrm>
                <a:off x="19643644" y="10816024"/>
                <a:ext cx="2906429" cy="2093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34" h="169">
                    <a:moveTo>
                      <a:pt x="326" y="102"/>
                    </a:moveTo>
                    <a:cubicBezTo>
                      <a:pt x="431" y="102"/>
                      <a:pt x="431" y="169"/>
                      <a:pt x="537" y="169"/>
                    </a:cubicBezTo>
                    <a:cubicBezTo>
                      <a:pt x="642" y="169"/>
                      <a:pt x="642" y="102"/>
                      <a:pt x="747" y="102"/>
                    </a:cubicBezTo>
                    <a:cubicBezTo>
                      <a:pt x="852" y="102"/>
                      <a:pt x="852" y="169"/>
                      <a:pt x="957" y="169"/>
                    </a:cubicBezTo>
                    <a:cubicBezTo>
                      <a:pt x="1062" y="169"/>
                      <a:pt x="1062" y="102"/>
                      <a:pt x="1167" y="102"/>
                    </a:cubicBezTo>
                    <a:cubicBezTo>
                      <a:pt x="1272" y="102"/>
                      <a:pt x="1272" y="169"/>
                      <a:pt x="1377" y="169"/>
                    </a:cubicBezTo>
                    <a:cubicBezTo>
                      <a:pt x="1482" y="169"/>
                      <a:pt x="1482" y="102"/>
                      <a:pt x="1587" y="102"/>
                    </a:cubicBezTo>
                    <a:cubicBezTo>
                      <a:pt x="1692" y="102"/>
                      <a:pt x="1692" y="169"/>
                      <a:pt x="1798" y="169"/>
                    </a:cubicBezTo>
                    <a:cubicBezTo>
                      <a:pt x="1903" y="169"/>
                      <a:pt x="1903" y="102"/>
                      <a:pt x="2008" y="102"/>
                    </a:cubicBezTo>
                    <a:cubicBezTo>
                      <a:pt x="2113" y="102"/>
                      <a:pt x="2113" y="169"/>
                      <a:pt x="2218" y="169"/>
                    </a:cubicBezTo>
                    <a:cubicBezTo>
                      <a:pt x="2278" y="169"/>
                      <a:pt x="2303" y="147"/>
                      <a:pt x="2334" y="129"/>
                    </a:cubicBezTo>
                    <a:lnTo>
                      <a:pt x="2334" y="78"/>
                    </a:lnTo>
                    <a:cubicBezTo>
                      <a:pt x="2334" y="52"/>
                      <a:pt x="2322" y="29"/>
                      <a:pt x="2302" y="15"/>
                    </a:cubicBezTo>
                    <a:cubicBezTo>
                      <a:pt x="2289" y="6"/>
                      <a:pt x="2274" y="0"/>
                      <a:pt x="2257" y="0"/>
                    </a:cubicBezTo>
                    <a:lnTo>
                      <a:pt x="77" y="0"/>
                    </a:lnTo>
                    <a:cubicBezTo>
                      <a:pt x="56" y="0"/>
                      <a:pt x="37" y="9"/>
                      <a:pt x="23" y="23"/>
                    </a:cubicBezTo>
                    <a:cubicBezTo>
                      <a:pt x="9" y="37"/>
                      <a:pt x="0" y="56"/>
                      <a:pt x="0" y="78"/>
                    </a:cubicBezTo>
                    <a:lnTo>
                      <a:pt x="0" y="129"/>
                    </a:lnTo>
                    <a:cubicBezTo>
                      <a:pt x="31" y="147"/>
                      <a:pt x="57" y="169"/>
                      <a:pt x="117" y="169"/>
                    </a:cubicBezTo>
                    <a:cubicBezTo>
                      <a:pt x="221" y="169"/>
                      <a:pt x="221" y="102"/>
                      <a:pt x="326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4" name="Freeform 493">
                <a:extLst>
                  <a:ext uri="{FF2B5EF4-FFF2-40B4-BE49-F238E27FC236}">
                    <a16:creationId xmlns:a16="http://schemas.microsoft.com/office/drawing/2014/main" id="{F030AB86-783B-2544-A9F6-D7B8ABAB1F5E}"/>
                  </a:ext>
                </a:extLst>
              </p:cNvPr>
              <p:cNvSpPr/>
              <p:nvPr/>
            </p:nvSpPr>
            <p:spPr>
              <a:xfrm>
                <a:off x="19636168" y="10808547"/>
                <a:ext cx="2921380" cy="224321"/>
              </a:xfrm>
              <a:custGeom>
                <a:avLst/>
                <a:gdLst>
                  <a:gd name="connsiteX0" fmla="*/ 103364 w 2921380"/>
                  <a:gd name="connsiteY0" fmla="*/ 14955 h 224321"/>
                  <a:gd name="connsiteX1" fmla="*/ 41102 w 2921380"/>
                  <a:gd name="connsiteY1" fmla="*/ 40959 h 224321"/>
                  <a:gd name="connsiteX2" fmla="*/ 14952 w 2921380"/>
                  <a:gd name="connsiteY2" fmla="*/ 104112 h 224321"/>
                  <a:gd name="connsiteX3" fmla="*/ 14952 w 2921380"/>
                  <a:gd name="connsiteY3" fmla="*/ 162312 h 224321"/>
                  <a:gd name="connsiteX4" fmla="*/ 24914 w 2921380"/>
                  <a:gd name="connsiteY4" fmla="*/ 168503 h 224321"/>
                  <a:gd name="connsiteX5" fmla="*/ 153174 w 2921380"/>
                  <a:gd name="connsiteY5" fmla="*/ 209367 h 224321"/>
                  <a:gd name="connsiteX6" fmla="*/ 278944 w 2921380"/>
                  <a:gd name="connsiteY6" fmla="*/ 169742 h 224321"/>
                  <a:gd name="connsiteX7" fmla="*/ 413432 w 2921380"/>
                  <a:gd name="connsiteY7" fmla="*/ 126401 h 224321"/>
                  <a:gd name="connsiteX8" fmla="*/ 549164 w 2921380"/>
                  <a:gd name="connsiteY8" fmla="*/ 169742 h 224321"/>
                  <a:gd name="connsiteX9" fmla="*/ 676180 w 2921380"/>
                  <a:gd name="connsiteY9" fmla="*/ 209367 h 224321"/>
                  <a:gd name="connsiteX10" fmla="*/ 801952 w 2921380"/>
                  <a:gd name="connsiteY10" fmla="*/ 169742 h 224321"/>
                  <a:gd name="connsiteX11" fmla="*/ 937684 w 2921380"/>
                  <a:gd name="connsiteY11" fmla="*/ 126401 h 224321"/>
                  <a:gd name="connsiteX12" fmla="*/ 1072172 w 2921380"/>
                  <a:gd name="connsiteY12" fmla="*/ 169742 h 224321"/>
                  <a:gd name="connsiteX13" fmla="*/ 1199188 w 2921380"/>
                  <a:gd name="connsiteY13" fmla="*/ 209367 h 224321"/>
                  <a:gd name="connsiteX14" fmla="*/ 1326204 w 2921380"/>
                  <a:gd name="connsiteY14" fmla="*/ 169742 h 224321"/>
                  <a:gd name="connsiteX15" fmla="*/ 1460690 w 2921380"/>
                  <a:gd name="connsiteY15" fmla="*/ 126401 h 224321"/>
                  <a:gd name="connsiteX16" fmla="*/ 1595178 w 2921380"/>
                  <a:gd name="connsiteY16" fmla="*/ 169742 h 224321"/>
                  <a:gd name="connsiteX17" fmla="*/ 1722194 w 2921380"/>
                  <a:gd name="connsiteY17" fmla="*/ 209367 h 224321"/>
                  <a:gd name="connsiteX18" fmla="*/ 1849210 w 2921380"/>
                  <a:gd name="connsiteY18" fmla="*/ 169742 h 224321"/>
                  <a:gd name="connsiteX19" fmla="*/ 1983696 w 2921380"/>
                  <a:gd name="connsiteY19" fmla="*/ 126401 h 224321"/>
                  <a:gd name="connsiteX20" fmla="*/ 2119430 w 2921380"/>
                  <a:gd name="connsiteY20" fmla="*/ 169742 h 224321"/>
                  <a:gd name="connsiteX21" fmla="*/ 2246446 w 2921380"/>
                  <a:gd name="connsiteY21" fmla="*/ 209367 h 224321"/>
                  <a:gd name="connsiteX22" fmla="*/ 2373462 w 2921380"/>
                  <a:gd name="connsiteY22" fmla="*/ 169742 h 224321"/>
                  <a:gd name="connsiteX23" fmla="*/ 2507948 w 2921380"/>
                  <a:gd name="connsiteY23" fmla="*/ 126401 h 224321"/>
                  <a:gd name="connsiteX24" fmla="*/ 2642436 w 2921380"/>
                  <a:gd name="connsiteY24" fmla="*/ 169742 h 224321"/>
                  <a:gd name="connsiteX25" fmla="*/ 2769452 w 2921380"/>
                  <a:gd name="connsiteY25" fmla="*/ 209367 h 224321"/>
                  <a:gd name="connsiteX26" fmla="*/ 2896468 w 2921380"/>
                  <a:gd name="connsiteY26" fmla="*/ 169742 h 224321"/>
                  <a:gd name="connsiteX27" fmla="*/ 2906430 w 2921380"/>
                  <a:gd name="connsiteY27" fmla="*/ 162312 h 224321"/>
                  <a:gd name="connsiteX28" fmla="*/ 2906430 w 2921380"/>
                  <a:gd name="connsiteY28" fmla="*/ 104112 h 224321"/>
                  <a:gd name="connsiteX29" fmla="*/ 2870318 w 2921380"/>
                  <a:gd name="connsiteY29" fmla="*/ 32291 h 224321"/>
                  <a:gd name="connsiteX30" fmla="*/ 2818016 w 2921380"/>
                  <a:gd name="connsiteY30" fmla="*/ 14955 h 224321"/>
                  <a:gd name="connsiteX31" fmla="*/ 103358 w 2921380"/>
                  <a:gd name="connsiteY31" fmla="*/ 0 h 224321"/>
                  <a:gd name="connsiteX32" fmla="*/ 2818022 w 2921380"/>
                  <a:gd name="connsiteY32" fmla="*/ 0 h 224321"/>
                  <a:gd name="connsiteX33" fmla="*/ 2879040 w 2921380"/>
                  <a:gd name="connsiteY33" fmla="*/ 19829 h 224321"/>
                  <a:gd name="connsiteX34" fmla="*/ 2921380 w 2921380"/>
                  <a:gd name="connsiteY34" fmla="*/ 104105 h 224321"/>
                  <a:gd name="connsiteX35" fmla="*/ 2921380 w 2921380"/>
                  <a:gd name="connsiteY35" fmla="*/ 167311 h 224321"/>
                  <a:gd name="connsiteX36" fmla="*/ 2917644 w 2921380"/>
                  <a:gd name="connsiteY36" fmla="*/ 173508 h 224321"/>
                  <a:gd name="connsiteX37" fmla="*/ 2905190 w 2921380"/>
                  <a:gd name="connsiteY37" fmla="*/ 182183 h 224321"/>
                  <a:gd name="connsiteX38" fmla="*/ 2769458 w 2921380"/>
                  <a:gd name="connsiteY38" fmla="*/ 224321 h 224321"/>
                  <a:gd name="connsiteX39" fmla="*/ 2634970 w 2921380"/>
                  <a:gd name="connsiteY39" fmla="*/ 182183 h 224321"/>
                  <a:gd name="connsiteX40" fmla="*/ 2507952 w 2921380"/>
                  <a:gd name="connsiteY40" fmla="*/ 141285 h 224321"/>
                  <a:gd name="connsiteX41" fmla="*/ 2380936 w 2921380"/>
                  <a:gd name="connsiteY41" fmla="*/ 182183 h 224321"/>
                  <a:gd name="connsiteX42" fmla="*/ 2246448 w 2921380"/>
                  <a:gd name="connsiteY42" fmla="*/ 224321 h 224321"/>
                  <a:gd name="connsiteX43" fmla="*/ 2111960 w 2921380"/>
                  <a:gd name="connsiteY43" fmla="*/ 182183 h 224321"/>
                  <a:gd name="connsiteX44" fmla="*/ 1983698 w 2921380"/>
                  <a:gd name="connsiteY44" fmla="*/ 141285 h 224321"/>
                  <a:gd name="connsiteX45" fmla="*/ 1857928 w 2921380"/>
                  <a:gd name="connsiteY45" fmla="*/ 182183 h 224321"/>
                  <a:gd name="connsiteX46" fmla="*/ 1722194 w 2921380"/>
                  <a:gd name="connsiteY46" fmla="*/ 224321 h 224321"/>
                  <a:gd name="connsiteX47" fmla="*/ 1587706 w 2921380"/>
                  <a:gd name="connsiteY47" fmla="*/ 182183 h 224321"/>
                  <a:gd name="connsiteX48" fmla="*/ 1460690 w 2921380"/>
                  <a:gd name="connsiteY48" fmla="*/ 141285 h 224321"/>
                  <a:gd name="connsiteX49" fmla="*/ 1333674 w 2921380"/>
                  <a:gd name="connsiteY49" fmla="*/ 182183 h 224321"/>
                  <a:gd name="connsiteX50" fmla="*/ 1199186 w 2921380"/>
                  <a:gd name="connsiteY50" fmla="*/ 224321 h 224321"/>
                  <a:gd name="connsiteX51" fmla="*/ 1064698 w 2921380"/>
                  <a:gd name="connsiteY51" fmla="*/ 182183 h 224321"/>
                  <a:gd name="connsiteX52" fmla="*/ 937682 w 2921380"/>
                  <a:gd name="connsiteY52" fmla="*/ 141285 h 224321"/>
                  <a:gd name="connsiteX53" fmla="*/ 810664 w 2921380"/>
                  <a:gd name="connsiteY53" fmla="*/ 182183 h 224321"/>
                  <a:gd name="connsiteX54" fmla="*/ 676176 w 2921380"/>
                  <a:gd name="connsiteY54" fmla="*/ 224321 h 224321"/>
                  <a:gd name="connsiteX55" fmla="*/ 540444 w 2921380"/>
                  <a:gd name="connsiteY55" fmla="*/ 182183 h 224321"/>
                  <a:gd name="connsiteX56" fmla="*/ 413428 w 2921380"/>
                  <a:gd name="connsiteY56" fmla="*/ 141285 h 224321"/>
                  <a:gd name="connsiteX57" fmla="*/ 287656 w 2921380"/>
                  <a:gd name="connsiteY57" fmla="*/ 182183 h 224321"/>
                  <a:gd name="connsiteX58" fmla="*/ 153168 w 2921380"/>
                  <a:gd name="connsiteY58" fmla="*/ 224321 h 224321"/>
                  <a:gd name="connsiteX59" fmla="*/ 17434 w 2921380"/>
                  <a:gd name="connsiteY59" fmla="*/ 182183 h 224321"/>
                  <a:gd name="connsiteX60" fmla="*/ 3736 w 2921380"/>
                  <a:gd name="connsiteY60" fmla="*/ 173508 h 224321"/>
                  <a:gd name="connsiteX61" fmla="*/ 0 w 2921380"/>
                  <a:gd name="connsiteY61" fmla="*/ 167311 h 224321"/>
                  <a:gd name="connsiteX62" fmla="*/ 0 w 2921380"/>
                  <a:gd name="connsiteY62" fmla="*/ 104105 h 224321"/>
                  <a:gd name="connsiteX63" fmla="*/ 31132 w 2921380"/>
                  <a:gd name="connsiteY63" fmla="*/ 29744 h 224321"/>
                  <a:gd name="connsiteX64" fmla="*/ 103358 w 2921380"/>
                  <a:gd name="connsiteY64" fmla="*/ 0 h 224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</a:cxnLst>
                <a:rect l="l" t="t" r="r" b="b"/>
                <a:pathLst>
                  <a:path w="2921380" h="224321">
                    <a:moveTo>
                      <a:pt x="103364" y="14955"/>
                    </a:moveTo>
                    <a:cubicBezTo>
                      <a:pt x="79704" y="14955"/>
                      <a:pt x="58534" y="24861"/>
                      <a:pt x="41102" y="40959"/>
                    </a:cubicBezTo>
                    <a:cubicBezTo>
                      <a:pt x="24914" y="58295"/>
                      <a:pt x="14952" y="80585"/>
                      <a:pt x="14952" y="104112"/>
                    </a:cubicBezTo>
                    <a:lnTo>
                      <a:pt x="14952" y="162312"/>
                    </a:lnTo>
                    <a:cubicBezTo>
                      <a:pt x="18686" y="164788"/>
                      <a:pt x="22422" y="167265"/>
                      <a:pt x="24914" y="168503"/>
                    </a:cubicBezTo>
                    <a:cubicBezTo>
                      <a:pt x="58534" y="189554"/>
                      <a:pt x="88420" y="209367"/>
                      <a:pt x="153174" y="209367"/>
                    </a:cubicBezTo>
                    <a:cubicBezTo>
                      <a:pt x="215436" y="209367"/>
                      <a:pt x="246568" y="189554"/>
                      <a:pt x="278944" y="169742"/>
                    </a:cubicBezTo>
                    <a:cubicBezTo>
                      <a:pt x="311322" y="148691"/>
                      <a:pt x="346188" y="126401"/>
                      <a:pt x="413432" y="126401"/>
                    </a:cubicBezTo>
                    <a:cubicBezTo>
                      <a:pt x="481922" y="126401"/>
                      <a:pt x="515542" y="148691"/>
                      <a:pt x="549164" y="169742"/>
                    </a:cubicBezTo>
                    <a:cubicBezTo>
                      <a:pt x="581542" y="189554"/>
                      <a:pt x="612672" y="209367"/>
                      <a:pt x="676180" y="209367"/>
                    </a:cubicBezTo>
                    <a:cubicBezTo>
                      <a:pt x="738444" y="209367"/>
                      <a:pt x="769574" y="189554"/>
                      <a:pt x="801952" y="169742"/>
                    </a:cubicBezTo>
                    <a:cubicBezTo>
                      <a:pt x="835574" y="148691"/>
                      <a:pt x="870440" y="126401"/>
                      <a:pt x="937684" y="126401"/>
                    </a:cubicBezTo>
                    <a:cubicBezTo>
                      <a:pt x="1004928" y="126401"/>
                      <a:pt x="1038550" y="148691"/>
                      <a:pt x="1072172" y="169742"/>
                    </a:cubicBezTo>
                    <a:cubicBezTo>
                      <a:pt x="1105794" y="189554"/>
                      <a:pt x="1135680" y="209367"/>
                      <a:pt x="1199188" y="209367"/>
                    </a:cubicBezTo>
                    <a:cubicBezTo>
                      <a:pt x="1262696" y="209367"/>
                      <a:pt x="1293826" y="189554"/>
                      <a:pt x="1326204" y="169742"/>
                    </a:cubicBezTo>
                    <a:cubicBezTo>
                      <a:pt x="1358580" y="148691"/>
                      <a:pt x="1393446" y="126401"/>
                      <a:pt x="1460690" y="126401"/>
                    </a:cubicBezTo>
                    <a:cubicBezTo>
                      <a:pt x="1529180" y="126401"/>
                      <a:pt x="1562802" y="148691"/>
                      <a:pt x="1595178" y="169742"/>
                    </a:cubicBezTo>
                    <a:cubicBezTo>
                      <a:pt x="1628800" y="189554"/>
                      <a:pt x="1659932" y="209367"/>
                      <a:pt x="1722194" y="209367"/>
                    </a:cubicBezTo>
                    <a:cubicBezTo>
                      <a:pt x="1785702" y="209367"/>
                      <a:pt x="1816832" y="189554"/>
                      <a:pt x="1849210" y="169742"/>
                    </a:cubicBezTo>
                    <a:cubicBezTo>
                      <a:pt x="1882832" y="148691"/>
                      <a:pt x="1916454" y="126401"/>
                      <a:pt x="1983696" y="126401"/>
                    </a:cubicBezTo>
                    <a:cubicBezTo>
                      <a:pt x="2052186" y="126401"/>
                      <a:pt x="2085808" y="148691"/>
                      <a:pt x="2119430" y="169742"/>
                    </a:cubicBezTo>
                    <a:cubicBezTo>
                      <a:pt x="2151806" y="189554"/>
                      <a:pt x="2182938" y="209367"/>
                      <a:pt x="2246446" y="209367"/>
                    </a:cubicBezTo>
                    <a:cubicBezTo>
                      <a:pt x="2308708" y="209367"/>
                      <a:pt x="2341084" y="189554"/>
                      <a:pt x="2373462" y="169742"/>
                    </a:cubicBezTo>
                    <a:cubicBezTo>
                      <a:pt x="2405838" y="148691"/>
                      <a:pt x="2440706" y="126401"/>
                      <a:pt x="2507948" y="126401"/>
                    </a:cubicBezTo>
                    <a:cubicBezTo>
                      <a:pt x="2576438" y="126401"/>
                      <a:pt x="2608814" y="148691"/>
                      <a:pt x="2642436" y="169742"/>
                    </a:cubicBezTo>
                    <a:cubicBezTo>
                      <a:pt x="2676058" y="189554"/>
                      <a:pt x="2705944" y="209367"/>
                      <a:pt x="2769452" y="209367"/>
                    </a:cubicBezTo>
                    <a:cubicBezTo>
                      <a:pt x="2832960" y="209367"/>
                      <a:pt x="2864092" y="189554"/>
                      <a:pt x="2896468" y="169742"/>
                    </a:cubicBezTo>
                    <a:cubicBezTo>
                      <a:pt x="2900204" y="167265"/>
                      <a:pt x="2902694" y="164788"/>
                      <a:pt x="2906430" y="162312"/>
                    </a:cubicBezTo>
                    <a:lnTo>
                      <a:pt x="2906430" y="104112"/>
                    </a:lnTo>
                    <a:cubicBezTo>
                      <a:pt x="2906430" y="75631"/>
                      <a:pt x="2892732" y="48389"/>
                      <a:pt x="2870318" y="32291"/>
                    </a:cubicBezTo>
                    <a:cubicBezTo>
                      <a:pt x="2854130" y="21146"/>
                      <a:pt x="2836696" y="14955"/>
                      <a:pt x="2818016" y="14955"/>
                    </a:cubicBezTo>
                    <a:close/>
                    <a:moveTo>
                      <a:pt x="103358" y="0"/>
                    </a:moveTo>
                    <a:lnTo>
                      <a:pt x="2818022" y="0"/>
                    </a:lnTo>
                    <a:cubicBezTo>
                      <a:pt x="2840438" y="0"/>
                      <a:pt x="2861606" y="7436"/>
                      <a:pt x="2879040" y="19829"/>
                    </a:cubicBezTo>
                    <a:cubicBezTo>
                      <a:pt x="2905190" y="39659"/>
                      <a:pt x="2921380" y="70643"/>
                      <a:pt x="2921380" y="104105"/>
                    </a:cubicBezTo>
                    <a:lnTo>
                      <a:pt x="2921380" y="167311"/>
                    </a:lnTo>
                    <a:cubicBezTo>
                      <a:pt x="2921380" y="169790"/>
                      <a:pt x="2920134" y="171029"/>
                      <a:pt x="2917644" y="173508"/>
                    </a:cubicBezTo>
                    <a:cubicBezTo>
                      <a:pt x="2913908" y="175987"/>
                      <a:pt x="2908926" y="179705"/>
                      <a:pt x="2905190" y="182183"/>
                    </a:cubicBezTo>
                    <a:cubicBezTo>
                      <a:pt x="2871568" y="203252"/>
                      <a:pt x="2836702" y="224321"/>
                      <a:pt x="2769458" y="224321"/>
                    </a:cubicBezTo>
                    <a:cubicBezTo>
                      <a:pt x="2702214" y="224321"/>
                      <a:pt x="2667346" y="203252"/>
                      <a:pt x="2634970" y="182183"/>
                    </a:cubicBezTo>
                    <a:cubicBezTo>
                      <a:pt x="2601348" y="161115"/>
                      <a:pt x="2571462" y="141285"/>
                      <a:pt x="2507952" y="141285"/>
                    </a:cubicBezTo>
                    <a:cubicBezTo>
                      <a:pt x="2444444" y="141285"/>
                      <a:pt x="2413314" y="161115"/>
                      <a:pt x="2380936" y="182183"/>
                    </a:cubicBezTo>
                    <a:cubicBezTo>
                      <a:pt x="2348560" y="203252"/>
                      <a:pt x="2313692" y="224321"/>
                      <a:pt x="2246448" y="224321"/>
                    </a:cubicBezTo>
                    <a:cubicBezTo>
                      <a:pt x="2177960" y="224321"/>
                      <a:pt x="2144338" y="203252"/>
                      <a:pt x="2111960" y="182183"/>
                    </a:cubicBezTo>
                    <a:cubicBezTo>
                      <a:pt x="2078338" y="161115"/>
                      <a:pt x="2047208" y="141285"/>
                      <a:pt x="1983698" y="141285"/>
                    </a:cubicBezTo>
                    <a:cubicBezTo>
                      <a:pt x="1921436" y="141285"/>
                      <a:pt x="1890304" y="161115"/>
                      <a:pt x="1857928" y="182183"/>
                    </a:cubicBezTo>
                    <a:cubicBezTo>
                      <a:pt x="1824306" y="203252"/>
                      <a:pt x="1789438" y="224321"/>
                      <a:pt x="1722194" y="224321"/>
                    </a:cubicBezTo>
                    <a:cubicBezTo>
                      <a:pt x="1654950" y="224321"/>
                      <a:pt x="1621328" y="203252"/>
                      <a:pt x="1587706" y="182183"/>
                    </a:cubicBezTo>
                    <a:cubicBezTo>
                      <a:pt x="1555330" y="161115"/>
                      <a:pt x="1524198" y="141285"/>
                      <a:pt x="1460690" y="141285"/>
                    </a:cubicBezTo>
                    <a:cubicBezTo>
                      <a:pt x="1398428" y="141285"/>
                      <a:pt x="1366050" y="161115"/>
                      <a:pt x="1333674" y="182183"/>
                    </a:cubicBezTo>
                    <a:cubicBezTo>
                      <a:pt x="1301296" y="203252"/>
                      <a:pt x="1266430" y="224321"/>
                      <a:pt x="1199186" y="224321"/>
                    </a:cubicBezTo>
                    <a:cubicBezTo>
                      <a:pt x="1130696" y="224321"/>
                      <a:pt x="1098320" y="203252"/>
                      <a:pt x="1064698" y="182183"/>
                    </a:cubicBezTo>
                    <a:cubicBezTo>
                      <a:pt x="1031076" y="161115"/>
                      <a:pt x="1001190" y="141285"/>
                      <a:pt x="937682" y="141285"/>
                    </a:cubicBezTo>
                    <a:cubicBezTo>
                      <a:pt x="874172" y="141285"/>
                      <a:pt x="843042" y="161115"/>
                      <a:pt x="810664" y="182183"/>
                    </a:cubicBezTo>
                    <a:cubicBezTo>
                      <a:pt x="778288" y="203252"/>
                      <a:pt x="743420" y="224321"/>
                      <a:pt x="676176" y="224321"/>
                    </a:cubicBezTo>
                    <a:cubicBezTo>
                      <a:pt x="607688" y="224321"/>
                      <a:pt x="574066" y="203252"/>
                      <a:pt x="540444" y="182183"/>
                    </a:cubicBezTo>
                    <a:cubicBezTo>
                      <a:pt x="508066" y="161115"/>
                      <a:pt x="476936" y="141285"/>
                      <a:pt x="413428" y="141285"/>
                    </a:cubicBezTo>
                    <a:cubicBezTo>
                      <a:pt x="349918" y="141285"/>
                      <a:pt x="320032" y="161115"/>
                      <a:pt x="287656" y="182183"/>
                    </a:cubicBezTo>
                    <a:cubicBezTo>
                      <a:pt x="254034" y="203252"/>
                      <a:pt x="219166" y="224321"/>
                      <a:pt x="153168" y="224321"/>
                    </a:cubicBezTo>
                    <a:cubicBezTo>
                      <a:pt x="84678" y="224321"/>
                      <a:pt x="49812" y="203252"/>
                      <a:pt x="17434" y="182183"/>
                    </a:cubicBezTo>
                    <a:cubicBezTo>
                      <a:pt x="13698" y="179705"/>
                      <a:pt x="8718" y="175987"/>
                      <a:pt x="3736" y="173508"/>
                    </a:cubicBezTo>
                    <a:cubicBezTo>
                      <a:pt x="1246" y="171029"/>
                      <a:pt x="0" y="169790"/>
                      <a:pt x="0" y="167311"/>
                    </a:cubicBezTo>
                    <a:lnTo>
                      <a:pt x="0" y="104105"/>
                    </a:lnTo>
                    <a:cubicBezTo>
                      <a:pt x="0" y="75600"/>
                      <a:pt x="11208" y="49574"/>
                      <a:pt x="31132" y="29744"/>
                    </a:cubicBezTo>
                    <a:cubicBezTo>
                      <a:pt x="49812" y="11154"/>
                      <a:pt x="75962" y="0"/>
                      <a:pt x="1033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2234FF52-FAB4-7048-A54E-54660A29D4A6}"/>
                  </a:ext>
                </a:extLst>
              </p:cNvPr>
              <p:cNvSpPr/>
              <p:nvPr/>
            </p:nvSpPr>
            <p:spPr>
              <a:xfrm>
                <a:off x="19643644" y="10816024"/>
                <a:ext cx="2906429" cy="2093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34" h="169">
                    <a:moveTo>
                      <a:pt x="326" y="102"/>
                    </a:moveTo>
                    <a:cubicBezTo>
                      <a:pt x="431" y="102"/>
                      <a:pt x="431" y="169"/>
                      <a:pt x="537" y="169"/>
                    </a:cubicBezTo>
                    <a:cubicBezTo>
                      <a:pt x="642" y="169"/>
                      <a:pt x="642" y="102"/>
                      <a:pt x="747" y="102"/>
                    </a:cubicBezTo>
                    <a:cubicBezTo>
                      <a:pt x="852" y="102"/>
                      <a:pt x="852" y="169"/>
                      <a:pt x="957" y="169"/>
                    </a:cubicBezTo>
                    <a:cubicBezTo>
                      <a:pt x="1062" y="169"/>
                      <a:pt x="1062" y="102"/>
                      <a:pt x="1167" y="102"/>
                    </a:cubicBezTo>
                    <a:cubicBezTo>
                      <a:pt x="1272" y="102"/>
                      <a:pt x="1272" y="169"/>
                      <a:pt x="1377" y="169"/>
                    </a:cubicBezTo>
                    <a:cubicBezTo>
                      <a:pt x="1482" y="169"/>
                      <a:pt x="1482" y="102"/>
                      <a:pt x="1587" y="102"/>
                    </a:cubicBezTo>
                    <a:cubicBezTo>
                      <a:pt x="1692" y="102"/>
                      <a:pt x="1692" y="169"/>
                      <a:pt x="1798" y="169"/>
                    </a:cubicBezTo>
                    <a:cubicBezTo>
                      <a:pt x="1903" y="169"/>
                      <a:pt x="1903" y="102"/>
                      <a:pt x="2008" y="102"/>
                    </a:cubicBezTo>
                    <a:cubicBezTo>
                      <a:pt x="2113" y="102"/>
                      <a:pt x="2113" y="169"/>
                      <a:pt x="2218" y="169"/>
                    </a:cubicBezTo>
                    <a:cubicBezTo>
                      <a:pt x="2278" y="169"/>
                      <a:pt x="2303" y="147"/>
                      <a:pt x="2334" y="129"/>
                    </a:cubicBezTo>
                    <a:lnTo>
                      <a:pt x="2334" y="78"/>
                    </a:lnTo>
                    <a:cubicBezTo>
                      <a:pt x="2334" y="52"/>
                      <a:pt x="2322" y="29"/>
                      <a:pt x="2302" y="15"/>
                    </a:cubicBezTo>
                    <a:cubicBezTo>
                      <a:pt x="2289" y="6"/>
                      <a:pt x="2274" y="0"/>
                      <a:pt x="2257" y="0"/>
                    </a:cubicBezTo>
                    <a:lnTo>
                      <a:pt x="77" y="0"/>
                    </a:lnTo>
                    <a:cubicBezTo>
                      <a:pt x="56" y="0"/>
                      <a:pt x="37" y="9"/>
                      <a:pt x="23" y="23"/>
                    </a:cubicBezTo>
                    <a:cubicBezTo>
                      <a:pt x="9" y="37"/>
                      <a:pt x="0" y="56"/>
                      <a:pt x="0" y="78"/>
                    </a:cubicBezTo>
                    <a:lnTo>
                      <a:pt x="0" y="129"/>
                    </a:lnTo>
                    <a:cubicBezTo>
                      <a:pt x="31" y="147"/>
                      <a:pt x="57" y="169"/>
                      <a:pt x="117" y="169"/>
                    </a:cubicBezTo>
                    <a:cubicBezTo>
                      <a:pt x="221" y="169"/>
                      <a:pt x="221" y="102"/>
                      <a:pt x="326" y="102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BC553DB4-6BDC-D34B-8207-AA0E7025B7B0}"/>
                  </a:ext>
                </a:extLst>
              </p:cNvPr>
              <p:cNvSpPr/>
              <p:nvPr/>
            </p:nvSpPr>
            <p:spPr>
              <a:xfrm>
                <a:off x="20386136" y="9756729"/>
                <a:ext cx="403637" cy="5558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5" h="447">
                    <a:moveTo>
                      <a:pt x="262" y="227"/>
                    </a:moveTo>
                    <a:cubicBezTo>
                      <a:pt x="337" y="108"/>
                      <a:pt x="338" y="34"/>
                      <a:pt x="297" y="8"/>
                    </a:cubicBezTo>
                    <a:cubicBezTo>
                      <a:pt x="256" y="-18"/>
                      <a:pt x="189" y="15"/>
                      <a:pt x="114" y="133"/>
                    </a:cubicBezTo>
                    <a:cubicBezTo>
                      <a:pt x="39" y="251"/>
                      <a:pt x="-17" y="422"/>
                      <a:pt x="4" y="444"/>
                    </a:cubicBezTo>
                    <a:cubicBezTo>
                      <a:pt x="26" y="465"/>
                      <a:pt x="187" y="345"/>
                      <a:pt x="262" y="22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5" name="Freeform 494">
                <a:extLst>
                  <a:ext uri="{FF2B5EF4-FFF2-40B4-BE49-F238E27FC236}">
                    <a16:creationId xmlns:a16="http://schemas.microsoft.com/office/drawing/2014/main" id="{DF78874A-34B8-F847-A62C-1393D07638F1}"/>
                  </a:ext>
                </a:extLst>
              </p:cNvPr>
              <p:cNvSpPr/>
              <p:nvPr/>
            </p:nvSpPr>
            <p:spPr>
              <a:xfrm>
                <a:off x="20378174" y="9749860"/>
                <a:ext cx="417479" cy="568919"/>
              </a:xfrm>
              <a:custGeom>
                <a:avLst/>
                <a:gdLst>
                  <a:gd name="connsiteX0" fmla="*/ 339550 w 417479"/>
                  <a:gd name="connsiteY0" fmla="*/ 14347 h 568919"/>
                  <a:gd name="connsiteX1" fmla="*/ 282426 w 417479"/>
                  <a:gd name="connsiteY1" fmla="*/ 34241 h 568919"/>
                  <a:gd name="connsiteX2" fmla="*/ 155764 w 417479"/>
                  <a:gd name="connsiteY2" fmla="*/ 175983 h 568919"/>
                  <a:gd name="connsiteX3" fmla="*/ 19166 w 417479"/>
                  <a:gd name="connsiteY3" fmla="*/ 553964 h 568919"/>
                  <a:gd name="connsiteX4" fmla="*/ 24132 w 417479"/>
                  <a:gd name="connsiteY4" fmla="*/ 553964 h 568919"/>
                  <a:gd name="connsiteX5" fmla="*/ 327132 w 417479"/>
                  <a:gd name="connsiteY5" fmla="*/ 284156 h 568919"/>
                  <a:gd name="connsiteX6" fmla="*/ 371836 w 417479"/>
                  <a:gd name="connsiteY6" fmla="*/ 23050 h 568919"/>
                  <a:gd name="connsiteX7" fmla="*/ 339550 w 417479"/>
                  <a:gd name="connsiteY7" fmla="*/ 14347 h 568919"/>
                  <a:gd name="connsiteX8" fmla="*/ 339424 w 417479"/>
                  <a:gd name="connsiteY8" fmla="*/ 13 h 568919"/>
                  <a:gd name="connsiteX9" fmla="*/ 380568 w 417479"/>
                  <a:gd name="connsiteY9" fmla="*/ 11827 h 568919"/>
                  <a:gd name="connsiteX10" fmla="*/ 339578 w 417479"/>
                  <a:gd name="connsiteY10" fmla="*/ 292860 h 568919"/>
                  <a:gd name="connsiteX11" fmla="*/ 26574 w 417479"/>
                  <a:gd name="connsiteY11" fmla="*/ 568919 h 568919"/>
                  <a:gd name="connsiteX12" fmla="*/ 22848 w 417479"/>
                  <a:gd name="connsiteY12" fmla="*/ 568919 h 568919"/>
                  <a:gd name="connsiteX13" fmla="*/ 7942 w 417479"/>
                  <a:gd name="connsiteY13" fmla="*/ 563945 h 568919"/>
                  <a:gd name="connsiteX14" fmla="*/ 143330 w 417479"/>
                  <a:gd name="connsiteY14" fmla="*/ 168509 h 568919"/>
                  <a:gd name="connsiteX15" fmla="*/ 274990 w 417479"/>
                  <a:gd name="connsiteY15" fmla="*/ 21775 h 568919"/>
                  <a:gd name="connsiteX16" fmla="*/ 339424 w 417479"/>
                  <a:gd name="connsiteY16" fmla="*/ 13 h 568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17479" h="568919">
                    <a:moveTo>
                      <a:pt x="339550" y="14347"/>
                    </a:moveTo>
                    <a:cubicBezTo>
                      <a:pt x="323406" y="14347"/>
                      <a:pt x="303538" y="20564"/>
                      <a:pt x="282426" y="34241"/>
                    </a:cubicBezTo>
                    <a:cubicBezTo>
                      <a:pt x="242690" y="59108"/>
                      <a:pt x="199226" y="108842"/>
                      <a:pt x="155764" y="175983"/>
                    </a:cubicBezTo>
                    <a:cubicBezTo>
                      <a:pt x="57662" y="332646"/>
                      <a:pt x="-704" y="534070"/>
                      <a:pt x="19166" y="553964"/>
                    </a:cubicBezTo>
                    <a:cubicBezTo>
                      <a:pt x="19166" y="553964"/>
                      <a:pt x="20408" y="553964"/>
                      <a:pt x="24132" y="553964"/>
                    </a:cubicBezTo>
                    <a:cubicBezTo>
                      <a:pt x="71320" y="548991"/>
                      <a:pt x="241448" y="420925"/>
                      <a:pt x="327132" y="284156"/>
                    </a:cubicBezTo>
                    <a:cubicBezTo>
                      <a:pt x="407848" y="156090"/>
                      <a:pt x="425234" y="56621"/>
                      <a:pt x="371836" y="23050"/>
                    </a:cubicBezTo>
                    <a:cubicBezTo>
                      <a:pt x="363144" y="18077"/>
                      <a:pt x="351968" y="14347"/>
                      <a:pt x="339550" y="14347"/>
                    </a:cubicBezTo>
                    <a:close/>
                    <a:moveTo>
                      <a:pt x="339424" y="13"/>
                    </a:moveTo>
                    <a:cubicBezTo>
                      <a:pt x="356968" y="-297"/>
                      <a:pt x="370630" y="4988"/>
                      <a:pt x="380568" y="11827"/>
                    </a:cubicBezTo>
                    <a:cubicBezTo>
                      <a:pt x="441430" y="50376"/>
                      <a:pt x="426524" y="154831"/>
                      <a:pt x="339578" y="292860"/>
                    </a:cubicBezTo>
                    <a:cubicBezTo>
                      <a:pt x="255118" y="425916"/>
                      <a:pt x="82468" y="562701"/>
                      <a:pt x="26574" y="568919"/>
                    </a:cubicBezTo>
                    <a:cubicBezTo>
                      <a:pt x="25332" y="568919"/>
                      <a:pt x="24090" y="568919"/>
                      <a:pt x="22848" y="568919"/>
                    </a:cubicBezTo>
                    <a:cubicBezTo>
                      <a:pt x="16638" y="568919"/>
                      <a:pt x="10426" y="567676"/>
                      <a:pt x="7942" y="563945"/>
                    </a:cubicBezTo>
                    <a:cubicBezTo>
                      <a:pt x="-26836" y="530370"/>
                      <a:pt x="58868" y="302808"/>
                      <a:pt x="143330" y="168509"/>
                    </a:cubicBezTo>
                    <a:cubicBezTo>
                      <a:pt x="188044" y="98873"/>
                      <a:pt x="231518" y="49132"/>
                      <a:pt x="274990" y="21775"/>
                    </a:cubicBezTo>
                    <a:cubicBezTo>
                      <a:pt x="300454" y="6231"/>
                      <a:pt x="321880" y="324"/>
                      <a:pt x="339424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BA24D985-F232-F64F-B842-306C55648A3B}"/>
                  </a:ext>
                </a:extLst>
              </p:cNvPr>
              <p:cNvSpPr/>
              <p:nvPr/>
            </p:nvSpPr>
            <p:spPr>
              <a:xfrm>
                <a:off x="20140718" y="9395323"/>
                <a:ext cx="249158" cy="508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1" h="409">
                    <a:moveTo>
                      <a:pt x="145" y="127"/>
                    </a:moveTo>
                    <a:cubicBezTo>
                      <a:pt x="191" y="238"/>
                      <a:pt x="215" y="399"/>
                      <a:pt x="193" y="409"/>
                    </a:cubicBezTo>
                    <a:cubicBezTo>
                      <a:pt x="171" y="418"/>
                      <a:pt x="75" y="286"/>
                      <a:pt x="29" y="174"/>
                    </a:cubicBezTo>
                    <a:cubicBezTo>
                      <a:pt x="-16" y="62"/>
                      <a:pt x="-2" y="14"/>
                      <a:pt x="26" y="3"/>
                    </a:cubicBezTo>
                    <a:cubicBezTo>
                      <a:pt x="56" y="-9"/>
                      <a:pt x="99" y="14"/>
                      <a:pt x="145" y="12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6" name="Freeform 495">
                <a:extLst>
                  <a:ext uri="{FF2B5EF4-FFF2-40B4-BE49-F238E27FC236}">
                    <a16:creationId xmlns:a16="http://schemas.microsoft.com/office/drawing/2014/main" id="{03262D47-30AB-CE4C-9B94-599318BCA121}"/>
                  </a:ext>
                </a:extLst>
              </p:cNvPr>
              <p:cNvSpPr/>
              <p:nvPr/>
            </p:nvSpPr>
            <p:spPr>
              <a:xfrm>
                <a:off x="20132934" y="9387645"/>
                <a:ext cx="265120" cy="523617"/>
              </a:xfrm>
              <a:custGeom>
                <a:avLst/>
                <a:gdLst>
                  <a:gd name="connsiteX0" fmla="*/ 58632 w 265120"/>
                  <a:gd name="connsiteY0" fmla="*/ 15155 h 523617"/>
                  <a:gd name="connsiteX1" fmla="*/ 43762 w 265120"/>
                  <a:gd name="connsiteY1" fmla="*/ 17641 h 523617"/>
                  <a:gd name="connsiteX2" fmla="*/ 15258 w 265120"/>
                  <a:gd name="connsiteY2" fmla="*/ 71094 h 523617"/>
                  <a:gd name="connsiteX3" fmla="*/ 52436 w 265120"/>
                  <a:gd name="connsiteY3" fmla="*/ 221507 h 523617"/>
                  <a:gd name="connsiteX4" fmla="*/ 244518 w 265120"/>
                  <a:gd name="connsiteY4" fmla="*/ 507416 h 523617"/>
                  <a:gd name="connsiteX5" fmla="*/ 180078 w 265120"/>
                  <a:gd name="connsiteY5" fmla="*/ 168054 h 523617"/>
                  <a:gd name="connsiteX6" fmla="*/ 100766 w 265120"/>
                  <a:gd name="connsiteY6" fmla="*/ 36287 h 523617"/>
                  <a:gd name="connsiteX7" fmla="*/ 58632 w 265120"/>
                  <a:gd name="connsiteY7" fmla="*/ 15155 h 523617"/>
                  <a:gd name="connsiteX8" fmla="*/ 68664 w 265120"/>
                  <a:gd name="connsiteY8" fmla="*/ 978 h 523617"/>
                  <a:gd name="connsiteX9" fmla="*/ 111908 w 265120"/>
                  <a:gd name="connsiteY9" fmla="*/ 25066 h 523617"/>
                  <a:gd name="connsiteX10" fmla="*/ 193746 w 265120"/>
                  <a:gd name="connsiteY10" fmla="*/ 163069 h 523617"/>
                  <a:gd name="connsiteX11" fmla="*/ 249544 w 265120"/>
                  <a:gd name="connsiteY11" fmla="*/ 522374 h 523617"/>
                  <a:gd name="connsiteX12" fmla="*/ 244584 w 265120"/>
                  <a:gd name="connsiteY12" fmla="*/ 523617 h 523617"/>
                  <a:gd name="connsiteX13" fmla="*/ 37510 w 265120"/>
                  <a:gd name="connsiteY13" fmla="*/ 226476 h 523617"/>
                  <a:gd name="connsiteX14" fmla="*/ 310 w 265120"/>
                  <a:gd name="connsiteY14" fmla="*/ 71067 h 523617"/>
                  <a:gd name="connsiteX15" fmla="*/ 37510 w 265120"/>
                  <a:gd name="connsiteY15" fmla="*/ 3931 h 523617"/>
                  <a:gd name="connsiteX16" fmla="*/ 68664 w 265120"/>
                  <a:gd name="connsiteY16" fmla="*/ 978 h 5236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65120" h="523617">
                    <a:moveTo>
                      <a:pt x="58632" y="15155"/>
                    </a:moveTo>
                    <a:cubicBezTo>
                      <a:pt x="53676" y="15155"/>
                      <a:pt x="48718" y="16398"/>
                      <a:pt x="43762" y="17641"/>
                    </a:cubicBezTo>
                    <a:cubicBezTo>
                      <a:pt x="26412" y="25100"/>
                      <a:pt x="16498" y="43746"/>
                      <a:pt x="15258" y="71094"/>
                    </a:cubicBezTo>
                    <a:cubicBezTo>
                      <a:pt x="12780" y="108386"/>
                      <a:pt x="25172" y="158110"/>
                      <a:pt x="52436" y="221507"/>
                    </a:cubicBezTo>
                    <a:cubicBezTo>
                      <a:pt x="110680" y="366948"/>
                      <a:pt x="223450" y="513631"/>
                      <a:pt x="244518" y="507416"/>
                    </a:cubicBezTo>
                    <a:cubicBezTo>
                      <a:pt x="263106" y="497471"/>
                      <a:pt x="239560" y="313495"/>
                      <a:pt x="180078" y="168054"/>
                    </a:cubicBezTo>
                    <a:cubicBezTo>
                      <a:pt x="154054" y="104657"/>
                      <a:pt x="128030" y="61149"/>
                      <a:pt x="100766" y="36287"/>
                    </a:cubicBezTo>
                    <a:cubicBezTo>
                      <a:pt x="85896" y="22613"/>
                      <a:pt x="72264" y="15155"/>
                      <a:pt x="58632" y="15155"/>
                    </a:cubicBezTo>
                    <a:close/>
                    <a:moveTo>
                      <a:pt x="68664" y="978"/>
                    </a:moveTo>
                    <a:cubicBezTo>
                      <a:pt x="81218" y="3309"/>
                      <a:pt x="95788" y="10147"/>
                      <a:pt x="111908" y="25066"/>
                    </a:cubicBezTo>
                    <a:cubicBezTo>
                      <a:pt x="139186" y="51175"/>
                      <a:pt x="167706" y="97176"/>
                      <a:pt x="193746" y="163069"/>
                    </a:cubicBezTo>
                    <a:cubicBezTo>
                      <a:pt x="243344" y="282423"/>
                      <a:pt x="290464" y="504968"/>
                      <a:pt x="249544" y="522374"/>
                    </a:cubicBezTo>
                    <a:cubicBezTo>
                      <a:pt x="248304" y="523617"/>
                      <a:pt x="247064" y="523617"/>
                      <a:pt x="244584" y="523617"/>
                    </a:cubicBezTo>
                    <a:cubicBezTo>
                      <a:pt x="199946" y="523617"/>
                      <a:pt x="84628" y="342100"/>
                      <a:pt x="37510" y="226476"/>
                    </a:cubicBezTo>
                    <a:cubicBezTo>
                      <a:pt x="10230" y="161826"/>
                      <a:pt x="-2170" y="109609"/>
                      <a:pt x="310" y="71067"/>
                    </a:cubicBezTo>
                    <a:cubicBezTo>
                      <a:pt x="2790" y="27553"/>
                      <a:pt x="21390" y="10147"/>
                      <a:pt x="37510" y="3931"/>
                    </a:cubicBezTo>
                    <a:cubicBezTo>
                      <a:pt x="45570" y="823"/>
                      <a:pt x="56108" y="-1353"/>
                      <a:pt x="68664" y="97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C68FFC64-CDD4-414D-9880-14D4FF1D59EF}"/>
                  </a:ext>
                </a:extLst>
              </p:cNvPr>
              <p:cNvSpPr/>
              <p:nvPr/>
            </p:nvSpPr>
            <p:spPr>
              <a:xfrm>
                <a:off x="20021122" y="10138076"/>
                <a:ext cx="239192" cy="1732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93" h="140">
                    <a:moveTo>
                      <a:pt x="87" y="21"/>
                    </a:moveTo>
                    <a:cubicBezTo>
                      <a:pt x="131" y="50"/>
                      <a:pt x="202" y="119"/>
                      <a:pt x="191" y="136"/>
                    </a:cubicBezTo>
                    <a:cubicBezTo>
                      <a:pt x="180" y="152"/>
                      <a:pt x="87" y="115"/>
                      <a:pt x="45" y="86"/>
                    </a:cubicBezTo>
                    <a:cubicBezTo>
                      <a:pt x="1" y="58"/>
                      <a:pt x="-7" y="30"/>
                      <a:pt x="4" y="13"/>
                    </a:cubicBezTo>
                    <a:cubicBezTo>
                      <a:pt x="15" y="-4"/>
                      <a:pt x="45" y="-8"/>
                      <a:pt x="87" y="2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7" name="Freeform 496">
                <a:extLst>
                  <a:ext uri="{FF2B5EF4-FFF2-40B4-BE49-F238E27FC236}">
                    <a16:creationId xmlns:a16="http://schemas.microsoft.com/office/drawing/2014/main" id="{2650A59E-7C11-FF49-8F80-23248D227F00}"/>
                  </a:ext>
                </a:extLst>
              </p:cNvPr>
              <p:cNvSpPr/>
              <p:nvPr/>
            </p:nvSpPr>
            <p:spPr>
              <a:xfrm>
                <a:off x="20013037" y="10130280"/>
                <a:ext cx="253414" cy="188499"/>
              </a:xfrm>
              <a:custGeom>
                <a:avLst/>
                <a:gdLst>
                  <a:gd name="connsiteX0" fmla="*/ 46531 w 253414"/>
                  <a:gd name="connsiteY0" fmla="*/ 15273 h 188499"/>
                  <a:gd name="connsiteX1" fmla="*/ 19277 w 253414"/>
                  <a:gd name="connsiteY1" fmla="*/ 27638 h 188499"/>
                  <a:gd name="connsiteX2" fmla="*/ 67593 w 253414"/>
                  <a:gd name="connsiteY2" fmla="*/ 108010 h 188499"/>
                  <a:gd name="connsiteX3" fmla="*/ 237319 w 253414"/>
                  <a:gd name="connsiteY3" fmla="*/ 171071 h 188499"/>
                  <a:gd name="connsiteX4" fmla="*/ 113431 w 253414"/>
                  <a:gd name="connsiteY4" fmla="*/ 40003 h 188499"/>
                  <a:gd name="connsiteX5" fmla="*/ 46531 w 253414"/>
                  <a:gd name="connsiteY5" fmla="*/ 15273 h 188499"/>
                  <a:gd name="connsiteX6" fmla="*/ 45705 w 253414"/>
                  <a:gd name="connsiteY6" fmla="*/ 9 h 188499"/>
                  <a:gd name="connsiteX7" fmla="*/ 120861 w 253414"/>
                  <a:gd name="connsiteY7" fmla="*/ 27555 h 188499"/>
                  <a:gd name="connsiteX8" fmla="*/ 251027 w 253414"/>
                  <a:gd name="connsiteY8" fmla="*/ 179833 h 188499"/>
                  <a:gd name="connsiteX9" fmla="*/ 228713 w 253414"/>
                  <a:gd name="connsiteY9" fmla="*/ 188499 h 188499"/>
                  <a:gd name="connsiteX10" fmla="*/ 58877 w 253414"/>
                  <a:gd name="connsiteY10" fmla="*/ 120407 h 188499"/>
                  <a:gd name="connsiteX11" fmla="*/ 6809 w 253414"/>
                  <a:gd name="connsiteY11" fmla="*/ 18888 h 188499"/>
                  <a:gd name="connsiteX12" fmla="*/ 45705 w 253414"/>
                  <a:gd name="connsiteY12" fmla="*/ 9 h 1884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53414" h="188499">
                    <a:moveTo>
                      <a:pt x="46531" y="15273"/>
                    </a:moveTo>
                    <a:cubicBezTo>
                      <a:pt x="34143" y="15273"/>
                      <a:pt x="24233" y="20219"/>
                      <a:pt x="19277" y="27638"/>
                    </a:cubicBezTo>
                    <a:cubicBezTo>
                      <a:pt x="8127" y="44949"/>
                      <a:pt x="19277" y="75861"/>
                      <a:pt x="67593" y="108010"/>
                    </a:cubicBezTo>
                    <a:cubicBezTo>
                      <a:pt x="132013" y="151287"/>
                      <a:pt x="231123" y="182199"/>
                      <a:pt x="237319" y="171071"/>
                    </a:cubicBezTo>
                    <a:cubicBezTo>
                      <a:pt x="244751" y="161179"/>
                      <a:pt x="177853" y="83280"/>
                      <a:pt x="113431" y="40003"/>
                    </a:cubicBezTo>
                    <a:cubicBezTo>
                      <a:pt x="84937" y="22692"/>
                      <a:pt x="63877" y="15273"/>
                      <a:pt x="46531" y="15273"/>
                    </a:cubicBezTo>
                    <a:close/>
                    <a:moveTo>
                      <a:pt x="45705" y="9"/>
                    </a:moveTo>
                    <a:cubicBezTo>
                      <a:pt x="64765" y="-301"/>
                      <a:pt x="89869" y="7128"/>
                      <a:pt x="120861" y="27555"/>
                    </a:cubicBezTo>
                    <a:cubicBezTo>
                      <a:pt x="161771" y="54791"/>
                      <a:pt x="270863" y="150120"/>
                      <a:pt x="251027" y="179833"/>
                    </a:cubicBezTo>
                    <a:cubicBezTo>
                      <a:pt x="247309" y="186023"/>
                      <a:pt x="239871" y="188499"/>
                      <a:pt x="228713" y="188499"/>
                    </a:cubicBezTo>
                    <a:cubicBezTo>
                      <a:pt x="185325" y="188499"/>
                      <a:pt x="93587" y="142692"/>
                      <a:pt x="58877" y="120407"/>
                    </a:cubicBezTo>
                    <a:cubicBezTo>
                      <a:pt x="-1869" y="79552"/>
                      <a:pt x="-8067" y="39935"/>
                      <a:pt x="6809" y="18888"/>
                    </a:cubicBezTo>
                    <a:cubicBezTo>
                      <a:pt x="13627" y="8365"/>
                      <a:pt x="26645" y="318"/>
                      <a:pt x="45705" y="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45CD1FEF-4B73-3549-97AD-F28CED353E6D}"/>
                  </a:ext>
                </a:extLst>
              </p:cNvPr>
              <p:cNvSpPr/>
              <p:nvPr/>
            </p:nvSpPr>
            <p:spPr>
              <a:xfrm>
                <a:off x="20175600" y="9614656"/>
                <a:ext cx="318923" cy="6991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7" h="562">
                    <a:moveTo>
                      <a:pt x="124" y="562"/>
                    </a:moveTo>
                    <a:cubicBezTo>
                      <a:pt x="121" y="562"/>
                      <a:pt x="119" y="560"/>
                      <a:pt x="118" y="556"/>
                    </a:cubicBezTo>
                    <a:cubicBezTo>
                      <a:pt x="92" y="365"/>
                      <a:pt x="3" y="287"/>
                      <a:pt x="1" y="286"/>
                    </a:cubicBezTo>
                    <a:cubicBezTo>
                      <a:pt x="0" y="284"/>
                      <a:pt x="0" y="280"/>
                      <a:pt x="1" y="278"/>
                    </a:cubicBezTo>
                    <a:cubicBezTo>
                      <a:pt x="3" y="275"/>
                      <a:pt x="7" y="275"/>
                      <a:pt x="9" y="277"/>
                    </a:cubicBezTo>
                    <a:cubicBezTo>
                      <a:pt x="13" y="280"/>
                      <a:pt x="88" y="346"/>
                      <a:pt x="122" y="504"/>
                    </a:cubicBezTo>
                    <a:cubicBezTo>
                      <a:pt x="130" y="406"/>
                      <a:pt x="157" y="183"/>
                      <a:pt x="245" y="4"/>
                    </a:cubicBezTo>
                    <a:cubicBezTo>
                      <a:pt x="247" y="1"/>
                      <a:pt x="250" y="-1"/>
                      <a:pt x="253" y="1"/>
                    </a:cubicBezTo>
                    <a:cubicBezTo>
                      <a:pt x="256" y="3"/>
                      <a:pt x="258" y="6"/>
                      <a:pt x="256" y="9"/>
                    </a:cubicBezTo>
                    <a:cubicBezTo>
                      <a:pt x="142" y="244"/>
                      <a:pt x="130" y="553"/>
                      <a:pt x="130" y="556"/>
                    </a:cubicBezTo>
                    <a:cubicBezTo>
                      <a:pt x="130" y="559"/>
                      <a:pt x="128" y="561"/>
                      <a:pt x="125" y="561"/>
                    </a:cubicBezTo>
                    <a:cubicBezTo>
                      <a:pt x="125" y="562"/>
                      <a:pt x="124" y="562"/>
                      <a:pt x="124" y="56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0" name="Freeform 329">
                <a:extLst>
                  <a:ext uri="{FF2B5EF4-FFF2-40B4-BE49-F238E27FC236}">
                    <a16:creationId xmlns:a16="http://schemas.microsoft.com/office/drawing/2014/main" id="{A43AAB8C-E55B-7B4D-8646-2D96D57CE8BE}"/>
                  </a:ext>
                </a:extLst>
              </p:cNvPr>
              <p:cNvSpPr/>
              <p:nvPr/>
            </p:nvSpPr>
            <p:spPr>
              <a:xfrm>
                <a:off x="19936408" y="9728066"/>
                <a:ext cx="254142" cy="3489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05" h="281">
                    <a:moveTo>
                      <a:pt x="205" y="169"/>
                    </a:moveTo>
                    <a:cubicBezTo>
                      <a:pt x="207" y="204"/>
                      <a:pt x="184" y="246"/>
                      <a:pt x="129" y="266"/>
                    </a:cubicBezTo>
                    <a:cubicBezTo>
                      <a:pt x="75" y="287"/>
                      <a:pt x="17" y="287"/>
                      <a:pt x="3" y="256"/>
                    </a:cubicBezTo>
                    <a:cubicBezTo>
                      <a:pt x="-10" y="228"/>
                      <a:pt x="23" y="192"/>
                      <a:pt x="64" y="166"/>
                    </a:cubicBezTo>
                    <a:cubicBezTo>
                      <a:pt x="70" y="162"/>
                      <a:pt x="27" y="12"/>
                      <a:pt x="70" y="1"/>
                    </a:cubicBezTo>
                    <a:cubicBezTo>
                      <a:pt x="126" y="-13"/>
                      <a:pt x="198" y="85"/>
                      <a:pt x="205" y="16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8" name="Freeform 497">
                <a:extLst>
                  <a:ext uri="{FF2B5EF4-FFF2-40B4-BE49-F238E27FC236}">
                    <a16:creationId xmlns:a16="http://schemas.microsoft.com/office/drawing/2014/main" id="{8CD1BA48-482E-2A46-A5D5-06EC57ADB6BF}"/>
                  </a:ext>
                </a:extLst>
              </p:cNvPr>
              <p:cNvSpPr/>
              <p:nvPr/>
            </p:nvSpPr>
            <p:spPr>
              <a:xfrm>
                <a:off x="19928493" y="9720321"/>
                <a:ext cx="269675" cy="364167"/>
              </a:xfrm>
              <a:custGeom>
                <a:avLst/>
                <a:gdLst>
                  <a:gd name="connsiteX0" fmla="*/ 108337 w 269675"/>
                  <a:gd name="connsiteY0" fmla="*/ 15223 h 364167"/>
                  <a:gd name="connsiteX1" fmla="*/ 95945 w 269675"/>
                  <a:gd name="connsiteY1" fmla="*/ 16465 h 364167"/>
                  <a:gd name="connsiteX2" fmla="*/ 89749 w 269675"/>
                  <a:gd name="connsiteY2" fmla="*/ 175387 h 364167"/>
                  <a:gd name="connsiteX3" fmla="*/ 90987 w 269675"/>
                  <a:gd name="connsiteY3" fmla="*/ 220083 h 364167"/>
                  <a:gd name="connsiteX4" fmla="*/ 17869 w 269675"/>
                  <a:gd name="connsiteY4" fmla="*/ 321893 h 364167"/>
                  <a:gd name="connsiteX5" fmla="*/ 165345 w 269675"/>
                  <a:gd name="connsiteY5" fmla="*/ 331825 h 364167"/>
                  <a:gd name="connsiteX6" fmla="*/ 253335 w 269675"/>
                  <a:gd name="connsiteY6" fmla="*/ 218842 h 364167"/>
                  <a:gd name="connsiteX7" fmla="*/ 156671 w 269675"/>
                  <a:gd name="connsiteY7" fmla="*/ 33847 h 364167"/>
                  <a:gd name="connsiteX8" fmla="*/ 108337 w 269675"/>
                  <a:gd name="connsiteY8" fmla="*/ 15223 h 364167"/>
                  <a:gd name="connsiteX9" fmla="*/ 92201 w 269675"/>
                  <a:gd name="connsiteY9" fmla="*/ 1510 h 364167"/>
                  <a:gd name="connsiteX10" fmla="*/ 165363 w 269675"/>
                  <a:gd name="connsiteY10" fmla="*/ 21382 h 364167"/>
                  <a:gd name="connsiteX11" fmla="*/ 269527 w 269675"/>
                  <a:gd name="connsiteY11" fmla="*/ 217614 h 364167"/>
                  <a:gd name="connsiteX12" fmla="*/ 171563 w 269675"/>
                  <a:gd name="connsiteY12" fmla="*/ 345537 h 364167"/>
                  <a:gd name="connsiteX13" fmla="*/ 79801 w 269675"/>
                  <a:gd name="connsiteY13" fmla="*/ 364167 h 364167"/>
                  <a:gd name="connsiteX14" fmla="*/ 4157 w 269675"/>
                  <a:gd name="connsiteY14" fmla="*/ 328150 h 364167"/>
                  <a:gd name="connsiteX15" fmla="*/ 79801 w 269675"/>
                  <a:gd name="connsiteY15" fmla="*/ 208920 h 364167"/>
                  <a:gd name="connsiteX16" fmla="*/ 76081 w 269675"/>
                  <a:gd name="connsiteY16" fmla="*/ 177871 h 364167"/>
                  <a:gd name="connsiteX17" fmla="*/ 92201 w 269675"/>
                  <a:gd name="connsiteY17" fmla="*/ 1510 h 364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69675" h="364167">
                    <a:moveTo>
                      <a:pt x="108337" y="15223"/>
                    </a:moveTo>
                    <a:cubicBezTo>
                      <a:pt x="103381" y="15223"/>
                      <a:pt x="99663" y="15223"/>
                      <a:pt x="95945" y="16465"/>
                    </a:cubicBezTo>
                    <a:cubicBezTo>
                      <a:pt x="63723" y="25156"/>
                      <a:pt x="82313" y="130690"/>
                      <a:pt x="89749" y="175387"/>
                    </a:cubicBezTo>
                    <a:cubicBezTo>
                      <a:pt x="95945" y="210151"/>
                      <a:pt x="97183" y="216359"/>
                      <a:pt x="90987" y="220083"/>
                    </a:cubicBezTo>
                    <a:cubicBezTo>
                      <a:pt x="46373" y="247398"/>
                      <a:pt x="4237" y="292095"/>
                      <a:pt x="17869" y="321893"/>
                    </a:cubicBezTo>
                    <a:cubicBezTo>
                      <a:pt x="32741" y="354174"/>
                      <a:pt x="95945" y="356657"/>
                      <a:pt x="165345" y="331825"/>
                    </a:cubicBezTo>
                    <a:cubicBezTo>
                      <a:pt x="229789" y="306994"/>
                      <a:pt x="257053" y="257331"/>
                      <a:pt x="253335" y="218842"/>
                    </a:cubicBezTo>
                    <a:cubicBezTo>
                      <a:pt x="248379" y="149313"/>
                      <a:pt x="206243" y="71094"/>
                      <a:pt x="156671" y="33847"/>
                    </a:cubicBezTo>
                    <a:cubicBezTo>
                      <a:pt x="143039" y="25156"/>
                      <a:pt x="126927" y="15223"/>
                      <a:pt x="108337" y="15223"/>
                    </a:cubicBezTo>
                    <a:close/>
                    <a:moveTo>
                      <a:pt x="92201" y="1510"/>
                    </a:moveTo>
                    <a:cubicBezTo>
                      <a:pt x="114521" y="-3458"/>
                      <a:pt x="140563" y="3994"/>
                      <a:pt x="165363" y="21382"/>
                    </a:cubicBezTo>
                    <a:cubicBezTo>
                      <a:pt x="218685" y="61125"/>
                      <a:pt x="263327" y="144337"/>
                      <a:pt x="269527" y="217614"/>
                    </a:cubicBezTo>
                    <a:cubicBezTo>
                      <a:pt x="272009" y="262325"/>
                      <a:pt x="243487" y="318214"/>
                      <a:pt x="171563" y="345537"/>
                    </a:cubicBezTo>
                    <a:cubicBezTo>
                      <a:pt x="140563" y="356715"/>
                      <a:pt x="108321" y="364167"/>
                      <a:pt x="79801" y="364167"/>
                    </a:cubicBezTo>
                    <a:cubicBezTo>
                      <a:pt x="45079" y="364167"/>
                      <a:pt x="15317" y="354231"/>
                      <a:pt x="4157" y="328150"/>
                    </a:cubicBezTo>
                    <a:cubicBezTo>
                      <a:pt x="-14443" y="288406"/>
                      <a:pt x="32679" y="239969"/>
                      <a:pt x="79801" y="208920"/>
                    </a:cubicBezTo>
                    <a:cubicBezTo>
                      <a:pt x="79801" y="203952"/>
                      <a:pt x="77321" y="190290"/>
                      <a:pt x="76081" y="177871"/>
                    </a:cubicBezTo>
                    <a:cubicBezTo>
                      <a:pt x="63679" y="112046"/>
                      <a:pt x="46319" y="12688"/>
                      <a:pt x="92201" y="15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3" name="Freeform 332">
                <a:extLst>
                  <a:ext uri="{FF2B5EF4-FFF2-40B4-BE49-F238E27FC236}">
                    <a16:creationId xmlns:a16="http://schemas.microsoft.com/office/drawing/2014/main" id="{17BA922A-BC8F-6C49-8B25-6CCDEA63A00E}"/>
                  </a:ext>
                </a:extLst>
              </p:cNvPr>
              <p:cNvSpPr/>
              <p:nvPr/>
            </p:nvSpPr>
            <p:spPr>
              <a:xfrm>
                <a:off x="20411052" y="9298117"/>
                <a:ext cx="338855" cy="32651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3" h="263">
                    <a:moveTo>
                      <a:pt x="74" y="259"/>
                    </a:moveTo>
                    <a:cubicBezTo>
                      <a:pt x="42" y="250"/>
                      <a:pt x="21" y="218"/>
                      <a:pt x="7" y="162"/>
                    </a:cubicBezTo>
                    <a:cubicBezTo>
                      <a:pt x="-14" y="82"/>
                      <a:pt x="18" y="-2"/>
                      <a:pt x="70" y="0"/>
                    </a:cubicBezTo>
                    <a:cubicBezTo>
                      <a:pt x="116" y="1"/>
                      <a:pt x="144" y="105"/>
                      <a:pt x="144" y="105"/>
                    </a:cubicBezTo>
                    <a:cubicBezTo>
                      <a:pt x="144" y="105"/>
                      <a:pt x="265" y="87"/>
                      <a:pt x="273" y="166"/>
                    </a:cubicBezTo>
                    <a:cubicBezTo>
                      <a:pt x="278" y="218"/>
                      <a:pt x="157" y="280"/>
                      <a:pt x="74" y="25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99" name="Freeform 498">
                <a:extLst>
                  <a:ext uri="{FF2B5EF4-FFF2-40B4-BE49-F238E27FC236}">
                    <a16:creationId xmlns:a16="http://schemas.microsoft.com/office/drawing/2014/main" id="{1B93A88C-E318-434F-9EAB-953281040EDA}"/>
                  </a:ext>
                </a:extLst>
              </p:cNvPr>
              <p:cNvSpPr/>
              <p:nvPr/>
            </p:nvSpPr>
            <p:spPr>
              <a:xfrm>
                <a:off x="20404111" y="9289393"/>
                <a:ext cx="353584" cy="342713"/>
              </a:xfrm>
              <a:custGeom>
                <a:avLst/>
                <a:gdLst>
                  <a:gd name="connsiteX0" fmla="*/ 93845 w 353584"/>
                  <a:gd name="connsiteY0" fmla="*/ 16201 h 342713"/>
                  <a:gd name="connsiteX1" fmla="*/ 46685 w 353584"/>
                  <a:gd name="connsiteY1" fmla="*/ 39785 h 342713"/>
                  <a:gd name="connsiteX2" fmla="*/ 21865 w 353584"/>
                  <a:gd name="connsiteY2" fmla="*/ 207355 h 342713"/>
                  <a:gd name="connsiteX3" fmla="*/ 102531 w 353584"/>
                  <a:gd name="connsiteY3" fmla="*/ 322793 h 342713"/>
                  <a:gd name="connsiteX4" fmla="*/ 307299 w 353584"/>
                  <a:gd name="connsiteY4" fmla="*/ 270660 h 342713"/>
                  <a:gd name="connsiteX5" fmla="*/ 337083 w 353584"/>
                  <a:gd name="connsiteY5" fmla="*/ 216044 h 342713"/>
                  <a:gd name="connsiteX6" fmla="*/ 313505 w 353584"/>
                  <a:gd name="connsiteY6" fmla="*/ 168876 h 342713"/>
                  <a:gd name="connsiteX7" fmla="*/ 186921 w 353584"/>
                  <a:gd name="connsiteY7" fmla="*/ 146534 h 342713"/>
                  <a:gd name="connsiteX8" fmla="*/ 178233 w 353584"/>
                  <a:gd name="connsiteY8" fmla="*/ 141569 h 342713"/>
                  <a:gd name="connsiteX9" fmla="*/ 93845 w 353584"/>
                  <a:gd name="connsiteY9" fmla="*/ 16201 h 342713"/>
                  <a:gd name="connsiteX10" fmla="*/ 93817 w 353584"/>
                  <a:gd name="connsiteY10" fmla="*/ 0 h 342713"/>
                  <a:gd name="connsiteX11" fmla="*/ 190647 w 353584"/>
                  <a:gd name="connsiteY11" fmla="*/ 131622 h 342713"/>
                  <a:gd name="connsiteX12" fmla="*/ 322239 w 353584"/>
                  <a:gd name="connsiteY12" fmla="*/ 156456 h 342713"/>
                  <a:gd name="connsiteX13" fmla="*/ 353273 w 353584"/>
                  <a:gd name="connsiteY13" fmla="*/ 213575 h 342713"/>
                  <a:gd name="connsiteX14" fmla="*/ 317273 w 353584"/>
                  <a:gd name="connsiteY14" fmla="*/ 281869 h 342713"/>
                  <a:gd name="connsiteX15" fmla="*/ 144715 w 353584"/>
                  <a:gd name="connsiteY15" fmla="*/ 342713 h 342713"/>
                  <a:gd name="connsiteX16" fmla="*/ 97541 w 353584"/>
                  <a:gd name="connsiteY16" fmla="*/ 337746 h 342713"/>
                  <a:gd name="connsiteX17" fmla="*/ 8159 w 353584"/>
                  <a:gd name="connsiteY17" fmla="*/ 211091 h 342713"/>
                  <a:gd name="connsiteX18" fmla="*/ 34229 w 353584"/>
                  <a:gd name="connsiteY18" fmla="*/ 31043 h 342713"/>
                  <a:gd name="connsiteX19" fmla="*/ 93817 w 353584"/>
                  <a:gd name="connsiteY19" fmla="*/ 0 h 3427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353584" h="342713">
                    <a:moveTo>
                      <a:pt x="93845" y="16201"/>
                    </a:moveTo>
                    <a:cubicBezTo>
                      <a:pt x="72747" y="14960"/>
                      <a:pt x="56613" y="28614"/>
                      <a:pt x="46685" y="39785"/>
                    </a:cubicBezTo>
                    <a:cubicBezTo>
                      <a:pt x="16901" y="77023"/>
                      <a:pt x="6973" y="145292"/>
                      <a:pt x="21865" y="207355"/>
                    </a:cubicBezTo>
                    <a:cubicBezTo>
                      <a:pt x="40481" y="278107"/>
                      <a:pt x="64059" y="314104"/>
                      <a:pt x="102531" y="322793"/>
                    </a:cubicBezTo>
                    <a:cubicBezTo>
                      <a:pt x="169547" y="341412"/>
                      <a:pt x="260141" y="309139"/>
                      <a:pt x="307299" y="270660"/>
                    </a:cubicBezTo>
                    <a:cubicBezTo>
                      <a:pt x="328397" y="250800"/>
                      <a:pt x="338325" y="232181"/>
                      <a:pt x="337083" y="216044"/>
                    </a:cubicBezTo>
                    <a:cubicBezTo>
                      <a:pt x="334601" y="196184"/>
                      <a:pt x="328397" y="180048"/>
                      <a:pt x="313505" y="168876"/>
                    </a:cubicBezTo>
                    <a:cubicBezTo>
                      <a:pt x="270069" y="134121"/>
                      <a:pt x="188161" y="146534"/>
                      <a:pt x="186921" y="146534"/>
                    </a:cubicBezTo>
                    <a:cubicBezTo>
                      <a:pt x="183197" y="147775"/>
                      <a:pt x="180715" y="145292"/>
                      <a:pt x="178233" y="141569"/>
                    </a:cubicBezTo>
                    <a:cubicBezTo>
                      <a:pt x="169547" y="106813"/>
                      <a:pt x="134797" y="17442"/>
                      <a:pt x="93845" y="16201"/>
                    </a:cubicBezTo>
                    <a:close/>
                    <a:moveTo>
                      <a:pt x="93817" y="0"/>
                    </a:moveTo>
                    <a:cubicBezTo>
                      <a:pt x="148439" y="2483"/>
                      <a:pt x="183199" y="104304"/>
                      <a:pt x="190647" y="131622"/>
                    </a:cubicBezTo>
                    <a:cubicBezTo>
                      <a:pt x="212993" y="129138"/>
                      <a:pt x="281271" y="124171"/>
                      <a:pt x="322239" y="156456"/>
                    </a:cubicBezTo>
                    <a:cubicBezTo>
                      <a:pt x="340859" y="171357"/>
                      <a:pt x="352033" y="189982"/>
                      <a:pt x="353273" y="213575"/>
                    </a:cubicBezTo>
                    <a:cubicBezTo>
                      <a:pt x="355757" y="235926"/>
                      <a:pt x="343343" y="258276"/>
                      <a:pt x="317273" y="281869"/>
                    </a:cubicBezTo>
                    <a:cubicBezTo>
                      <a:pt x="277547" y="315395"/>
                      <a:pt x="208027" y="342713"/>
                      <a:pt x="144715" y="342713"/>
                    </a:cubicBezTo>
                    <a:cubicBezTo>
                      <a:pt x="128577" y="342713"/>
                      <a:pt x="112439" y="341471"/>
                      <a:pt x="97541" y="337746"/>
                    </a:cubicBezTo>
                    <a:cubicBezTo>
                      <a:pt x="55333" y="326571"/>
                      <a:pt x="26781" y="285594"/>
                      <a:pt x="8159" y="211091"/>
                    </a:cubicBezTo>
                    <a:cubicBezTo>
                      <a:pt x="-9221" y="144039"/>
                      <a:pt x="1951" y="72019"/>
                      <a:pt x="34229" y="31043"/>
                    </a:cubicBezTo>
                    <a:cubicBezTo>
                      <a:pt x="51609" y="9934"/>
                      <a:pt x="72713" y="0"/>
                      <a:pt x="938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0" name="Freeform 499">
                <a:extLst>
                  <a:ext uri="{FF2B5EF4-FFF2-40B4-BE49-F238E27FC236}">
                    <a16:creationId xmlns:a16="http://schemas.microsoft.com/office/drawing/2014/main" id="{FF9E3B48-4A67-054F-B6C0-778D62A2E5E6}"/>
                  </a:ext>
                </a:extLst>
              </p:cNvPr>
              <p:cNvSpPr/>
              <p:nvPr/>
            </p:nvSpPr>
            <p:spPr>
              <a:xfrm>
                <a:off x="19844032" y="9862429"/>
                <a:ext cx="96333" cy="97436"/>
              </a:xfrm>
              <a:custGeom>
                <a:avLst/>
                <a:gdLst>
                  <a:gd name="connsiteX0" fmla="*/ 45702 w 96333"/>
                  <a:gd name="connsiteY0" fmla="*/ 16431 h 97436"/>
                  <a:gd name="connsiteX1" fmla="*/ 23694 w 96333"/>
                  <a:gd name="connsiteY1" fmla="*/ 27439 h 97436"/>
                  <a:gd name="connsiteX2" fmla="*/ 15134 w 96333"/>
                  <a:gd name="connsiteY2" fmla="*/ 51902 h 97436"/>
                  <a:gd name="connsiteX3" fmla="*/ 51816 w 96333"/>
                  <a:gd name="connsiteY3" fmla="*/ 82481 h 97436"/>
                  <a:gd name="connsiteX4" fmla="*/ 81160 w 96333"/>
                  <a:gd name="connsiteY4" fmla="*/ 44563 h 97436"/>
                  <a:gd name="connsiteX5" fmla="*/ 68934 w 96333"/>
                  <a:gd name="connsiteY5" fmla="*/ 23770 h 97436"/>
                  <a:gd name="connsiteX6" fmla="*/ 48148 w 96333"/>
                  <a:gd name="connsiteY6" fmla="*/ 16431 h 97436"/>
                  <a:gd name="connsiteX7" fmla="*/ 45702 w 96333"/>
                  <a:gd name="connsiteY7" fmla="*/ 16431 h 97436"/>
                  <a:gd name="connsiteX8" fmla="*/ 44462 w 96333"/>
                  <a:gd name="connsiteY8" fmla="*/ 230 h 97436"/>
                  <a:gd name="connsiteX9" fmla="*/ 78896 w 96333"/>
                  <a:gd name="connsiteY9" fmla="*/ 11304 h 97436"/>
                  <a:gd name="connsiteX10" fmla="*/ 96114 w 96333"/>
                  <a:gd name="connsiteY10" fmla="*/ 43296 h 97436"/>
                  <a:gd name="connsiteX11" fmla="*/ 53070 w 96333"/>
                  <a:gd name="connsiteY11" fmla="*/ 97436 h 97436"/>
                  <a:gd name="connsiteX12" fmla="*/ 48152 w 96333"/>
                  <a:gd name="connsiteY12" fmla="*/ 97436 h 97436"/>
                  <a:gd name="connsiteX13" fmla="*/ 188 w 96333"/>
                  <a:gd name="connsiteY13" fmla="*/ 53140 h 97436"/>
                  <a:gd name="connsiteX14" fmla="*/ 11256 w 96333"/>
                  <a:gd name="connsiteY14" fmla="*/ 18687 h 97436"/>
                  <a:gd name="connsiteX15" fmla="*/ 44462 w 96333"/>
                  <a:gd name="connsiteY15" fmla="*/ 230 h 974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6333" h="97436">
                    <a:moveTo>
                      <a:pt x="45702" y="16431"/>
                    </a:moveTo>
                    <a:cubicBezTo>
                      <a:pt x="35920" y="16431"/>
                      <a:pt x="28584" y="21324"/>
                      <a:pt x="23694" y="27439"/>
                    </a:cubicBezTo>
                    <a:cubicBezTo>
                      <a:pt x="17580" y="34778"/>
                      <a:pt x="15134" y="43340"/>
                      <a:pt x="15134" y="51902"/>
                    </a:cubicBezTo>
                    <a:cubicBezTo>
                      <a:pt x="17580" y="70250"/>
                      <a:pt x="33474" y="83704"/>
                      <a:pt x="51816" y="82481"/>
                    </a:cubicBezTo>
                    <a:cubicBezTo>
                      <a:pt x="70156" y="78812"/>
                      <a:pt x="82384" y="64134"/>
                      <a:pt x="81160" y="44563"/>
                    </a:cubicBezTo>
                    <a:cubicBezTo>
                      <a:pt x="81160" y="37225"/>
                      <a:pt x="76270" y="28662"/>
                      <a:pt x="68934" y="23770"/>
                    </a:cubicBezTo>
                    <a:cubicBezTo>
                      <a:pt x="62820" y="18877"/>
                      <a:pt x="55484" y="16431"/>
                      <a:pt x="48148" y="16431"/>
                    </a:cubicBezTo>
                    <a:cubicBezTo>
                      <a:pt x="48148" y="16431"/>
                      <a:pt x="46924" y="16431"/>
                      <a:pt x="45702" y="16431"/>
                    </a:cubicBezTo>
                    <a:close/>
                    <a:moveTo>
                      <a:pt x="44462" y="230"/>
                    </a:moveTo>
                    <a:cubicBezTo>
                      <a:pt x="56760" y="-1000"/>
                      <a:pt x="69058" y="2691"/>
                      <a:pt x="78896" y="11304"/>
                    </a:cubicBezTo>
                    <a:cubicBezTo>
                      <a:pt x="88736" y="19917"/>
                      <a:pt x="94884" y="30991"/>
                      <a:pt x="96114" y="43296"/>
                    </a:cubicBezTo>
                    <a:cubicBezTo>
                      <a:pt x="98574" y="70366"/>
                      <a:pt x="80126" y="93745"/>
                      <a:pt x="53070" y="97436"/>
                    </a:cubicBezTo>
                    <a:cubicBezTo>
                      <a:pt x="51840" y="97436"/>
                      <a:pt x="49380" y="97436"/>
                      <a:pt x="48152" y="97436"/>
                    </a:cubicBezTo>
                    <a:cubicBezTo>
                      <a:pt x="23554" y="97436"/>
                      <a:pt x="3878" y="77749"/>
                      <a:pt x="188" y="53140"/>
                    </a:cubicBezTo>
                    <a:cubicBezTo>
                      <a:pt x="-1042" y="40835"/>
                      <a:pt x="3878" y="27300"/>
                      <a:pt x="11256" y="18687"/>
                    </a:cubicBezTo>
                    <a:cubicBezTo>
                      <a:pt x="18636" y="7613"/>
                      <a:pt x="30934" y="2691"/>
                      <a:pt x="44462" y="2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1" name="Freeform 500">
                <a:extLst>
                  <a:ext uri="{FF2B5EF4-FFF2-40B4-BE49-F238E27FC236}">
                    <a16:creationId xmlns:a16="http://schemas.microsoft.com/office/drawing/2014/main" id="{B0EB6156-4641-C449-800C-1E163761199C}"/>
                  </a:ext>
                </a:extLst>
              </p:cNvPr>
              <p:cNvSpPr/>
              <p:nvPr/>
            </p:nvSpPr>
            <p:spPr>
              <a:xfrm>
                <a:off x="19815338" y="9718575"/>
                <a:ext cx="96373" cy="96725"/>
              </a:xfrm>
              <a:custGeom>
                <a:avLst/>
                <a:gdLst>
                  <a:gd name="connsiteX0" fmla="*/ 45746 w 96373"/>
                  <a:gd name="connsiteY0" fmla="*/ 14477 h 96725"/>
                  <a:gd name="connsiteX1" fmla="*/ 22514 w 96373"/>
                  <a:gd name="connsiteY1" fmla="*/ 26708 h 96725"/>
                  <a:gd name="connsiteX2" fmla="*/ 15178 w 96373"/>
                  <a:gd name="connsiteY2" fmla="*/ 49948 h 96725"/>
                  <a:gd name="connsiteX3" fmla="*/ 51860 w 96373"/>
                  <a:gd name="connsiteY3" fmla="*/ 80527 h 96725"/>
                  <a:gd name="connsiteX4" fmla="*/ 81206 w 96373"/>
                  <a:gd name="connsiteY4" fmla="*/ 43833 h 96725"/>
                  <a:gd name="connsiteX5" fmla="*/ 68978 w 96373"/>
                  <a:gd name="connsiteY5" fmla="*/ 21816 h 96725"/>
                  <a:gd name="connsiteX6" fmla="*/ 48192 w 96373"/>
                  <a:gd name="connsiteY6" fmla="*/ 14477 h 96725"/>
                  <a:gd name="connsiteX7" fmla="*/ 45746 w 96373"/>
                  <a:gd name="connsiteY7" fmla="*/ 14477 h 96725"/>
                  <a:gd name="connsiteX8" fmla="*/ 43272 w 96373"/>
                  <a:gd name="connsiteY8" fmla="*/ 749 h 96725"/>
                  <a:gd name="connsiteX9" fmla="*/ 78938 w 96373"/>
                  <a:gd name="connsiteY9" fmla="*/ 10593 h 96725"/>
                  <a:gd name="connsiteX10" fmla="*/ 96154 w 96373"/>
                  <a:gd name="connsiteY10" fmla="*/ 43815 h 96725"/>
                  <a:gd name="connsiteX11" fmla="*/ 53112 w 96373"/>
                  <a:gd name="connsiteY11" fmla="*/ 95495 h 96725"/>
                  <a:gd name="connsiteX12" fmla="*/ 48192 w 96373"/>
                  <a:gd name="connsiteY12" fmla="*/ 96725 h 96725"/>
                  <a:gd name="connsiteX13" fmla="*/ 230 w 96373"/>
                  <a:gd name="connsiteY13" fmla="*/ 52429 h 96725"/>
                  <a:gd name="connsiteX14" fmla="*/ 11298 w 96373"/>
                  <a:gd name="connsiteY14" fmla="*/ 17976 h 96725"/>
                  <a:gd name="connsiteX15" fmla="*/ 43272 w 96373"/>
                  <a:gd name="connsiteY15" fmla="*/ 749 h 96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96373" h="96725">
                    <a:moveTo>
                      <a:pt x="45746" y="14477"/>
                    </a:moveTo>
                    <a:cubicBezTo>
                      <a:pt x="35964" y="14477"/>
                      <a:pt x="27406" y="19370"/>
                      <a:pt x="22514" y="26708"/>
                    </a:cubicBezTo>
                    <a:cubicBezTo>
                      <a:pt x="16400" y="32824"/>
                      <a:pt x="13956" y="41386"/>
                      <a:pt x="15178" y="49948"/>
                    </a:cubicBezTo>
                    <a:cubicBezTo>
                      <a:pt x="17624" y="68296"/>
                      <a:pt x="33518" y="81750"/>
                      <a:pt x="51860" y="80527"/>
                    </a:cubicBezTo>
                    <a:cubicBezTo>
                      <a:pt x="70200" y="78081"/>
                      <a:pt x="82428" y="62180"/>
                      <a:pt x="81206" y="43833"/>
                    </a:cubicBezTo>
                    <a:cubicBezTo>
                      <a:pt x="79982" y="35271"/>
                      <a:pt x="76314" y="26708"/>
                      <a:pt x="68978" y="21816"/>
                    </a:cubicBezTo>
                    <a:cubicBezTo>
                      <a:pt x="62864" y="16923"/>
                      <a:pt x="55528" y="14477"/>
                      <a:pt x="48192" y="14477"/>
                    </a:cubicBezTo>
                    <a:cubicBezTo>
                      <a:pt x="46968" y="14477"/>
                      <a:pt x="45746" y="14477"/>
                      <a:pt x="45746" y="14477"/>
                    </a:cubicBezTo>
                    <a:close/>
                    <a:moveTo>
                      <a:pt x="43272" y="749"/>
                    </a:moveTo>
                    <a:cubicBezTo>
                      <a:pt x="56800" y="-1711"/>
                      <a:pt x="69098" y="1980"/>
                      <a:pt x="78938" y="10593"/>
                    </a:cubicBezTo>
                    <a:cubicBezTo>
                      <a:pt x="88776" y="19206"/>
                      <a:pt x="94926" y="30280"/>
                      <a:pt x="96154" y="43815"/>
                    </a:cubicBezTo>
                    <a:cubicBezTo>
                      <a:pt x="98614" y="70885"/>
                      <a:pt x="80168" y="93034"/>
                      <a:pt x="53112" y="95495"/>
                    </a:cubicBezTo>
                    <a:cubicBezTo>
                      <a:pt x="51882" y="96725"/>
                      <a:pt x="49422" y="96725"/>
                      <a:pt x="48192" y="96725"/>
                    </a:cubicBezTo>
                    <a:cubicBezTo>
                      <a:pt x="24826" y="96725"/>
                      <a:pt x="2688" y="78268"/>
                      <a:pt x="230" y="52429"/>
                    </a:cubicBezTo>
                    <a:cubicBezTo>
                      <a:pt x="-1000" y="40124"/>
                      <a:pt x="2688" y="27819"/>
                      <a:pt x="11298" y="17976"/>
                    </a:cubicBezTo>
                    <a:cubicBezTo>
                      <a:pt x="18676" y="8132"/>
                      <a:pt x="30974" y="1980"/>
                      <a:pt x="43272" y="74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D59EBB34-E8BC-664A-919E-3A1419BFD9B2}"/>
                  </a:ext>
                </a:extLst>
              </p:cNvPr>
              <p:cNvSpPr/>
              <p:nvPr/>
            </p:nvSpPr>
            <p:spPr>
              <a:xfrm>
                <a:off x="19926439" y="9900046"/>
                <a:ext cx="95926" cy="411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8" h="34">
                    <a:moveTo>
                      <a:pt x="72" y="34"/>
                    </a:moveTo>
                    <a:cubicBezTo>
                      <a:pt x="70" y="34"/>
                      <a:pt x="69" y="34"/>
                      <a:pt x="68" y="33"/>
                    </a:cubicBezTo>
                    <a:cubicBezTo>
                      <a:pt x="46" y="16"/>
                      <a:pt x="6" y="12"/>
                      <a:pt x="6" y="12"/>
                    </a:cubicBezTo>
                    <a:cubicBezTo>
                      <a:pt x="2" y="12"/>
                      <a:pt x="0" y="9"/>
                      <a:pt x="0" y="5"/>
                    </a:cubicBezTo>
                    <a:cubicBezTo>
                      <a:pt x="0" y="2"/>
                      <a:pt x="3" y="0"/>
                      <a:pt x="7" y="0"/>
                    </a:cubicBezTo>
                    <a:cubicBezTo>
                      <a:pt x="9" y="0"/>
                      <a:pt x="50" y="4"/>
                      <a:pt x="75" y="23"/>
                    </a:cubicBezTo>
                    <a:cubicBezTo>
                      <a:pt x="78" y="26"/>
                      <a:pt x="78" y="29"/>
                      <a:pt x="77" y="32"/>
                    </a:cubicBezTo>
                    <a:cubicBezTo>
                      <a:pt x="75" y="33"/>
                      <a:pt x="74" y="34"/>
                      <a:pt x="72" y="3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799C1E25-BA7D-F74F-876C-48EAAF443F0D}"/>
                  </a:ext>
                </a:extLst>
              </p:cNvPr>
              <p:cNvSpPr/>
              <p:nvPr/>
            </p:nvSpPr>
            <p:spPr>
              <a:xfrm>
                <a:off x="19892802" y="9779162"/>
                <a:ext cx="120842" cy="10219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" h="83">
                    <a:moveTo>
                      <a:pt x="92" y="83"/>
                    </a:moveTo>
                    <a:cubicBezTo>
                      <a:pt x="91" y="83"/>
                      <a:pt x="90" y="83"/>
                      <a:pt x="90" y="83"/>
                    </a:cubicBezTo>
                    <a:cubicBezTo>
                      <a:pt x="22" y="46"/>
                      <a:pt x="1" y="11"/>
                      <a:pt x="1" y="10"/>
                    </a:cubicBezTo>
                    <a:cubicBezTo>
                      <a:pt x="-1" y="7"/>
                      <a:pt x="0" y="3"/>
                      <a:pt x="3" y="1"/>
                    </a:cubicBezTo>
                    <a:cubicBezTo>
                      <a:pt x="6" y="0"/>
                      <a:pt x="10" y="0"/>
                      <a:pt x="11" y="4"/>
                    </a:cubicBezTo>
                    <a:cubicBezTo>
                      <a:pt x="12" y="4"/>
                      <a:pt x="32" y="37"/>
                      <a:pt x="95" y="72"/>
                    </a:cubicBezTo>
                    <a:cubicBezTo>
                      <a:pt x="98" y="73"/>
                      <a:pt x="99" y="77"/>
                      <a:pt x="97" y="80"/>
                    </a:cubicBezTo>
                    <a:cubicBezTo>
                      <a:pt x="96" y="82"/>
                      <a:pt x="95" y="83"/>
                      <a:pt x="92" y="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DC6F66DB-2936-2742-9B7B-FF1C2CAB351B}"/>
                  </a:ext>
                </a:extLst>
              </p:cNvPr>
              <p:cNvSpPr/>
              <p:nvPr/>
            </p:nvSpPr>
            <p:spPr>
              <a:xfrm>
                <a:off x="20661456" y="9301856"/>
                <a:ext cx="87205" cy="872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" h="71">
                    <a:moveTo>
                      <a:pt x="71" y="31"/>
                    </a:moveTo>
                    <a:cubicBezTo>
                      <a:pt x="72" y="51"/>
                      <a:pt x="59" y="68"/>
                      <a:pt x="39" y="71"/>
                    </a:cubicBezTo>
                    <a:cubicBezTo>
                      <a:pt x="19" y="72"/>
                      <a:pt x="2" y="58"/>
                      <a:pt x="0" y="39"/>
                    </a:cubicBezTo>
                    <a:cubicBezTo>
                      <a:pt x="-2" y="19"/>
                      <a:pt x="12" y="2"/>
                      <a:pt x="32" y="0"/>
                    </a:cubicBezTo>
                    <a:cubicBezTo>
                      <a:pt x="51" y="-2"/>
                      <a:pt x="68" y="12"/>
                      <a:pt x="71" y="3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2" name="Freeform 501">
                <a:extLst>
                  <a:ext uri="{FF2B5EF4-FFF2-40B4-BE49-F238E27FC236}">
                    <a16:creationId xmlns:a16="http://schemas.microsoft.com/office/drawing/2014/main" id="{142B75F3-B9DC-C740-975A-0868D1DD7645}"/>
                  </a:ext>
                </a:extLst>
              </p:cNvPr>
              <p:cNvSpPr/>
              <p:nvPr/>
            </p:nvSpPr>
            <p:spPr>
              <a:xfrm>
                <a:off x="20653773" y="9294148"/>
                <a:ext cx="102363" cy="102421"/>
              </a:xfrm>
              <a:custGeom>
                <a:avLst/>
                <a:gdLst>
                  <a:gd name="connsiteX0" fmla="*/ 47003 w 102363"/>
                  <a:gd name="connsiteY0" fmla="*/ 15185 h 102421"/>
                  <a:gd name="connsiteX1" fmla="*/ 15161 w 102363"/>
                  <a:gd name="connsiteY1" fmla="*/ 54388 h 102421"/>
                  <a:gd name="connsiteX2" fmla="*/ 28633 w 102363"/>
                  <a:gd name="connsiteY2" fmla="*/ 78890 h 102421"/>
                  <a:gd name="connsiteX3" fmla="*/ 54351 w 102363"/>
                  <a:gd name="connsiteY3" fmla="*/ 87466 h 102421"/>
                  <a:gd name="connsiteX4" fmla="*/ 78845 w 102363"/>
                  <a:gd name="connsiteY4" fmla="*/ 73990 h 102421"/>
                  <a:gd name="connsiteX5" fmla="*/ 87417 w 102363"/>
                  <a:gd name="connsiteY5" fmla="*/ 47038 h 102421"/>
                  <a:gd name="connsiteX6" fmla="*/ 73945 w 102363"/>
                  <a:gd name="connsiteY6" fmla="*/ 23761 h 102421"/>
                  <a:gd name="connsiteX7" fmla="*/ 50677 w 102363"/>
                  <a:gd name="connsiteY7" fmla="*/ 15185 h 102421"/>
                  <a:gd name="connsiteX8" fmla="*/ 47003 w 102363"/>
                  <a:gd name="connsiteY8" fmla="*/ 15185 h 102421"/>
                  <a:gd name="connsiteX9" fmla="*/ 45747 w 102363"/>
                  <a:gd name="connsiteY9" fmla="*/ 230 h 102421"/>
                  <a:gd name="connsiteX10" fmla="*/ 82671 w 102363"/>
                  <a:gd name="connsiteY10" fmla="*/ 11311 h 102421"/>
                  <a:gd name="connsiteX11" fmla="*/ 102363 w 102363"/>
                  <a:gd name="connsiteY11" fmla="*/ 45785 h 102421"/>
                  <a:gd name="connsiteX12" fmla="*/ 91285 w 102363"/>
                  <a:gd name="connsiteY12" fmla="*/ 82722 h 102421"/>
                  <a:gd name="connsiteX13" fmla="*/ 55593 w 102363"/>
                  <a:gd name="connsiteY13" fmla="*/ 101190 h 102421"/>
                  <a:gd name="connsiteX14" fmla="*/ 50671 w 102363"/>
                  <a:gd name="connsiteY14" fmla="*/ 102421 h 102421"/>
                  <a:gd name="connsiteX15" fmla="*/ 18669 w 102363"/>
                  <a:gd name="connsiteY15" fmla="*/ 90109 h 102421"/>
                  <a:gd name="connsiteX16" fmla="*/ 207 w 102363"/>
                  <a:gd name="connsiteY16" fmla="*/ 56866 h 102421"/>
                  <a:gd name="connsiteX17" fmla="*/ 45747 w 102363"/>
                  <a:gd name="connsiteY17" fmla="*/ 230 h 102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02363" h="102421">
                    <a:moveTo>
                      <a:pt x="47003" y="15185"/>
                    </a:moveTo>
                    <a:cubicBezTo>
                      <a:pt x="27407" y="17635"/>
                      <a:pt x="13937" y="34787"/>
                      <a:pt x="15161" y="54388"/>
                    </a:cubicBezTo>
                    <a:cubicBezTo>
                      <a:pt x="16385" y="64189"/>
                      <a:pt x="21285" y="72765"/>
                      <a:pt x="28633" y="78890"/>
                    </a:cubicBezTo>
                    <a:cubicBezTo>
                      <a:pt x="35981" y="85016"/>
                      <a:pt x="44553" y="87466"/>
                      <a:pt x="54351" y="87466"/>
                    </a:cubicBezTo>
                    <a:cubicBezTo>
                      <a:pt x="64149" y="85016"/>
                      <a:pt x="72721" y="81340"/>
                      <a:pt x="78845" y="73990"/>
                    </a:cubicBezTo>
                    <a:cubicBezTo>
                      <a:pt x="84967" y="65414"/>
                      <a:pt x="87417" y="56838"/>
                      <a:pt x="87417" y="47038"/>
                    </a:cubicBezTo>
                    <a:cubicBezTo>
                      <a:pt x="84967" y="37237"/>
                      <a:pt x="81293" y="29886"/>
                      <a:pt x="73945" y="23761"/>
                    </a:cubicBezTo>
                    <a:cubicBezTo>
                      <a:pt x="67823" y="17635"/>
                      <a:pt x="59249" y="15185"/>
                      <a:pt x="50677" y="15185"/>
                    </a:cubicBezTo>
                    <a:cubicBezTo>
                      <a:pt x="49451" y="15185"/>
                      <a:pt x="48227" y="15185"/>
                      <a:pt x="47003" y="15185"/>
                    </a:cubicBezTo>
                    <a:close/>
                    <a:moveTo>
                      <a:pt x="45747" y="230"/>
                    </a:moveTo>
                    <a:cubicBezTo>
                      <a:pt x="59285" y="-1001"/>
                      <a:pt x="72825" y="2692"/>
                      <a:pt x="82671" y="11311"/>
                    </a:cubicBezTo>
                    <a:cubicBezTo>
                      <a:pt x="93747" y="19929"/>
                      <a:pt x="101133" y="32242"/>
                      <a:pt x="102363" y="45785"/>
                    </a:cubicBezTo>
                    <a:cubicBezTo>
                      <a:pt x="102363" y="59328"/>
                      <a:pt x="98671" y="72872"/>
                      <a:pt x="91285" y="82722"/>
                    </a:cubicBezTo>
                    <a:cubicBezTo>
                      <a:pt x="81439" y="93802"/>
                      <a:pt x="69131" y="101190"/>
                      <a:pt x="55593" y="101190"/>
                    </a:cubicBezTo>
                    <a:cubicBezTo>
                      <a:pt x="54363" y="102421"/>
                      <a:pt x="51901" y="102421"/>
                      <a:pt x="50671" y="102421"/>
                    </a:cubicBezTo>
                    <a:cubicBezTo>
                      <a:pt x="38363" y="102421"/>
                      <a:pt x="27285" y="97496"/>
                      <a:pt x="18669" y="90109"/>
                    </a:cubicBezTo>
                    <a:cubicBezTo>
                      <a:pt x="7593" y="81490"/>
                      <a:pt x="1439" y="69178"/>
                      <a:pt x="207" y="56866"/>
                    </a:cubicBezTo>
                    <a:cubicBezTo>
                      <a:pt x="-2253" y="27317"/>
                      <a:pt x="17439" y="2692"/>
                      <a:pt x="45747" y="2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5" name="Freeform 344">
                <a:extLst>
                  <a:ext uri="{FF2B5EF4-FFF2-40B4-BE49-F238E27FC236}">
                    <a16:creationId xmlns:a16="http://schemas.microsoft.com/office/drawing/2014/main" id="{3046B99E-C533-8D49-9C5C-60E597956676}"/>
                  </a:ext>
                </a:extLst>
              </p:cNvPr>
              <p:cNvSpPr/>
              <p:nvPr/>
            </p:nvSpPr>
            <p:spPr>
              <a:xfrm>
                <a:off x="20612873" y="9159786"/>
                <a:ext cx="87205" cy="872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1" h="71">
                    <a:moveTo>
                      <a:pt x="71" y="32"/>
                    </a:moveTo>
                    <a:cubicBezTo>
                      <a:pt x="73" y="51"/>
                      <a:pt x="59" y="69"/>
                      <a:pt x="39" y="70"/>
                    </a:cubicBezTo>
                    <a:cubicBezTo>
                      <a:pt x="20" y="73"/>
                      <a:pt x="3" y="58"/>
                      <a:pt x="0" y="39"/>
                    </a:cubicBezTo>
                    <a:cubicBezTo>
                      <a:pt x="-2" y="19"/>
                      <a:pt x="13" y="2"/>
                      <a:pt x="32" y="0"/>
                    </a:cubicBezTo>
                    <a:cubicBezTo>
                      <a:pt x="52" y="-2"/>
                      <a:pt x="69" y="12"/>
                      <a:pt x="71" y="3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3" name="Freeform 502">
                <a:extLst>
                  <a:ext uri="{FF2B5EF4-FFF2-40B4-BE49-F238E27FC236}">
                    <a16:creationId xmlns:a16="http://schemas.microsoft.com/office/drawing/2014/main" id="{7102AF00-BB25-9A4C-9F32-BCBB43113652}"/>
                  </a:ext>
                </a:extLst>
              </p:cNvPr>
              <p:cNvSpPr/>
              <p:nvPr/>
            </p:nvSpPr>
            <p:spPr>
              <a:xfrm>
                <a:off x="20606347" y="9152078"/>
                <a:ext cx="101432" cy="102421"/>
              </a:xfrm>
              <a:custGeom>
                <a:avLst/>
                <a:gdLst>
                  <a:gd name="connsiteX0" fmla="*/ 47066 w 101432"/>
                  <a:gd name="connsiteY0" fmla="*/ 15185 h 102421"/>
                  <a:gd name="connsiteX1" fmla="*/ 22572 w 101432"/>
                  <a:gd name="connsiteY1" fmla="*/ 28657 h 102421"/>
                  <a:gd name="connsiteX2" fmla="*/ 14000 w 101432"/>
                  <a:gd name="connsiteY2" fmla="*/ 55601 h 102421"/>
                  <a:gd name="connsiteX3" fmla="*/ 27472 w 101432"/>
                  <a:gd name="connsiteY3" fmla="*/ 78872 h 102421"/>
                  <a:gd name="connsiteX4" fmla="*/ 54414 w 101432"/>
                  <a:gd name="connsiteY4" fmla="*/ 86220 h 102421"/>
                  <a:gd name="connsiteX5" fmla="*/ 77684 w 101432"/>
                  <a:gd name="connsiteY5" fmla="*/ 73973 h 102421"/>
                  <a:gd name="connsiteX6" fmla="*/ 86256 w 101432"/>
                  <a:gd name="connsiteY6" fmla="*/ 47028 h 102421"/>
                  <a:gd name="connsiteX7" fmla="*/ 74010 w 101432"/>
                  <a:gd name="connsiteY7" fmla="*/ 23758 h 102421"/>
                  <a:gd name="connsiteX8" fmla="*/ 50740 w 101432"/>
                  <a:gd name="connsiteY8" fmla="*/ 15185 h 102421"/>
                  <a:gd name="connsiteX9" fmla="*/ 47066 w 101432"/>
                  <a:gd name="connsiteY9" fmla="*/ 15185 h 102421"/>
                  <a:gd name="connsiteX10" fmla="*/ 44594 w 101432"/>
                  <a:gd name="connsiteY10" fmla="*/ 230 h 102421"/>
                  <a:gd name="connsiteX11" fmla="*/ 82744 w 101432"/>
                  <a:gd name="connsiteY11" fmla="*/ 11311 h 102421"/>
                  <a:gd name="connsiteX12" fmla="*/ 101202 w 101432"/>
                  <a:gd name="connsiteY12" fmla="*/ 45785 h 102421"/>
                  <a:gd name="connsiteX13" fmla="*/ 90126 w 101432"/>
                  <a:gd name="connsiteY13" fmla="*/ 83953 h 102421"/>
                  <a:gd name="connsiteX14" fmla="*/ 55670 w 101432"/>
                  <a:gd name="connsiteY14" fmla="*/ 101190 h 102421"/>
                  <a:gd name="connsiteX15" fmla="*/ 50748 w 101432"/>
                  <a:gd name="connsiteY15" fmla="*/ 102421 h 102421"/>
                  <a:gd name="connsiteX16" fmla="*/ 17522 w 101432"/>
                  <a:gd name="connsiteY16" fmla="*/ 90109 h 102421"/>
                  <a:gd name="connsiteX17" fmla="*/ 292 w 101432"/>
                  <a:gd name="connsiteY17" fmla="*/ 56866 h 102421"/>
                  <a:gd name="connsiteX18" fmla="*/ 11368 w 101432"/>
                  <a:gd name="connsiteY18" fmla="*/ 18698 h 102421"/>
                  <a:gd name="connsiteX19" fmla="*/ 44594 w 101432"/>
                  <a:gd name="connsiteY19" fmla="*/ 230 h 1024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01432" h="102421">
                    <a:moveTo>
                      <a:pt x="47066" y="15185"/>
                    </a:moveTo>
                    <a:cubicBezTo>
                      <a:pt x="37268" y="16410"/>
                      <a:pt x="28696" y="20084"/>
                      <a:pt x="22572" y="28657"/>
                    </a:cubicBezTo>
                    <a:cubicBezTo>
                      <a:pt x="16450" y="36006"/>
                      <a:pt x="14000" y="44579"/>
                      <a:pt x="14000" y="55601"/>
                    </a:cubicBezTo>
                    <a:cubicBezTo>
                      <a:pt x="16450" y="64175"/>
                      <a:pt x="20124" y="72748"/>
                      <a:pt x="27472" y="78872"/>
                    </a:cubicBezTo>
                    <a:cubicBezTo>
                      <a:pt x="36044" y="84995"/>
                      <a:pt x="44616" y="87445"/>
                      <a:pt x="54414" y="86220"/>
                    </a:cubicBezTo>
                    <a:cubicBezTo>
                      <a:pt x="64212" y="86220"/>
                      <a:pt x="71560" y="81321"/>
                      <a:pt x="77684" y="73973"/>
                    </a:cubicBezTo>
                    <a:cubicBezTo>
                      <a:pt x="83806" y="66624"/>
                      <a:pt x="87480" y="56826"/>
                      <a:pt x="86256" y="47028"/>
                    </a:cubicBezTo>
                    <a:cubicBezTo>
                      <a:pt x="85032" y="37230"/>
                      <a:pt x="80132" y="29882"/>
                      <a:pt x="74010" y="23758"/>
                    </a:cubicBezTo>
                    <a:cubicBezTo>
                      <a:pt x="66662" y="17634"/>
                      <a:pt x="58088" y="15185"/>
                      <a:pt x="50740" y="15185"/>
                    </a:cubicBezTo>
                    <a:cubicBezTo>
                      <a:pt x="49516" y="15185"/>
                      <a:pt x="48290" y="15185"/>
                      <a:pt x="47066" y="15185"/>
                    </a:cubicBezTo>
                    <a:close/>
                    <a:moveTo>
                      <a:pt x="44594" y="230"/>
                    </a:moveTo>
                    <a:cubicBezTo>
                      <a:pt x="58132" y="-1001"/>
                      <a:pt x="71668" y="2692"/>
                      <a:pt x="82744" y="11311"/>
                    </a:cubicBezTo>
                    <a:cubicBezTo>
                      <a:pt x="93818" y="19929"/>
                      <a:pt x="99972" y="32242"/>
                      <a:pt x="101202" y="45785"/>
                    </a:cubicBezTo>
                    <a:cubicBezTo>
                      <a:pt x="102432" y="59328"/>
                      <a:pt x="98740" y="72872"/>
                      <a:pt x="90126" y="83953"/>
                    </a:cubicBezTo>
                    <a:cubicBezTo>
                      <a:pt x="81512" y="93802"/>
                      <a:pt x="69206" y="99959"/>
                      <a:pt x="55670" y="101190"/>
                    </a:cubicBezTo>
                    <a:cubicBezTo>
                      <a:pt x="54440" y="102421"/>
                      <a:pt x="51978" y="102421"/>
                      <a:pt x="50748" y="102421"/>
                    </a:cubicBezTo>
                    <a:cubicBezTo>
                      <a:pt x="38442" y="102421"/>
                      <a:pt x="27366" y="97496"/>
                      <a:pt x="17522" y="90109"/>
                    </a:cubicBezTo>
                    <a:cubicBezTo>
                      <a:pt x="7676" y="81490"/>
                      <a:pt x="292" y="70409"/>
                      <a:pt x="292" y="56866"/>
                    </a:cubicBezTo>
                    <a:cubicBezTo>
                      <a:pt x="-938" y="42091"/>
                      <a:pt x="1524" y="29779"/>
                      <a:pt x="11368" y="18698"/>
                    </a:cubicBezTo>
                    <a:cubicBezTo>
                      <a:pt x="19982" y="8849"/>
                      <a:pt x="31058" y="1461"/>
                      <a:pt x="44594" y="2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8" name="Freeform 347">
                <a:extLst>
                  <a:ext uri="{FF2B5EF4-FFF2-40B4-BE49-F238E27FC236}">
                    <a16:creationId xmlns:a16="http://schemas.microsoft.com/office/drawing/2014/main" id="{5A6F5F76-5C9F-FE4E-A5F5-A226279388E9}"/>
                  </a:ext>
                </a:extLst>
              </p:cNvPr>
              <p:cNvSpPr/>
              <p:nvPr/>
            </p:nvSpPr>
            <p:spPr>
              <a:xfrm>
                <a:off x="20580483" y="9229574"/>
                <a:ext cx="94680" cy="2068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7" h="167">
                    <a:moveTo>
                      <a:pt x="7" y="167"/>
                    </a:moveTo>
                    <a:lnTo>
                      <a:pt x="6" y="167"/>
                    </a:lnTo>
                    <a:cubicBezTo>
                      <a:pt x="4" y="167"/>
                      <a:pt x="1" y="164"/>
                      <a:pt x="1" y="161"/>
                    </a:cubicBezTo>
                    <a:cubicBezTo>
                      <a:pt x="-5" y="81"/>
                      <a:pt x="31" y="7"/>
                      <a:pt x="32" y="4"/>
                    </a:cubicBezTo>
                    <a:cubicBezTo>
                      <a:pt x="34" y="1"/>
                      <a:pt x="38" y="-1"/>
                      <a:pt x="41" y="1"/>
                    </a:cubicBezTo>
                    <a:cubicBezTo>
                      <a:pt x="44" y="2"/>
                      <a:pt x="45" y="6"/>
                      <a:pt x="43" y="9"/>
                    </a:cubicBezTo>
                    <a:cubicBezTo>
                      <a:pt x="43" y="10"/>
                      <a:pt x="13" y="72"/>
                      <a:pt x="13" y="141"/>
                    </a:cubicBezTo>
                    <a:cubicBezTo>
                      <a:pt x="23" y="128"/>
                      <a:pt x="42" y="111"/>
                      <a:pt x="70" y="108"/>
                    </a:cubicBezTo>
                    <a:cubicBezTo>
                      <a:pt x="74" y="108"/>
                      <a:pt x="77" y="110"/>
                      <a:pt x="77" y="114"/>
                    </a:cubicBezTo>
                    <a:cubicBezTo>
                      <a:pt x="78" y="117"/>
                      <a:pt x="75" y="120"/>
                      <a:pt x="72" y="120"/>
                    </a:cubicBezTo>
                    <a:cubicBezTo>
                      <a:pt x="31" y="124"/>
                      <a:pt x="13" y="162"/>
                      <a:pt x="13" y="163"/>
                    </a:cubicBezTo>
                    <a:cubicBezTo>
                      <a:pt x="11" y="166"/>
                      <a:pt x="10" y="167"/>
                      <a:pt x="7" y="16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8B6A6CB9-4FDE-674E-8A13-72071AB94D0C}"/>
                  </a:ext>
                </a:extLst>
              </p:cNvPr>
              <p:cNvSpPr/>
              <p:nvPr/>
            </p:nvSpPr>
            <p:spPr>
              <a:xfrm>
                <a:off x="19989977" y="10312544"/>
                <a:ext cx="610438" cy="33523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1" h="270">
                    <a:moveTo>
                      <a:pt x="429" y="0"/>
                    </a:moveTo>
                    <a:lnTo>
                      <a:pt x="246" y="0"/>
                    </a:lnTo>
                    <a:lnTo>
                      <a:pt x="62" y="0"/>
                    </a:lnTo>
                    <a:cubicBezTo>
                      <a:pt x="45" y="0"/>
                      <a:pt x="30" y="7"/>
                      <a:pt x="18" y="19"/>
                    </a:cubicBezTo>
                    <a:cubicBezTo>
                      <a:pt x="7" y="30"/>
                      <a:pt x="0" y="46"/>
                      <a:pt x="0" y="63"/>
                    </a:cubicBezTo>
                    <a:lnTo>
                      <a:pt x="0" y="166"/>
                    </a:lnTo>
                    <a:lnTo>
                      <a:pt x="0" y="270"/>
                    </a:lnTo>
                    <a:lnTo>
                      <a:pt x="246" y="270"/>
                    </a:lnTo>
                    <a:lnTo>
                      <a:pt x="491" y="270"/>
                    </a:lnTo>
                    <a:lnTo>
                      <a:pt x="491" y="166"/>
                    </a:lnTo>
                    <a:lnTo>
                      <a:pt x="491" y="63"/>
                    </a:lnTo>
                    <a:cubicBezTo>
                      <a:pt x="491" y="46"/>
                      <a:pt x="484" y="30"/>
                      <a:pt x="473" y="19"/>
                    </a:cubicBezTo>
                    <a:cubicBezTo>
                      <a:pt x="462" y="7"/>
                      <a:pt x="446" y="0"/>
                      <a:pt x="42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4" name="Freeform 503">
                <a:extLst>
                  <a:ext uri="{FF2B5EF4-FFF2-40B4-BE49-F238E27FC236}">
                    <a16:creationId xmlns:a16="http://schemas.microsoft.com/office/drawing/2014/main" id="{B36C7DF5-1EEA-5043-B5BB-F00BF5559E55}"/>
                  </a:ext>
                </a:extLst>
              </p:cNvPr>
              <p:cNvSpPr/>
              <p:nvPr/>
            </p:nvSpPr>
            <p:spPr>
              <a:xfrm>
                <a:off x="19982504" y="10305070"/>
                <a:ext cx="625386" cy="350190"/>
              </a:xfrm>
              <a:custGeom>
                <a:avLst/>
                <a:gdLst>
                  <a:gd name="connsiteX0" fmla="*/ 84566 w 625386"/>
                  <a:gd name="connsiteY0" fmla="*/ 14952 h 350190"/>
                  <a:gd name="connsiteX1" fmla="*/ 36082 w 625386"/>
                  <a:gd name="connsiteY1" fmla="*/ 36056 h 350190"/>
                  <a:gd name="connsiteX2" fmla="*/ 14948 w 625386"/>
                  <a:gd name="connsiteY2" fmla="*/ 85712 h 350190"/>
                  <a:gd name="connsiteX3" fmla="*/ 14948 w 625386"/>
                  <a:gd name="connsiteY3" fmla="*/ 335233 h 350190"/>
                  <a:gd name="connsiteX4" fmla="*/ 610436 w 625386"/>
                  <a:gd name="connsiteY4" fmla="*/ 335233 h 350190"/>
                  <a:gd name="connsiteX5" fmla="*/ 610436 w 625386"/>
                  <a:gd name="connsiteY5" fmla="*/ 85712 h 350190"/>
                  <a:gd name="connsiteX6" fmla="*/ 589302 w 625386"/>
                  <a:gd name="connsiteY6" fmla="*/ 36056 h 350190"/>
                  <a:gd name="connsiteX7" fmla="*/ 540818 w 625386"/>
                  <a:gd name="connsiteY7" fmla="*/ 14952 h 350190"/>
                  <a:gd name="connsiteX8" fmla="*/ 84544 w 625386"/>
                  <a:gd name="connsiteY8" fmla="*/ 0 h 350190"/>
                  <a:gd name="connsiteX9" fmla="*/ 540840 w 625386"/>
                  <a:gd name="connsiteY9" fmla="*/ 0 h 350190"/>
                  <a:gd name="connsiteX10" fmla="*/ 600520 w 625386"/>
                  <a:gd name="connsiteY10" fmla="*/ 24836 h 350190"/>
                  <a:gd name="connsiteX11" fmla="*/ 625386 w 625386"/>
                  <a:gd name="connsiteY11" fmla="*/ 85685 h 350190"/>
                  <a:gd name="connsiteX12" fmla="*/ 625386 w 625386"/>
                  <a:gd name="connsiteY12" fmla="*/ 342739 h 350190"/>
                  <a:gd name="connsiteX13" fmla="*/ 617926 w 625386"/>
                  <a:gd name="connsiteY13" fmla="*/ 350190 h 350190"/>
                  <a:gd name="connsiteX14" fmla="*/ 7458 w 625386"/>
                  <a:gd name="connsiteY14" fmla="*/ 350190 h 350190"/>
                  <a:gd name="connsiteX15" fmla="*/ 0 w 625386"/>
                  <a:gd name="connsiteY15" fmla="*/ 342739 h 350190"/>
                  <a:gd name="connsiteX16" fmla="*/ 0 w 625386"/>
                  <a:gd name="connsiteY16" fmla="*/ 85685 h 350190"/>
                  <a:gd name="connsiteX17" fmla="*/ 24866 w 625386"/>
                  <a:gd name="connsiteY17" fmla="*/ 24836 h 350190"/>
                  <a:gd name="connsiteX18" fmla="*/ 84544 w 625386"/>
                  <a:gd name="connsiteY18" fmla="*/ 0 h 35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625386" h="350190">
                    <a:moveTo>
                      <a:pt x="84566" y="14952"/>
                    </a:moveTo>
                    <a:cubicBezTo>
                      <a:pt x="67162" y="14952"/>
                      <a:pt x="49758" y="22400"/>
                      <a:pt x="36082" y="36056"/>
                    </a:cubicBezTo>
                    <a:cubicBezTo>
                      <a:pt x="22408" y="48470"/>
                      <a:pt x="14948" y="65849"/>
                      <a:pt x="14948" y="85712"/>
                    </a:cubicBezTo>
                    <a:lnTo>
                      <a:pt x="14948" y="335233"/>
                    </a:lnTo>
                    <a:lnTo>
                      <a:pt x="610436" y="335233"/>
                    </a:lnTo>
                    <a:lnTo>
                      <a:pt x="610436" y="85712"/>
                    </a:lnTo>
                    <a:cubicBezTo>
                      <a:pt x="610436" y="65849"/>
                      <a:pt x="602976" y="48470"/>
                      <a:pt x="589302" y="36056"/>
                    </a:cubicBezTo>
                    <a:cubicBezTo>
                      <a:pt x="576870" y="22400"/>
                      <a:pt x="558222" y="14952"/>
                      <a:pt x="540818" y="14952"/>
                    </a:cubicBezTo>
                    <a:close/>
                    <a:moveTo>
                      <a:pt x="84544" y="0"/>
                    </a:moveTo>
                    <a:lnTo>
                      <a:pt x="540840" y="0"/>
                    </a:lnTo>
                    <a:cubicBezTo>
                      <a:pt x="563220" y="0"/>
                      <a:pt x="584356" y="8693"/>
                      <a:pt x="600520" y="24836"/>
                    </a:cubicBezTo>
                    <a:cubicBezTo>
                      <a:pt x="616682" y="40980"/>
                      <a:pt x="625386" y="62090"/>
                      <a:pt x="625386" y="85685"/>
                    </a:cubicBezTo>
                    <a:lnTo>
                      <a:pt x="625386" y="342739"/>
                    </a:lnTo>
                    <a:cubicBezTo>
                      <a:pt x="625386" y="346465"/>
                      <a:pt x="621656" y="350190"/>
                      <a:pt x="617926" y="350190"/>
                    </a:cubicBezTo>
                    <a:lnTo>
                      <a:pt x="7458" y="350190"/>
                    </a:lnTo>
                    <a:cubicBezTo>
                      <a:pt x="3728" y="350190"/>
                      <a:pt x="0" y="346465"/>
                      <a:pt x="0" y="342739"/>
                    </a:cubicBezTo>
                    <a:lnTo>
                      <a:pt x="0" y="85685"/>
                    </a:lnTo>
                    <a:cubicBezTo>
                      <a:pt x="0" y="62090"/>
                      <a:pt x="8702" y="40980"/>
                      <a:pt x="24866" y="24836"/>
                    </a:cubicBezTo>
                    <a:cubicBezTo>
                      <a:pt x="41028" y="8693"/>
                      <a:pt x="63408" y="0"/>
                      <a:pt x="845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4540E407-5C44-3648-92F6-6359C4B01C75}"/>
                  </a:ext>
                </a:extLst>
              </p:cNvPr>
              <p:cNvSpPr/>
              <p:nvPr/>
            </p:nvSpPr>
            <p:spPr>
              <a:xfrm>
                <a:off x="19989977" y="10649030"/>
                <a:ext cx="610438" cy="1657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1" h="134">
                    <a:moveTo>
                      <a:pt x="0" y="134"/>
                    </a:moveTo>
                    <a:lnTo>
                      <a:pt x="491" y="134"/>
                    </a:lnTo>
                    <a:lnTo>
                      <a:pt x="4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5" name="Freeform 504">
                <a:extLst>
                  <a:ext uri="{FF2B5EF4-FFF2-40B4-BE49-F238E27FC236}">
                    <a16:creationId xmlns:a16="http://schemas.microsoft.com/office/drawing/2014/main" id="{D75138F8-FE2F-B44D-8A63-7DA3C339E4CB}"/>
                  </a:ext>
                </a:extLst>
              </p:cNvPr>
              <p:cNvSpPr/>
              <p:nvPr/>
            </p:nvSpPr>
            <p:spPr>
              <a:xfrm>
                <a:off x="19982504" y="10641552"/>
                <a:ext cx="625386" cy="180703"/>
              </a:xfrm>
              <a:custGeom>
                <a:avLst/>
                <a:gdLst>
                  <a:gd name="connsiteX0" fmla="*/ 14948 w 625386"/>
                  <a:gd name="connsiteY0" fmla="*/ 14955 h 180703"/>
                  <a:gd name="connsiteX1" fmla="*/ 14948 w 625386"/>
                  <a:gd name="connsiteY1" fmla="*/ 165749 h 180703"/>
                  <a:gd name="connsiteX2" fmla="*/ 610436 w 625386"/>
                  <a:gd name="connsiteY2" fmla="*/ 165749 h 180703"/>
                  <a:gd name="connsiteX3" fmla="*/ 610436 w 625386"/>
                  <a:gd name="connsiteY3" fmla="*/ 14955 h 180703"/>
                  <a:gd name="connsiteX4" fmla="*/ 7458 w 625386"/>
                  <a:gd name="connsiteY4" fmla="*/ 0 h 180703"/>
                  <a:gd name="connsiteX5" fmla="*/ 617926 w 625386"/>
                  <a:gd name="connsiteY5" fmla="*/ 0 h 180703"/>
                  <a:gd name="connsiteX6" fmla="*/ 625386 w 625386"/>
                  <a:gd name="connsiteY6" fmla="*/ 7426 h 180703"/>
                  <a:gd name="connsiteX7" fmla="*/ 625386 w 625386"/>
                  <a:gd name="connsiteY7" fmla="*/ 173277 h 180703"/>
                  <a:gd name="connsiteX8" fmla="*/ 617926 w 625386"/>
                  <a:gd name="connsiteY8" fmla="*/ 180703 h 180703"/>
                  <a:gd name="connsiteX9" fmla="*/ 7458 w 625386"/>
                  <a:gd name="connsiteY9" fmla="*/ 180703 h 180703"/>
                  <a:gd name="connsiteX10" fmla="*/ 0 w 625386"/>
                  <a:gd name="connsiteY10" fmla="*/ 173277 h 180703"/>
                  <a:gd name="connsiteX11" fmla="*/ 0 w 625386"/>
                  <a:gd name="connsiteY11" fmla="*/ 7426 h 180703"/>
                  <a:gd name="connsiteX12" fmla="*/ 7458 w 625386"/>
                  <a:gd name="connsiteY12" fmla="*/ 0 h 180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25386" h="180703">
                    <a:moveTo>
                      <a:pt x="14948" y="14955"/>
                    </a:moveTo>
                    <a:lnTo>
                      <a:pt x="14948" y="165749"/>
                    </a:lnTo>
                    <a:lnTo>
                      <a:pt x="610436" y="165749"/>
                    </a:lnTo>
                    <a:lnTo>
                      <a:pt x="610436" y="14955"/>
                    </a:lnTo>
                    <a:close/>
                    <a:moveTo>
                      <a:pt x="7458" y="0"/>
                    </a:moveTo>
                    <a:lnTo>
                      <a:pt x="617926" y="0"/>
                    </a:lnTo>
                    <a:cubicBezTo>
                      <a:pt x="621656" y="0"/>
                      <a:pt x="625386" y="2475"/>
                      <a:pt x="625386" y="7426"/>
                    </a:cubicBezTo>
                    <a:lnTo>
                      <a:pt x="625386" y="173277"/>
                    </a:lnTo>
                    <a:cubicBezTo>
                      <a:pt x="625386" y="178228"/>
                      <a:pt x="621656" y="180703"/>
                      <a:pt x="617926" y="180703"/>
                    </a:cubicBezTo>
                    <a:lnTo>
                      <a:pt x="7458" y="180703"/>
                    </a:lnTo>
                    <a:cubicBezTo>
                      <a:pt x="3728" y="180703"/>
                      <a:pt x="0" y="178228"/>
                      <a:pt x="0" y="173277"/>
                    </a:cubicBezTo>
                    <a:lnTo>
                      <a:pt x="0" y="7426"/>
                    </a:lnTo>
                    <a:cubicBezTo>
                      <a:pt x="0" y="2475"/>
                      <a:pt x="3728" y="0"/>
                      <a:pt x="74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5" name="Freeform 354">
                <a:extLst>
                  <a:ext uri="{FF2B5EF4-FFF2-40B4-BE49-F238E27FC236}">
                    <a16:creationId xmlns:a16="http://schemas.microsoft.com/office/drawing/2014/main" id="{1EE48FA3-EFCA-2046-ACD8-B83663902862}"/>
                  </a:ext>
                </a:extLst>
              </p:cNvPr>
              <p:cNvSpPr/>
              <p:nvPr/>
            </p:nvSpPr>
            <p:spPr>
              <a:xfrm>
                <a:off x="20959203" y="10541850"/>
                <a:ext cx="1323031" cy="6729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63" h="55">
                    <a:moveTo>
                      <a:pt x="1008" y="0"/>
                    </a:moveTo>
                    <a:lnTo>
                      <a:pt x="531" y="0"/>
                    </a:lnTo>
                    <a:lnTo>
                      <a:pt x="55" y="0"/>
                    </a:lnTo>
                    <a:cubicBezTo>
                      <a:pt x="40" y="0"/>
                      <a:pt x="26" y="6"/>
                      <a:pt x="16" y="16"/>
                    </a:cubicBezTo>
                    <a:cubicBezTo>
                      <a:pt x="6" y="26"/>
                      <a:pt x="0" y="40"/>
                      <a:pt x="0" y="55"/>
                    </a:cubicBezTo>
                    <a:lnTo>
                      <a:pt x="531" y="55"/>
                    </a:lnTo>
                    <a:lnTo>
                      <a:pt x="1063" y="55"/>
                    </a:lnTo>
                    <a:cubicBezTo>
                      <a:pt x="1063" y="40"/>
                      <a:pt x="1057" y="26"/>
                      <a:pt x="1047" y="16"/>
                    </a:cubicBezTo>
                    <a:cubicBezTo>
                      <a:pt x="1037" y="6"/>
                      <a:pt x="1023" y="0"/>
                      <a:pt x="1008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6" name="Freeform 505">
                <a:extLst>
                  <a:ext uri="{FF2B5EF4-FFF2-40B4-BE49-F238E27FC236}">
                    <a16:creationId xmlns:a16="http://schemas.microsoft.com/office/drawing/2014/main" id="{1C03D10B-A7D6-1F49-9783-F1AD122FB690}"/>
                  </a:ext>
                </a:extLst>
              </p:cNvPr>
              <p:cNvSpPr/>
              <p:nvPr/>
            </p:nvSpPr>
            <p:spPr>
              <a:xfrm>
                <a:off x="20951728" y="10534373"/>
                <a:ext cx="1337980" cy="82251"/>
              </a:xfrm>
              <a:custGeom>
                <a:avLst/>
                <a:gdLst>
                  <a:gd name="connsiteX0" fmla="*/ 75936 w 1337980"/>
                  <a:gd name="connsiteY0" fmla="*/ 14955 h 82251"/>
                  <a:gd name="connsiteX1" fmla="*/ 32374 w 1337980"/>
                  <a:gd name="connsiteY1" fmla="*/ 31997 h 82251"/>
                  <a:gd name="connsiteX2" fmla="*/ 14950 w 1337980"/>
                  <a:gd name="connsiteY2" fmla="*/ 67297 h 82251"/>
                  <a:gd name="connsiteX3" fmla="*/ 1323032 w 1337980"/>
                  <a:gd name="connsiteY3" fmla="*/ 67297 h 82251"/>
                  <a:gd name="connsiteX4" fmla="*/ 1305606 w 1337980"/>
                  <a:gd name="connsiteY4" fmla="*/ 31997 h 82251"/>
                  <a:gd name="connsiteX5" fmla="*/ 1262046 w 1337980"/>
                  <a:gd name="connsiteY5" fmla="*/ 14955 h 82251"/>
                  <a:gd name="connsiteX6" fmla="*/ 75924 w 1337980"/>
                  <a:gd name="connsiteY6" fmla="*/ 0 h 82251"/>
                  <a:gd name="connsiteX7" fmla="*/ 1262058 w 1337980"/>
                  <a:gd name="connsiteY7" fmla="*/ 0 h 82251"/>
                  <a:gd name="connsiteX8" fmla="*/ 1315578 w 1337980"/>
                  <a:gd name="connsiteY8" fmla="*/ 20870 h 82251"/>
                  <a:gd name="connsiteX9" fmla="*/ 1337980 w 1337980"/>
                  <a:gd name="connsiteY9" fmla="*/ 74885 h 82251"/>
                  <a:gd name="connsiteX10" fmla="*/ 1330514 w 1337980"/>
                  <a:gd name="connsiteY10" fmla="*/ 82251 h 82251"/>
                  <a:gd name="connsiteX11" fmla="*/ 7468 w 1337980"/>
                  <a:gd name="connsiteY11" fmla="*/ 82251 h 82251"/>
                  <a:gd name="connsiteX12" fmla="*/ 2490 w 1337980"/>
                  <a:gd name="connsiteY12" fmla="*/ 79796 h 82251"/>
                  <a:gd name="connsiteX13" fmla="*/ 0 w 1337980"/>
                  <a:gd name="connsiteY13" fmla="*/ 74885 h 82251"/>
                  <a:gd name="connsiteX14" fmla="*/ 21160 w 1337980"/>
                  <a:gd name="connsiteY14" fmla="*/ 20870 h 82251"/>
                  <a:gd name="connsiteX15" fmla="*/ 75924 w 1337980"/>
                  <a:gd name="connsiteY15" fmla="*/ 0 h 82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37980" h="82251">
                    <a:moveTo>
                      <a:pt x="75936" y="14955"/>
                    </a:moveTo>
                    <a:cubicBezTo>
                      <a:pt x="58512" y="14955"/>
                      <a:pt x="43576" y="21041"/>
                      <a:pt x="32374" y="31997"/>
                    </a:cubicBezTo>
                    <a:cubicBezTo>
                      <a:pt x="22418" y="41735"/>
                      <a:pt x="16194" y="53907"/>
                      <a:pt x="14950" y="67297"/>
                    </a:cubicBezTo>
                    <a:lnTo>
                      <a:pt x="1323032" y="67297"/>
                    </a:lnTo>
                    <a:cubicBezTo>
                      <a:pt x="1320542" y="53907"/>
                      <a:pt x="1314318" y="41735"/>
                      <a:pt x="1305606" y="31997"/>
                    </a:cubicBezTo>
                    <a:cubicBezTo>
                      <a:pt x="1293160" y="21041"/>
                      <a:pt x="1278226" y="14955"/>
                      <a:pt x="1262046" y="14955"/>
                    </a:cubicBezTo>
                    <a:close/>
                    <a:moveTo>
                      <a:pt x="75924" y="0"/>
                    </a:moveTo>
                    <a:lnTo>
                      <a:pt x="1262058" y="0"/>
                    </a:lnTo>
                    <a:cubicBezTo>
                      <a:pt x="1281972" y="0"/>
                      <a:pt x="1300642" y="7366"/>
                      <a:pt x="1315578" y="20870"/>
                    </a:cubicBezTo>
                    <a:cubicBezTo>
                      <a:pt x="1330514" y="35601"/>
                      <a:pt x="1337980" y="55243"/>
                      <a:pt x="1337980" y="74885"/>
                    </a:cubicBezTo>
                    <a:cubicBezTo>
                      <a:pt x="1337980" y="78568"/>
                      <a:pt x="1334248" y="82251"/>
                      <a:pt x="1330514" y="82251"/>
                    </a:cubicBezTo>
                    <a:lnTo>
                      <a:pt x="7468" y="82251"/>
                    </a:lnTo>
                    <a:cubicBezTo>
                      <a:pt x="4980" y="82251"/>
                      <a:pt x="3734" y="81023"/>
                      <a:pt x="2490" y="79796"/>
                    </a:cubicBezTo>
                    <a:cubicBezTo>
                      <a:pt x="0" y="78568"/>
                      <a:pt x="0" y="77340"/>
                      <a:pt x="0" y="74885"/>
                    </a:cubicBezTo>
                    <a:cubicBezTo>
                      <a:pt x="0" y="55243"/>
                      <a:pt x="7468" y="35601"/>
                      <a:pt x="21160" y="20870"/>
                    </a:cubicBezTo>
                    <a:cubicBezTo>
                      <a:pt x="36096" y="7366"/>
                      <a:pt x="54764" y="0"/>
                      <a:pt x="759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8" name="Freeform 357">
                <a:extLst>
                  <a:ext uri="{FF2B5EF4-FFF2-40B4-BE49-F238E27FC236}">
                    <a16:creationId xmlns:a16="http://schemas.microsoft.com/office/drawing/2014/main" id="{368E006C-7C72-8D45-8109-DF9B5F41DBC9}"/>
                  </a:ext>
                </a:extLst>
              </p:cNvPr>
              <p:cNvSpPr/>
              <p:nvPr/>
            </p:nvSpPr>
            <p:spPr>
              <a:xfrm>
                <a:off x="20959203" y="10610393"/>
                <a:ext cx="1323031" cy="2043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63" h="165">
                    <a:moveTo>
                      <a:pt x="0" y="165"/>
                    </a:moveTo>
                    <a:lnTo>
                      <a:pt x="1063" y="165"/>
                    </a:lnTo>
                    <a:lnTo>
                      <a:pt x="106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7" name="Freeform 506">
                <a:extLst>
                  <a:ext uri="{FF2B5EF4-FFF2-40B4-BE49-F238E27FC236}">
                    <a16:creationId xmlns:a16="http://schemas.microsoft.com/office/drawing/2014/main" id="{9DB579E1-11C1-6F41-A201-C11593138623}"/>
                  </a:ext>
                </a:extLst>
              </p:cNvPr>
              <p:cNvSpPr/>
              <p:nvPr/>
            </p:nvSpPr>
            <p:spPr>
              <a:xfrm>
                <a:off x="20951728" y="10602916"/>
                <a:ext cx="1337980" cy="219336"/>
              </a:xfrm>
              <a:custGeom>
                <a:avLst/>
                <a:gdLst>
                  <a:gd name="connsiteX0" fmla="*/ 14950 w 1337980"/>
                  <a:gd name="connsiteY0" fmla="*/ 14954 h 219336"/>
                  <a:gd name="connsiteX1" fmla="*/ 14950 w 1337980"/>
                  <a:gd name="connsiteY1" fmla="*/ 204381 h 219336"/>
                  <a:gd name="connsiteX2" fmla="*/ 1323032 w 1337980"/>
                  <a:gd name="connsiteY2" fmla="*/ 204381 h 219336"/>
                  <a:gd name="connsiteX3" fmla="*/ 1323032 w 1337980"/>
                  <a:gd name="connsiteY3" fmla="*/ 14954 h 219336"/>
                  <a:gd name="connsiteX4" fmla="*/ 7468 w 1337980"/>
                  <a:gd name="connsiteY4" fmla="*/ 0 h 219336"/>
                  <a:gd name="connsiteX5" fmla="*/ 1330514 w 1337980"/>
                  <a:gd name="connsiteY5" fmla="*/ 0 h 219336"/>
                  <a:gd name="connsiteX6" fmla="*/ 1337980 w 1337980"/>
                  <a:gd name="connsiteY6" fmla="*/ 7435 h 219336"/>
                  <a:gd name="connsiteX7" fmla="*/ 1337980 w 1337980"/>
                  <a:gd name="connsiteY7" fmla="*/ 211901 h 219336"/>
                  <a:gd name="connsiteX8" fmla="*/ 1330514 w 1337980"/>
                  <a:gd name="connsiteY8" fmla="*/ 219336 h 219336"/>
                  <a:gd name="connsiteX9" fmla="*/ 7468 w 1337980"/>
                  <a:gd name="connsiteY9" fmla="*/ 219336 h 219336"/>
                  <a:gd name="connsiteX10" fmla="*/ 0 w 1337980"/>
                  <a:gd name="connsiteY10" fmla="*/ 211901 h 219336"/>
                  <a:gd name="connsiteX11" fmla="*/ 0 w 1337980"/>
                  <a:gd name="connsiteY11" fmla="*/ 7435 h 219336"/>
                  <a:gd name="connsiteX12" fmla="*/ 7468 w 1337980"/>
                  <a:gd name="connsiteY12" fmla="*/ 0 h 2193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337980" h="219336">
                    <a:moveTo>
                      <a:pt x="14950" y="14954"/>
                    </a:moveTo>
                    <a:lnTo>
                      <a:pt x="14950" y="204381"/>
                    </a:lnTo>
                    <a:lnTo>
                      <a:pt x="1323032" y="204381"/>
                    </a:lnTo>
                    <a:lnTo>
                      <a:pt x="1323032" y="14954"/>
                    </a:lnTo>
                    <a:close/>
                    <a:moveTo>
                      <a:pt x="7468" y="0"/>
                    </a:moveTo>
                    <a:lnTo>
                      <a:pt x="1330514" y="0"/>
                    </a:lnTo>
                    <a:cubicBezTo>
                      <a:pt x="1334248" y="0"/>
                      <a:pt x="1337980" y="3718"/>
                      <a:pt x="1337980" y="7435"/>
                    </a:cubicBezTo>
                    <a:lnTo>
                      <a:pt x="1337980" y="211901"/>
                    </a:lnTo>
                    <a:cubicBezTo>
                      <a:pt x="1337980" y="216858"/>
                      <a:pt x="1334248" y="219336"/>
                      <a:pt x="1330514" y="219336"/>
                    </a:cubicBezTo>
                    <a:lnTo>
                      <a:pt x="7468" y="219336"/>
                    </a:lnTo>
                    <a:cubicBezTo>
                      <a:pt x="2490" y="219336"/>
                      <a:pt x="0" y="216858"/>
                      <a:pt x="0" y="211901"/>
                    </a:cubicBezTo>
                    <a:lnTo>
                      <a:pt x="0" y="7435"/>
                    </a:lnTo>
                    <a:cubicBezTo>
                      <a:pt x="0" y="3718"/>
                      <a:pt x="2490" y="0"/>
                      <a:pt x="74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4AC61EBA-8C3C-814F-A8DB-4C80B75DB77A}"/>
                  </a:ext>
                </a:extLst>
              </p:cNvPr>
              <p:cNvSpPr/>
              <p:nvPr/>
            </p:nvSpPr>
            <p:spPr>
              <a:xfrm>
                <a:off x="21111190" y="9743017"/>
                <a:ext cx="389933" cy="584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4" h="470">
                    <a:moveTo>
                      <a:pt x="258" y="128"/>
                    </a:moveTo>
                    <a:cubicBezTo>
                      <a:pt x="311" y="227"/>
                      <a:pt x="332" y="451"/>
                      <a:pt x="297" y="469"/>
                    </a:cubicBezTo>
                    <a:cubicBezTo>
                      <a:pt x="263" y="488"/>
                      <a:pt x="88" y="346"/>
                      <a:pt x="35" y="248"/>
                    </a:cubicBezTo>
                    <a:cubicBezTo>
                      <a:pt x="-18" y="150"/>
                      <a:pt x="-10" y="43"/>
                      <a:pt x="52" y="10"/>
                    </a:cubicBezTo>
                    <a:cubicBezTo>
                      <a:pt x="113" y="-23"/>
                      <a:pt x="206" y="30"/>
                      <a:pt x="258" y="12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8" name="Freeform 507">
                <a:extLst>
                  <a:ext uri="{FF2B5EF4-FFF2-40B4-BE49-F238E27FC236}">
                    <a16:creationId xmlns:a16="http://schemas.microsoft.com/office/drawing/2014/main" id="{D1A4C627-470E-1145-9DC0-E0BD355BCCCA}"/>
                  </a:ext>
                </a:extLst>
              </p:cNvPr>
              <p:cNvSpPr/>
              <p:nvPr/>
            </p:nvSpPr>
            <p:spPr>
              <a:xfrm>
                <a:off x="21104091" y="9737336"/>
                <a:ext cx="404343" cy="600133"/>
              </a:xfrm>
              <a:custGeom>
                <a:avLst/>
                <a:gdLst>
                  <a:gd name="connsiteX0" fmla="*/ 122604 w 404343"/>
                  <a:gd name="connsiteY0" fmla="*/ 14405 h 600133"/>
                  <a:gd name="connsiteX1" fmla="*/ 76662 w 404343"/>
                  <a:gd name="connsiteY1" fmla="*/ 25597 h 600133"/>
                  <a:gd name="connsiteX2" fmla="*/ 59280 w 404343"/>
                  <a:gd name="connsiteY2" fmla="*/ 310360 h 600133"/>
                  <a:gd name="connsiteX3" fmla="*/ 373420 w 404343"/>
                  <a:gd name="connsiteY3" fmla="*/ 582688 h 600133"/>
                  <a:gd name="connsiteX4" fmla="*/ 385838 w 404343"/>
                  <a:gd name="connsiteY4" fmla="*/ 416058 h 600133"/>
                  <a:gd name="connsiteX5" fmla="*/ 322512 w 404343"/>
                  <a:gd name="connsiteY5" fmla="*/ 168600 h 600133"/>
                  <a:gd name="connsiteX6" fmla="*/ 122604 w 404343"/>
                  <a:gd name="connsiteY6" fmla="*/ 14405 h 600133"/>
                  <a:gd name="connsiteX7" fmla="*/ 133584 w 404343"/>
                  <a:gd name="connsiteY7" fmla="*/ 616 h 600133"/>
                  <a:gd name="connsiteX8" fmla="*/ 334956 w 404343"/>
                  <a:gd name="connsiteY8" fmla="*/ 163612 h 600133"/>
                  <a:gd name="connsiteX9" fmla="*/ 399540 w 404343"/>
                  <a:gd name="connsiteY9" fmla="*/ 414829 h 600133"/>
                  <a:gd name="connsiteX10" fmla="*/ 380910 w 404343"/>
                  <a:gd name="connsiteY10" fmla="*/ 597646 h 600133"/>
                  <a:gd name="connsiteX11" fmla="*/ 367248 w 404343"/>
                  <a:gd name="connsiteY11" fmla="*/ 600133 h 600133"/>
                  <a:gd name="connsiteX12" fmla="*/ 44336 w 404343"/>
                  <a:gd name="connsiteY12" fmla="*/ 319068 h 600133"/>
                  <a:gd name="connsiteX13" fmla="*/ 67934 w 404343"/>
                  <a:gd name="connsiteY13" fmla="*/ 13130 h 600133"/>
                  <a:gd name="connsiteX14" fmla="*/ 133584 w 404343"/>
                  <a:gd name="connsiteY14" fmla="*/ 616 h 600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04343" h="600133">
                    <a:moveTo>
                      <a:pt x="122604" y="14405"/>
                    </a:moveTo>
                    <a:cubicBezTo>
                      <a:pt x="105220" y="14405"/>
                      <a:pt x="90320" y="18136"/>
                      <a:pt x="76662" y="25597"/>
                    </a:cubicBezTo>
                    <a:cubicBezTo>
                      <a:pt x="3404" y="64145"/>
                      <a:pt x="-4046" y="192227"/>
                      <a:pt x="59280" y="310360"/>
                    </a:cubicBezTo>
                    <a:cubicBezTo>
                      <a:pt x="126330" y="437198"/>
                      <a:pt x="339896" y="601341"/>
                      <a:pt x="373420" y="582688"/>
                    </a:cubicBezTo>
                    <a:cubicBezTo>
                      <a:pt x="388320" y="575227"/>
                      <a:pt x="397012" y="515539"/>
                      <a:pt x="385838" y="416058"/>
                    </a:cubicBezTo>
                    <a:cubicBezTo>
                      <a:pt x="375904" y="317821"/>
                      <a:pt x="351070" y="223314"/>
                      <a:pt x="322512" y="168600"/>
                    </a:cubicBezTo>
                    <a:cubicBezTo>
                      <a:pt x="271604" y="74093"/>
                      <a:pt x="189654" y="14405"/>
                      <a:pt x="122604" y="14405"/>
                    </a:cubicBezTo>
                    <a:close/>
                    <a:moveTo>
                      <a:pt x="133584" y="616"/>
                    </a:moveTo>
                    <a:cubicBezTo>
                      <a:pt x="203852" y="7378"/>
                      <a:pt x="283726" y="69405"/>
                      <a:pt x="334956" y="163612"/>
                    </a:cubicBezTo>
                    <a:cubicBezTo>
                      <a:pt x="369732" y="230769"/>
                      <a:pt x="392088" y="337723"/>
                      <a:pt x="399540" y="414829"/>
                    </a:cubicBezTo>
                    <a:cubicBezTo>
                      <a:pt x="403266" y="453382"/>
                      <a:pt x="414442" y="578991"/>
                      <a:pt x="380910" y="597646"/>
                    </a:cubicBezTo>
                    <a:cubicBezTo>
                      <a:pt x="375942" y="598889"/>
                      <a:pt x="372216" y="600133"/>
                      <a:pt x="367248" y="600133"/>
                    </a:cubicBezTo>
                    <a:cubicBezTo>
                      <a:pt x="301424" y="600133"/>
                      <a:pt x="106434" y="433484"/>
                      <a:pt x="44336" y="319068"/>
                    </a:cubicBezTo>
                    <a:cubicBezTo>
                      <a:pt x="-22730" y="193459"/>
                      <a:pt x="-12794" y="55414"/>
                      <a:pt x="67934" y="13130"/>
                    </a:cubicBezTo>
                    <a:cubicBezTo>
                      <a:pt x="87806" y="2248"/>
                      <a:pt x="110160" y="-1638"/>
                      <a:pt x="133584" y="61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4" name="Freeform 363">
                <a:extLst>
                  <a:ext uri="{FF2B5EF4-FFF2-40B4-BE49-F238E27FC236}">
                    <a16:creationId xmlns:a16="http://schemas.microsoft.com/office/drawing/2014/main" id="{4D249B1D-DAE8-364F-98D4-E0D375D15C1A}"/>
                  </a:ext>
                </a:extLst>
              </p:cNvPr>
              <p:cNvSpPr/>
              <p:nvPr/>
            </p:nvSpPr>
            <p:spPr>
              <a:xfrm>
                <a:off x="21979507" y="9956126"/>
                <a:ext cx="482121" cy="40876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8" h="329">
                    <a:moveTo>
                      <a:pt x="299" y="232"/>
                    </a:moveTo>
                    <a:cubicBezTo>
                      <a:pt x="220" y="295"/>
                      <a:pt x="25" y="349"/>
                      <a:pt x="3" y="321"/>
                    </a:cubicBezTo>
                    <a:cubicBezTo>
                      <a:pt x="-18" y="293"/>
                      <a:pt x="80" y="116"/>
                      <a:pt x="158" y="54"/>
                    </a:cubicBezTo>
                    <a:cubicBezTo>
                      <a:pt x="237" y="-8"/>
                      <a:pt x="333" y="-19"/>
                      <a:pt x="372" y="31"/>
                    </a:cubicBezTo>
                    <a:cubicBezTo>
                      <a:pt x="411" y="80"/>
                      <a:pt x="378" y="170"/>
                      <a:pt x="299" y="23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09" name="Freeform 508">
                <a:extLst>
                  <a:ext uri="{FF2B5EF4-FFF2-40B4-BE49-F238E27FC236}">
                    <a16:creationId xmlns:a16="http://schemas.microsoft.com/office/drawing/2014/main" id="{94AECA60-5775-6D4A-A9FA-64A82D8C278B}"/>
                  </a:ext>
                </a:extLst>
              </p:cNvPr>
              <p:cNvSpPr/>
              <p:nvPr/>
            </p:nvSpPr>
            <p:spPr>
              <a:xfrm>
                <a:off x="21972863" y="9947260"/>
                <a:ext cx="496709" cy="423857"/>
              </a:xfrm>
              <a:custGeom>
                <a:avLst/>
                <a:gdLst>
                  <a:gd name="connsiteX0" fmla="*/ 355801 w 496709"/>
                  <a:gd name="connsiteY0" fmla="*/ 16340 h 423857"/>
                  <a:gd name="connsiteX1" fmla="*/ 207945 w 496709"/>
                  <a:gd name="connsiteY1" fmla="*/ 80939 h 423857"/>
                  <a:gd name="connsiteX2" fmla="*/ 67545 w 496709"/>
                  <a:gd name="connsiteY2" fmla="*/ 261070 h 423857"/>
                  <a:gd name="connsiteX3" fmla="*/ 16603 w 496709"/>
                  <a:gd name="connsiteY3" fmla="*/ 402691 h 423857"/>
                  <a:gd name="connsiteX4" fmla="*/ 165701 w 496709"/>
                  <a:gd name="connsiteY4" fmla="*/ 387783 h 423857"/>
                  <a:gd name="connsiteX5" fmla="*/ 374437 w 496709"/>
                  <a:gd name="connsiteY5" fmla="*/ 292127 h 423857"/>
                  <a:gd name="connsiteX6" fmla="*/ 471351 w 496709"/>
                  <a:gd name="connsiteY6" fmla="*/ 164172 h 423857"/>
                  <a:gd name="connsiteX7" fmla="*/ 462653 w 496709"/>
                  <a:gd name="connsiteY7" fmla="*/ 51124 h 423857"/>
                  <a:gd name="connsiteX8" fmla="*/ 375681 w 496709"/>
                  <a:gd name="connsiteY8" fmla="*/ 16340 h 423857"/>
                  <a:gd name="connsiteX9" fmla="*/ 355801 w 496709"/>
                  <a:gd name="connsiteY9" fmla="*/ 16340 h 423857"/>
                  <a:gd name="connsiteX10" fmla="*/ 391217 w 496709"/>
                  <a:gd name="connsiteY10" fmla="*/ 625 h 423857"/>
                  <a:gd name="connsiteX11" fmla="*/ 473875 w 496709"/>
                  <a:gd name="connsiteY11" fmla="*/ 42387 h 423857"/>
                  <a:gd name="connsiteX12" fmla="*/ 485059 w 496709"/>
                  <a:gd name="connsiteY12" fmla="*/ 167887 h 423857"/>
                  <a:gd name="connsiteX13" fmla="*/ 383159 w 496709"/>
                  <a:gd name="connsiteY13" fmla="*/ 303327 h 423857"/>
                  <a:gd name="connsiteX14" fmla="*/ 170661 w 496709"/>
                  <a:gd name="connsiteY14" fmla="*/ 401491 h 423857"/>
                  <a:gd name="connsiteX15" fmla="*/ 45151 w 496709"/>
                  <a:gd name="connsiteY15" fmla="*/ 423857 h 423857"/>
                  <a:gd name="connsiteX16" fmla="*/ 5385 w 496709"/>
                  <a:gd name="connsiteY16" fmla="*/ 412674 h 423857"/>
                  <a:gd name="connsiteX17" fmla="*/ 53851 w 496709"/>
                  <a:gd name="connsiteY17" fmla="*/ 253624 h 423857"/>
                  <a:gd name="connsiteX18" fmla="*/ 199243 w 496709"/>
                  <a:gd name="connsiteY18" fmla="*/ 69723 h 423857"/>
                  <a:gd name="connsiteX19" fmla="*/ 353335 w 496709"/>
                  <a:gd name="connsiteY19" fmla="*/ 1382 h 423857"/>
                  <a:gd name="connsiteX20" fmla="*/ 391217 w 496709"/>
                  <a:gd name="connsiteY20" fmla="*/ 625 h 4238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96709" h="423857">
                    <a:moveTo>
                      <a:pt x="355801" y="16340"/>
                    </a:moveTo>
                    <a:cubicBezTo>
                      <a:pt x="306101" y="21309"/>
                      <a:pt x="253917" y="44913"/>
                      <a:pt x="207945" y="80939"/>
                    </a:cubicBezTo>
                    <a:cubicBezTo>
                      <a:pt x="164459" y="115723"/>
                      <a:pt x="111033" y="184048"/>
                      <a:pt x="67545" y="261070"/>
                    </a:cubicBezTo>
                    <a:cubicBezTo>
                      <a:pt x="22817" y="338092"/>
                      <a:pt x="7907" y="391510"/>
                      <a:pt x="16603" y="402691"/>
                    </a:cubicBezTo>
                    <a:cubicBezTo>
                      <a:pt x="25301" y="413871"/>
                      <a:pt x="81213" y="411387"/>
                      <a:pt x="165701" y="387783"/>
                    </a:cubicBezTo>
                    <a:cubicBezTo>
                      <a:pt x="251433" y="361695"/>
                      <a:pt x="329709" y="325669"/>
                      <a:pt x="374437" y="292127"/>
                    </a:cubicBezTo>
                    <a:cubicBezTo>
                      <a:pt x="420409" y="254859"/>
                      <a:pt x="455199" y="208894"/>
                      <a:pt x="471351" y="164172"/>
                    </a:cubicBezTo>
                    <a:cubicBezTo>
                      <a:pt x="487503" y="119450"/>
                      <a:pt x="485019" y="78454"/>
                      <a:pt x="462653" y="51124"/>
                    </a:cubicBezTo>
                    <a:cubicBezTo>
                      <a:pt x="444017" y="27521"/>
                      <a:pt x="414197" y="16340"/>
                      <a:pt x="375681" y="16340"/>
                    </a:cubicBezTo>
                    <a:cubicBezTo>
                      <a:pt x="369467" y="16340"/>
                      <a:pt x="362013" y="16340"/>
                      <a:pt x="355801" y="16340"/>
                    </a:cubicBezTo>
                    <a:close/>
                    <a:moveTo>
                      <a:pt x="391217" y="625"/>
                    </a:moveTo>
                    <a:cubicBezTo>
                      <a:pt x="426809" y="3712"/>
                      <a:pt x="455235" y="18157"/>
                      <a:pt x="473875" y="42387"/>
                    </a:cubicBezTo>
                    <a:cubicBezTo>
                      <a:pt x="499971" y="73451"/>
                      <a:pt x="503699" y="119426"/>
                      <a:pt x="485059" y="167887"/>
                    </a:cubicBezTo>
                    <a:cubicBezTo>
                      <a:pt x="468905" y="217590"/>
                      <a:pt x="431625" y="264807"/>
                      <a:pt x="383159" y="303327"/>
                    </a:cubicBezTo>
                    <a:cubicBezTo>
                      <a:pt x="329725" y="345575"/>
                      <a:pt x="237767" y="381609"/>
                      <a:pt x="170661" y="401491"/>
                    </a:cubicBezTo>
                    <a:cubicBezTo>
                      <a:pt x="148293" y="408946"/>
                      <a:pt x="87403" y="423857"/>
                      <a:pt x="45151" y="423857"/>
                    </a:cubicBezTo>
                    <a:cubicBezTo>
                      <a:pt x="26511" y="423857"/>
                      <a:pt x="11599" y="421372"/>
                      <a:pt x="5385" y="412674"/>
                    </a:cubicBezTo>
                    <a:cubicBezTo>
                      <a:pt x="-16983" y="384095"/>
                      <a:pt x="36453" y="284689"/>
                      <a:pt x="53851" y="253624"/>
                    </a:cubicBezTo>
                    <a:cubicBezTo>
                      <a:pt x="88645" y="192738"/>
                      <a:pt x="145809" y="111971"/>
                      <a:pt x="199243" y="69723"/>
                    </a:cubicBezTo>
                    <a:cubicBezTo>
                      <a:pt x="247707" y="31203"/>
                      <a:pt x="302385" y="7594"/>
                      <a:pt x="353335" y="1382"/>
                    </a:cubicBezTo>
                    <a:cubicBezTo>
                      <a:pt x="366695" y="-171"/>
                      <a:pt x="379353" y="-404"/>
                      <a:pt x="391217" y="62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30152495-09FC-9446-9B0F-F56C1DBE8BAF}"/>
                  </a:ext>
                </a:extLst>
              </p:cNvPr>
              <p:cNvSpPr/>
              <p:nvPr/>
            </p:nvSpPr>
            <p:spPr>
              <a:xfrm>
                <a:off x="21679268" y="9513715"/>
                <a:ext cx="326397" cy="6330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3" h="509">
                    <a:moveTo>
                      <a:pt x="254" y="227"/>
                    </a:moveTo>
                    <a:cubicBezTo>
                      <a:pt x="229" y="336"/>
                      <a:pt x="96" y="517"/>
                      <a:pt x="58" y="509"/>
                    </a:cubicBezTo>
                    <a:cubicBezTo>
                      <a:pt x="21" y="499"/>
                      <a:pt x="-18" y="277"/>
                      <a:pt x="8" y="169"/>
                    </a:cubicBezTo>
                    <a:cubicBezTo>
                      <a:pt x="33" y="61"/>
                      <a:pt x="109" y="-14"/>
                      <a:pt x="177" y="2"/>
                    </a:cubicBezTo>
                    <a:cubicBezTo>
                      <a:pt x="244" y="17"/>
                      <a:pt x="279" y="118"/>
                      <a:pt x="254" y="22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10" name="Freeform 509">
                <a:extLst>
                  <a:ext uri="{FF2B5EF4-FFF2-40B4-BE49-F238E27FC236}">
                    <a16:creationId xmlns:a16="http://schemas.microsoft.com/office/drawing/2014/main" id="{F3E28D55-470E-F140-846F-ED331D7214BC}"/>
                  </a:ext>
                </a:extLst>
              </p:cNvPr>
              <p:cNvSpPr/>
              <p:nvPr/>
            </p:nvSpPr>
            <p:spPr>
              <a:xfrm>
                <a:off x="21670865" y="9504743"/>
                <a:ext cx="341296" cy="649533"/>
              </a:xfrm>
              <a:custGeom>
                <a:avLst/>
                <a:gdLst>
                  <a:gd name="connsiteX0" fmla="*/ 204483 w 341296"/>
                  <a:gd name="connsiteY0" fmla="*/ 15203 h 649533"/>
                  <a:gd name="connsiteX1" fmla="*/ 108941 w 341296"/>
                  <a:gd name="connsiteY1" fmla="*/ 62465 h 649533"/>
                  <a:gd name="connsiteX2" fmla="*/ 25807 w 341296"/>
                  <a:gd name="connsiteY2" fmla="*/ 220418 h 649533"/>
                  <a:gd name="connsiteX3" fmla="*/ 82885 w 341296"/>
                  <a:gd name="connsiteY3" fmla="*/ 634579 h 649533"/>
                  <a:gd name="connsiteX4" fmla="*/ 202003 w 341296"/>
                  <a:gd name="connsiteY4" fmla="*/ 516425 h 649533"/>
                  <a:gd name="connsiteX5" fmla="*/ 316157 w 341296"/>
                  <a:gd name="connsiteY5" fmla="*/ 288823 h 649533"/>
                  <a:gd name="connsiteX6" fmla="*/ 311193 w 341296"/>
                  <a:gd name="connsiteY6" fmla="*/ 109726 h 649533"/>
                  <a:gd name="connsiteX7" fmla="*/ 225577 w 341296"/>
                  <a:gd name="connsiteY7" fmla="*/ 18934 h 649533"/>
                  <a:gd name="connsiteX8" fmla="*/ 204483 w 341296"/>
                  <a:gd name="connsiteY8" fmla="*/ 15203 h 649533"/>
                  <a:gd name="connsiteX9" fmla="*/ 229319 w 341296"/>
                  <a:gd name="connsiteY9" fmla="*/ 2736 h 649533"/>
                  <a:gd name="connsiteX10" fmla="*/ 326137 w 341296"/>
                  <a:gd name="connsiteY10" fmla="*/ 104731 h 649533"/>
                  <a:gd name="connsiteX11" fmla="*/ 331103 w 341296"/>
                  <a:gd name="connsiteY11" fmla="*/ 292551 h 649533"/>
                  <a:gd name="connsiteX12" fmla="*/ 214425 w 341296"/>
                  <a:gd name="connsiteY12" fmla="*/ 525149 h 649533"/>
                  <a:gd name="connsiteX13" fmla="*/ 84091 w 341296"/>
                  <a:gd name="connsiteY13" fmla="*/ 649533 h 649533"/>
                  <a:gd name="connsiteX14" fmla="*/ 79127 w 341296"/>
                  <a:gd name="connsiteY14" fmla="*/ 649533 h 649533"/>
                  <a:gd name="connsiteX15" fmla="*/ 10857 w 341296"/>
                  <a:gd name="connsiteY15" fmla="*/ 217920 h 649533"/>
                  <a:gd name="connsiteX16" fmla="*/ 97745 w 341296"/>
                  <a:gd name="connsiteY16" fmla="*/ 51245 h 649533"/>
                  <a:gd name="connsiteX17" fmla="*/ 229319 w 341296"/>
                  <a:gd name="connsiteY17" fmla="*/ 2736 h 6495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341296" h="649533">
                    <a:moveTo>
                      <a:pt x="204483" y="15203"/>
                    </a:moveTo>
                    <a:cubicBezTo>
                      <a:pt x="173463" y="15203"/>
                      <a:pt x="138721" y="32615"/>
                      <a:pt x="108941" y="62465"/>
                    </a:cubicBezTo>
                    <a:cubicBezTo>
                      <a:pt x="69235" y="101020"/>
                      <a:pt x="39457" y="156988"/>
                      <a:pt x="25807" y="220418"/>
                    </a:cubicBezTo>
                    <a:cubicBezTo>
                      <a:pt x="-6453" y="360959"/>
                      <a:pt x="44419" y="624629"/>
                      <a:pt x="82885" y="634579"/>
                    </a:cubicBezTo>
                    <a:cubicBezTo>
                      <a:pt x="97775" y="637066"/>
                      <a:pt x="143685" y="598511"/>
                      <a:pt x="202003" y="516425"/>
                    </a:cubicBezTo>
                    <a:cubicBezTo>
                      <a:pt x="259079" y="435583"/>
                      <a:pt x="301267" y="349766"/>
                      <a:pt x="316157" y="288823"/>
                    </a:cubicBezTo>
                    <a:cubicBezTo>
                      <a:pt x="331047" y="225393"/>
                      <a:pt x="329805" y="161963"/>
                      <a:pt x="311193" y="109726"/>
                    </a:cubicBezTo>
                    <a:cubicBezTo>
                      <a:pt x="295063" y="59977"/>
                      <a:pt x="264043" y="26397"/>
                      <a:pt x="225577" y="18934"/>
                    </a:cubicBezTo>
                    <a:cubicBezTo>
                      <a:pt x="219373" y="16447"/>
                      <a:pt x="211929" y="15203"/>
                      <a:pt x="204483" y="15203"/>
                    </a:cubicBezTo>
                    <a:close/>
                    <a:moveTo>
                      <a:pt x="229319" y="2736"/>
                    </a:moveTo>
                    <a:cubicBezTo>
                      <a:pt x="272763" y="13930"/>
                      <a:pt x="307519" y="50002"/>
                      <a:pt x="326137" y="104731"/>
                    </a:cubicBezTo>
                    <a:cubicBezTo>
                      <a:pt x="344757" y="159460"/>
                      <a:pt x="345999" y="226627"/>
                      <a:pt x="331103" y="292551"/>
                    </a:cubicBezTo>
                    <a:cubicBezTo>
                      <a:pt x="313725" y="367181"/>
                      <a:pt x="259109" y="461713"/>
                      <a:pt x="214425" y="525149"/>
                    </a:cubicBezTo>
                    <a:cubicBezTo>
                      <a:pt x="193323" y="556245"/>
                      <a:pt x="123813" y="649533"/>
                      <a:pt x="84091" y="649533"/>
                    </a:cubicBezTo>
                    <a:cubicBezTo>
                      <a:pt x="82851" y="649533"/>
                      <a:pt x="80369" y="649533"/>
                      <a:pt x="79127" y="649533"/>
                    </a:cubicBezTo>
                    <a:cubicBezTo>
                      <a:pt x="23269" y="635851"/>
                      <a:pt x="-21415" y="353499"/>
                      <a:pt x="10857" y="217920"/>
                    </a:cubicBezTo>
                    <a:cubicBezTo>
                      <a:pt x="25753" y="150753"/>
                      <a:pt x="56785" y="92292"/>
                      <a:pt x="97745" y="51245"/>
                    </a:cubicBezTo>
                    <a:cubicBezTo>
                      <a:pt x="138707" y="10199"/>
                      <a:pt x="185875" y="-7215"/>
                      <a:pt x="229319" y="273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BB48A54E-8C9C-B34C-B41A-B247622C2AC4}"/>
                  </a:ext>
                </a:extLst>
              </p:cNvPr>
              <p:cNvSpPr/>
              <p:nvPr/>
            </p:nvSpPr>
            <p:spPr>
              <a:xfrm>
                <a:off x="20923075" y="10130598"/>
                <a:ext cx="296498" cy="2642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9" h="213">
                    <a:moveTo>
                      <a:pt x="169" y="44"/>
                    </a:moveTo>
                    <a:cubicBezTo>
                      <a:pt x="235" y="97"/>
                      <a:pt x="249" y="183"/>
                      <a:pt x="234" y="201"/>
                    </a:cubicBezTo>
                    <a:cubicBezTo>
                      <a:pt x="220" y="218"/>
                      <a:pt x="133" y="223"/>
                      <a:pt x="67" y="170"/>
                    </a:cubicBezTo>
                    <a:cubicBezTo>
                      <a:pt x="0" y="116"/>
                      <a:pt x="-14" y="57"/>
                      <a:pt x="14" y="23"/>
                    </a:cubicBezTo>
                    <a:cubicBezTo>
                      <a:pt x="42" y="-12"/>
                      <a:pt x="102" y="-10"/>
                      <a:pt x="169" y="4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11" name="Freeform 510">
                <a:extLst>
                  <a:ext uri="{FF2B5EF4-FFF2-40B4-BE49-F238E27FC236}">
                    <a16:creationId xmlns:a16="http://schemas.microsoft.com/office/drawing/2014/main" id="{42F9C61F-A954-854F-AC6C-6608D20CC116}"/>
                  </a:ext>
                </a:extLst>
              </p:cNvPr>
              <p:cNvSpPr/>
              <p:nvPr/>
            </p:nvSpPr>
            <p:spPr>
              <a:xfrm>
                <a:off x="20914744" y="10122567"/>
                <a:ext cx="311748" cy="279709"/>
              </a:xfrm>
              <a:custGeom>
                <a:avLst/>
                <a:gdLst>
                  <a:gd name="connsiteX0" fmla="*/ 88984 w 311748"/>
                  <a:gd name="connsiteY0" fmla="*/ 15509 h 279709"/>
                  <a:gd name="connsiteX1" fmla="*/ 30690 w 311748"/>
                  <a:gd name="connsiteY1" fmla="*/ 40310 h 279709"/>
                  <a:gd name="connsiteX2" fmla="*/ 95186 w 311748"/>
                  <a:gd name="connsiteY2" fmla="*/ 212674 h 279709"/>
                  <a:gd name="connsiteX3" fmla="*/ 292394 w 311748"/>
                  <a:gd name="connsiteY3" fmla="*/ 252355 h 279709"/>
                  <a:gd name="connsiteX4" fmla="*/ 211774 w 311748"/>
                  <a:gd name="connsiteY4" fmla="*/ 67590 h 279709"/>
                  <a:gd name="connsiteX5" fmla="*/ 88984 w 311748"/>
                  <a:gd name="connsiteY5" fmla="*/ 15509 h 279709"/>
                  <a:gd name="connsiteX6" fmla="*/ 97478 w 311748"/>
                  <a:gd name="connsiteY6" fmla="*/ 244 h 279709"/>
                  <a:gd name="connsiteX7" fmla="*/ 220474 w 311748"/>
                  <a:gd name="connsiteY7" fmla="*/ 56385 h 279709"/>
                  <a:gd name="connsiteX8" fmla="*/ 303610 w 311748"/>
                  <a:gd name="connsiteY8" fmla="*/ 261099 h 279709"/>
                  <a:gd name="connsiteX9" fmla="*/ 241568 w 311748"/>
                  <a:gd name="connsiteY9" fmla="*/ 279709 h 279709"/>
                  <a:gd name="connsiteX10" fmla="*/ 85224 w 311748"/>
                  <a:gd name="connsiteY10" fmla="*/ 223878 h 279709"/>
                  <a:gd name="connsiteX11" fmla="*/ 18220 w 311748"/>
                  <a:gd name="connsiteY11" fmla="*/ 31571 h 279709"/>
                  <a:gd name="connsiteX12" fmla="*/ 97478 w 311748"/>
                  <a:gd name="connsiteY12" fmla="*/ 244 h 279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11748" h="279709">
                    <a:moveTo>
                      <a:pt x="88984" y="15509"/>
                    </a:moveTo>
                    <a:cubicBezTo>
                      <a:pt x="64178" y="15509"/>
                      <a:pt x="44332" y="22949"/>
                      <a:pt x="30690" y="40310"/>
                    </a:cubicBezTo>
                    <a:cubicBezTo>
                      <a:pt x="-4038" y="83711"/>
                      <a:pt x="22008" y="153152"/>
                      <a:pt x="95186" y="212674"/>
                    </a:cubicBezTo>
                    <a:cubicBezTo>
                      <a:pt x="175806" y="278395"/>
                      <a:pt x="277510" y="269715"/>
                      <a:pt x="292394" y="252355"/>
                    </a:cubicBezTo>
                    <a:cubicBezTo>
                      <a:pt x="306038" y="234994"/>
                      <a:pt x="292394" y="134552"/>
                      <a:pt x="211774" y="67590"/>
                    </a:cubicBezTo>
                    <a:cubicBezTo>
                      <a:pt x="168364" y="32869"/>
                      <a:pt x="124952" y="15509"/>
                      <a:pt x="88984" y="15509"/>
                    </a:cubicBezTo>
                    <a:close/>
                    <a:moveTo>
                      <a:pt x="97478" y="244"/>
                    </a:moveTo>
                    <a:cubicBezTo>
                      <a:pt x="132066" y="2415"/>
                      <a:pt x="173944" y="19165"/>
                      <a:pt x="220474" y="56385"/>
                    </a:cubicBezTo>
                    <a:cubicBezTo>
                      <a:pt x="303610" y="122142"/>
                      <a:pt x="325944" y="233804"/>
                      <a:pt x="303610" y="261099"/>
                    </a:cubicBezTo>
                    <a:cubicBezTo>
                      <a:pt x="294924" y="273506"/>
                      <a:pt x="271348" y="279709"/>
                      <a:pt x="241568" y="279709"/>
                    </a:cubicBezTo>
                    <a:cubicBezTo>
                      <a:pt x="195658" y="279709"/>
                      <a:pt x="134858" y="264821"/>
                      <a:pt x="85224" y="223878"/>
                    </a:cubicBezTo>
                    <a:cubicBezTo>
                      <a:pt x="-7838" y="148196"/>
                      <a:pt x="-15282" y="72514"/>
                      <a:pt x="18220" y="31571"/>
                    </a:cubicBezTo>
                    <a:cubicBezTo>
                      <a:pt x="35592" y="10480"/>
                      <a:pt x="62890" y="-1927"/>
                      <a:pt x="97478" y="24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4" name="Freeform 373">
                <a:extLst>
                  <a:ext uri="{FF2B5EF4-FFF2-40B4-BE49-F238E27FC236}">
                    <a16:creationId xmlns:a16="http://schemas.microsoft.com/office/drawing/2014/main" id="{5C963E67-F408-AB4C-BB3A-EE38172EB00B}"/>
                  </a:ext>
                </a:extLst>
              </p:cNvPr>
              <p:cNvSpPr/>
              <p:nvPr/>
            </p:nvSpPr>
            <p:spPr>
              <a:xfrm>
                <a:off x="21421392" y="9428971"/>
                <a:ext cx="199327" cy="4698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1" h="378">
                    <a:moveTo>
                      <a:pt x="161" y="161"/>
                    </a:moveTo>
                    <a:cubicBezTo>
                      <a:pt x="163" y="265"/>
                      <a:pt x="118" y="378"/>
                      <a:pt x="95" y="378"/>
                    </a:cubicBezTo>
                    <a:cubicBezTo>
                      <a:pt x="72" y="379"/>
                      <a:pt x="1" y="268"/>
                      <a:pt x="0" y="164"/>
                    </a:cubicBezTo>
                    <a:cubicBezTo>
                      <a:pt x="-2" y="60"/>
                      <a:pt x="33" y="1"/>
                      <a:pt x="78" y="0"/>
                    </a:cubicBezTo>
                    <a:cubicBezTo>
                      <a:pt x="122" y="-1"/>
                      <a:pt x="159" y="57"/>
                      <a:pt x="161" y="1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12" name="Freeform 511">
                <a:extLst>
                  <a:ext uri="{FF2B5EF4-FFF2-40B4-BE49-F238E27FC236}">
                    <a16:creationId xmlns:a16="http://schemas.microsoft.com/office/drawing/2014/main" id="{12421FD4-F2C8-2C45-8340-783F2112B435}"/>
                  </a:ext>
                </a:extLst>
              </p:cNvPr>
              <p:cNvSpPr/>
              <p:nvPr/>
            </p:nvSpPr>
            <p:spPr>
              <a:xfrm>
                <a:off x="21413801" y="9421494"/>
                <a:ext cx="214474" cy="484783"/>
              </a:xfrm>
              <a:custGeom>
                <a:avLst/>
                <a:gdLst>
                  <a:gd name="connsiteX0" fmla="*/ 104157 w 214474"/>
                  <a:gd name="connsiteY0" fmla="*/ 14954 h 484783"/>
                  <a:gd name="connsiteX1" fmla="*/ 39811 w 214474"/>
                  <a:gd name="connsiteY1" fmla="*/ 64667 h 484783"/>
                  <a:gd name="connsiteX2" fmla="*/ 15063 w 214474"/>
                  <a:gd name="connsiteY2" fmla="*/ 211320 h 484783"/>
                  <a:gd name="connsiteX3" fmla="*/ 125193 w 214474"/>
                  <a:gd name="connsiteY3" fmla="*/ 469828 h 484783"/>
                  <a:gd name="connsiteX4" fmla="*/ 199439 w 214474"/>
                  <a:gd name="connsiteY4" fmla="*/ 207592 h 484783"/>
                  <a:gd name="connsiteX5" fmla="*/ 104157 w 214474"/>
                  <a:gd name="connsiteY5" fmla="*/ 14954 h 484783"/>
                  <a:gd name="connsiteX6" fmla="*/ 104157 w 214474"/>
                  <a:gd name="connsiteY6" fmla="*/ 0 h 484783"/>
                  <a:gd name="connsiteX7" fmla="*/ 214391 w 214474"/>
                  <a:gd name="connsiteY7" fmla="*/ 207587 h 484783"/>
                  <a:gd name="connsiteX8" fmla="*/ 125213 w 214474"/>
                  <a:gd name="connsiteY8" fmla="*/ 484783 h 484783"/>
                  <a:gd name="connsiteX9" fmla="*/ 115 w 214474"/>
                  <a:gd name="connsiteY9" fmla="*/ 211316 h 484783"/>
                  <a:gd name="connsiteX10" fmla="*/ 27365 w 214474"/>
                  <a:gd name="connsiteY10" fmla="*/ 58423 h 484783"/>
                  <a:gd name="connsiteX11" fmla="*/ 104157 w 214474"/>
                  <a:gd name="connsiteY11" fmla="*/ 0 h 484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4474" h="484783">
                    <a:moveTo>
                      <a:pt x="104157" y="14954"/>
                    </a:moveTo>
                    <a:cubicBezTo>
                      <a:pt x="79409" y="16197"/>
                      <a:pt x="55897" y="33596"/>
                      <a:pt x="39811" y="64667"/>
                    </a:cubicBezTo>
                    <a:cubicBezTo>
                      <a:pt x="22487" y="100709"/>
                      <a:pt x="13825" y="150422"/>
                      <a:pt x="15063" y="211320"/>
                    </a:cubicBezTo>
                    <a:cubicBezTo>
                      <a:pt x="16299" y="345546"/>
                      <a:pt x="106631" y="469828"/>
                      <a:pt x="125193" y="469828"/>
                    </a:cubicBezTo>
                    <a:cubicBezTo>
                      <a:pt x="143755" y="469828"/>
                      <a:pt x="201913" y="345546"/>
                      <a:pt x="199439" y="207592"/>
                    </a:cubicBezTo>
                    <a:cubicBezTo>
                      <a:pt x="198201" y="94495"/>
                      <a:pt x="158603" y="14954"/>
                      <a:pt x="104157" y="14954"/>
                    </a:cubicBezTo>
                    <a:close/>
                    <a:moveTo>
                      <a:pt x="104157" y="0"/>
                    </a:moveTo>
                    <a:cubicBezTo>
                      <a:pt x="168565" y="0"/>
                      <a:pt x="211915" y="83283"/>
                      <a:pt x="214391" y="207587"/>
                    </a:cubicBezTo>
                    <a:cubicBezTo>
                      <a:pt x="216869" y="335619"/>
                      <a:pt x="163609" y="484783"/>
                      <a:pt x="125213" y="484783"/>
                    </a:cubicBezTo>
                    <a:cubicBezTo>
                      <a:pt x="90533" y="484783"/>
                      <a:pt x="1355" y="340591"/>
                      <a:pt x="115" y="211316"/>
                    </a:cubicBezTo>
                    <a:cubicBezTo>
                      <a:pt x="-1123" y="149164"/>
                      <a:pt x="7547" y="95714"/>
                      <a:pt x="27365" y="58423"/>
                    </a:cubicBezTo>
                    <a:cubicBezTo>
                      <a:pt x="45943" y="21132"/>
                      <a:pt x="73193" y="0"/>
                      <a:pt x="1041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7" name="Freeform 376">
                <a:extLst>
                  <a:ext uri="{FF2B5EF4-FFF2-40B4-BE49-F238E27FC236}">
                    <a16:creationId xmlns:a16="http://schemas.microsoft.com/office/drawing/2014/main" id="{E349A858-CC9F-2146-9118-5D0B854F4B52}"/>
                  </a:ext>
                </a:extLst>
              </p:cNvPr>
              <p:cNvSpPr/>
              <p:nvPr/>
            </p:nvSpPr>
            <p:spPr>
              <a:xfrm>
                <a:off x="22001931" y="9599705"/>
                <a:ext cx="333872" cy="38633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9" h="311">
                    <a:moveTo>
                      <a:pt x="203" y="189"/>
                    </a:moveTo>
                    <a:cubicBezTo>
                      <a:pt x="133" y="268"/>
                      <a:pt x="23" y="323"/>
                      <a:pt x="6" y="308"/>
                    </a:cubicBezTo>
                    <a:cubicBezTo>
                      <a:pt x="-12" y="292"/>
                      <a:pt x="12" y="161"/>
                      <a:pt x="82" y="82"/>
                    </a:cubicBezTo>
                    <a:cubicBezTo>
                      <a:pt x="152" y="4"/>
                      <a:pt x="218" y="-17"/>
                      <a:pt x="252" y="13"/>
                    </a:cubicBezTo>
                    <a:cubicBezTo>
                      <a:pt x="285" y="42"/>
                      <a:pt x="273" y="111"/>
                      <a:pt x="203" y="18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513" name="Freeform 512">
                <a:extLst>
                  <a:ext uri="{FF2B5EF4-FFF2-40B4-BE49-F238E27FC236}">
                    <a16:creationId xmlns:a16="http://schemas.microsoft.com/office/drawing/2014/main" id="{87BEDAFF-8547-B44C-8CF3-48A1563A11E1}"/>
                  </a:ext>
                </a:extLst>
              </p:cNvPr>
              <p:cNvSpPr/>
              <p:nvPr/>
            </p:nvSpPr>
            <p:spPr>
              <a:xfrm>
                <a:off x="21995758" y="9592677"/>
                <a:ext cx="348111" cy="400836"/>
              </a:xfrm>
              <a:custGeom>
                <a:avLst/>
                <a:gdLst>
                  <a:gd name="connsiteX0" fmla="*/ 273006 w 348111"/>
                  <a:gd name="connsiteY0" fmla="*/ 14505 h 400836"/>
                  <a:gd name="connsiteX1" fmla="*/ 232054 w 348111"/>
                  <a:gd name="connsiteY1" fmla="*/ 23199 h 400836"/>
                  <a:gd name="connsiteX2" fmla="*/ 112924 w 348111"/>
                  <a:gd name="connsiteY2" fmla="*/ 115111 h 400836"/>
                  <a:gd name="connsiteX3" fmla="*/ 18612 w 348111"/>
                  <a:gd name="connsiteY3" fmla="*/ 383393 h 400836"/>
                  <a:gd name="connsiteX4" fmla="*/ 251910 w 348111"/>
                  <a:gd name="connsiteY4" fmla="*/ 236831 h 400836"/>
                  <a:gd name="connsiteX5" fmla="*/ 328848 w 348111"/>
                  <a:gd name="connsiteY5" fmla="*/ 107659 h 400836"/>
                  <a:gd name="connsiteX6" fmla="*/ 313956 w 348111"/>
                  <a:gd name="connsiteY6" fmla="*/ 28168 h 400836"/>
                  <a:gd name="connsiteX7" fmla="*/ 273006 w 348111"/>
                  <a:gd name="connsiteY7" fmla="*/ 14505 h 400836"/>
                  <a:gd name="connsiteX8" fmla="*/ 281108 w 348111"/>
                  <a:gd name="connsiteY8" fmla="*/ 327 h 400836"/>
                  <a:gd name="connsiteX9" fmla="*/ 323934 w 348111"/>
                  <a:gd name="connsiteY9" fmla="*/ 18186 h 400836"/>
                  <a:gd name="connsiteX10" fmla="*/ 343796 w 348111"/>
                  <a:gd name="connsiteY10" fmla="*/ 112606 h 400836"/>
                  <a:gd name="connsiteX11" fmla="*/ 263108 w 348111"/>
                  <a:gd name="connsiteY11" fmla="*/ 249267 h 400836"/>
                  <a:gd name="connsiteX12" fmla="*/ 24770 w 348111"/>
                  <a:gd name="connsiteY12" fmla="*/ 400836 h 400836"/>
                  <a:gd name="connsiteX13" fmla="*/ 8634 w 348111"/>
                  <a:gd name="connsiteY13" fmla="*/ 395867 h 400836"/>
                  <a:gd name="connsiteX14" fmla="*/ 101734 w 348111"/>
                  <a:gd name="connsiteY14" fmla="*/ 106394 h 400836"/>
                  <a:gd name="connsiteX15" fmla="*/ 227110 w 348111"/>
                  <a:gd name="connsiteY15" fmla="*/ 9489 h 400836"/>
                  <a:gd name="connsiteX16" fmla="*/ 281108 w 348111"/>
                  <a:gd name="connsiteY16" fmla="*/ 327 h 4008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48111" h="400836">
                    <a:moveTo>
                      <a:pt x="273006" y="14505"/>
                    </a:moveTo>
                    <a:cubicBezTo>
                      <a:pt x="260596" y="14505"/>
                      <a:pt x="246946" y="16989"/>
                      <a:pt x="232054" y="23199"/>
                    </a:cubicBezTo>
                    <a:cubicBezTo>
                      <a:pt x="194826" y="36862"/>
                      <a:pt x="153874" y="69155"/>
                      <a:pt x="112924" y="115111"/>
                    </a:cubicBezTo>
                    <a:cubicBezTo>
                      <a:pt x="23576" y="216959"/>
                      <a:pt x="3720" y="370972"/>
                      <a:pt x="18612" y="383393"/>
                    </a:cubicBezTo>
                    <a:cubicBezTo>
                      <a:pt x="32262" y="394571"/>
                      <a:pt x="160080" y="341163"/>
                      <a:pt x="251910" y="236831"/>
                    </a:cubicBezTo>
                    <a:cubicBezTo>
                      <a:pt x="292860" y="190876"/>
                      <a:pt x="318920" y="146162"/>
                      <a:pt x="328848" y="107659"/>
                    </a:cubicBezTo>
                    <a:cubicBezTo>
                      <a:pt x="337534" y="72881"/>
                      <a:pt x="332570" y="44314"/>
                      <a:pt x="313956" y="28168"/>
                    </a:cubicBezTo>
                    <a:cubicBezTo>
                      <a:pt x="302788" y="19473"/>
                      <a:pt x="289138" y="14505"/>
                      <a:pt x="273006" y="14505"/>
                    </a:cubicBezTo>
                    <a:close/>
                    <a:moveTo>
                      <a:pt x="281108" y="327"/>
                    </a:moveTo>
                    <a:cubicBezTo>
                      <a:pt x="297556" y="1724"/>
                      <a:pt x="312142" y="7626"/>
                      <a:pt x="323934" y="18186"/>
                    </a:cubicBezTo>
                    <a:cubicBezTo>
                      <a:pt x="346278" y="38064"/>
                      <a:pt x="353726" y="71608"/>
                      <a:pt x="343796" y="112606"/>
                    </a:cubicBezTo>
                    <a:cubicBezTo>
                      <a:pt x="333866" y="153604"/>
                      <a:pt x="305314" y="200814"/>
                      <a:pt x="263108" y="249267"/>
                    </a:cubicBezTo>
                    <a:cubicBezTo>
                      <a:pt x="189870" y="333748"/>
                      <a:pt x="71942" y="400836"/>
                      <a:pt x="24770" y="400836"/>
                    </a:cubicBezTo>
                    <a:cubicBezTo>
                      <a:pt x="17322" y="400836"/>
                      <a:pt x="12358" y="399594"/>
                      <a:pt x="8634" y="395867"/>
                    </a:cubicBezTo>
                    <a:cubicBezTo>
                      <a:pt x="-17434" y="372261"/>
                      <a:pt x="16082" y="203299"/>
                      <a:pt x="101734" y="106394"/>
                    </a:cubicBezTo>
                    <a:cubicBezTo>
                      <a:pt x="143940" y="57941"/>
                      <a:pt x="187386" y="24397"/>
                      <a:pt x="227110" y="9489"/>
                    </a:cubicBezTo>
                    <a:cubicBezTo>
                      <a:pt x="246352" y="2035"/>
                      <a:pt x="264660" y="-1071"/>
                      <a:pt x="281108" y="32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0" name="Freeform 379">
                <a:extLst>
                  <a:ext uri="{FF2B5EF4-FFF2-40B4-BE49-F238E27FC236}">
                    <a16:creationId xmlns:a16="http://schemas.microsoft.com/office/drawing/2014/main" id="{EAF45036-DE54-8641-982F-22142B2A83A0}"/>
                  </a:ext>
                </a:extLst>
              </p:cNvPr>
              <p:cNvSpPr/>
              <p:nvPr/>
            </p:nvSpPr>
            <p:spPr>
              <a:xfrm>
                <a:off x="21046409" y="10244005"/>
                <a:ext cx="310202" cy="304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50" h="245">
                    <a:moveTo>
                      <a:pt x="244" y="245"/>
                    </a:moveTo>
                    <a:cubicBezTo>
                      <a:pt x="242" y="245"/>
                      <a:pt x="239" y="244"/>
                      <a:pt x="239" y="242"/>
                    </a:cubicBezTo>
                    <a:cubicBezTo>
                      <a:pt x="180" y="128"/>
                      <a:pt x="4" y="12"/>
                      <a:pt x="3" y="11"/>
                    </a:cubicBezTo>
                    <a:cubicBezTo>
                      <a:pt x="0" y="9"/>
                      <a:pt x="-1" y="6"/>
                      <a:pt x="1" y="3"/>
                    </a:cubicBezTo>
                    <a:cubicBezTo>
                      <a:pt x="3" y="0"/>
                      <a:pt x="7" y="-1"/>
                      <a:pt x="9" y="1"/>
                    </a:cubicBezTo>
                    <a:cubicBezTo>
                      <a:pt x="10" y="1"/>
                      <a:pt x="55" y="31"/>
                      <a:pt x="107" y="74"/>
                    </a:cubicBezTo>
                    <a:cubicBezTo>
                      <a:pt x="176" y="132"/>
                      <a:pt x="224" y="187"/>
                      <a:pt x="249" y="236"/>
                    </a:cubicBezTo>
                    <a:cubicBezTo>
                      <a:pt x="251" y="239"/>
                      <a:pt x="250" y="242"/>
                      <a:pt x="247" y="244"/>
                    </a:cubicBezTo>
                    <a:cubicBezTo>
                      <a:pt x="245" y="245"/>
                      <a:pt x="245" y="245"/>
                      <a:pt x="244" y="24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1" name="Freeform 380">
                <a:extLst>
                  <a:ext uri="{FF2B5EF4-FFF2-40B4-BE49-F238E27FC236}">
                    <a16:creationId xmlns:a16="http://schemas.microsoft.com/office/drawing/2014/main" id="{FDCC963E-836C-8248-8BBA-F354B5001500}"/>
                  </a:ext>
                </a:extLst>
              </p:cNvPr>
              <p:cNvSpPr/>
              <p:nvPr/>
            </p:nvSpPr>
            <p:spPr>
              <a:xfrm>
                <a:off x="21270651" y="9911258"/>
                <a:ext cx="285286" cy="63682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0" h="512">
                    <a:moveTo>
                      <a:pt x="224" y="512"/>
                    </a:moveTo>
                    <a:cubicBezTo>
                      <a:pt x="221" y="512"/>
                      <a:pt x="218" y="510"/>
                      <a:pt x="218" y="507"/>
                    </a:cubicBezTo>
                    <a:cubicBezTo>
                      <a:pt x="171" y="278"/>
                      <a:pt x="2" y="12"/>
                      <a:pt x="1" y="9"/>
                    </a:cubicBezTo>
                    <a:cubicBezTo>
                      <a:pt x="-1" y="7"/>
                      <a:pt x="0" y="2"/>
                      <a:pt x="2" y="1"/>
                    </a:cubicBezTo>
                    <a:cubicBezTo>
                      <a:pt x="6" y="-1"/>
                      <a:pt x="9" y="0"/>
                      <a:pt x="11" y="3"/>
                    </a:cubicBezTo>
                    <a:cubicBezTo>
                      <a:pt x="13" y="6"/>
                      <a:pt x="182" y="273"/>
                      <a:pt x="230" y="505"/>
                    </a:cubicBezTo>
                    <a:cubicBezTo>
                      <a:pt x="231" y="507"/>
                      <a:pt x="228" y="511"/>
                      <a:pt x="225" y="5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83093F57-5ABC-A54F-87D4-F3BA2E72DC7F}"/>
                  </a:ext>
                </a:extLst>
              </p:cNvPr>
              <p:cNvSpPr/>
              <p:nvPr/>
            </p:nvSpPr>
            <p:spPr>
              <a:xfrm>
                <a:off x="21512331" y="9576026"/>
                <a:ext cx="164445" cy="9720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3" h="781">
                    <a:moveTo>
                      <a:pt x="128" y="781"/>
                    </a:moveTo>
                    <a:cubicBezTo>
                      <a:pt x="125" y="781"/>
                      <a:pt x="123" y="779"/>
                      <a:pt x="122" y="776"/>
                    </a:cubicBezTo>
                    <a:cubicBezTo>
                      <a:pt x="13" y="437"/>
                      <a:pt x="0" y="10"/>
                      <a:pt x="0" y="6"/>
                    </a:cubicBez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2" y="2"/>
                      <a:pt x="12" y="6"/>
                    </a:cubicBezTo>
                    <a:cubicBezTo>
                      <a:pt x="12" y="10"/>
                      <a:pt x="25" y="435"/>
                      <a:pt x="133" y="773"/>
                    </a:cubicBezTo>
                    <a:cubicBezTo>
                      <a:pt x="134" y="776"/>
                      <a:pt x="133" y="780"/>
                      <a:pt x="129" y="78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57AAD8F6-80DC-2A41-8104-8EBFADCD4FF1}"/>
                  </a:ext>
                </a:extLst>
              </p:cNvPr>
              <p:cNvSpPr/>
              <p:nvPr/>
            </p:nvSpPr>
            <p:spPr>
              <a:xfrm>
                <a:off x="21710412" y="9703142"/>
                <a:ext cx="150741" cy="84494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2" h="679">
                    <a:moveTo>
                      <a:pt x="7" y="679"/>
                    </a:moveTo>
                    <a:cubicBezTo>
                      <a:pt x="4" y="679"/>
                      <a:pt x="0" y="676"/>
                      <a:pt x="0" y="673"/>
                    </a:cubicBezTo>
                    <a:cubicBezTo>
                      <a:pt x="0" y="669"/>
                      <a:pt x="2" y="305"/>
                      <a:pt x="110" y="4"/>
                    </a:cubicBezTo>
                    <a:cubicBezTo>
                      <a:pt x="111" y="1"/>
                      <a:pt x="114" y="-1"/>
                      <a:pt x="118" y="0"/>
                    </a:cubicBezTo>
                    <a:cubicBezTo>
                      <a:pt x="121" y="1"/>
                      <a:pt x="123" y="5"/>
                      <a:pt x="122" y="8"/>
                    </a:cubicBezTo>
                    <a:cubicBezTo>
                      <a:pt x="14" y="306"/>
                      <a:pt x="13" y="669"/>
                      <a:pt x="13" y="673"/>
                    </a:cubicBezTo>
                    <a:cubicBezTo>
                      <a:pt x="13" y="676"/>
                      <a:pt x="10" y="679"/>
                      <a:pt x="7" y="67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4" name="Freeform 383">
                <a:extLst>
                  <a:ext uri="{FF2B5EF4-FFF2-40B4-BE49-F238E27FC236}">
                    <a16:creationId xmlns:a16="http://schemas.microsoft.com/office/drawing/2014/main" id="{B7989D8F-9FC3-C54B-92EB-762D69A65133}"/>
                  </a:ext>
                </a:extLst>
              </p:cNvPr>
              <p:cNvSpPr/>
              <p:nvPr/>
            </p:nvSpPr>
            <p:spPr>
              <a:xfrm>
                <a:off x="21778931" y="9754237"/>
                <a:ext cx="443502" cy="79384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7" h="638">
                    <a:moveTo>
                      <a:pt x="6" y="638"/>
                    </a:moveTo>
                    <a:cubicBezTo>
                      <a:pt x="2" y="637"/>
                      <a:pt x="0" y="634"/>
                      <a:pt x="0" y="631"/>
                    </a:cubicBezTo>
                    <a:cubicBezTo>
                      <a:pt x="1" y="627"/>
                      <a:pt x="49" y="252"/>
                      <a:pt x="347" y="1"/>
                    </a:cubicBezTo>
                    <a:cubicBezTo>
                      <a:pt x="350" y="-1"/>
                      <a:pt x="353" y="-1"/>
                      <a:pt x="356" y="2"/>
                    </a:cubicBezTo>
                    <a:cubicBezTo>
                      <a:pt x="358" y="5"/>
                      <a:pt x="358" y="8"/>
                      <a:pt x="355" y="11"/>
                    </a:cubicBezTo>
                    <a:cubicBezTo>
                      <a:pt x="60" y="258"/>
                      <a:pt x="13" y="629"/>
                      <a:pt x="12" y="632"/>
                    </a:cubicBezTo>
                    <a:cubicBezTo>
                      <a:pt x="12" y="635"/>
                      <a:pt x="9" y="638"/>
                      <a:pt x="6" y="63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5" name="Freeform 384">
                <a:extLst>
                  <a:ext uri="{FF2B5EF4-FFF2-40B4-BE49-F238E27FC236}">
                    <a16:creationId xmlns:a16="http://schemas.microsoft.com/office/drawing/2014/main" id="{C4EF96A3-6AC1-724B-9479-DACB1879AB04}"/>
                  </a:ext>
                </a:extLst>
              </p:cNvPr>
              <p:cNvSpPr/>
              <p:nvPr/>
            </p:nvSpPr>
            <p:spPr>
              <a:xfrm>
                <a:off x="21882335" y="10123121"/>
                <a:ext cx="408620" cy="4249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29" h="342">
                    <a:moveTo>
                      <a:pt x="6" y="342"/>
                    </a:moveTo>
                    <a:lnTo>
                      <a:pt x="5" y="342"/>
                    </a:lnTo>
                    <a:cubicBezTo>
                      <a:pt x="2" y="341"/>
                      <a:pt x="-1" y="338"/>
                      <a:pt x="0" y="335"/>
                    </a:cubicBezTo>
                    <a:cubicBezTo>
                      <a:pt x="1" y="333"/>
                      <a:pt x="33" y="130"/>
                      <a:pt x="319" y="0"/>
                    </a:cubicBezTo>
                    <a:cubicBezTo>
                      <a:pt x="322" y="-1"/>
                      <a:pt x="326" y="0"/>
                      <a:pt x="328" y="3"/>
                    </a:cubicBezTo>
                    <a:cubicBezTo>
                      <a:pt x="329" y="6"/>
                      <a:pt x="328" y="10"/>
                      <a:pt x="325" y="11"/>
                    </a:cubicBezTo>
                    <a:cubicBezTo>
                      <a:pt x="44" y="138"/>
                      <a:pt x="12" y="335"/>
                      <a:pt x="12" y="337"/>
                    </a:cubicBezTo>
                    <a:cubicBezTo>
                      <a:pt x="12" y="339"/>
                      <a:pt x="9" y="342"/>
                      <a:pt x="6" y="34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386" name="Freeform 385">
            <a:extLst>
              <a:ext uri="{FF2B5EF4-FFF2-40B4-BE49-F238E27FC236}">
                <a16:creationId xmlns:a16="http://schemas.microsoft.com/office/drawing/2014/main" id="{8275BEFF-A96C-A64E-9654-2D4379FE2BB5}"/>
              </a:ext>
            </a:extLst>
          </p:cNvPr>
          <p:cNvSpPr/>
          <p:nvPr/>
        </p:nvSpPr>
        <p:spPr>
          <a:xfrm>
            <a:off x="1630741" y="3813458"/>
            <a:ext cx="7382562" cy="172727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927" h="1387">
                <a:moveTo>
                  <a:pt x="5473" y="0"/>
                </a:moveTo>
                <a:lnTo>
                  <a:pt x="1510" y="0"/>
                </a:lnTo>
                <a:lnTo>
                  <a:pt x="0" y="0"/>
                </a:lnTo>
                <a:lnTo>
                  <a:pt x="0" y="933"/>
                </a:lnTo>
                <a:cubicBezTo>
                  <a:pt x="0" y="1184"/>
                  <a:pt x="203" y="1387"/>
                  <a:pt x="454" y="1387"/>
                </a:cubicBezTo>
                <a:lnTo>
                  <a:pt x="1510" y="1387"/>
                </a:lnTo>
                <a:lnTo>
                  <a:pt x="5927" y="1387"/>
                </a:lnTo>
                <a:lnTo>
                  <a:pt x="5927" y="454"/>
                </a:lnTo>
                <a:cubicBezTo>
                  <a:pt x="5927" y="203"/>
                  <a:pt x="5724" y="0"/>
                  <a:pt x="5473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88" name="Freeform 387">
            <a:extLst>
              <a:ext uri="{FF2B5EF4-FFF2-40B4-BE49-F238E27FC236}">
                <a16:creationId xmlns:a16="http://schemas.microsoft.com/office/drawing/2014/main" id="{E215E9E4-7D41-A24F-A5A2-7D71E595C019}"/>
              </a:ext>
            </a:extLst>
          </p:cNvPr>
          <p:cNvSpPr/>
          <p:nvPr/>
        </p:nvSpPr>
        <p:spPr>
          <a:xfrm>
            <a:off x="1503674" y="3686346"/>
            <a:ext cx="1879900" cy="172727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10" h="1387">
                <a:moveTo>
                  <a:pt x="1510" y="1387"/>
                </a:moveTo>
                <a:lnTo>
                  <a:pt x="454" y="1387"/>
                </a:lnTo>
                <a:cubicBezTo>
                  <a:pt x="203" y="1387"/>
                  <a:pt x="0" y="1183"/>
                  <a:pt x="0" y="933"/>
                </a:cubicBezTo>
                <a:lnTo>
                  <a:pt x="0" y="0"/>
                </a:lnTo>
                <a:lnTo>
                  <a:pt x="1510" y="0"/>
                </a:ln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90" name="Freeform 389">
            <a:extLst>
              <a:ext uri="{FF2B5EF4-FFF2-40B4-BE49-F238E27FC236}">
                <a16:creationId xmlns:a16="http://schemas.microsoft.com/office/drawing/2014/main" id="{74CD41BA-6DD5-B146-8A2C-9602924D7105}"/>
              </a:ext>
            </a:extLst>
          </p:cNvPr>
          <p:cNvSpPr/>
          <p:nvPr/>
        </p:nvSpPr>
        <p:spPr>
          <a:xfrm>
            <a:off x="3384820" y="3686346"/>
            <a:ext cx="5501416" cy="172727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17" h="1387">
                <a:moveTo>
                  <a:pt x="4417" y="1387"/>
                </a:moveTo>
                <a:lnTo>
                  <a:pt x="0" y="1387"/>
                </a:lnTo>
                <a:lnTo>
                  <a:pt x="0" y="0"/>
                </a:lnTo>
                <a:lnTo>
                  <a:pt x="3964" y="0"/>
                </a:lnTo>
                <a:cubicBezTo>
                  <a:pt x="4214" y="0"/>
                  <a:pt x="4417" y="204"/>
                  <a:pt x="4417" y="454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15" name="Freeform 514">
            <a:extLst>
              <a:ext uri="{FF2B5EF4-FFF2-40B4-BE49-F238E27FC236}">
                <a16:creationId xmlns:a16="http://schemas.microsoft.com/office/drawing/2014/main" id="{ED2D91CF-6A3D-4B44-A7B9-2A7EA33F9626}"/>
              </a:ext>
            </a:extLst>
          </p:cNvPr>
          <p:cNvSpPr/>
          <p:nvPr/>
        </p:nvSpPr>
        <p:spPr>
          <a:xfrm>
            <a:off x="2025068" y="4093730"/>
            <a:ext cx="835272" cy="913619"/>
          </a:xfrm>
          <a:custGeom>
            <a:avLst/>
            <a:gdLst>
              <a:gd name="connsiteX0" fmla="*/ 431637 w 835272"/>
              <a:gd name="connsiteY0" fmla="*/ 545982 h 913619"/>
              <a:gd name="connsiteX1" fmla="*/ 431637 w 835272"/>
              <a:gd name="connsiteY1" fmla="*/ 883710 h 913619"/>
              <a:gd name="connsiteX2" fmla="*/ 766787 w 835272"/>
              <a:gd name="connsiteY2" fmla="*/ 745887 h 913619"/>
              <a:gd name="connsiteX3" fmla="*/ 775476 w 835272"/>
              <a:gd name="connsiteY3" fmla="*/ 730988 h 913619"/>
              <a:gd name="connsiteX4" fmla="*/ 775476 w 835272"/>
              <a:gd name="connsiteY4" fmla="*/ 567090 h 913619"/>
              <a:gd name="connsiteX5" fmla="*/ 524734 w 835272"/>
              <a:gd name="connsiteY5" fmla="*/ 658972 h 913619"/>
              <a:gd name="connsiteX6" fmla="*/ 506115 w 835272"/>
              <a:gd name="connsiteY6" fmla="*/ 662697 h 913619"/>
              <a:gd name="connsiteX7" fmla="*/ 480048 w 835272"/>
              <a:gd name="connsiteY7" fmla="*/ 656489 h 913619"/>
              <a:gd name="connsiteX8" fmla="*/ 447774 w 835272"/>
              <a:gd name="connsiteY8" fmla="*/ 614273 h 913619"/>
              <a:gd name="connsiteX9" fmla="*/ 406717 w 835272"/>
              <a:gd name="connsiteY9" fmla="*/ 545982 h 913619"/>
              <a:gd name="connsiteX10" fmla="*/ 389339 w 835272"/>
              <a:gd name="connsiteY10" fmla="*/ 614273 h 913619"/>
              <a:gd name="connsiteX11" fmla="*/ 358306 w 835272"/>
              <a:gd name="connsiteY11" fmla="*/ 656489 h 913619"/>
              <a:gd name="connsiteX12" fmla="*/ 332239 w 835272"/>
              <a:gd name="connsiteY12" fmla="*/ 662697 h 913619"/>
              <a:gd name="connsiteX13" fmla="*/ 312378 w 835272"/>
              <a:gd name="connsiteY13" fmla="*/ 658972 h 913619"/>
              <a:gd name="connsiteX14" fmla="*/ 61633 w 835272"/>
              <a:gd name="connsiteY14" fmla="*/ 567090 h 913619"/>
              <a:gd name="connsiteX15" fmla="*/ 61633 w 835272"/>
              <a:gd name="connsiteY15" fmla="*/ 730988 h 913619"/>
              <a:gd name="connsiteX16" fmla="*/ 70322 w 835272"/>
              <a:gd name="connsiteY16" fmla="*/ 745887 h 913619"/>
              <a:gd name="connsiteX17" fmla="*/ 406717 w 835272"/>
              <a:gd name="connsiteY17" fmla="*/ 883710 h 913619"/>
              <a:gd name="connsiteX18" fmla="*/ 780568 w 835272"/>
              <a:gd name="connsiteY18" fmla="*/ 387711 h 913619"/>
              <a:gd name="connsiteX19" fmla="*/ 444095 w 835272"/>
              <a:gd name="connsiteY19" fmla="*/ 491876 h 913619"/>
              <a:gd name="connsiteX20" fmla="*/ 470169 w 835272"/>
              <a:gd name="connsiteY20" fmla="*/ 607202 h 913619"/>
              <a:gd name="connsiteX21" fmla="*/ 491276 w 835272"/>
              <a:gd name="connsiteY21" fmla="*/ 634483 h 913619"/>
              <a:gd name="connsiteX22" fmla="*/ 517349 w 835272"/>
              <a:gd name="connsiteY22" fmla="*/ 635723 h 913619"/>
              <a:gd name="connsiteX23" fmla="*/ 786776 w 835272"/>
              <a:gd name="connsiteY23" fmla="*/ 536518 h 913619"/>
              <a:gd name="connsiteX24" fmla="*/ 810366 w 835272"/>
              <a:gd name="connsiteY24" fmla="*/ 480716 h 913619"/>
              <a:gd name="connsiteX25" fmla="*/ 57791 w 835272"/>
              <a:gd name="connsiteY25" fmla="*/ 387711 h 913619"/>
              <a:gd name="connsiteX26" fmla="*/ 27992 w 835272"/>
              <a:gd name="connsiteY26" fmla="*/ 480716 h 913619"/>
              <a:gd name="connsiteX27" fmla="*/ 51583 w 835272"/>
              <a:gd name="connsiteY27" fmla="*/ 536518 h 913619"/>
              <a:gd name="connsiteX28" fmla="*/ 321012 w 835272"/>
              <a:gd name="connsiteY28" fmla="*/ 635723 h 913619"/>
              <a:gd name="connsiteX29" fmla="*/ 345845 w 835272"/>
              <a:gd name="connsiteY29" fmla="*/ 634483 h 913619"/>
              <a:gd name="connsiteX30" fmla="*/ 366952 w 835272"/>
              <a:gd name="connsiteY30" fmla="*/ 607202 h 913619"/>
              <a:gd name="connsiteX31" fmla="*/ 395509 w 835272"/>
              <a:gd name="connsiteY31" fmla="*/ 491876 h 913619"/>
              <a:gd name="connsiteX32" fmla="*/ 290483 w 835272"/>
              <a:gd name="connsiteY32" fmla="*/ 310444 h 913619"/>
              <a:gd name="connsiteX33" fmla="*/ 90290 w 835272"/>
              <a:gd name="connsiteY33" fmla="*/ 372280 h 913619"/>
              <a:gd name="connsiteX34" fmla="*/ 418557 w 835272"/>
              <a:gd name="connsiteY34" fmla="*/ 472454 h 913619"/>
              <a:gd name="connsiteX35" fmla="*/ 748068 w 835272"/>
              <a:gd name="connsiteY35" fmla="*/ 372280 h 913619"/>
              <a:gd name="connsiteX36" fmla="*/ 544145 w 835272"/>
              <a:gd name="connsiteY36" fmla="*/ 310444 h 913619"/>
              <a:gd name="connsiteX37" fmla="*/ 450887 w 835272"/>
              <a:gd name="connsiteY37" fmla="*/ 397014 h 913619"/>
              <a:gd name="connsiteX38" fmla="*/ 417314 w 835272"/>
              <a:gd name="connsiteY38" fmla="*/ 409382 h 913619"/>
              <a:gd name="connsiteX39" fmla="*/ 383741 w 835272"/>
              <a:gd name="connsiteY39" fmla="*/ 397014 h 913619"/>
              <a:gd name="connsiteX40" fmla="*/ 284451 w 835272"/>
              <a:gd name="connsiteY40" fmla="*/ 23812 h 913619"/>
              <a:gd name="connsiteX41" fmla="*/ 240987 w 835272"/>
              <a:gd name="connsiteY41" fmla="*/ 44925 h 913619"/>
              <a:gd name="connsiteX42" fmla="*/ 239746 w 835272"/>
              <a:gd name="connsiteY42" fmla="*/ 108265 h 913619"/>
              <a:gd name="connsiteX43" fmla="*/ 293144 w 835272"/>
              <a:gd name="connsiteY43" fmla="*/ 131862 h 913619"/>
              <a:gd name="connsiteX44" fmla="*/ 308046 w 835272"/>
              <a:gd name="connsiteY44" fmla="*/ 140555 h 913619"/>
              <a:gd name="connsiteX45" fmla="*/ 304320 w 835272"/>
              <a:gd name="connsiteY45" fmla="*/ 157943 h 913619"/>
              <a:gd name="connsiteX46" fmla="*/ 289419 w 835272"/>
              <a:gd name="connsiteY46" fmla="*/ 171604 h 913619"/>
              <a:gd name="connsiteX47" fmla="*/ 249680 w 835272"/>
              <a:gd name="connsiteY47" fmla="*/ 210105 h 913619"/>
              <a:gd name="connsiteX48" fmla="*/ 243471 w 835272"/>
              <a:gd name="connsiteY48" fmla="*/ 225008 h 913619"/>
              <a:gd name="connsiteX49" fmla="*/ 249680 w 835272"/>
              <a:gd name="connsiteY49" fmla="*/ 238669 h 913619"/>
              <a:gd name="connsiteX50" fmla="*/ 399941 w 835272"/>
              <a:gd name="connsiteY50" fmla="*/ 379009 h 913619"/>
              <a:gd name="connsiteX51" fmla="*/ 434712 w 835272"/>
              <a:gd name="connsiteY51" fmla="*/ 379009 h 913619"/>
              <a:gd name="connsiteX52" fmla="*/ 612293 w 835272"/>
              <a:gd name="connsiteY52" fmla="*/ 212588 h 913619"/>
              <a:gd name="connsiteX53" fmla="*/ 618502 w 835272"/>
              <a:gd name="connsiteY53" fmla="*/ 197685 h 913619"/>
              <a:gd name="connsiteX54" fmla="*/ 612293 w 835272"/>
              <a:gd name="connsiteY54" fmla="*/ 182782 h 913619"/>
              <a:gd name="connsiteX55" fmla="*/ 589940 w 835272"/>
              <a:gd name="connsiteY55" fmla="*/ 161669 h 913619"/>
              <a:gd name="connsiteX56" fmla="*/ 584973 w 835272"/>
              <a:gd name="connsiteY56" fmla="*/ 156701 h 913619"/>
              <a:gd name="connsiteX57" fmla="*/ 560136 w 835272"/>
              <a:gd name="connsiteY57" fmla="*/ 186507 h 913619"/>
              <a:gd name="connsiteX58" fmla="*/ 516673 w 835272"/>
              <a:gd name="connsiteY58" fmla="*/ 198927 h 913619"/>
              <a:gd name="connsiteX59" fmla="*/ 478176 w 835272"/>
              <a:gd name="connsiteY59" fmla="*/ 187749 h 913619"/>
              <a:gd name="connsiteX60" fmla="*/ 444647 w 835272"/>
              <a:gd name="connsiteY60" fmla="*/ 136830 h 913619"/>
              <a:gd name="connsiteX61" fmla="*/ 465758 w 835272"/>
              <a:gd name="connsiteY61" fmla="*/ 82184 h 913619"/>
              <a:gd name="connsiteX62" fmla="*/ 489352 w 835272"/>
              <a:gd name="connsiteY62" fmla="*/ 68522 h 913619"/>
              <a:gd name="connsiteX63" fmla="*/ 481901 w 835272"/>
              <a:gd name="connsiteY63" fmla="*/ 61071 h 913619"/>
              <a:gd name="connsiteX64" fmla="*/ 463274 w 835272"/>
              <a:gd name="connsiteY64" fmla="*/ 42441 h 913619"/>
              <a:gd name="connsiteX65" fmla="*/ 429745 w 835272"/>
              <a:gd name="connsiteY65" fmla="*/ 42441 h 913619"/>
              <a:gd name="connsiteX66" fmla="*/ 392490 w 835272"/>
              <a:gd name="connsiteY66" fmla="*/ 77216 h 913619"/>
              <a:gd name="connsiteX67" fmla="*/ 382555 w 835272"/>
              <a:gd name="connsiteY67" fmla="*/ 85910 h 913619"/>
              <a:gd name="connsiteX68" fmla="*/ 360203 w 835272"/>
              <a:gd name="connsiteY68" fmla="*/ 90877 h 913619"/>
              <a:gd name="connsiteX69" fmla="*/ 346542 w 835272"/>
              <a:gd name="connsiteY69" fmla="*/ 72248 h 913619"/>
              <a:gd name="connsiteX70" fmla="*/ 330399 w 835272"/>
              <a:gd name="connsiteY70" fmla="*/ 39957 h 913619"/>
              <a:gd name="connsiteX71" fmla="*/ 284451 w 835272"/>
              <a:gd name="connsiteY71" fmla="*/ 23812 h 913619"/>
              <a:gd name="connsiteX72" fmla="*/ 281722 w 835272"/>
              <a:gd name="connsiteY72" fmla="*/ 133 h 913619"/>
              <a:gd name="connsiteX73" fmla="*/ 345163 w 835272"/>
              <a:gd name="connsiteY73" fmla="*/ 22535 h 913619"/>
              <a:gd name="connsiteX74" fmla="*/ 368798 w 835272"/>
              <a:gd name="connsiteY74" fmla="*/ 66093 h 913619"/>
              <a:gd name="connsiteX75" fmla="*/ 375017 w 835272"/>
              <a:gd name="connsiteY75" fmla="*/ 59871 h 913619"/>
              <a:gd name="connsiteX76" fmla="*/ 412335 w 835272"/>
              <a:gd name="connsiteY76" fmla="*/ 26268 h 913619"/>
              <a:gd name="connsiteX77" fmla="*/ 478264 w 835272"/>
              <a:gd name="connsiteY77" fmla="*/ 26268 h 913619"/>
              <a:gd name="connsiteX78" fmla="*/ 484484 w 835272"/>
              <a:gd name="connsiteY78" fmla="*/ 31246 h 913619"/>
              <a:gd name="connsiteX79" fmla="*/ 508118 w 835272"/>
              <a:gd name="connsiteY79" fmla="*/ 54893 h 913619"/>
              <a:gd name="connsiteX80" fmla="*/ 514338 w 835272"/>
              <a:gd name="connsiteY80" fmla="*/ 73560 h 913619"/>
              <a:gd name="connsiteX81" fmla="*/ 500655 w 835272"/>
              <a:gd name="connsiteY81" fmla="*/ 88495 h 913619"/>
              <a:gd name="connsiteX82" fmla="*/ 481996 w 835272"/>
              <a:gd name="connsiteY82" fmla="*/ 99696 h 913619"/>
              <a:gd name="connsiteX83" fmla="*/ 467069 w 835272"/>
              <a:gd name="connsiteY83" fmla="*/ 134543 h 913619"/>
              <a:gd name="connsiteX84" fmla="*/ 489459 w 835272"/>
              <a:gd name="connsiteY84" fmla="*/ 169390 h 913619"/>
              <a:gd name="connsiteX85" fmla="*/ 545436 w 835272"/>
              <a:gd name="connsiteY85" fmla="*/ 168145 h 913619"/>
              <a:gd name="connsiteX86" fmla="*/ 562852 w 835272"/>
              <a:gd name="connsiteY86" fmla="*/ 143254 h 913619"/>
              <a:gd name="connsiteX87" fmla="*/ 576535 w 835272"/>
              <a:gd name="connsiteY87" fmla="*/ 130809 h 913619"/>
              <a:gd name="connsiteX88" fmla="*/ 595194 w 835272"/>
              <a:gd name="connsiteY88" fmla="*/ 134543 h 913619"/>
              <a:gd name="connsiteX89" fmla="*/ 617585 w 835272"/>
              <a:gd name="connsiteY89" fmla="*/ 155700 h 913619"/>
              <a:gd name="connsiteX90" fmla="*/ 628780 w 835272"/>
              <a:gd name="connsiteY90" fmla="*/ 166900 h 913619"/>
              <a:gd name="connsiteX91" fmla="*/ 642463 w 835272"/>
              <a:gd name="connsiteY91" fmla="*/ 198014 h 913619"/>
              <a:gd name="connsiteX92" fmla="*/ 628780 w 835272"/>
              <a:gd name="connsiteY92" fmla="*/ 230372 h 913619"/>
              <a:gd name="connsiteX93" fmla="*/ 562852 w 835272"/>
              <a:gd name="connsiteY93" fmla="*/ 291354 h 913619"/>
              <a:gd name="connsiteX94" fmla="*/ 790492 w 835272"/>
              <a:gd name="connsiteY94" fmla="*/ 361047 h 913619"/>
              <a:gd name="connsiteX95" fmla="*/ 792979 w 835272"/>
              <a:gd name="connsiteY95" fmla="*/ 361047 h 913619"/>
              <a:gd name="connsiteX96" fmla="*/ 792979 w 835272"/>
              <a:gd name="connsiteY96" fmla="*/ 362292 h 913619"/>
              <a:gd name="connsiteX97" fmla="*/ 794223 w 835272"/>
              <a:gd name="connsiteY97" fmla="*/ 362292 h 913619"/>
              <a:gd name="connsiteX98" fmla="*/ 795467 w 835272"/>
              <a:gd name="connsiteY98" fmla="*/ 363536 h 913619"/>
              <a:gd name="connsiteX99" fmla="*/ 795467 w 835272"/>
              <a:gd name="connsiteY99" fmla="*/ 364781 h 913619"/>
              <a:gd name="connsiteX100" fmla="*/ 796711 w 835272"/>
              <a:gd name="connsiteY100" fmla="*/ 364781 h 913619"/>
              <a:gd name="connsiteX101" fmla="*/ 797955 w 835272"/>
              <a:gd name="connsiteY101" fmla="*/ 366025 h 913619"/>
              <a:gd name="connsiteX102" fmla="*/ 797955 w 835272"/>
              <a:gd name="connsiteY102" fmla="*/ 368515 h 913619"/>
              <a:gd name="connsiteX103" fmla="*/ 831541 w 835272"/>
              <a:gd name="connsiteY103" fmla="*/ 473055 h 913619"/>
              <a:gd name="connsiteX104" fmla="*/ 799199 w 835272"/>
              <a:gd name="connsiteY104" fmla="*/ 556439 h 913619"/>
              <a:gd name="connsiteX105" fmla="*/ 799199 w 835272"/>
              <a:gd name="connsiteY105" fmla="*/ 730673 h 913619"/>
              <a:gd name="connsiteX106" fmla="*/ 774320 w 835272"/>
              <a:gd name="connsiteY106" fmla="*/ 768009 h 913619"/>
              <a:gd name="connsiteX107" fmla="*/ 422287 w 835272"/>
              <a:gd name="connsiteY107" fmla="*/ 911130 h 913619"/>
              <a:gd name="connsiteX108" fmla="*/ 422287 w 835272"/>
              <a:gd name="connsiteY108" fmla="*/ 912375 h 913619"/>
              <a:gd name="connsiteX109" fmla="*/ 421043 w 835272"/>
              <a:gd name="connsiteY109" fmla="*/ 912375 h 913619"/>
              <a:gd name="connsiteX110" fmla="*/ 417311 w 835272"/>
              <a:gd name="connsiteY110" fmla="*/ 913619 h 913619"/>
              <a:gd name="connsiteX111" fmla="*/ 414823 w 835272"/>
              <a:gd name="connsiteY111" fmla="*/ 912375 h 913619"/>
              <a:gd name="connsiteX112" fmla="*/ 413579 w 835272"/>
              <a:gd name="connsiteY112" fmla="*/ 911130 h 913619"/>
              <a:gd name="connsiteX113" fmla="*/ 60302 w 835272"/>
              <a:gd name="connsiteY113" fmla="*/ 768009 h 913619"/>
              <a:gd name="connsiteX114" fmla="*/ 36667 w 835272"/>
              <a:gd name="connsiteY114" fmla="*/ 730673 h 913619"/>
              <a:gd name="connsiteX115" fmla="*/ 36667 w 835272"/>
              <a:gd name="connsiteY115" fmla="*/ 556439 h 913619"/>
              <a:gd name="connsiteX116" fmla="*/ 3081 w 835272"/>
              <a:gd name="connsiteY116" fmla="*/ 473055 h 913619"/>
              <a:gd name="connsiteX117" fmla="*/ 36667 w 835272"/>
              <a:gd name="connsiteY117" fmla="*/ 368515 h 913619"/>
              <a:gd name="connsiteX118" fmla="*/ 37911 w 835272"/>
              <a:gd name="connsiteY118" fmla="*/ 368515 h 913619"/>
              <a:gd name="connsiteX119" fmla="*/ 37911 w 835272"/>
              <a:gd name="connsiteY119" fmla="*/ 366025 h 913619"/>
              <a:gd name="connsiteX120" fmla="*/ 37911 w 835272"/>
              <a:gd name="connsiteY120" fmla="*/ 364781 h 913619"/>
              <a:gd name="connsiteX121" fmla="*/ 39155 w 835272"/>
              <a:gd name="connsiteY121" fmla="*/ 364781 h 913619"/>
              <a:gd name="connsiteX122" fmla="*/ 40399 w 835272"/>
              <a:gd name="connsiteY122" fmla="*/ 364781 h 913619"/>
              <a:gd name="connsiteX123" fmla="*/ 40399 w 835272"/>
              <a:gd name="connsiteY123" fmla="*/ 363536 h 913619"/>
              <a:gd name="connsiteX124" fmla="*/ 40399 w 835272"/>
              <a:gd name="connsiteY124" fmla="*/ 362292 h 913619"/>
              <a:gd name="connsiteX125" fmla="*/ 42887 w 835272"/>
              <a:gd name="connsiteY125" fmla="*/ 362292 h 913619"/>
              <a:gd name="connsiteX126" fmla="*/ 42887 w 835272"/>
              <a:gd name="connsiteY126" fmla="*/ 361047 h 913619"/>
              <a:gd name="connsiteX127" fmla="*/ 45375 w 835272"/>
              <a:gd name="connsiteY127" fmla="*/ 361047 h 913619"/>
              <a:gd name="connsiteX128" fmla="*/ 269283 w 835272"/>
              <a:gd name="connsiteY128" fmla="*/ 292598 h 913619"/>
              <a:gd name="connsiteX129" fmla="*/ 231965 w 835272"/>
              <a:gd name="connsiteY129" fmla="*/ 256507 h 913619"/>
              <a:gd name="connsiteX130" fmla="*/ 218282 w 835272"/>
              <a:gd name="connsiteY130" fmla="*/ 225393 h 913619"/>
              <a:gd name="connsiteX131" fmla="*/ 231965 w 835272"/>
              <a:gd name="connsiteY131" fmla="*/ 193036 h 913619"/>
              <a:gd name="connsiteX132" fmla="*/ 273015 w 835272"/>
              <a:gd name="connsiteY132" fmla="*/ 155700 h 913619"/>
              <a:gd name="connsiteX133" fmla="*/ 219526 w 835272"/>
              <a:gd name="connsiteY133" fmla="*/ 123342 h 913619"/>
              <a:gd name="connsiteX134" fmla="*/ 222013 w 835272"/>
              <a:gd name="connsiteY134" fmla="*/ 28757 h 913619"/>
              <a:gd name="connsiteX135" fmla="*/ 281722 w 835272"/>
              <a:gd name="connsiteY135" fmla="*/ 133 h 913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835272" h="913619">
                <a:moveTo>
                  <a:pt x="431637" y="545982"/>
                </a:moveTo>
                <a:lnTo>
                  <a:pt x="431637" y="883710"/>
                </a:lnTo>
                <a:lnTo>
                  <a:pt x="766787" y="745887"/>
                </a:lnTo>
                <a:cubicBezTo>
                  <a:pt x="772994" y="743404"/>
                  <a:pt x="775476" y="737196"/>
                  <a:pt x="775476" y="730988"/>
                </a:cubicBezTo>
                <a:lnTo>
                  <a:pt x="775476" y="567090"/>
                </a:lnTo>
                <a:lnTo>
                  <a:pt x="524734" y="658972"/>
                </a:lnTo>
                <a:cubicBezTo>
                  <a:pt x="519769" y="662697"/>
                  <a:pt x="512321" y="662697"/>
                  <a:pt x="506115" y="662697"/>
                </a:cubicBezTo>
                <a:cubicBezTo>
                  <a:pt x="497426" y="662697"/>
                  <a:pt x="488737" y="661455"/>
                  <a:pt x="480048" y="656489"/>
                </a:cubicBezTo>
                <a:cubicBezTo>
                  <a:pt x="463911" y="647797"/>
                  <a:pt x="452739" y="632898"/>
                  <a:pt x="447774" y="614273"/>
                </a:cubicBezTo>
                <a:close/>
                <a:moveTo>
                  <a:pt x="406717" y="545982"/>
                </a:moveTo>
                <a:lnTo>
                  <a:pt x="389339" y="614273"/>
                </a:lnTo>
                <a:cubicBezTo>
                  <a:pt x="385615" y="632898"/>
                  <a:pt x="373202" y="647797"/>
                  <a:pt x="358306" y="656489"/>
                </a:cubicBezTo>
                <a:cubicBezTo>
                  <a:pt x="349617" y="661455"/>
                  <a:pt x="339686" y="662697"/>
                  <a:pt x="332239" y="662697"/>
                </a:cubicBezTo>
                <a:cubicBezTo>
                  <a:pt x="324791" y="662697"/>
                  <a:pt x="318584" y="662697"/>
                  <a:pt x="312378" y="658972"/>
                </a:cubicBezTo>
                <a:lnTo>
                  <a:pt x="61633" y="567090"/>
                </a:lnTo>
                <a:lnTo>
                  <a:pt x="61633" y="730988"/>
                </a:lnTo>
                <a:cubicBezTo>
                  <a:pt x="61633" y="737196"/>
                  <a:pt x="65357" y="743404"/>
                  <a:pt x="70322" y="745887"/>
                </a:cubicBezTo>
                <a:lnTo>
                  <a:pt x="406717" y="883710"/>
                </a:lnTo>
                <a:close/>
                <a:moveTo>
                  <a:pt x="780568" y="387711"/>
                </a:moveTo>
                <a:lnTo>
                  <a:pt x="444095" y="491876"/>
                </a:lnTo>
                <a:lnTo>
                  <a:pt x="470169" y="607202"/>
                </a:lnTo>
                <a:cubicBezTo>
                  <a:pt x="473893" y="619602"/>
                  <a:pt x="481343" y="629523"/>
                  <a:pt x="491276" y="634483"/>
                </a:cubicBezTo>
                <a:cubicBezTo>
                  <a:pt x="499967" y="639443"/>
                  <a:pt x="508658" y="639443"/>
                  <a:pt x="517349" y="635723"/>
                </a:cubicBezTo>
                <a:lnTo>
                  <a:pt x="786776" y="536518"/>
                </a:lnTo>
                <a:cubicBezTo>
                  <a:pt x="807883" y="529078"/>
                  <a:pt x="817816" y="504277"/>
                  <a:pt x="810366" y="480716"/>
                </a:cubicBezTo>
                <a:close/>
                <a:moveTo>
                  <a:pt x="57791" y="387711"/>
                </a:moveTo>
                <a:lnTo>
                  <a:pt x="27992" y="480716"/>
                </a:lnTo>
                <a:cubicBezTo>
                  <a:pt x="20543" y="504277"/>
                  <a:pt x="31717" y="529078"/>
                  <a:pt x="51583" y="536518"/>
                </a:cubicBezTo>
                <a:lnTo>
                  <a:pt x="321012" y="635723"/>
                </a:lnTo>
                <a:cubicBezTo>
                  <a:pt x="328462" y="639443"/>
                  <a:pt x="338395" y="639443"/>
                  <a:pt x="345845" y="634483"/>
                </a:cubicBezTo>
                <a:cubicBezTo>
                  <a:pt x="355778" y="629523"/>
                  <a:pt x="364469" y="619602"/>
                  <a:pt x="366952" y="607202"/>
                </a:cubicBezTo>
                <a:lnTo>
                  <a:pt x="395509" y="491876"/>
                </a:lnTo>
                <a:close/>
                <a:moveTo>
                  <a:pt x="290483" y="310444"/>
                </a:moveTo>
                <a:lnTo>
                  <a:pt x="90290" y="372280"/>
                </a:lnTo>
                <a:lnTo>
                  <a:pt x="418557" y="472454"/>
                </a:lnTo>
                <a:lnTo>
                  <a:pt x="748068" y="372280"/>
                </a:lnTo>
                <a:lnTo>
                  <a:pt x="544145" y="310444"/>
                </a:lnTo>
                <a:lnTo>
                  <a:pt x="450887" y="397014"/>
                </a:lnTo>
                <a:cubicBezTo>
                  <a:pt x="440939" y="405671"/>
                  <a:pt x="429748" y="409382"/>
                  <a:pt x="417314" y="409382"/>
                </a:cubicBezTo>
                <a:cubicBezTo>
                  <a:pt x="404880" y="409382"/>
                  <a:pt x="393689" y="405671"/>
                  <a:pt x="383741" y="397014"/>
                </a:cubicBezTo>
                <a:close/>
                <a:moveTo>
                  <a:pt x="284451" y="23812"/>
                </a:moveTo>
                <a:cubicBezTo>
                  <a:pt x="267066" y="25054"/>
                  <a:pt x="252164" y="32506"/>
                  <a:pt x="240987" y="44925"/>
                </a:cubicBezTo>
                <a:cubicBezTo>
                  <a:pt x="226085" y="62313"/>
                  <a:pt x="224844" y="90877"/>
                  <a:pt x="239746" y="108265"/>
                </a:cubicBezTo>
                <a:cubicBezTo>
                  <a:pt x="252164" y="124410"/>
                  <a:pt x="272033" y="133104"/>
                  <a:pt x="293144" y="131862"/>
                </a:cubicBezTo>
                <a:cubicBezTo>
                  <a:pt x="299353" y="131862"/>
                  <a:pt x="305562" y="134346"/>
                  <a:pt x="308046" y="140555"/>
                </a:cubicBezTo>
                <a:cubicBezTo>
                  <a:pt x="311771" y="146765"/>
                  <a:pt x="309288" y="154217"/>
                  <a:pt x="304320" y="157943"/>
                </a:cubicBezTo>
                <a:lnTo>
                  <a:pt x="289419" y="171604"/>
                </a:lnTo>
                <a:lnTo>
                  <a:pt x="249680" y="210105"/>
                </a:lnTo>
                <a:cubicBezTo>
                  <a:pt x="245955" y="213830"/>
                  <a:pt x="243471" y="218798"/>
                  <a:pt x="243471" y="225008"/>
                </a:cubicBezTo>
                <a:cubicBezTo>
                  <a:pt x="243471" y="229976"/>
                  <a:pt x="245955" y="234943"/>
                  <a:pt x="249680" y="238669"/>
                </a:cubicBezTo>
                <a:lnTo>
                  <a:pt x="399941" y="379009"/>
                </a:lnTo>
                <a:cubicBezTo>
                  <a:pt x="409876" y="387703"/>
                  <a:pt x="424777" y="387703"/>
                  <a:pt x="434712" y="379009"/>
                </a:cubicBezTo>
                <a:lnTo>
                  <a:pt x="612293" y="212588"/>
                </a:lnTo>
                <a:cubicBezTo>
                  <a:pt x="616018" y="208863"/>
                  <a:pt x="618502" y="203895"/>
                  <a:pt x="618502" y="197685"/>
                </a:cubicBezTo>
                <a:cubicBezTo>
                  <a:pt x="618502" y="192717"/>
                  <a:pt x="616018" y="187749"/>
                  <a:pt x="612293" y="182782"/>
                </a:cubicBezTo>
                <a:lnTo>
                  <a:pt x="589940" y="161669"/>
                </a:lnTo>
                <a:lnTo>
                  <a:pt x="584973" y="156701"/>
                </a:lnTo>
                <a:cubicBezTo>
                  <a:pt x="580006" y="169120"/>
                  <a:pt x="571313" y="179056"/>
                  <a:pt x="560136" y="186507"/>
                </a:cubicBezTo>
                <a:cubicBezTo>
                  <a:pt x="547718" y="196443"/>
                  <a:pt x="532816" y="198927"/>
                  <a:pt x="516673" y="198927"/>
                </a:cubicBezTo>
                <a:cubicBezTo>
                  <a:pt x="503012" y="198927"/>
                  <a:pt x="489352" y="196443"/>
                  <a:pt x="478176" y="187749"/>
                </a:cubicBezTo>
                <a:cubicBezTo>
                  <a:pt x="458307" y="176572"/>
                  <a:pt x="447130" y="157943"/>
                  <a:pt x="444647" y="136830"/>
                </a:cubicBezTo>
                <a:cubicBezTo>
                  <a:pt x="443405" y="116958"/>
                  <a:pt x="450856" y="97087"/>
                  <a:pt x="465758" y="82184"/>
                </a:cubicBezTo>
                <a:cubicBezTo>
                  <a:pt x="473209" y="75974"/>
                  <a:pt x="480660" y="71006"/>
                  <a:pt x="489352" y="68522"/>
                </a:cubicBezTo>
                <a:lnTo>
                  <a:pt x="481901" y="61071"/>
                </a:lnTo>
                <a:lnTo>
                  <a:pt x="463274" y="42441"/>
                </a:lnTo>
                <a:cubicBezTo>
                  <a:pt x="454581" y="34990"/>
                  <a:pt x="438438" y="34990"/>
                  <a:pt x="429745" y="42441"/>
                </a:cubicBezTo>
                <a:lnTo>
                  <a:pt x="392490" y="77216"/>
                </a:lnTo>
                <a:lnTo>
                  <a:pt x="382555" y="85910"/>
                </a:lnTo>
                <a:cubicBezTo>
                  <a:pt x="376346" y="92119"/>
                  <a:pt x="367654" y="93361"/>
                  <a:pt x="360203" y="90877"/>
                </a:cubicBezTo>
                <a:cubicBezTo>
                  <a:pt x="352752" y="88393"/>
                  <a:pt x="347784" y="80942"/>
                  <a:pt x="346542" y="72248"/>
                </a:cubicBezTo>
                <a:cubicBezTo>
                  <a:pt x="346542" y="61071"/>
                  <a:pt x="340333" y="48651"/>
                  <a:pt x="330399" y="39957"/>
                </a:cubicBezTo>
                <a:cubicBezTo>
                  <a:pt x="317981" y="28780"/>
                  <a:pt x="301837" y="22570"/>
                  <a:pt x="284451" y="23812"/>
                </a:cubicBezTo>
                <a:close/>
                <a:moveTo>
                  <a:pt x="281722" y="133"/>
                </a:moveTo>
                <a:cubicBezTo>
                  <a:pt x="305357" y="-1112"/>
                  <a:pt x="327748" y="6356"/>
                  <a:pt x="345163" y="22535"/>
                </a:cubicBezTo>
                <a:cubicBezTo>
                  <a:pt x="357602" y="33735"/>
                  <a:pt x="366310" y="48670"/>
                  <a:pt x="368798" y="66093"/>
                </a:cubicBezTo>
                <a:lnTo>
                  <a:pt x="375017" y="59871"/>
                </a:lnTo>
                <a:lnTo>
                  <a:pt x="412335" y="26268"/>
                </a:lnTo>
                <a:cubicBezTo>
                  <a:pt x="429751" y="8845"/>
                  <a:pt x="459605" y="8845"/>
                  <a:pt x="478264" y="26268"/>
                </a:cubicBezTo>
                <a:lnTo>
                  <a:pt x="484484" y="31246"/>
                </a:lnTo>
                <a:lnTo>
                  <a:pt x="508118" y="54893"/>
                </a:lnTo>
                <a:cubicBezTo>
                  <a:pt x="514338" y="59871"/>
                  <a:pt x="515582" y="67338"/>
                  <a:pt x="514338" y="73560"/>
                </a:cubicBezTo>
                <a:cubicBezTo>
                  <a:pt x="513094" y="81028"/>
                  <a:pt x="508118" y="86006"/>
                  <a:pt x="500655" y="88495"/>
                </a:cubicBezTo>
                <a:cubicBezTo>
                  <a:pt x="493191" y="90984"/>
                  <a:pt x="486972" y="94718"/>
                  <a:pt x="481996" y="99696"/>
                </a:cubicBezTo>
                <a:cubicBezTo>
                  <a:pt x="470800" y="109652"/>
                  <a:pt x="467069" y="122097"/>
                  <a:pt x="467069" y="134543"/>
                </a:cubicBezTo>
                <a:cubicBezTo>
                  <a:pt x="468312" y="149477"/>
                  <a:pt x="477020" y="160678"/>
                  <a:pt x="489459" y="169390"/>
                </a:cubicBezTo>
                <a:cubicBezTo>
                  <a:pt x="506874" y="179346"/>
                  <a:pt x="529265" y="178101"/>
                  <a:pt x="545436" y="168145"/>
                </a:cubicBezTo>
                <a:cubicBezTo>
                  <a:pt x="554144" y="160678"/>
                  <a:pt x="560364" y="153211"/>
                  <a:pt x="562852" y="143254"/>
                </a:cubicBezTo>
                <a:cubicBezTo>
                  <a:pt x="565339" y="137032"/>
                  <a:pt x="571559" y="132054"/>
                  <a:pt x="576535" y="130809"/>
                </a:cubicBezTo>
                <a:cubicBezTo>
                  <a:pt x="583998" y="129565"/>
                  <a:pt x="590218" y="130809"/>
                  <a:pt x="595194" y="134543"/>
                </a:cubicBezTo>
                <a:lnTo>
                  <a:pt x="617585" y="155700"/>
                </a:lnTo>
                <a:lnTo>
                  <a:pt x="628780" y="166900"/>
                </a:lnTo>
                <a:cubicBezTo>
                  <a:pt x="637488" y="174368"/>
                  <a:pt x="642463" y="185568"/>
                  <a:pt x="642463" y="198014"/>
                </a:cubicBezTo>
                <a:cubicBezTo>
                  <a:pt x="642463" y="210459"/>
                  <a:pt x="637488" y="221660"/>
                  <a:pt x="628780" y="230372"/>
                </a:cubicBezTo>
                <a:lnTo>
                  <a:pt x="562852" y="291354"/>
                </a:lnTo>
                <a:lnTo>
                  <a:pt x="790492" y="361047"/>
                </a:lnTo>
                <a:cubicBezTo>
                  <a:pt x="791735" y="361047"/>
                  <a:pt x="792979" y="361047"/>
                  <a:pt x="792979" y="361047"/>
                </a:cubicBezTo>
                <a:lnTo>
                  <a:pt x="792979" y="362292"/>
                </a:lnTo>
                <a:lnTo>
                  <a:pt x="794223" y="362292"/>
                </a:lnTo>
                <a:lnTo>
                  <a:pt x="795467" y="363536"/>
                </a:lnTo>
                <a:lnTo>
                  <a:pt x="795467" y="364781"/>
                </a:lnTo>
                <a:lnTo>
                  <a:pt x="796711" y="364781"/>
                </a:lnTo>
                <a:cubicBezTo>
                  <a:pt x="796711" y="366025"/>
                  <a:pt x="796711" y="366025"/>
                  <a:pt x="797955" y="366025"/>
                </a:cubicBezTo>
                <a:cubicBezTo>
                  <a:pt x="797955" y="366025"/>
                  <a:pt x="797955" y="367270"/>
                  <a:pt x="797955" y="368515"/>
                </a:cubicBezTo>
                <a:lnTo>
                  <a:pt x="831541" y="473055"/>
                </a:lnTo>
                <a:cubicBezTo>
                  <a:pt x="842737" y="506657"/>
                  <a:pt x="827810" y="542749"/>
                  <a:pt x="799199" y="556439"/>
                </a:cubicBezTo>
                <a:lnTo>
                  <a:pt x="799199" y="730673"/>
                </a:lnTo>
                <a:cubicBezTo>
                  <a:pt x="799199" y="746852"/>
                  <a:pt x="789248" y="761786"/>
                  <a:pt x="774320" y="768009"/>
                </a:cubicBezTo>
                <a:lnTo>
                  <a:pt x="422287" y="911130"/>
                </a:lnTo>
                <a:lnTo>
                  <a:pt x="422287" y="912375"/>
                </a:lnTo>
                <a:lnTo>
                  <a:pt x="421043" y="912375"/>
                </a:lnTo>
                <a:cubicBezTo>
                  <a:pt x="419799" y="912375"/>
                  <a:pt x="418555" y="913619"/>
                  <a:pt x="417311" y="913619"/>
                </a:cubicBezTo>
                <a:cubicBezTo>
                  <a:pt x="416067" y="913619"/>
                  <a:pt x="416067" y="912375"/>
                  <a:pt x="414823" y="912375"/>
                </a:cubicBezTo>
                <a:cubicBezTo>
                  <a:pt x="413579" y="912375"/>
                  <a:pt x="413579" y="912375"/>
                  <a:pt x="413579" y="911130"/>
                </a:cubicBezTo>
                <a:lnTo>
                  <a:pt x="60302" y="768009"/>
                </a:lnTo>
                <a:cubicBezTo>
                  <a:pt x="45375" y="761786"/>
                  <a:pt x="36667" y="746852"/>
                  <a:pt x="36667" y="730673"/>
                </a:cubicBezTo>
                <a:lnTo>
                  <a:pt x="36667" y="556439"/>
                </a:lnTo>
                <a:cubicBezTo>
                  <a:pt x="8057" y="542749"/>
                  <a:pt x="-6871" y="506657"/>
                  <a:pt x="3081" y="473055"/>
                </a:cubicBezTo>
                <a:lnTo>
                  <a:pt x="36667" y="368515"/>
                </a:lnTo>
                <a:lnTo>
                  <a:pt x="37911" y="368515"/>
                </a:lnTo>
                <a:cubicBezTo>
                  <a:pt x="37911" y="367270"/>
                  <a:pt x="37911" y="366025"/>
                  <a:pt x="37911" y="366025"/>
                </a:cubicBezTo>
                <a:cubicBezTo>
                  <a:pt x="37911" y="366025"/>
                  <a:pt x="37911" y="366025"/>
                  <a:pt x="37911" y="364781"/>
                </a:cubicBezTo>
                <a:lnTo>
                  <a:pt x="39155" y="364781"/>
                </a:lnTo>
                <a:cubicBezTo>
                  <a:pt x="39155" y="364781"/>
                  <a:pt x="39155" y="364781"/>
                  <a:pt x="40399" y="364781"/>
                </a:cubicBezTo>
                <a:lnTo>
                  <a:pt x="40399" y="363536"/>
                </a:lnTo>
                <a:lnTo>
                  <a:pt x="40399" y="362292"/>
                </a:lnTo>
                <a:cubicBezTo>
                  <a:pt x="41643" y="362292"/>
                  <a:pt x="41643" y="362292"/>
                  <a:pt x="42887" y="362292"/>
                </a:cubicBezTo>
                <a:lnTo>
                  <a:pt x="42887" y="361047"/>
                </a:lnTo>
                <a:cubicBezTo>
                  <a:pt x="44131" y="361047"/>
                  <a:pt x="44131" y="361047"/>
                  <a:pt x="45375" y="361047"/>
                </a:cubicBezTo>
                <a:lnTo>
                  <a:pt x="269283" y="292598"/>
                </a:lnTo>
                <a:lnTo>
                  <a:pt x="231965" y="256507"/>
                </a:lnTo>
                <a:cubicBezTo>
                  <a:pt x="223257" y="249040"/>
                  <a:pt x="218282" y="236594"/>
                  <a:pt x="218282" y="225393"/>
                </a:cubicBezTo>
                <a:cubicBezTo>
                  <a:pt x="218282" y="212948"/>
                  <a:pt x="223257" y="201747"/>
                  <a:pt x="231965" y="193036"/>
                </a:cubicBezTo>
                <a:lnTo>
                  <a:pt x="273015" y="155700"/>
                </a:lnTo>
                <a:cubicBezTo>
                  <a:pt x="251868" y="150722"/>
                  <a:pt x="231965" y="140765"/>
                  <a:pt x="219526" y="123342"/>
                </a:cubicBezTo>
                <a:cubicBezTo>
                  <a:pt x="198379" y="95962"/>
                  <a:pt x="199623" y="56137"/>
                  <a:pt x="222013" y="28757"/>
                </a:cubicBezTo>
                <a:cubicBezTo>
                  <a:pt x="236941" y="12578"/>
                  <a:pt x="258088" y="1378"/>
                  <a:pt x="281722" y="133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00" name="Straight Connector 399">
            <a:extLst>
              <a:ext uri="{FF2B5EF4-FFF2-40B4-BE49-F238E27FC236}">
                <a16:creationId xmlns:a16="http://schemas.microsoft.com/office/drawing/2014/main" id="{3119C911-815C-6843-902A-F9797C7A7436}"/>
              </a:ext>
            </a:extLst>
          </p:cNvPr>
          <p:cNvSpPr/>
          <p:nvPr/>
        </p:nvSpPr>
        <p:spPr>
          <a:xfrm>
            <a:off x="7697751" y="4041522"/>
            <a:ext cx="0" cy="1018169"/>
          </a:xfrm>
          <a:prstGeom prst="line">
            <a:avLst/>
          </a:prstGeom>
          <a:noFill/>
          <a:ln w="12700" cap="flat">
            <a:solidFill>
              <a:srgbClr val="BA68C8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48" name="Freeform 447">
            <a:extLst>
              <a:ext uri="{FF2B5EF4-FFF2-40B4-BE49-F238E27FC236}">
                <a16:creationId xmlns:a16="http://schemas.microsoft.com/office/drawing/2014/main" id="{AAE23A29-4668-864A-B863-A6AB6614034E}"/>
              </a:ext>
            </a:extLst>
          </p:cNvPr>
          <p:cNvSpPr/>
          <p:nvPr/>
        </p:nvSpPr>
        <p:spPr>
          <a:xfrm>
            <a:off x="1630741" y="7332813"/>
            <a:ext cx="7382562" cy="172602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927" h="1386">
                <a:moveTo>
                  <a:pt x="5473" y="0"/>
                </a:moveTo>
                <a:lnTo>
                  <a:pt x="1510" y="0"/>
                </a:lnTo>
                <a:lnTo>
                  <a:pt x="0" y="0"/>
                </a:lnTo>
                <a:lnTo>
                  <a:pt x="0" y="933"/>
                </a:lnTo>
                <a:cubicBezTo>
                  <a:pt x="0" y="1183"/>
                  <a:pt x="203" y="1386"/>
                  <a:pt x="454" y="1386"/>
                </a:cubicBezTo>
                <a:lnTo>
                  <a:pt x="1510" y="1386"/>
                </a:lnTo>
                <a:lnTo>
                  <a:pt x="5927" y="1386"/>
                </a:lnTo>
                <a:lnTo>
                  <a:pt x="5927" y="453"/>
                </a:lnTo>
                <a:cubicBezTo>
                  <a:pt x="5927" y="202"/>
                  <a:pt x="5724" y="0"/>
                  <a:pt x="5473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50" name="Freeform 449">
            <a:extLst>
              <a:ext uri="{FF2B5EF4-FFF2-40B4-BE49-F238E27FC236}">
                <a16:creationId xmlns:a16="http://schemas.microsoft.com/office/drawing/2014/main" id="{03CD6B15-C4DA-D040-AAFB-A45F7767797C}"/>
              </a:ext>
            </a:extLst>
          </p:cNvPr>
          <p:cNvSpPr/>
          <p:nvPr/>
        </p:nvSpPr>
        <p:spPr>
          <a:xfrm>
            <a:off x="1503674" y="7205698"/>
            <a:ext cx="1879900" cy="172602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10" h="1386">
                <a:moveTo>
                  <a:pt x="1510" y="1386"/>
                </a:moveTo>
                <a:lnTo>
                  <a:pt x="454" y="1386"/>
                </a:lnTo>
                <a:cubicBezTo>
                  <a:pt x="203" y="1386"/>
                  <a:pt x="0" y="1183"/>
                  <a:pt x="0" y="932"/>
                </a:cubicBezTo>
                <a:lnTo>
                  <a:pt x="0" y="0"/>
                </a:lnTo>
                <a:lnTo>
                  <a:pt x="1510" y="0"/>
                </a:ln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52" name="Freeform 451">
            <a:extLst>
              <a:ext uri="{FF2B5EF4-FFF2-40B4-BE49-F238E27FC236}">
                <a16:creationId xmlns:a16="http://schemas.microsoft.com/office/drawing/2014/main" id="{C74A445C-A832-8C4C-8A9C-575270D2A418}"/>
              </a:ext>
            </a:extLst>
          </p:cNvPr>
          <p:cNvSpPr/>
          <p:nvPr/>
        </p:nvSpPr>
        <p:spPr>
          <a:xfrm>
            <a:off x="3384820" y="7205698"/>
            <a:ext cx="5501416" cy="1726028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17" h="1386">
                <a:moveTo>
                  <a:pt x="4417" y="1386"/>
                </a:moveTo>
                <a:lnTo>
                  <a:pt x="0" y="1386"/>
                </a:lnTo>
                <a:lnTo>
                  <a:pt x="0" y="0"/>
                </a:lnTo>
                <a:lnTo>
                  <a:pt x="3964" y="0"/>
                </a:lnTo>
                <a:cubicBezTo>
                  <a:pt x="4214" y="0"/>
                  <a:pt x="4417" y="203"/>
                  <a:pt x="4417" y="453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55" name="Straight Connector 454">
            <a:extLst>
              <a:ext uri="{FF2B5EF4-FFF2-40B4-BE49-F238E27FC236}">
                <a16:creationId xmlns:a16="http://schemas.microsoft.com/office/drawing/2014/main" id="{905921AB-1CF1-BB49-BD06-D72266610A44}"/>
              </a:ext>
            </a:extLst>
          </p:cNvPr>
          <p:cNvSpPr/>
          <p:nvPr/>
        </p:nvSpPr>
        <p:spPr>
          <a:xfrm>
            <a:off x="7697751" y="7559627"/>
            <a:ext cx="0" cy="1018169"/>
          </a:xfrm>
          <a:prstGeom prst="line">
            <a:avLst/>
          </a:prstGeom>
          <a:noFill/>
          <a:ln w="12700" cap="flat">
            <a:solidFill>
              <a:srgbClr val="BA68C8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40" name="Freeform 539">
            <a:extLst>
              <a:ext uri="{FF2B5EF4-FFF2-40B4-BE49-F238E27FC236}">
                <a16:creationId xmlns:a16="http://schemas.microsoft.com/office/drawing/2014/main" id="{64DB807A-3C55-994F-B0BF-BCA176C2CAA7}"/>
              </a:ext>
            </a:extLst>
          </p:cNvPr>
          <p:cNvSpPr/>
          <p:nvPr/>
        </p:nvSpPr>
        <p:spPr>
          <a:xfrm>
            <a:off x="2070508" y="7621939"/>
            <a:ext cx="746230" cy="893546"/>
          </a:xfrm>
          <a:custGeom>
            <a:avLst/>
            <a:gdLst>
              <a:gd name="connsiteX0" fmla="*/ 257756 w 746230"/>
              <a:gd name="connsiteY0" fmla="*/ 817526 h 893546"/>
              <a:gd name="connsiteX1" fmla="*/ 348953 w 746230"/>
              <a:gd name="connsiteY1" fmla="*/ 817526 h 893546"/>
              <a:gd name="connsiteX2" fmla="*/ 361277 w 746230"/>
              <a:gd name="connsiteY2" fmla="*/ 829365 h 893546"/>
              <a:gd name="connsiteX3" fmla="*/ 348953 w 746230"/>
              <a:gd name="connsiteY3" fmla="*/ 841204 h 893546"/>
              <a:gd name="connsiteX4" fmla="*/ 257756 w 746230"/>
              <a:gd name="connsiteY4" fmla="*/ 841204 h 893546"/>
              <a:gd name="connsiteX5" fmla="*/ 246664 w 746230"/>
              <a:gd name="connsiteY5" fmla="*/ 829365 h 893546"/>
              <a:gd name="connsiteX6" fmla="*/ 257756 w 746230"/>
              <a:gd name="connsiteY6" fmla="*/ 817526 h 893546"/>
              <a:gd name="connsiteX7" fmla="*/ 673426 w 746230"/>
              <a:gd name="connsiteY7" fmla="*/ 674515 h 893546"/>
              <a:gd name="connsiteX8" fmla="*/ 660270 w 746230"/>
              <a:gd name="connsiteY8" fmla="*/ 677866 h 893546"/>
              <a:gd name="connsiteX9" fmla="*/ 674622 w 746230"/>
              <a:gd name="connsiteY9" fmla="*/ 729044 h 893546"/>
              <a:gd name="connsiteX10" fmla="*/ 690169 w 746230"/>
              <a:gd name="connsiteY10" fmla="*/ 680303 h 893546"/>
              <a:gd name="connsiteX11" fmla="*/ 673426 w 746230"/>
              <a:gd name="connsiteY11" fmla="*/ 674515 h 893546"/>
              <a:gd name="connsiteX12" fmla="*/ 188111 w 746230"/>
              <a:gd name="connsiteY12" fmla="*/ 382592 h 893546"/>
              <a:gd name="connsiteX13" fmla="*/ 188111 w 746230"/>
              <a:gd name="connsiteY13" fmla="*/ 482290 h 893546"/>
              <a:gd name="connsiteX14" fmla="*/ 397404 w 746230"/>
              <a:gd name="connsiteY14" fmla="*/ 482290 h 893546"/>
              <a:gd name="connsiteX15" fmla="*/ 397404 w 746230"/>
              <a:gd name="connsiteY15" fmla="*/ 386285 h 893546"/>
              <a:gd name="connsiteX16" fmla="*/ 299569 w 746230"/>
              <a:gd name="connsiteY16" fmla="*/ 462597 h 893546"/>
              <a:gd name="connsiteX17" fmla="*/ 293377 w 746230"/>
              <a:gd name="connsiteY17" fmla="*/ 465058 h 893546"/>
              <a:gd name="connsiteX18" fmla="*/ 285946 w 746230"/>
              <a:gd name="connsiteY18" fmla="*/ 462597 h 893546"/>
              <a:gd name="connsiteX19" fmla="*/ 198078 w 746230"/>
              <a:gd name="connsiteY19" fmla="*/ 358914 h 893546"/>
              <a:gd name="connsiteX20" fmla="*/ 293393 w 746230"/>
              <a:gd name="connsiteY20" fmla="*/ 437426 h 893546"/>
              <a:gd name="connsiteX21" fmla="*/ 392422 w 746230"/>
              <a:gd name="connsiteY21" fmla="*/ 358914 h 893546"/>
              <a:gd name="connsiteX22" fmla="*/ 176843 w 746230"/>
              <a:gd name="connsiteY22" fmla="*/ 335235 h 893546"/>
              <a:gd name="connsiteX23" fmla="*/ 408674 w 746230"/>
              <a:gd name="connsiteY23" fmla="*/ 335235 h 893546"/>
              <a:gd name="connsiteX24" fmla="*/ 419832 w 746230"/>
              <a:gd name="connsiteY24" fmla="*/ 347607 h 893546"/>
              <a:gd name="connsiteX25" fmla="*/ 419832 w 746230"/>
              <a:gd name="connsiteY25" fmla="*/ 493596 h 893546"/>
              <a:gd name="connsiteX26" fmla="*/ 408674 w 746230"/>
              <a:gd name="connsiteY26" fmla="*/ 505968 h 893546"/>
              <a:gd name="connsiteX27" fmla="*/ 176843 w 746230"/>
              <a:gd name="connsiteY27" fmla="*/ 505968 h 893546"/>
              <a:gd name="connsiteX28" fmla="*/ 164445 w 746230"/>
              <a:gd name="connsiteY28" fmla="*/ 493596 h 893546"/>
              <a:gd name="connsiteX29" fmla="*/ 164445 w 746230"/>
              <a:gd name="connsiteY29" fmla="*/ 347607 h 893546"/>
              <a:gd name="connsiteX30" fmla="*/ 176843 w 746230"/>
              <a:gd name="connsiteY30" fmla="*/ 335235 h 893546"/>
              <a:gd name="connsiteX31" fmla="*/ 659024 w 746230"/>
              <a:gd name="connsiteY31" fmla="*/ 233044 h 893546"/>
              <a:gd name="connsiteX32" fmla="*/ 659024 w 746230"/>
              <a:gd name="connsiteY32" fmla="*/ 234287 h 893546"/>
              <a:gd name="connsiteX33" fmla="*/ 659024 w 746230"/>
              <a:gd name="connsiteY33" fmla="*/ 650538 h 893546"/>
              <a:gd name="connsiteX34" fmla="*/ 692660 w 746230"/>
              <a:gd name="connsiteY34" fmla="*/ 653023 h 893546"/>
              <a:gd name="connsiteX35" fmla="*/ 692660 w 746230"/>
              <a:gd name="connsiteY35" fmla="*/ 233044 h 893546"/>
              <a:gd name="connsiteX36" fmla="*/ 675862 w 746230"/>
              <a:gd name="connsiteY36" fmla="*/ 175714 h 893546"/>
              <a:gd name="connsiteX37" fmla="*/ 656533 w 746230"/>
              <a:gd name="connsiteY37" fmla="*/ 205672 h 893546"/>
              <a:gd name="connsiteX38" fmla="*/ 656533 w 746230"/>
              <a:gd name="connsiteY38" fmla="*/ 206870 h 893546"/>
              <a:gd name="connsiteX39" fmla="*/ 696398 w 746230"/>
              <a:gd name="connsiteY39" fmla="*/ 206870 h 893546"/>
              <a:gd name="connsiteX40" fmla="*/ 696398 w 746230"/>
              <a:gd name="connsiteY40" fmla="*/ 205672 h 893546"/>
              <a:gd name="connsiteX41" fmla="*/ 675862 w 746230"/>
              <a:gd name="connsiteY41" fmla="*/ 175714 h 893546"/>
              <a:gd name="connsiteX42" fmla="*/ 675854 w 746230"/>
              <a:gd name="connsiteY42" fmla="*/ 150793 h 893546"/>
              <a:gd name="connsiteX43" fmla="*/ 720302 w 746230"/>
              <a:gd name="connsiteY43" fmla="*/ 206765 h 893546"/>
              <a:gd name="connsiteX44" fmla="*/ 720302 w 746230"/>
              <a:gd name="connsiteY44" fmla="*/ 208009 h 893546"/>
              <a:gd name="connsiteX45" fmla="*/ 735118 w 746230"/>
              <a:gd name="connsiteY45" fmla="*/ 208009 h 893546"/>
              <a:gd name="connsiteX46" fmla="*/ 746230 w 746230"/>
              <a:gd name="connsiteY46" fmla="*/ 220447 h 893546"/>
              <a:gd name="connsiteX47" fmla="*/ 735118 w 746230"/>
              <a:gd name="connsiteY47" fmla="*/ 232886 h 893546"/>
              <a:gd name="connsiteX48" fmla="*/ 716598 w 746230"/>
              <a:gd name="connsiteY48" fmla="*/ 232886 h 893546"/>
              <a:gd name="connsiteX49" fmla="*/ 716598 w 746230"/>
              <a:gd name="connsiteY49" fmla="*/ 671956 h 893546"/>
              <a:gd name="connsiteX50" fmla="*/ 716598 w 746230"/>
              <a:gd name="connsiteY50" fmla="*/ 676931 h 893546"/>
              <a:gd name="connsiteX51" fmla="*/ 686966 w 746230"/>
              <a:gd name="connsiteY51" fmla="*/ 768974 h 893546"/>
              <a:gd name="connsiteX52" fmla="*/ 691905 w 746230"/>
              <a:gd name="connsiteY52" fmla="*/ 781412 h 893546"/>
              <a:gd name="connsiteX53" fmla="*/ 673385 w 746230"/>
              <a:gd name="connsiteY53" fmla="*/ 795094 h 893546"/>
              <a:gd name="connsiteX54" fmla="*/ 658569 w 746230"/>
              <a:gd name="connsiteY54" fmla="*/ 778924 h 893546"/>
              <a:gd name="connsiteX55" fmla="*/ 662273 w 746230"/>
              <a:gd name="connsiteY55" fmla="*/ 770217 h 893546"/>
              <a:gd name="connsiteX56" fmla="*/ 636345 w 746230"/>
              <a:gd name="connsiteY56" fmla="*/ 681906 h 893546"/>
              <a:gd name="connsiteX57" fmla="*/ 635110 w 746230"/>
              <a:gd name="connsiteY57" fmla="*/ 675687 h 893546"/>
              <a:gd name="connsiteX58" fmla="*/ 635110 w 746230"/>
              <a:gd name="connsiteY58" fmla="*/ 234129 h 893546"/>
              <a:gd name="connsiteX59" fmla="*/ 635110 w 746230"/>
              <a:gd name="connsiteY59" fmla="*/ 232886 h 893546"/>
              <a:gd name="connsiteX60" fmla="*/ 620294 w 746230"/>
              <a:gd name="connsiteY60" fmla="*/ 232886 h 893546"/>
              <a:gd name="connsiteX61" fmla="*/ 607947 w 746230"/>
              <a:gd name="connsiteY61" fmla="*/ 220447 h 893546"/>
              <a:gd name="connsiteX62" fmla="*/ 620294 w 746230"/>
              <a:gd name="connsiteY62" fmla="*/ 208009 h 893546"/>
              <a:gd name="connsiteX63" fmla="*/ 633875 w 746230"/>
              <a:gd name="connsiteY63" fmla="*/ 208009 h 893546"/>
              <a:gd name="connsiteX64" fmla="*/ 633875 w 746230"/>
              <a:gd name="connsiteY64" fmla="*/ 206765 h 893546"/>
              <a:gd name="connsiteX65" fmla="*/ 675854 w 746230"/>
              <a:gd name="connsiteY65" fmla="*/ 150793 h 893546"/>
              <a:gd name="connsiteX66" fmla="*/ 120774 w 746230"/>
              <a:gd name="connsiteY66" fmla="*/ 128361 h 893546"/>
              <a:gd name="connsiteX67" fmla="*/ 99664 w 746230"/>
              <a:gd name="connsiteY67" fmla="*/ 148262 h 893546"/>
              <a:gd name="connsiteX68" fmla="*/ 99664 w 746230"/>
              <a:gd name="connsiteY68" fmla="*/ 730363 h 893546"/>
              <a:gd name="connsiteX69" fmla="*/ 136916 w 746230"/>
              <a:gd name="connsiteY69" fmla="*/ 767677 h 893546"/>
              <a:gd name="connsiteX70" fmla="*/ 444866 w 746230"/>
              <a:gd name="connsiteY70" fmla="*/ 767677 h 893546"/>
              <a:gd name="connsiteX71" fmla="*/ 480876 w 746230"/>
              <a:gd name="connsiteY71" fmla="*/ 730363 h 893546"/>
              <a:gd name="connsiteX72" fmla="*/ 480876 w 746230"/>
              <a:gd name="connsiteY72" fmla="*/ 148262 h 893546"/>
              <a:gd name="connsiteX73" fmla="*/ 461008 w 746230"/>
              <a:gd name="connsiteY73" fmla="*/ 128361 h 893546"/>
              <a:gd name="connsiteX74" fmla="*/ 120715 w 746230"/>
              <a:gd name="connsiteY74" fmla="*/ 103437 h 893546"/>
              <a:gd name="connsiteX75" fmla="*/ 461073 w 746230"/>
              <a:gd name="connsiteY75" fmla="*/ 103437 h 893546"/>
              <a:gd name="connsiteX76" fmla="*/ 505791 w 746230"/>
              <a:gd name="connsiteY76" fmla="*/ 148221 h 893546"/>
              <a:gd name="connsiteX77" fmla="*/ 505791 w 746230"/>
              <a:gd name="connsiteY77" fmla="*/ 730403 h 893546"/>
              <a:gd name="connsiteX78" fmla="*/ 444924 w 746230"/>
              <a:gd name="connsiteY78" fmla="*/ 792602 h 893546"/>
              <a:gd name="connsiteX79" fmla="*/ 136864 w 746230"/>
              <a:gd name="connsiteY79" fmla="*/ 792602 h 893546"/>
              <a:gd name="connsiteX80" fmla="*/ 77239 w 746230"/>
              <a:gd name="connsiteY80" fmla="*/ 730403 h 893546"/>
              <a:gd name="connsiteX81" fmla="*/ 77239 w 746230"/>
              <a:gd name="connsiteY81" fmla="*/ 148221 h 893546"/>
              <a:gd name="connsiteX82" fmla="*/ 120715 w 746230"/>
              <a:gd name="connsiteY82" fmla="*/ 103437 h 893546"/>
              <a:gd name="connsiteX83" fmla="*/ 417960 w 746230"/>
              <a:gd name="connsiteY83" fmla="*/ 61065 h 893546"/>
              <a:gd name="connsiteX84" fmla="*/ 426057 w 746230"/>
              <a:gd name="connsiteY84" fmla="*/ 69165 h 893546"/>
              <a:gd name="connsiteX85" fmla="*/ 417960 w 746230"/>
              <a:gd name="connsiteY85" fmla="*/ 77266 h 893546"/>
              <a:gd name="connsiteX86" fmla="*/ 409862 w 746230"/>
              <a:gd name="connsiteY86" fmla="*/ 69165 h 893546"/>
              <a:gd name="connsiteX87" fmla="*/ 417960 w 746230"/>
              <a:gd name="connsiteY87" fmla="*/ 61065 h 893546"/>
              <a:gd name="connsiteX88" fmla="*/ 366883 w 746230"/>
              <a:gd name="connsiteY88" fmla="*/ 61065 h 893546"/>
              <a:gd name="connsiteX89" fmla="*/ 374980 w 746230"/>
              <a:gd name="connsiteY89" fmla="*/ 69165 h 893546"/>
              <a:gd name="connsiteX90" fmla="*/ 366883 w 746230"/>
              <a:gd name="connsiteY90" fmla="*/ 77266 h 893546"/>
              <a:gd name="connsiteX91" fmla="*/ 358785 w 746230"/>
              <a:gd name="connsiteY91" fmla="*/ 69165 h 893546"/>
              <a:gd name="connsiteX92" fmla="*/ 366883 w 746230"/>
              <a:gd name="connsiteY92" fmla="*/ 61065 h 893546"/>
              <a:gd name="connsiteX93" fmla="*/ 316961 w 746230"/>
              <a:gd name="connsiteY93" fmla="*/ 61065 h 893546"/>
              <a:gd name="connsiteX94" fmla="*/ 323902 w 746230"/>
              <a:gd name="connsiteY94" fmla="*/ 69165 h 893546"/>
              <a:gd name="connsiteX95" fmla="*/ 316961 w 746230"/>
              <a:gd name="connsiteY95" fmla="*/ 77266 h 893546"/>
              <a:gd name="connsiteX96" fmla="*/ 307707 w 746230"/>
              <a:gd name="connsiteY96" fmla="*/ 69165 h 893546"/>
              <a:gd name="connsiteX97" fmla="*/ 316961 w 746230"/>
              <a:gd name="connsiteY97" fmla="*/ 61065 h 893546"/>
              <a:gd name="connsiteX98" fmla="*/ 241030 w 746230"/>
              <a:gd name="connsiteY98" fmla="*/ 56076 h 893546"/>
              <a:gd name="connsiteX99" fmla="*/ 254138 w 746230"/>
              <a:gd name="connsiteY99" fmla="*/ 70351 h 893546"/>
              <a:gd name="connsiteX100" fmla="*/ 239839 w 746230"/>
              <a:gd name="connsiteY100" fmla="*/ 82247 h 893546"/>
              <a:gd name="connsiteX101" fmla="*/ 226731 w 746230"/>
              <a:gd name="connsiteY101" fmla="*/ 67972 h 893546"/>
              <a:gd name="connsiteX102" fmla="*/ 241030 w 746230"/>
              <a:gd name="connsiteY102" fmla="*/ 56076 h 893546"/>
              <a:gd name="connsiteX103" fmla="*/ 64685 w 746230"/>
              <a:gd name="connsiteY103" fmla="*/ 23678 h 893546"/>
              <a:gd name="connsiteX104" fmla="*/ 23670 w 746230"/>
              <a:gd name="connsiteY104" fmla="*/ 63499 h 893546"/>
              <a:gd name="connsiteX105" fmla="*/ 23670 w 746230"/>
              <a:gd name="connsiteY105" fmla="*/ 828803 h 893546"/>
              <a:gd name="connsiteX106" fmla="*/ 64685 w 746230"/>
              <a:gd name="connsiteY106" fmla="*/ 869868 h 893546"/>
              <a:gd name="connsiteX107" fmla="*/ 518340 w 746230"/>
              <a:gd name="connsiteY107" fmla="*/ 869868 h 893546"/>
              <a:gd name="connsiteX108" fmla="*/ 556869 w 746230"/>
              <a:gd name="connsiteY108" fmla="*/ 828803 h 893546"/>
              <a:gd name="connsiteX109" fmla="*/ 556869 w 746230"/>
              <a:gd name="connsiteY109" fmla="*/ 63499 h 893546"/>
              <a:gd name="connsiteX110" fmla="*/ 518340 w 746230"/>
              <a:gd name="connsiteY110" fmla="*/ 23678 h 893546"/>
              <a:gd name="connsiteX111" fmla="*/ 64643 w 746230"/>
              <a:gd name="connsiteY111" fmla="*/ 0 h 893546"/>
              <a:gd name="connsiteX112" fmla="*/ 518385 w 746230"/>
              <a:gd name="connsiteY112" fmla="*/ 0 h 893546"/>
              <a:gd name="connsiteX113" fmla="*/ 581785 w 746230"/>
              <a:gd name="connsiteY113" fmla="*/ 63469 h 893546"/>
              <a:gd name="connsiteX114" fmla="*/ 581785 w 746230"/>
              <a:gd name="connsiteY114" fmla="*/ 828832 h 893546"/>
              <a:gd name="connsiteX115" fmla="*/ 518385 w 746230"/>
              <a:gd name="connsiteY115" fmla="*/ 893546 h 893546"/>
              <a:gd name="connsiteX116" fmla="*/ 64643 w 746230"/>
              <a:gd name="connsiteY116" fmla="*/ 893546 h 893546"/>
              <a:gd name="connsiteX117" fmla="*/ 0 w 746230"/>
              <a:gd name="connsiteY117" fmla="*/ 828832 h 893546"/>
              <a:gd name="connsiteX118" fmla="*/ 0 w 746230"/>
              <a:gd name="connsiteY118" fmla="*/ 63469 h 893546"/>
              <a:gd name="connsiteX119" fmla="*/ 64643 w 746230"/>
              <a:gd name="connsiteY119" fmla="*/ 0 h 89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746230" h="893546">
                <a:moveTo>
                  <a:pt x="257756" y="817526"/>
                </a:moveTo>
                <a:lnTo>
                  <a:pt x="348953" y="817526"/>
                </a:lnTo>
                <a:cubicBezTo>
                  <a:pt x="356348" y="817526"/>
                  <a:pt x="361277" y="822262"/>
                  <a:pt x="361277" y="829365"/>
                </a:cubicBezTo>
                <a:cubicBezTo>
                  <a:pt x="361277" y="835285"/>
                  <a:pt x="356348" y="841204"/>
                  <a:pt x="348953" y="841204"/>
                </a:cubicBezTo>
                <a:lnTo>
                  <a:pt x="257756" y="841204"/>
                </a:lnTo>
                <a:cubicBezTo>
                  <a:pt x="251594" y="841204"/>
                  <a:pt x="246664" y="835285"/>
                  <a:pt x="246664" y="829365"/>
                </a:cubicBezTo>
                <a:cubicBezTo>
                  <a:pt x="246664" y="822262"/>
                  <a:pt x="251594" y="817526"/>
                  <a:pt x="257756" y="817526"/>
                </a:cubicBezTo>
                <a:close/>
                <a:moveTo>
                  <a:pt x="673426" y="674515"/>
                </a:moveTo>
                <a:cubicBezTo>
                  <a:pt x="668044" y="674515"/>
                  <a:pt x="663260" y="676038"/>
                  <a:pt x="660270" y="677866"/>
                </a:cubicBezTo>
                <a:lnTo>
                  <a:pt x="674622" y="729044"/>
                </a:lnTo>
                <a:lnTo>
                  <a:pt x="690169" y="680303"/>
                </a:lnTo>
                <a:cubicBezTo>
                  <a:pt x="684787" y="676038"/>
                  <a:pt x="678807" y="674515"/>
                  <a:pt x="673426" y="674515"/>
                </a:cubicBezTo>
                <a:close/>
                <a:moveTo>
                  <a:pt x="188111" y="382592"/>
                </a:moveTo>
                <a:lnTo>
                  <a:pt x="188111" y="482290"/>
                </a:lnTo>
                <a:lnTo>
                  <a:pt x="397404" y="482290"/>
                </a:lnTo>
                <a:lnTo>
                  <a:pt x="397404" y="386285"/>
                </a:lnTo>
                <a:lnTo>
                  <a:pt x="299569" y="462597"/>
                </a:lnTo>
                <a:cubicBezTo>
                  <a:pt x="298331" y="463828"/>
                  <a:pt x="294615" y="465058"/>
                  <a:pt x="293377" y="465058"/>
                </a:cubicBezTo>
                <a:cubicBezTo>
                  <a:pt x="289662" y="465058"/>
                  <a:pt x="287185" y="463828"/>
                  <a:pt x="285946" y="462597"/>
                </a:cubicBezTo>
                <a:close/>
                <a:moveTo>
                  <a:pt x="198078" y="358914"/>
                </a:moveTo>
                <a:lnTo>
                  <a:pt x="293393" y="437426"/>
                </a:lnTo>
                <a:lnTo>
                  <a:pt x="392422" y="358914"/>
                </a:lnTo>
                <a:close/>
                <a:moveTo>
                  <a:pt x="176843" y="335235"/>
                </a:moveTo>
                <a:lnTo>
                  <a:pt x="408674" y="335235"/>
                </a:lnTo>
                <a:cubicBezTo>
                  <a:pt x="414873" y="335235"/>
                  <a:pt x="419832" y="340184"/>
                  <a:pt x="419832" y="347607"/>
                </a:cubicBezTo>
                <a:lnTo>
                  <a:pt x="419832" y="493596"/>
                </a:lnTo>
                <a:cubicBezTo>
                  <a:pt x="419832" y="501019"/>
                  <a:pt x="414873" y="505968"/>
                  <a:pt x="408674" y="505968"/>
                </a:cubicBezTo>
                <a:lnTo>
                  <a:pt x="176843" y="505968"/>
                </a:lnTo>
                <a:cubicBezTo>
                  <a:pt x="170644" y="505968"/>
                  <a:pt x="164445" y="501019"/>
                  <a:pt x="164445" y="493596"/>
                </a:cubicBezTo>
                <a:lnTo>
                  <a:pt x="164445" y="347607"/>
                </a:lnTo>
                <a:cubicBezTo>
                  <a:pt x="164445" y="340184"/>
                  <a:pt x="170644" y="335235"/>
                  <a:pt x="176843" y="335235"/>
                </a:cubicBezTo>
                <a:close/>
                <a:moveTo>
                  <a:pt x="659024" y="233044"/>
                </a:moveTo>
                <a:lnTo>
                  <a:pt x="659024" y="234287"/>
                </a:lnTo>
                <a:lnTo>
                  <a:pt x="659024" y="650538"/>
                </a:lnTo>
                <a:cubicBezTo>
                  <a:pt x="668634" y="648053"/>
                  <a:pt x="681849" y="646811"/>
                  <a:pt x="692660" y="653023"/>
                </a:cubicBezTo>
                <a:lnTo>
                  <a:pt x="692660" y="233044"/>
                </a:lnTo>
                <a:close/>
                <a:moveTo>
                  <a:pt x="675862" y="175714"/>
                </a:moveTo>
                <a:cubicBezTo>
                  <a:pt x="666197" y="175714"/>
                  <a:pt x="656533" y="188896"/>
                  <a:pt x="656533" y="205672"/>
                </a:cubicBezTo>
                <a:lnTo>
                  <a:pt x="656533" y="206870"/>
                </a:lnTo>
                <a:lnTo>
                  <a:pt x="696398" y="206870"/>
                </a:lnTo>
                <a:lnTo>
                  <a:pt x="696398" y="205672"/>
                </a:lnTo>
                <a:cubicBezTo>
                  <a:pt x="696398" y="188896"/>
                  <a:pt x="686734" y="175714"/>
                  <a:pt x="675862" y="175714"/>
                </a:cubicBezTo>
                <a:close/>
                <a:moveTo>
                  <a:pt x="675854" y="150793"/>
                </a:moveTo>
                <a:cubicBezTo>
                  <a:pt x="700547" y="150793"/>
                  <a:pt x="720302" y="175670"/>
                  <a:pt x="720302" y="206765"/>
                </a:cubicBezTo>
                <a:lnTo>
                  <a:pt x="720302" y="208009"/>
                </a:lnTo>
                <a:lnTo>
                  <a:pt x="735118" y="208009"/>
                </a:lnTo>
                <a:cubicBezTo>
                  <a:pt x="741291" y="208009"/>
                  <a:pt x="746230" y="214228"/>
                  <a:pt x="746230" y="220447"/>
                </a:cubicBezTo>
                <a:cubicBezTo>
                  <a:pt x="746230" y="227910"/>
                  <a:pt x="741291" y="232886"/>
                  <a:pt x="735118" y="232886"/>
                </a:cubicBezTo>
                <a:lnTo>
                  <a:pt x="716598" y="232886"/>
                </a:lnTo>
                <a:lnTo>
                  <a:pt x="716598" y="671956"/>
                </a:lnTo>
                <a:cubicBezTo>
                  <a:pt x="716598" y="673199"/>
                  <a:pt x="716598" y="674443"/>
                  <a:pt x="716598" y="676931"/>
                </a:cubicBezTo>
                <a:lnTo>
                  <a:pt x="686966" y="768974"/>
                </a:lnTo>
                <a:cubicBezTo>
                  <a:pt x="689435" y="771461"/>
                  <a:pt x="691905" y="776437"/>
                  <a:pt x="691905" y="781412"/>
                </a:cubicBezTo>
                <a:cubicBezTo>
                  <a:pt x="690670" y="790119"/>
                  <a:pt x="683262" y="796338"/>
                  <a:pt x="673385" y="795094"/>
                </a:cubicBezTo>
                <a:cubicBezTo>
                  <a:pt x="664742" y="795094"/>
                  <a:pt x="658569" y="787631"/>
                  <a:pt x="658569" y="778924"/>
                </a:cubicBezTo>
                <a:cubicBezTo>
                  <a:pt x="658569" y="775193"/>
                  <a:pt x="659803" y="771461"/>
                  <a:pt x="662273" y="770217"/>
                </a:cubicBezTo>
                <a:lnTo>
                  <a:pt x="636345" y="681906"/>
                </a:lnTo>
                <a:cubicBezTo>
                  <a:pt x="635110" y="679419"/>
                  <a:pt x="635110" y="678175"/>
                  <a:pt x="635110" y="675687"/>
                </a:cubicBezTo>
                <a:lnTo>
                  <a:pt x="635110" y="234129"/>
                </a:lnTo>
                <a:lnTo>
                  <a:pt x="635110" y="232886"/>
                </a:lnTo>
                <a:lnTo>
                  <a:pt x="620294" y="232886"/>
                </a:lnTo>
                <a:cubicBezTo>
                  <a:pt x="612886" y="232886"/>
                  <a:pt x="607947" y="227910"/>
                  <a:pt x="607947" y="220447"/>
                </a:cubicBezTo>
                <a:cubicBezTo>
                  <a:pt x="607947" y="214228"/>
                  <a:pt x="612886" y="208009"/>
                  <a:pt x="620294" y="208009"/>
                </a:cubicBezTo>
                <a:lnTo>
                  <a:pt x="633875" y="208009"/>
                </a:lnTo>
                <a:lnTo>
                  <a:pt x="633875" y="206765"/>
                </a:lnTo>
                <a:cubicBezTo>
                  <a:pt x="633875" y="175670"/>
                  <a:pt x="652395" y="150793"/>
                  <a:pt x="675854" y="150793"/>
                </a:cubicBezTo>
                <a:close/>
                <a:moveTo>
                  <a:pt x="120774" y="128361"/>
                </a:moveTo>
                <a:cubicBezTo>
                  <a:pt x="109598" y="128361"/>
                  <a:pt x="99664" y="137068"/>
                  <a:pt x="99664" y="148262"/>
                </a:cubicBezTo>
                <a:lnTo>
                  <a:pt x="99664" y="730363"/>
                </a:lnTo>
                <a:cubicBezTo>
                  <a:pt x="99664" y="750264"/>
                  <a:pt x="117048" y="767677"/>
                  <a:pt x="136916" y="767677"/>
                </a:cubicBezTo>
                <a:lnTo>
                  <a:pt x="444866" y="767677"/>
                </a:lnTo>
                <a:cubicBezTo>
                  <a:pt x="464734" y="767677"/>
                  <a:pt x="480876" y="750264"/>
                  <a:pt x="480876" y="730363"/>
                </a:cubicBezTo>
                <a:lnTo>
                  <a:pt x="480876" y="148262"/>
                </a:lnTo>
                <a:cubicBezTo>
                  <a:pt x="480876" y="137068"/>
                  <a:pt x="472184" y="128361"/>
                  <a:pt x="461008" y="128361"/>
                </a:cubicBezTo>
                <a:close/>
                <a:moveTo>
                  <a:pt x="120715" y="103437"/>
                </a:moveTo>
                <a:lnTo>
                  <a:pt x="461073" y="103437"/>
                </a:lnTo>
                <a:cubicBezTo>
                  <a:pt x="484674" y="103437"/>
                  <a:pt x="505791" y="123341"/>
                  <a:pt x="505791" y="148221"/>
                </a:cubicBezTo>
                <a:lnTo>
                  <a:pt x="505791" y="730403"/>
                </a:lnTo>
                <a:cubicBezTo>
                  <a:pt x="505791" y="763991"/>
                  <a:pt x="478463" y="792602"/>
                  <a:pt x="444924" y="792602"/>
                </a:cubicBezTo>
                <a:lnTo>
                  <a:pt x="136864" y="792602"/>
                </a:lnTo>
                <a:cubicBezTo>
                  <a:pt x="103325" y="792602"/>
                  <a:pt x="77239" y="763991"/>
                  <a:pt x="77239" y="730403"/>
                </a:cubicBezTo>
                <a:lnTo>
                  <a:pt x="77239" y="148221"/>
                </a:lnTo>
                <a:cubicBezTo>
                  <a:pt x="77239" y="123341"/>
                  <a:pt x="95872" y="103437"/>
                  <a:pt x="120715" y="103437"/>
                </a:cubicBezTo>
                <a:close/>
                <a:moveTo>
                  <a:pt x="417960" y="61065"/>
                </a:moveTo>
                <a:cubicBezTo>
                  <a:pt x="422587" y="61065"/>
                  <a:pt x="426057" y="64536"/>
                  <a:pt x="426057" y="69165"/>
                </a:cubicBezTo>
                <a:cubicBezTo>
                  <a:pt x="426057" y="73794"/>
                  <a:pt x="422587" y="77266"/>
                  <a:pt x="417960" y="77266"/>
                </a:cubicBezTo>
                <a:cubicBezTo>
                  <a:pt x="413332" y="77266"/>
                  <a:pt x="409862" y="73794"/>
                  <a:pt x="409862" y="69165"/>
                </a:cubicBezTo>
                <a:cubicBezTo>
                  <a:pt x="409862" y="64536"/>
                  <a:pt x="413332" y="61065"/>
                  <a:pt x="417960" y="61065"/>
                </a:cubicBezTo>
                <a:close/>
                <a:moveTo>
                  <a:pt x="366883" y="61065"/>
                </a:moveTo>
                <a:cubicBezTo>
                  <a:pt x="371510" y="61065"/>
                  <a:pt x="374980" y="64536"/>
                  <a:pt x="374980" y="69165"/>
                </a:cubicBezTo>
                <a:cubicBezTo>
                  <a:pt x="374980" y="73794"/>
                  <a:pt x="371510" y="77266"/>
                  <a:pt x="366883" y="77266"/>
                </a:cubicBezTo>
                <a:cubicBezTo>
                  <a:pt x="362255" y="77266"/>
                  <a:pt x="358785" y="73794"/>
                  <a:pt x="358785" y="69165"/>
                </a:cubicBezTo>
                <a:cubicBezTo>
                  <a:pt x="358785" y="64536"/>
                  <a:pt x="362255" y="61065"/>
                  <a:pt x="366883" y="61065"/>
                </a:cubicBezTo>
                <a:close/>
                <a:moveTo>
                  <a:pt x="316961" y="61065"/>
                </a:moveTo>
                <a:cubicBezTo>
                  <a:pt x="320432" y="61065"/>
                  <a:pt x="323902" y="64536"/>
                  <a:pt x="323902" y="69165"/>
                </a:cubicBezTo>
                <a:cubicBezTo>
                  <a:pt x="323902" y="73794"/>
                  <a:pt x="320432" y="77266"/>
                  <a:pt x="316961" y="77266"/>
                </a:cubicBezTo>
                <a:cubicBezTo>
                  <a:pt x="311177" y="77266"/>
                  <a:pt x="307707" y="73794"/>
                  <a:pt x="307707" y="69165"/>
                </a:cubicBezTo>
                <a:cubicBezTo>
                  <a:pt x="307707" y="64536"/>
                  <a:pt x="311177" y="61065"/>
                  <a:pt x="316961" y="61065"/>
                </a:cubicBezTo>
                <a:close/>
                <a:moveTo>
                  <a:pt x="241030" y="56076"/>
                </a:moveTo>
                <a:cubicBezTo>
                  <a:pt x="248180" y="56076"/>
                  <a:pt x="254138" y="63213"/>
                  <a:pt x="254138" y="70351"/>
                </a:cubicBezTo>
                <a:cubicBezTo>
                  <a:pt x="252947" y="77488"/>
                  <a:pt x="246988" y="82247"/>
                  <a:pt x="239839" y="82247"/>
                </a:cubicBezTo>
                <a:cubicBezTo>
                  <a:pt x="232689" y="82247"/>
                  <a:pt x="226731" y="76299"/>
                  <a:pt x="226731" y="67972"/>
                </a:cubicBezTo>
                <a:cubicBezTo>
                  <a:pt x="227922" y="60834"/>
                  <a:pt x="233881" y="56076"/>
                  <a:pt x="241030" y="56076"/>
                </a:cubicBezTo>
                <a:close/>
                <a:moveTo>
                  <a:pt x="64685" y="23678"/>
                </a:moveTo>
                <a:cubicBezTo>
                  <a:pt x="42313" y="23678"/>
                  <a:pt x="23670" y="41100"/>
                  <a:pt x="23670" y="63499"/>
                </a:cubicBezTo>
                <a:lnTo>
                  <a:pt x="23670" y="828803"/>
                </a:lnTo>
                <a:cubicBezTo>
                  <a:pt x="23670" y="851202"/>
                  <a:pt x="42313" y="869868"/>
                  <a:pt x="64685" y="869868"/>
                </a:cubicBezTo>
                <a:lnTo>
                  <a:pt x="518340" y="869868"/>
                </a:lnTo>
                <a:cubicBezTo>
                  <a:pt x="540712" y="869868"/>
                  <a:pt x="556869" y="851202"/>
                  <a:pt x="556869" y="828803"/>
                </a:cubicBezTo>
                <a:lnTo>
                  <a:pt x="556869" y="63499"/>
                </a:lnTo>
                <a:cubicBezTo>
                  <a:pt x="556869" y="41100"/>
                  <a:pt x="540712" y="23678"/>
                  <a:pt x="518340" y="23678"/>
                </a:cubicBezTo>
                <a:close/>
                <a:moveTo>
                  <a:pt x="64643" y="0"/>
                </a:moveTo>
                <a:lnTo>
                  <a:pt x="518385" y="0"/>
                </a:lnTo>
                <a:cubicBezTo>
                  <a:pt x="553193" y="0"/>
                  <a:pt x="581785" y="28624"/>
                  <a:pt x="581785" y="63469"/>
                </a:cubicBezTo>
                <a:lnTo>
                  <a:pt x="581785" y="828832"/>
                </a:lnTo>
                <a:cubicBezTo>
                  <a:pt x="581785" y="864923"/>
                  <a:pt x="553193" y="893546"/>
                  <a:pt x="518385" y="893546"/>
                </a:cubicBezTo>
                <a:lnTo>
                  <a:pt x="64643" y="893546"/>
                </a:lnTo>
                <a:cubicBezTo>
                  <a:pt x="28592" y="893546"/>
                  <a:pt x="0" y="864923"/>
                  <a:pt x="0" y="828832"/>
                </a:cubicBezTo>
                <a:lnTo>
                  <a:pt x="0" y="63469"/>
                </a:lnTo>
                <a:cubicBezTo>
                  <a:pt x="0" y="28624"/>
                  <a:pt x="28592" y="0"/>
                  <a:pt x="64643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19" name="Freeform 518">
            <a:extLst>
              <a:ext uri="{FF2B5EF4-FFF2-40B4-BE49-F238E27FC236}">
                <a16:creationId xmlns:a16="http://schemas.microsoft.com/office/drawing/2014/main" id="{42C6F776-B816-0448-8596-70EDD74B3D78}"/>
              </a:ext>
            </a:extLst>
          </p:cNvPr>
          <p:cNvSpPr/>
          <p:nvPr/>
        </p:nvSpPr>
        <p:spPr>
          <a:xfrm>
            <a:off x="1630741" y="10852165"/>
            <a:ext cx="7382562" cy="172727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927" h="1387">
                <a:moveTo>
                  <a:pt x="5473" y="0"/>
                </a:moveTo>
                <a:lnTo>
                  <a:pt x="1510" y="0"/>
                </a:lnTo>
                <a:lnTo>
                  <a:pt x="0" y="0"/>
                </a:lnTo>
                <a:lnTo>
                  <a:pt x="0" y="933"/>
                </a:lnTo>
                <a:cubicBezTo>
                  <a:pt x="0" y="1183"/>
                  <a:pt x="203" y="1387"/>
                  <a:pt x="454" y="1387"/>
                </a:cubicBezTo>
                <a:lnTo>
                  <a:pt x="1510" y="1387"/>
                </a:lnTo>
                <a:lnTo>
                  <a:pt x="5927" y="1387"/>
                </a:lnTo>
                <a:lnTo>
                  <a:pt x="5927" y="453"/>
                </a:lnTo>
                <a:cubicBezTo>
                  <a:pt x="5927" y="203"/>
                  <a:pt x="5724" y="0"/>
                  <a:pt x="5473" y="0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21" name="Freeform 520">
            <a:extLst>
              <a:ext uri="{FF2B5EF4-FFF2-40B4-BE49-F238E27FC236}">
                <a16:creationId xmlns:a16="http://schemas.microsoft.com/office/drawing/2014/main" id="{E7ED9E2B-5653-E04D-BDA7-3719F738B0C4}"/>
              </a:ext>
            </a:extLst>
          </p:cNvPr>
          <p:cNvSpPr/>
          <p:nvPr/>
        </p:nvSpPr>
        <p:spPr>
          <a:xfrm>
            <a:off x="1503674" y="10725050"/>
            <a:ext cx="1879900" cy="172727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510" h="1387">
                <a:moveTo>
                  <a:pt x="1510" y="1387"/>
                </a:moveTo>
                <a:lnTo>
                  <a:pt x="454" y="1387"/>
                </a:lnTo>
                <a:cubicBezTo>
                  <a:pt x="203" y="1387"/>
                  <a:pt x="0" y="1183"/>
                  <a:pt x="0" y="933"/>
                </a:cubicBezTo>
                <a:lnTo>
                  <a:pt x="0" y="0"/>
                </a:lnTo>
                <a:lnTo>
                  <a:pt x="1510" y="0"/>
                </a:lnTo>
                <a:close/>
              </a:path>
            </a:pathLst>
          </a:cu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23" name="Freeform 522">
            <a:extLst>
              <a:ext uri="{FF2B5EF4-FFF2-40B4-BE49-F238E27FC236}">
                <a16:creationId xmlns:a16="http://schemas.microsoft.com/office/drawing/2014/main" id="{F4B2061E-3F88-9E46-AE76-A758C7405E09}"/>
              </a:ext>
            </a:extLst>
          </p:cNvPr>
          <p:cNvSpPr/>
          <p:nvPr/>
        </p:nvSpPr>
        <p:spPr>
          <a:xfrm>
            <a:off x="3384820" y="10725050"/>
            <a:ext cx="5501416" cy="172727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4417" h="1387">
                <a:moveTo>
                  <a:pt x="4417" y="1387"/>
                </a:moveTo>
                <a:lnTo>
                  <a:pt x="0" y="1387"/>
                </a:lnTo>
                <a:lnTo>
                  <a:pt x="0" y="0"/>
                </a:lnTo>
                <a:lnTo>
                  <a:pt x="3964" y="0"/>
                </a:lnTo>
                <a:cubicBezTo>
                  <a:pt x="4214" y="0"/>
                  <a:pt x="4417" y="203"/>
                  <a:pt x="4417" y="454"/>
                </a:cubicBezTo>
                <a:close/>
              </a:path>
            </a:pathLst>
          </a:cu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26" name="Straight Connector 525">
            <a:extLst>
              <a:ext uri="{FF2B5EF4-FFF2-40B4-BE49-F238E27FC236}">
                <a16:creationId xmlns:a16="http://schemas.microsoft.com/office/drawing/2014/main" id="{4E6648D8-6F66-8845-A506-0F82D704BDA1}"/>
              </a:ext>
            </a:extLst>
          </p:cNvPr>
          <p:cNvSpPr/>
          <p:nvPr/>
        </p:nvSpPr>
        <p:spPr>
          <a:xfrm>
            <a:off x="7697751" y="11080225"/>
            <a:ext cx="0" cy="1016923"/>
          </a:xfrm>
          <a:prstGeom prst="line">
            <a:avLst/>
          </a:prstGeom>
          <a:noFill/>
          <a:ln w="12700" cap="flat">
            <a:solidFill>
              <a:srgbClr val="BA68C8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45" name="Freeform 544">
            <a:extLst>
              <a:ext uri="{FF2B5EF4-FFF2-40B4-BE49-F238E27FC236}">
                <a16:creationId xmlns:a16="http://schemas.microsoft.com/office/drawing/2014/main" id="{FA6082C1-78B3-1447-B577-776653217192}"/>
              </a:ext>
            </a:extLst>
          </p:cNvPr>
          <p:cNvSpPr/>
          <p:nvPr/>
        </p:nvSpPr>
        <p:spPr>
          <a:xfrm>
            <a:off x="2011817" y="11196124"/>
            <a:ext cx="865960" cy="785124"/>
          </a:xfrm>
          <a:custGeom>
            <a:avLst/>
            <a:gdLst>
              <a:gd name="connsiteX0" fmla="*/ 599213 w 865960"/>
              <a:gd name="connsiteY0" fmla="*/ 719071 h 785124"/>
              <a:gd name="connsiteX1" fmla="*/ 676741 w 865960"/>
              <a:gd name="connsiteY1" fmla="*/ 719071 h 785124"/>
              <a:gd name="connsiteX2" fmla="*/ 687816 w 865960"/>
              <a:gd name="connsiteY2" fmla="*/ 729697 h 785124"/>
              <a:gd name="connsiteX3" fmla="*/ 676741 w 865960"/>
              <a:gd name="connsiteY3" fmla="*/ 741503 h 785124"/>
              <a:gd name="connsiteX4" fmla="*/ 599213 w 865960"/>
              <a:gd name="connsiteY4" fmla="*/ 741503 h 785124"/>
              <a:gd name="connsiteX5" fmla="*/ 586907 w 865960"/>
              <a:gd name="connsiteY5" fmla="*/ 729697 h 785124"/>
              <a:gd name="connsiteX6" fmla="*/ 599213 w 865960"/>
              <a:gd name="connsiteY6" fmla="*/ 719071 h 785124"/>
              <a:gd name="connsiteX7" fmla="*/ 83309 w 865960"/>
              <a:gd name="connsiteY7" fmla="*/ 512197 h 785124"/>
              <a:gd name="connsiteX8" fmla="*/ 96687 w 865960"/>
              <a:gd name="connsiteY8" fmla="*/ 625604 h 785124"/>
              <a:gd name="connsiteX9" fmla="*/ 110064 w 865960"/>
              <a:gd name="connsiteY9" fmla="*/ 513430 h 785124"/>
              <a:gd name="connsiteX10" fmla="*/ 90819 w 865960"/>
              <a:gd name="connsiteY10" fmla="*/ 447325 h 785124"/>
              <a:gd name="connsiteX11" fmla="*/ 86098 w 865960"/>
              <a:gd name="connsiteY11" fmla="*/ 455800 h 785124"/>
              <a:gd name="connsiteX12" fmla="*/ 86098 w 865960"/>
              <a:gd name="connsiteY12" fmla="*/ 487276 h 785124"/>
              <a:gd name="connsiteX13" fmla="*/ 108522 w 865960"/>
              <a:gd name="connsiteY13" fmla="*/ 487276 h 785124"/>
              <a:gd name="connsiteX14" fmla="*/ 108522 w 865960"/>
              <a:gd name="connsiteY14" fmla="*/ 455800 h 785124"/>
              <a:gd name="connsiteX15" fmla="*/ 103801 w 865960"/>
              <a:gd name="connsiteY15" fmla="*/ 447325 h 785124"/>
              <a:gd name="connsiteX16" fmla="*/ 90819 w 865960"/>
              <a:gd name="connsiteY16" fmla="*/ 447325 h 785124"/>
              <a:gd name="connsiteX17" fmla="*/ 510914 w 865960"/>
              <a:gd name="connsiteY17" fmla="*/ 370127 h 785124"/>
              <a:gd name="connsiteX18" fmla="*/ 364463 w 865960"/>
              <a:gd name="connsiteY18" fmla="*/ 433207 h 785124"/>
              <a:gd name="connsiteX19" fmla="*/ 339641 w 865960"/>
              <a:gd name="connsiteY19" fmla="*/ 439391 h 785124"/>
              <a:gd name="connsiteX20" fmla="*/ 313578 w 865960"/>
              <a:gd name="connsiteY20" fmla="*/ 433207 h 785124"/>
              <a:gd name="connsiteX21" fmla="*/ 180779 w 865960"/>
              <a:gd name="connsiteY21" fmla="*/ 376311 h 785124"/>
              <a:gd name="connsiteX22" fmla="*/ 180779 w 865960"/>
              <a:gd name="connsiteY22" fmla="*/ 431970 h 785124"/>
              <a:gd name="connsiteX23" fmla="*/ 200637 w 865960"/>
              <a:gd name="connsiteY23" fmla="*/ 469076 h 785124"/>
              <a:gd name="connsiteX24" fmla="*/ 324748 w 865960"/>
              <a:gd name="connsiteY24" fmla="*/ 530918 h 785124"/>
              <a:gd name="connsiteX25" fmla="*/ 366945 w 865960"/>
              <a:gd name="connsiteY25" fmla="*/ 529682 h 785124"/>
              <a:gd name="connsiteX26" fmla="*/ 503467 w 865960"/>
              <a:gd name="connsiteY26" fmla="*/ 465365 h 785124"/>
              <a:gd name="connsiteX27" fmla="*/ 510914 w 865960"/>
              <a:gd name="connsiteY27" fmla="*/ 443102 h 785124"/>
              <a:gd name="connsiteX28" fmla="*/ 342090 w 865960"/>
              <a:gd name="connsiteY28" fmla="*/ 179457 h 785124"/>
              <a:gd name="connsiteX29" fmla="*/ 325927 w 865960"/>
              <a:gd name="connsiteY29" fmla="*/ 181936 h 785124"/>
              <a:gd name="connsiteX30" fmla="*/ 27535 w 865960"/>
              <a:gd name="connsiteY30" fmla="*/ 271192 h 785124"/>
              <a:gd name="connsiteX31" fmla="*/ 22562 w 865960"/>
              <a:gd name="connsiteY31" fmla="*/ 277391 h 785124"/>
              <a:gd name="connsiteX32" fmla="*/ 27535 w 865960"/>
              <a:gd name="connsiteY32" fmla="*/ 283589 h 785124"/>
              <a:gd name="connsiteX33" fmla="*/ 99647 w 865960"/>
              <a:gd name="connsiteY33" fmla="*/ 314581 h 785124"/>
              <a:gd name="connsiteX34" fmla="*/ 113323 w 865960"/>
              <a:gd name="connsiteY34" fmla="*/ 305903 h 785124"/>
              <a:gd name="connsiteX35" fmla="*/ 322197 w 865960"/>
              <a:gd name="connsiteY35" fmla="*/ 250118 h 785124"/>
              <a:gd name="connsiteX36" fmla="*/ 337117 w 865960"/>
              <a:gd name="connsiteY36" fmla="*/ 257556 h 785124"/>
              <a:gd name="connsiteX37" fmla="*/ 328414 w 865960"/>
              <a:gd name="connsiteY37" fmla="*/ 272432 h 785124"/>
              <a:gd name="connsiteX38" fmla="*/ 128243 w 865960"/>
              <a:gd name="connsiteY38" fmla="*/ 326978 h 785124"/>
              <a:gd name="connsiteX39" fmla="*/ 323441 w 865960"/>
              <a:gd name="connsiteY39" fmla="*/ 411275 h 785124"/>
              <a:gd name="connsiteX40" fmla="*/ 354523 w 865960"/>
              <a:gd name="connsiteY40" fmla="*/ 411275 h 785124"/>
              <a:gd name="connsiteX41" fmla="*/ 636752 w 865960"/>
              <a:gd name="connsiteY41" fmla="*/ 287308 h 785124"/>
              <a:gd name="connsiteX42" fmla="*/ 644212 w 865960"/>
              <a:gd name="connsiteY42" fmla="*/ 277391 h 785124"/>
              <a:gd name="connsiteX43" fmla="*/ 637996 w 865960"/>
              <a:gd name="connsiteY43" fmla="*/ 268713 h 785124"/>
              <a:gd name="connsiteX44" fmla="*/ 357010 w 865960"/>
              <a:gd name="connsiteY44" fmla="*/ 179457 h 785124"/>
              <a:gd name="connsiteX45" fmla="*/ 342090 w 865960"/>
              <a:gd name="connsiteY45" fmla="*/ 179457 h 785124"/>
              <a:gd name="connsiteX46" fmla="*/ 479694 w 865960"/>
              <a:gd name="connsiteY46" fmla="*/ 107176 h 785124"/>
              <a:gd name="connsiteX47" fmla="*/ 459836 w 865960"/>
              <a:gd name="connsiteY47" fmla="*/ 128315 h 785124"/>
              <a:gd name="connsiteX48" fmla="*/ 459836 w 865960"/>
              <a:gd name="connsiteY48" fmla="*/ 186757 h 785124"/>
              <a:gd name="connsiteX49" fmla="*/ 646005 w 865960"/>
              <a:gd name="connsiteY49" fmla="*/ 246444 h 785124"/>
              <a:gd name="connsiteX50" fmla="*/ 668346 w 865960"/>
              <a:gd name="connsiteY50" fmla="*/ 277530 h 785124"/>
              <a:gd name="connsiteX51" fmla="*/ 646005 w 865960"/>
              <a:gd name="connsiteY51" fmla="*/ 309860 h 785124"/>
              <a:gd name="connsiteX52" fmla="*/ 535545 w 865960"/>
              <a:gd name="connsiteY52" fmla="*/ 358355 h 785124"/>
              <a:gd name="connsiteX53" fmla="*/ 535545 w 865960"/>
              <a:gd name="connsiteY53" fmla="*/ 442910 h 785124"/>
              <a:gd name="connsiteX54" fmla="*/ 516928 w 865960"/>
              <a:gd name="connsiteY54" fmla="*/ 485188 h 785124"/>
              <a:gd name="connsiteX55" fmla="*/ 515687 w 865960"/>
              <a:gd name="connsiteY55" fmla="*/ 486431 h 785124"/>
              <a:gd name="connsiteX56" fmla="*/ 459836 w 865960"/>
              <a:gd name="connsiteY56" fmla="*/ 512544 h 785124"/>
              <a:gd name="connsiteX57" fmla="*/ 459836 w 865960"/>
              <a:gd name="connsiteY57" fmla="*/ 629429 h 785124"/>
              <a:gd name="connsiteX58" fmla="*/ 497070 w 865960"/>
              <a:gd name="connsiteY58" fmla="*/ 666733 h 785124"/>
              <a:gd name="connsiteX59" fmla="*/ 752742 w 865960"/>
              <a:gd name="connsiteY59" fmla="*/ 666733 h 785124"/>
              <a:gd name="connsiteX60" fmla="*/ 791217 w 865960"/>
              <a:gd name="connsiteY60" fmla="*/ 629429 h 785124"/>
              <a:gd name="connsiteX61" fmla="*/ 791217 w 865960"/>
              <a:gd name="connsiteY61" fmla="*/ 128315 h 785124"/>
              <a:gd name="connsiteX62" fmla="*/ 768877 w 865960"/>
              <a:gd name="connsiteY62" fmla="*/ 107176 h 785124"/>
              <a:gd name="connsiteX63" fmla="*/ 714601 w 865960"/>
              <a:gd name="connsiteY63" fmla="*/ 49849 h 785124"/>
              <a:gd name="connsiteX64" fmla="*/ 721453 w 865960"/>
              <a:gd name="connsiteY64" fmla="*/ 56751 h 785124"/>
              <a:gd name="connsiteX65" fmla="*/ 714601 w 865960"/>
              <a:gd name="connsiteY65" fmla="*/ 64804 h 785124"/>
              <a:gd name="connsiteX66" fmla="*/ 707749 w 865960"/>
              <a:gd name="connsiteY66" fmla="*/ 56751 h 785124"/>
              <a:gd name="connsiteX67" fmla="*/ 714601 w 865960"/>
              <a:gd name="connsiteY67" fmla="*/ 49849 h 785124"/>
              <a:gd name="connsiteX68" fmla="*/ 688439 w 865960"/>
              <a:gd name="connsiteY68" fmla="*/ 49849 h 785124"/>
              <a:gd name="connsiteX69" fmla="*/ 695291 w 865960"/>
              <a:gd name="connsiteY69" fmla="*/ 56751 h 785124"/>
              <a:gd name="connsiteX70" fmla="*/ 688439 w 865960"/>
              <a:gd name="connsiteY70" fmla="*/ 64804 h 785124"/>
              <a:gd name="connsiteX71" fmla="*/ 681587 w 865960"/>
              <a:gd name="connsiteY71" fmla="*/ 56751 h 785124"/>
              <a:gd name="connsiteX72" fmla="*/ 688439 w 865960"/>
              <a:gd name="connsiteY72" fmla="*/ 49849 h 785124"/>
              <a:gd name="connsiteX73" fmla="*/ 663523 w 865960"/>
              <a:gd name="connsiteY73" fmla="*/ 49849 h 785124"/>
              <a:gd name="connsiteX74" fmla="*/ 670375 w 865960"/>
              <a:gd name="connsiteY74" fmla="*/ 56751 h 785124"/>
              <a:gd name="connsiteX75" fmla="*/ 663523 w 865960"/>
              <a:gd name="connsiteY75" fmla="*/ 64804 h 785124"/>
              <a:gd name="connsiteX76" fmla="*/ 656671 w 865960"/>
              <a:gd name="connsiteY76" fmla="*/ 56751 h 785124"/>
              <a:gd name="connsiteX77" fmla="*/ 663523 w 865960"/>
              <a:gd name="connsiteY77" fmla="*/ 49849 h 785124"/>
              <a:gd name="connsiteX78" fmla="*/ 587530 w 865960"/>
              <a:gd name="connsiteY78" fmla="*/ 46107 h 785124"/>
              <a:gd name="connsiteX79" fmla="*/ 599365 w 865960"/>
              <a:gd name="connsiteY79" fmla="*/ 56733 h 785124"/>
              <a:gd name="connsiteX80" fmla="*/ 586346 w 865960"/>
              <a:gd name="connsiteY80" fmla="*/ 68539 h 785124"/>
              <a:gd name="connsiteX81" fmla="*/ 575695 w 865960"/>
              <a:gd name="connsiteY81" fmla="*/ 56733 h 785124"/>
              <a:gd name="connsiteX82" fmla="*/ 587530 w 865960"/>
              <a:gd name="connsiteY82" fmla="*/ 46107 h 785124"/>
              <a:gd name="connsiteX83" fmla="*/ 448513 w 865960"/>
              <a:gd name="connsiteY83" fmla="*/ 23679 h 785124"/>
              <a:gd name="connsiteX84" fmla="*/ 410005 w 865960"/>
              <a:gd name="connsiteY84" fmla="*/ 56026 h 785124"/>
              <a:gd name="connsiteX85" fmla="*/ 410005 w 865960"/>
              <a:gd name="connsiteY85" fmla="*/ 171730 h 785124"/>
              <a:gd name="connsiteX86" fmla="*/ 436091 w 865960"/>
              <a:gd name="connsiteY86" fmla="*/ 179195 h 785124"/>
              <a:gd name="connsiteX87" fmla="*/ 436091 w 865960"/>
              <a:gd name="connsiteY87" fmla="*/ 128186 h 785124"/>
              <a:gd name="connsiteX88" fmla="*/ 479568 w 865960"/>
              <a:gd name="connsiteY88" fmla="*/ 83397 h 785124"/>
              <a:gd name="connsiteX89" fmla="*/ 769001 w 865960"/>
              <a:gd name="connsiteY89" fmla="*/ 83397 h 785124"/>
              <a:gd name="connsiteX90" fmla="*/ 814963 w 865960"/>
              <a:gd name="connsiteY90" fmla="*/ 128186 h 785124"/>
              <a:gd name="connsiteX91" fmla="*/ 814963 w 865960"/>
              <a:gd name="connsiteY91" fmla="*/ 629569 h 785124"/>
              <a:gd name="connsiteX92" fmla="*/ 752853 w 865960"/>
              <a:gd name="connsiteY92" fmla="*/ 690532 h 785124"/>
              <a:gd name="connsiteX93" fmla="*/ 496959 w 865960"/>
              <a:gd name="connsiteY93" fmla="*/ 690532 h 785124"/>
              <a:gd name="connsiteX94" fmla="*/ 436091 w 865960"/>
              <a:gd name="connsiteY94" fmla="*/ 629569 h 785124"/>
              <a:gd name="connsiteX95" fmla="*/ 436091 w 865960"/>
              <a:gd name="connsiteY95" fmla="*/ 523819 h 785124"/>
              <a:gd name="connsiteX96" fmla="*/ 410005 w 865960"/>
              <a:gd name="connsiteY96" fmla="*/ 536260 h 785124"/>
              <a:gd name="connsiteX97" fmla="*/ 410005 w 865960"/>
              <a:gd name="connsiteY97" fmla="*/ 720391 h 785124"/>
              <a:gd name="connsiteX98" fmla="*/ 448513 w 865960"/>
              <a:gd name="connsiteY98" fmla="*/ 761447 h 785124"/>
              <a:gd name="connsiteX99" fmla="*/ 801299 w 865960"/>
              <a:gd name="connsiteY99" fmla="*/ 761447 h 785124"/>
              <a:gd name="connsiteX100" fmla="*/ 841049 w 865960"/>
              <a:gd name="connsiteY100" fmla="*/ 720391 h 785124"/>
              <a:gd name="connsiteX101" fmla="*/ 841049 w 865960"/>
              <a:gd name="connsiteY101" fmla="*/ 63491 h 785124"/>
              <a:gd name="connsiteX102" fmla="*/ 801299 w 865960"/>
              <a:gd name="connsiteY102" fmla="*/ 23679 h 785124"/>
              <a:gd name="connsiteX103" fmla="*/ 447976 w 865960"/>
              <a:gd name="connsiteY103" fmla="*/ 0 h 785124"/>
              <a:gd name="connsiteX104" fmla="*/ 801272 w 865960"/>
              <a:gd name="connsiteY104" fmla="*/ 0 h 785124"/>
              <a:gd name="connsiteX105" fmla="*/ 865960 w 865960"/>
              <a:gd name="connsiteY105" fmla="*/ 63457 h 785124"/>
              <a:gd name="connsiteX106" fmla="*/ 865960 w 865960"/>
              <a:gd name="connsiteY106" fmla="*/ 720423 h 785124"/>
              <a:gd name="connsiteX107" fmla="*/ 801272 w 865960"/>
              <a:gd name="connsiteY107" fmla="*/ 785124 h 785124"/>
              <a:gd name="connsiteX108" fmla="*/ 447976 w 865960"/>
              <a:gd name="connsiteY108" fmla="*/ 785124 h 785124"/>
              <a:gd name="connsiteX109" fmla="*/ 384532 w 865960"/>
              <a:gd name="connsiteY109" fmla="*/ 720423 h 785124"/>
              <a:gd name="connsiteX110" fmla="*/ 384532 w 865960"/>
              <a:gd name="connsiteY110" fmla="*/ 547472 h 785124"/>
              <a:gd name="connsiteX111" fmla="*/ 377068 w 865960"/>
              <a:gd name="connsiteY111" fmla="*/ 551204 h 785124"/>
              <a:gd name="connsiteX112" fmla="*/ 344724 w 865960"/>
              <a:gd name="connsiteY112" fmla="*/ 558670 h 785124"/>
              <a:gd name="connsiteX113" fmla="*/ 314868 w 865960"/>
              <a:gd name="connsiteY113" fmla="*/ 552449 h 785124"/>
              <a:gd name="connsiteX114" fmla="*/ 187979 w 865960"/>
              <a:gd name="connsiteY114" fmla="*/ 488992 h 785124"/>
              <a:gd name="connsiteX115" fmla="*/ 156879 w 865960"/>
              <a:gd name="connsiteY115" fmla="*/ 431756 h 785124"/>
              <a:gd name="connsiteX116" fmla="*/ 156879 w 865960"/>
              <a:gd name="connsiteY116" fmla="*/ 365811 h 785124"/>
              <a:gd name="connsiteX117" fmla="*/ 109607 w 865960"/>
              <a:gd name="connsiteY117" fmla="*/ 345902 h 785124"/>
              <a:gd name="connsiteX118" fmla="*/ 109607 w 865960"/>
              <a:gd name="connsiteY118" fmla="*/ 421802 h 785124"/>
              <a:gd name="connsiteX119" fmla="*/ 131999 w 865960"/>
              <a:gd name="connsiteY119" fmla="*/ 455397 h 785124"/>
              <a:gd name="connsiteX120" fmla="*/ 131999 w 865960"/>
              <a:gd name="connsiteY120" fmla="*/ 500190 h 785124"/>
              <a:gd name="connsiteX121" fmla="*/ 131999 w 865960"/>
              <a:gd name="connsiteY121" fmla="*/ 502678 h 785124"/>
              <a:gd name="connsiteX122" fmla="*/ 105875 w 865960"/>
              <a:gd name="connsiteY122" fmla="*/ 650745 h 785124"/>
              <a:gd name="connsiteX123" fmla="*/ 97167 w 865960"/>
              <a:gd name="connsiteY123" fmla="*/ 654477 h 785124"/>
              <a:gd name="connsiteX124" fmla="*/ 88459 w 865960"/>
              <a:gd name="connsiteY124" fmla="*/ 650745 h 785124"/>
              <a:gd name="connsiteX125" fmla="*/ 80995 w 865960"/>
              <a:gd name="connsiteY125" fmla="*/ 642035 h 785124"/>
              <a:gd name="connsiteX126" fmla="*/ 62335 w 865960"/>
              <a:gd name="connsiteY126" fmla="*/ 500190 h 785124"/>
              <a:gd name="connsiteX127" fmla="*/ 62335 w 865960"/>
              <a:gd name="connsiteY127" fmla="*/ 455397 h 785124"/>
              <a:gd name="connsiteX128" fmla="*/ 85971 w 865960"/>
              <a:gd name="connsiteY128" fmla="*/ 421802 h 785124"/>
              <a:gd name="connsiteX129" fmla="*/ 85971 w 865960"/>
              <a:gd name="connsiteY129" fmla="*/ 343414 h 785124"/>
              <a:gd name="connsiteX130" fmla="*/ 87215 w 865960"/>
              <a:gd name="connsiteY130" fmla="*/ 335948 h 785124"/>
              <a:gd name="connsiteX131" fmla="*/ 17551 w 865960"/>
              <a:gd name="connsiteY131" fmla="*/ 306086 h 785124"/>
              <a:gd name="connsiteX132" fmla="*/ 135 w 865960"/>
              <a:gd name="connsiteY132" fmla="*/ 277469 h 785124"/>
              <a:gd name="connsiteX133" fmla="*/ 20039 w 865960"/>
              <a:gd name="connsiteY133" fmla="*/ 250095 h 785124"/>
              <a:gd name="connsiteX134" fmla="*/ 319844 w 865960"/>
              <a:gd name="connsiteY134" fmla="*/ 159264 h 785124"/>
              <a:gd name="connsiteX135" fmla="*/ 338504 w 865960"/>
              <a:gd name="connsiteY135" fmla="*/ 155532 h 785124"/>
              <a:gd name="connsiteX136" fmla="*/ 363384 w 865960"/>
              <a:gd name="connsiteY136" fmla="*/ 156776 h 785124"/>
              <a:gd name="connsiteX137" fmla="*/ 384532 w 865960"/>
              <a:gd name="connsiteY137" fmla="*/ 162997 h 785124"/>
              <a:gd name="connsiteX138" fmla="*/ 384532 w 865960"/>
              <a:gd name="connsiteY138" fmla="*/ 55991 h 785124"/>
              <a:gd name="connsiteX139" fmla="*/ 447976 w 865960"/>
              <a:gd name="connsiteY139" fmla="*/ 0 h 78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</a:cxnLst>
            <a:rect l="l" t="t" r="r" b="b"/>
            <a:pathLst>
              <a:path w="865960" h="785124">
                <a:moveTo>
                  <a:pt x="599213" y="719071"/>
                </a:moveTo>
                <a:lnTo>
                  <a:pt x="676741" y="719071"/>
                </a:lnTo>
                <a:cubicBezTo>
                  <a:pt x="682894" y="719071"/>
                  <a:pt x="687816" y="723794"/>
                  <a:pt x="687816" y="729697"/>
                </a:cubicBezTo>
                <a:cubicBezTo>
                  <a:pt x="687816" y="735600"/>
                  <a:pt x="682894" y="741503"/>
                  <a:pt x="676741" y="741503"/>
                </a:cubicBezTo>
                <a:lnTo>
                  <a:pt x="599213" y="741503"/>
                </a:lnTo>
                <a:cubicBezTo>
                  <a:pt x="591830" y="741503"/>
                  <a:pt x="586907" y="735600"/>
                  <a:pt x="586907" y="729697"/>
                </a:cubicBezTo>
                <a:cubicBezTo>
                  <a:pt x="586907" y="723794"/>
                  <a:pt x="591830" y="719071"/>
                  <a:pt x="599213" y="719071"/>
                </a:cubicBezTo>
                <a:close/>
                <a:moveTo>
                  <a:pt x="83309" y="512197"/>
                </a:moveTo>
                <a:cubicBezTo>
                  <a:pt x="62635" y="557806"/>
                  <a:pt x="67500" y="591089"/>
                  <a:pt x="96687" y="625604"/>
                </a:cubicBezTo>
                <a:cubicBezTo>
                  <a:pt x="133170" y="584925"/>
                  <a:pt x="122225" y="540549"/>
                  <a:pt x="110064" y="513430"/>
                </a:cubicBezTo>
                <a:close/>
                <a:moveTo>
                  <a:pt x="90819" y="447325"/>
                </a:moveTo>
                <a:cubicBezTo>
                  <a:pt x="87278" y="448536"/>
                  <a:pt x="86098" y="452168"/>
                  <a:pt x="86098" y="455800"/>
                </a:cubicBezTo>
                <a:lnTo>
                  <a:pt x="86098" y="487276"/>
                </a:lnTo>
                <a:lnTo>
                  <a:pt x="108522" y="487276"/>
                </a:lnTo>
                <a:lnTo>
                  <a:pt x="108522" y="455800"/>
                </a:lnTo>
                <a:cubicBezTo>
                  <a:pt x="108522" y="452168"/>
                  <a:pt x="106162" y="448536"/>
                  <a:pt x="103801" y="447325"/>
                </a:cubicBezTo>
                <a:cubicBezTo>
                  <a:pt x="100261" y="443693"/>
                  <a:pt x="93179" y="444904"/>
                  <a:pt x="90819" y="447325"/>
                </a:cubicBezTo>
                <a:close/>
                <a:moveTo>
                  <a:pt x="510914" y="370127"/>
                </a:moveTo>
                <a:lnTo>
                  <a:pt x="364463" y="433207"/>
                </a:lnTo>
                <a:cubicBezTo>
                  <a:pt x="357017" y="436917"/>
                  <a:pt x="348329" y="439391"/>
                  <a:pt x="339641" y="439391"/>
                </a:cubicBezTo>
                <a:cubicBezTo>
                  <a:pt x="330953" y="439391"/>
                  <a:pt x="322266" y="436917"/>
                  <a:pt x="313578" y="433207"/>
                </a:cubicBezTo>
                <a:lnTo>
                  <a:pt x="180779" y="376311"/>
                </a:lnTo>
                <a:lnTo>
                  <a:pt x="180779" y="431970"/>
                </a:lnTo>
                <a:cubicBezTo>
                  <a:pt x="180779" y="446812"/>
                  <a:pt x="188226" y="461654"/>
                  <a:pt x="200637" y="469076"/>
                </a:cubicBezTo>
                <a:lnTo>
                  <a:pt x="324748" y="530918"/>
                </a:lnTo>
                <a:cubicBezTo>
                  <a:pt x="338400" y="535866"/>
                  <a:pt x="353293" y="535866"/>
                  <a:pt x="366945" y="529682"/>
                </a:cubicBezTo>
                <a:lnTo>
                  <a:pt x="503467" y="465365"/>
                </a:lnTo>
                <a:cubicBezTo>
                  <a:pt x="508432" y="461654"/>
                  <a:pt x="510914" y="455470"/>
                  <a:pt x="510914" y="443102"/>
                </a:cubicBezTo>
                <a:close/>
                <a:moveTo>
                  <a:pt x="342090" y="179457"/>
                </a:moveTo>
                <a:cubicBezTo>
                  <a:pt x="335874" y="180697"/>
                  <a:pt x="328414" y="181936"/>
                  <a:pt x="325927" y="181936"/>
                </a:cubicBezTo>
                <a:lnTo>
                  <a:pt x="27535" y="271192"/>
                </a:lnTo>
                <a:cubicBezTo>
                  <a:pt x="22562" y="273672"/>
                  <a:pt x="22562" y="277391"/>
                  <a:pt x="22562" y="277391"/>
                </a:cubicBezTo>
                <a:cubicBezTo>
                  <a:pt x="22562" y="278630"/>
                  <a:pt x="22562" y="282349"/>
                  <a:pt x="27535" y="283589"/>
                </a:cubicBezTo>
                <a:lnTo>
                  <a:pt x="99647" y="314581"/>
                </a:lnTo>
                <a:cubicBezTo>
                  <a:pt x="103377" y="310862"/>
                  <a:pt x="107107" y="308383"/>
                  <a:pt x="113323" y="305903"/>
                </a:cubicBezTo>
                <a:lnTo>
                  <a:pt x="322197" y="250118"/>
                </a:lnTo>
                <a:cubicBezTo>
                  <a:pt x="329657" y="247639"/>
                  <a:pt x="335874" y="251358"/>
                  <a:pt x="337117" y="257556"/>
                </a:cubicBezTo>
                <a:cubicBezTo>
                  <a:pt x="339604" y="264994"/>
                  <a:pt x="335874" y="271192"/>
                  <a:pt x="328414" y="272432"/>
                </a:cubicBezTo>
                <a:lnTo>
                  <a:pt x="128243" y="326978"/>
                </a:lnTo>
                <a:lnTo>
                  <a:pt x="323441" y="411275"/>
                </a:lnTo>
                <a:cubicBezTo>
                  <a:pt x="334630" y="416234"/>
                  <a:pt x="344577" y="416234"/>
                  <a:pt x="354523" y="411275"/>
                </a:cubicBezTo>
                <a:lnTo>
                  <a:pt x="636752" y="287308"/>
                </a:lnTo>
                <a:cubicBezTo>
                  <a:pt x="644212" y="284829"/>
                  <a:pt x="644212" y="278630"/>
                  <a:pt x="644212" y="277391"/>
                </a:cubicBezTo>
                <a:cubicBezTo>
                  <a:pt x="644212" y="276151"/>
                  <a:pt x="644212" y="271192"/>
                  <a:pt x="637996" y="268713"/>
                </a:cubicBezTo>
                <a:lnTo>
                  <a:pt x="357010" y="179457"/>
                </a:lnTo>
                <a:cubicBezTo>
                  <a:pt x="352037" y="179457"/>
                  <a:pt x="347063" y="179457"/>
                  <a:pt x="342090" y="179457"/>
                </a:cubicBezTo>
                <a:close/>
                <a:moveTo>
                  <a:pt x="479694" y="107176"/>
                </a:moveTo>
                <a:cubicBezTo>
                  <a:pt x="468524" y="107176"/>
                  <a:pt x="459836" y="117124"/>
                  <a:pt x="459836" y="128315"/>
                </a:cubicBezTo>
                <a:lnTo>
                  <a:pt x="459836" y="186757"/>
                </a:lnTo>
                <a:lnTo>
                  <a:pt x="646005" y="246444"/>
                </a:lnTo>
                <a:cubicBezTo>
                  <a:pt x="659658" y="251417"/>
                  <a:pt x="667104" y="263852"/>
                  <a:pt x="668346" y="277530"/>
                </a:cubicBezTo>
                <a:cubicBezTo>
                  <a:pt x="668346" y="291208"/>
                  <a:pt x="659658" y="304886"/>
                  <a:pt x="646005" y="309860"/>
                </a:cubicBezTo>
                <a:lnTo>
                  <a:pt x="535545" y="358355"/>
                </a:lnTo>
                <a:lnTo>
                  <a:pt x="535545" y="442910"/>
                </a:lnTo>
                <a:cubicBezTo>
                  <a:pt x="535545" y="457832"/>
                  <a:pt x="534304" y="473997"/>
                  <a:pt x="516928" y="485188"/>
                </a:cubicBezTo>
                <a:cubicBezTo>
                  <a:pt x="516928" y="486431"/>
                  <a:pt x="515687" y="486431"/>
                  <a:pt x="515687" y="486431"/>
                </a:cubicBezTo>
                <a:lnTo>
                  <a:pt x="459836" y="512544"/>
                </a:lnTo>
                <a:lnTo>
                  <a:pt x="459836" y="629429"/>
                </a:lnTo>
                <a:cubicBezTo>
                  <a:pt x="459836" y="650568"/>
                  <a:pt x="475971" y="666733"/>
                  <a:pt x="497070" y="666733"/>
                </a:cubicBezTo>
                <a:lnTo>
                  <a:pt x="752742" y="666733"/>
                </a:lnTo>
                <a:cubicBezTo>
                  <a:pt x="773841" y="666733"/>
                  <a:pt x="791217" y="650568"/>
                  <a:pt x="791217" y="629429"/>
                </a:cubicBezTo>
                <a:lnTo>
                  <a:pt x="791217" y="128315"/>
                </a:lnTo>
                <a:cubicBezTo>
                  <a:pt x="791217" y="117124"/>
                  <a:pt x="781288" y="107176"/>
                  <a:pt x="768877" y="107176"/>
                </a:cubicBezTo>
                <a:close/>
                <a:moveTo>
                  <a:pt x="714601" y="49849"/>
                </a:moveTo>
                <a:cubicBezTo>
                  <a:pt x="718027" y="49849"/>
                  <a:pt x="721453" y="53300"/>
                  <a:pt x="721453" y="56751"/>
                </a:cubicBezTo>
                <a:cubicBezTo>
                  <a:pt x="721453" y="61353"/>
                  <a:pt x="718027" y="64804"/>
                  <a:pt x="714601" y="64804"/>
                </a:cubicBezTo>
                <a:cubicBezTo>
                  <a:pt x="710033" y="64804"/>
                  <a:pt x="707749" y="61353"/>
                  <a:pt x="707749" y="56751"/>
                </a:cubicBezTo>
                <a:cubicBezTo>
                  <a:pt x="707749" y="53300"/>
                  <a:pt x="710033" y="49849"/>
                  <a:pt x="714601" y="49849"/>
                </a:cubicBezTo>
                <a:close/>
                <a:moveTo>
                  <a:pt x="688439" y="49849"/>
                </a:moveTo>
                <a:cubicBezTo>
                  <a:pt x="693007" y="49849"/>
                  <a:pt x="695291" y="53300"/>
                  <a:pt x="695291" y="56751"/>
                </a:cubicBezTo>
                <a:cubicBezTo>
                  <a:pt x="695291" y="61353"/>
                  <a:pt x="693007" y="64804"/>
                  <a:pt x="688439" y="64804"/>
                </a:cubicBezTo>
                <a:cubicBezTo>
                  <a:pt x="685013" y="64804"/>
                  <a:pt x="681587" y="61353"/>
                  <a:pt x="681587" y="56751"/>
                </a:cubicBezTo>
                <a:cubicBezTo>
                  <a:pt x="681587" y="53300"/>
                  <a:pt x="685013" y="49849"/>
                  <a:pt x="688439" y="49849"/>
                </a:cubicBezTo>
                <a:close/>
                <a:moveTo>
                  <a:pt x="663523" y="49849"/>
                </a:moveTo>
                <a:cubicBezTo>
                  <a:pt x="666949" y="49849"/>
                  <a:pt x="670375" y="53300"/>
                  <a:pt x="670375" y="56751"/>
                </a:cubicBezTo>
                <a:cubicBezTo>
                  <a:pt x="670375" y="61353"/>
                  <a:pt x="666949" y="64804"/>
                  <a:pt x="663523" y="64804"/>
                </a:cubicBezTo>
                <a:cubicBezTo>
                  <a:pt x="658955" y="64804"/>
                  <a:pt x="656671" y="61353"/>
                  <a:pt x="656671" y="56751"/>
                </a:cubicBezTo>
                <a:cubicBezTo>
                  <a:pt x="656671" y="53300"/>
                  <a:pt x="658955" y="49849"/>
                  <a:pt x="663523" y="49849"/>
                </a:cubicBezTo>
                <a:close/>
                <a:moveTo>
                  <a:pt x="587530" y="46107"/>
                </a:moveTo>
                <a:cubicBezTo>
                  <a:pt x="593448" y="46107"/>
                  <a:pt x="599365" y="52010"/>
                  <a:pt x="599365" y="56733"/>
                </a:cubicBezTo>
                <a:cubicBezTo>
                  <a:pt x="598182" y="63816"/>
                  <a:pt x="593448" y="68539"/>
                  <a:pt x="586346" y="68539"/>
                </a:cubicBezTo>
                <a:cubicBezTo>
                  <a:pt x="580429" y="68539"/>
                  <a:pt x="575695" y="62636"/>
                  <a:pt x="575695" y="56733"/>
                </a:cubicBezTo>
                <a:cubicBezTo>
                  <a:pt x="575695" y="49649"/>
                  <a:pt x="581612" y="44926"/>
                  <a:pt x="587530" y="46107"/>
                </a:cubicBezTo>
                <a:close/>
                <a:moveTo>
                  <a:pt x="448513" y="23679"/>
                </a:moveTo>
                <a:cubicBezTo>
                  <a:pt x="426154" y="23679"/>
                  <a:pt x="410005" y="42341"/>
                  <a:pt x="410005" y="56026"/>
                </a:cubicBezTo>
                <a:lnTo>
                  <a:pt x="410005" y="171730"/>
                </a:lnTo>
                <a:lnTo>
                  <a:pt x="436091" y="179195"/>
                </a:lnTo>
                <a:lnTo>
                  <a:pt x="436091" y="128186"/>
                </a:lnTo>
                <a:cubicBezTo>
                  <a:pt x="436091" y="103303"/>
                  <a:pt x="455967" y="83397"/>
                  <a:pt x="479568" y="83397"/>
                </a:cubicBezTo>
                <a:lnTo>
                  <a:pt x="769001" y="83397"/>
                </a:lnTo>
                <a:cubicBezTo>
                  <a:pt x="795088" y="83397"/>
                  <a:pt x="814963" y="103303"/>
                  <a:pt x="814963" y="128186"/>
                </a:cubicBezTo>
                <a:lnTo>
                  <a:pt x="814963" y="629569"/>
                </a:lnTo>
                <a:cubicBezTo>
                  <a:pt x="814963" y="663161"/>
                  <a:pt x="787634" y="690532"/>
                  <a:pt x="752853" y="690532"/>
                </a:cubicBezTo>
                <a:lnTo>
                  <a:pt x="496959" y="690532"/>
                </a:lnTo>
                <a:cubicBezTo>
                  <a:pt x="463420" y="690532"/>
                  <a:pt x="436091" y="663161"/>
                  <a:pt x="436091" y="629569"/>
                </a:cubicBezTo>
                <a:lnTo>
                  <a:pt x="436091" y="523819"/>
                </a:lnTo>
                <a:lnTo>
                  <a:pt x="410005" y="536260"/>
                </a:lnTo>
                <a:lnTo>
                  <a:pt x="410005" y="720391"/>
                </a:lnTo>
                <a:cubicBezTo>
                  <a:pt x="410005" y="742785"/>
                  <a:pt x="427396" y="761447"/>
                  <a:pt x="448513" y="761447"/>
                </a:cubicBezTo>
                <a:lnTo>
                  <a:pt x="801299" y="761447"/>
                </a:lnTo>
                <a:cubicBezTo>
                  <a:pt x="823658" y="761447"/>
                  <a:pt x="841049" y="742785"/>
                  <a:pt x="841049" y="720391"/>
                </a:cubicBezTo>
                <a:lnTo>
                  <a:pt x="841049" y="63491"/>
                </a:lnTo>
                <a:cubicBezTo>
                  <a:pt x="841049" y="42341"/>
                  <a:pt x="823658" y="23679"/>
                  <a:pt x="801299" y="23679"/>
                </a:cubicBezTo>
                <a:close/>
                <a:moveTo>
                  <a:pt x="447976" y="0"/>
                </a:moveTo>
                <a:lnTo>
                  <a:pt x="801272" y="0"/>
                </a:lnTo>
                <a:cubicBezTo>
                  <a:pt x="836104" y="0"/>
                  <a:pt x="865960" y="28618"/>
                  <a:pt x="865960" y="63457"/>
                </a:cubicBezTo>
                <a:lnTo>
                  <a:pt x="865960" y="720423"/>
                </a:lnTo>
                <a:cubicBezTo>
                  <a:pt x="865960" y="756506"/>
                  <a:pt x="836104" y="785124"/>
                  <a:pt x="801272" y="785124"/>
                </a:cubicBezTo>
                <a:lnTo>
                  <a:pt x="447976" y="785124"/>
                </a:lnTo>
                <a:cubicBezTo>
                  <a:pt x="413144" y="785124"/>
                  <a:pt x="384532" y="756506"/>
                  <a:pt x="384532" y="720423"/>
                </a:cubicBezTo>
                <a:lnTo>
                  <a:pt x="384532" y="547472"/>
                </a:lnTo>
                <a:lnTo>
                  <a:pt x="377068" y="551204"/>
                </a:lnTo>
                <a:cubicBezTo>
                  <a:pt x="367116" y="556181"/>
                  <a:pt x="355920" y="558670"/>
                  <a:pt x="344724" y="558670"/>
                </a:cubicBezTo>
                <a:cubicBezTo>
                  <a:pt x="334772" y="558670"/>
                  <a:pt x="324820" y="557426"/>
                  <a:pt x="314868" y="552449"/>
                </a:cubicBezTo>
                <a:lnTo>
                  <a:pt x="187979" y="488992"/>
                </a:lnTo>
                <a:cubicBezTo>
                  <a:pt x="168075" y="477793"/>
                  <a:pt x="156879" y="455397"/>
                  <a:pt x="156879" y="431756"/>
                </a:cubicBezTo>
                <a:lnTo>
                  <a:pt x="156879" y="365811"/>
                </a:lnTo>
                <a:lnTo>
                  <a:pt x="109607" y="345902"/>
                </a:lnTo>
                <a:lnTo>
                  <a:pt x="109607" y="421802"/>
                </a:lnTo>
                <a:cubicBezTo>
                  <a:pt x="123291" y="426779"/>
                  <a:pt x="131999" y="440466"/>
                  <a:pt x="131999" y="455397"/>
                </a:cubicBezTo>
                <a:lnTo>
                  <a:pt x="131999" y="500190"/>
                </a:lnTo>
                <a:cubicBezTo>
                  <a:pt x="131999" y="500190"/>
                  <a:pt x="131999" y="501434"/>
                  <a:pt x="131999" y="502678"/>
                </a:cubicBezTo>
                <a:cubicBezTo>
                  <a:pt x="158123" y="558670"/>
                  <a:pt x="148171" y="612173"/>
                  <a:pt x="105875" y="650745"/>
                </a:cubicBezTo>
                <a:cubicBezTo>
                  <a:pt x="103387" y="654477"/>
                  <a:pt x="100899" y="654477"/>
                  <a:pt x="97167" y="654477"/>
                </a:cubicBezTo>
                <a:cubicBezTo>
                  <a:pt x="94679" y="654477"/>
                  <a:pt x="90947" y="653233"/>
                  <a:pt x="88459" y="650745"/>
                </a:cubicBezTo>
                <a:lnTo>
                  <a:pt x="80995" y="642035"/>
                </a:lnTo>
                <a:cubicBezTo>
                  <a:pt x="32479" y="589776"/>
                  <a:pt x="44919" y="540006"/>
                  <a:pt x="62335" y="500190"/>
                </a:cubicBezTo>
                <a:lnTo>
                  <a:pt x="62335" y="455397"/>
                </a:lnTo>
                <a:cubicBezTo>
                  <a:pt x="62335" y="440466"/>
                  <a:pt x="72287" y="426779"/>
                  <a:pt x="85971" y="421802"/>
                </a:cubicBezTo>
                <a:lnTo>
                  <a:pt x="85971" y="343414"/>
                </a:lnTo>
                <a:cubicBezTo>
                  <a:pt x="85971" y="340925"/>
                  <a:pt x="85971" y="338437"/>
                  <a:pt x="87215" y="335948"/>
                </a:cubicBezTo>
                <a:lnTo>
                  <a:pt x="17551" y="306086"/>
                </a:lnTo>
                <a:cubicBezTo>
                  <a:pt x="6355" y="301109"/>
                  <a:pt x="-1109" y="289911"/>
                  <a:pt x="135" y="277469"/>
                </a:cubicBezTo>
                <a:cubicBezTo>
                  <a:pt x="135" y="265026"/>
                  <a:pt x="7599" y="253828"/>
                  <a:pt x="20039" y="250095"/>
                </a:cubicBezTo>
                <a:lnTo>
                  <a:pt x="319844" y="159264"/>
                </a:lnTo>
                <a:cubicBezTo>
                  <a:pt x="321088" y="158020"/>
                  <a:pt x="321088" y="158020"/>
                  <a:pt x="338504" y="155532"/>
                </a:cubicBezTo>
                <a:cubicBezTo>
                  <a:pt x="347212" y="154287"/>
                  <a:pt x="355920" y="155532"/>
                  <a:pt x="363384" y="156776"/>
                </a:cubicBezTo>
                <a:lnTo>
                  <a:pt x="384532" y="162997"/>
                </a:lnTo>
                <a:lnTo>
                  <a:pt x="384532" y="55991"/>
                </a:lnTo>
                <a:cubicBezTo>
                  <a:pt x="384532" y="28618"/>
                  <a:pt x="411900" y="0"/>
                  <a:pt x="447976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46" name="TextBox 545">
            <a:extLst>
              <a:ext uri="{FF2B5EF4-FFF2-40B4-BE49-F238E27FC236}">
                <a16:creationId xmlns:a16="http://schemas.microsoft.com/office/drawing/2014/main" id="{180917F4-FDA9-AC4F-880D-FEA7361AD2BC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A425AB30-4B47-EE4B-BE0C-3AE5DD7447D0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548" name="TextBox 547">
            <a:extLst>
              <a:ext uri="{FF2B5EF4-FFF2-40B4-BE49-F238E27FC236}">
                <a16:creationId xmlns:a16="http://schemas.microsoft.com/office/drawing/2014/main" id="{24BA65F8-A1C4-CB4A-B08A-B553875113AB}"/>
              </a:ext>
            </a:extLst>
          </p:cNvPr>
          <p:cNvSpPr txBox="1"/>
          <p:nvPr/>
        </p:nvSpPr>
        <p:spPr>
          <a:xfrm>
            <a:off x="3576411" y="3779602"/>
            <a:ext cx="398904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549" name="TextBox 548">
            <a:extLst>
              <a:ext uri="{FF2B5EF4-FFF2-40B4-BE49-F238E27FC236}">
                <a16:creationId xmlns:a16="http://schemas.microsoft.com/office/drawing/2014/main" id="{7962019E-03A1-8F4F-8C57-D94B205E8DDB}"/>
              </a:ext>
            </a:extLst>
          </p:cNvPr>
          <p:cNvSpPr txBox="1"/>
          <p:nvPr/>
        </p:nvSpPr>
        <p:spPr>
          <a:xfrm>
            <a:off x="3576411" y="4326191"/>
            <a:ext cx="3989046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slides.</a:t>
            </a:r>
          </a:p>
        </p:txBody>
      </p:sp>
      <p:sp>
        <p:nvSpPr>
          <p:cNvPr id="550" name="TextBox 549">
            <a:extLst>
              <a:ext uri="{FF2B5EF4-FFF2-40B4-BE49-F238E27FC236}">
                <a16:creationId xmlns:a16="http://schemas.microsoft.com/office/drawing/2014/main" id="{8F24B310-0E69-7641-9122-74D6D25A3705}"/>
              </a:ext>
            </a:extLst>
          </p:cNvPr>
          <p:cNvSpPr txBox="1"/>
          <p:nvPr/>
        </p:nvSpPr>
        <p:spPr>
          <a:xfrm>
            <a:off x="3576411" y="7305639"/>
            <a:ext cx="3989046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551" name="TextBox 550">
            <a:extLst>
              <a:ext uri="{FF2B5EF4-FFF2-40B4-BE49-F238E27FC236}">
                <a16:creationId xmlns:a16="http://schemas.microsoft.com/office/drawing/2014/main" id="{0C1857FC-B9B3-0A4B-94DC-AB3BF3CD5338}"/>
              </a:ext>
            </a:extLst>
          </p:cNvPr>
          <p:cNvSpPr txBox="1"/>
          <p:nvPr/>
        </p:nvSpPr>
        <p:spPr>
          <a:xfrm>
            <a:off x="3576410" y="7842289"/>
            <a:ext cx="3989047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slides.</a:t>
            </a:r>
          </a:p>
        </p:txBody>
      </p:sp>
      <p:sp>
        <p:nvSpPr>
          <p:cNvPr id="552" name="TextBox 551">
            <a:extLst>
              <a:ext uri="{FF2B5EF4-FFF2-40B4-BE49-F238E27FC236}">
                <a16:creationId xmlns:a16="http://schemas.microsoft.com/office/drawing/2014/main" id="{3F4545EB-A3B1-3247-AF95-9C5FCE994F51}"/>
              </a:ext>
            </a:extLst>
          </p:cNvPr>
          <p:cNvSpPr txBox="1"/>
          <p:nvPr/>
        </p:nvSpPr>
        <p:spPr>
          <a:xfrm>
            <a:off x="3576410" y="10812112"/>
            <a:ext cx="398904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553" name="TextBox 552">
            <a:extLst>
              <a:ext uri="{FF2B5EF4-FFF2-40B4-BE49-F238E27FC236}">
                <a16:creationId xmlns:a16="http://schemas.microsoft.com/office/drawing/2014/main" id="{68586AAF-7BBB-BB41-8CF3-0937F7829926}"/>
              </a:ext>
            </a:extLst>
          </p:cNvPr>
          <p:cNvSpPr txBox="1"/>
          <p:nvPr/>
        </p:nvSpPr>
        <p:spPr>
          <a:xfrm>
            <a:off x="3576410" y="11358387"/>
            <a:ext cx="3989047" cy="976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our professional slides.</a:t>
            </a:r>
          </a:p>
        </p:txBody>
      </p:sp>
      <p:sp>
        <p:nvSpPr>
          <p:cNvPr id="554" name="TextBox 553">
            <a:extLst>
              <a:ext uri="{FF2B5EF4-FFF2-40B4-BE49-F238E27FC236}">
                <a16:creationId xmlns:a16="http://schemas.microsoft.com/office/drawing/2014/main" id="{E0AF5870-5047-554D-814C-5FBD5C62D0C8}"/>
              </a:ext>
            </a:extLst>
          </p:cNvPr>
          <p:cNvSpPr txBox="1"/>
          <p:nvPr/>
        </p:nvSpPr>
        <p:spPr>
          <a:xfrm>
            <a:off x="7806088" y="3963034"/>
            <a:ext cx="924027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A</a:t>
            </a:r>
          </a:p>
        </p:txBody>
      </p:sp>
      <p:sp>
        <p:nvSpPr>
          <p:cNvPr id="555" name="TextBox 554">
            <a:extLst>
              <a:ext uri="{FF2B5EF4-FFF2-40B4-BE49-F238E27FC236}">
                <a16:creationId xmlns:a16="http://schemas.microsoft.com/office/drawing/2014/main" id="{6660CF7F-8FF7-FC44-AD0D-39C0E24A0F30}"/>
              </a:ext>
            </a:extLst>
          </p:cNvPr>
          <p:cNvSpPr txBox="1"/>
          <p:nvPr/>
        </p:nvSpPr>
        <p:spPr>
          <a:xfrm>
            <a:off x="7806088" y="7482966"/>
            <a:ext cx="924027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B</a:t>
            </a:r>
          </a:p>
        </p:txBody>
      </p:sp>
      <p:sp>
        <p:nvSpPr>
          <p:cNvPr id="556" name="TextBox 555">
            <a:extLst>
              <a:ext uri="{FF2B5EF4-FFF2-40B4-BE49-F238E27FC236}">
                <a16:creationId xmlns:a16="http://schemas.microsoft.com/office/drawing/2014/main" id="{A8E3DDB7-9986-E44F-9C44-E8707C755E51}"/>
              </a:ext>
            </a:extLst>
          </p:cNvPr>
          <p:cNvSpPr txBox="1"/>
          <p:nvPr/>
        </p:nvSpPr>
        <p:spPr>
          <a:xfrm>
            <a:off x="7796463" y="10996187"/>
            <a:ext cx="924027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797414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56CC78D-E5F1-1846-A47C-8C00908F432B}"/>
              </a:ext>
            </a:extLst>
          </p:cNvPr>
          <p:cNvGrpSpPr/>
          <p:nvPr/>
        </p:nvGrpSpPr>
        <p:grpSpPr>
          <a:xfrm>
            <a:off x="10819705" y="4878988"/>
            <a:ext cx="12051789" cy="6507810"/>
            <a:chOff x="10819705" y="4878988"/>
            <a:chExt cx="12051789" cy="650781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785FB3D1-1069-8C4B-B20D-A473785C2A39}"/>
                </a:ext>
              </a:extLst>
            </p:cNvPr>
            <p:cNvGrpSpPr/>
            <p:nvPr/>
          </p:nvGrpSpPr>
          <p:grpSpPr>
            <a:xfrm>
              <a:off x="10819705" y="10773653"/>
              <a:ext cx="12051789" cy="613145"/>
              <a:chOff x="10819705" y="10773653"/>
              <a:chExt cx="12051789" cy="613145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9A053906-7F45-164E-A0E4-D5D566635E83}"/>
                  </a:ext>
                </a:extLst>
              </p:cNvPr>
              <p:cNvSpPr/>
              <p:nvPr/>
            </p:nvSpPr>
            <p:spPr>
              <a:xfrm>
                <a:off x="10825930" y="10781130"/>
                <a:ext cx="12039331" cy="3913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665" h="315">
                    <a:moveTo>
                      <a:pt x="9665" y="311"/>
                    </a:moveTo>
                    <a:lnTo>
                      <a:pt x="9665" y="241"/>
                    </a:lnTo>
                    <a:lnTo>
                      <a:pt x="9665" y="170"/>
                    </a:lnTo>
                    <a:cubicBezTo>
                      <a:pt x="9665" y="123"/>
                      <a:pt x="9646" y="80"/>
                      <a:pt x="9617" y="50"/>
                    </a:cubicBezTo>
                    <a:cubicBezTo>
                      <a:pt x="9588" y="19"/>
                      <a:pt x="9547" y="0"/>
                      <a:pt x="9503" y="0"/>
                    </a:cubicBezTo>
                    <a:lnTo>
                      <a:pt x="4832" y="0"/>
                    </a:lnTo>
                    <a:lnTo>
                      <a:pt x="162" y="0"/>
                    </a:lnTo>
                    <a:cubicBezTo>
                      <a:pt x="117" y="0"/>
                      <a:pt x="77" y="19"/>
                      <a:pt x="47" y="50"/>
                    </a:cubicBezTo>
                    <a:cubicBezTo>
                      <a:pt x="19" y="80"/>
                      <a:pt x="0" y="123"/>
                      <a:pt x="0" y="170"/>
                    </a:cubicBezTo>
                    <a:lnTo>
                      <a:pt x="0" y="241"/>
                    </a:lnTo>
                    <a:lnTo>
                      <a:pt x="0" y="311"/>
                    </a:lnTo>
                    <a:cubicBezTo>
                      <a:pt x="0" y="312"/>
                      <a:pt x="0" y="314"/>
                      <a:pt x="0" y="315"/>
                    </a:cubicBezTo>
                    <a:lnTo>
                      <a:pt x="9665" y="315"/>
                    </a:lnTo>
                    <a:cubicBezTo>
                      <a:pt x="9665" y="314"/>
                      <a:pt x="9665" y="312"/>
                      <a:pt x="9665" y="31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4" name="Freeform 333">
                <a:extLst>
                  <a:ext uri="{FF2B5EF4-FFF2-40B4-BE49-F238E27FC236}">
                    <a16:creationId xmlns:a16="http://schemas.microsoft.com/office/drawing/2014/main" id="{FDF05DF4-D59A-6F49-8A3B-C6F31C5C0B6F}"/>
                  </a:ext>
                </a:extLst>
              </p:cNvPr>
              <p:cNvSpPr/>
              <p:nvPr/>
            </p:nvSpPr>
            <p:spPr>
              <a:xfrm>
                <a:off x="10819705" y="10773653"/>
                <a:ext cx="12051789" cy="406271"/>
              </a:xfrm>
              <a:custGeom>
                <a:avLst/>
                <a:gdLst>
                  <a:gd name="connsiteX0" fmla="*/ 208023 w 12051789"/>
                  <a:gd name="connsiteY0" fmla="*/ 14954 h 406271"/>
                  <a:gd name="connsiteX1" fmla="*/ 71000 w 12051789"/>
                  <a:gd name="connsiteY1" fmla="*/ 74576 h 406271"/>
                  <a:gd name="connsiteX2" fmla="*/ 13700 w 12051789"/>
                  <a:gd name="connsiteY2" fmla="*/ 218661 h 406271"/>
                  <a:gd name="connsiteX3" fmla="*/ 13700 w 12051789"/>
                  <a:gd name="connsiteY3" fmla="*/ 391315 h 406271"/>
                  <a:gd name="connsiteX4" fmla="*/ 12038083 w 12051789"/>
                  <a:gd name="connsiteY4" fmla="*/ 391315 h 406271"/>
                  <a:gd name="connsiteX5" fmla="*/ 12038083 w 12051789"/>
                  <a:gd name="connsiteY5" fmla="*/ 218661 h 406271"/>
                  <a:gd name="connsiteX6" fmla="*/ 11980783 w 12051789"/>
                  <a:gd name="connsiteY6" fmla="*/ 74576 h 406271"/>
                  <a:gd name="connsiteX7" fmla="*/ 11843759 w 12051789"/>
                  <a:gd name="connsiteY7" fmla="*/ 14954 h 406271"/>
                  <a:gd name="connsiteX8" fmla="*/ 208026 w 12051789"/>
                  <a:gd name="connsiteY8" fmla="*/ 0 h 406271"/>
                  <a:gd name="connsiteX9" fmla="*/ 11843763 w 12051789"/>
                  <a:gd name="connsiteY9" fmla="*/ 0 h 406271"/>
                  <a:gd name="connsiteX10" fmla="*/ 11990751 w 12051789"/>
                  <a:gd name="connsiteY10" fmla="*/ 63363 h 406271"/>
                  <a:gd name="connsiteX11" fmla="*/ 12051789 w 12051789"/>
                  <a:gd name="connsiteY11" fmla="*/ 218666 h 406271"/>
                  <a:gd name="connsiteX12" fmla="*/ 12051789 w 12051789"/>
                  <a:gd name="connsiteY12" fmla="*/ 393847 h 406271"/>
                  <a:gd name="connsiteX13" fmla="*/ 12051789 w 12051789"/>
                  <a:gd name="connsiteY13" fmla="*/ 397574 h 406271"/>
                  <a:gd name="connsiteX14" fmla="*/ 12051789 w 12051789"/>
                  <a:gd name="connsiteY14" fmla="*/ 406271 h 406271"/>
                  <a:gd name="connsiteX15" fmla="*/ 0 w 12051789"/>
                  <a:gd name="connsiteY15" fmla="*/ 406271 h 406271"/>
                  <a:gd name="connsiteX16" fmla="*/ 0 w 12051789"/>
                  <a:gd name="connsiteY16" fmla="*/ 397574 h 406271"/>
                  <a:gd name="connsiteX17" fmla="*/ 0 w 12051789"/>
                  <a:gd name="connsiteY17" fmla="*/ 393847 h 406271"/>
                  <a:gd name="connsiteX18" fmla="*/ 0 w 12051789"/>
                  <a:gd name="connsiteY18" fmla="*/ 218666 h 406271"/>
                  <a:gd name="connsiteX19" fmla="*/ 61037 w 12051789"/>
                  <a:gd name="connsiteY19" fmla="*/ 63363 h 406271"/>
                  <a:gd name="connsiteX20" fmla="*/ 208026 w 12051789"/>
                  <a:gd name="connsiteY20" fmla="*/ 0 h 406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2051789" h="406271">
                    <a:moveTo>
                      <a:pt x="208023" y="14954"/>
                    </a:moveTo>
                    <a:cubicBezTo>
                      <a:pt x="155706" y="14954"/>
                      <a:pt x="107125" y="36070"/>
                      <a:pt x="71000" y="74576"/>
                    </a:cubicBezTo>
                    <a:cubicBezTo>
                      <a:pt x="33631" y="113081"/>
                      <a:pt x="13700" y="164008"/>
                      <a:pt x="13700" y="218661"/>
                    </a:cubicBezTo>
                    <a:lnTo>
                      <a:pt x="13700" y="391315"/>
                    </a:lnTo>
                    <a:lnTo>
                      <a:pt x="12038083" y="391315"/>
                    </a:lnTo>
                    <a:lnTo>
                      <a:pt x="12038083" y="218661"/>
                    </a:lnTo>
                    <a:cubicBezTo>
                      <a:pt x="12038083" y="164008"/>
                      <a:pt x="12016907" y="113081"/>
                      <a:pt x="11980783" y="74576"/>
                    </a:cubicBezTo>
                    <a:cubicBezTo>
                      <a:pt x="11944657" y="36070"/>
                      <a:pt x="11896075" y="14954"/>
                      <a:pt x="11843759" y="14954"/>
                    </a:cubicBezTo>
                    <a:close/>
                    <a:moveTo>
                      <a:pt x="208026" y="0"/>
                    </a:moveTo>
                    <a:lnTo>
                      <a:pt x="11843763" y="0"/>
                    </a:lnTo>
                    <a:cubicBezTo>
                      <a:pt x="11898571" y="0"/>
                      <a:pt x="11950891" y="23606"/>
                      <a:pt x="11990751" y="63363"/>
                    </a:cubicBezTo>
                    <a:cubicBezTo>
                      <a:pt x="12030613" y="105606"/>
                      <a:pt x="12051789" y="160272"/>
                      <a:pt x="12051789" y="218666"/>
                    </a:cubicBezTo>
                    <a:lnTo>
                      <a:pt x="12051789" y="393847"/>
                    </a:lnTo>
                    <a:cubicBezTo>
                      <a:pt x="12051789" y="395089"/>
                      <a:pt x="12051789" y="396332"/>
                      <a:pt x="12051789" y="397574"/>
                    </a:cubicBezTo>
                    <a:lnTo>
                      <a:pt x="12051789" y="406271"/>
                    </a:lnTo>
                    <a:lnTo>
                      <a:pt x="0" y="406271"/>
                    </a:lnTo>
                    <a:lnTo>
                      <a:pt x="0" y="397574"/>
                    </a:lnTo>
                    <a:cubicBezTo>
                      <a:pt x="0" y="396332"/>
                      <a:pt x="0" y="395089"/>
                      <a:pt x="0" y="393847"/>
                    </a:cubicBezTo>
                    <a:lnTo>
                      <a:pt x="0" y="218666"/>
                    </a:lnTo>
                    <a:cubicBezTo>
                      <a:pt x="0" y="160272"/>
                      <a:pt x="22422" y="105606"/>
                      <a:pt x="61037" y="63363"/>
                    </a:cubicBezTo>
                    <a:cubicBezTo>
                      <a:pt x="100899" y="23606"/>
                      <a:pt x="151971" y="0"/>
                      <a:pt x="2080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2661EE85-0CE9-E849-B200-DA01412B4BFE}"/>
                  </a:ext>
                </a:extLst>
              </p:cNvPr>
              <p:cNvSpPr/>
              <p:nvPr/>
            </p:nvSpPr>
            <p:spPr>
              <a:xfrm>
                <a:off x="10825930" y="11173692"/>
                <a:ext cx="12039331" cy="2056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665" h="166">
                    <a:moveTo>
                      <a:pt x="0" y="0"/>
                    </a:moveTo>
                    <a:cubicBezTo>
                      <a:pt x="2" y="46"/>
                      <a:pt x="19" y="86"/>
                      <a:pt x="47" y="116"/>
                    </a:cubicBezTo>
                    <a:cubicBezTo>
                      <a:pt x="77" y="147"/>
                      <a:pt x="117" y="166"/>
                      <a:pt x="162" y="166"/>
                    </a:cubicBezTo>
                    <a:lnTo>
                      <a:pt x="4832" y="166"/>
                    </a:lnTo>
                    <a:lnTo>
                      <a:pt x="9503" y="166"/>
                    </a:lnTo>
                    <a:cubicBezTo>
                      <a:pt x="9547" y="166"/>
                      <a:pt x="9588" y="147"/>
                      <a:pt x="9617" y="116"/>
                    </a:cubicBezTo>
                    <a:cubicBezTo>
                      <a:pt x="9645" y="86"/>
                      <a:pt x="9663" y="46"/>
                      <a:pt x="966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D1269C3A-783C-164C-8067-979DF11945E0}"/>
                  </a:ext>
                </a:extLst>
              </p:cNvPr>
              <p:cNvSpPr/>
              <p:nvPr/>
            </p:nvSpPr>
            <p:spPr>
              <a:xfrm>
                <a:off x="10819705" y="11166215"/>
                <a:ext cx="12051789" cy="220583"/>
              </a:xfrm>
              <a:custGeom>
                <a:avLst/>
                <a:gdLst>
                  <a:gd name="connsiteX0" fmla="*/ 13700 w 12051789"/>
                  <a:gd name="connsiteY0" fmla="*/ 14955 h 220583"/>
                  <a:gd name="connsiteX1" fmla="*/ 71000 w 12051789"/>
                  <a:gd name="connsiteY1" fmla="*/ 146197 h 220583"/>
                  <a:gd name="connsiteX2" fmla="*/ 208023 w 12051789"/>
                  <a:gd name="connsiteY2" fmla="*/ 205628 h 220583"/>
                  <a:gd name="connsiteX3" fmla="*/ 11843759 w 12051789"/>
                  <a:gd name="connsiteY3" fmla="*/ 205628 h 220583"/>
                  <a:gd name="connsiteX4" fmla="*/ 11980781 w 12051789"/>
                  <a:gd name="connsiteY4" fmla="*/ 146197 h 220583"/>
                  <a:gd name="connsiteX5" fmla="*/ 12036835 w 12051789"/>
                  <a:gd name="connsiteY5" fmla="*/ 14955 h 220583"/>
                  <a:gd name="connsiteX6" fmla="*/ 0 w 12051789"/>
                  <a:gd name="connsiteY6" fmla="*/ 0 h 220583"/>
                  <a:gd name="connsiteX7" fmla="*/ 12051789 w 12051789"/>
                  <a:gd name="connsiteY7" fmla="*/ 0 h 220583"/>
                  <a:gd name="connsiteX8" fmla="*/ 12051789 w 12051789"/>
                  <a:gd name="connsiteY8" fmla="*/ 7435 h 220583"/>
                  <a:gd name="connsiteX9" fmla="*/ 11990751 w 12051789"/>
                  <a:gd name="connsiteY9" fmla="*/ 157382 h 220583"/>
                  <a:gd name="connsiteX10" fmla="*/ 11843763 w 12051789"/>
                  <a:gd name="connsiteY10" fmla="*/ 220583 h 220583"/>
                  <a:gd name="connsiteX11" fmla="*/ 208026 w 12051789"/>
                  <a:gd name="connsiteY11" fmla="*/ 220583 h 220583"/>
                  <a:gd name="connsiteX12" fmla="*/ 61037 w 12051789"/>
                  <a:gd name="connsiteY12" fmla="*/ 157382 h 220583"/>
                  <a:gd name="connsiteX13" fmla="*/ 0 w 12051789"/>
                  <a:gd name="connsiteY13" fmla="*/ 7435 h 220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051789" h="220583">
                    <a:moveTo>
                      <a:pt x="13700" y="14955"/>
                    </a:moveTo>
                    <a:cubicBezTo>
                      <a:pt x="16191" y="64480"/>
                      <a:pt x="36122" y="111530"/>
                      <a:pt x="71000" y="146197"/>
                    </a:cubicBezTo>
                    <a:cubicBezTo>
                      <a:pt x="107125" y="184580"/>
                      <a:pt x="155706" y="205628"/>
                      <a:pt x="208023" y="205628"/>
                    </a:cubicBezTo>
                    <a:lnTo>
                      <a:pt x="11843759" y="205628"/>
                    </a:lnTo>
                    <a:cubicBezTo>
                      <a:pt x="11896075" y="205628"/>
                      <a:pt x="11944657" y="184580"/>
                      <a:pt x="11980781" y="146197"/>
                    </a:cubicBezTo>
                    <a:cubicBezTo>
                      <a:pt x="12015659" y="111530"/>
                      <a:pt x="12034345" y="64480"/>
                      <a:pt x="12036835" y="14955"/>
                    </a:cubicBezTo>
                    <a:close/>
                    <a:moveTo>
                      <a:pt x="0" y="0"/>
                    </a:moveTo>
                    <a:lnTo>
                      <a:pt x="12051789" y="0"/>
                    </a:lnTo>
                    <a:lnTo>
                      <a:pt x="12051789" y="7435"/>
                    </a:lnTo>
                    <a:cubicBezTo>
                      <a:pt x="12050543" y="64440"/>
                      <a:pt x="12028121" y="116488"/>
                      <a:pt x="11990751" y="157382"/>
                    </a:cubicBezTo>
                    <a:cubicBezTo>
                      <a:pt x="11950891" y="198277"/>
                      <a:pt x="11898571" y="220583"/>
                      <a:pt x="11843763" y="220583"/>
                    </a:cubicBezTo>
                    <a:lnTo>
                      <a:pt x="208026" y="220583"/>
                    </a:lnTo>
                    <a:cubicBezTo>
                      <a:pt x="151971" y="220583"/>
                      <a:pt x="100899" y="198277"/>
                      <a:pt x="61037" y="157382"/>
                    </a:cubicBezTo>
                    <a:cubicBezTo>
                      <a:pt x="22422" y="116488"/>
                      <a:pt x="1246" y="64440"/>
                      <a:pt x="0" y="743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3" name="Freeform 72">
                <a:extLst>
                  <a:ext uri="{FF2B5EF4-FFF2-40B4-BE49-F238E27FC236}">
                    <a16:creationId xmlns:a16="http://schemas.microsoft.com/office/drawing/2014/main" id="{853F5FCA-37E7-C74D-A14D-C76F958F15A5}"/>
                  </a:ext>
                </a:extLst>
              </p:cNvPr>
              <p:cNvSpPr/>
              <p:nvPr/>
            </p:nvSpPr>
            <p:spPr>
              <a:xfrm>
                <a:off x="10825930" y="11173692"/>
                <a:ext cx="12039331" cy="2056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665" h="166">
                    <a:moveTo>
                      <a:pt x="0" y="0"/>
                    </a:moveTo>
                    <a:cubicBezTo>
                      <a:pt x="2" y="46"/>
                      <a:pt x="19" y="86"/>
                      <a:pt x="47" y="116"/>
                    </a:cubicBezTo>
                    <a:cubicBezTo>
                      <a:pt x="77" y="147"/>
                      <a:pt x="117" y="166"/>
                      <a:pt x="162" y="166"/>
                    </a:cubicBezTo>
                    <a:lnTo>
                      <a:pt x="4832" y="166"/>
                    </a:lnTo>
                    <a:lnTo>
                      <a:pt x="9503" y="166"/>
                    </a:lnTo>
                    <a:cubicBezTo>
                      <a:pt x="9547" y="166"/>
                      <a:pt x="9588" y="147"/>
                      <a:pt x="9617" y="116"/>
                    </a:cubicBezTo>
                    <a:cubicBezTo>
                      <a:pt x="9645" y="86"/>
                      <a:pt x="9663" y="46"/>
                      <a:pt x="9665" y="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0F59346-A3E4-0145-947A-EBCEAF6EC18B}"/>
                </a:ext>
              </a:extLst>
            </p:cNvPr>
            <p:cNvGrpSpPr/>
            <p:nvPr/>
          </p:nvGrpSpPr>
          <p:grpSpPr>
            <a:xfrm>
              <a:off x="20729978" y="10073126"/>
              <a:ext cx="1893602" cy="714231"/>
              <a:chOff x="20729978" y="10073126"/>
              <a:chExt cx="1893602" cy="714231"/>
            </a:xfrm>
          </p:grpSpPr>
          <p:sp>
            <p:nvSpPr>
              <p:cNvPr id="74" name="Freeform 73">
                <a:extLst>
                  <a:ext uri="{FF2B5EF4-FFF2-40B4-BE49-F238E27FC236}">
                    <a16:creationId xmlns:a16="http://schemas.microsoft.com/office/drawing/2014/main" id="{FA22DF73-3460-B642-ABB7-DFDA4AD93ABC}"/>
                  </a:ext>
                </a:extLst>
              </p:cNvPr>
              <p:cNvSpPr/>
              <p:nvPr/>
            </p:nvSpPr>
            <p:spPr>
              <a:xfrm>
                <a:off x="20876981" y="10080749"/>
                <a:ext cx="1627004" cy="42496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07" h="342">
                    <a:moveTo>
                      <a:pt x="0" y="342"/>
                    </a:moveTo>
                    <a:lnTo>
                      <a:pt x="1284" y="342"/>
                    </a:lnTo>
                    <a:cubicBezTo>
                      <a:pt x="1284" y="342"/>
                      <a:pt x="1317" y="290"/>
                      <a:pt x="1304" y="248"/>
                    </a:cubicBezTo>
                    <a:cubicBezTo>
                      <a:pt x="1285" y="184"/>
                      <a:pt x="1189" y="233"/>
                      <a:pt x="1189" y="233"/>
                    </a:cubicBezTo>
                    <a:cubicBezTo>
                      <a:pt x="1189" y="233"/>
                      <a:pt x="1276" y="60"/>
                      <a:pt x="1204" y="16"/>
                    </a:cubicBezTo>
                    <a:cubicBezTo>
                      <a:pt x="1133" y="-29"/>
                      <a:pt x="1016" y="11"/>
                      <a:pt x="788" y="245"/>
                    </a:cubicBezTo>
                    <a:cubicBezTo>
                      <a:pt x="788" y="245"/>
                      <a:pt x="769" y="43"/>
                      <a:pt x="565" y="241"/>
                    </a:cubicBezTo>
                    <a:cubicBezTo>
                      <a:pt x="565" y="241"/>
                      <a:pt x="643" y="80"/>
                      <a:pt x="578" y="42"/>
                    </a:cubicBezTo>
                    <a:cubicBezTo>
                      <a:pt x="513" y="3"/>
                      <a:pt x="355" y="141"/>
                      <a:pt x="225" y="273"/>
                    </a:cubicBezTo>
                    <a:cubicBezTo>
                      <a:pt x="225" y="273"/>
                      <a:pt x="256" y="171"/>
                      <a:pt x="183" y="179"/>
                    </a:cubicBezTo>
                    <a:cubicBezTo>
                      <a:pt x="88" y="189"/>
                      <a:pt x="0" y="342"/>
                      <a:pt x="0" y="3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6" name="Freeform 335">
                <a:extLst>
                  <a:ext uri="{FF2B5EF4-FFF2-40B4-BE49-F238E27FC236}">
                    <a16:creationId xmlns:a16="http://schemas.microsoft.com/office/drawing/2014/main" id="{50B60B06-F530-574C-86FA-D4441829EF6D}"/>
                  </a:ext>
                </a:extLst>
              </p:cNvPr>
              <p:cNvSpPr/>
              <p:nvPr/>
            </p:nvSpPr>
            <p:spPr>
              <a:xfrm>
                <a:off x="20869817" y="10073126"/>
                <a:ext cx="1640964" cy="440065"/>
              </a:xfrm>
              <a:custGeom>
                <a:avLst/>
                <a:gdLst>
                  <a:gd name="connsiteX0" fmla="*/ 1442455 w 1640964"/>
                  <a:gd name="connsiteY0" fmla="*/ 14223 h 440065"/>
                  <a:gd name="connsiteX1" fmla="*/ 994319 w 1640964"/>
                  <a:gd name="connsiteY1" fmla="*/ 317016 h 440065"/>
                  <a:gd name="connsiteX2" fmla="*/ 985605 w 1640964"/>
                  <a:gd name="connsiteY2" fmla="*/ 318258 h 440065"/>
                  <a:gd name="connsiteX3" fmla="*/ 981869 w 1640964"/>
                  <a:gd name="connsiteY3" fmla="*/ 312046 h 440065"/>
                  <a:gd name="connsiteX4" fmla="*/ 918383 w 1640964"/>
                  <a:gd name="connsiteY4" fmla="*/ 210164 h 440065"/>
                  <a:gd name="connsiteX5" fmla="*/ 715477 w 1640964"/>
                  <a:gd name="connsiteY5" fmla="*/ 310803 h 440065"/>
                  <a:gd name="connsiteX6" fmla="*/ 706763 w 1640964"/>
                  <a:gd name="connsiteY6" fmla="*/ 312046 h 440065"/>
                  <a:gd name="connsiteX7" fmla="*/ 704273 w 1640964"/>
                  <a:gd name="connsiteY7" fmla="*/ 303348 h 440065"/>
                  <a:gd name="connsiteX8" fmla="*/ 722945 w 1640964"/>
                  <a:gd name="connsiteY8" fmla="*/ 66038 h 440065"/>
                  <a:gd name="connsiteX9" fmla="*/ 292235 w 1640964"/>
                  <a:gd name="connsiteY9" fmla="*/ 351805 h 440065"/>
                  <a:gd name="connsiteX10" fmla="*/ 283523 w 1640964"/>
                  <a:gd name="connsiteY10" fmla="*/ 353047 h 440065"/>
                  <a:gd name="connsiteX11" fmla="*/ 279787 w 1640964"/>
                  <a:gd name="connsiteY11" fmla="*/ 344350 h 440065"/>
                  <a:gd name="connsiteX12" fmla="*/ 276053 w 1640964"/>
                  <a:gd name="connsiteY12" fmla="*/ 248680 h 440065"/>
                  <a:gd name="connsiteX13" fmla="*/ 236219 w 1640964"/>
                  <a:gd name="connsiteY13" fmla="*/ 236255 h 440065"/>
                  <a:gd name="connsiteX14" fmla="*/ 19619 w 1640964"/>
                  <a:gd name="connsiteY14" fmla="*/ 425110 h 440065"/>
                  <a:gd name="connsiteX15" fmla="*/ 1601793 w 1640964"/>
                  <a:gd name="connsiteY15" fmla="*/ 425110 h 440065"/>
                  <a:gd name="connsiteX16" fmla="*/ 1622955 w 1640964"/>
                  <a:gd name="connsiteY16" fmla="*/ 318258 h 440065"/>
                  <a:gd name="connsiteX17" fmla="*/ 1596815 w 1640964"/>
                  <a:gd name="connsiteY17" fmla="*/ 287196 h 440065"/>
                  <a:gd name="connsiteX18" fmla="*/ 1491003 w 1640964"/>
                  <a:gd name="connsiteY18" fmla="*/ 303348 h 440065"/>
                  <a:gd name="connsiteX19" fmla="*/ 1482291 w 1640964"/>
                  <a:gd name="connsiteY19" fmla="*/ 300863 h 440065"/>
                  <a:gd name="connsiteX20" fmla="*/ 1481045 w 1640964"/>
                  <a:gd name="connsiteY20" fmla="*/ 293409 h 440065"/>
                  <a:gd name="connsiteX21" fmla="*/ 1502207 w 1640964"/>
                  <a:gd name="connsiteY21" fmla="*/ 32491 h 440065"/>
                  <a:gd name="connsiteX22" fmla="*/ 1442455 w 1640964"/>
                  <a:gd name="connsiteY22" fmla="*/ 14223 h 440065"/>
                  <a:gd name="connsiteX23" fmla="*/ 1420409 w 1640964"/>
                  <a:gd name="connsiteY23" fmla="*/ 592 h 440065"/>
                  <a:gd name="connsiteX24" fmla="*/ 1509689 w 1640964"/>
                  <a:gd name="connsiteY24" fmla="*/ 21272 h 440065"/>
                  <a:gd name="connsiteX25" fmla="*/ 1502219 w 1640964"/>
                  <a:gd name="connsiteY25" fmla="*/ 282241 h 440065"/>
                  <a:gd name="connsiteX26" fmla="*/ 1603051 w 1640964"/>
                  <a:gd name="connsiteY26" fmla="*/ 273542 h 440065"/>
                  <a:gd name="connsiteX27" fmla="*/ 1636663 w 1640964"/>
                  <a:gd name="connsiteY27" fmla="*/ 314551 h 440065"/>
                  <a:gd name="connsiteX28" fmla="*/ 1611765 w 1640964"/>
                  <a:gd name="connsiteY28" fmla="*/ 436337 h 440065"/>
                  <a:gd name="connsiteX29" fmla="*/ 1605541 w 1640964"/>
                  <a:gd name="connsiteY29" fmla="*/ 440065 h 440065"/>
                  <a:gd name="connsiteX30" fmla="*/ 7159 w 1640964"/>
                  <a:gd name="connsiteY30" fmla="*/ 440065 h 440065"/>
                  <a:gd name="connsiteX31" fmla="*/ 933 w 1640964"/>
                  <a:gd name="connsiteY31" fmla="*/ 436337 h 440065"/>
                  <a:gd name="connsiteX32" fmla="*/ 933 w 1640964"/>
                  <a:gd name="connsiteY32" fmla="*/ 428881 h 440065"/>
                  <a:gd name="connsiteX33" fmla="*/ 234965 w 1640964"/>
                  <a:gd name="connsiteY33" fmla="*/ 222591 h 440065"/>
                  <a:gd name="connsiteX34" fmla="*/ 287249 w 1640964"/>
                  <a:gd name="connsiteY34" fmla="*/ 239989 h 440065"/>
                  <a:gd name="connsiteX35" fmla="*/ 299697 w 1640964"/>
                  <a:gd name="connsiteY35" fmla="*/ 323250 h 440065"/>
                  <a:gd name="connsiteX36" fmla="*/ 730415 w 1640964"/>
                  <a:gd name="connsiteY36" fmla="*/ 52340 h 440065"/>
                  <a:gd name="connsiteX37" fmla="*/ 730415 w 1640964"/>
                  <a:gd name="connsiteY37" fmla="*/ 277270 h 440065"/>
                  <a:gd name="connsiteX38" fmla="*/ 923365 w 1640964"/>
                  <a:gd name="connsiteY38" fmla="*/ 196494 h 440065"/>
                  <a:gd name="connsiteX39" fmla="*/ 994321 w 1640964"/>
                  <a:gd name="connsiteY39" fmla="*/ 297153 h 440065"/>
                  <a:gd name="connsiteX40" fmla="*/ 1420409 w 1640964"/>
                  <a:gd name="connsiteY40" fmla="*/ 592 h 4400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640964" h="440065">
                    <a:moveTo>
                      <a:pt x="1442455" y="14223"/>
                    </a:moveTo>
                    <a:cubicBezTo>
                      <a:pt x="1367299" y="10670"/>
                      <a:pt x="1238927" y="66348"/>
                      <a:pt x="994319" y="317016"/>
                    </a:cubicBezTo>
                    <a:cubicBezTo>
                      <a:pt x="991829" y="319500"/>
                      <a:pt x="989339" y="320743"/>
                      <a:pt x="985605" y="318258"/>
                    </a:cubicBezTo>
                    <a:cubicBezTo>
                      <a:pt x="983115" y="318258"/>
                      <a:pt x="981869" y="315773"/>
                      <a:pt x="981869" y="312046"/>
                    </a:cubicBezTo>
                    <a:cubicBezTo>
                      <a:pt x="981869" y="312046"/>
                      <a:pt x="971911" y="230043"/>
                      <a:pt x="918383" y="210164"/>
                    </a:cubicBezTo>
                    <a:cubicBezTo>
                      <a:pt x="872325" y="192769"/>
                      <a:pt x="801371" y="228800"/>
                      <a:pt x="715477" y="310803"/>
                    </a:cubicBezTo>
                    <a:cubicBezTo>
                      <a:pt x="712987" y="314531"/>
                      <a:pt x="709253" y="314531"/>
                      <a:pt x="706763" y="312046"/>
                    </a:cubicBezTo>
                    <a:cubicBezTo>
                      <a:pt x="703029" y="310803"/>
                      <a:pt x="703029" y="307076"/>
                      <a:pt x="704273" y="303348"/>
                    </a:cubicBezTo>
                    <a:cubicBezTo>
                      <a:pt x="705519" y="300863"/>
                      <a:pt x="796391" y="109524"/>
                      <a:pt x="722945" y="66038"/>
                    </a:cubicBezTo>
                    <a:cubicBezTo>
                      <a:pt x="661949" y="28764"/>
                      <a:pt x="508835" y="131888"/>
                      <a:pt x="292235" y="351805"/>
                    </a:cubicBezTo>
                    <a:cubicBezTo>
                      <a:pt x="289747" y="354289"/>
                      <a:pt x="286011" y="354289"/>
                      <a:pt x="283523" y="353047"/>
                    </a:cubicBezTo>
                    <a:cubicBezTo>
                      <a:pt x="279787" y="351805"/>
                      <a:pt x="278543" y="348077"/>
                      <a:pt x="279787" y="344350"/>
                    </a:cubicBezTo>
                    <a:cubicBezTo>
                      <a:pt x="279787" y="344350"/>
                      <a:pt x="299705" y="277257"/>
                      <a:pt x="276053" y="248680"/>
                    </a:cubicBezTo>
                    <a:cubicBezTo>
                      <a:pt x="267339" y="238740"/>
                      <a:pt x="254891" y="233770"/>
                      <a:pt x="236219" y="236255"/>
                    </a:cubicBezTo>
                    <a:cubicBezTo>
                      <a:pt x="139123" y="247437"/>
                      <a:pt x="44515" y="385351"/>
                      <a:pt x="19619" y="425110"/>
                    </a:cubicBezTo>
                    <a:lnTo>
                      <a:pt x="1601793" y="425110"/>
                    </a:lnTo>
                    <a:cubicBezTo>
                      <a:pt x="1609263" y="411443"/>
                      <a:pt x="1636649" y="360502"/>
                      <a:pt x="1622955" y="318258"/>
                    </a:cubicBezTo>
                    <a:cubicBezTo>
                      <a:pt x="1617977" y="303348"/>
                      <a:pt x="1610507" y="292166"/>
                      <a:pt x="1596815" y="287196"/>
                    </a:cubicBezTo>
                    <a:cubicBezTo>
                      <a:pt x="1558225" y="269802"/>
                      <a:pt x="1491003" y="303348"/>
                      <a:pt x="1491003" y="303348"/>
                    </a:cubicBezTo>
                    <a:cubicBezTo>
                      <a:pt x="1487269" y="304591"/>
                      <a:pt x="1484779" y="303348"/>
                      <a:pt x="1482291" y="300863"/>
                    </a:cubicBezTo>
                    <a:cubicBezTo>
                      <a:pt x="1479801" y="298379"/>
                      <a:pt x="1479801" y="295894"/>
                      <a:pt x="1481045" y="293409"/>
                    </a:cubicBezTo>
                    <a:cubicBezTo>
                      <a:pt x="1481045" y="290924"/>
                      <a:pt x="1584365" y="84675"/>
                      <a:pt x="1502207" y="32491"/>
                    </a:cubicBezTo>
                    <a:cubicBezTo>
                      <a:pt x="1486647" y="23173"/>
                      <a:pt x="1467509" y="15407"/>
                      <a:pt x="1442455" y="14223"/>
                    </a:cubicBezTo>
                    <a:close/>
                    <a:moveTo>
                      <a:pt x="1420409" y="592"/>
                    </a:moveTo>
                    <a:cubicBezTo>
                      <a:pt x="1453981" y="-2184"/>
                      <a:pt x="1483547" y="4806"/>
                      <a:pt x="1509689" y="21272"/>
                    </a:cubicBezTo>
                    <a:cubicBezTo>
                      <a:pt x="1589359" y="69738"/>
                      <a:pt x="1525871" y="228804"/>
                      <a:pt x="1502219" y="282241"/>
                    </a:cubicBezTo>
                    <a:cubicBezTo>
                      <a:pt x="1525871" y="272299"/>
                      <a:pt x="1570685" y="259872"/>
                      <a:pt x="1603051" y="273542"/>
                    </a:cubicBezTo>
                    <a:cubicBezTo>
                      <a:pt x="1620479" y="280998"/>
                      <a:pt x="1631683" y="294668"/>
                      <a:pt x="1636663" y="314551"/>
                    </a:cubicBezTo>
                    <a:cubicBezTo>
                      <a:pt x="1654091" y="369231"/>
                      <a:pt x="1613011" y="433851"/>
                      <a:pt x="1611765" y="436337"/>
                    </a:cubicBezTo>
                    <a:cubicBezTo>
                      <a:pt x="1610521" y="438822"/>
                      <a:pt x="1608031" y="440065"/>
                      <a:pt x="1605541" y="440065"/>
                    </a:cubicBezTo>
                    <a:lnTo>
                      <a:pt x="7159" y="440065"/>
                    </a:lnTo>
                    <a:cubicBezTo>
                      <a:pt x="3423" y="440065"/>
                      <a:pt x="2179" y="438822"/>
                      <a:pt x="933" y="436337"/>
                    </a:cubicBezTo>
                    <a:cubicBezTo>
                      <a:pt x="-311" y="433851"/>
                      <a:pt x="-311" y="430123"/>
                      <a:pt x="933" y="428881"/>
                    </a:cubicBezTo>
                    <a:cubicBezTo>
                      <a:pt x="5913" y="420182"/>
                      <a:pt x="114215" y="235018"/>
                      <a:pt x="234965" y="222591"/>
                    </a:cubicBezTo>
                    <a:cubicBezTo>
                      <a:pt x="258617" y="220106"/>
                      <a:pt x="276045" y="226319"/>
                      <a:pt x="287249" y="239989"/>
                    </a:cubicBezTo>
                    <a:cubicBezTo>
                      <a:pt x="305921" y="262358"/>
                      <a:pt x="303431" y="298396"/>
                      <a:pt x="299697" y="323250"/>
                    </a:cubicBezTo>
                    <a:cubicBezTo>
                      <a:pt x="517545" y="104534"/>
                      <a:pt x="661947" y="12573"/>
                      <a:pt x="730415" y="52340"/>
                    </a:cubicBezTo>
                    <a:cubicBezTo>
                      <a:pt x="795147" y="92106"/>
                      <a:pt x="755311" y="217620"/>
                      <a:pt x="730415" y="277270"/>
                    </a:cubicBezTo>
                    <a:cubicBezTo>
                      <a:pt x="811329" y="206436"/>
                      <a:pt x="876061" y="179096"/>
                      <a:pt x="923365" y="196494"/>
                    </a:cubicBezTo>
                    <a:cubicBezTo>
                      <a:pt x="971915" y="213892"/>
                      <a:pt x="988097" y="269814"/>
                      <a:pt x="994321" y="297153"/>
                    </a:cubicBezTo>
                    <a:cubicBezTo>
                      <a:pt x="1182915" y="105155"/>
                      <a:pt x="1319693" y="8922"/>
                      <a:pt x="1420409" y="59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7" name="Freeform 76">
                <a:extLst>
                  <a:ext uri="{FF2B5EF4-FFF2-40B4-BE49-F238E27FC236}">
                    <a16:creationId xmlns:a16="http://schemas.microsoft.com/office/drawing/2014/main" id="{B08E249D-A46C-D645-851A-73F264BC3ED1}"/>
                  </a:ext>
                </a:extLst>
              </p:cNvPr>
              <p:cNvSpPr/>
              <p:nvPr/>
            </p:nvSpPr>
            <p:spPr>
              <a:xfrm>
                <a:off x="20736207" y="10506959"/>
                <a:ext cx="1879900" cy="11465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10" h="93">
                    <a:moveTo>
                      <a:pt x="1510" y="89"/>
                    </a:moveTo>
                    <a:cubicBezTo>
                      <a:pt x="1510" y="64"/>
                      <a:pt x="1500" y="42"/>
                      <a:pt x="1484" y="26"/>
                    </a:cubicBezTo>
                    <a:cubicBezTo>
                      <a:pt x="1468" y="10"/>
                      <a:pt x="1446" y="0"/>
                      <a:pt x="1421" y="0"/>
                    </a:cubicBezTo>
                    <a:lnTo>
                      <a:pt x="755" y="0"/>
                    </a:lnTo>
                    <a:lnTo>
                      <a:pt x="90" y="0"/>
                    </a:lnTo>
                    <a:cubicBezTo>
                      <a:pt x="64" y="0"/>
                      <a:pt x="42" y="10"/>
                      <a:pt x="27" y="26"/>
                    </a:cubicBezTo>
                    <a:cubicBezTo>
                      <a:pt x="10" y="42"/>
                      <a:pt x="0" y="64"/>
                      <a:pt x="0" y="89"/>
                    </a:cubicBezTo>
                    <a:lnTo>
                      <a:pt x="0" y="93"/>
                    </a:lnTo>
                    <a:lnTo>
                      <a:pt x="1510" y="93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7" name="Freeform 336">
                <a:extLst>
                  <a:ext uri="{FF2B5EF4-FFF2-40B4-BE49-F238E27FC236}">
                    <a16:creationId xmlns:a16="http://schemas.microsoft.com/office/drawing/2014/main" id="{2BC7B4FC-893C-174B-96F3-786BCEE09614}"/>
                  </a:ext>
                </a:extLst>
              </p:cNvPr>
              <p:cNvSpPr/>
              <p:nvPr/>
            </p:nvSpPr>
            <p:spPr>
              <a:xfrm>
                <a:off x="20729978" y="10499482"/>
                <a:ext cx="1893602" cy="129608"/>
              </a:xfrm>
              <a:custGeom>
                <a:avLst/>
                <a:gdLst>
                  <a:gd name="connsiteX0" fmla="*/ 117034 w 1893602"/>
                  <a:gd name="connsiteY0" fmla="*/ 14955 h 129608"/>
                  <a:gd name="connsiteX1" fmla="*/ 43582 w 1893602"/>
                  <a:gd name="connsiteY1" fmla="*/ 44500 h 129608"/>
                  <a:gd name="connsiteX2" fmla="*/ 13702 w 1893602"/>
                  <a:gd name="connsiteY2" fmla="*/ 115900 h 129608"/>
                  <a:gd name="connsiteX3" fmla="*/ 1878654 w 1893602"/>
                  <a:gd name="connsiteY3" fmla="*/ 115900 h 129608"/>
                  <a:gd name="connsiteX4" fmla="*/ 1848774 w 1893602"/>
                  <a:gd name="connsiteY4" fmla="*/ 44500 h 129608"/>
                  <a:gd name="connsiteX5" fmla="*/ 1775322 w 1893602"/>
                  <a:gd name="connsiteY5" fmla="*/ 14955 h 129608"/>
                  <a:gd name="connsiteX6" fmla="*/ 118272 w 1893602"/>
                  <a:gd name="connsiteY6" fmla="*/ 0 h 129608"/>
                  <a:gd name="connsiteX7" fmla="*/ 1775330 w 1893602"/>
                  <a:gd name="connsiteY7" fmla="*/ 0 h 129608"/>
                  <a:gd name="connsiteX8" fmla="*/ 1858744 w 1893602"/>
                  <a:gd name="connsiteY8" fmla="*/ 34562 h 129608"/>
                  <a:gd name="connsiteX9" fmla="*/ 1893602 w 1893602"/>
                  <a:gd name="connsiteY9" fmla="*/ 117264 h 129608"/>
                  <a:gd name="connsiteX10" fmla="*/ 1893602 w 1893602"/>
                  <a:gd name="connsiteY10" fmla="*/ 129608 h 129608"/>
                  <a:gd name="connsiteX11" fmla="*/ 0 w 1893602"/>
                  <a:gd name="connsiteY11" fmla="*/ 129608 h 129608"/>
                  <a:gd name="connsiteX12" fmla="*/ 0 w 1893602"/>
                  <a:gd name="connsiteY12" fmla="*/ 117264 h 129608"/>
                  <a:gd name="connsiteX13" fmla="*/ 33614 w 1893602"/>
                  <a:gd name="connsiteY13" fmla="*/ 34562 h 129608"/>
                  <a:gd name="connsiteX14" fmla="*/ 118272 w 1893602"/>
                  <a:gd name="connsiteY14" fmla="*/ 0 h 129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93602" h="129608">
                    <a:moveTo>
                      <a:pt x="117034" y="14955"/>
                    </a:moveTo>
                    <a:cubicBezTo>
                      <a:pt x="89646" y="14955"/>
                      <a:pt x="63502" y="24803"/>
                      <a:pt x="43582" y="44500"/>
                    </a:cubicBezTo>
                    <a:cubicBezTo>
                      <a:pt x="24908" y="62965"/>
                      <a:pt x="13702" y="88817"/>
                      <a:pt x="13702" y="115900"/>
                    </a:cubicBezTo>
                    <a:lnTo>
                      <a:pt x="1878654" y="115900"/>
                    </a:lnTo>
                    <a:cubicBezTo>
                      <a:pt x="1878654" y="88817"/>
                      <a:pt x="1867448" y="62965"/>
                      <a:pt x="1848774" y="44500"/>
                    </a:cubicBezTo>
                    <a:cubicBezTo>
                      <a:pt x="1828854" y="24803"/>
                      <a:pt x="1802710" y="14955"/>
                      <a:pt x="1775322" y="14955"/>
                    </a:cubicBezTo>
                    <a:close/>
                    <a:moveTo>
                      <a:pt x="118272" y="0"/>
                    </a:moveTo>
                    <a:lnTo>
                      <a:pt x="1775330" y="0"/>
                    </a:lnTo>
                    <a:cubicBezTo>
                      <a:pt x="1806454" y="0"/>
                      <a:pt x="1836334" y="12344"/>
                      <a:pt x="1858744" y="34562"/>
                    </a:cubicBezTo>
                    <a:cubicBezTo>
                      <a:pt x="1881154" y="55546"/>
                      <a:pt x="1893602" y="85171"/>
                      <a:pt x="1893602" y="117264"/>
                    </a:cubicBezTo>
                    <a:lnTo>
                      <a:pt x="1893602" y="129608"/>
                    </a:lnTo>
                    <a:lnTo>
                      <a:pt x="0" y="129608"/>
                    </a:lnTo>
                    <a:lnTo>
                      <a:pt x="0" y="117264"/>
                    </a:lnTo>
                    <a:cubicBezTo>
                      <a:pt x="0" y="85171"/>
                      <a:pt x="12450" y="55546"/>
                      <a:pt x="33614" y="34562"/>
                    </a:cubicBezTo>
                    <a:cubicBezTo>
                      <a:pt x="56024" y="12344"/>
                      <a:pt x="85904" y="0"/>
                      <a:pt x="1182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0" name="Freeform 79">
                <a:extLst>
                  <a:ext uri="{FF2B5EF4-FFF2-40B4-BE49-F238E27FC236}">
                    <a16:creationId xmlns:a16="http://schemas.microsoft.com/office/drawing/2014/main" id="{083589E4-944A-5249-9587-BCC32FB7EB05}"/>
                  </a:ext>
                </a:extLst>
              </p:cNvPr>
              <p:cNvSpPr/>
              <p:nvPr/>
            </p:nvSpPr>
            <p:spPr>
              <a:xfrm>
                <a:off x="20736207" y="10622859"/>
                <a:ext cx="1879900" cy="15702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10" h="127">
                    <a:moveTo>
                      <a:pt x="0" y="0"/>
                    </a:moveTo>
                    <a:lnTo>
                      <a:pt x="0" y="61"/>
                    </a:lnTo>
                    <a:lnTo>
                      <a:pt x="0" y="127"/>
                    </a:lnTo>
                    <a:lnTo>
                      <a:pt x="755" y="127"/>
                    </a:lnTo>
                    <a:lnTo>
                      <a:pt x="1510" y="127"/>
                    </a:lnTo>
                    <a:lnTo>
                      <a:pt x="1510" y="61"/>
                    </a:lnTo>
                    <a:lnTo>
                      <a:pt x="1510" y="0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8" name="Freeform 337">
                <a:extLst>
                  <a:ext uri="{FF2B5EF4-FFF2-40B4-BE49-F238E27FC236}">
                    <a16:creationId xmlns:a16="http://schemas.microsoft.com/office/drawing/2014/main" id="{D2304BD1-975B-7142-8D77-B657B8A3F721}"/>
                  </a:ext>
                </a:extLst>
              </p:cNvPr>
              <p:cNvSpPr/>
              <p:nvPr/>
            </p:nvSpPr>
            <p:spPr>
              <a:xfrm>
                <a:off x="20729978" y="10616624"/>
                <a:ext cx="1893602" cy="170733"/>
              </a:xfrm>
              <a:custGeom>
                <a:avLst/>
                <a:gdLst>
                  <a:gd name="connsiteX0" fmla="*/ 13702 w 1893602"/>
                  <a:gd name="connsiteY0" fmla="*/ 13712 h 170733"/>
                  <a:gd name="connsiteX1" fmla="*/ 13702 w 1893602"/>
                  <a:gd name="connsiteY1" fmla="*/ 155782 h 170733"/>
                  <a:gd name="connsiteX2" fmla="*/ 1878654 w 1893602"/>
                  <a:gd name="connsiteY2" fmla="*/ 155782 h 170733"/>
                  <a:gd name="connsiteX3" fmla="*/ 1878654 w 1893602"/>
                  <a:gd name="connsiteY3" fmla="*/ 13712 h 170733"/>
                  <a:gd name="connsiteX4" fmla="*/ 0 w 1893602"/>
                  <a:gd name="connsiteY4" fmla="*/ 0 h 170733"/>
                  <a:gd name="connsiteX5" fmla="*/ 1893602 w 1893602"/>
                  <a:gd name="connsiteY5" fmla="*/ 0 h 170733"/>
                  <a:gd name="connsiteX6" fmla="*/ 1893602 w 1893602"/>
                  <a:gd name="connsiteY6" fmla="*/ 170733 h 170733"/>
                  <a:gd name="connsiteX7" fmla="*/ 0 w 1893602"/>
                  <a:gd name="connsiteY7" fmla="*/ 170733 h 1707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93602" h="170733">
                    <a:moveTo>
                      <a:pt x="13702" y="13712"/>
                    </a:moveTo>
                    <a:lnTo>
                      <a:pt x="13702" y="155782"/>
                    </a:lnTo>
                    <a:lnTo>
                      <a:pt x="1878654" y="155782"/>
                    </a:lnTo>
                    <a:lnTo>
                      <a:pt x="1878654" y="13712"/>
                    </a:lnTo>
                    <a:close/>
                    <a:moveTo>
                      <a:pt x="0" y="0"/>
                    </a:moveTo>
                    <a:lnTo>
                      <a:pt x="1893602" y="0"/>
                    </a:lnTo>
                    <a:lnTo>
                      <a:pt x="1893602" y="170733"/>
                    </a:lnTo>
                    <a:lnTo>
                      <a:pt x="0" y="170733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E44EC35-6097-1B4B-91E9-A44BB41B5A5D}"/>
                </a:ext>
              </a:extLst>
            </p:cNvPr>
            <p:cNvGrpSpPr/>
            <p:nvPr/>
          </p:nvGrpSpPr>
          <p:grpSpPr>
            <a:xfrm>
              <a:off x="11033055" y="6572324"/>
              <a:ext cx="1843477" cy="4215037"/>
              <a:chOff x="11033055" y="6572324"/>
              <a:chExt cx="1843477" cy="4215037"/>
            </a:xfrm>
          </p:grpSpPr>
          <p:sp>
            <p:nvSpPr>
              <p:cNvPr id="83" name="Freeform 82">
                <a:extLst>
                  <a:ext uri="{FF2B5EF4-FFF2-40B4-BE49-F238E27FC236}">
                    <a16:creationId xmlns:a16="http://schemas.microsoft.com/office/drawing/2014/main" id="{06595B44-187A-9941-B297-89875B08EE92}"/>
                  </a:ext>
                </a:extLst>
              </p:cNvPr>
              <p:cNvSpPr/>
              <p:nvPr/>
            </p:nvSpPr>
            <p:spPr>
              <a:xfrm>
                <a:off x="11670580" y="6580087"/>
                <a:ext cx="1038990" cy="17659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35" h="1418">
                    <a:moveTo>
                      <a:pt x="646" y="724"/>
                    </a:moveTo>
                    <a:cubicBezTo>
                      <a:pt x="116" y="1323"/>
                      <a:pt x="177" y="1427"/>
                      <a:pt x="99" y="1417"/>
                    </a:cubicBezTo>
                    <a:cubicBezTo>
                      <a:pt x="21" y="1406"/>
                      <a:pt x="-97" y="863"/>
                      <a:pt x="144" y="383"/>
                    </a:cubicBezTo>
                    <a:cubicBezTo>
                      <a:pt x="293" y="87"/>
                      <a:pt x="567" y="-62"/>
                      <a:pt x="717" y="24"/>
                    </a:cubicBezTo>
                    <a:cubicBezTo>
                      <a:pt x="866" y="112"/>
                      <a:pt x="906" y="430"/>
                      <a:pt x="646" y="72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9" name="Freeform 338">
                <a:extLst>
                  <a:ext uri="{FF2B5EF4-FFF2-40B4-BE49-F238E27FC236}">
                    <a16:creationId xmlns:a16="http://schemas.microsoft.com/office/drawing/2014/main" id="{1885D904-D6A9-2040-B490-1C3D1A30D03B}"/>
                  </a:ext>
                </a:extLst>
              </p:cNvPr>
              <p:cNvSpPr/>
              <p:nvPr/>
            </p:nvSpPr>
            <p:spPr>
              <a:xfrm>
                <a:off x="11661753" y="6572324"/>
                <a:ext cx="1054092" cy="1779901"/>
              </a:xfrm>
              <a:custGeom>
                <a:avLst/>
                <a:gdLst>
                  <a:gd name="connsiteX0" fmla="*/ 777799 w 1054092"/>
                  <a:gd name="connsiteY0" fmla="*/ 15244 h 1779901"/>
                  <a:gd name="connsiteX1" fmla="*/ 674523 w 1054092"/>
                  <a:gd name="connsiteY1" fmla="*/ 31434 h 1779901"/>
                  <a:gd name="connsiteX2" fmla="*/ 194232 w 1054092"/>
                  <a:gd name="connsiteY2" fmla="*/ 488474 h 1779901"/>
                  <a:gd name="connsiteX3" fmla="*/ 92201 w 1054092"/>
                  <a:gd name="connsiteY3" fmla="*/ 1722606 h 1779901"/>
                  <a:gd name="connsiteX4" fmla="*/ 132018 w 1054092"/>
                  <a:gd name="connsiteY4" fmla="*/ 1766193 h 1779901"/>
                  <a:gd name="connsiteX5" fmla="*/ 219118 w 1054092"/>
                  <a:gd name="connsiteY5" fmla="*/ 1681510 h 1779901"/>
                  <a:gd name="connsiteX6" fmla="*/ 806417 w 1054092"/>
                  <a:gd name="connsiteY6" fmla="*/ 905663 h 1779901"/>
                  <a:gd name="connsiteX7" fmla="*/ 1032876 w 1054092"/>
                  <a:gd name="connsiteY7" fmla="*/ 276766 h 1779901"/>
                  <a:gd name="connsiteX8" fmla="*/ 896005 w 1054092"/>
                  <a:gd name="connsiteY8" fmla="*/ 46378 h 1779901"/>
                  <a:gd name="connsiteX9" fmla="*/ 777799 w 1054092"/>
                  <a:gd name="connsiteY9" fmla="*/ 15244 h 1779901"/>
                  <a:gd name="connsiteX10" fmla="*/ 797406 w 1054092"/>
                  <a:gd name="connsiteY10" fmla="*/ 598 h 1779901"/>
                  <a:gd name="connsiteX11" fmla="*/ 903484 w 1054092"/>
                  <a:gd name="connsiteY11" fmla="*/ 31420 h 1779901"/>
                  <a:gd name="connsiteX12" fmla="*/ 1047825 w 1054092"/>
                  <a:gd name="connsiteY12" fmla="*/ 273019 h 1779901"/>
                  <a:gd name="connsiteX13" fmla="*/ 816382 w 1054092"/>
                  <a:gd name="connsiteY13" fmla="*/ 914378 h 1779901"/>
                  <a:gd name="connsiteX14" fmla="*/ 231551 w 1054092"/>
                  <a:gd name="connsiteY14" fmla="*/ 1688990 h 1779901"/>
                  <a:gd name="connsiteX15" fmla="*/ 141960 w 1054092"/>
                  <a:gd name="connsiteY15" fmla="*/ 1779901 h 1779901"/>
                  <a:gd name="connsiteX16" fmla="*/ 129516 w 1054092"/>
                  <a:gd name="connsiteY16" fmla="*/ 1778656 h 1779901"/>
                  <a:gd name="connsiteX17" fmla="*/ 79744 w 1054092"/>
                  <a:gd name="connsiteY17" fmla="*/ 1728842 h 1779901"/>
                  <a:gd name="connsiteX18" fmla="*/ 107 w 1054092"/>
                  <a:gd name="connsiteY18" fmla="*/ 1234435 h 1779901"/>
                  <a:gd name="connsiteX19" fmla="*/ 181778 w 1054092"/>
                  <a:gd name="connsiteY19" fmla="*/ 480994 h 1779901"/>
                  <a:gd name="connsiteX20" fmla="*/ 670796 w 1054092"/>
                  <a:gd name="connsiteY20" fmla="*/ 16476 h 1779901"/>
                  <a:gd name="connsiteX21" fmla="*/ 797406 w 1054092"/>
                  <a:gd name="connsiteY21" fmla="*/ 598 h 17799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54092" h="1779901">
                    <a:moveTo>
                      <a:pt x="777799" y="15244"/>
                    </a:moveTo>
                    <a:cubicBezTo>
                      <a:pt x="745447" y="15244"/>
                      <a:pt x="711852" y="20226"/>
                      <a:pt x="674523" y="31434"/>
                    </a:cubicBezTo>
                    <a:cubicBezTo>
                      <a:pt x="492859" y="86229"/>
                      <a:pt x="308706" y="260576"/>
                      <a:pt x="194232" y="488474"/>
                    </a:cubicBezTo>
                    <a:cubicBezTo>
                      <a:pt x="-50891" y="974157"/>
                      <a:pt x="-2364" y="1542032"/>
                      <a:pt x="92201" y="1722606"/>
                    </a:cubicBezTo>
                    <a:cubicBezTo>
                      <a:pt x="110865" y="1758721"/>
                      <a:pt x="124552" y="1764948"/>
                      <a:pt x="132018" y="1766193"/>
                    </a:cubicBezTo>
                    <a:cubicBezTo>
                      <a:pt x="165614" y="1769929"/>
                      <a:pt x="174324" y="1758721"/>
                      <a:pt x="219118" y="1681510"/>
                    </a:cubicBezTo>
                    <a:cubicBezTo>
                      <a:pt x="282576" y="1573165"/>
                      <a:pt x="414469" y="1347759"/>
                      <a:pt x="806417" y="905663"/>
                    </a:cubicBezTo>
                    <a:cubicBezTo>
                      <a:pt x="979372" y="708899"/>
                      <a:pt x="1063983" y="474775"/>
                      <a:pt x="1032876" y="276766"/>
                    </a:cubicBezTo>
                    <a:cubicBezTo>
                      <a:pt x="1015456" y="170912"/>
                      <a:pt x="965685" y="86229"/>
                      <a:pt x="896005" y="46378"/>
                    </a:cubicBezTo>
                    <a:cubicBezTo>
                      <a:pt x="861165" y="25207"/>
                      <a:pt x="821348" y="15244"/>
                      <a:pt x="777799" y="15244"/>
                    </a:cubicBezTo>
                    <a:close/>
                    <a:moveTo>
                      <a:pt x="797406" y="598"/>
                    </a:moveTo>
                    <a:cubicBezTo>
                      <a:pt x="836602" y="3088"/>
                      <a:pt x="872376" y="13363"/>
                      <a:pt x="903484" y="31420"/>
                    </a:cubicBezTo>
                    <a:cubicBezTo>
                      <a:pt x="976899" y="75008"/>
                      <a:pt x="1029161" y="162183"/>
                      <a:pt x="1047825" y="273019"/>
                    </a:cubicBezTo>
                    <a:cubicBezTo>
                      <a:pt x="1078933" y="474767"/>
                      <a:pt x="993075" y="713876"/>
                      <a:pt x="816382" y="914378"/>
                    </a:cubicBezTo>
                    <a:cubicBezTo>
                      <a:pt x="426909" y="1355234"/>
                      <a:pt x="295011" y="1580644"/>
                      <a:pt x="231551" y="1688990"/>
                    </a:cubicBezTo>
                    <a:cubicBezTo>
                      <a:pt x="191732" y="1754994"/>
                      <a:pt x="176801" y="1779901"/>
                      <a:pt x="141960" y="1779901"/>
                    </a:cubicBezTo>
                    <a:cubicBezTo>
                      <a:pt x="138227" y="1779901"/>
                      <a:pt x="134494" y="1779901"/>
                      <a:pt x="129516" y="1778656"/>
                    </a:cubicBezTo>
                    <a:cubicBezTo>
                      <a:pt x="113340" y="1777410"/>
                      <a:pt x="95920" y="1759975"/>
                      <a:pt x="79744" y="1728842"/>
                    </a:cubicBezTo>
                    <a:cubicBezTo>
                      <a:pt x="38681" y="1649139"/>
                      <a:pt x="-2382" y="1464826"/>
                      <a:pt x="107" y="1234435"/>
                    </a:cubicBezTo>
                    <a:cubicBezTo>
                      <a:pt x="5084" y="1047631"/>
                      <a:pt x="38681" y="764935"/>
                      <a:pt x="181778" y="480994"/>
                    </a:cubicBezTo>
                    <a:cubicBezTo>
                      <a:pt x="297500" y="249358"/>
                      <a:pt x="484148" y="72517"/>
                      <a:pt x="670796" y="16476"/>
                    </a:cubicBezTo>
                    <a:cubicBezTo>
                      <a:pt x="715592" y="3400"/>
                      <a:pt x="758210" y="-1894"/>
                      <a:pt x="797406" y="59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7BA3D3F2-6E03-1946-B1AA-199428A6DDBB}"/>
                  </a:ext>
                </a:extLst>
              </p:cNvPr>
              <p:cNvSpPr/>
              <p:nvPr/>
            </p:nvSpPr>
            <p:spPr>
              <a:xfrm>
                <a:off x="11040210" y="7952189"/>
                <a:ext cx="549394" cy="8736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2" h="702">
                    <a:moveTo>
                      <a:pt x="364" y="210"/>
                    </a:moveTo>
                    <a:cubicBezTo>
                      <a:pt x="421" y="383"/>
                      <a:pt x="477" y="677"/>
                      <a:pt x="415" y="700"/>
                    </a:cubicBezTo>
                    <a:cubicBezTo>
                      <a:pt x="352" y="725"/>
                      <a:pt x="104" y="480"/>
                      <a:pt x="33" y="325"/>
                    </a:cubicBezTo>
                    <a:cubicBezTo>
                      <a:pt x="-39" y="168"/>
                      <a:pt x="17" y="39"/>
                      <a:pt x="109" y="8"/>
                    </a:cubicBezTo>
                    <a:cubicBezTo>
                      <a:pt x="201" y="-24"/>
                      <a:pt x="308" y="38"/>
                      <a:pt x="364" y="21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0" name="Freeform 339">
                <a:extLst>
                  <a:ext uri="{FF2B5EF4-FFF2-40B4-BE49-F238E27FC236}">
                    <a16:creationId xmlns:a16="http://schemas.microsoft.com/office/drawing/2014/main" id="{10CE89B8-F11F-D44D-8AF8-6473DD7DCC30}"/>
                  </a:ext>
                </a:extLst>
              </p:cNvPr>
              <p:cNvSpPr/>
              <p:nvPr/>
            </p:nvSpPr>
            <p:spPr>
              <a:xfrm>
                <a:off x="11033055" y="7944274"/>
                <a:ext cx="564070" cy="889000"/>
              </a:xfrm>
              <a:custGeom>
                <a:avLst/>
                <a:gdLst>
                  <a:gd name="connsiteX0" fmla="*/ 198575 w 564070"/>
                  <a:gd name="connsiteY0" fmla="*/ 15393 h 889000"/>
                  <a:gd name="connsiteX1" fmla="*/ 143888 w 564070"/>
                  <a:gd name="connsiteY1" fmla="*/ 24104 h 889000"/>
                  <a:gd name="connsiteX2" fmla="*/ 34513 w 564070"/>
                  <a:gd name="connsiteY2" fmla="*/ 131125 h 889000"/>
                  <a:gd name="connsiteX3" fmla="*/ 53157 w 564070"/>
                  <a:gd name="connsiteY3" fmla="*/ 408632 h 889000"/>
                  <a:gd name="connsiteX4" fmla="*/ 509299 w 564070"/>
                  <a:gd name="connsiteY4" fmla="*/ 875291 h 889000"/>
                  <a:gd name="connsiteX5" fmla="*/ 517999 w 564070"/>
                  <a:gd name="connsiteY5" fmla="*/ 872802 h 889000"/>
                  <a:gd name="connsiteX6" fmla="*/ 537886 w 564070"/>
                  <a:gd name="connsiteY6" fmla="*/ 643828 h 889000"/>
                  <a:gd name="connsiteX7" fmla="*/ 452126 w 564070"/>
                  <a:gd name="connsiteY7" fmla="*/ 271745 h 889000"/>
                  <a:gd name="connsiteX8" fmla="*/ 279364 w 564070"/>
                  <a:gd name="connsiteY8" fmla="*/ 34060 h 889000"/>
                  <a:gd name="connsiteX9" fmla="*/ 198575 w 564070"/>
                  <a:gd name="connsiteY9" fmla="*/ 15393 h 889000"/>
                  <a:gd name="connsiteX10" fmla="*/ 214416 w 564070"/>
                  <a:gd name="connsiteY10" fmla="*/ 594 h 889000"/>
                  <a:gd name="connsiteX11" fmla="*/ 286824 w 564070"/>
                  <a:gd name="connsiteY11" fmla="*/ 21594 h 889000"/>
                  <a:gd name="connsiteX12" fmla="*/ 467066 w 564070"/>
                  <a:gd name="connsiteY12" fmla="*/ 266758 h 889000"/>
                  <a:gd name="connsiteX13" fmla="*/ 554080 w 564070"/>
                  <a:gd name="connsiteY13" fmla="*/ 642592 h 889000"/>
                  <a:gd name="connsiteX14" fmla="*/ 525489 w 564070"/>
                  <a:gd name="connsiteY14" fmla="*/ 886511 h 889000"/>
                  <a:gd name="connsiteX15" fmla="*/ 510573 w 564070"/>
                  <a:gd name="connsiteY15" fmla="*/ 889000 h 889000"/>
                  <a:gd name="connsiteX16" fmla="*/ 284338 w 564070"/>
                  <a:gd name="connsiteY16" fmla="*/ 734684 h 889000"/>
                  <a:gd name="connsiteX17" fmla="*/ 41944 w 564070"/>
                  <a:gd name="connsiteY17" fmla="*/ 414852 h 889000"/>
                  <a:gd name="connsiteX18" fmla="*/ 22055 w 564070"/>
                  <a:gd name="connsiteY18" fmla="*/ 126131 h 889000"/>
                  <a:gd name="connsiteX19" fmla="*/ 140144 w 564070"/>
                  <a:gd name="connsiteY19" fmla="*/ 10394 h 889000"/>
                  <a:gd name="connsiteX20" fmla="*/ 214416 w 564070"/>
                  <a:gd name="connsiteY20" fmla="*/ 594 h 889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64070" h="889000">
                    <a:moveTo>
                      <a:pt x="198575" y="15393"/>
                    </a:moveTo>
                    <a:cubicBezTo>
                      <a:pt x="181175" y="15393"/>
                      <a:pt x="162531" y="17882"/>
                      <a:pt x="143888" y="24104"/>
                    </a:cubicBezTo>
                    <a:cubicBezTo>
                      <a:pt x="96658" y="41526"/>
                      <a:pt x="56885" y="78859"/>
                      <a:pt x="34513" y="131125"/>
                    </a:cubicBezTo>
                    <a:cubicBezTo>
                      <a:pt x="955" y="210768"/>
                      <a:pt x="7170" y="309078"/>
                      <a:pt x="53157" y="408632"/>
                    </a:cubicBezTo>
                    <a:cubicBezTo>
                      <a:pt x="142645" y="602762"/>
                      <a:pt x="424782" y="875291"/>
                      <a:pt x="509299" y="875291"/>
                    </a:cubicBezTo>
                    <a:cubicBezTo>
                      <a:pt x="511785" y="875291"/>
                      <a:pt x="515514" y="874047"/>
                      <a:pt x="517999" y="872802"/>
                    </a:cubicBezTo>
                    <a:cubicBezTo>
                      <a:pt x="549072" y="861602"/>
                      <a:pt x="556529" y="778226"/>
                      <a:pt x="537886" y="643828"/>
                    </a:cubicBezTo>
                    <a:cubicBezTo>
                      <a:pt x="522971" y="529341"/>
                      <a:pt x="489413" y="386232"/>
                      <a:pt x="452126" y="271745"/>
                    </a:cubicBezTo>
                    <a:cubicBezTo>
                      <a:pt x="413596" y="154769"/>
                      <a:pt x="352694" y="70148"/>
                      <a:pt x="279364" y="34060"/>
                    </a:cubicBezTo>
                    <a:cubicBezTo>
                      <a:pt x="253263" y="21615"/>
                      <a:pt x="227162" y="15393"/>
                      <a:pt x="198575" y="15393"/>
                    </a:cubicBezTo>
                    <a:close/>
                    <a:moveTo>
                      <a:pt x="214416" y="594"/>
                    </a:moveTo>
                    <a:cubicBezTo>
                      <a:pt x="238967" y="2616"/>
                      <a:pt x="263206" y="9772"/>
                      <a:pt x="286824" y="21594"/>
                    </a:cubicBezTo>
                    <a:cubicBezTo>
                      <a:pt x="362650" y="58929"/>
                      <a:pt x="427289" y="147287"/>
                      <a:pt x="467066" y="266758"/>
                    </a:cubicBezTo>
                    <a:cubicBezTo>
                      <a:pt x="504358" y="382495"/>
                      <a:pt x="537920" y="526855"/>
                      <a:pt x="554080" y="642592"/>
                    </a:cubicBezTo>
                    <a:cubicBezTo>
                      <a:pt x="573968" y="789441"/>
                      <a:pt x="564024" y="871577"/>
                      <a:pt x="525489" y="886511"/>
                    </a:cubicBezTo>
                    <a:cubicBezTo>
                      <a:pt x="520517" y="889000"/>
                      <a:pt x="515545" y="889000"/>
                      <a:pt x="510573" y="889000"/>
                    </a:cubicBezTo>
                    <a:cubicBezTo>
                      <a:pt x="445934" y="889000"/>
                      <a:pt x="322873" y="773263"/>
                      <a:pt x="284338" y="734684"/>
                    </a:cubicBezTo>
                    <a:cubicBezTo>
                      <a:pt x="176193" y="627658"/>
                      <a:pt x="82964" y="505699"/>
                      <a:pt x="41944" y="414852"/>
                    </a:cubicBezTo>
                    <a:cubicBezTo>
                      <a:pt x="-6535" y="311559"/>
                      <a:pt x="-12750" y="208267"/>
                      <a:pt x="22055" y="126131"/>
                    </a:cubicBezTo>
                    <a:cubicBezTo>
                      <a:pt x="46916" y="68885"/>
                      <a:pt x="89179" y="27817"/>
                      <a:pt x="140144" y="10394"/>
                    </a:cubicBezTo>
                    <a:cubicBezTo>
                      <a:pt x="165005" y="1683"/>
                      <a:pt x="189866" y="-1429"/>
                      <a:pt x="214416" y="59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7274F02D-1379-214D-9D8D-D7B7C38BADF7}"/>
                  </a:ext>
                </a:extLst>
              </p:cNvPr>
              <p:cNvSpPr/>
              <p:nvPr/>
            </p:nvSpPr>
            <p:spPr>
              <a:xfrm>
                <a:off x="12119062" y="7727868"/>
                <a:ext cx="749967" cy="9633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03" h="774">
                    <a:moveTo>
                      <a:pt x="508" y="444"/>
                    </a:moveTo>
                    <a:cubicBezTo>
                      <a:pt x="375" y="642"/>
                      <a:pt x="76" y="804"/>
                      <a:pt x="25" y="769"/>
                    </a:cubicBezTo>
                    <a:cubicBezTo>
                      <a:pt x="-27" y="734"/>
                      <a:pt x="0" y="388"/>
                      <a:pt x="133" y="191"/>
                    </a:cubicBezTo>
                    <a:cubicBezTo>
                      <a:pt x="266" y="-7"/>
                      <a:pt x="415" y="-36"/>
                      <a:pt x="519" y="34"/>
                    </a:cubicBezTo>
                    <a:cubicBezTo>
                      <a:pt x="623" y="104"/>
                      <a:pt x="642" y="247"/>
                      <a:pt x="508" y="44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1" name="Freeform 340">
                <a:extLst>
                  <a:ext uri="{FF2B5EF4-FFF2-40B4-BE49-F238E27FC236}">
                    <a16:creationId xmlns:a16="http://schemas.microsoft.com/office/drawing/2014/main" id="{422DE536-AFEA-6744-8970-B85C6699AB08}"/>
                  </a:ext>
                </a:extLst>
              </p:cNvPr>
              <p:cNvSpPr/>
              <p:nvPr/>
            </p:nvSpPr>
            <p:spPr>
              <a:xfrm>
                <a:off x="12111889" y="7720101"/>
                <a:ext cx="764643" cy="977334"/>
              </a:xfrm>
              <a:custGeom>
                <a:avLst/>
                <a:gdLst>
                  <a:gd name="connsiteX0" fmla="*/ 514608 w 764643"/>
                  <a:gd name="connsiteY0" fmla="*/ 13998 h 977334"/>
                  <a:gd name="connsiteX1" fmla="*/ 177569 w 764643"/>
                  <a:gd name="connsiteY1" fmla="*/ 249227 h 977334"/>
                  <a:gd name="connsiteX2" fmla="*/ 40764 w 764643"/>
                  <a:gd name="connsiteY2" fmla="*/ 958647 h 977334"/>
                  <a:gd name="connsiteX3" fmla="*/ 85537 w 764643"/>
                  <a:gd name="connsiteY3" fmla="*/ 959891 h 977334"/>
                  <a:gd name="connsiteX4" fmla="*/ 632757 w 764643"/>
                  <a:gd name="connsiteY4" fmla="*/ 557887 h 977334"/>
                  <a:gd name="connsiteX5" fmla="*/ 748420 w 764643"/>
                  <a:gd name="connsiteY5" fmla="*/ 245493 h 977334"/>
                  <a:gd name="connsiteX6" fmla="*/ 647682 w 764643"/>
                  <a:gd name="connsiteY6" fmla="*/ 55070 h 977334"/>
                  <a:gd name="connsiteX7" fmla="*/ 514608 w 764643"/>
                  <a:gd name="connsiteY7" fmla="*/ 13998 h 977334"/>
                  <a:gd name="connsiteX8" fmla="*/ 497310 w 764643"/>
                  <a:gd name="connsiteY8" fmla="*/ 577 h 977334"/>
                  <a:gd name="connsiteX9" fmla="*/ 656407 w 764643"/>
                  <a:gd name="connsiteY9" fmla="*/ 43853 h 977334"/>
                  <a:gd name="connsiteX10" fmla="*/ 764615 w 764643"/>
                  <a:gd name="connsiteY10" fmla="*/ 245485 h 977334"/>
                  <a:gd name="connsiteX11" fmla="*/ 645214 w 764643"/>
                  <a:gd name="connsiteY11" fmla="*/ 565358 h 977334"/>
                  <a:gd name="connsiteX12" fmla="*/ 89250 w 764643"/>
                  <a:gd name="connsiteY12" fmla="*/ 974845 h 977334"/>
                  <a:gd name="connsiteX13" fmla="*/ 63131 w 764643"/>
                  <a:gd name="connsiteY13" fmla="*/ 977334 h 977334"/>
                  <a:gd name="connsiteX14" fmla="*/ 33281 w 764643"/>
                  <a:gd name="connsiteY14" fmla="*/ 969866 h 977334"/>
                  <a:gd name="connsiteX15" fmla="*/ 166364 w 764643"/>
                  <a:gd name="connsiteY15" fmla="*/ 241751 h 977334"/>
                  <a:gd name="connsiteX16" fmla="*/ 497310 w 764643"/>
                  <a:gd name="connsiteY16" fmla="*/ 577 h 9773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64643" h="977334">
                    <a:moveTo>
                      <a:pt x="514608" y="13998"/>
                    </a:moveTo>
                    <a:cubicBezTo>
                      <a:pt x="401432" y="13998"/>
                      <a:pt x="282039" y="96142"/>
                      <a:pt x="177569" y="249227"/>
                    </a:cubicBezTo>
                    <a:cubicBezTo>
                      <a:pt x="7185" y="500635"/>
                      <a:pt x="-15202" y="921309"/>
                      <a:pt x="40764" y="958647"/>
                    </a:cubicBezTo>
                    <a:cubicBezTo>
                      <a:pt x="45739" y="962380"/>
                      <a:pt x="58176" y="966114"/>
                      <a:pt x="85537" y="959891"/>
                    </a:cubicBezTo>
                    <a:cubicBezTo>
                      <a:pt x="211149" y="936244"/>
                      <a:pt x="493465" y="763245"/>
                      <a:pt x="632757" y="557887"/>
                    </a:cubicBezTo>
                    <a:cubicBezTo>
                      <a:pt x="711110" y="440895"/>
                      <a:pt x="749664" y="336349"/>
                      <a:pt x="748420" y="245493"/>
                    </a:cubicBezTo>
                    <a:cubicBezTo>
                      <a:pt x="747176" y="164594"/>
                      <a:pt x="712353" y="99875"/>
                      <a:pt x="647682" y="55070"/>
                    </a:cubicBezTo>
                    <a:cubicBezTo>
                      <a:pt x="605396" y="27689"/>
                      <a:pt x="560624" y="13998"/>
                      <a:pt x="514608" y="13998"/>
                    </a:cubicBezTo>
                    <a:close/>
                    <a:moveTo>
                      <a:pt x="497310" y="577"/>
                    </a:moveTo>
                    <a:cubicBezTo>
                      <a:pt x="557645" y="-3464"/>
                      <a:pt x="612098" y="13981"/>
                      <a:pt x="656407" y="43853"/>
                    </a:cubicBezTo>
                    <a:cubicBezTo>
                      <a:pt x="726058" y="89904"/>
                      <a:pt x="763371" y="159604"/>
                      <a:pt x="764615" y="245485"/>
                    </a:cubicBezTo>
                    <a:cubicBezTo>
                      <a:pt x="765859" y="338833"/>
                      <a:pt x="726058" y="447117"/>
                      <a:pt x="645214" y="565358"/>
                    </a:cubicBezTo>
                    <a:cubicBezTo>
                      <a:pt x="504668" y="774457"/>
                      <a:pt x="217358" y="949952"/>
                      <a:pt x="89250" y="974845"/>
                    </a:cubicBezTo>
                    <a:cubicBezTo>
                      <a:pt x="79300" y="976089"/>
                      <a:pt x="70594" y="977334"/>
                      <a:pt x="63131" y="977334"/>
                    </a:cubicBezTo>
                    <a:cubicBezTo>
                      <a:pt x="49450" y="977334"/>
                      <a:pt x="40743" y="974845"/>
                      <a:pt x="33281" y="969866"/>
                    </a:cubicBezTo>
                    <a:cubicBezTo>
                      <a:pt x="-35126" y="925059"/>
                      <a:pt x="-1545" y="490679"/>
                      <a:pt x="166364" y="241751"/>
                    </a:cubicBezTo>
                    <a:cubicBezTo>
                      <a:pt x="279857" y="73724"/>
                      <a:pt x="396752" y="7311"/>
                      <a:pt x="497310" y="5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2" name="Freeform 91">
                <a:extLst>
                  <a:ext uri="{FF2B5EF4-FFF2-40B4-BE49-F238E27FC236}">
                    <a16:creationId xmlns:a16="http://schemas.microsoft.com/office/drawing/2014/main" id="{F7773772-6FD8-CB4B-ADB1-3F05D1AB56BD}"/>
                  </a:ext>
                </a:extLst>
              </p:cNvPr>
              <p:cNvSpPr/>
              <p:nvPr/>
            </p:nvSpPr>
            <p:spPr>
              <a:xfrm>
                <a:off x="11780210" y="7159587"/>
                <a:ext cx="429798" cy="20974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6" h="1684">
                    <a:moveTo>
                      <a:pt x="72" y="1684"/>
                    </a:moveTo>
                    <a:cubicBezTo>
                      <a:pt x="70" y="1684"/>
                      <a:pt x="67" y="1682"/>
                      <a:pt x="67" y="1680"/>
                    </a:cubicBezTo>
                    <a:cubicBezTo>
                      <a:pt x="66" y="1678"/>
                      <a:pt x="0" y="1474"/>
                      <a:pt x="0" y="1167"/>
                    </a:cubicBezTo>
                    <a:cubicBezTo>
                      <a:pt x="1" y="884"/>
                      <a:pt x="59" y="452"/>
                      <a:pt x="335" y="3"/>
                    </a:cubicBezTo>
                    <a:cubicBezTo>
                      <a:pt x="337" y="0"/>
                      <a:pt x="341" y="-1"/>
                      <a:pt x="343" y="1"/>
                    </a:cubicBezTo>
                    <a:cubicBezTo>
                      <a:pt x="346" y="3"/>
                      <a:pt x="347" y="6"/>
                      <a:pt x="346" y="9"/>
                    </a:cubicBezTo>
                    <a:cubicBezTo>
                      <a:pt x="70" y="456"/>
                      <a:pt x="12" y="886"/>
                      <a:pt x="12" y="1167"/>
                    </a:cubicBezTo>
                    <a:cubicBezTo>
                      <a:pt x="12" y="1472"/>
                      <a:pt x="77" y="1674"/>
                      <a:pt x="78" y="1676"/>
                    </a:cubicBezTo>
                    <a:cubicBezTo>
                      <a:pt x="79" y="1679"/>
                      <a:pt x="77" y="1683"/>
                      <a:pt x="74" y="1684"/>
                    </a:cubicBezTo>
                    <a:cubicBezTo>
                      <a:pt x="73" y="1684"/>
                      <a:pt x="73" y="1684"/>
                      <a:pt x="72" y="168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3" name="Freeform 92">
                <a:extLst>
                  <a:ext uri="{FF2B5EF4-FFF2-40B4-BE49-F238E27FC236}">
                    <a16:creationId xmlns:a16="http://schemas.microsoft.com/office/drawing/2014/main" id="{F2A0EF5A-5E3E-A24C-A27A-F18F4EBA5587}"/>
                  </a:ext>
                </a:extLst>
              </p:cNvPr>
              <p:cNvSpPr/>
              <p:nvPr/>
            </p:nvSpPr>
            <p:spPr>
              <a:xfrm>
                <a:off x="12021894" y="8046903"/>
                <a:ext cx="548148" cy="12100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1" h="972">
                    <a:moveTo>
                      <a:pt x="6" y="972"/>
                    </a:moveTo>
                    <a:cubicBezTo>
                      <a:pt x="3" y="972"/>
                      <a:pt x="0" y="969"/>
                      <a:pt x="0" y="966"/>
                    </a:cubicBezTo>
                    <a:cubicBezTo>
                      <a:pt x="0" y="965"/>
                      <a:pt x="-6" y="843"/>
                      <a:pt x="43" y="664"/>
                    </a:cubicBezTo>
                    <a:cubicBezTo>
                      <a:pt x="89" y="499"/>
                      <a:pt x="194" y="250"/>
                      <a:pt x="431" y="1"/>
                    </a:cubicBezTo>
                    <a:cubicBezTo>
                      <a:pt x="433" y="0"/>
                      <a:pt x="436" y="0"/>
                      <a:pt x="439" y="1"/>
                    </a:cubicBezTo>
                    <a:cubicBezTo>
                      <a:pt x="441" y="3"/>
                      <a:pt x="441" y="7"/>
                      <a:pt x="439" y="9"/>
                    </a:cubicBezTo>
                    <a:cubicBezTo>
                      <a:pt x="204" y="256"/>
                      <a:pt x="100" y="503"/>
                      <a:pt x="55" y="667"/>
                    </a:cubicBezTo>
                    <a:cubicBezTo>
                      <a:pt x="6" y="845"/>
                      <a:pt x="12" y="964"/>
                      <a:pt x="12" y="966"/>
                    </a:cubicBezTo>
                    <a:cubicBezTo>
                      <a:pt x="12" y="969"/>
                      <a:pt x="9" y="972"/>
                      <a:pt x="6" y="97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4" name="Freeform 93">
                <a:extLst>
                  <a:ext uri="{FF2B5EF4-FFF2-40B4-BE49-F238E27FC236}">
                    <a16:creationId xmlns:a16="http://schemas.microsoft.com/office/drawing/2014/main" id="{A3AA9A23-74FA-6A41-AE78-7BE5CF537FF2}"/>
                  </a:ext>
                </a:extLst>
              </p:cNvPr>
              <p:cNvSpPr/>
              <p:nvPr/>
            </p:nvSpPr>
            <p:spPr>
              <a:xfrm>
                <a:off x="11259469" y="8250038"/>
                <a:ext cx="422323" cy="10082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0" h="810">
                    <a:moveTo>
                      <a:pt x="334" y="810"/>
                    </a:moveTo>
                    <a:cubicBezTo>
                      <a:pt x="331" y="810"/>
                      <a:pt x="328" y="808"/>
                      <a:pt x="328" y="805"/>
                    </a:cubicBezTo>
                    <a:cubicBezTo>
                      <a:pt x="328" y="801"/>
                      <a:pt x="276" y="434"/>
                      <a:pt x="1" y="9"/>
                    </a:cubicBezTo>
                    <a:cubicBezTo>
                      <a:pt x="-1" y="6"/>
                      <a:pt x="0" y="3"/>
                      <a:pt x="2" y="1"/>
                    </a:cubicBezTo>
                    <a:cubicBezTo>
                      <a:pt x="6" y="0"/>
                      <a:pt x="9" y="0"/>
                      <a:pt x="10" y="3"/>
                    </a:cubicBezTo>
                    <a:cubicBezTo>
                      <a:pt x="155" y="226"/>
                      <a:pt x="237" y="432"/>
                      <a:pt x="280" y="565"/>
                    </a:cubicBezTo>
                    <a:cubicBezTo>
                      <a:pt x="327" y="709"/>
                      <a:pt x="339" y="802"/>
                      <a:pt x="340" y="803"/>
                    </a:cubicBezTo>
                    <a:cubicBezTo>
                      <a:pt x="340" y="806"/>
                      <a:pt x="338" y="809"/>
                      <a:pt x="334" y="81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5" name="Freeform 94">
                <a:extLst>
                  <a:ext uri="{FF2B5EF4-FFF2-40B4-BE49-F238E27FC236}">
                    <a16:creationId xmlns:a16="http://schemas.microsoft.com/office/drawing/2014/main" id="{A0A21F28-7359-E040-8E5D-FAF3692B1AC5}"/>
                  </a:ext>
                </a:extLst>
              </p:cNvPr>
              <p:cNvSpPr/>
              <p:nvPr/>
            </p:nvSpPr>
            <p:spPr>
              <a:xfrm>
                <a:off x="11278156" y="9528669"/>
                <a:ext cx="1129933" cy="12512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8" h="1005">
                    <a:moveTo>
                      <a:pt x="0" y="1005"/>
                    </a:moveTo>
                    <a:lnTo>
                      <a:pt x="908" y="1005"/>
                    </a:lnTo>
                    <a:lnTo>
                      <a:pt x="90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2" name="Freeform 341">
                <a:extLst>
                  <a:ext uri="{FF2B5EF4-FFF2-40B4-BE49-F238E27FC236}">
                    <a16:creationId xmlns:a16="http://schemas.microsoft.com/office/drawing/2014/main" id="{CCB78120-436C-0144-85DF-B41C8E7DA4D5}"/>
                  </a:ext>
                </a:extLst>
              </p:cNvPr>
              <p:cNvSpPr/>
              <p:nvPr/>
            </p:nvSpPr>
            <p:spPr>
              <a:xfrm>
                <a:off x="11271927" y="9521192"/>
                <a:ext cx="1143637" cy="1266169"/>
              </a:xfrm>
              <a:custGeom>
                <a:avLst/>
                <a:gdLst>
                  <a:gd name="connsiteX0" fmla="*/ 13704 w 1143637"/>
                  <a:gd name="connsiteY0" fmla="*/ 13709 h 1266169"/>
                  <a:gd name="connsiteX1" fmla="*/ 13704 w 1143637"/>
                  <a:gd name="connsiteY1" fmla="*/ 1251215 h 1266169"/>
                  <a:gd name="connsiteX2" fmla="*/ 1128688 w 1143637"/>
                  <a:gd name="connsiteY2" fmla="*/ 1251215 h 1266169"/>
                  <a:gd name="connsiteX3" fmla="*/ 1128688 w 1143637"/>
                  <a:gd name="connsiteY3" fmla="*/ 13709 h 1266169"/>
                  <a:gd name="connsiteX4" fmla="*/ 0 w 1143637"/>
                  <a:gd name="connsiteY4" fmla="*/ 0 h 1266169"/>
                  <a:gd name="connsiteX5" fmla="*/ 1143637 w 1143637"/>
                  <a:gd name="connsiteY5" fmla="*/ 0 h 1266169"/>
                  <a:gd name="connsiteX6" fmla="*/ 1143637 w 1143637"/>
                  <a:gd name="connsiteY6" fmla="*/ 1266169 h 1266169"/>
                  <a:gd name="connsiteX7" fmla="*/ 0 w 1143637"/>
                  <a:gd name="connsiteY7" fmla="*/ 1266169 h 1266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43637" h="1266169">
                    <a:moveTo>
                      <a:pt x="13704" y="13709"/>
                    </a:moveTo>
                    <a:lnTo>
                      <a:pt x="13704" y="1251215"/>
                    </a:lnTo>
                    <a:lnTo>
                      <a:pt x="1128688" y="1251215"/>
                    </a:lnTo>
                    <a:lnTo>
                      <a:pt x="1128688" y="13709"/>
                    </a:lnTo>
                    <a:close/>
                    <a:moveTo>
                      <a:pt x="0" y="0"/>
                    </a:moveTo>
                    <a:lnTo>
                      <a:pt x="1143637" y="0"/>
                    </a:lnTo>
                    <a:lnTo>
                      <a:pt x="1143637" y="1266169"/>
                    </a:lnTo>
                    <a:lnTo>
                      <a:pt x="0" y="1266169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98" name="Freeform 97">
                <a:extLst>
                  <a:ext uri="{FF2B5EF4-FFF2-40B4-BE49-F238E27FC236}">
                    <a16:creationId xmlns:a16="http://schemas.microsoft.com/office/drawing/2014/main" id="{9255F513-8CD9-374C-B569-AE873794378F}"/>
                  </a:ext>
                </a:extLst>
              </p:cNvPr>
              <p:cNvSpPr/>
              <p:nvPr/>
            </p:nvSpPr>
            <p:spPr>
              <a:xfrm>
                <a:off x="11278156" y="9395323"/>
                <a:ext cx="1129933" cy="13210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8" h="107">
                    <a:moveTo>
                      <a:pt x="0" y="107"/>
                    </a:moveTo>
                    <a:lnTo>
                      <a:pt x="908" y="107"/>
                    </a:lnTo>
                    <a:lnTo>
                      <a:pt x="90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3" name="Freeform 342">
                <a:extLst>
                  <a:ext uri="{FF2B5EF4-FFF2-40B4-BE49-F238E27FC236}">
                    <a16:creationId xmlns:a16="http://schemas.microsoft.com/office/drawing/2014/main" id="{709577A6-6420-BA4C-BBCA-2C882633C607}"/>
                  </a:ext>
                </a:extLst>
              </p:cNvPr>
              <p:cNvSpPr/>
              <p:nvPr/>
            </p:nvSpPr>
            <p:spPr>
              <a:xfrm>
                <a:off x="11271927" y="9389092"/>
                <a:ext cx="1143637" cy="144563"/>
              </a:xfrm>
              <a:custGeom>
                <a:avLst/>
                <a:gdLst>
                  <a:gd name="connsiteX0" fmla="*/ 13704 w 1143637"/>
                  <a:gd name="connsiteY0" fmla="*/ 13708 h 144563"/>
                  <a:gd name="connsiteX1" fmla="*/ 13704 w 1143637"/>
                  <a:gd name="connsiteY1" fmla="*/ 130854 h 144563"/>
                  <a:gd name="connsiteX2" fmla="*/ 1128688 w 1143637"/>
                  <a:gd name="connsiteY2" fmla="*/ 130854 h 144563"/>
                  <a:gd name="connsiteX3" fmla="*/ 1128688 w 1143637"/>
                  <a:gd name="connsiteY3" fmla="*/ 13708 h 144563"/>
                  <a:gd name="connsiteX4" fmla="*/ 0 w 1143637"/>
                  <a:gd name="connsiteY4" fmla="*/ 0 h 144563"/>
                  <a:gd name="connsiteX5" fmla="*/ 1143637 w 1143637"/>
                  <a:gd name="connsiteY5" fmla="*/ 0 h 144563"/>
                  <a:gd name="connsiteX6" fmla="*/ 1143637 w 1143637"/>
                  <a:gd name="connsiteY6" fmla="*/ 144563 h 144563"/>
                  <a:gd name="connsiteX7" fmla="*/ 0 w 1143637"/>
                  <a:gd name="connsiteY7" fmla="*/ 144563 h 1445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43637" h="144563">
                    <a:moveTo>
                      <a:pt x="13704" y="13708"/>
                    </a:moveTo>
                    <a:lnTo>
                      <a:pt x="13704" y="130854"/>
                    </a:lnTo>
                    <a:lnTo>
                      <a:pt x="1128688" y="130854"/>
                    </a:lnTo>
                    <a:lnTo>
                      <a:pt x="1128688" y="13708"/>
                    </a:lnTo>
                    <a:close/>
                    <a:moveTo>
                      <a:pt x="0" y="0"/>
                    </a:moveTo>
                    <a:lnTo>
                      <a:pt x="1143637" y="0"/>
                    </a:lnTo>
                    <a:lnTo>
                      <a:pt x="1143637" y="144563"/>
                    </a:lnTo>
                    <a:lnTo>
                      <a:pt x="0" y="144563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1" name="Freeform 100">
                <a:extLst>
                  <a:ext uri="{FF2B5EF4-FFF2-40B4-BE49-F238E27FC236}">
                    <a16:creationId xmlns:a16="http://schemas.microsoft.com/office/drawing/2014/main" id="{D0D9A631-8032-0845-8D48-369260B28D8D}"/>
                  </a:ext>
                </a:extLst>
              </p:cNvPr>
              <p:cNvSpPr/>
              <p:nvPr/>
            </p:nvSpPr>
            <p:spPr>
              <a:xfrm>
                <a:off x="11278156" y="9250760"/>
                <a:ext cx="1129933" cy="1433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8" h="116">
                    <a:moveTo>
                      <a:pt x="854" y="0"/>
                    </a:moveTo>
                    <a:lnTo>
                      <a:pt x="55" y="0"/>
                    </a:lnTo>
                    <a:cubicBezTo>
                      <a:pt x="40" y="0"/>
                      <a:pt x="26" y="6"/>
                      <a:pt x="16" y="15"/>
                    </a:cubicBezTo>
                    <a:cubicBezTo>
                      <a:pt x="6" y="25"/>
                      <a:pt x="0" y="39"/>
                      <a:pt x="0" y="54"/>
                    </a:cubicBezTo>
                    <a:lnTo>
                      <a:pt x="0" y="116"/>
                    </a:lnTo>
                    <a:lnTo>
                      <a:pt x="908" y="116"/>
                    </a:lnTo>
                    <a:lnTo>
                      <a:pt x="908" y="54"/>
                    </a:lnTo>
                    <a:cubicBezTo>
                      <a:pt x="908" y="39"/>
                      <a:pt x="902" y="26"/>
                      <a:pt x="892" y="16"/>
                    </a:cubicBezTo>
                    <a:cubicBezTo>
                      <a:pt x="882" y="6"/>
                      <a:pt x="869" y="0"/>
                      <a:pt x="854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4" name="Freeform 343">
                <a:extLst>
                  <a:ext uri="{FF2B5EF4-FFF2-40B4-BE49-F238E27FC236}">
                    <a16:creationId xmlns:a16="http://schemas.microsoft.com/office/drawing/2014/main" id="{D487B044-BE33-B243-A134-755829D4EE0B}"/>
                  </a:ext>
                </a:extLst>
              </p:cNvPr>
              <p:cNvSpPr/>
              <p:nvPr/>
            </p:nvSpPr>
            <p:spPr>
              <a:xfrm>
                <a:off x="11271927" y="9243283"/>
                <a:ext cx="1143637" cy="158271"/>
              </a:xfrm>
              <a:custGeom>
                <a:avLst/>
                <a:gdLst>
                  <a:gd name="connsiteX0" fmla="*/ 74680 w 1143637"/>
                  <a:gd name="connsiteY0" fmla="*/ 14955 h 158271"/>
                  <a:gd name="connsiteX1" fmla="*/ 32370 w 1143637"/>
                  <a:gd name="connsiteY1" fmla="*/ 31002 h 158271"/>
                  <a:gd name="connsiteX2" fmla="*/ 13704 w 1143637"/>
                  <a:gd name="connsiteY2" fmla="*/ 74204 h 158271"/>
                  <a:gd name="connsiteX3" fmla="*/ 13704 w 1143637"/>
                  <a:gd name="connsiteY3" fmla="*/ 144563 h 158271"/>
                  <a:gd name="connsiteX4" fmla="*/ 1128688 w 1143637"/>
                  <a:gd name="connsiteY4" fmla="*/ 144563 h 158271"/>
                  <a:gd name="connsiteX5" fmla="*/ 1128688 w 1143637"/>
                  <a:gd name="connsiteY5" fmla="*/ 74204 h 158271"/>
                  <a:gd name="connsiteX6" fmla="*/ 1111266 w 1143637"/>
                  <a:gd name="connsiteY6" fmla="*/ 32236 h 158271"/>
                  <a:gd name="connsiteX7" fmla="*/ 1068957 w 1143637"/>
                  <a:gd name="connsiteY7" fmla="*/ 14955 h 158271"/>
                  <a:gd name="connsiteX8" fmla="*/ 74666 w 1143637"/>
                  <a:gd name="connsiteY8" fmla="*/ 0 h 158271"/>
                  <a:gd name="connsiteX9" fmla="*/ 1068971 w 1143637"/>
                  <a:gd name="connsiteY9" fmla="*/ 0 h 158271"/>
                  <a:gd name="connsiteX10" fmla="*/ 1122482 w 1143637"/>
                  <a:gd name="connsiteY10" fmla="*/ 22257 h 158271"/>
                  <a:gd name="connsiteX11" fmla="*/ 1143637 w 1143637"/>
                  <a:gd name="connsiteY11" fmla="*/ 74190 h 158271"/>
                  <a:gd name="connsiteX12" fmla="*/ 1143637 w 1143637"/>
                  <a:gd name="connsiteY12" fmla="*/ 158271 h 158271"/>
                  <a:gd name="connsiteX13" fmla="*/ 0 w 1143637"/>
                  <a:gd name="connsiteY13" fmla="*/ 158271 h 158271"/>
                  <a:gd name="connsiteX14" fmla="*/ 0 w 1143637"/>
                  <a:gd name="connsiteY14" fmla="*/ 74190 h 158271"/>
                  <a:gd name="connsiteX15" fmla="*/ 21155 w 1143637"/>
                  <a:gd name="connsiteY15" fmla="*/ 21020 h 158271"/>
                  <a:gd name="connsiteX16" fmla="*/ 74666 w 1143637"/>
                  <a:gd name="connsiteY16" fmla="*/ 0 h 1582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143637" h="158271">
                    <a:moveTo>
                      <a:pt x="74680" y="14955"/>
                    </a:moveTo>
                    <a:cubicBezTo>
                      <a:pt x="58502" y="14955"/>
                      <a:pt x="43570" y="21127"/>
                      <a:pt x="32370" y="31002"/>
                    </a:cubicBezTo>
                    <a:cubicBezTo>
                      <a:pt x="19926" y="43345"/>
                      <a:pt x="13704" y="58158"/>
                      <a:pt x="13704" y="74204"/>
                    </a:cubicBezTo>
                    <a:lnTo>
                      <a:pt x="13704" y="144563"/>
                    </a:lnTo>
                    <a:lnTo>
                      <a:pt x="1128688" y="144563"/>
                    </a:lnTo>
                    <a:lnTo>
                      <a:pt x="1128688" y="74204"/>
                    </a:lnTo>
                    <a:cubicBezTo>
                      <a:pt x="1128688" y="58158"/>
                      <a:pt x="1122466" y="43345"/>
                      <a:pt x="1111266" y="32236"/>
                    </a:cubicBezTo>
                    <a:cubicBezTo>
                      <a:pt x="1100067" y="21127"/>
                      <a:pt x="1085134" y="14955"/>
                      <a:pt x="1068957" y="14955"/>
                    </a:cubicBezTo>
                    <a:close/>
                    <a:moveTo>
                      <a:pt x="74666" y="0"/>
                    </a:moveTo>
                    <a:lnTo>
                      <a:pt x="1068971" y="0"/>
                    </a:lnTo>
                    <a:cubicBezTo>
                      <a:pt x="1088882" y="0"/>
                      <a:pt x="1107548" y="7419"/>
                      <a:pt x="1122482" y="22257"/>
                    </a:cubicBezTo>
                    <a:cubicBezTo>
                      <a:pt x="1136170" y="35858"/>
                      <a:pt x="1143637" y="54406"/>
                      <a:pt x="1143637" y="74190"/>
                    </a:cubicBezTo>
                    <a:lnTo>
                      <a:pt x="1143637" y="158271"/>
                    </a:lnTo>
                    <a:lnTo>
                      <a:pt x="0" y="158271"/>
                    </a:lnTo>
                    <a:lnTo>
                      <a:pt x="0" y="74190"/>
                    </a:lnTo>
                    <a:cubicBezTo>
                      <a:pt x="0" y="54406"/>
                      <a:pt x="7467" y="34622"/>
                      <a:pt x="21155" y="21020"/>
                    </a:cubicBezTo>
                    <a:cubicBezTo>
                      <a:pt x="36089" y="7419"/>
                      <a:pt x="54755" y="0"/>
                      <a:pt x="746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4" name="Freeform 103">
                <a:extLst>
                  <a:ext uri="{FF2B5EF4-FFF2-40B4-BE49-F238E27FC236}">
                    <a16:creationId xmlns:a16="http://schemas.microsoft.com/office/drawing/2014/main" id="{9AE3D3FF-FBF5-8F41-8951-B29221C416BE}"/>
                  </a:ext>
                </a:extLst>
              </p:cNvPr>
              <p:cNvSpPr/>
              <p:nvPr/>
            </p:nvSpPr>
            <p:spPr>
              <a:xfrm>
                <a:off x="11278156" y="9528669"/>
                <a:ext cx="1129933" cy="12512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8" h="1005">
                    <a:moveTo>
                      <a:pt x="0" y="1005"/>
                    </a:moveTo>
                    <a:lnTo>
                      <a:pt x="908" y="1005"/>
                    </a:lnTo>
                    <a:lnTo>
                      <a:pt x="90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8E74E05-DA97-834C-853F-7AD50E64F219}"/>
                </a:ext>
              </a:extLst>
            </p:cNvPr>
            <p:cNvGrpSpPr/>
            <p:nvPr/>
          </p:nvGrpSpPr>
          <p:grpSpPr>
            <a:xfrm>
              <a:off x="13980743" y="4878988"/>
              <a:ext cx="1821806" cy="2577203"/>
              <a:chOff x="13980743" y="4878988"/>
              <a:chExt cx="1821806" cy="2577203"/>
            </a:xfrm>
          </p:grpSpPr>
          <p:sp>
            <p:nvSpPr>
              <p:cNvPr id="105" name="Freeform 104">
                <a:extLst>
                  <a:ext uri="{FF2B5EF4-FFF2-40B4-BE49-F238E27FC236}">
                    <a16:creationId xmlns:a16="http://schemas.microsoft.com/office/drawing/2014/main" id="{9CDE080B-D6AB-2A4A-BC7D-4F775BE6BF9E}"/>
                  </a:ext>
                </a:extLst>
              </p:cNvPr>
              <p:cNvSpPr/>
              <p:nvPr/>
            </p:nvSpPr>
            <p:spPr>
              <a:xfrm>
                <a:off x="14630581" y="7150864"/>
                <a:ext cx="519495" cy="29784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8" h="240">
                    <a:moveTo>
                      <a:pt x="418" y="120"/>
                    </a:moveTo>
                    <a:cubicBezTo>
                      <a:pt x="418" y="187"/>
                      <a:pt x="324" y="240"/>
                      <a:pt x="209" y="240"/>
                    </a:cubicBezTo>
                    <a:cubicBezTo>
                      <a:pt x="94" y="240"/>
                      <a:pt x="0" y="187"/>
                      <a:pt x="0" y="120"/>
                    </a:cubicBezTo>
                    <a:cubicBezTo>
                      <a:pt x="0" y="54"/>
                      <a:pt x="94" y="0"/>
                      <a:pt x="209" y="0"/>
                    </a:cubicBezTo>
                    <a:cubicBezTo>
                      <a:pt x="324" y="0"/>
                      <a:pt x="418" y="54"/>
                      <a:pt x="418" y="12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5" name="Freeform 344">
                <a:extLst>
                  <a:ext uri="{FF2B5EF4-FFF2-40B4-BE49-F238E27FC236}">
                    <a16:creationId xmlns:a16="http://schemas.microsoft.com/office/drawing/2014/main" id="{8BB352BA-219D-3C4A-A8FE-0C9FB770E611}"/>
                  </a:ext>
                </a:extLst>
              </p:cNvPr>
              <p:cNvSpPr/>
              <p:nvPr/>
            </p:nvSpPr>
            <p:spPr>
              <a:xfrm>
                <a:off x="14624349" y="7143387"/>
                <a:ext cx="531953" cy="312804"/>
              </a:xfrm>
              <a:custGeom>
                <a:avLst/>
                <a:gdLst>
                  <a:gd name="connsiteX0" fmla="*/ 265980 w 531953"/>
                  <a:gd name="connsiteY0" fmla="*/ 14951 h 312804"/>
                  <a:gd name="connsiteX1" fmla="*/ 13707 w 531953"/>
                  <a:gd name="connsiteY1" fmla="*/ 156398 h 312804"/>
                  <a:gd name="connsiteX2" fmla="*/ 265980 w 531953"/>
                  <a:gd name="connsiteY2" fmla="*/ 297845 h 312804"/>
                  <a:gd name="connsiteX3" fmla="*/ 518253 w 531953"/>
                  <a:gd name="connsiteY3" fmla="*/ 156398 h 312804"/>
                  <a:gd name="connsiteX4" fmla="*/ 265980 w 531953"/>
                  <a:gd name="connsiteY4" fmla="*/ 14951 h 312804"/>
                  <a:gd name="connsiteX5" fmla="*/ 265977 w 531953"/>
                  <a:gd name="connsiteY5" fmla="*/ 0 h 312804"/>
                  <a:gd name="connsiteX6" fmla="*/ 531953 w 531953"/>
                  <a:gd name="connsiteY6" fmla="*/ 156402 h 312804"/>
                  <a:gd name="connsiteX7" fmla="*/ 265977 w 531953"/>
                  <a:gd name="connsiteY7" fmla="*/ 312804 h 312804"/>
                  <a:gd name="connsiteX8" fmla="*/ 0 w 531953"/>
                  <a:gd name="connsiteY8" fmla="*/ 156402 h 312804"/>
                  <a:gd name="connsiteX9" fmla="*/ 265977 w 531953"/>
                  <a:gd name="connsiteY9" fmla="*/ 0 h 3128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31953" h="312804">
                    <a:moveTo>
                      <a:pt x="265980" y="14951"/>
                    </a:moveTo>
                    <a:cubicBezTo>
                      <a:pt x="126795" y="14951"/>
                      <a:pt x="13707" y="78230"/>
                      <a:pt x="13707" y="156398"/>
                    </a:cubicBezTo>
                    <a:cubicBezTo>
                      <a:pt x="13707" y="234566"/>
                      <a:pt x="126795" y="297845"/>
                      <a:pt x="265980" y="297845"/>
                    </a:cubicBezTo>
                    <a:cubicBezTo>
                      <a:pt x="405165" y="297845"/>
                      <a:pt x="518253" y="234566"/>
                      <a:pt x="518253" y="156398"/>
                    </a:cubicBezTo>
                    <a:cubicBezTo>
                      <a:pt x="518253" y="78230"/>
                      <a:pt x="405165" y="14951"/>
                      <a:pt x="265980" y="14951"/>
                    </a:cubicBezTo>
                    <a:close/>
                    <a:moveTo>
                      <a:pt x="265977" y="0"/>
                    </a:moveTo>
                    <a:cubicBezTo>
                      <a:pt x="412636" y="0"/>
                      <a:pt x="531953" y="70754"/>
                      <a:pt x="531953" y="156402"/>
                    </a:cubicBezTo>
                    <a:cubicBezTo>
                      <a:pt x="531953" y="242051"/>
                      <a:pt x="412636" y="312804"/>
                      <a:pt x="265977" y="312804"/>
                    </a:cubicBezTo>
                    <a:cubicBezTo>
                      <a:pt x="119317" y="312804"/>
                      <a:pt x="0" y="242051"/>
                      <a:pt x="0" y="156402"/>
                    </a:cubicBezTo>
                    <a:cubicBezTo>
                      <a:pt x="0" y="70754"/>
                      <a:pt x="119317" y="0"/>
                      <a:pt x="2659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08" name="Freeform 107">
                <a:extLst>
                  <a:ext uri="{FF2B5EF4-FFF2-40B4-BE49-F238E27FC236}">
                    <a16:creationId xmlns:a16="http://schemas.microsoft.com/office/drawing/2014/main" id="{480EEBCD-7BE2-4F41-82A5-D7493797D94B}"/>
                  </a:ext>
                </a:extLst>
              </p:cNvPr>
              <p:cNvSpPr/>
              <p:nvPr/>
            </p:nvSpPr>
            <p:spPr>
              <a:xfrm>
                <a:off x="13987753" y="6644895"/>
                <a:ext cx="1806398" cy="6580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51" h="529">
                    <a:moveTo>
                      <a:pt x="1419" y="529"/>
                    </a:moveTo>
                    <a:lnTo>
                      <a:pt x="33" y="529"/>
                    </a:lnTo>
                    <a:cubicBezTo>
                      <a:pt x="21" y="529"/>
                      <a:pt x="11" y="524"/>
                      <a:pt x="6" y="515"/>
                    </a:cubicBezTo>
                    <a:cubicBezTo>
                      <a:pt x="-3" y="502"/>
                      <a:pt x="-2" y="481"/>
                      <a:pt x="15" y="470"/>
                    </a:cubicBezTo>
                    <a:lnTo>
                      <a:pt x="726" y="0"/>
                    </a:lnTo>
                    <a:lnTo>
                      <a:pt x="1437" y="470"/>
                    </a:lnTo>
                    <a:cubicBezTo>
                      <a:pt x="1450" y="479"/>
                      <a:pt x="1454" y="494"/>
                      <a:pt x="1450" y="507"/>
                    </a:cubicBezTo>
                    <a:cubicBezTo>
                      <a:pt x="1447" y="519"/>
                      <a:pt x="1435" y="529"/>
                      <a:pt x="1419" y="52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6" name="Freeform 345">
                <a:extLst>
                  <a:ext uri="{FF2B5EF4-FFF2-40B4-BE49-F238E27FC236}">
                    <a16:creationId xmlns:a16="http://schemas.microsoft.com/office/drawing/2014/main" id="{F18CC2D3-09A1-CA40-9B47-019FD293470C}"/>
                  </a:ext>
                </a:extLst>
              </p:cNvPr>
              <p:cNvSpPr/>
              <p:nvPr/>
            </p:nvSpPr>
            <p:spPr>
              <a:xfrm>
                <a:off x="13980743" y="6636483"/>
                <a:ext cx="1821806" cy="672653"/>
              </a:xfrm>
              <a:custGeom>
                <a:avLst/>
                <a:gdLst>
                  <a:gd name="connsiteX0" fmla="*/ 909581 w 1821806"/>
                  <a:gd name="connsiteY0" fmla="*/ 15890 h 672653"/>
                  <a:gd name="connsiteX1" fmla="*/ 28174 w 1821806"/>
                  <a:gd name="connsiteY1" fmla="*/ 599244 h 672653"/>
                  <a:gd name="connsiteX2" fmla="*/ 13235 w 1821806"/>
                  <a:gd name="connsiteY2" fmla="*/ 620389 h 672653"/>
                  <a:gd name="connsiteX3" fmla="*/ 19460 w 1821806"/>
                  <a:gd name="connsiteY3" fmla="*/ 645265 h 672653"/>
                  <a:gd name="connsiteX4" fmla="*/ 46848 w 1821806"/>
                  <a:gd name="connsiteY4" fmla="*/ 660191 h 672653"/>
                  <a:gd name="connsiteX5" fmla="*/ 1772313 w 1821806"/>
                  <a:gd name="connsiteY5" fmla="*/ 660191 h 672653"/>
                  <a:gd name="connsiteX6" fmla="*/ 1804681 w 1821806"/>
                  <a:gd name="connsiteY6" fmla="*/ 636559 h 672653"/>
                  <a:gd name="connsiteX7" fmla="*/ 1790987 w 1821806"/>
                  <a:gd name="connsiteY7" fmla="*/ 599244 h 672653"/>
                  <a:gd name="connsiteX8" fmla="*/ 907097 w 1821806"/>
                  <a:gd name="connsiteY8" fmla="*/ 933 h 672653"/>
                  <a:gd name="connsiteX9" fmla="*/ 914566 w 1821806"/>
                  <a:gd name="connsiteY9" fmla="*/ 933 h 672653"/>
                  <a:gd name="connsiteX10" fmla="*/ 1800964 w 1821806"/>
                  <a:gd name="connsiteY10" fmla="*/ 586822 h 672653"/>
                  <a:gd name="connsiteX11" fmla="*/ 1819638 w 1821806"/>
                  <a:gd name="connsiteY11" fmla="*/ 639067 h 672653"/>
                  <a:gd name="connsiteX12" fmla="*/ 1773575 w 1821806"/>
                  <a:gd name="connsiteY12" fmla="*/ 672653 h 672653"/>
                  <a:gd name="connsiteX13" fmla="*/ 48088 w 1821806"/>
                  <a:gd name="connsiteY13" fmla="*/ 672653 h 672653"/>
                  <a:gd name="connsiteX14" fmla="*/ 8250 w 1821806"/>
                  <a:gd name="connsiteY14" fmla="*/ 652750 h 672653"/>
                  <a:gd name="connsiteX15" fmla="*/ 780 w 1821806"/>
                  <a:gd name="connsiteY15" fmla="*/ 616677 h 672653"/>
                  <a:gd name="connsiteX16" fmla="*/ 20699 w 1821806"/>
                  <a:gd name="connsiteY16" fmla="*/ 586822 h 672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821806" h="672653">
                    <a:moveTo>
                      <a:pt x="909581" y="15890"/>
                    </a:moveTo>
                    <a:lnTo>
                      <a:pt x="28174" y="599244"/>
                    </a:lnTo>
                    <a:cubicBezTo>
                      <a:pt x="20705" y="604219"/>
                      <a:pt x="15725" y="611682"/>
                      <a:pt x="13235" y="620389"/>
                    </a:cubicBezTo>
                    <a:cubicBezTo>
                      <a:pt x="11990" y="627852"/>
                      <a:pt x="13235" y="637802"/>
                      <a:pt x="19460" y="645265"/>
                    </a:cubicBezTo>
                    <a:cubicBezTo>
                      <a:pt x="25684" y="653972"/>
                      <a:pt x="35644" y="660191"/>
                      <a:pt x="46848" y="660191"/>
                    </a:cubicBezTo>
                    <a:lnTo>
                      <a:pt x="1772313" y="660191"/>
                    </a:lnTo>
                    <a:cubicBezTo>
                      <a:pt x="1790987" y="660191"/>
                      <a:pt x="1800946" y="646509"/>
                      <a:pt x="1804681" y="636559"/>
                    </a:cubicBezTo>
                    <a:cubicBezTo>
                      <a:pt x="1807171" y="625364"/>
                      <a:pt x="1805926" y="609194"/>
                      <a:pt x="1790987" y="599244"/>
                    </a:cubicBezTo>
                    <a:close/>
                    <a:moveTo>
                      <a:pt x="907097" y="933"/>
                    </a:moveTo>
                    <a:cubicBezTo>
                      <a:pt x="909587" y="-311"/>
                      <a:pt x="912076" y="-311"/>
                      <a:pt x="914566" y="933"/>
                    </a:cubicBezTo>
                    <a:lnTo>
                      <a:pt x="1800964" y="586822"/>
                    </a:lnTo>
                    <a:cubicBezTo>
                      <a:pt x="1818393" y="598018"/>
                      <a:pt x="1825863" y="619164"/>
                      <a:pt x="1819638" y="639067"/>
                    </a:cubicBezTo>
                    <a:cubicBezTo>
                      <a:pt x="1813413" y="660214"/>
                      <a:pt x="1794739" y="672653"/>
                      <a:pt x="1773575" y="672653"/>
                    </a:cubicBezTo>
                    <a:lnTo>
                      <a:pt x="48088" y="672653"/>
                    </a:lnTo>
                    <a:cubicBezTo>
                      <a:pt x="30659" y="672653"/>
                      <a:pt x="16964" y="665190"/>
                      <a:pt x="8250" y="652750"/>
                    </a:cubicBezTo>
                    <a:cubicBezTo>
                      <a:pt x="2025" y="641555"/>
                      <a:pt x="-1710" y="627872"/>
                      <a:pt x="780" y="616677"/>
                    </a:cubicBezTo>
                    <a:cubicBezTo>
                      <a:pt x="3270" y="604237"/>
                      <a:pt x="10739" y="593042"/>
                      <a:pt x="20699" y="58682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1" name="Freeform 110">
                <a:extLst>
                  <a:ext uri="{FF2B5EF4-FFF2-40B4-BE49-F238E27FC236}">
                    <a16:creationId xmlns:a16="http://schemas.microsoft.com/office/drawing/2014/main" id="{6D6AB115-7461-0C4B-B674-186064AB0679}"/>
                  </a:ext>
                </a:extLst>
              </p:cNvPr>
              <p:cNvSpPr/>
              <p:nvPr/>
            </p:nvSpPr>
            <p:spPr>
              <a:xfrm>
                <a:off x="14883474" y="4878988"/>
                <a:ext cx="13704" cy="176466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1417">
                    <a:moveTo>
                      <a:pt x="12" y="1417"/>
                    </a:moveTo>
                    <a:lnTo>
                      <a:pt x="0" y="1417"/>
                    </a:lnTo>
                    <a:lnTo>
                      <a:pt x="0" y="0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3C048A8-AD4D-0E4C-8AFB-B928FDFAD500}"/>
                </a:ext>
              </a:extLst>
            </p:cNvPr>
            <p:cNvGrpSpPr/>
            <p:nvPr/>
          </p:nvGrpSpPr>
          <p:grpSpPr>
            <a:xfrm>
              <a:off x="11159668" y="8258762"/>
              <a:ext cx="4047265" cy="2529846"/>
              <a:chOff x="11159668" y="8258762"/>
              <a:chExt cx="4047265" cy="2529846"/>
            </a:xfrm>
          </p:grpSpPr>
          <p:sp>
            <p:nvSpPr>
              <p:cNvPr id="112" name="Freeform 111">
                <a:extLst>
                  <a:ext uri="{FF2B5EF4-FFF2-40B4-BE49-F238E27FC236}">
                    <a16:creationId xmlns:a16="http://schemas.microsoft.com/office/drawing/2014/main" id="{0823ED6B-9766-2245-9BDF-38E89CADB831}"/>
                  </a:ext>
                </a:extLst>
              </p:cNvPr>
              <p:cNvSpPr/>
              <p:nvPr/>
            </p:nvSpPr>
            <p:spPr>
              <a:xfrm>
                <a:off x="13761019" y="8339767"/>
                <a:ext cx="505791" cy="74275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7" h="597">
                    <a:moveTo>
                      <a:pt x="396" y="125"/>
                    </a:moveTo>
                    <a:cubicBezTo>
                      <a:pt x="367" y="32"/>
                      <a:pt x="269" y="-21"/>
                      <a:pt x="176" y="7"/>
                    </a:cubicBezTo>
                    <a:cubicBezTo>
                      <a:pt x="83" y="36"/>
                      <a:pt x="24" y="119"/>
                      <a:pt x="22" y="216"/>
                    </a:cubicBezTo>
                    <a:cubicBezTo>
                      <a:pt x="20" y="274"/>
                      <a:pt x="40" y="325"/>
                      <a:pt x="68" y="366"/>
                    </a:cubicBezTo>
                    <a:lnTo>
                      <a:pt x="0" y="528"/>
                    </a:lnTo>
                    <a:lnTo>
                      <a:pt x="164" y="597"/>
                    </a:lnTo>
                    <a:lnTo>
                      <a:pt x="213" y="475"/>
                    </a:lnTo>
                    <a:cubicBezTo>
                      <a:pt x="241" y="491"/>
                      <a:pt x="294" y="496"/>
                      <a:pt x="323" y="487"/>
                    </a:cubicBezTo>
                    <a:cubicBezTo>
                      <a:pt x="395" y="465"/>
                      <a:pt x="424" y="218"/>
                      <a:pt x="396" y="12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7" name="Freeform 346">
                <a:extLst>
                  <a:ext uri="{FF2B5EF4-FFF2-40B4-BE49-F238E27FC236}">
                    <a16:creationId xmlns:a16="http://schemas.microsoft.com/office/drawing/2014/main" id="{2D66E8B6-50C1-564A-B3D9-FD88337B0C94}"/>
                  </a:ext>
                </a:extLst>
              </p:cNvPr>
              <p:cNvSpPr/>
              <p:nvPr/>
            </p:nvSpPr>
            <p:spPr>
              <a:xfrm>
                <a:off x="13753075" y="8333743"/>
                <a:ext cx="520199" cy="757500"/>
              </a:xfrm>
              <a:custGeom>
                <a:avLst/>
                <a:gdLst>
                  <a:gd name="connsiteX0" fmla="*/ 312602 w 520199"/>
                  <a:gd name="connsiteY0" fmla="*/ 16205 h 757500"/>
                  <a:gd name="connsiteX1" fmla="*/ 229152 w 520199"/>
                  <a:gd name="connsiteY1" fmla="*/ 24700 h 757500"/>
                  <a:gd name="connsiteX2" fmla="*/ 41516 w 520199"/>
                  <a:gd name="connsiteY2" fmla="*/ 276006 h 757500"/>
                  <a:gd name="connsiteX3" fmla="*/ 98677 w 520199"/>
                  <a:gd name="connsiteY3" fmla="*/ 458887 h 757500"/>
                  <a:gd name="connsiteX4" fmla="*/ 99920 w 520199"/>
                  <a:gd name="connsiteY4" fmla="*/ 466352 h 757500"/>
                  <a:gd name="connsiteX5" fmla="*/ 16664 w 520199"/>
                  <a:gd name="connsiteY5" fmla="*/ 660430 h 757500"/>
                  <a:gd name="connsiteX6" fmla="*/ 208028 w 520199"/>
                  <a:gd name="connsiteY6" fmla="*/ 740052 h 757500"/>
                  <a:gd name="connsiteX7" fmla="*/ 265188 w 520199"/>
                  <a:gd name="connsiteY7" fmla="*/ 595737 h 757500"/>
                  <a:gd name="connsiteX8" fmla="*/ 270159 w 520199"/>
                  <a:gd name="connsiteY8" fmla="*/ 592005 h 757500"/>
                  <a:gd name="connsiteX9" fmla="*/ 276372 w 520199"/>
                  <a:gd name="connsiteY9" fmla="*/ 592005 h 757500"/>
                  <a:gd name="connsiteX10" fmla="*/ 408090 w 520199"/>
                  <a:gd name="connsiteY10" fmla="*/ 605690 h 757500"/>
                  <a:gd name="connsiteX11" fmla="*/ 451581 w 520199"/>
                  <a:gd name="connsiteY11" fmla="*/ 560903 h 757500"/>
                  <a:gd name="connsiteX12" fmla="*/ 492588 w 520199"/>
                  <a:gd name="connsiteY12" fmla="*/ 164038 h 757500"/>
                  <a:gd name="connsiteX13" fmla="*/ 312602 w 520199"/>
                  <a:gd name="connsiteY13" fmla="*/ 16205 h 757500"/>
                  <a:gd name="connsiteX14" fmla="*/ 313520 w 520199"/>
                  <a:gd name="connsiteY14" fmla="*/ 1251 h 757500"/>
                  <a:gd name="connsiteX15" fmla="*/ 506293 w 520199"/>
                  <a:gd name="connsiteY15" fmla="*/ 160293 h 757500"/>
                  <a:gd name="connsiteX16" fmla="*/ 464037 w 520199"/>
                  <a:gd name="connsiteY16" fmla="*/ 567140 h 757500"/>
                  <a:gd name="connsiteX17" fmla="*/ 410596 w 520199"/>
                  <a:gd name="connsiteY17" fmla="*/ 620640 h 757500"/>
                  <a:gd name="connsiteX18" fmla="*/ 276372 w 520199"/>
                  <a:gd name="connsiteY18" fmla="*/ 608198 h 757500"/>
                  <a:gd name="connsiteX19" fmla="*/ 217959 w 520199"/>
                  <a:gd name="connsiteY19" fmla="*/ 752523 h 757500"/>
                  <a:gd name="connsiteX20" fmla="*/ 214231 w 520199"/>
                  <a:gd name="connsiteY20" fmla="*/ 757500 h 757500"/>
                  <a:gd name="connsiteX21" fmla="*/ 211745 w 520199"/>
                  <a:gd name="connsiteY21" fmla="*/ 757500 h 757500"/>
                  <a:gd name="connsiteX22" fmla="*/ 209260 w 520199"/>
                  <a:gd name="connsiteY22" fmla="*/ 757500 h 757500"/>
                  <a:gd name="connsiteX23" fmla="*/ 4194 w 520199"/>
                  <a:gd name="connsiteY23" fmla="*/ 670407 h 757500"/>
                  <a:gd name="connsiteX24" fmla="*/ 466 w 520199"/>
                  <a:gd name="connsiteY24" fmla="*/ 660454 h 757500"/>
                  <a:gd name="connsiteX25" fmla="*/ 84978 w 520199"/>
                  <a:gd name="connsiteY25" fmla="*/ 463873 h 757500"/>
                  <a:gd name="connsiteX26" fmla="*/ 27808 w 520199"/>
                  <a:gd name="connsiteY26" fmla="*/ 276001 h 757500"/>
                  <a:gd name="connsiteX27" fmla="*/ 224173 w 520199"/>
                  <a:gd name="connsiteY27" fmla="*/ 9747 h 757500"/>
                  <a:gd name="connsiteX28" fmla="*/ 313520 w 520199"/>
                  <a:gd name="connsiteY28" fmla="*/ 1251 h 757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520199" h="757500">
                    <a:moveTo>
                      <a:pt x="312602" y="16205"/>
                    </a:moveTo>
                    <a:cubicBezTo>
                      <a:pt x="285381" y="13425"/>
                      <a:pt x="257111" y="15991"/>
                      <a:pt x="229152" y="24700"/>
                    </a:cubicBezTo>
                    <a:cubicBezTo>
                      <a:pt x="117316" y="57046"/>
                      <a:pt x="44002" y="156573"/>
                      <a:pt x="41516" y="276006"/>
                    </a:cubicBezTo>
                    <a:cubicBezTo>
                      <a:pt x="41516" y="340699"/>
                      <a:pt x="60156" y="402903"/>
                      <a:pt x="98677" y="458887"/>
                    </a:cubicBezTo>
                    <a:cubicBezTo>
                      <a:pt x="101162" y="461376"/>
                      <a:pt x="101162" y="463864"/>
                      <a:pt x="99920" y="466352"/>
                    </a:cubicBezTo>
                    <a:lnTo>
                      <a:pt x="16664" y="660430"/>
                    </a:lnTo>
                    <a:lnTo>
                      <a:pt x="208028" y="740052"/>
                    </a:lnTo>
                    <a:lnTo>
                      <a:pt x="265188" y="595737"/>
                    </a:lnTo>
                    <a:cubicBezTo>
                      <a:pt x="266431" y="593249"/>
                      <a:pt x="267673" y="592005"/>
                      <a:pt x="270159" y="592005"/>
                    </a:cubicBezTo>
                    <a:cubicBezTo>
                      <a:pt x="271401" y="590761"/>
                      <a:pt x="273887" y="590761"/>
                      <a:pt x="276372" y="592005"/>
                    </a:cubicBezTo>
                    <a:cubicBezTo>
                      <a:pt x="311165" y="611911"/>
                      <a:pt x="374539" y="615643"/>
                      <a:pt x="408090" y="605690"/>
                    </a:cubicBezTo>
                    <a:cubicBezTo>
                      <a:pt x="423001" y="601958"/>
                      <a:pt x="437912" y="585785"/>
                      <a:pt x="451581" y="560903"/>
                    </a:cubicBezTo>
                    <a:cubicBezTo>
                      <a:pt x="503771" y="462620"/>
                      <a:pt x="518683" y="251124"/>
                      <a:pt x="492588" y="164038"/>
                    </a:cubicBezTo>
                    <a:cubicBezTo>
                      <a:pt x="466493" y="80995"/>
                      <a:pt x="394265" y="24544"/>
                      <a:pt x="312602" y="16205"/>
                    </a:cubicBezTo>
                    <a:close/>
                    <a:moveTo>
                      <a:pt x="313520" y="1251"/>
                    </a:moveTo>
                    <a:cubicBezTo>
                      <a:pt x="401197" y="10524"/>
                      <a:pt x="479261" y="70712"/>
                      <a:pt x="506293" y="160293"/>
                    </a:cubicBezTo>
                    <a:cubicBezTo>
                      <a:pt x="534878" y="251118"/>
                      <a:pt x="518721" y="465117"/>
                      <a:pt x="464037" y="567140"/>
                    </a:cubicBezTo>
                    <a:cubicBezTo>
                      <a:pt x="449124" y="595756"/>
                      <a:pt x="430481" y="614419"/>
                      <a:pt x="410596" y="620640"/>
                    </a:cubicBezTo>
                    <a:cubicBezTo>
                      <a:pt x="374554" y="631838"/>
                      <a:pt x="313656" y="625617"/>
                      <a:pt x="276372" y="608198"/>
                    </a:cubicBezTo>
                    <a:lnTo>
                      <a:pt x="217959" y="752523"/>
                    </a:lnTo>
                    <a:cubicBezTo>
                      <a:pt x="217959" y="755012"/>
                      <a:pt x="215474" y="756256"/>
                      <a:pt x="214231" y="757500"/>
                    </a:cubicBezTo>
                    <a:cubicBezTo>
                      <a:pt x="214231" y="757500"/>
                      <a:pt x="212988" y="757500"/>
                      <a:pt x="211745" y="757500"/>
                    </a:cubicBezTo>
                    <a:cubicBezTo>
                      <a:pt x="210502" y="757500"/>
                      <a:pt x="209260" y="757500"/>
                      <a:pt x="209260" y="757500"/>
                    </a:cubicBezTo>
                    <a:lnTo>
                      <a:pt x="4194" y="670407"/>
                    </a:lnTo>
                    <a:cubicBezTo>
                      <a:pt x="466" y="669163"/>
                      <a:pt x="-777" y="664186"/>
                      <a:pt x="466" y="660454"/>
                    </a:cubicBezTo>
                    <a:lnTo>
                      <a:pt x="84978" y="463873"/>
                    </a:lnTo>
                    <a:cubicBezTo>
                      <a:pt x="45207" y="405396"/>
                      <a:pt x="25322" y="341943"/>
                      <a:pt x="27808" y="276001"/>
                    </a:cubicBezTo>
                    <a:cubicBezTo>
                      <a:pt x="30294" y="150339"/>
                      <a:pt x="107348" y="45828"/>
                      <a:pt x="224173" y="9747"/>
                    </a:cubicBezTo>
                    <a:cubicBezTo>
                      <a:pt x="254001" y="726"/>
                      <a:pt x="284295" y="-1840"/>
                      <a:pt x="313520" y="125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5" name="Freeform 114">
                <a:extLst>
                  <a:ext uri="{FF2B5EF4-FFF2-40B4-BE49-F238E27FC236}">
                    <a16:creationId xmlns:a16="http://schemas.microsoft.com/office/drawing/2014/main" id="{94BD53B2-B231-444E-A903-670527233335}"/>
                  </a:ext>
                </a:extLst>
              </p:cNvPr>
              <p:cNvSpPr/>
              <p:nvPr/>
            </p:nvSpPr>
            <p:spPr>
              <a:xfrm>
                <a:off x="13974046" y="8895585"/>
                <a:ext cx="57306" cy="922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7" h="75">
                    <a:moveTo>
                      <a:pt x="44" y="24"/>
                    </a:moveTo>
                    <a:cubicBezTo>
                      <a:pt x="44" y="24"/>
                      <a:pt x="25" y="14"/>
                      <a:pt x="11" y="1"/>
                    </a:cubicBezTo>
                    <a:cubicBezTo>
                      <a:pt x="10" y="0"/>
                      <a:pt x="7" y="-1"/>
                      <a:pt x="6" y="0"/>
                    </a:cubicBezTo>
                    <a:cubicBezTo>
                      <a:pt x="4" y="0"/>
                      <a:pt x="2" y="2"/>
                      <a:pt x="1" y="4"/>
                    </a:cubicBezTo>
                    <a:cubicBezTo>
                      <a:pt x="1" y="6"/>
                      <a:pt x="-7" y="46"/>
                      <a:pt x="21" y="73"/>
                    </a:cubicBezTo>
                    <a:cubicBezTo>
                      <a:pt x="23" y="74"/>
                      <a:pt x="24" y="75"/>
                      <a:pt x="26" y="75"/>
                    </a:cubicBezTo>
                    <a:lnTo>
                      <a:pt x="27" y="75"/>
                    </a:lnTo>
                    <a:cubicBezTo>
                      <a:pt x="29" y="74"/>
                      <a:pt x="30" y="73"/>
                      <a:pt x="31" y="71"/>
                    </a:cubicBezTo>
                    <a:lnTo>
                      <a:pt x="47" y="31"/>
                    </a:lnTo>
                    <a:cubicBezTo>
                      <a:pt x="48" y="28"/>
                      <a:pt x="47" y="25"/>
                      <a:pt x="44" y="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6" name="Freeform 115">
                <a:extLst>
                  <a:ext uri="{FF2B5EF4-FFF2-40B4-BE49-F238E27FC236}">
                    <a16:creationId xmlns:a16="http://schemas.microsoft.com/office/drawing/2014/main" id="{8E3591DA-B4C7-0142-B1BD-34EBECA5517A}"/>
                  </a:ext>
                </a:extLst>
              </p:cNvPr>
              <p:cNvSpPr/>
              <p:nvPr/>
            </p:nvSpPr>
            <p:spPr>
              <a:xfrm>
                <a:off x="13445834" y="8258762"/>
                <a:ext cx="868317" cy="56578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98" h="455">
                    <a:moveTo>
                      <a:pt x="678" y="114"/>
                    </a:moveTo>
                    <a:cubicBezTo>
                      <a:pt x="678" y="106"/>
                      <a:pt x="677" y="77"/>
                      <a:pt x="657" y="61"/>
                    </a:cubicBezTo>
                    <a:cubicBezTo>
                      <a:pt x="644" y="50"/>
                      <a:pt x="627" y="46"/>
                      <a:pt x="604" y="50"/>
                    </a:cubicBezTo>
                    <a:cubicBezTo>
                      <a:pt x="599" y="40"/>
                      <a:pt x="586" y="17"/>
                      <a:pt x="560" y="8"/>
                    </a:cubicBezTo>
                    <a:cubicBezTo>
                      <a:pt x="543" y="2"/>
                      <a:pt x="524" y="4"/>
                      <a:pt x="503" y="14"/>
                    </a:cubicBezTo>
                    <a:cubicBezTo>
                      <a:pt x="494" y="9"/>
                      <a:pt x="466" y="-4"/>
                      <a:pt x="440" y="2"/>
                    </a:cubicBezTo>
                    <a:cubicBezTo>
                      <a:pt x="426" y="6"/>
                      <a:pt x="415" y="14"/>
                      <a:pt x="408" y="27"/>
                    </a:cubicBezTo>
                    <a:cubicBezTo>
                      <a:pt x="395" y="25"/>
                      <a:pt x="360" y="22"/>
                      <a:pt x="334" y="40"/>
                    </a:cubicBezTo>
                    <a:cubicBezTo>
                      <a:pt x="319" y="50"/>
                      <a:pt x="311" y="65"/>
                      <a:pt x="307" y="84"/>
                    </a:cubicBezTo>
                    <a:cubicBezTo>
                      <a:pt x="295" y="86"/>
                      <a:pt x="264" y="93"/>
                      <a:pt x="250" y="121"/>
                    </a:cubicBezTo>
                    <a:cubicBezTo>
                      <a:pt x="243" y="104"/>
                      <a:pt x="230" y="81"/>
                      <a:pt x="206" y="71"/>
                    </a:cubicBezTo>
                    <a:cubicBezTo>
                      <a:pt x="184" y="62"/>
                      <a:pt x="160" y="66"/>
                      <a:pt x="132" y="82"/>
                    </a:cubicBezTo>
                    <a:cubicBezTo>
                      <a:pt x="122" y="82"/>
                      <a:pt x="76" y="81"/>
                      <a:pt x="49" y="110"/>
                    </a:cubicBezTo>
                    <a:cubicBezTo>
                      <a:pt x="33" y="130"/>
                      <a:pt x="28" y="159"/>
                      <a:pt x="36" y="195"/>
                    </a:cubicBezTo>
                    <a:cubicBezTo>
                      <a:pt x="27" y="202"/>
                      <a:pt x="3" y="224"/>
                      <a:pt x="0" y="255"/>
                    </a:cubicBezTo>
                    <a:cubicBezTo>
                      <a:pt x="-2" y="276"/>
                      <a:pt x="5" y="296"/>
                      <a:pt x="23" y="315"/>
                    </a:cubicBezTo>
                    <a:cubicBezTo>
                      <a:pt x="22" y="325"/>
                      <a:pt x="21" y="359"/>
                      <a:pt x="42" y="380"/>
                    </a:cubicBezTo>
                    <a:cubicBezTo>
                      <a:pt x="56" y="394"/>
                      <a:pt x="77" y="398"/>
                      <a:pt x="104" y="394"/>
                    </a:cubicBezTo>
                    <a:cubicBezTo>
                      <a:pt x="113" y="399"/>
                      <a:pt x="160" y="421"/>
                      <a:pt x="195" y="403"/>
                    </a:cubicBezTo>
                    <a:cubicBezTo>
                      <a:pt x="210" y="396"/>
                      <a:pt x="220" y="384"/>
                      <a:pt x="227" y="366"/>
                    </a:cubicBezTo>
                    <a:cubicBezTo>
                      <a:pt x="239" y="397"/>
                      <a:pt x="268" y="455"/>
                      <a:pt x="331" y="455"/>
                    </a:cubicBezTo>
                    <a:lnTo>
                      <a:pt x="332" y="455"/>
                    </a:lnTo>
                    <a:cubicBezTo>
                      <a:pt x="389" y="455"/>
                      <a:pt x="412" y="410"/>
                      <a:pt x="419" y="397"/>
                    </a:cubicBezTo>
                    <a:cubicBezTo>
                      <a:pt x="425" y="381"/>
                      <a:pt x="429" y="361"/>
                      <a:pt x="421" y="352"/>
                    </a:cubicBezTo>
                    <a:cubicBezTo>
                      <a:pt x="418" y="348"/>
                      <a:pt x="413" y="348"/>
                      <a:pt x="408" y="349"/>
                    </a:cubicBezTo>
                    <a:cubicBezTo>
                      <a:pt x="393" y="355"/>
                      <a:pt x="380" y="353"/>
                      <a:pt x="370" y="346"/>
                    </a:cubicBezTo>
                    <a:cubicBezTo>
                      <a:pt x="359" y="338"/>
                      <a:pt x="353" y="321"/>
                      <a:pt x="354" y="303"/>
                    </a:cubicBezTo>
                    <a:cubicBezTo>
                      <a:pt x="356" y="276"/>
                      <a:pt x="386" y="229"/>
                      <a:pt x="420" y="213"/>
                    </a:cubicBezTo>
                    <a:cubicBezTo>
                      <a:pt x="436" y="205"/>
                      <a:pt x="450" y="205"/>
                      <a:pt x="462" y="214"/>
                    </a:cubicBezTo>
                    <a:cubicBezTo>
                      <a:pt x="488" y="232"/>
                      <a:pt x="483" y="252"/>
                      <a:pt x="478" y="269"/>
                    </a:cubicBezTo>
                    <a:cubicBezTo>
                      <a:pt x="475" y="281"/>
                      <a:pt x="472" y="292"/>
                      <a:pt x="482" y="299"/>
                    </a:cubicBezTo>
                    <a:cubicBezTo>
                      <a:pt x="489" y="304"/>
                      <a:pt x="499" y="305"/>
                      <a:pt x="508" y="302"/>
                    </a:cubicBezTo>
                    <a:cubicBezTo>
                      <a:pt x="526" y="295"/>
                      <a:pt x="543" y="275"/>
                      <a:pt x="552" y="249"/>
                    </a:cubicBezTo>
                    <a:cubicBezTo>
                      <a:pt x="568" y="253"/>
                      <a:pt x="614" y="260"/>
                      <a:pt x="633" y="226"/>
                    </a:cubicBezTo>
                    <a:cubicBezTo>
                      <a:pt x="645" y="224"/>
                      <a:pt x="685" y="218"/>
                      <a:pt x="695" y="183"/>
                    </a:cubicBezTo>
                    <a:cubicBezTo>
                      <a:pt x="705" y="148"/>
                      <a:pt x="685" y="122"/>
                      <a:pt x="678" y="11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17" name="Freeform 116">
                <a:extLst>
                  <a:ext uri="{FF2B5EF4-FFF2-40B4-BE49-F238E27FC236}">
                    <a16:creationId xmlns:a16="http://schemas.microsoft.com/office/drawing/2014/main" id="{D190EE3B-8D53-844A-8C2B-4E81B99719ED}"/>
                  </a:ext>
                </a:extLst>
              </p:cNvPr>
              <p:cNvSpPr/>
              <p:nvPr/>
            </p:nvSpPr>
            <p:spPr>
              <a:xfrm>
                <a:off x="13100749" y="9817795"/>
                <a:ext cx="1359159" cy="7190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92" h="578">
                    <a:moveTo>
                      <a:pt x="132" y="0"/>
                    </a:moveTo>
                    <a:cubicBezTo>
                      <a:pt x="132" y="0"/>
                      <a:pt x="-169" y="272"/>
                      <a:pt x="138" y="494"/>
                    </a:cubicBezTo>
                    <a:cubicBezTo>
                      <a:pt x="260" y="582"/>
                      <a:pt x="936" y="662"/>
                      <a:pt x="1058" y="402"/>
                    </a:cubicBezTo>
                    <a:cubicBezTo>
                      <a:pt x="1193" y="114"/>
                      <a:pt x="901" y="24"/>
                      <a:pt x="596" y="98"/>
                    </a:cubicBezTo>
                    <a:cubicBezTo>
                      <a:pt x="584" y="100"/>
                      <a:pt x="132" y="0"/>
                      <a:pt x="132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8" name="Freeform 347">
                <a:extLst>
                  <a:ext uri="{FF2B5EF4-FFF2-40B4-BE49-F238E27FC236}">
                    <a16:creationId xmlns:a16="http://schemas.microsoft.com/office/drawing/2014/main" id="{8B3CF20A-FFBE-9645-9510-CBCFEE120A8E}"/>
                  </a:ext>
                </a:extLst>
              </p:cNvPr>
              <p:cNvSpPr/>
              <p:nvPr/>
            </p:nvSpPr>
            <p:spPr>
              <a:xfrm>
                <a:off x="13092852" y="9811564"/>
                <a:ext cx="1374235" cy="732783"/>
              </a:xfrm>
              <a:custGeom>
                <a:avLst/>
                <a:gdLst>
                  <a:gd name="connsiteX0" fmla="*/ 174686 w 1374235"/>
                  <a:gd name="connsiteY0" fmla="*/ 14954 h 732783"/>
                  <a:gd name="connsiteX1" fmla="*/ 15372 w 1374235"/>
                  <a:gd name="connsiteY1" fmla="*/ 350842 h 732783"/>
                  <a:gd name="connsiteX2" fmla="*/ 183398 w 1374235"/>
                  <a:gd name="connsiteY2" fmla="*/ 615820 h 732783"/>
                  <a:gd name="connsiteX3" fmla="*/ 540610 w 1374235"/>
                  <a:gd name="connsiteY3" fmla="*/ 707878 h 732783"/>
                  <a:gd name="connsiteX4" fmla="*/ 1049667 w 1374235"/>
                  <a:gd name="connsiteY4" fmla="*/ 684241 h 732783"/>
                  <a:gd name="connsiteX5" fmla="*/ 1318509 w 1374235"/>
                  <a:gd name="connsiteY5" fmla="*/ 502613 h 732783"/>
                  <a:gd name="connsiteX6" fmla="*/ 1317265 w 1374235"/>
                  <a:gd name="connsiteY6" fmla="*/ 215243 h 732783"/>
                  <a:gd name="connsiteX7" fmla="*/ 752198 w 1374235"/>
                  <a:gd name="connsiteY7" fmla="*/ 134381 h 732783"/>
                  <a:gd name="connsiteX8" fmla="*/ 174686 w 1374235"/>
                  <a:gd name="connsiteY8" fmla="*/ 14954 h 732783"/>
                  <a:gd name="connsiteX9" fmla="*/ 174672 w 1374235"/>
                  <a:gd name="connsiteY9" fmla="*/ 0 h 732783"/>
                  <a:gd name="connsiteX10" fmla="*/ 748462 w 1374235"/>
                  <a:gd name="connsiteY10" fmla="*/ 120679 h 732783"/>
                  <a:gd name="connsiteX11" fmla="*/ 749706 w 1374235"/>
                  <a:gd name="connsiteY11" fmla="*/ 120679 h 732783"/>
                  <a:gd name="connsiteX12" fmla="*/ 1328474 w 1374235"/>
                  <a:gd name="connsiteY12" fmla="*/ 206523 h 732783"/>
                  <a:gd name="connsiteX13" fmla="*/ 1332208 w 1374235"/>
                  <a:gd name="connsiteY13" fmla="*/ 508843 h 732783"/>
                  <a:gd name="connsiteX14" fmla="*/ 1054649 w 1374235"/>
                  <a:gd name="connsiteY14" fmla="*/ 697948 h 732783"/>
                  <a:gd name="connsiteX15" fmla="*/ 736015 w 1374235"/>
                  <a:gd name="connsiteY15" fmla="*/ 732783 h 732783"/>
                  <a:gd name="connsiteX16" fmla="*/ 174672 w 1374235"/>
                  <a:gd name="connsiteY16" fmla="*/ 627033 h 732783"/>
                  <a:gd name="connsiteX17" fmla="*/ 419 w 1374235"/>
                  <a:gd name="connsiteY17" fmla="*/ 352084 h 732783"/>
                  <a:gd name="connsiteX18" fmla="*/ 167204 w 1374235"/>
                  <a:gd name="connsiteY18" fmla="*/ 1244 h 732783"/>
                  <a:gd name="connsiteX19" fmla="*/ 174672 w 1374235"/>
                  <a:gd name="connsiteY19" fmla="*/ 0 h 732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374235" h="732783">
                    <a:moveTo>
                      <a:pt x="174686" y="14954"/>
                    </a:moveTo>
                    <a:cubicBezTo>
                      <a:pt x="152282" y="36102"/>
                      <a:pt x="5415" y="182898"/>
                      <a:pt x="15372" y="350842"/>
                    </a:cubicBezTo>
                    <a:cubicBezTo>
                      <a:pt x="20351" y="449120"/>
                      <a:pt x="77604" y="538690"/>
                      <a:pt x="183398" y="615820"/>
                    </a:cubicBezTo>
                    <a:cubicBezTo>
                      <a:pt x="236918" y="653140"/>
                      <a:pt x="380051" y="690461"/>
                      <a:pt x="540610" y="707878"/>
                    </a:cubicBezTo>
                    <a:cubicBezTo>
                      <a:pt x="650138" y="719074"/>
                      <a:pt x="862971" y="732758"/>
                      <a:pt x="1049667" y="684241"/>
                    </a:cubicBezTo>
                    <a:cubicBezTo>
                      <a:pt x="1189067" y="648164"/>
                      <a:pt x="1278681" y="587207"/>
                      <a:pt x="1318509" y="502613"/>
                    </a:cubicBezTo>
                    <a:cubicBezTo>
                      <a:pt x="1374518" y="384430"/>
                      <a:pt x="1373273" y="284908"/>
                      <a:pt x="1317265" y="215243"/>
                    </a:cubicBezTo>
                    <a:cubicBezTo>
                      <a:pt x="1226406" y="105768"/>
                      <a:pt x="1004860" y="73423"/>
                      <a:pt x="752198" y="134381"/>
                    </a:cubicBezTo>
                    <a:cubicBezTo>
                      <a:pt x="736018" y="138113"/>
                      <a:pt x="311596" y="44811"/>
                      <a:pt x="174686" y="14954"/>
                    </a:cubicBezTo>
                    <a:close/>
                    <a:moveTo>
                      <a:pt x="174672" y="0"/>
                    </a:moveTo>
                    <a:cubicBezTo>
                      <a:pt x="393733" y="48520"/>
                      <a:pt x="726058" y="120679"/>
                      <a:pt x="748462" y="120679"/>
                    </a:cubicBezTo>
                    <a:lnTo>
                      <a:pt x="749706" y="120679"/>
                    </a:lnTo>
                    <a:cubicBezTo>
                      <a:pt x="1007351" y="58473"/>
                      <a:pt x="1233880" y="92064"/>
                      <a:pt x="1328474" y="206523"/>
                    </a:cubicBezTo>
                    <a:cubicBezTo>
                      <a:pt x="1388218" y="279926"/>
                      <a:pt x="1389463" y="384431"/>
                      <a:pt x="1332208" y="508843"/>
                    </a:cubicBezTo>
                    <a:cubicBezTo>
                      <a:pt x="1289890" y="597175"/>
                      <a:pt x="1196540" y="660624"/>
                      <a:pt x="1054649" y="697948"/>
                    </a:cubicBezTo>
                    <a:cubicBezTo>
                      <a:pt x="957565" y="722830"/>
                      <a:pt x="846790" y="732783"/>
                      <a:pt x="736015" y="732783"/>
                    </a:cubicBezTo>
                    <a:cubicBezTo>
                      <a:pt x="493306" y="732783"/>
                      <a:pt x="254330" y="684263"/>
                      <a:pt x="174672" y="627033"/>
                    </a:cubicBezTo>
                    <a:cubicBezTo>
                      <a:pt x="65141" y="547410"/>
                      <a:pt x="6642" y="455346"/>
                      <a:pt x="419" y="352084"/>
                    </a:cubicBezTo>
                    <a:cubicBezTo>
                      <a:pt x="-9538" y="162979"/>
                      <a:pt x="160981" y="8709"/>
                      <a:pt x="167204" y="1244"/>
                    </a:cubicBezTo>
                    <a:cubicBezTo>
                      <a:pt x="168449" y="0"/>
                      <a:pt x="172182" y="0"/>
                      <a:pt x="1746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0" name="Freeform 119">
                <a:extLst>
                  <a:ext uri="{FF2B5EF4-FFF2-40B4-BE49-F238E27FC236}">
                    <a16:creationId xmlns:a16="http://schemas.microsoft.com/office/drawing/2014/main" id="{D0F89EDD-D188-524E-B6CF-C18C755E9641}"/>
                  </a:ext>
                </a:extLst>
              </p:cNvPr>
              <p:cNvSpPr/>
              <p:nvPr/>
            </p:nvSpPr>
            <p:spPr>
              <a:xfrm>
                <a:off x="13790918" y="10235281"/>
                <a:ext cx="458451" cy="18070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69" h="146">
                    <a:moveTo>
                      <a:pt x="20" y="146"/>
                    </a:moveTo>
                    <a:cubicBezTo>
                      <a:pt x="11" y="146"/>
                      <a:pt x="6" y="146"/>
                      <a:pt x="6" y="146"/>
                    </a:cubicBezTo>
                    <a:cubicBezTo>
                      <a:pt x="3" y="146"/>
                      <a:pt x="0" y="143"/>
                      <a:pt x="0" y="140"/>
                    </a:cubicBezTo>
                    <a:cubicBezTo>
                      <a:pt x="0" y="137"/>
                      <a:pt x="3" y="134"/>
                      <a:pt x="6" y="134"/>
                    </a:cubicBezTo>
                    <a:cubicBezTo>
                      <a:pt x="9" y="134"/>
                      <a:pt x="257" y="145"/>
                      <a:pt x="358" y="3"/>
                    </a:cubicBezTo>
                    <a:cubicBezTo>
                      <a:pt x="360" y="0"/>
                      <a:pt x="363" y="-1"/>
                      <a:pt x="367" y="1"/>
                    </a:cubicBezTo>
                    <a:cubicBezTo>
                      <a:pt x="369" y="3"/>
                      <a:pt x="370" y="6"/>
                      <a:pt x="368" y="10"/>
                    </a:cubicBezTo>
                    <a:cubicBezTo>
                      <a:pt x="313" y="87"/>
                      <a:pt x="217" y="120"/>
                      <a:pt x="146" y="134"/>
                    </a:cubicBezTo>
                    <a:cubicBezTo>
                      <a:pt x="92" y="145"/>
                      <a:pt x="44" y="146"/>
                      <a:pt x="20" y="14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1" name="Freeform 120">
                <a:extLst>
                  <a:ext uri="{FF2B5EF4-FFF2-40B4-BE49-F238E27FC236}">
                    <a16:creationId xmlns:a16="http://schemas.microsoft.com/office/drawing/2014/main" id="{E9A2579C-4815-DE41-AE7D-95C5FDED7A67}"/>
                  </a:ext>
                </a:extLst>
              </p:cNvPr>
              <p:cNvSpPr/>
              <p:nvPr/>
            </p:nvSpPr>
            <p:spPr>
              <a:xfrm>
                <a:off x="13246503" y="8959143"/>
                <a:ext cx="1488721" cy="10518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96" h="845">
                    <a:moveTo>
                      <a:pt x="1150" y="342"/>
                    </a:moveTo>
                    <a:lnTo>
                      <a:pt x="1196" y="512"/>
                    </a:lnTo>
                    <a:cubicBezTo>
                      <a:pt x="1196" y="512"/>
                      <a:pt x="810" y="830"/>
                      <a:pt x="586" y="610"/>
                    </a:cubicBezTo>
                    <a:cubicBezTo>
                      <a:pt x="586" y="610"/>
                      <a:pt x="558" y="822"/>
                      <a:pt x="402" y="842"/>
                    </a:cubicBezTo>
                    <a:cubicBezTo>
                      <a:pt x="178" y="871"/>
                      <a:pt x="-52" y="731"/>
                      <a:pt x="10" y="602"/>
                    </a:cubicBezTo>
                    <a:cubicBezTo>
                      <a:pt x="73" y="472"/>
                      <a:pt x="108" y="436"/>
                      <a:pt x="185" y="214"/>
                    </a:cubicBezTo>
                    <a:cubicBezTo>
                      <a:pt x="235" y="75"/>
                      <a:pt x="338" y="-70"/>
                      <a:pt x="556" y="38"/>
                    </a:cubicBezTo>
                    <a:cubicBezTo>
                      <a:pt x="705" y="112"/>
                      <a:pt x="794" y="449"/>
                      <a:pt x="803" y="465"/>
                    </a:cubicBezTo>
                    <a:cubicBezTo>
                      <a:pt x="810" y="477"/>
                      <a:pt x="1150" y="342"/>
                      <a:pt x="1150" y="342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5E997EAC-46F2-4F46-AA45-6D58D4F644CA}"/>
                  </a:ext>
                </a:extLst>
              </p:cNvPr>
              <p:cNvSpPr/>
              <p:nvPr/>
            </p:nvSpPr>
            <p:spPr>
              <a:xfrm>
                <a:off x="13238756" y="8951867"/>
                <a:ext cx="1503183" cy="1067817"/>
              </a:xfrm>
              <a:custGeom>
                <a:avLst/>
                <a:gdLst>
                  <a:gd name="connsiteX0" fmla="*/ 524320 w 1503183"/>
                  <a:gd name="connsiteY0" fmla="*/ 13507 h 1067817"/>
                  <a:gd name="connsiteX1" fmla="*/ 437188 w 1503183"/>
                  <a:gd name="connsiteY1" fmla="*/ 29689 h 1067817"/>
                  <a:gd name="connsiteX2" fmla="*/ 245499 w 1503183"/>
                  <a:gd name="connsiteY2" fmla="*/ 274901 h 1067817"/>
                  <a:gd name="connsiteX3" fmla="*/ 87417 w 1503183"/>
                  <a:gd name="connsiteY3" fmla="*/ 639609 h 1067817"/>
                  <a:gd name="connsiteX4" fmla="*/ 26425 w 1503183"/>
                  <a:gd name="connsiteY4" fmla="*/ 757859 h 1067817"/>
                  <a:gd name="connsiteX5" fmla="*/ 45096 w 1503183"/>
                  <a:gd name="connsiteY5" fmla="*/ 893535 h 1067817"/>
                  <a:gd name="connsiteX6" fmla="*/ 506894 w 1503183"/>
                  <a:gd name="connsiteY6" fmla="*/ 1046637 h 1067817"/>
                  <a:gd name="connsiteX7" fmla="*/ 730947 w 1503183"/>
                  <a:gd name="connsiteY7" fmla="*/ 764082 h 1067817"/>
                  <a:gd name="connsiteX8" fmla="*/ 735926 w 1503183"/>
                  <a:gd name="connsiteY8" fmla="*/ 757859 h 1067817"/>
                  <a:gd name="connsiteX9" fmla="*/ 743394 w 1503183"/>
                  <a:gd name="connsiteY9" fmla="*/ 760348 h 1067817"/>
                  <a:gd name="connsiteX10" fmla="*/ 1217640 w 1503183"/>
                  <a:gd name="connsiteY10" fmla="*/ 800179 h 1067817"/>
                  <a:gd name="connsiteX11" fmla="*/ 1487748 w 1503183"/>
                  <a:gd name="connsiteY11" fmla="*/ 640853 h 1067817"/>
                  <a:gd name="connsiteX12" fmla="*/ 1435469 w 1503183"/>
                  <a:gd name="connsiteY12" fmla="*/ 441696 h 1067817"/>
                  <a:gd name="connsiteX13" fmla="*/ 1230087 w 1503183"/>
                  <a:gd name="connsiteY13" fmla="*/ 520114 h 1067817"/>
                  <a:gd name="connsiteX14" fmla="*/ 1001055 w 1503183"/>
                  <a:gd name="connsiteY14" fmla="*/ 588575 h 1067817"/>
                  <a:gd name="connsiteX15" fmla="*/ 988608 w 1503183"/>
                  <a:gd name="connsiteY15" fmla="*/ 552477 h 1067817"/>
                  <a:gd name="connsiteX16" fmla="*/ 696094 w 1503183"/>
                  <a:gd name="connsiteY16" fmla="*/ 60807 h 1067817"/>
                  <a:gd name="connsiteX17" fmla="*/ 524320 w 1503183"/>
                  <a:gd name="connsiteY17" fmla="*/ 13507 h 1067817"/>
                  <a:gd name="connsiteX18" fmla="*/ 492108 w 1503183"/>
                  <a:gd name="connsiteY18" fmla="*/ 1801 h 1067817"/>
                  <a:gd name="connsiteX19" fmla="*/ 703561 w 1503183"/>
                  <a:gd name="connsiteY19" fmla="*/ 49589 h 1067817"/>
                  <a:gd name="connsiteX20" fmla="*/ 1002303 w 1503183"/>
                  <a:gd name="connsiteY20" fmla="*/ 548745 h 1067817"/>
                  <a:gd name="connsiteX21" fmla="*/ 1012261 w 1503183"/>
                  <a:gd name="connsiteY21" fmla="*/ 579864 h 1067817"/>
                  <a:gd name="connsiteX22" fmla="*/ 1437968 w 1503183"/>
                  <a:gd name="connsiteY22" fmla="*/ 425512 h 1067817"/>
                  <a:gd name="connsiteX23" fmla="*/ 1442947 w 1503183"/>
                  <a:gd name="connsiteY23" fmla="*/ 425512 h 1067817"/>
                  <a:gd name="connsiteX24" fmla="*/ 1446681 w 1503183"/>
                  <a:gd name="connsiteY24" fmla="*/ 430491 h 1067817"/>
                  <a:gd name="connsiteX25" fmla="*/ 1502695 w 1503183"/>
                  <a:gd name="connsiteY25" fmla="*/ 643348 h 1067817"/>
                  <a:gd name="connsiteX26" fmla="*/ 1500206 w 1503183"/>
                  <a:gd name="connsiteY26" fmla="*/ 650817 h 1067817"/>
                  <a:gd name="connsiteX27" fmla="*/ 1223870 w 1503183"/>
                  <a:gd name="connsiteY27" fmla="*/ 815127 h 1067817"/>
                  <a:gd name="connsiteX28" fmla="*/ 743393 w 1503183"/>
                  <a:gd name="connsiteY28" fmla="*/ 781518 h 1067817"/>
                  <a:gd name="connsiteX29" fmla="*/ 702316 w 1503183"/>
                  <a:gd name="connsiteY29" fmla="*/ 904751 h 1067817"/>
                  <a:gd name="connsiteX30" fmla="*/ 508134 w 1503183"/>
                  <a:gd name="connsiteY30" fmla="*/ 1062838 h 1067817"/>
                  <a:gd name="connsiteX31" fmla="*/ 433449 w 1503183"/>
                  <a:gd name="connsiteY31" fmla="*/ 1067817 h 1067817"/>
                  <a:gd name="connsiteX32" fmla="*/ 225574 w 1503183"/>
                  <a:gd name="connsiteY32" fmla="*/ 1032963 h 1067817"/>
                  <a:gd name="connsiteX33" fmla="*/ 33881 w 1503183"/>
                  <a:gd name="connsiteY33" fmla="*/ 903506 h 1067817"/>
                  <a:gd name="connsiteX34" fmla="*/ 13965 w 1503183"/>
                  <a:gd name="connsiteY34" fmla="*/ 752888 h 1067817"/>
                  <a:gd name="connsiteX35" fmla="*/ 74958 w 1503183"/>
                  <a:gd name="connsiteY35" fmla="*/ 633390 h 1067817"/>
                  <a:gd name="connsiteX36" fmla="*/ 231798 w 1503183"/>
                  <a:gd name="connsiteY36" fmla="*/ 271159 h 1067817"/>
                  <a:gd name="connsiteX37" fmla="*/ 432204 w 1503183"/>
                  <a:gd name="connsiteY37" fmla="*/ 17225 h 1067817"/>
                  <a:gd name="connsiteX38" fmla="*/ 492108 w 1503183"/>
                  <a:gd name="connsiteY38" fmla="*/ 1801 h 1067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503183" h="1067817">
                    <a:moveTo>
                      <a:pt x="524320" y="13507"/>
                    </a:moveTo>
                    <a:cubicBezTo>
                      <a:pt x="493202" y="13507"/>
                      <a:pt x="464573" y="19731"/>
                      <a:pt x="437188" y="29689"/>
                    </a:cubicBezTo>
                    <a:cubicBezTo>
                      <a:pt x="355036" y="63296"/>
                      <a:pt x="290309" y="145449"/>
                      <a:pt x="245499" y="274901"/>
                    </a:cubicBezTo>
                    <a:cubicBezTo>
                      <a:pt x="175793" y="471569"/>
                      <a:pt x="133472" y="553722"/>
                      <a:pt x="87417" y="639609"/>
                    </a:cubicBezTo>
                    <a:cubicBezTo>
                      <a:pt x="68746" y="674461"/>
                      <a:pt x="50075" y="711803"/>
                      <a:pt x="26425" y="757859"/>
                    </a:cubicBezTo>
                    <a:cubicBezTo>
                      <a:pt x="6509" y="801424"/>
                      <a:pt x="12733" y="847479"/>
                      <a:pt x="45096" y="893535"/>
                    </a:cubicBezTo>
                    <a:cubicBezTo>
                      <a:pt x="114801" y="989379"/>
                      <a:pt x="306491" y="1072777"/>
                      <a:pt x="506894" y="1046637"/>
                    </a:cubicBezTo>
                    <a:cubicBezTo>
                      <a:pt x="693605" y="1022987"/>
                      <a:pt x="729702" y="766572"/>
                      <a:pt x="730947" y="764082"/>
                    </a:cubicBezTo>
                    <a:cubicBezTo>
                      <a:pt x="730947" y="760348"/>
                      <a:pt x="733436" y="759103"/>
                      <a:pt x="735926" y="757859"/>
                    </a:cubicBezTo>
                    <a:cubicBezTo>
                      <a:pt x="738415" y="757859"/>
                      <a:pt x="740905" y="757859"/>
                      <a:pt x="743394" y="760348"/>
                    </a:cubicBezTo>
                    <a:cubicBezTo>
                      <a:pt x="855421" y="871129"/>
                      <a:pt x="1015992" y="884821"/>
                      <a:pt x="1217640" y="800179"/>
                    </a:cubicBezTo>
                    <a:cubicBezTo>
                      <a:pt x="1355806" y="742922"/>
                      <a:pt x="1466588" y="657035"/>
                      <a:pt x="1487748" y="640853"/>
                    </a:cubicBezTo>
                    <a:lnTo>
                      <a:pt x="1435469" y="441696"/>
                    </a:lnTo>
                    <a:cubicBezTo>
                      <a:pt x="1408085" y="451654"/>
                      <a:pt x="1318464" y="486506"/>
                      <a:pt x="1230087" y="520114"/>
                    </a:cubicBezTo>
                    <a:cubicBezTo>
                      <a:pt x="1009768" y="602267"/>
                      <a:pt x="1006034" y="596043"/>
                      <a:pt x="1001055" y="588575"/>
                    </a:cubicBezTo>
                    <a:cubicBezTo>
                      <a:pt x="998566" y="584840"/>
                      <a:pt x="996076" y="574883"/>
                      <a:pt x="988608" y="552477"/>
                    </a:cubicBezTo>
                    <a:cubicBezTo>
                      <a:pt x="953755" y="450409"/>
                      <a:pt x="850442" y="136736"/>
                      <a:pt x="696094" y="60807"/>
                    </a:cubicBezTo>
                    <a:cubicBezTo>
                      <a:pt x="633857" y="29689"/>
                      <a:pt x="576599" y="13507"/>
                      <a:pt x="524320" y="13507"/>
                    </a:cubicBezTo>
                    <a:close/>
                    <a:moveTo>
                      <a:pt x="492108" y="1801"/>
                    </a:moveTo>
                    <a:cubicBezTo>
                      <a:pt x="554890" y="-5726"/>
                      <a:pt x="626075" y="10378"/>
                      <a:pt x="703561" y="49589"/>
                    </a:cubicBezTo>
                    <a:cubicBezTo>
                      <a:pt x="862890" y="128010"/>
                      <a:pt x="967450" y="445428"/>
                      <a:pt x="1002303" y="548745"/>
                    </a:cubicBezTo>
                    <a:cubicBezTo>
                      <a:pt x="1006037" y="562437"/>
                      <a:pt x="1009771" y="574885"/>
                      <a:pt x="1012261" y="579864"/>
                    </a:cubicBezTo>
                    <a:cubicBezTo>
                      <a:pt x="1045869" y="577375"/>
                      <a:pt x="1287352" y="485261"/>
                      <a:pt x="1437968" y="425512"/>
                    </a:cubicBezTo>
                    <a:cubicBezTo>
                      <a:pt x="1439213" y="425512"/>
                      <a:pt x="1440457" y="425512"/>
                      <a:pt x="1442947" y="425512"/>
                    </a:cubicBezTo>
                    <a:cubicBezTo>
                      <a:pt x="1445436" y="426757"/>
                      <a:pt x="1446681" y="429246"/>
                      <a:pt x="1446681" y="430491"/>
                    </a:cubicBezTo>
                    <a:lnTo>
                      <a:pt x="1502695" y="643348"/>
                    </a:lnTo>
                    <a:cubicBezTo>
                      <a:pt x="1503940" y="644593"/>
                      <a:pt x="1502695" y="648327"/>
                      <a:pt x="1500206" y="650817"/>
                    </a:cubicBezTo>
                    <a:cubicBezTo>
                      <a:pt x="1498961" y="650817"/>
                      <a:pt x="1378220" y="750399"/>
                      <a:pt x="1223870" y="815127"/>
                    </a:cubicBezTo>
                    <a:cubicBezTo>
                      <a:pt x="1023464" y="898527"/>
                      <a:pt x="857911" y="887324"/>
                      <a:pt x="743393" y="781518"/>
                    </a:cubicBezTo>
                    <a:cubicBezTo>
                      <a:pt x="738414" y="803924"/>
                      <a:pt x="727211" y="852471"/>
                      <a:pt x="702316" y="904751"/>
                    </a:cubicBezTo>
                    <a:cubicBezTo>
                      <a:pt x="657505" y="996865"/>
                      <a:pt x="590288" y="1052880"/>
                      <a:pt x="508134" y="1062838"/>
                    </a:cubicBezTo>
                    <a:cubicBezTo>
                      <a:pt x="484484" y="1066572"/>
                      <a:pt x="459588" y="1067817"/>
                      <a:pt x="433449" y="1067817"/>
                    </a:cubicBezTo>
                    <a:cubicBezTo>
                      <a:pt x="363742" y="1067817"/>
                      <a:pt x="291546" y="1055369"/>
                      <a:pt x="225574" y="1032963"/>
                    </a:cubicBezTo>
                    <a:cubicBezTo>
                      <a:pt x="139686" y="1001844"/>
                      <a:pt x="71224" y="955787"/>
                      <a:pt x="33881" y="903506"/>
                    </a:cubicBezTo>
                    <a:cubicBezTo>
                      <a:pt x="-3461" y="853715"/>
                      <a:pt x="-9685" y="801435"/>
                      <a:pt x="13965" y="752888"/>
                    </a:cubicBezTo>
                    <a:cubicBezTo>
                      <a:pt x="36371" y="705587"/>
                      <a:pt x="56287" y="669488"/>
                      <a:pt x="74958" y="633390"/>
                    </a:cubicBezTo>
                    <a:cubicBezTo>
                      <a:pt x="122259" y="543766"/>
                      <a:pt x="163336" y="466590"/>
                      <a:pt x="231798" y="271159"/>
                    </a:cubicBezTo>
                    <a:cubicBezTo>
                      <a:pt x="279099" y="137968"/>
                      <a:pt x="345071" y="53323"/>
                      <a:pt x="432204" y="17225"/>
                    </a:cubicBezTo>
                    <a:cubicBezTo>
                      <a:pt x="451187" y="9445"/>
                      <a:pt x="471180" y="4310"/>
                      <a:pt x="492108" y="180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4" name="Freeform 123">
                <a:extLst>
                  <a:ext uri="{FF2B5EF4-FFF2-40B4-BE49-F238E27FC236}">
                    <a16:creationId xmlns:a16="http://schemas.microsoft.com/office/drawing/2014/main" id="{781B43C6-237C-9046-850D-AAEB6DC1F965}"/>
                  </a:ext>
                </a:extLst>
              </p:cNvPr>
              <p:cNvSpPr/>
              <p:nvPr/>
            </p:nvSpPr>
            <p:spPr>
              <a:xfrm>
                <a:off x="13864420" y="9544870"/>
                <a:ext cx="119596" cy="1794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7" h="145">
                    <a:moveTo>
                      <a:pt x="90" y="145"/>
                    </a:moveTo>
                    <a:cubicBezTo>
                      <a:pt x="89" y="145"/>
                      <a:pt x="87" y="144"/>
                      <a:pt x="87" y="143"/>
                    </a:cubicBezTo>
                    <a:cubicBezTo>
                      <a:pt x="85" y="141"/>
                      <a:pt x="40" y="97"/>
                      <a:pt x="0" y="8"/>
                    </a:cubicBezTo>
                    <a:cubicBezTo>
                      <a:pt x="-1" y="5"/>
                      <a:pt x="0" y="1"/>
                      <a:pt x="3" y="0"/>
                    </a:cubicBezTo>
                    <a:cubicBezTo>
                      <a:pt x="6" y="-1"/>
                      <a:pt x="10" y="0"/>
                      <a:pt x="11" y="3"/>
                    </a:cubicBezTo>
                    <a:cubicBezTo>
                      <a:pt x="50" y="90"/>
                      <a:pt x="94" y="134"/>
                      <a:pt x="95" y="135"/>
                    </a:cubicBezTo>
                    <a:cubicBezTo>
                      <a:pt x="97" y="137"/>
                      <a:pt x="97" y="140"/>
                      <a:pt x="95" y="143"/>
                    </a:cubicBezTo>
                    <a:cubicBezTo>
                      <a:pt x="94" y="144"/>
                      <a:pt x="92" y="145"/>
                      <a:pt x="90" y="14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5" name="Freeform 124">
                <a:extLst>
                  <a:ext uri="{FF2B5EF4-FFF2-40B4-BE49-F238E27FC236}">
                    <a16:creationId xmlns:a16="http://schemas.microsoft.com/office/drawing/2014/main" id="{D9606EB2-D694-F947-A3E9-3920F0691622}"/>
                  </a:ext>
                </a:extLst>
              </p:cNvPr>
              <p:cNvSpPr/>
              <p:nvPr/>
            </p:nvSpPr>
            <p:spPr>
              <a:xfrm>
                <a:off x="14679167" y="9300609"/>
                <a:ext cx="519495" cy="25547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8" h="206">
                    <a:moveTo>
                      <a:pt x="0" y="67"/>
                    </a:moveTo>
                    <a:cubicBezTo>
                      <a:pt x="0" y="67"/>
                      <a:pt x="188" y="-2"/>
                      <a:pt x="248" y="0"/>
                    </a:cubicBezTo>
                    <a:cubicBezTo>
                      <a:pt x="318" y="3"/>
                      <a:pt x="430" y="96"/>
                      <a:pt x="417" y="122"/>
                    </a:cubicBezTo>
                    <a:cubicBezTo>
                      <a:pt x="405" y="147"/>
                      <a:pt x="360" y="118"/>
                      <a:pt x="360" y="118"/>
                    </a:cubicBezTo>
                    <a:cubicBezTo>
                      <a:pt x="360" y="118"/>
                      <a:pt x="356" y="138"/>
                      <a:pt x="320" y="124"/>
                    </a:cubicBezTo>
                    <a:cubicBezTo>
                      <a:pt x="283" y="109"/>
                      <a:pt x="248" y="86"/>
                      <a:pt x="248" y="86"/>
                    </a:cubicBezTo>
                    <a:cubicBezTo>
                      <a:pt x="248" y="86"/>
                      <a:pt x="215" y="182"/>
                      <a:pt x="103" y="160"/>
                    </a:cubicBezTo>
                    <a:lnTo>
                      <a:pt x="38" y="206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E0D3F2B9-CAAC-B647-835D-03E8117E751E}"/>
                  </a:ext>
                </a:extLst>
              </p:cNvPr>
              <p:cNvSpPr/>
              <p:nvPr/>
            </p:nvSpPr>
            <p:spPr>
              <a:xfrm>
                <a:off x="14672490" y="9294165"/>
                <a:ext cx="534443" cy="269399"/>
              </a:xfrm>
              <a:custGeom>
                <a:avLst/>
                <a:gdLst>
                  <a:gd name="connsiteX0" fmla="*/ 314896 w 534443"/>
                  <a:gd name="connsiteY0" fmla="*/ 13922 h 269399"/>
                  <a:gd name="connsiteX1" fmla="*/ 16644 w 534443"/>
                  <a:gd name="connsiteY1" fmla="*/ 94503 h 269399"/>
                  <a:gd name="connsiteX2" fmla="*/ 57654 w 534443"/>
                  <a:gd name="connsiteY2" fmla="*/ 250706 h 269399"/>
                  <a:gd name="connsiteX3" fmla="*/ 130974 w 534443"/>
                  <a:gd name="connsiteY3" fmla="*/ 198638 h 269399"/>
                  <a:gd name="connsiteX4" fmla="*/ 135945 w 534443"/>
                  <a:gd name="connsiteY4" fmla="*/ 196159 h 269399"/>
                  <a:gd name="connsiteX5" fmla="*/ 272644 w 534443"/>
                  <a:gd name="connsiteY5" fmla="*/ 163927 h 269399"/>
                  <a:gd name="connsiteX6" fmla="*/ 307440 w 534443"/>
                  <a:gd name="connsiteY6" fmla="*/ 110619 h 269399"/>
                  <a:gd name="connsiteX7" fmla="*/ 312410 w 534443"/>
                  <a:gd name="connsiteY7" fmla="*/ 105660 h 269399"/>
                  <a:gd name="connsiteX8" fmla="*/ 318624 w 534443"/>
                  <a:gd name="connsiteY8" fmla="*/ 106900 h 269399"/>
                  <a:gd name="connsiteX9" fmla="*/ 406857 w 534443"/>
                  <a:gd name="connsiteY9" fmla="*/ 152769 h 269399"/>
                  <a:gd name="connsiteX10" fmla="*/ 441653 w 534443"/>
                  <a:gd name="connsiteY10" fmla="*/ 156488 h 269399"/>
                  <a:gd name="connsiteX11" fmla="*/ 446624 w 534443"/>
                  <a:gd name="connsiteY11" fmla="*/ 150290 h 269399"/>
                  <a:gd name="connsiteX12" fmla="*/ 450352 w 534443"/>
                  <a:gd name="connsiteY12" fmla="*/ 145331 h 269399"/>
                  <a:gd name="connsiteX13" fmla="*/ 457808 w 534443"/>
                  <a:gd name="connsiteY13" fmla="*/ 146571 h 269399"/>
                  <a:gd name="connsiteX14" fmla="*/ 510002 w 534443"/>
                  <a:gd name="connsiteY14" fmla="*/ 161447 h 269399"/>
                  <a:gd name="connsiteX15" fmla="*/ 519944 w 534443"/>
                  <a:gd name="connsiteY15" fmla="*/ 154009 h 269399"/>
                  <a:gd name="connsiteX16" fmla="*/ 514973 w 534443"/>
                  <a:gd name="connsiteY16" fmla="*/ 137893 h 269399"/>
                  <a:gd name="connsiteX17" fmla="*/ 314896 w 534443"/>
                  <a:gd name="connsiteY17" fmla="*/ 13922 h 269399"/>
                  <a:gd name="connsiteX18" fmla="*/ 314901 w 534443"/>
                  <a:gd name="connsiteY18" fmla="*/ 213 h 269399"/>
                  <a:gd name="connsiteX19" fmla="*/ 527436 w 534443"/>
                  <a:gd name="connsiteY19" fmla="*/ 130464 h 269399"/>
                  <a:gd name="connsiteX20" fmla="*/ 532407 w 534443"/>
                  <a:gd name="connsiteY20" fmla="*/ 160236 h 269399"/>
                  <a:gd name="connsiteX21" fmla="*/ 512521 w 534443"/>
                  <a:gd name="connsiteY21" fmla="*/ 175122 h 269399"/>
                  <a:gd name="connsiteX22" fmla="*/ 456591 w 534443"/>
                  <a:gd name="connsiteY22" fmla="*/ 161477 h 269399"/>
                  <a:gd name="connsiteX23" fmla="*/ 449133 w 534443"/>
                  <a:gd name="connsiteY23" fmla="*/ 170160 h 269399"/>
                  <a:gd name="connsiteX24" fmla="*/ 401903 w 534443"/>
                  <a:gd name="connsiteY24" fmla="*/ 166438 h 269399"/>
                  <a:gd name="connsiteX25" fmla="*/ 318629 w 534443"/>
                  <a:gd name="connsiteY25" fmla="*/ 123021 h 269399"/>
                  <a:gd name="connsiteX26" fmla="*/ 137166 w 534443"/>
                  <a:gd name="connsiteY26" fmla="*/ 212337 h 269399"/>
                  <a:gd name="connsiteX27" fmla="*/ 57621 w 534443"/>
                  <a:gd name="connsiteY27" fmla="*/ 268159 h 269399"/>
                  <a:gd name="connsiteX28" fmla="*/ 53892 w 534443"/>
                  <a:gd name="connsiteY28" fmla="*/ 269399 h 269399"/>
                  <a:gd name="connsiteX29" fmla="*/ 51407 w 534443"/>
                  <a:gd name="connsiteY29" fmla="*/ 269399 h 269399"/>
                  <a:gd name="connsiteX30" fmla="*/ 46435 w 534443"/>
                  <a:gd name="connsiteY30" fmla="*/ 264437 h 269399"/>
                  <a:gd name="connsiteX31" fmla="*/ 448 w 534443"/>
                  <a:gd name="connsiteY31" fmla="*/ 90769 h 269399"/>
                  <a:gd name="connsiteX32" fmla="*/ 5420 w 534443"/>
                  <a:gd name="connsiteY32" fmla="*/ 82085 h 269399"/>
                  <a:gd name="connsiteX33" fmla="*/ 314901 w 534443"/>
                  <a:gd name="connsiteY33" fmla="*/ 213 h 269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534443" h="269399">
                    <a:moveTo>
                      <a:pt x="314896" y="13922"/>
                    </a:moveTo>
                    <a:cubicBezTo>
                      <a:pt x="247789" y="11443"/>
                      <a:pt x="53925" y="79626"/>
                      <a:pt x="16644" y="94503"/>
                    </a:cubicBezTo>
                    <a:lnTo>
                      <a:pt x="57654" y="250706"/>
                    </a:lnTo>
                    <a:lnTo>
                      <a:pt x="130974" y="198638"/>
                    </a:lnTo>
                    <a:cubicBezTo>
                      <a:pt x="132217" y="197399"/>
                      <a:pt x="134702" y="196159"/>
                      <a:pt x="135945" y="196159"/>
                    </a:cubicBezTo>
                    <a:cubicBezTo>
                      <a:pt x="191867" y="208556"/>
                      <a:pt x="237847" y="196159"/>
                      <a:pt x="272644" y="163927"/>
                    </a:cubicBezTo>
                    <a:cubicBezTo>
                      <a:pt x="298741" y="137893"/>
                      <a:pt x="307440" y="110619"/>
                      <a:pt x="307440" y="110619"/>
                    </a:cubicBezTo>
                    <a:cubicBezTo>
                      <a:pt x="308682" y="108140"/>
                      <a:pt x="309925" y="106900"/>
                      <a:pt x="312410" y="105660"/>
                    </a:cubicBezTo>
                    <a:cubicBezTo>
                      <a:pt x="314896" y="105660"/>
                      <a:pt x="317381" y="105660"/>
                      <a:pt x="318624" y="106900"/>
                    </a:cubicBezTo>
                    <a:cubicBezTo>
                      <a:pt x="319867" y="106900"/>
                      <a:pt x="363362" y="135413"/>
                      <a:pt x="406857" y="152769"/>
                    </a:cubicBezTo>
                    <a:cubicBezTo>
                      <a:pt x="421769" y="158968"/>
                      <a:pt x="435439" y="160207"/>
                      <a:pt x="441653" y="156488"/>
                    </a:cubicBezTo>
                    <a:cubicBezTo>
                      <a:pt x="445381" y="154009"/>
                      <a:pt x="446624" y="150290"/>
                      <a:pt x="446624" y="150290"/>
                    </a:cubicBezTo>
                    <a:cubicBezTo>
                      <a:pt x="446624" y="147810"/>
                      <a:pt x="449109" y="146571"/>
                      <a:pt x="450352" y="145331"/>
                    </a:cubicBezTo>
                    <a:cubicBezTo>
                      <a:pt x="452837" y="144091"/>
                      <a:pt x="456565" y="144091"/>
                      <a:pt x="457808" y="146571"/>
                    </a:cubicBezTo>
                    <a:cubicBezTo>
                      <a:pt x="466507" y="152769"/>
                      <a:pt x="493847" y="166406"/>
                      <a:pt x="510002" y="161447"/>
                    </a:cubicBezTo>
                    <a:cubicBezTo>
                      <a:pt x="513730" y="160207"/>
                      <a:pt x="517459" y="157728"/>
                      <a:pt x="519944" y="154009"/>
                    </a:cubicBezTo>
                    <a:cubicBezTo>
                      <a:pt x="519944" y="152769"/>
                      <a:pt x="521187" y="147810"/>
                      <a:pt x="514973" y="137893"/>
                    </a:cubicBezTo>
                    <a:cubicBezTo>
                      <a:pt x="488876" y="93263"/>
                      <a:pt x="382003" y="16401"/>
                      <a:pt x="314896" y="13922"/>
                    </a:cubicBezTo>
                    <a:close/>
                    <a:moveTo>
                      <a:pt x="314901" y="213"/>
                    </a:moveTo>
                    <a:cubicBezTo>
                      <a:pt x="389474" y="2694"/>
                      <a:pt x="500092" y="83326"/>
                      <a:pt x="527436" y="130464"/>
                    </a:cubicBezTo>
                    <a:cubicBezTo>
                      <a:pt x="534893" y="142869"/>
                      <a:pt x="536136" y="152793"/>
                      <a:pt x="532407" y="160236"/>
                    </a:cubicBezTo>
                    <a:cubicBezTo>
                      <a:pt x="527436" y="167679"/>
                      <a:pt x="521221" y="173881"/>
                      <a:pt x="512521" y="175122"/>
                    </a:cubicBezTo>
                    <a:cubicBezTo>
                      <a:pt x="493877" y="181324"/>
                      <a:pt x="469020" y="168919"/>
                      <a:pt x="456591" y="161477"/>
                    </a:cubicBezTo>
                    <a:cubicBezTo>
                      <a:pt x="455348" y="163957"/>
                      <a:pt x="452862" y="167679"/>
                      <a:pt x="449133" y="170160"/>
                    </a:cubicBezTo>
                    <a:cubicBezTo>
                      <a:pt x="437947" y="175122"/>
                      <a:pt x="421790" y="175122"/>
                      <a:pt x="401903" y="166438"/>
                    </a:cubicBezTo>
                    <a:cubicBezTo>
                      <a:pt x="365859" y="152793"/>
                      <a:pt x="332301" y="131705"/>
                      <a:pt x="318629" y="123021"/>
                    </a:cubicBezTo>
                    <a:cubicBezTo>
                      <a:pt x="306200" y="150312"/>
                      <a:pt x="255242" y="234665"/>
                      <a:pt x="137166" y="212337"/>
                    </a:cubicBezTo>
                    <a:lnTo>
                      <a:pt x="57621" y="268159"/>
                    </a:lnTo>
                    <a:cubicBezTo>
                      <a:pt x="56378" y="269399"/>
                      <a:pt x="55135" y="269399"/>
                      <a:pt x="53892" y="269399"/>
                    </a:cubicBezTo>
                    <a:cubicBezTo>
                      <a:pt x="52650" y="269399"/>
                      <a:pt x="51407" y="269399"/>
                      <a:pt x="51407" y="269399"/>
                    </a:cubicBezTo>
                    <a:cubicBezTo>
                      <a:pt x="48921" y="268159"/>
                      <a:pt x="46435" y="266918"/>
                      <a:pt x="46435" y="264437"/>
                    </a:cubicBezTo>
                    <a:lnTo>
                      <a:pt x="448" y="90769"/>
                    </a:lnTo>
                    <a:cubicBezTo>
                      <a:pt x="-795" y="88288"/>
                      <a:pt x="448" y="83326"/>
                      <a:pt x="5420" y="82085"/>
                    </a:cubicBezTo>
                    <a:cubicBezTo>
                      <a:pt x="14120" y="78364"/>
                      <a:pt x="240327" y="-4749"/>
                      <a:pt x="314901" y="21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28" name="Freeform 127">
                <a:extLst>
                  <a:ext uri="{FF2B5EF4-FFF2-40B4-BE49-F238E27FC236}">
                    <a16:creationId xmlns:a16="http://schemas.microsoft.com/office/drawing/2014/main" id="{B600BE35-6188-D84B-94EC-0349D668AB97}"/>
                  </a:ext>
                </a:extLst>
              </p:cNvPr>
              <p:cNvSpPr/>
              <p:nvPr/>
            </p:nvSpPr>
            <p:spPr>
              <a:xfrm>
                <a:off x="11167280" y="9673232"/>
                <a:ext cx="3447106" cy="11078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68" h="890">
                    <a:moveTo>
                      <a:pt x="2358" y="560"/>
                    </a:moveTo>
                    <a:cubicBezTo>
                      <a:pt x="2043" y="467"/>
                      <a:pt x="1761" y="567"/>
                      <a:pt x="1614" y="473"/>
                    </a:cubicBezTo>
                    <a:cubicBezTo>
                      <a:pt x="1501" y="400"/>
                      <a:pt x="1397" y="84"/>
                      <a:pt x="1009" y="16"/>
                    </a:cubicBezTo>
                    <a:cubicBezTo>
                      <a:pt x="492" y="-75"/>
                      <a:pt x="191" y="248"/>
                      <a:pt x="69" y="532"/>
                    </a:cubicBezTo>
                    <a:cubicBezTo>
                      <a:pt x="-7" y="709"/>
                      <a:pt x="0" y="890"/>
                      <a:pt x="0" y="890"/>
                    </a:cubicBezTo>
                    <a:lnTo>
                      <a:pt x="2768" y="890"/>
                    </a:lnTo>
                    <a:cubicBezTo>
                      <a:pt x="2768" y="890"/>
                      <a:pt x="2646" y="645"/>
                      <a:pt x="2358" y="56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28CB6CC5-29A0-FB42-A963-24D6EE4E50D5}"/>
                  </a:ext>
                </a:extLst>
              </p:cNvPr>
              <p:cNvSpPr/>
              <p:nvPr/>
            </p:nvSpPr>
            <p:spPr>
              <a:xfrm>
                <a:off x="11159668" y="9666256"/>
                <a:ext cx="3463011" cy="1122352"/>
              </a:xfrm>
              <a:custGeom>
                <a:avLst/>
                <a:gdLst>
                  <a:gd name="connsiteX0" fmla="*/ 1053447 w 3463011"/>
                  <a:gd name="connsiteY0" fmla="*/ 14745 h 1122352"/>
                  <a:gd name="connsiteX1" fmla="*/ 499524 w 3463011"/>
                  <a:gd name="connsiteY1" fmla="*/ 178768 h 1122352"/>
                  <a:gd name="connsiteX2" fmla="*/ 102261 w 3463011"/>
                  <a:gd name="connsiteY2" fmla="*/ 671713 h 1122352"/>
                  <a:gd name="connsiteX3" fmla="*/ 16333 w 3463011"/>
                  <a:gd name="connsiteY3" fmla="*/ 1107396 h 1122352"/>
                  <a:gd name="connsiteX4" fmla="*/ 3444748 w 3463011"/>
                  <a:gd name="connsiteY4" fmla="*/ 1107396 h 1122352"/>
                  <a:gd name="connsiteX5" fmla="*/ 2942877 w 3463011"/>
                  <a:gd name="connsiteY5" fmla="*/ 710302 h 1122352"/>
                  <a:gd name="connsiteX6" fmla="*/ 2402400 w 3463011"/>
                  <a:gd name="connsiteY6" fmla="*/ 656775 h 1122352"/>
                  <a:gd name="connsiteX7" fmla="*/ 2016346 w 3463011"/>
                  <a:gd name="connsiteY7" fmla="*/ 602003 h 1122352"/>
                  <a:gd name="connsiteX8" fmla="*/ 1883094 w 3463011"/>
                  <a:gd name="connsiteY8" fmla="*/ 457605 h 1122352"/>
                  <a:gd name="connsiteX9" fmla="*/ 1265407 w 3463011"/>
                  <a:gd name="connsiteY9" fmla="*/ 34370 h 1122352"/>
                  <a:gd name="connsiteX10" fmla="*/ 1053447 w 3463011"/>
                  <a:gd name="connsiteY10" fmla="*/ 14745 h 1122352"/>
                  <a:gd name="connsiteX11" fmla="*/ 1051189 w 3463011"/>
                  <a:gd name="connsiteY11" fmla="*/ 5 h 1122352"/>
                  <a:gd name="connsiteX12" fmla="*/ 1265407 w 3463011"/>
                  <a:gd name="connsiteY12" fmla="*/ 19417 h 1122352"/>
                  <a:gd name="connsiteX13" fmla="*/ 1893060 w 3463011"/>
                  <a:gd name="connsiteY13" fmla="*/ 448889 h 1122352"/>
                  <a:gd name="connsiteX14" fmla="*/ 2022576 w 3463011"/>
                  <a:gd name="connsiteY14" fmla="*/ 589557 h 1122352"/>
                  <a:gd name="connsiteX15" fmla="*/ 2401161 w 3463011"/>
                  <a:gd name="connsiteY15" fmla="*/ 641841 h 1122352"/>
                  <a:gd name="connsiteX16" fmla="*/ 2945376 w 3463011"/>
                  <a:gd name="connsiteY16" fmla="*/ 696614 h 1122352"/>
                  <a:gd name="connsiteX17" fmla="*/ 3462194 w 3463011"/>
                  <a:gd name="connsiteY17" fmla="*/ 1111148 h 1122352"/>
                  <a:gd name="connsiteX18" fmla="*/ 3460948 w 3463011"/>
                  <a:gd name="connsiteY18" fmla="*/ 1118618 h 1122352"/>
                  <a:gd name="connsiteX19" fmla="*/ 3454722 w 3463011"/>
                  <a:gd name="connsiteY19" fmla="*/ 1122352 h 1122352"/>
                  <a:gd name="connsiteX20" fmla="*/ 7610 w 3463011"/>
                  <a:gd name="connsiteY20" fmla="*/ 1122352 h 1122352"/>
                  <a:gd name="connsiteX21" fmla="*/ 138 w 3463011"/>
                  <a:gd name="connsiteY21" fmla="*/ 1114883 h 1122352"/>
                  <a:gd name="connsiteX22" fmla="*/ 87312 w 3463011"/>
                  <a:gd name="connsiteY22" fmla="*/ 666738 h 1122352"/>
                  <a:gd name="connsiteX23" fmla="*/ 489558 w 3463011"/>
                  <a:gd name="connsiteY23" fmla="*/ 166309 h 1122352"/>
                  <a:gd name="connsiteX24" fmla="*/ 1051189 w 3463011"/>
                  <a:gd name="connsiteY24" fmla="*/ 5 h 1122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463011" h="1122352">
                    <a:moveTo>
                      <a:pt x="1053447" y="14745"/>
                    </a:moveTo>
                    <a:cubicBezTo>
                      <a:pt x="848141" y="13753"/>
                      <a:pt x="662975" y="68602"/>
                      <a:pt x="499524" y="178768"/>
                    </a:cubicBezTo>
                    <a:cubicBezTo>
                      <a:pt x="330158" y="293290"/>
                      <a:pt x="188190" y="468809"/>
                      <a:pt x="102261" y="671713"/>
                    </a:cubicBezTo>
                    <a:cubicBezTo>
                      <a:pt x="17578" y="865903"/>
                      <a:pt x="16333" y="1068807"/>
                      <a:pt x="16333" y="1107396"/>
                    </a:cubicBezTo>
                    <a:lnTo>
                      <a:pt x="3444748" y="1107396"/>
                    </a:lnTo>
                    <a:cubicBezTo>
                      <a:pt x="3413614" y="1052624"/>
                      <a:pt x="3256702" y="803662"/>
                      <a:pt x="2942877" y="710302"/>
                    </a:cubicBezTo>
                    <a:cubicBezTo>
                      <a:pt x="2747359" y="653040"/>
                      <a:pt x="2564294" y="654285"/>
                      <a:pt x="2402400" y="656775"/>
                    </a:cubicBezTo>
                    <a:cubicBezTo>
                      <a:pt x="2245488" y="659264"/>
                      <a:pt x="2108500" y="660509"/>
                      <a:pt x="2016346" y="602003"/>
                    </a:cubicBezTo>
                    <a:cubicBezTo>
                      <a:pt x="1972759" y="574617"/>
                      <a:pt x="1931662" y="519846"/>
                      <a:pt x="1883094" y="457605"/>
                    </a:cubicBezTo>
                    <a:cubicBezTo>
                      <a:pt x="1764787" y="303249"/>
                      <a:pt x="1602893" y="94121"/>
                      <a:pt x="1265407" y="34370"/>
                    </a:cubicBezTo>
                    <a:cubicBezTo>
                      <a:pt x="1192555" y="21611"/>
                      <a:pt x="1121882" y="15076"/>
                      <a:pt x="1053447" y="14745"/>
                    </a:cubicBezTo>
                    <a:close/>
                    <a:moveTo>
                      <a:pt x="1051189" y="5"/>
                    </a:moveTo>
                    <a:cubicBezTo>
                      <a:pt x="1120480" y="200"/>
                      <a:pt x="1191932" y="6657"/>
                      <a:pt x="1265407" y="19417"/>
                    </a:cubicBezTo>
                    <a:cubicBezTo>
                      <a:pt x="1610368" y="80414"/>
                      <a:pt x="1773508" y="293283"/>
                      <a:pt x="1893060" y="448889"/>
                    </a:cubicBezTo>
                    <a:cubicBezTo>
                      <a:pt x="1940384" y="509887"/>
                      <a:pt x="1981480" y="563415"/>
                      <a:pt x="2022576" y="589557"/>
                    </a:cubicBezTo>
                    <a:cubicBezTo>
                      <a:pt x="2112241" y="646820"/>
                      <a:pt x="2245493" y="644330"/>
                      <a:pt x="2401161" y="641841"/>
                    </a:cubicBezTo>
                    <a:cubicBezTo>
                      <a:pt x="2564301" y="640596"/>
                      <a:pt x="2748612" y="638106"/>
                      <a:pt x="2945376" y="696614"/>
                    </a:cubicBezTo>
                    <a:cubicBezTo>
                      <a:pt x="3304035" y="801181"/>
                      <a:pt x="3460948" y="1108659"/>
                      <a:pt x="3462194" y="1111148"/>
                    </a:cubicBezTo>
                    <a:cubicBezTo>
                      <a:pt x="3463439" y="1113638"/>
                      <a:pt x="3463439" y="1116128"/>
                      <a:pt x="3460948" y="1118618"/>
                    </a:cubicBezTo>
                    <a:cubicBezTo>
                      <a:pt x="3460948" y="1121107"/>
                      <a:pt x="3458458" y="1122352"/>
                      <a:pt x="3454722" y="1122352"/>
                    </a:cubicBezTo>
                    <a:lnTo>
                      <a:pt x="7610" y="1122352"/>
                    </a:lnTo>
                    <a:cubicBezTo>
                      <a:pt x="5119" y="1122352"/>
                      <a:pt x="1383" y="1118618"/>
                      <a:pt x="138" y="1114883"/>
                    </a:cubicBezTo>
                    <a:cubicBezTo>
                      <a:pt x="138" y="1112393"/>
                      <a:pt x="-7334" y="885831"/>
                      <a:pt x="87312" y="666738"/>
                    </a:cubicBezTo>
                    <a:cubicBezTo>
                      <a:pt x="175731" y="460093"/>
                      <a:pt x="318946" y="283324"/>
                      <a:pt x="489558" y="166309"/>
                    </a:cubicBezTo>
                    <a:cubicBezTo>
                      <a:pt x="654878" y="55206"/>
                      <a:pt x="843314" y="-579"/>
                      <a:pt x="1051189" y="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B0D7488-27E6-1D44-90C0-0260DF89515F}"/>
                </a:ext>
              </a:extLst>
            </p:cNvPr>
            <p:cNvGrpSpPr/>
            <p:nvPr/>
          </p:nvGrpSpPr>
          <p:grpSpPr>
            <a:xfrm>
              <a:off x="14871019" y="8752269"/>
              <a:ext cx="2030641" cy="2035092"/>
              <a:chOff x="14871019" y="8752269"/>
              <a:chExt cx="2030641" cy="2035092"/>
            </a:xfrm>
          </p:grpSpPr>
          <p:sp>
            <p:nvSpPr>
              <p:cNvPr id="131" name="Freeform 130">
                <a:extLst>
                  <a:ext uri="{FF2B5EF4-FFF2-40B4-BE49-F238E27FC236}">
                    <a16:creationId xmlns:a16="http://schemas.microsoft.com/office/drawing/2014/main" id="{A64A4B75-B70D-0142-895E-A74CFAEF2744}"/>
                  </a:ext>
                </a:extLst>
              </p:cNvPr>
              <p:cNvSpPr/>
              <p:nvPr/>
            </p:nvSpPr>
            <p:spPr>
              <a:xfrm>
                <a:off x="14884723" y="9614656"/>
                <a:ext cx="1848755" cy="13085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85" h="106">
                    <a:moveTo>
                      <a:pt x="1432" y="106"/>
                    </a:moveTo>
                    <a:lnTo>
                      <a:pt x="742" y="106"/>
                    </a:lnTo>
                    <a:lnTo>
                      <a:pt x="53" y="106"/>
                    </a:lnTo>
                    <a:cubicBezTo>
                      <a:pt x="38" y="106"/>
                      <a:pt x="25" y="100"/>
                      <a:pt x="15" y="90"/>
                    </a:cubicBezTo>
                    <a:cubicBezTo>
                      <a:pt x="6" y="81"/>
                      <a:pt x="0" y="68"/>
                      <a:pt x="0" y="53"/>
                    </a:cubicBezTo>
                    <a:cubicBezTo>
                      <a:pt x="0" y="39"/>
                      <a:pt x="6" y="25"/>
                      <a:pt x="15" y="15"/>
                    </a:cubicBezTo>
                    <a:cubicBezTo>
                      <a:pt x="25" y="6"/>
                      <a:pt x="38" y="0"/>
                      <a:pt x="53" y="0"/>
                    </a:cubicBezTo>
                    <a:lnTo>
                      <a:pt x="742" y="0"/>
                    </a:lnTo>
                    <a:lnTo>
                      <a:pt x="1432" y="0"/>
                    </a:lnTo>
                    <a:cubicBezTo>
                      <a:pt x="1447" y="0"/>
                      <a:pt x="1460" y="6"/>
                      <a:pt x="1470" y="15"/>
                    </a:cubicBezTo>
                    <a:cubicBezTo>
                      <a:pt x="1479" y="25"/>
                      <a:pt x="1485" y="39"/>
                      <a:pt x="1485" y="53"/>
                    </a:cubicBezTo>
                    <a:cubicBezTo>
                      <a:pt x="1485" y="68"/>
                      <a:pt x="1479" y="81"/>
                      <a:pt x="1470" y="90"/>
                    </a:cubicBezTo>
                    <a:cubicBezTo>
                      <a:pt x="1460" y="100"/>
                      <a:pt x="1447" y="106"/>
                      <a:pt x="1432" y="10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5A28E94E-816A-E04B-B4AB-58C91EFF0DD8}"/>
                  </a:ext>
                </a:extLst>
              </p:cNvPr>
              <p:cNvSpPr/>
              <p:nvPr/>
            </p:nvSpPr>
            <p:spPr>
              <a:xfrm>
                <a:off x="14877248" y="9607182"/>
                <a:ext cx="1863704" cy="145809"/>
              </a:xfrm>
              <a:custGeom>
                <a:avLst/>
                <a:gdLst>
                  <a:gd name="connsiteX0" fmla="*/ 73461 w 1863704"/>
                  <a:gd name="connsiteY0" fmla="*/ 13708 h 145809"/>
                  <a:gd name="connsiteX1" fmla="*/ 31133 w 1863704"/>
                  <a:gd name="connsiteY1" fmla="*/ 32205 h 145809"/>
                  <a:gd name="connsiteX2" fmla="*/ 13704 w 1863704"/>
                  <a:gd name="connsiteY2" fmla="*/ 72898 h 145809"/>
                  <a:gd name="connsiteX3" fmla="*/ 31133 w 1863704"/>
                  <a:gd name="connsiteY3" fmla="*/ 113590 h 145809"/>
                  <a:gd name="connsiteX4" fmla="*/ 73461 w 1863704"/>
                  <a:gd name="connsiteY4" fmla="*/ 130854 h 145809"/>
                  <a:gd name="connsiteX5" fmla="*/ 1790242 w 1863704"/>
                  <a:gd name="connsiteY5" fmla="*/ 130854 h 145809"/>
                  <a:gd name="connsiteX6" fmla="*/ 1832571 w 1863704"/>
                  <a:gd name="connsiteY6" fmla="*/ 113590 h 145809"/>
                  <a:gd name="connsiteX7" fmla="*/ 1848755 w 1863704"/>
                  <a:gd name="connsiteY7" fmla="*/ 72898 h 145809"/>
                  <a:gd name="connsiteX8" fmla="*/ 1832571 w 1863704"/>
                  <a:gd name="connsiteY8" fmla="*/ 32205 h 145809"/>
                  <a:gd name="connsiteX9" fmla="*/ 1790242 w 1863704"/>
                  <a:gd name="connsiteY9" fmla="*/ 13708 h 145809"/>
                  <a:gd name="connsiteX10" fmla="*/ 73453 w 1863704"/>
                  <a:gd name="connsiteY10" fmla="*/ 0 h 145809"/>
                  <a:gd name="connsiteX11" fmla="*/ 1790251 w 1863704"/>
                  <a:gd name="connsiteY11" fmla="*/ 0 h 145809"/>
                  <a:gd name="connsiteX12" fmla="*/ 1842540 w 1863704"/>
                  <a:gd name="connsiteY12" fmla="*/ 22242 h 145809"/>
                  <a:gd name="connsiteX13" fmla="*/ 1863704 w 1863704"/>
                  <a:gd name="connsiteY13" fmla="*/ 72904 h 145809"/>
                  <a:gd name="connsiteX14" fmla="*/ 1842540 w 1863704"/>
                  <a:gd name="connsiteY14" fmla="*/ 124803 h 145809"/>
                  <a:gd name="connsiteX15" fmla="*/ 1790251 w 1863704"/>
                  <a:gd name="connsiteY15" fmla="*/ 145809 h 145809"/>
                  <a:gd name="connsiteX16" fmla="*/ 73453 w 1863704"/>
                  <a:gd name="connsiteY16" fmla="*/ 145809 h 145809"/>
                  <a:gd name="connsiteX17" fmla="*/ 22409 w 1863704"/>
                  <a:gd name="connsiteY17" fmla="*/ 124803 h 145809"/>
                  <a:gd name="connsiteX18" fmla="*/ 0 w 1863704"/>
                  <a:gd name="connsiteY18" fmla="*/ 72904 h 145809"/>
                  <a:gd name="connsiteX19" fmla="*/ 22409 w 1863704"/>
                  <a:gd name="connsiteY19" fmla="*/ 22242 h 145809"/>
                  <a:gd name="connsiteX20" fmla="*/ 73453 w 1863704"/>
                  <a:gd name="connsiteY20" fmla="*/ 0 h 1458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863704" h="145809">
                    <a:moveTo>
                      <a:pt x="73461" y="13708"/>
                    </a:moveTo>
                    <a:cubicBezTo>
                      <a:pt x="57277" y="13708"/>
                      <a:pt x="43583" y="19874"/>
                      <a:pt x="31133" y="32205"/>
                    </a:cubicBezTo>
                    <a:cubicBezTo>
                      <a:pt x="19929" y="43303"/>
                      <a:pt x="13704" y="56867"/>
                      <a:pt x="13704" y="72898"/>
                    </a:cubicBezTo>
                    <a:cubicBezTo>
                      <a:pt x="13704" y="88928"/>
                      <a:pt x="19929" y="103725"/>
                      <a:pt x="31133" y="113590"/>
                    </a:cubicBezTo>
                    <a:cubicBezTo>
                      <a:pt x="43583" y="124688"/>
                      <a:pt x="57277" y="130854"/>
                      <a:pt x="73461" y="130854"/>
                    </a:cubicBezTo>
                    <a:lnTo>
                      <a:pt x="1790242" y="130854"/>
                    </a:lnTo>
                    <a:cubicBezTo>
                      <a:pt x="1806427" y="130854"/>
                      <a:pt x="1821366" y="124688"/>
                      <a:pt x="1832571" y="113590"/>
                    </a:cubicBezTo>
                    <a:cubicBezTo>
                      <a:pt x="1842530" y="103725"/>
                      <a:pt x="1848755" y="88928"/>
                      <a:pt x="1848755" y="72898"/>
                    </a:cubicBezTo>
                    <a:cubicBezTo>
                      <a:pt x="1848755" y="56867"/>
                      <a:pt x="1842530" y="43303"/>
                      <a:pt x="1832571" y="32205"/>
                    </a:cubicBezTo>
                    <a:cubicBezTo>
                      <a:pt x="1821366" y="19874"/>
                      <a:pt x="1806427" y="13708"/>
                      <a:pt x="1790242" y="13708"/>
                    </a:cubicBezTo>
                    <a:close/>
                    <a:moveTo>
                      <a:pt x="73453" y="0"/>
                    </a:moveTo>
                    <a:lnTo>
                      <a:pt x="1790251" y="0"/>
                    </a:lnTo>
                    <a:cubicBezTo>
                      <a:pt x="1810171" y="0"/>
                      <a:pt x="1828845" y="7414"/>
                      <a:pt x="1842540" y="22242"/>
                    </a:cubicBezTo>
                    <a:cubicBezTo>
                      <a:pt x="1856234" y="35834"/>
                      <a:pt x="1863704" y="53134"/>
                      <a:pt x="1863704" y="72904"/>
                    </a:cubicBezTo>
                    <a:cubicBezTo>
                      <a:pt x="1863704" y="91440"/>
                      <a:pt x="1856234" y="109975"/>
                      <a:pt x="1842540" y="124803"/>
                    </a:cubicBezTo>
                    <a:cubicBezTo>
                      <a:pt x="1828845" y="138395"/>
                      <a:pt x="1810171" y="145809"/>
                      <a:pt x="1790251" y="145809"/>
                    </a:cubicBezTo>
                    <a:lnTo>
                      <a:pt x="73453" y="145809"/>
                    </a:lnTo>
                    <a:cubicBezTo>
                      <a:pt x="53533" y="145809"/>
                      <a:pt x="36104" y="138395"/>
                      <a:pt x="22409" y="124803"/>
                    </a:cubicBezTo>
                    <a:cubicBezTo>
                      <a:pt x="7470" y="109975"/>
                      <a:pt x="0" y="91440"/>
                      <a:pt x="0" y="72904"/>
                    </a:cubicBezTo>
                    <a:cubicBezTo>
                      <a:pt x="0" y="53134"/>
                      <a:pt x="7470" y="35834"/>
                      <a:pt x="22409" y="22242"/>
                    </a:cubicBezTo>
                    <a:cubicBezTo>
                      <a:pt x="36104" y="7414"/>
                      <a:pt x="53533" y="0"/>
                      <a:pt x="734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4" name="Freeform 133">
                <a:extLst>
                  <a:ext uri="{FF2B5EF4-FFF2-40B4-BE49-F238E27FC236}">
                    <a16:creationId xmlns:a16="http://schemas.microsoft.com/office/drawing/2014/main" id="{5E884A2E-CB7E-3E49-9C58-9EB80AB1DBC6}"/>
                  </a:ext>
                </a:extLst>
              </p:cNvPr>
              <p:cNvSpPr/>
              <p:nvPr/>
            </p:nvSpPr>
            <p:spPr>
              <a:xfrm>
                <a:off x="15308292" y="8752269"/>
                <a:ext cx="1249526" cy="86114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04" h="692">
                    <a:moveTo>
                      <a:pt x="984" y="3"/>
                    </a:moveTo>
                    <a:cubicBezTo>
                      <a:pt x="975" y="-1"/>
                      <a:pt x="966" y="-1"/>
                      <a:pt x="958" y="2"/>
                    </a:cubicBezTo>
                    <a:cubicBezTo>
                      <a:pt x="950" y="6"/>
                      <a:pt x="943" y="12"/>
                      <a:pt x="940" y="21"/>
                    </a:cubicBezTo>
                    <a:lnTo>
                      <a:pt x="818" y="312"/>
                    </a:lnTo>
                    <a:lnTo>
                      <a:pt x="696" y="604"/>
                    </a:lnTo>
                    <a:cubicBezTo>
                      <a:pt x="694" y="610"/>
                      <a:pt x="690" y="616"/>
                      <a:pt x="684" y="619"/>
                    </a:cubicBezTo>
                    <a:cubicBezTo>
                      <a:pt x="679" y="622"/>
                      <a:pt x="672" y="625"/>
                      <a:pt x="665" y="625"/>
                    </a:cubicBezTo>
                    <a:lnTo>
                      <a:pt x="350" y="625"/>
                    </a:lnTo>
                    <a:lnTo>
                      <a:pt x="34" y="625"/>
                    </a:lnTo>
                    <a:cubicBezTo>
                      <a:pt x="24" y="625"/>
                      <a:pt x="16" y="628"/>
                      <a:pt x="10" y="635"/>
                    </a:cubicBezTo>
                    <a:cubicBezTo>
                      <a:pt x="4" y="641"/>
                      <a:pt x="0" y="649"/>
                      <a:pt x="0" y="658"/>
                    </a:cubicBezTo>
                    <a:cubicBezTo>
                      <a:pt x="0" y="668"/>
                      <a:pt x="4" y="676"/>
                      <a:pt x="10" y="682"/>
                    </a:cubicBezTo>
                    <a:cubicBezTo>
                      <a:pt x="16" y="688"/>
                      <a:pt x="24" y="692"/>
                      <a:pt x="34" y="692"/>
                    </a:cubicBezTo>
                    <a:lnTo>
                      <a:pt x="370" y="692"/>
                    </a:lnTo>
                    <a:lnTo>
                      <a:pt x="706" y="692"/>
                    </a:lnTo>
                    <a:cubicBezTo>
                      <a:pt x="712" y="692"/>
                      <a:pt x="719" y="690"/>
                      <a:pt x="724" y="687"/>
                    </a:cubicBezTo>
                    <a:cubicBezTo>
                      <a:pt x="729" y="683"/>
                      <a:pt x="734" y="677"/>
                      <a:pt x="737" y="671"/>
                    </a:cubicBezTo>
                    <a:lnTo>
                      <a:pt x="869" y="359"/>
                    </a:lnTo>
                    <a:lnTo>
                      <a:pt x="1002" y="47"/>
                    </a:lnTo>
                    <a:cubicBezTo>
                      <a:pt x="1005" y="38"/>
                      <a:pt x="1005" y="29"/>
                      <a:pt x="1002" y="21"/>
                    </a:cubicBezTo>
                    <a:cubicBezTo>
                      <a:pt x="999" y="13"/>
                      <a:pt x="992" y="6"/>
                      <a:pt x="984" y="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5" name="Freeform 134">
                <a:extLst>
                  <a:ext uri="{FF2B5EF4-FFF2-40B4-BE49-F238E27FC236}">
                    <a16:creationId xmlns:a16="http://schemas.microsoft.com/office/drawing/2014/main" id="{396BC5C2-13A2-DD42-8C8A-30D4DA448A5B}"/>
                  </a:ext>
                </a:extLst>
              </p:cNvPr>
              <p:cNvSpPr/>
              <p:nvPr/>
            </p:nvSpPr>
            <p:spPr>
              <a:xfrm>
                <a:off x="14877248" y="10561790"/>
                <a:ext cx="2016937" cy="2180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20" h="176">
                    <a:moveTo>
                      <a:pt x="1582" y="176"/>
                    </a:moveTo>
                    <a:lnTo>
                      <a:pt x="810" y="176"/>
                    </a:lnTo>
                    <a:lnTo>
                      <a:pt x="39" y="176"/>
                    </a:lnTo>
                    <a:cubicBezTo>
                      <a:pt x="28" y="176"/>
                      <a:pt x="19" y="171"/>
                      <a:pt x="12" y="165"/>
                    </a:cubicBezTo>
                    <a:cubicBezTo>
                      <a:pt x="5" y="158"/>
                      <a:pt x="0" y="148"/>
                      <a:pt x="0" y="138"/>
                    </a:cubicBezTo>
                    <a:lnTo>
                      <a:pt x="0" y="88"/>
                    </a:lnTo>
                    <a:lnTo>
                      <a:pt x="0" y="39"/>
                    </a:lnTo>
                    <a:cubicBezTo>
                      <a:pt x="0" y="28"/>
                      <a:pt x="5" y="19"/>
                      <a:pt x="12" y="11"/>
                    </a:cubicBezTo>
                    <a:cubicBezTo>
                      <a:pt x="19" y="4"/>
                      <a:pt x="28" y="0"/>
                      <a:pt x="39" y="0"/>
                    </a:cubicBezTo>
                    <a:lnTo>
                      <a:pt x="810" y="0"/>
                    </a:lnTo>
                    <a:lnTo>
                      <a:pt x="1582" y="0"/>
                    </a:lnTo>
                    <a:cubicBezTo>
                      <a:pt x="1592" y="0"/>
                      <a:pt x="1602" y="4"/>
                      <a:pt x="1609" y="11"/>
                    </a:cubicBezTo>
                    <a:cubicBezTo>
                      <a:pt x="1615" y="19"/>
                      <a:pt x="1620" y="28"/>
                      <a:pt x="1620" y="39"/>
                    </a:cubicBezTo>
                    <a:lnTo>
                      <a:pt x="1620" y="88"/>
                    </a:lnTo>
                    <a:lnTo>
                      <a:pt x="1620" y="138"/>
                    </a:lnTo>
                    <a:cubicBezTo>
                      <a:pt x="1620" y="148"/>
                      <a:pt x="1615" y="158"/>
                      <a:pt x="1609" y="165"/>
                    </a:cubicBezTo>
                    <a:cubicBezTo>
                      <a:pt x="1602" y="171"/>
                      <a:pt x="1592" y="176"/>
                      <a:pt x="1582" y="1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3" name="Freeform 352">
                <a:extLst>
                  <a:ext uri="{FF2B5EF4-FFF2-40B4-BE49-F238E27FC236}">
                    <a16:creationId xmlns:a16="http://schemas.microsoft.com/office/drawing/2014/main" id="{F934886E-1387-924B-89A1-F1A05193A3C7}"/>
                  </a:ext>
                </a:extLst>
              </p:cNvPr>
              <p:cNvSpPr/>
              <p:nvPr/>
            </p:nvSpPr>
            <p:spPr>
              <a:xfrm>
                <a:off x="14871019" y="10554316"/>
                <a:ext cx="2030641" cy="233045"/>
              </a:xfrm>
              <a:custGeom>
                <a:avLst/>
                <a:gdLst>
                  <a:gd name="connsiteX0" fmla="*/ 54790 w 2030641"/>
                  <a:gd name="connsiteY0" fmla="*/ 14951 h 233045"/>
                  <a:gd name="connsiteX1" fmla="*/ 26154 w 2030641"/>
                  <a:gd name="connsiteY1" fmla="*/ 26099 h 233045"/>
                  <a:gd name="connsiteX2" fmla="*/ 13704 w 2030641"/>
                  <a:gd name="connsiteY2" fmla="*/ 55826 h 233045"/>
                  <a:gd name="connsiteX3" fmla="*/ 13704 w 2030641"/>
                  <a:gd name="connsiteY3" fmla="*/ 178450 h 233045"/>
                  <a:gd name="connsiteX4" fmla="*/ 26154 w 2030641"/>
                  <a:gd name="connsiteY4" fmla="*/ 206938 h 233045"/>
                  <a:gd name="connsiteX5" fmla="*/ 54790 w 2030641"/>
                  <a:gd name="connsiteY5" fmla="*/ 218086 h 233045"/>
                  <a:gd name="connsiteX6" fmla="*/ 1975851 w 2030641"/>
                  <a:gd name="connsiteY6" fmla="*/ 218086 h 233045"/>
                  <a:gd name="connsiteX7" fmla="*/ 2003241 w 2030641"/>
                  <a:gd name="connsiteY7" fmla="*/ 206938 h 233045"/>
                  <a:gd name="connsiteX8" fmla="*/ 2015691 w 2030641"/>
                  <a:gd name="connsiteY8" fmla="*/ 178450 h 233045"/>
                  <a:gd name="connsiteX9" fmla="*/ 2015691 w 2030641"/>
                  <a:gd name="connsiteY9" fmla="*/ 55826 h 233045"/>
                  <a:gd name="connsiteX10" fmla="*/ 2003241 w 2030641"/>
                  <a:gd name="connsiteY10" fmla="*/ 26099 h 233045"/>
                  <a:gd name="connsiteX11" fmla="*/ 1975851 w 2030641"/>
                  <a:gd name="connsiteY11" fmla="*/ 14951 h 233045"/>
                  <a:gd name="connsiteX12" fmla="*/ 54781 w 2030641"/>
                  <a:gd name="connsiteY12" fmla="*/ 0 h 233045"/>
                  <a:gd name="connsiteX13" fmla="*/ 1975859 w 2030641"/>
                  <a:gd name="connsiteY13" fmla="*/ 0 h 233045"/>
                  <a:gd name="connsiteX14" fmla="*/ 2014455 w 2030641"/>
                  <a:gd name="connsiteY14" fmla="*/ 17354 h 233045"/>
                  <a:gd name="connsiteX15" fmla="*/ 2030641 w 2030641"/>
                  <a:gd name="connsiteY15" fmla="*/ 55782 h 233045"/>
                  <a:gd name="connsiteX16" fmla="*/ 2030641 w 2030641"/>
                  <a:gd name="connsiteY16" fmla="*/ 178503 h 233045"/>
                  <a:gd name="connsiteX17" fmla="*/ 2014455 w 2030641"/>
                  <a:gd name="connsiteY17" fmla="*/ 216930 h 233045"/>
                  <a:gd name="connsiteX18" fmla="*/ 1975859 w 2030641"/>
                  <a:gd name="connsiteY18" fmla="*/ 233045 h 233045"/>
                  <a:gd name="connsiteX19" fmla="*/ 54781 w 2030641"/>
                  <a:gd name="connsiteY19" fmla="*/ 233045 h 233045"/>
                  <a:gd name="connsiteX20" fmla="*/ 16185 w 2030641"/>
                  <a:gd name="connsiteY20" fmla="*/ 216930 h 233045"/>
                  <a:gd name="connsiteX21" fmla="*/ 0 w 2030641"/>
                  <a:gd name="connsiteY21" fmla="*/ 178503 h 233045"/>
                  <a:gd name="connsiteX22" fmla="*/ 0 w 2030641"/>
                  <a:gd name="connsiteY22" fmla="*/ 55782 h 233045"/>
                  <a:gd name="connsiteX23" fmla="*/ 16185 w 2030641"/>
                  <a:gd name="connsiteY23" fmla="*/ 17354 h 233045"/>
                  <a:gd name="connsiteX24" fmla="*/ 54781 w 2030641"/>
                  <a:gd name="connsiteY24" fmla="*/ 0 h 2330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030641" h="233045">
                    <a:moveTo>
                      <a:pt x="54790" y="14951"/>
                    </a:moveTo>
                    <a:cubicBezTo>
                      <a:pt x="43584" y="14951"/>
                      <a:pt x="33624" y="18667"/>
                      <a:pt x="26154" y="26099"/>
                    </a:cubicBezTo>
                    <a:cubicBezTo>
                      <a:pt x="18684" y="34769"/>
                      <a:pt x="13704" y="44678"/>
                      <a:pt x="13704" y="55826"/>
                    </a:cubicBezTo>
                    <a:lnTo>
                      <a:pt x="13704" y="178450"/>
                    </a:lnTo>
                    <a:cubicBezTo>
                      <a:pt x="13704" y="188359"/>
                      <a:pt x="18684" y="198268"/>
                      <a:pt x="26154" y="206938"/>
                    </a:cubicBezTo>
                    <a:cubicBezTo>
                      <a:pt x="33624" y="214370"/>
                      <a:pt x="43584" y="218086"/>
                      <a:pt x="54790" y="218086"/>
                    </a:cubicBezTo>
                    <a:lnTo>
                      <a:pt x="1975851" y="218086"/>
                    </a:lnTo>
                    <a:cubicBezTo>
                      <a:pt x="1985811" y="218086"/>
                      <a:pt x="1995771" y="214370"/>
                      <a:pt x="2003241" y="206938"/>
                    </a:cubicBezTo>
                    <a:cubicBezTo>
                      <a:pt x="2011957" y="198268"/>
                      <a:pt x="2015691" y="188359"/>
                      <a:pt x="2015691" y="178450"/>
                    </a:cubicBezTo>
                    <a:lnTo>
                      <a:pt x="2015691" y="55826"/>
                    </a:lnTo>
                    <a:cubicBezTo>
                      <a:pt x="2015691" y="44678"/>
                      <a:pt x="2011957" y="34769"/>
                      <a:pt x="2003241" y="26099"/>
                    </a:cubicBezTo>
                    <a:cubicBezTo>
                      <a:pt x="1995771" y="18667"/>
                      <a:pt x="1985811" y="14951"/>
                      <a:pt x="1975851" y="14951"/>
                    </a:cubicBezTo>
                    <a:close/>
                    <a:moveTo>
                      <a:pt x="54781" y="0"/>
                    </a:moveTo>
                    <a:lnTo>
                      <a:pt x="1975859" y="0"/>
                    </a:lnTo>
                    <a:cubicBezTo>
                      <a:pt x="1989555" y="0"/>
                      <a:pt x="2003251" y="6198"/>
                      <a:pt x="2014455" y="17354"/>
                    </a:cubicBezTo>
                    <a:cubicBezTo>
                      <a:pt x="2024415" y="26032"/>
                      <a:pt x="2030641" y="39667"/>
                      <a:pt x="2030641" y="55782"/>
                    </a:cubicBezTo>
                    <a:lnTo>
                      <a:pt x="2030641" y="178503"/>
                    </a:lnTo>
                    <a:cubicBezTo>
                      <a:pt x="2030641" y="193378"/>
                      <a:pt x="2024415" y="207013"/>
                      <a:pt x="2014455" y="216930"/>
                    </a:cubicBezTo>
                    <a:cubicBezTo>
                      <a:pt x="2003251" y="226847"/>
                      <a:pt x="1989555" y="233045"/>
                      <a:pt x="1975859" y="233045"/>
                    </a:cubicBezTo>
                    <a:lnTo>
                      <a:pt x="54781" y="233045"/>
                    </a:lnTo>
                    <a:cubicBezTo>
                      <a:pt x="39841" y="233045"/>
                      <a:pt x="26146" y="226847"/>
                      <a:pt x="16185" y="216930"/>
                    </a:cubicBezTo>
                    <a:cubicBezTo>
                      <a:pt x="4980" y="207013"/>
                      <a:pt x="0" y="193378"/>
                      <a:pt x="0" y="178503"/>
                    </a:cubicBezTo>
                    <a:lnTo>
                      <a:pt x="0" y="55782"/>
                    </a:lnTo>
                    <a:cubicBezTo>
                      <a:pt x="0" y="39667"/>
                      <a:pt x="4980" y="26032"/>
                      <a:pt x="16185" y="17354"/>
                    </a:cubicBezTo>
                    <a:cubicBezTo>
                      <a:pt x="26146" y="6198"/>
                      <a:pt x="39841" y="0"/>
                      <a:pt x="5478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38" name="Freeform 137">
                <a:extLst>
                  <a:ext uri="{FF2B5EF4-FFF2-40B4-BE49-F238E27FC236}">
                    <a16:creationId xmlns:a16="http://schemas.microsoft.com/office/drawing/2014/main" id="{37F49D49-0647-3C41-8614-42A313F29523}"/>
                  </a:ext>
                </a:extLst>
              </p:cNvPr>
              <p:cNvSpPr/>
              <p:nvPr/>
            </p:nvSpPr>
            <p:spPr>
              <a:xfrm>
                <a:off x="14877248" y="10614132"/>
                <a:ext cx="1795182" cy="1134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42" h="92">
                    <a:moveTo>
                      <a:pt x="1442" y="92"/>
                    </a:moveTo>
                    <a:lnTo>
                      <a:pt x="0" y="92"/>
                    </a:lnTo>
                    <a:lnTo>
                      <a:pt x="0" y="0"/>
                    </a:lnTo>
                    <a:lnTo>
                      <a:pt x="1442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4" name="Freeform 353">
                <a:extLst>
                  <a:ext uri="{FF2B5EF4-FFF2-40B4-BE49-F238E27FC236}">
                    <a16:creationId xmlns:a16="http://schemas.microsoft.com/office/drawing/2014/main" id="{7F1AF230-6CFF-334A-86CC-E7773AFA8988}"/>
                  </a:ext>
                </a:extLst>
              </p:cNvPr>
              <p:cNvSpPr/>
              <p:nvPr/>
            </p:nvSpPr>
            <p:spPr>
              <a:xfrm>
                <a:off x="14871019" y="10606654"/>
                <a:ext cx="1808890" cy="128362"/>
              </a:xfrm>
              <a:custGeom>
                <a:avLst/>
                <a:gdLst>
                  <a:gd name="connsiteX0" fmla="*/ 13704 w 1808890"/>
                  <a:gd name="connsiteY0" fmla="*/ 14955 h 128362"/>
                  <a:gd name="connsiteX1" fmla="*/ 13704 w 1808890"/>
                  <a:gd name="connsiteY1" fmla="*/ 114653 h 128362"/>
                  <a:gd name="connsiteX2" fmla="*/ 1795186 w 1808890"/>
                  <a:gd name="connsiteY2" fmla="*/ 114653 h 128362"/>
                  <a:gd name="connsiteX3" fmla="*/ 1795186 w 1808890"/>
                  <a:gd name="connsiteY3" fmla="*/ 14955 h 128362"/>
                  <a:gd name="connsiteX4" fmla="*/ 6225 w 1808890"/>
                  <a:gd name="connsiteY4" fmla="*/ 0 h 128362"/>
                  <a:gd name="connsiteX5" fmla="*/ 1801420 w 1808890"/>
                  <a:gd name="connsiteY5" fmla="*/ 0 h 128362"/>
                  <a:gd name="connsiteX6" fmla="*/ 1808890 w 1808890"/>
                  <a:gd name="connsiteY6" fmla="*/ 7406 h 128362"/>
                  <a:gd name="connsiteX7" fmla="*/ 1808890 w 1808890"/>
                  <a:gd name="connsiteY7" fmla="*/ 120956 h 128362"/>
                  <a:gd name="connsiteX8" fmla="*/ 1801420 w 1808890"/>
                  <a:gd name="connsiteY8" fmla="*/ 128362 h 128362"/>
                  <a:gd name="connsiteX9" fmla="*/ 6225 w 1808890"/>
                  <a:gd name="connsiteY9" fmla="*/ 128362 h 128362"/>
                  <a:gd name="connsiteX10" fmla="*/ 0 w 1808890"/>
                  <a:gd name="connsiteY10" fmla="*/ 120956 h 128362"/>
                  <a:gd name="connsiteX11" fmla="*/ 0 w 1808890"/>
                  <a:gd name="connsiteY11" fmla="*/ 7406 h 128362"/>
                  <a:gd name="connsiteX12" fmla="*/ 6225 w 1808890"/>
                  <a:gd name="connsiteY12" fmla="*/ 0 h 128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08890" h="128362">
                    <a:moveTo>
                      <a:pt x="13704" y="14955"/>
                    </a:moveTo>
                    <a:lnTo>
                      <a:pt x="13704" y="114653"/>
                    </a:lnTo>
                    <a:lnTo>
                      <a:pt x="1795186" y="114653"/>
                    </a:lnTo>
                    <a:lnTo>
                      <a:pt x="1795186" y="14955"/>
                    </a:lnTo>
                    <a:close/>
                    <a:moveTo>
                      <a:pt x="6225" y="0"/>
                    </a:moveTo>
                    <a:lnTo>
                      <a:pt x="1801420" y="0"/>
                    </a:lnTo>
                    <a:cubicBezTo>
                      <a:pt x="1806400" y="0"/>
                      <a:pt x="1808890" y="3703"/>
                      <a:pt x="1808890" y="7406"/>
                    </a:cubicBezTo>
                    <a:lnTo>
                      <a:pt x="1808890" y="120956"/>
                    </a:lnTo>
                    <a:cubicBezTo>
                      <a:pt x="1808890" y="124659"/>
                      <a:pt x="1806400" y="128362"/>
                      <a:pt x="1801420" y="128362"/>
                    </a:cubicBezTo>
                    <a:lnTo>
                      <a:pt x="6225" y="128362"/>
                    </a:lnTo>
                    <a:cubicBezTo>
                      <a:pt x="2490" y="128362"/>
                      <a:pt x="0" y="124659"/>
                      <a:pt x="0" y="120956"/>
                    </a:cubicBezTo>
                    <a:lnTo>
                      <a:pt x="0" y="7406"/>
                    </a:lnTo>
                    <a:cubicBezTo>
                      <a:pt x="0" y="3703"/>
                      <a:pt x="2490" y="0"/>
                      <a:pt x="62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1" name="Freeform 140">
                <a:extLst>
                  <a:ext uri="{FF2B5EF4-FFF2-40B4-BE49-F238E27FC236}">
                    <a16:creationId xmlns:a16="http://schemas.microsoft.com/office/drawing/2014/main" id="{DE9E3534-2E08-E84D-85DA-2B24D4450FA7}"/>
                  </a:ext>
                </a:extLst>
              </p:cNvPr>
              <p:cNvSpPr/>
              <p:nvPr/>
            </p:nvSpPr>
            <p:spPr>
              <a:xfrm>
                <a:off x="14871019" y="10647783"/>
                <a:ext cx="468418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7" h="12">
                    <a:moveTo>
                      <a:pt x="370" y="12"/>
                    </a:moveTo>
                    <a:lnTo>
                      <a:pt x="5" y="12"/>
                    </a:lnTo>
                    <a:cubicBezTo>
                      <a:pt x="2" y="12"/>
                      <a:pt x="0" y="9"/>
                      <a:pt x="0" y="7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370" y="0"/>
                    </a:lnTo>
                    <a:cubicBezTo>
                      <a:pt x="373" y="0"/>
                      <a:pt x="377" y="3"/>
                      <a:pt x="377" y="7"/>
                    </a:cubicBezTo>
                    <a:cubicBezTo>
                      <a:pt x="377" y="9"/>
                      <a:pt x="373" y="12"/>
                      <a:pt x="370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2" name="Freeform 141">
                <a:extLst>
                  <a:ext uri="{FF2B5EF4-FFF2-40B4-BE49-F238E27FC236}">
                    <a16:creationId xmlns:a16="http://schemas.microsoft.com/office/drawing/2014/main" id="{84A33060-BE3F-BF48-8A0E-2141AC735010}"/>
                  </a:ext>
                </a:extLst>
              </p:cNvPr>
              <p:cNvSpPr/>
              <p:nvPr/>
            </p:nvSpPr>
            <p:spPr>
              <a:xfrm>
                <a:off x="15687013" y="10681432"/>
                <a:ext cx="98791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94" h="12">
                    <a:moveTo>
                      <a:pt x="788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788" y="0"/>
                    </a:lnTo>
                    <a:cubicBezTo>
                      <a:pt x="792" y="0"/>
                      <a:pt x="794" y="3"/>
                      <a:pt x="794" y="6"/>
                    </a:cubicBezTo>
                    <a:cubicBezTo>
                      <a:pt x="794" y="9"/>
                      <a:pt x="792" y="12"/>
                      <a:pt x="788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3" name="Freeform 142">
                <a:extLst>
                  <a:ext uri="{FF2B5EF4-FFF2-40B4-BE49-F238E27FC236}">
                    <a16:creationId xmlns:a16="http://schemas.microsoft.com/office/drawing/2014/main" id="{CD3BD6B4-0D72-DD45-8232-A419E0BF63BE}"/>
                  </a:ext>
                </a:extLst>
              </p:cNvPr>
              <p:cNvSpPr/>
              <p:nvPr/>
            </p:nvSpPr>
            <p:spPr>
              <a:xfrm>
                <a:off x="14935800" y="10206618"/>
                <a:ext cx="1817610" cy="3476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0" h="280">
                    <a:moveTo>
                      <a:pt x="1406" y="0"/>
                    </a:moveTo>
                    <a:lnTo>
                      <a:pt x="730" y="0"/>
                    </a:lnTo>
                    <a:lnTo>
                      <a:pt x="54" y="0"/>
                    </a:lnTo>
                    <a:cubicBezTo>
                      <a:pt x="39" y="0"/>
                      <a:pt x="25" y="6"/>
                      <a:pt x="16" y="16"/>
                    </a:cubicBezTo>
                    <a:cubicBezTo>
                      <a:pt x="6" y="25"/>
                      <a:pt x="0" y="39"/>
                      <a:pt x="0" y="53"/>
                    </a:cubicBezTo>
                    <a:lnTo>
                      <a:pt x="0" y="140"/>
                    </a:lnTo>
                    <a:lnTo>
                      <a:pt x="0" y="226"/>
                    </a:lnTo>
                    <a:cubicBezTo>
                      <a:pt x="0" y="241"/>
                      <a:pt x="6" y="255"/>
                      <a:pt x="16" y="264"/>
                    </a:cubicBezTo>
                    <a:cubicBezTo>
                      <a:pt x="25" y="274"/>
                      <a:pt x="39" y="280"/>
                      <a:pt x="54" y="280"/>
                    </a:cubicBezTo>
                    <a:lnTo>
                      <a:pt x="730" y="280"/>
                    </a:lnTo>
                    <a:lnTo>
                      <a:pt x="1406" y="280"/>
                    </a:lnTo>
                    <a:cubicBezTo>
                      <a:pt x="1421" y="280"/>
                      <a:pt x="1435" y="274"/>
                      <a:pt x="1444" y="264"/>
                    </a:cubicBezTo>
                    <a:cubicBezTo>
                      <a:pt x="1454" y="255"/>
                      <a:pt x="1460" y="241"/>
                      <a:pt x="1460" y="226"/>
                    </a:cubicBezTo>
                    <a:lnTo>
                      <a:pt x="1460" y="140"/>
                    </a:lnTo>
                    <a:lnTo>
                      <a:pt x="1460" y="53"/>
                    </a:lnTo>
                    <a:cubicBezTo>
                      <a:pt x="1460" y="39"/>
                      <a:pt x="1454" y="25"/>
                      <a:pt x="1444" y="16"/>
                    </a:cubicBezTo>
                    <a:cubicBezTo>
                      <a:pt x="1435" y="6"/>
                      <a:pt x="1421" y="0"/>
                      <a:pt x="140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5" name="Freeform 354">
                <a:extLst>
                  <a:ext uri="{FF2B5EF4-FFF2-40B4-BE49-F238E27FC236}">
                    <a16:creationId xmlns:a16="http://schemas.microsoft.com/office/drawing/2014/main" id="{99922C53-103F-FA47-AC70-A3DB405C0640}"/>
                  </a:ext>
                </a:extLst>
              </p:cNvPr>
              <p:cNvSpPr/>
              <p:nvPr/>
            </p:nvSpPr>
            <p:spPr>
              <a:xfrm>
                <a:off x="14928326" y="10199141"/>
                <a:ext cx="1832560" cy="362653"/>
              </a:xfrm>
              <a:custGeom>
                <a:avLst/>
                <a:gdLst>
                  <a:gd name="connsiteX0" fmla="*/ 74705 w 1832560"/>
                  <a:gd name="connsiteY0" fmla="*/ 13708 h 362653"/>
                  <a:gd name="connsiteX1" fmla="*/ 31132 w 1832560"/>
                  <a:gd name="connsiteY1" fmla="*/ 31090 h 362653"/>
                  <a:gd name="connsiteX2" fmla="*/ 13703 w 1832560"/>
                  <a:gd name="connsiteY2" fmla="*/ 73305 h 362653"/>
                  <a:gd name="connsiteX3" fmla="*/ 13703 w 1832560"/>
                  <a:gd name="connsiteY3" fmla="*/ 288100 h 362653"/>
                  <a:gd name="connsiteX4" fmla="*/ 31132 w 1832560"/>
                  <a:gd name="connsiteY4" fmla="*/ 330315 h 362653"/>
                  <a:gd name="connsiteX5" fmla="*/ 74705 w 1832560"/>
                  <a:gd name="connsiteY5" fmla="*/ 347697 h 362653"/>
                  <a:gd name="connsiteX6" fmla="*/ 1757852 w 1832560"/>
                  <a:gd name="connsiteY6" fmla="*/ 347697 h 362653"/>
                  <a:gd name="connsiteX7" fmla="*/ 1800180 w 1832560"/>
                  <a:gd name="connsiteY7" fmla="*/ 330315 h 362653"/>
                  <a:gd name="connsiteX8" fmla="*/ 1817609 w 1832560"/>
                  <a:gd name="connsiteY8" fmla="*/ 288100 h 362653"/>
                  <a:gd name="connsiteX9" fmla="*/ 1817609 w 1832560"/>
                  <a:gd name="connsiteY9" fmla="*/ 73305 h 362653"/>
                  <a:gd name="connsiteX10" fmla="*/ 1800180 w 1832560"/>
                  <a:gd name="connsiteY10" fmla="*/ 31090 h 362653"/>
                  <a:gd name="connsiteX11" fmla="*/ 1757852 w 1832560"/>
                  <a:gd name="connsiteY11" fmla="*/ 13708 h 362653"/>
                  <a:gd name="connsiteX12" fmla="*/ 74697 w 1832560"/>
                  <a:gd name="connsiteY12" fmla="*/ 0 h 362653"/>
                  <a:gd name="connsiteX13" fmla="*/ 1757863 w 1832560"/>
                  <a:gd name="connsiteY13" fmla="*/ 0 h 362653"/>
                  <a:gd name="connsiteX14" fmla="*/ 1811396 w 1832560"/>
                  <a:gd name="connsiteY14" fmla="*/ 21113 h 362653"/>
                  <a:gd name="connsiteX15" fmla="*/ 1832560 w 1832560"/>
                  <a:gd name="connsiteY15" fmla="*/ 73276 h 362653"/>
                  <a:gd name="connsiteX16" fmla="*/ 1832560 w 1832560"/>
                  <a:gd name="connsiteY16" fmla="*/ 288135 h 362653"/>
                  <a:gd name="connsiteX17" fmla="*/ 1811396 w 1832560"/>
                  <a:gd name="connsiteY17" fmla="*/ 340298 h 362653"/>
                  <a:gd name="connsiteX18" fmla="*/ 1757863 w 1832560"/>
                  <a:gd name="connsiteY18" fmla="*/ 362653 h 362653"/>
                  <a:gd name="connsiteX19" fmla="*/ 74697 w 1832560"/>
                  <a:gd name="connsiteY19" fmla="*/ 362653 h 362653"/>
                  <a:gd name="connsiteX20" fmla="*/ 21164 w 1832560"/>
                  <a:gd name="connsiteY20" fmla="*/ 340298 h 362653"/>
                  <a:gd name="connsiteX21" fmla="*/ 0 w 1832560"/>
                  <a:gd name="connsiteY21" fmla="*/ 288135 h 362653"/>
                  <a:gd name="connsiteX22" fmla="*/ 0 w 1832560"/>
                  <a:gd name="connsiteY22" fmla="*/ 73276 h 362653"/>
                  <a:gd name="connsiteX23" fmla="*/ 21164 w 1832560"/>
                  <a:gd name="connsiteY23" fmla="*/ 21113 h 362653"/>
                  <a:gd name="connsiteX24" fmla="*/ 74697 w 1832560"/>
                  <a:gd name="connsiteY24" fmla="*/ 0 h 362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32560" h="362653">
                    <a:moveTo>
                      <a:pt x="74705" y="13708"/>
                    </a:moveTo>
                    <a:cubicBezTo>
                      <a:pt x="58521" y="13708"/>
                      <a:pt x="43581" y="19916"/>
                      <a:pt x="31132" y="31090"/>
                    </a:cubicBezTo>
                    <a:cubicBezTo>
                      <a:pt x="19928" y="42265"/>
                      <a:pt x="13703" y="58405"/>
                      <a:pt x="13703" y="73305"/>
                    </a:cubicBezTo>
                    <a:lnTo>
                      <a:pt x="13703" y="288100"/>
                    </a:lnTo>
                    <a:cubicBezTo>
                      <a:pt x="13703" y="304241"/>
                      <a:pt x="19928" y="319140"/>
                      <a:pt x="31132" y="330315"/>
                    </a:cubicBezTo>
                    <a:cubicBezTo>
                      <a:pt x="43581" y="341489"/>
                      <a:pt x="58521" y="347697"/>
                      <a:pt x="74705" y="347697"/>
                    </a:cubicBezTo>
                    <a:lnTo>
                      <a:pt x="1757852" y="347697"/>
                    </a:lnTo>
                    <a:cubicBezTo>
                      <a:pt x="1774036" y="347697"/>
                      <a:pt x="1788976" y="341489"/>
                      <a:pt x="1800180" y="330315"/>
                    </a:cubicBezTo>
                    <a:cubicBezTo>
                      <a:pt x="1811384" y="319140"/>
                      <a:pt x="1817609" y="304241"/>
                      <a:pt x="1817609" y="288100"/>
                    </a:cubicBezTo>
                    <a:lnTo>
                      <a:pt x="1817609" y="73305"/>
                    </a:lnTo>
                    <a:cubicBezTo>
                      <a:pt x="1817609" y="58405"/>
                      <a:pt x="1811384" y="42265"/>
                      <a:pt x="1800180" y="31090"/>
                    </a:cubicBezTo>
                    <a:cubicBezTo>
                      <a:pt x="1788976" y="19916"/>
                      <a:pt x="1774036" y="13708"/>
                      <a:pt x="1757852" y="13708"/>
                    </a:cubicBezTo>
                    <a:close/>
                    <a:moveTo>
                      <a:pt x="74697" y="0"/>
                    </a:moveTo>
                    <a:lnTo>
                      <a:pt x="1757863" y="0"/>
                    </a:lnTo>
                    <a:cubicBezTo>
                      <a:pt x="1777782" y="0"/>
                      <a:pt x="1796457" y="7452"/>
                      <a:pt x="1811396" y="21113"/>
                    </a:cubicBezTo>
                    <a:cubicBezTo>
                      <a:pt x="1823845" y="34775"/>
                      <a:pt x="1832560" y="54646"/>
                      <a:pt x="1832560" y="73276"/>
                    </a:cubicBezTo>
                    <a:lnTo>
                      <a:pt x="1832560" y="288135"/>
                    </a:lnTo>
                    <a:cubicBezTo>
                      <a:pt x="1832560" y="308007"/>
                      <a:pt x="1823845" y="326636"/>
                      <a:pt x="1811396" y="340298"/>
                    </a:cubicBezTo>
                    <a:cubicBezTo>
                      <a:pt x="1796457" y="355201"/>
                      <a:pt x="1777782" y="362653"/>
                      <a:pt x="1757863" y="362653"/>
                    </a:cubicBezTo>
                    <a:lnTo>
                      <a:pt x="74697" y="362653"/>
                    </a:lnTo>
                    <a:cubicBezTo>
                      <a:pt x="54778" y="362653"/>
                      <a:pt x="34858" y="355201"/>
                      <a:pt x="21164" y="340298"/>
                    </a:cubicBezTo>
                    <a:cubicBezTo>
                      <a:pt x="7470" y="326636"/>
                      <a:pt x="0" y="308007"/>
                      <a:pt x="0" y="288135"/>
                    </a:cubicBezTo>
                    <a:lnTo>
                      <a:pt x="0" y="73276"/>
                    </a:lnTo>
                    <a:cubicBezTo>
                      <a:pt x="0" y="54646"/>
                      <a:pt x="7470" y="34775"/>
                      <a:pt x="21164" y="21113"/>
                    </a:cubicBezTo>
                    <a:cubicBezTo>
                      <a:pt x="34858" y="7452"/>
                      <a:pt x="54778" y="0"/>
                      <a:pt x="746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6" name="Freeform 355">
                <a:extLst>
                  <a:ext uri="{FF2B5EF4-FFF2-40B4-BE49-F238E27FC236}">
                    <a16:creationId xmlns:a16="http://schemas.microsoft.com/office/drawing/2014/main" id="{8B086F53-8A9C-F348-BDB4-5F21CBDA921F}"/>
                  </a:ext>
                </a:extLst>
              </p:cNvPr>
              <p:cNvSpPr/>
              <p:nvPr/>
            </p:nvSpPr>
            <p:spPr>
              <a:xfrm>
                <a:off x="15553713" y="10199141"/>
                <a:ext cx="110875" cy="362653"/>
              </a:xfrm>
              <a:custGeom>
                <a:avLst/>
                <a:gdLst>
                  <a:gd name="connsiteX0" fmla="*/ 13704 w 110875"/>
                  <a:gd name="connsiteY0" fmla="*/ 13708 h 362653"/>
                  <a:gd name="connsiteX1" fmla="*/ 13704 w 110875"/>
                  <a:gd name="connsiteY1" fmla="*/ 347697 h 362653"/>
                  <a:gd name="connsiteX2" fmla="*/ 97172 w 110875"/>
                  <a:gd name="connsiteY2" fmla="*/ 347697 h 362653"/>
                  <a:gd name="connsiteX3" fmla="*/ 97172 w 110875"/>
                  <a:gd name="connsiteY3" fmla="*/ 13708 h 362653"/>
                  <a:gd name="connsiteX4" fmla="*/ 6160 w 110875"/>
                  <a:gd name="connsiteY4" fmla="*/ 0 h 362653"/>
                  <a:gd name="connsiteX5" fmla="*/ 104715 w 110875"/>
                  <a:gd name="connsiteY5" fmla="*/ 0 h 362653"/>
                  <a:gd name="connsiteX6" fmla="*/ 110875 w 110875"/>
                  <a:gd name="connsiteY6" fmla="*/ 7452 h 362653"/>
                  <a:gd name="connsiteX7" fmla="*/ 110875 w 110875"/>
                  <a:gd name="connsiteY7" fmla="*/ 355201 h 362653"/>
                  <a:gd name="connsiteX8" fmla="*/ 104715 w 110875"/>
                  <a:gd name="connsiteY8" fmla="*/ 362653 h 362653"/>
                  <a:gd name="connsiteX9" fmla="*/ 6160 w 110875"/>
                  <a:gd name="connsiteY9" fmla="*/ 362653 h 362653"/>
                  <a:gd name="connsiteX10" fmla="*/ 0 w 110875"/>
                  <a:gd name="connsiteY10" fmla="*/ 355201 h 362653"/>
                  <a:gd name="connsiteX11" fmla="*/ 0 w 110875"/>
                  <a:gd name="connsiteY11" fmla="*/ 7452 h 362653"/>
                  <a:gd name="connsiteX12" fmla="*/ 6160 w 110875"/>
                  <a:gd name="connsiteY12" fmla="*/ 0 h 36265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0875" h="362653">
                    <a:moveTo>
                      <a:pt x="13704" y="13708"/>
                    </a:moveTo>
                    <a:lnTo>
                      <a:pt x="13704" y="347697"/>
                    </a:lnTo>
                    <a:lnTo>
                      <a:pt x="97172" y="347697"/>
                    </a:lnTo>
                    <a:lnTo>
                      <a:pt x="97172" y="13708"/>
                    </a:lnTo>
                    <a:close/>
                    <a:moveTo>
                      <a:pt x="6160" y="0"/>
                    </a:moveTo>
                    <a:lnTo>
                      <a:pt x="104715" y="0"/>
                    </a:lnTo>
                    <a:cubicBezTo>
                      <a:pt x="108411" y="0"/>
                      <a:pt x="110875" y="3726"/>
                      <a:pt x="110875" y="7452"/>
                    </a:cubicBezTo>
                    <a:lnTo>
                      <a:pt x="110875" y="355201"/>
                    </a:lnTo>
                    <a:cubicBezTo>
                      <a:pt x="110875" y="358927"/>
                      <a:pt x="108411" y="362653"/>
                      <a:pt x="104715" y="362653"/>
                    </a:cubicBezTo>
                    <a:lnTo>
                      <a:pt x="6160" y="362653"/>
                    </a:lnTo>
                    <a:cubicBezTo>
                      <a:pt x="2464" y="362653"/>
                      <a:pt x="0" y="358927"/>
                      <a:pt x="0" y="355201"/>
                    </a:cubicBezTo>
                    <a:lnTo>
                      <a:pt x="0" y="7452"/>
                    </a:lnTo>
                    <a:cubicBezTo>
                      <a:pt x="0" y="3726"/>
                      <a:pt x="2464" y="0"/>
                      <a:pt x="616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48" name="Freeform 147">
                <a:extLst>
                  <a:ext uri="{FF2B5EF4-FFF2-40B4-BE49-F238E27FC236}">
                    <a16:creationId xmlns:a16="http://schemas.microsoft.com/office/drawing/2014/main" id="{72EFAE85-7985-CD4D-AFB7-241BA99DA8E1}"/>
                  </a:ext>
                </a:extLst>
              </p:cNvPr>
              <p:cNvSpPr/>
              <p:nvPr/>
            </p:nvSpPr>
            <p:spPr>
              <a:xfrm>
                <a:off x="15845228" y="10322518"/>
                <a:ext cx="725051" cy="11465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83" h="93">
                    <a:moveTo>
                      <a:pt x="536" y="0"/>
                    </a:moveTo>
                    <a:lnTo>
                      <a:pt x="291" y="0"/>
                    </a:lnTo>
                    <a:lnTo>
                      <a:pt x="46" y="0"/>
                    </a:lnTo>
                    <a:cubicBezTo>
                      <a:pt x="34" y="0"/>
                      <a:pt x="22" y="5"/>
                      <a:pt x="14" y="14"/>
                    </a:cubicBezTo>
                    <a:cubicBezTo>
                      <a:pt x="5" y="22"/>
                      <a:pt x="0" y="34"/>
                      <a:pt x="0" y="47"/>
                    </a:cubicBezTo>
                    <a:cubicBezTo>
                      <a:pt x="0" y="60"/>
                      <a:pt x="5" y="71"/>
                      <a:pt x="14" y="80"/>
                    </a:cubicBezTo>
                    <a:cubicBezTo>
                      <a:pt x="22" y="88"/>
                      <a:pt x="34" y="93"/>
                      <a:pt x="46" y="93"/>
                    </a:cubicBezTo>
                    <a:lnTo>
                      <a:pt x="291" y="93"/>
                    </a:lnTo>
                    <a:lnTo>
                      <a:pt x="536" y="93"/>
                    </a:lnTo>
                    <a:cubicBezTo>
                      <a:pt x="549" y="93"/>
                      <a:pt x="561" y="88"/>
                      <a:pt x="569" y="80"/>
                    </a:cubicBezTo>
                    <a:cubicBezTo>
                      <a:pt x="577" y="71"/>
                      <a:pt x="583" y="60"/>
                      <a:pt x="583" y="47"/>
                    </a:cubicBezTo>
                    <a:cubicBezTo>
                      <a:pt x="583" y="34"/>
                      <a:pt x="577" y="22"/>
                      <a:pt x="569" y="14"/>
                    </a:cubicBezTo>
                    <a:cubicBezTo>
                      <a:pt x="561" y="5"/>
                      <a:pt x="549" y="0"/>
                      <a:pt x="53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7" name="Freeform 356">
                <a:extLst>
                  <a:ext uri="{FF2B5EF4-FFF2-40B4-BE49-F238E27FC236}">
                    <a16:creationId xmlns:a16="http://schemas.microsoft.com/office/drawing/2014/main" id="{A61D349B-0AED-B448-93A7-25E975499686}"/>
                  </a:ext>
                </a:extLst>
              </p:cNvPr>
              <p:cNvSpPr/>
              <p:nvPr/>
            </p:nvSpPr>
            <p:spPr>
              <a:xfrm>
                <a:off x="15837750" y="10315040"/>
                <a:ext cx="738754" cy="129608"/>
              </a:xfrm>
              <a:custGeom>
                <a:avLst/>
                <a:gdLst>
                  <a:gd name="connsiteX0" fmla="*/ 64695 w 738754"/>
                  <a:gd name="connsiteY0" fmla="*/ 14955 h 129608"/>
                  <a:gd name="connsiteX1" fmla="*/ 29874 w 738754"/>
                  <a:gd name="connsiteY1" fmla="*/ 29727 h 129608"/>
                  <a:gd name="connsiteX2" fmla="*/ 13707 w 738754"/>
                  <a:gd name="connsiteY2" fmla="*/ 65428 h 129608"/>
                  <a:gd name="connsiteX3" fmla="*/ 29874 w 738754"/>
                  <a:gd name="connsiteY3" fmla="*/ 99897 h 129608"/>
                  <a:gd name="connsiteX4" fmla="*/ 64695 w 738754"/>
                  <a:gd name="connsiteY4" fmla="*/ 115900 h 129608"/>
                  <a:gd name="connsiteX5" fmla="*/ 674066 w 738754"/>
                  <a:gd name="connsiteY5" fmla="*/ 115900 h 129608"/>
                  <a:gd name="connsiteX6" fmla="*/ 710131 w 738754"/>
                  <a:gd name="connsiteY6" fmla="*/ 99897 h 129608"/>
                  <a:gd name="connsiteX7" fmla="*/ 725054 w 738754"/>
                  <a:gd name="connsiteY7" fmla="*/ 65428 h 129608"/>
                  <a:gd name="connsiteX8" fmla="*/ 710131 w 738754"/>
                  <a:gd name="connsiteY8" fmla="*/ 29727 h 129608"/>
                  <a:gd name="connsiteX9" fmla="*/ 674066 w 738754"/>
                  <a:gd name="connsiteY9" fmla="*/ 14955 h 129608"/>
                  <a:gd name="connsiteX10" fmla="*/ 64672 w 738754"/>
                  <a:gd name="connsiteY10" fmla="*/ 0 h 129608"/>
                  <a:gd name="connsiteX11" fmla="*/ 674082 w 738754"/>
                  <a:gd name="connsiteY11" fmla="*/ 0 h 129608"/>
                  <a:gd name="connsiteX12" fmla="*/ 720099 w 738754"/>
                  <a:gd name="connsiteY12" fmla="*/ 19750 h 129608"/>
                  <a:gd name="connsiteX13" fmla="*/ 738754 w 738754"/>
                  <a:gd name="connsiteY13" fmla="*/ 65421 h 129608"/>
                  <a:gd name="connsiteX14" fmla="*/ 720099 w 738754"/>
                  <a:gd name="connsiteY14" fmla="*/ 111093 h 129608"/>
                  <a:gd name="connsiteX15" fmla="*/ 674082 w 738754"/>
                  <a:gd name="connsiteY15" fmla="*/ 129608 h 129608"/>
                  <a:gd name="connsiteX16" fmla="*/ 64672 w 738754"/>
                  <a:gd name="connsiteY16" fmla="*/ 129608 h 129608"/>
                  <a:gd name="connsiteX17" fmla="*/ 18655 w 738754"/>
                  <a:gd name="connsiteY17" fmla="*/ 111093 h 129608"/>
                  <a:gd name="connsiteX18" fmla="*/ 0 w 738754"/>
                  <a:gd name="connsiteY18" fmla="*/ 65421 h 129608"/>
                  <a:gd name="connsiteX19" fmla="*/ 18655 w 738754"/>
                  <a:gd name="connsiteY19" fmla="*/ 19750 h 129608"/>
                  <a:gd name="connsiteX20" fmla="*/ 64672 w 738754"/>
                  <a:gd name="connsiteY20" fmla="*/ 0 h 129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738754" h="129608">
                    <a:moveTo>
                      <a:pt x="64695" y="14955"/>
                    </a:moveTo>
                    <a:cubicBezTo>
                      <a:pt x="51015" y="14955"/>
                      <a:pt x="38579" y="19879"/>
                      <a:pt x="29874" y="29727"/>
                    </a:cubicBezTo>
                    <a:cubicBezTo>
                      <a:pt x="19925" y="39576"/>
                      <a:pt x="13707" y="51886"/>
                      <a:pt x="13707" y="65428"/>
                    </a:cubicBezTo>
                    <a:cubicBezTo>
                      <a:pt x="13707" y="78969"/>
                      <a:pt x="19925" y="91279"/>
                      <a:pt x="29874" y="99897"/>
                    </a:cubicBezTo>
                    <a:cubicBezTo>
                      <a:pt x="38579" y="109745"/>
                      <a:pt x="51015" y="115900"/>
                      <a:pt x="64695" y="115900"/>
                    </a:cubicBezTo>
                    <a:lnTo>
                      <a:pt x="674066" y="115900"/>
                    </a:lnTo>
                    <a:cubicBezTo>
                      <a:pt x="687746" y="115900"/>
                      <a:pt x="700182" y="109745"/>
                      <a:pt x="710131" y="99897"/>
                    </a:cubicBezTo>
                    <a:cubicBezTo>
                      <a:pt x="720080" y="91279"/>
                      <a:pt x="725054" y="78969"/>
                      <a:pt x="725054" y="65428"/>
                    </a:cubicBezTo>
                    <a:cubicBezTo>
                      <a:pt x="725054" y="51886"/>
                      <a:pt x="720080" y="39576"/>
                      <a:pt x="710131" y="29727"/>
                    </a:cubicBezTo>
                    <a:cubicBezTo>
                      <a:pt x="700182" y="19879"/>
                      <a:pt x="687746" y="14955"/>
                      <a:pt x="674066" y="14955"/>
                    </a:cubicBezTo>
                    <a:close/>
                    <a:moveTo>
                      <a:pt x="64672" y="0"/>
                    </a:moveTo>
                    <a:lnTo>
                      <a:pt x="674082" y="0"/>
                    </a:lnTo>
                    <a:cubicBezTo>
                      <a:pt x="691494" y="0"/>
                      <a:pt x="707662" y="6172"/>
                      <a:pt x="720099" y="19750"/>
                    </a:cubicBezTo>
                    <a:cubicBezTo>
                      <a:pt x="732536" y="32093"/>
                      <a:pt x="738754" y="48140"/>
                      <a:pt x="738754" y="65421"/>
                    </a:cubicBezTo>
                    <a:cubicBezTo>
                      <a:pt x="738754" y="82702"/>
                      <a:pt x="732536" y="98749"/>
                      <a:pt x="720099" y="111093"/>
                    </a:cubicBezTo>
                    <a:cubicBezTo>
                      <a:pt x="707662" y="123436"/>
                      <a:pt x="691494" y="129608"/>
                      <a:pt x="674082" y="129608"/>
                    </a:cubicBezTo>
                    <a:lnTo>
                      <a:pt x="64672" y="129608"/>
                    </a:lnTo>
                    <a:cubicBezTo>
                      <a:pt x="48504" y="129608"/>
                      <a:pt x="31092" y="123436"/>
                      <a:pt x="18655" y="111093"/>
                    </a:cubicBezTo>
                    <a:cubicBezTo>
                      <a:pt x="6218" y="98749"/>
                      <a:pt x="0" y="82702"/>
                      <a:pt x="0" y="65421"/>
                    </a:cubicBezTo>
                    <a:cubicBezTo>
                      <a:pt x="0" y="48140"/>
                      <a:pt x="6218" y="32093"/>
                      <a:pt x="18655" y="19750"/>
                    </a:cubicBezTo>
                    <a:cubicBezTo>
                      <a:pt x="31092" y="6172"/>
                      <a:pt x="48504" y="0"/>
                      <a:pt x="646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1" name="Freeform 150">
                <a:extLst>
                  <a:ext uri="{FF2B5EF4-FFF2-40B4-BE49-F238E27FC236}">
                    <a16:creationId xmlns:a16="http://schemas.microsoft.com/office/drawing/2014/main" id="{651D31B4-EF17-A441-86A3-CFA63D361A07}"/>
                  </a:ext>
                </a:extLst>
              </p:cNvPr>
              <p:cNvSpPr/>
              <p:nvPr/>
            </p:nvSpPr>
            <p:spPr>
              <a:xfrm>
                <a:off x="15125161" y="10273915"/>
                <a:ext cx="220505" cy="21185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78" h="171">
                    <a:moveTo>
                      <a:pt x="106" y="9"/>
                    </a:moveTo>
                    <a:lnTo>
                      <a:pt x="114" y="21"/>
                    </a:lnTo>
                    <a:lnTo>
                      <a:pt x="122" y="33"/>
                    </a:lnTo>
                    <a:cubicBezTo>
                      <a:pt x="124" y="36"/>
                      <a:pt x="125" y="37"/>
                      <a:pt x="128" y="38"/>
                    </a:cubicBezTo>
                    <a:cubicBezTo>
                      <a:pt x="130" y="40"/>
                      <a:pt x="132" y="41"/>
                      <a:pt x="135" y="42"/>
                    </a:cubicBezTo>
                    <a:lnTo>
                      <a:pt x="149" y="46"/>
                    </a:lnTo>
                    <a:lnTo>
                      <a:pt x="163" y="50"/>
                    </a:lnTo>
                    <a:cubicBezTo>
                      <a:pt x="170" y="52"/>
                      <a:pt x="175" y="58"/>
                      <a:pt x="177" y="64"/>
                    </a:cubicBezTo>
                    <a:cubicBezTo>
                      <a:pt x="179" y="71"/>
                      <a:pt x="178" y="78"/>
                      <a:pt x="173" y="84"/>
                    </a:cubicBezTo>
                    <a:lnTo>
                      <a:pt x="165" y="95"/>
                    </a:lnTo>
                    <a:lnTo>
                      <a:pt x="155" y="106"/>
                    </a:lnTo>
                    <a:cubicBezTo>
                      <a:pt x="153" y="108"/>
                      <a:pt x="152" y="110"/>
                      <a:pt x="152" y="113"/>
                    </a:cubicBezTo>
                    <a:cubicBezTo>
                      <a:pt x="151" y="115"/>
                      <a:pt x="151" y="118"/>
                      <a:pt x="151" y="120"/>
                    </a:cubicBezTo>
                    <a:lnTo>
                      <a:pt x="151" y="135"/>
                    </a:lnTo>
                    <a:lnTo>
                      <a:pt x="152" y="149"/>
                    </a:lnTo>
                    <a:cubicBezTo>
                      <a:pt x="152" y="157"/>
                      <a:pt x="149" y="163"/>
                      <a:pt x="143" y="168"/>
                    </a:cubicBezTo>
                    <a:cubicBezTo>
                      <a:pt x="138" y="171"/>
                      <a:pt x="130" y="173"/>
                      <a:pt x="123" y="170"/>
                    </a:cubicBezTo>
                    <a:lnTo>
                      <a:pt x="110" y="165"/>
                    </a:lnTo>
                    <a:lnTo>
                      <a:pt x="97" y="160"/>
                    </a:lnTo>
                    <a:cubicBezTo>
                      <a:pt x="94" y="158"/>
                      <a:pt x="92" y="158"/>
                      <a:pt x="89" y="158"/>
                    </a:cubicBezTo>
                    <a:cubicBezTo>
                      <a:pt x="86" y="158"/>
                      <a:pt x="84" y="158"/>
                      <a:pt x="81" y="160"/>
                    </a:cubicBezTo>
                    <a:lnTo>
                      <a:pt x="68" y="165"/>
                    </a:lnTo>
                    <a:lnTo>
                      <a:pt x="55" y="170"/>
                    </a:lnTo>
                    <a:cubicBezTo>
                      <a:pt x="48" y="173"/>
                      <a:pt x="40" y="171"/>
                      <a:pt x="34" y="168"/>
                    </a:cubicBezTo>
                    <a:cubicBezTo>
                      <a:pt x="29" y="163"/>
                      <a:pt x="25" y="157"/>
                      <a:pt x="26" y="149"/>
                    </a:cubicBezTo>
                    <a:lnTo>
                      <a:pt x="26" y="135"/>
                    </a:lnTo>
                    <a:lnTo>
                      <a:pt x="27" y="120"/>
                    </a:lnTo>
                    <a:cubicBezTo>
                      <a:pt x="27" y="118"/>
                      <a:pt x="27" y="115"/>
                      <a:pt x="26" y="113"/>
                    </a:cubicBezTo>
                    <a:cubicBezTo>
                      <a:pt x="25" y="110"/>
                      <a:pt x="24" y="108"/>
                      <a:pt x="22" y="106"/>
                    </a:cubicBezTo>
                    <a:lnTo>
                      <a:pt x="14" y="95"/>
                    </a:lnTo>
                    <a:lnTo>
                      <a:pt x="5" y="84"/>
                    </a:lnTo>
                    <a:cubicBezTo>
                      <a:pt x="0" y="78"/>
                      <a:pt x="-1" y="71"/>
                      <a:pt x="1" y="64"/>
                    </a:cubicBezTo>
                    <a:cubicBezTo>
                      <a:pt x="3" y="58"/>
                      <a:pt x="8" y="52"/>
                      <a:pt x="15" y="50"/>
                    </a:cubicBezTo>
                    <a:lnTo>
                      <a:pt x="30" y="46"/>
                    </a:lnTo>
                    <a:lnTo>
                      <a:pt x="43" y="42"/>
                    </a:lnTo>
                    <a:cubicBezTo>
                      <a:pt x="46" y="41"/>
                      <a:pt x="48" y="40"/>
                      <a:pt x="50" y="38"/>
                    </a:cubicBezTo>
                    <a:cubicBezTo>
                      <a:pt x="52" y="37"/>
                      <a:pt x="54" y="36"/>
                      <a:pt x="55" y="33"/>
                    </a:cubicBezTo>
                    <a:lnTo>
                      <a:pt x="63" y="21"/>
                    </a:lnTo>
                    <a:lnTo>
                      <a:pt x="71" y="9"/>
                    </a:lnTo>
                    <a:cubicBezTo>
                      <a:pt x="75" y="3"/>
                      <a:pt x="82" y="0"/>
                      <a:pt x="89" y="0"/>
                    </a:cubicBezTo>
                    <a:cubicBezTo>
                      <a:pt x="95" y="0"/>
                      <a:pt x="103" y="3"/>
                      <a:pt x="106" y="9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8" name="Freeform 357">
                <a:extLst>
                  <a:ext uri="{FF2B5EF4-FFF2-40B4-BE49-F238E27FC236}">
                    <a16:creationId xmlns:a16="http://schemas.microsoft.com/office/drawing/2014/main" id="{1D3FB5EB-5AFC-0743-AD9D-3D6365894F63}"/>
                  </a:ext>
                </a:extLst>
              </p:cNvPr>
              <p:cNvSpPr/>
              <p:nvPr/>
            </p:nvSpPr>
            <p:spPr>
              <a:xfrm>
                <a:off x="15119216" y="10266434"/>
                <a:ext cx="234656" cy="227321"/>
              </a:xfrm>
              <a:custGeom>
                <a:avLst/>
                <a:gdLst>
                  <a:gd name="connsiteX0" fmla="*/ 116193 w 234656"/>
                  <a:gd name="connsiteY0" fmla="*/ 14958 h 227321"/>
                  <a:gd name="connsiteX1" fmla="*/ 100095 w 234656"/>
                  <a:gd name="connsiteY1" fmla="*/ 23627 h 227321"/>
                  <a:gd name="connsiteX2" fmla="*/ 80283 w 234656"/>
                  <a:gd name="connsiteY2" fmla="*/ 52111 h 227321"/>
                  <a:gd name="connsiteX3" fmla="*/ 71615 w 234656"/>
                  <a:gd name="connsiteY3" fmla="*/ 60780 h 227321"/>
                  <a:gd name="connsiteX4" fmla="*/ 61708 w 234656"/>
                  <a:gd name="connsiteY4" fmla="*/ 66972 h 227321"/>
                  <a:gd name="connsiteX5" fmla="*/ 27036 w 234656"/>
                  <a:gd name="connsiteY5" fmla="*/ 76880 h 227321"/>
                  <a:gd name="connsiteX6" fmla="*/ 13415 w 234656"/>
                  <a:gd name="connsiteY6" fmla="*/ 89264 h 227321"/>
                  <a:gd name="connsiteX7" fmla="*/ 17130 w 234656"/>
                  <a:gd name="connsiteY7" fmla="*/ 106602 h 227321"/>
                  <a:gd name="connsiteX8" fmla="*/ 39419 w 234656"/>
                  <a:gd name="connsiteY8" fmla="*/ 133848 h 227321"/>
                  <a:gd name="connsiteX9" fmla="*/ 45611 w 234656"/>
                  <a:gd name="connsiteY9" fmla="*/ 144994 h 227321"/>
                  <a:gd name="connsiteX10" fmla="*/ 46849 w 234656"/>
                  <a:gd name="connsiteY10" fmla="*/ 157378 h 227321"/>
                  <a:gd name="connsiteX11" fmla="*/ 44372 w 234656"/>
                  <a:gd name="connsiteY11" fmla="*/ 192055 h 227321"/>
                  <a:gd name="connsiteX12" fmla="*/ 53040 w 234656"/>
                  <a:gd name="connsiteY12" fmla="*/ 209393 h 227321"/>
                  <a:gd name="connsiteX13" fmla="*/ 71615 w 234656"/>
                  <a:gd name="connsiteY13" fmla="*/ 211870 h 227321"/>
                  <a:gd name="connsiteX14" fmla="*/ 103810 w 234656"/>
                  <a:gd name="connsiteY14" fmla="*/ 198247 h 227321"/>
                  <a:gd name="connsiteX15" fmla="*/ 116193 w 234656"/>
                  <a:gd name="connsiteY15" fmla="*/ 195770 h 227321"/>
                  <a:gd name="connsiteX16" fmla="*/ 128576 w 234656"/>
                  <a:gd name="connsiteY16" fmla="*/ 198247 h 227321"/>
                  <a:gd name="connsiteX17" fmla="*/ 160771 w 234656"/>
                  <a:gd name="connsiteY17" fmla="*/ 211870 h 227321"/>
                  <a:gd name="connsiteX18" fmla="*/ 179346 w 234656"/>
                  <a:gd name="connsiteY18" fmla="*/ 209393 h 227321"/>
                  <a:gd name="connsiteX19" fmla="*/ 186775 w 234656"/>
                  <a:gd name="connsiteY19" fmla="*/ 192055 h 227321"/>
                  <a:gd name="connsiteX20" fmla="*/ 185537 w 234656"/>
                  <a:gd name="connsiteY20" fmla="*/ 157378 h 227321"/>
                  <a:gd name="connsiteX21" fmla="*/ 186775 w 234656"/>
                  <a:gd name="connsiteY21" fmla="*/ 144994 h 227321"/>
                  <a:gd name="connsiteX22" fmla="*/ 192967 w 234656"/>
                  <a:gd name="connsiteY22" fmla="*/ 133848 h 227321"/>
                  <a:gd name="connsiteX23" fmla="*/ 215256 w 234656"/>
                  <a:gd name="connsiteY23" fmla="*/ 106602 h 227321"/>
                  <a:gd name="connsiteX24" fmla="*/ 217733 w 234656"/>
                  <a:gd name="connsiteY24" fmla="*/ 89264 h 227321"/>
                  <a:gd name="connsiteX25" fmla="*/ 205350 w 234656"/>
                  <a:gd name="connsiteY25" fmla="*/ 76880 h 227321"/>
                  <a:gd name="connsiteX26" fmla="*/ 170678 w 234656"/>
                  <a:gd name="connsiteY26" fmla="*/ 66972 h 227321"/>
                  <a:gd name="connsiteX27" fmla="*/ 159533 w 234656"/>
                  <a:gd name="connsiteY27" fmla="*/ 60780 h 227321"/>
                  <a:gd name="connsiteX28" fmla="*/ 152103 w 234656"/>
                  <a:gd name="connsiteY28" fmla="*/ 52111 h 227321"/>
                  <a:gd name="connsiteX29" fmla="*/ 132291 w 234656"/>
                  <a:gd name="connsiteY29" fmla="*/ 23627 h 227321"/>
                  <a:gd name="connsiteX30" fmla="*/ 116193 w 234656"/>
                  <a:gd name="connsiteY30" fmla="*/ 14958 h 227321"/>
                  <a:gd name="connsiteX31" fmla="*/ 117435 w 234656"/>
                  <a:gd name="connsiteY31" fmla="*/ 0 h 227321"/>
                  <a:gd name="connsiteX32" fmla="*/ 144698 w 234656"/>
                  <a:gd name="connsiteY32" fmla="*/ 14873 h 227321"/>
                  <a:gd name="connsiteX33" fmla="*/ 164525 w 234656"/>
                  <a:gd name="connsiteY33" fmla="*/ 44619 h 227321"/>
                  <a:gd name="connsiteX34" fmla="*/ 169482 w 234656"/>
                  <a:gd name="connsiteY34" fmla="*/ 49577 h 227321"/>
                  <a:gd name="connsiteX35" fmla="*/ 175678 w 234656"/>
                  <a:gd name="connsiteY35" fmla="*/ 52056 h 227321"/>
                  <a:gd name="connsiteX36" fmla="*/ 210375 w 234656"/>
                  <a:gd name="connsiteY36" fmla="*/ 61971 h 227321"/>
                  <a:gd name="connsiteX37" fmla="*/ 232681 w 234656"/>
                  <a:gd name="connsiteY37" fmla="*/ 84281 h 227321"/>
                  <a:gd name="connsiteX38" fmla="*/ 226485 w 234656"/>
                  <a:gd name="connsiteY38" fmla="*/ 116506 h 227321"/>
                  <a:gd name="connsiteX39" fmla="*/ 205418 w 234656"/>
                  <a:gd name="connsiteY39" fmla="*/ 143773 h 227321"/>
                  <a:gd name="connsiteX40" fmla="*/ 201701 w 234656"/>
                  <a:gd name="connsiteY40" fmla="*/ 148730 h 227321"/>
                  <a:gd name="connsiteX41" fmla="*/ 201701 w 234656"/>
                  <a:gd name="connsiteY41" fmla="*/ 156167 h 227321"/>
                  <a:gd name="connsiteX42" fmla="*/ 202940 w 234656"/>
                  <a:gd name="connsiteY42" fmla="*/ 192110 h 227321"/>
                  <a:gd name="connsiteX43" fmla="*/ 189309 w 234656"/>
                  <a:gd name="connsiteY43" fmla="*/ 220617 h 227321"/>
                  <a:gd name="connsiteX44" fmla="*/ 169482 w 234656"/>
                  <a:gd name="connsiteY44" fmla="*/ 226814 h 227321"/>
                  <a:gd name="connsiteX45" fmla="*/ 157090 w 234656"/>
                  <a:gd name="connsiteY45" fmla="*/ 225575 h 227321"/>
                  <a:gd name="connsiteX46" fmla="*/ 124870 w 234656"/>
                  <a:gd name="connsiteY46" fmla="*/ 211941 h 227321"/>
                  <a:gd name="connsiteX47" fmla="*/ 110000 w 234656"/>
                  <a:gd name="connsiteY47" fmla="*/ 211941 h 227321"/>
                  <a:gd name="connsiteX48" fmla="*/ 77781 w 234656"/>
                  <a:gd name="connsiteY48" fmla="*/ 225575 h 227321"/>
                  <a:gd name="connsiteX49" fmla="*/ 45561 w 234656"/>
                  <a:gd name="connsiteY49" fmla="*/ 220617 h 227321"/>
                  <a:gd name="connsiteX50" fmla="*/ 31930 w 234656"/>
                  <a:gd name="connsiteY50" fmla="*/ 192110 h 227321"/>
                  <a:gd name="connsiteX51" fmla="*/ 33169 w 234656"/>
                  <a:gd name="connsiteY51" fmla="*/ 156167 h 227321"/>
                  <a:gd name="connsiteX52" fmla="*/ 33169 w 234656"/>
                  <a:gd name="connsiteY52" fmla="*/ 148730 h 227321"/>
                  <a:gd name="connsiteX53" fmla="*/ 29452 w 234656"/>
                  <a:gd name="connsiteY53" fmla="*/ 143773 h 227321"/>
                  <a:gd name="connsiteX54" fmla="*/ 7146 w 234656"/>
                  <a:gd name="connsiteY54" fmla="*/ 116506 h 227321"/>
                  <a:gd name="connsiteX55" fmla="*/ 950 w 234656"/>
                  <a:gd name="connsiteY55" fmla="*/ 84281 h 227321"/>
                  <a:gd name="connsiteX56" fmla="*/ 24495 w 234656"/>
                  <a:gd name="connsiteY56" fmla="*/ 61971 h 227321"/>
                  <a:gd name="connsiteX57" fmla="*/ 59193 w 234656"/>
                  <a:gd name="connsiteY57" fmla="*/ 52056 h 227321"/>
                  <a:gd name="connsiteX58" fmla="*/ 65389 w 234656"/>
                  <a:gd name="connsiteY58" fmla="*/ 49577 h 227321"/>
                  <a:gd name="connsiteX59" fmla="*/ 69106 w 234656"/>
                  <a:gd name="connsiteY59" fmla="*/ 44619 h 227321"/>
                  <a:gd name="connsiteX60" fmla="*/ 88933 w 234656"/>
                  <a:gd name="connsiteY60" fmla="*/ 14873 h 227321"/>
                  <a:gd name="connsiteX61" fmla="*/ 117435 w 234656"/>
                  <a:gd name="connsiteY61" fmla="*/ 0 h 2273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34656" h="227321">
                    <a:moveTo>
                      <a:pt x="116193" y="14958"/>
                    </a:moveTo>
                    <a:cubicBezTo>
                      <a:pt x="110002" y="14958"/>
                      <a:pt x="103810" y="17435"/>
                      <a:pt x="100095" y="23627"/>
                    </a:cubicBezTo>
                    <a:lnTo>
                      <a:pt x="80283" y="52111"/>
                    </a:lnTo>
                    <a:cubicBezTo>
                      <a:pt x="77806" y="55826"/>
                      <a:pt x="75329" y="59542"/>
                      <a:pt x="71615" y="60780"/>
                    </a:cubicBezTo>
                    <a:cubicBezTo>
                      <a:pt x="69138" y="63257"/>
                      <a:pt x="65423" y="65734"/>
                      <a:pt x="61708" y="66972"/>
                    </a:cubicBezTo>
                    <a:lnTo>
                      <a:pt x="27036" y="76880"/>
                    </a:lnTo>
                    <a:cubicBezTo>
                      <a:pt x="20845" y="78118"/>
                      <a:pt x="15892" y="83072"/>
                      <a:pt x="13415" y="89264"/>
                    </a:cubicBezTo>
                    <a:cubicBezTo>
                      <a:pt x="12177" y="95456"/>
                      <a:pt x="13415" y="102887"/>
                      <a:pt x="17130" y="106602"/>
                    </a:cubicBezTo>
                    <a:lnTo>
                      <a:pt x="39419" y="133848"/>
                    </a:lnTo>
                    <a:cubicBezTo>
                      <a:pt x="41896" y="137563"/>
                      <a:pt x="44372" y="141279"/>
                      <a:pt x="45611" y="144994"/>
                    </a:cubicBezTo>
                    <a:cubicBezTo>
                      <a:pt x="45611" y="148709"/>
                      <a:pt x="46849" y="152425"/>
                      <a:pt x="46849" y="157378"/>
                    </a:cubicBezTo>
                    <a:lnTo>
                      <a:pt x="44372" y="192055"/>
                    </a:lnTo>
                    <a:cubicBezTo>
                      <a:pt x="44372" y="199485"/>
                      <a:pt x="48087" y="205677"/>
                      <a:pt x="53040" y="209393"/>
                    </a:cubicBezTo>
                    <a:cubicBezTo>
                      <a:pt x="57993" y="213108"/>
                      <a:pt x="65423" y="213108"/>
                      <a:pt x="71615" y="211870"/>
                    </a:cubicBezTo>
                    <a:lnTo>
                      <a:pt x="103810" y="198247"/>
                    </a:lnTo>
                    <a:cubicBezTo>
                      <a:pt x="107525" y="197008"/>
                      <a:pt x="112478" y="195770"/>
                      <a:pt x="116193" y="195770"/>
                    </a:cubicBezTo>
                    <a:cubicBezTo>
                      <a:pt x="121146" y="195770"/>
                      <a:pt x="123623" y="197008"/>
                      <a:pt x="128576" y="198247"/>
                    </a:cubicBezTo>
                    <a:lnTo>
                      <a:pt x="160771" y="211870"/>
                    </a:lnTo>
                    <a:cubicBezTo>
                      <a:pt x="166963" y="213108"/>
                      <a:pt x="173154" y="213108"/>
                      <a:pt x="179346" y="209393"/>
                    </a:cubicBezTo>
                    <a:cubicBezTo>
                      <a:pt x="185537" y="205677"/>
                      <a:pt x="188014" y="199485"/>
                      <a:pt x="186775" y="192055"/>
                    </a:cubicBezTo>
                    <a:lnTo>
                      <a:pt x="185537" y="157378"/>
                    </a:lnTo>
                    <a:cubicBezTo>
                      <a:pt x="185537" y="152425"/>
                      <a:pt x="185537" y="148709"/>
                      <a:pt x="186775" y="144994"/>
                    </a:cubicBezTo>
                    <a:cubicBezTo>
                      <a:pt x="188014" y="141279"/>
                      <a:pt x="190490" y="137563"/>
                      <a:pt x="192967" y="133848"/>
                    </a:cubicBezTo>
                    <a:lnTo>
                      <a:pt x="215256" y="106602"/>
                    </a:lnTo>
                    <a:cubicBezTo>
                      <a:pt x="218971" y="102887"/>
                      <a:pt x="220209" y="95456"/>
                      <a:pt x="217733" y="89264"/>
                    </a:cubicBezTo>
                    <a:cubicBezTo>
                      <a:pt x="216494" y="83072"/>
                      <a:pt x="211541" y="78118"/>
                      <a:pt x="205350" y="76880"/>
                    </a:cubicBezTo>
                    <a:lnTo>
                      <a:pt x="170678" y="66972"/>
                    </a:lnTo>
                    <a:cubicBezTo>
                      <a:pt x="166963" y="65734"/>
                      <a:pt x="163248" y="63257"/>
                      <a:pt x="159533" y="60780"/>
                    </a:cubicBezTo>
                    <a:cubicBezTo>
                      <a:pt x="157057" y="59542"/>
                      <a:pt x="153342" y="55826"/>
                      <a:pt x="152103" y="52111"/>
                    </a:cubicBezTo>
                    <a:lnTo>
                      <a:pt x="132291" y="23627"/>
                    </a:lnTo>
                    <a:cubicBezTo>
                      <a:pt x="128576" y="17435"/>
                      <a:pt x="122384" y="14958"/>
                      <a:pt x="116193" y="14958"/>
                    </a:cubicBezTo>
                    <a:close/>
                    <a:moveTo>
                      <a:pt x="117435" y="0"/>
                    </a:moveTo>
                    <a:cubicBezTo>
                      <a:pt x="128588" y="0"/>
                      <a:pt x="138502" y="6197"/>
                      <a:pt x="144698" y="14873"/>
                    </a:cubicBezTo>
                    <a:lnTo>
                      <a:pt x="164525" y="44619"/>
                    </a:lnTo>
                    <a:cubicBezTo>
                      <a:pt x="167003" y="47098"/>
                      <a:pt x="168242" y="48337"/>
                      <a:pt x="169482" y="49577"/>
                    </a:cubicBezTo>
                    <a:cubicBezTo>
                      <a:pt x="171960" y="50816"/>
                      <a:pt x="173199" y="52056"/>
                      <a:pt x="175678" y="52056"/>
                    </a:cubicBezTo>
                    <a:lnTo>
                      <a:pt x="210375" y="61971"/>
                    </a:lnTo>
                    <a:cubicBezTo>
                      <a:pt x="221528" y="65689"/>
                      <a:pt x="230202" y="73126"/>
                      <a:pt x="232681" y="84281"/>
                    </a:cubicBezTo>
                    <a:cubicBezTo>
                      <a:pt x="236398" y="95435"/>
                      <a:pt x="235159" y="107830"/>
                      <a:pt x="226485" y="116506"/>
                    </a:cubicBezTo>
                    <a:lnTo>
                      <a:pt x="205418" y="143773"/>
                    </a:lnTo>
                    <a:cubicBezTo>
                      <a:pt x="202940" y="145012"/>
                      <a:pt x="202940" y="147491"/>
                      <a:pt x="201701" y="148730"/>
                    </a:cubicBezTo>
                    <a:cubicBezTo>
                      <a:pt x="201701" y="151209"/>
                      <a:pt x="201701" y="153688"/>
                      <a:pt x="201701" y="156167"/>
                    </a:cubicBezTo>
                    <a:lnTo>
                      <a:pt x="202940" y="192110"/>
                    </a:lnTo>
                    <a:cubicBezTo>
                      <a:pt x="202940" y="203265"/>
                      <a:pt x="197983" y="214420"/>
                      <a:pt x="189309" y="220617"/>
                    </a:cubicBezTo>
                    <a:cubicBezTo>
                      <a:pt x="183113" y="225575"/>
                      <a:pt x="175678" y="226814"/>
                      <a:pt x="169482" y="226814"/>
                    </a:cubicBezTo>
                    <a:cubicBezTo>
                      <a:pt x="164525" y="226814"/>
                      <a:pt x="160807" y="226814"/>
                      <a:pt x="157090" y="225575"/>
                    </a:cubicBezTo>
                    <a:lnTo>
                      <a:pt x="124870" y="211941"/>
                    </a:lnTo>
                    <a:cubicBezTo>
                      <a:pt x="119913" y="209462"/>
                      <a:pt x="114957" y="209462"/>
                      <a:pt x="110000" y="211941"/>
                    </a:cubicBezTo>
                    <a:lnTo>
                      <a:pt x="77781" y="225575"/>
                    </a:lnTo>
                    <a:cubicBezTo>
                      <a:pt x="66628" y="229293"/>
                      <a:pt x="55475" y="226814"/>
                      <a:pt x="45561" y="220617"/>
                    </a:cubicBezTo>
                    <a:cubicBezTo>
                      <a:pt x="36887" y="214420"/>
                      <a:pt x="31930" y="203265"/>
                      <a:pt x="31930" y="192110"/>
                    </a:cubicBezTo>
                    <a:lnTo>
                      <a:pt x="33169" y="156167"/>
                    </a:lnTo>
                    <a:cubicBezTo>
                      <a:pt x="33169" y="153688"/>
                      <a:pt x="33169" y="151209"/>
                      <a:pt x="33169" y="148730"/>
                    </a:cubicBezTo>
                    <a:cubicBezTo>
                      <a:pt x="31930" y="147491"/>
                      <a:pt x="30691" y="145012"/>
                      <a:pt x="29452" y="143773"/>
                    </a:cubicBezTo>
                    <a:lnTo>
                      <a:pt x="7146" y="116506"/>
                    </a:lnTo>
                    <a:cubicBezTo>
                      <a:pt x="950" y="107830"/>
                      <a:pt x="-1528" y="95435"/>
                      <a:pt x="950" y="84281"/>
                    </a:cubicBezTo>
                    <a:cubicBezTo>
                      <a:pt x="4668" y="73126"/>
                      <a:pt x="13342" y="65689"/>
                      <a:pt x="24495" y="61971"/>
                    </a:cubicBezTo>
                    <a:lnTo>
                      <a:pt x="59193" y="52056"/>
                    </a:lnTo>
                    <a:cubicBezTo>
                      <a:pt x="60432" y="52056"/>
                      <a:pt x="62910" y="50816"/>
                      <a:pt x="65389" y="49577"/>
                    </a:cubicBezTo>
                    <a:cubicBezTo>
                      <a:pt x="66628" y="48337"/>
                      <a:pt x="69106" y="47098"/>
                      <a:pt x="69106" y="44619"/>
                    </a:cubicBezTo>
                    <a:lnTo>
                      <a:pt x="88933" y="14873"/>
                    </a:lnTo>
                    <a:cubicBezTo>
                      <a:pt x="95129" y="6197"/>
                      <a:pt x="106282" y="0"/>
                      <a:pt x="11743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4" name="Freeform 153">
                <a:extLst>
                  <a:ext uri="{FF2B5EF4-FFF2-40B4-BE49-F238E27FC236}">
                    <a16:creationId xmlns:a16="http://schemas.microsoft.com/office/drawing/2014/main" id="{2D3C5782-BD1A-D448-8350-72052238F4B6}"/>
                  </a:ext>
                </a:extLst>
              </p:cNvPr>
              <p:cNvSpPr/>
              <p:nvPr/>
            </p:nvSpPr>
            <p:spPr>
              <a:xfrm>
                <a:off x="15047922" y="9739279"/>
                <a:ext cx="12458" cy="4723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380">
                    <a:moveTo>
                      <a:pt x="6" y="380"/>
                    </a:moveTo>
                    <a:cubicBezTo>
                      <a:pt x="3" y="380"/>
                      <a:pt x="0" y="378"/>
                      <a:pt x="0" y="375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1" y="3"/>
                      <a:pt x="11" y="6"/>
                    </a:cubicBezTo>
                    <a:lnTo>
                      <a:pt x="11" y="375"/>
                    </a:lnTo>
                    <a:cubicBezTo>
                      <a:pt x="11" y="378"/>
                      <a:pt x="9" y="380"/>
                      <a:pt x="6" y="38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5" name="Freeform 154">
                <a:extLst>
                  <a:ext uri="{FF2B5EF4-FFF2-40B4-BE49-F238E27FC236}">
                    <a16:creationId xmlns:a16="http://schemas.microsoft.com/office/drawing/2014/main" id="{3646C440-A0DE-6540-A515-68E6800CF7C3}"/>
                  </a:ext>
                </a:extLst>
              </p:cNvPr>
              <p:cNvSpPr/>
              <p:nvPr/>
            </p:nvSpPr>
            <p:spPr>
              <a:xfrm>
                <a:off x="16556572" y="9739279"/>
                <a:ext cx="13704" cy="4723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380">
                    <a:moveTo>
                      <a:pt x="6" y="380"/>
                    </a:moveTo>
                    <a:cubicBezTo>
                      <a:pt x="3" y="380"/>
                      <a:pt x="0" y="378"/>
                      <a:pt x="0" y="375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lnTo>
                      <a:pt x="12" y="375"/>
                    </a:lnTo>
                    <a:cubicBezTo>
                      <a:pt x="12" y="378"/>
                      <a:pt x="9" y="380"/>
                      <a:pt x="6" y="38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6" name="Freeform 155">
                <a:extLst>
                  <a:ext uri="{FF2B5EF4-FFF2-40B4-BE49-F238E27FC236}">
                    <a16:creationId xmlns:a16="http://schemas.microsoft.com/office/drawing/2014/main" id="{3CF01B2C-296C-A941-9478-3941BB85E06A}"/>
                  </a:ext>
                </a:extLst>
              </p:cNvPr>
              <p:cNvSpPr/>
              <p:nvPr/>
            </p:nvSpPr>
            <p:spPr>
              <a:xfrm>
                <a:off x="15515094" y="9739279"/>
                <a:ext cx="13704" cy="4723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380">
                    <a:moveTo>
                      <a:pt x="6" y="380"/>
                    </a:moveTo>
                    <a:cubicBezTo>
                      <a:pt x="3" y="380"/>
                      <a:pt x="0" y="378"/>
                      <a:pt x="0" y="375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2" y="3"/>
                      <a:pt x="12" y="6"/>
                    </a:cubicBezTo>
                    <a:lnTo>
                      <a:pt x="12" y="375"/>
                    </a:lnTo>
                    <a:cubicBezTo>
                      <a:pt x="12" y="378"/>
                      <a:pt x="9" y="380"/>
                      <a:pt x="6" y="38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84A036EF-7144-AB46-AA29-2000181E6D8C}"/>
                  </a:ext>
                </a:extLst>
              </p:cNvPr>
              <p:cNvSpPr/>
              <p:nvPr/>
            </p:nvSpPr>
            <p:spPr>
              <a:xfrm>
                <a:off x="16089404" y="9739279"/>
                <a:ext cx="12458" cy="4723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380">
                    <a:moveTo>
                      <a:pt x="6" y="380"/>
                    </a:moveTo>
                    <a:cubicBezTo>
                      <a:pt x="3" y="380"/>
                      <a:pt x="0" y="378"/>
                      <a:pt x="0" y="375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9" y="0"/>
                      <a:pt x="11" y="3"/>
                      <a:pt x="11" y="6"/>
                    </a:cubicBezTo>
                    <a:lnTo>
                      <a:pt x="11" y="375"/>
                    </a:lnTo>
                    <a:cubicBezTo>
                      <a:pt x="11" y="378"/>
                      <a:pt x="9" y="380"/>
                      <a:pt x="6" y="38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5AC50C2-5D40-4B40-8553-A6C14EDD6252}"/>
                </a:ext>
              </a:extLst>
            </p:cNvPr>
            <p:cNvGrpSpPr/>
            <p:nvPr/>
          </p:nvGrpSpPr>
          <p:grpSpPr>
            <a:xfrm>
              <a:off x="16622601" y="8424507"/>
              <a:ext cx="3682558" cy="1033128"/>
              <a:chOff x="16622601" y="8424507"/>
              <a:chExt cx="3682558" cy="1033128"/>
            </a:xfrm>
          </p:grpSpPr>
          <p:sp>
            <p:nvSpPr>
              <p:cNvPr id="158" name="Freeform 157">
                <a:extLst>
                  <a:ext uri="{FF2B5EF4-FFF2-40B4-BE49-F238E27FC236}">
                    <a16:creationId xmlns:a16="http://schemas.microsoft.com/office/drawing/2014/main" id="{F4798C2B-81D0-CA44-BC97-C27453D21C71}"/>
                  </a:ext>
                </a:extLst>
              </p:cNvPr>
              <p:cNvSpPr/>
              <p:nvPr/>
            </p:nvSpPr>
            <p:spPr>
              <a:xfrm>
                <a:off x="16630077" y="9047621"/>
                <a:ext cx="148249" cy="1483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0" h="120">
                    <a:moveTo>
                      <a:pt x="120" y="60"/>
                    </a:moveTo>
                    <a:cubicBezTo>
                      <a:pt x="120" y="94"/>
                      <a:pt x="93" y="120"/>
                      <a:pt x="60" y="120"/>
                    </a:cubicBezTo>
                    <a:cubicBezTo>
                      <a:pt x="27" y="120"/>
                      <a:pt x="0" y="94"/>
                      <a:pt x="0" y="60"/>
                    </a:cubicBezTo>
                    <a:cubicBezTo>
                      <a:pt x="0" y="27"/>
                      <a:pt x="27" y="0"/>
                      <a:pt x="60" y="0"/>
                    </a:cubicBezTo>
                    <a:cubicBezTo>
                      <a:pt x="93" y="0"/>
                      <a:pt x="120" y="27"/>
                      <a:pt x="120" y="6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9" name="Freeform 358">
                <a:extLst>
                  <a:ext uri="{FF2B5EF4-FFF2-40B4-BE49-F238E27FC236}">
                    <a16:creationId xmlns:a16="http://schemas.microsoft.com/office/drawing/2014/main" id="{2CF5AC8D-7A2C-8A49-A8CB-BEE8C52464AA}"/>
                  </a:ext>
                </a:extLst>
              </p:cNvPr>
              <p:cNvSpPr/>
              <p:nvPr/>
            </p:nvSpPr>
            <p:spPr>
              <a:xfrm>
                <a:off x="16622601" y="9040144"/>
                <a:ext cx="164446" cy="163256"/>
              </a:xfrm>
              <a:custGeom>
                <a:avLst/>
                <a:gdLst>
                  <a:gd name="connsiteX0" fmla="*/ 81606 w 164446"/>
                  <a:gd name="connsiteY0" fmla="*/ 13712 h 163256"/>
                  <a:gd name="connsiteX1" fmla="*/ 14950 w 164446"/>
                  <a:gd name="connsiteY1" fmla="*/ 81626 h 163256"/>
                  <a:gd name="connsiteX2" fmla="*/ 81606 w 164446"/>
                  <a:gd name="connsiteY2" fmla="*/ 148305 h 163256"/>
                  <a:gd name="connsiteX3" fmla="*/ 149496 w 164446"/>
                  <a:gd name="connsiteY3" fmla="*/ 81626 h 163256"/>
                  <a:gd name="connsiteX4" fmla="*/ 81606 w 164446"/>
                  <a:gd name="connsiteY4" fmla="*/ 13712 h 163256"/>
                  <a:gd name="connsiteX5" fmla="*/ 81604 w 164446"/>
                  <a:gd name="connsiteY5" fmla="*/ 0 h 163256"/>
                  <a:gd name="connsiteX6" fmla="*/ 164446 w 164446"/>
                  <a:gd name="connsiteY6" fmla="*/ 81628 h 163256"/>
                  <a:gd name="connsiteX7" fmla="*/ 81604 w 164446"/>
                  <a:gd name="connsiteY7" fmla="*/ 163256 h 163256"/>
                  <a:gd name="connsiteX8" fmla="*/ 0 w 164446"/>
                  <a:gd name="connsiteY8" fmla="*/ 81628 h 163256"/>
                  <a:gd name="connsiteX9" fmla="*/ 81604 w 164446"/>
                  <a:gd name="connsiteY9" fmla="*/ 0 h 163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4446" h="163256">
                    <a:moveTo>
                      <a:pt x="81606" y="13712"/>
                    </a:moveTo>
                    <a:cubicBezTo>
                      <a:pt x="44575" y="13712"/>
                      <a:pt x="14950" y="44582"/>
                      <a:pt x="14950" y="81626"/>
                    </a:cubicBezTo>
                    <a:cubicBezTo>
                      <a:pt x="14950" y="118670"/>
                      <a:pt x="44575" y="148305"/>
                      <a:pt x="81606" y="148305"/>
                    </a:cubicBezTo>
                    <a:cubicBezTo>
                      <a:pt x="119871" y="148305"/>
                      <a:pt x="149496" y="118670"/>
                      <a:pt x="149496" y="81626"/>
                    </a:cubicBezTo>
                    <a:cubicBezTo>
                      <a:pt x="149496" y="44582"/>
                      <a:pt x="119871" y="13712"/>
                      <a:pt x="81606" y="13712"/>
                    </a:cubicBezTo>
                    <a:close/>
                    <a:moveTo>
                      <a:pt x="81604" y="0"/>
                    </a:moveTo>
                    <a:cubicBezTo>
                      <a:pt x="127352" y="0"/>
                      <a:pt x="164446" y="37104"/>
                      <a:pt x="164446" y="81628"/>
                    </a:cubicBezTo>
                    <a:cubicBezTo>
                      <a:pt x="164446" y="127389"/>
                      <a:pt x="127352" y="163256"/>
                      <a:pt x="81604" y="163256"/>
                    </a:cubicBezTo>
                    <a:cubicBezTo>
                      <a:pt x="37093" y="163256"/>
                      <a:pt x="0" y="127389"/>
                      <a:pt x="0" y="81628"/>
                    </a:cubicBezTo>
                    <a:cubicBezTo>
                      <a:pt x="0" y="37104"/>
                      <a:pt x="37093" y="0"/>
                      <a:pt x="8160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1" name="Freeform 160">
                <a:extLst>
                  <a:ext uri="{FF2B5EF4-FFF2-40B4-BE49-F238E27FC236}">
                    <a16:creationId xmlns:a16="http://schemas.microsoft.com/office/drawing/2014/main" id="{DFCB418B-2E9E-1F4D-A914-AC88AC1C7A51}"/>
                  </a:ext>
                </a:extLst>
              </p:cNvPr>
              <p:cNvSpPr/>
              <p:nvPr/>
            </p:nvSpPr>
            <p:spPr>
              <a:xfrm>
                <a:off x="16773343" y="9116168"/>
                <a:ext cx="3531816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36" h="11">
                    <a:moveTo>
                      <a:pt x="2830" y="11"/>
                    </a:moveTo>
                    <a:lnTo>
                      <a:pt x="5" y="11"/>
                    </a:lnTo>
                    <a:cubicBezTo>
                      <a:pt x="2" y="11"/>
                      <a:pt x="0" y="9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2830" y="0"/>
                    </a:lnTo>
                    <a:cubicBezTo>
                      <a:pt x="2833" y="0"/>
                      <a:pt x="2836" y="2"/>
                      <a:pt x="2836" y="5"/>
                    </a:cubicBezTo>
                    <a:cubicBezTo>
                      <a:pt x="2836" y="9"/>
                      <a:pt x="2833" y="11"/>
                      <a:pt x="2830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2" name="Freeform 161">
                <a:extLst>
                  <a:ext uri="{FF2B5EF4-FFF2-40B4-BE49-F238E27FC236}">
                    <a16:creationId xmlns:a16="http://schemas.microsoft.com/office/drawing/2014/main" id="{D4489740-A002-3645-840C-81795BF13080}"/>
                  </a:ext>
                </a:extLst>
              </p:cNvPr>
              <p:cNvSpPr/>
              <p:nvPr/>
            </p:nvSpPr>
            <p:spPr>
              <a:xfrm>
                <a:off x="18374186" y="8424507"/>
                <a:ext cx="13704" cy="70412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566">
                    <a:moveTo>
                      <a:pt x="5" y="566"/>
                    </a:moveTo>
                    <a:cubicBezTo>
                      <a:pt x="2" y="566"/>
                      <a:pt x="0" y="564"/>
                      <a:pt x="0" y="560"/>
                    </a:cubicBezTo>
                    <a:lnTo>
                      <a:pt x="0" y="6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2" y="3"/>
                      <a:pt x="12" y="6"/>
                    </a:cubicBezTo>
                    <a:lnTo>
                      <a:pt x="12" y="560"/>
                    </a:lnTo>
                    <a:cubicBezTo>
                      <a:pt x="12" y="564"/>
                      <a:pt x="8" y="566"/>
                      <a:pt x="5" y="5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3" name="Freeform 162">
                <a:extLst>
                  <a:ext uri="{FF2B5EF4-FFF2-40B4-BE49-F238E27FC236}">
                    <a16:creationId xmlns:a16="http://schemas.microsoft.com/office/drawing/2014/main" id="{2E671ABD-C059-0644-9C5B-C711DA9CA6EA}"/>
                  </a:ext>
                </a:extLst>
              </p:cNvPr>
              <p:cNvSpPr/>
              <p:nvPr/>
            </p:nvSpPr>
            <p:spPr>
              <a:xfrm>
                <a:off x="19178967" y="9116168"/>
                <a:ext cx="12458" cy="34146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275">
                    <a:moveTo>
                      <a:pt x="6" y="275"/>
                    </a:moveTo>
                    <a:cubicBezTo>
                      <a:pt x="2" y="275"/>
                      <a:pt x="0" y="273"/>
                      <a:pt x="0" y="270"/>
                    </a:cubicBezTo>
                    <a:lnTo>
                      <a:pt x="0" y="5"/>
                    </a:lnTo>
                    <a:cubicBezTo>
                      <a:pt x="0" y="2"/>
                      <a:pt x="2" y="0"/>
                      <a:pt x="6" y="0"/>
                    </a:cubicBezTo>
                    <a:cubicBezTo>
                      <a:pt x="9" y="0"/>
                      <a:pt x="11" y="2"/>
                      <a:pt x="11" y="5"/>
                    </a:cubicBezTo>
                    <a:lnTo>
                      <a:pt x="11" y="270"/>
                    </a:lnTo>
                    <a:cubicBezTo>
                      <a:pt x="11" y="273"/>
                      <a:pt x="9" y="275"/>
                      <a:pt x="6" y="27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3632EFE-EF07-9545-882A-CAEB9508C40D}"/>
                </a:ext>
              </a:extLst>
            </p:cNvPr>
            <p:cNvGrpSpPr/>
            <p:nvPr/>
          </p:nvGrpSpPr>
          <p:grpSpPr>
            <a:xfrm>
              <a:off x="20515698" y="8580289"/>
              <a:ext cx="1801414" cy="1328480"/>
              <a:chOff x="20515698" y="8580289"/>
              <a:chExt cx="1801414" cy="1328480"/>
            </a:xfrm>
          </p:grpSpPr>
          <p:sp>
            <p:nvSpPr>
              <p:cNvPr id="164" name="Freeform 163">
                <a:extLst>
                  <a:ext uri="{FF2B5EF4-FFF2-40B4-BE49-F238E27FC236}">
                    <a16:creationId xmlns:a16="http://schemas.microsoft.com/office/drawing/2014/main" id="{B458806F-6101-1A4C-ABB6-86379AAC642A}"/>
                  </a:ext>
                </a:extLst>
              </p:cNvPr>
              <p:cNvSpPr/>
              <p:nvPr/>
            </p:nvSpPr>
            <p:spPr>
              <a:xfrm>
                <a:off x="20524422" y="8587766"/>
                <a:ext cx="1785216" cy="13135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4" h="1055">
                    <a:moveTo>
                      <a:pt x="1329" y="0"/>
                    </a:moveTo>
                    <a:lnTo>
                      <a:pt x="717" y="0"/>
                    </a:lnTo>
                    <a:lnTo>
                      <a:pt x="105" y="0"/>
                    </a:lnTo>
                    <a:cubicBezTo>
                      <a:pt x="76" y="0"/>
                      <a:pt x="49" y="12"/>
                      <a:pt x="30" y="31"/>
                    </a:cubicBezTo>
                    <a:cubicBezTo>
                      <a:pt x="11" y="50"/>
                      <a:pt x="0" y="77"/>
                      <a:pt x="0" y="105"/>
                    </a:cubicBezTo>
                    <a:lnTo>
                      <a:pt x="0" y="528"/>
                    </a:lnTo>
                    <a:lnTo>
                      <a:pt x="0" y="949"/>
                    </a:lnTo>
                    <a:cubicBezTo>
                      <a:pt x="0" y="979"/>
                      <a:pt x="11" y="1005"/>
                      <a:pt x="30" y="1024"/>
                    </a:cubicBezTo>
                    <a:cubicBezTo>
                      <a:pt x="49" y="1043"/>
                      <a:pt x="76" y="1055"/>
                      <a:pt x="105" y="1055"/>
                    </a:cubicBezTo>
                    <a:lnTo>
                      <a:pt x="717" y="1055"/>
                    </a:lnTo>
                    <a:lnTo>
                      <a:pt x="1329" y="1055"/>
                    </a:lnTo>
                    <a:cubicBezTo>
                      <a:pt x="1357" y="1055"/>
                      <a:pt x="1384" y="1043"/>
                      <a:pt x="1403" y="1024"/>
                    </a:cubicBezTo>
                    <a:cubicBezTo>
                      <a:pt x="1422" y="1005"/>
                      <a:pt x="1434" y="979"/>
                      <a:pt x="1434" y="949"/>
                    </a:cubicBezTo>
                    <a:lnTo>
                      <a:pt x="1434" y="528"/>
                    </a:lnTo>
                    <a:lnTo>
                      <a:pt x="1434" y="105"/>
                    </a:lnTo>
                    <a:cubicBezTo>
                      <a:pt x="1434" y="77"/>
                      <a:pt x="1422" y="50"/>
                      <a:pt x="1403" y="31"/>
                    </a:cubicBezTo>
                    <a:cubicBezTo>
                      <a:pt x="1384" y="12"/>
                      <a:pt x="1357" y="0"/>
                      <a:pt x="132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0" name="Freeform 359">
                <a:extLst>
                  <a:ext uri="{FF2B5EF4-FFF2-40B4-BE49-F238E27FC236}">
                    <a16:creationId xmlns:a16="http://schemas.microsoft.com/office/drawing/2014/main" id="{AD76FFD2-CC58-5C41-8C86-BF5D9A3A99DC}"/>
                  </a:ext>
                </a:extLst>
              </p:cNvPr>
              <p:cNvSpPr/>
              <p:nvPr/>
            </p:nvSpPr>
            <p:spPr>
              <a:xfrm>
                <a:off x="20515698" y="8580289"/>
                <a:ext cx="1801414" cy="1328480"/>
              </a:xfrm>
              <a:custGeom>
                <a:avLst/>
                <a:gdLst>
                  <a:gd name="connsiteX0" fmla="*/ 139442 w 1801414"/>
                  <a:gd name="connsiteY0" fmla="*/ 14955 h 1328480"/>
                  <a:gd name="connsiteX1" fmla="*/ 51052 w 1801414"/>
                  <a:gd name="connsiteY1" fmla="*/ 51061 h 1328480"/>
                  <a:gd name="connsiteX2" fmla="*/ 14950 w 1801414"/>
                  <a:gd name="connsiteY2" fmla="*/ 138213 h 1328480"/>
                  <a:gd name="connsiteX3" fmla="*/ 14950 w 1801414"/>
                  <a:gd name="connsiteY3" fmla="*/ 1189023 h 1328480"/>
                  <a:gd name="connsiteX4" fmla="*/ 51052 w 1801414"/>
                  <a:gd name="connsiteY4" fmla="*/ 1277420 h 1328480"/>
                  <a:gd name="connsiteX5" fmla="*/ 139442 w 1801414"/>
                  <a:gd name="connsiteY5" fmla="*/ 1313526 h 1328480"/>
                  <a:gd name="connsiteX6" fmla="*/ 1663220 w 1801414"/>
                  <a:gd name="connsiteY6" fmla="*/ 1313526 h 1328480"/>
                  <a:gd name="connsiteX7" fmla="*/ 1750364 w 1801414"/>
                  <a:gd name="connsiteY7" fmla="*/ 1277420 h 1328480"/>
                  <a:gd name="connsiteX8" fmla="*/ 1786466 w 1801414"/>
                  <a:gd name="connsiteY8" fmla="*/ 1189023 h 1328480"/>
                  <a:gd name="connsiteX9" fmla="*/ 1786466 w 1801414"/>
                  <a:gd name="connsiteY9" fmla="*/ 138213 h 1328480"/>
                  <a:gd name="connsiteX10" fmla="*/ 1750364 w 1801414"/>
                  <a:gd name="connsiteY10" fmla="*/ 51061 h 1328480"/>
                  <a:gd name="connsiteX11" fmla="*/ 1663220 w 1801414"/>
                  <a:gd name="connsiteY11" fmla="*/ 14955 h 1328480"/>
                  <a:gd name="connsiteX12" fmla="*/ 139432 w 1801414"/>
                  <a:gd name="connsiteY12" fmla="*/ 0 h 1328480"/>
                  <a:gd name="connsiteX13" fmla="*/ 1663228 w 1801414"/>
                  <a:gd name="connsiteY13" fmla="*/ 0 h 1328480"/>
                  <a:gd name="connsiteX14" fmla="*/ 1761578 w 1801414"/>
                  <a:gd name="connsiteY14" fmla="*/ 41087 h 1328480"/>
                  <a:gd name="connsiteX15" fmla="*/ 1801414 w 1801414"/>
                  <a:gd name="connsiteY15" fmla="*/ 138202 h 1328480"/>
                  <a:gd name="connsiteX16" fmla="*/ 1801414 w 1801414"/>
                  <a:gd name="connsiteY16" fmla="*/ 1189033 h 1328480"/>
                  <a:gd name="connsiteX17" fmla="*/ 1761578 w 1801414"/>
                  <a:gd name="connsiteY17" fmla="*/ 1287393 h 1328480"/>
                  <a:gd name="connsiteX18" fmla="*/ 1663228 w 1801414"/>
                  <a:gd name="connsiteY18" fmla="*/ 1328480 h 1328480"/>
                  <a:gd name="connsiteX19" fmla="*/ 139432 w 1801414"/>
                  <a:gd name="connsiteY19" fmla="*/ 1328480 h 1328480"/>
                  <a:gd name="connsiteX20" fmla="*/ 41082 w 1801414"/>
                  <a:gd name="connsiteY20" fmla="*/ 1287393 h 1328480"/>
                  <a:gd name="connsiteX21" fmla="*/ 0 w 1801414"/>
                  <a:gd name="connsiteY21" fmla="*/ 1189033 h 1328480"/>
                  <a:gd name="connsiteX22" fmla="*/ 0 w 1801414"/>
                  <a:gd name="connsiteY22" fmla="*/ 138202 h 1328480"/>
                  <a:gd name="connsiteX23" fmla="*/ 41082 w 1801414"/>
                  <a:gd name="connsiteY23" fmla="*/ 41087 h 1328480"/>
                  <a:gd name="connsiteX24" fmla="*/ 139432 w 1801414"/>
                  <a:gd name="connsiteY24" fmla="*/ 0 h 1328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01414" h="1328480">
                    <a:moveTo>
                      <a:pt x="139442" y="14955"/>
                    </a:moveTo>
                    <a:cubicBezTo>
                      <a:pt x="107074" y="14955"/>
                      <a:pt x="75950" y="27405"/>
                      <a:pt x="51052" y="51061"/>
                    </a:cubicBezTo>
                    <a:cubicBezTo>
                      <a:pt x="27400" y="74717"/>
                      <a:pt x="14950" y="105843"/>
                      <a:pt x="14950" y="138213"/>
                    </a:cubicBezTo>
                    <a:lnTo>
                      <a:pt x="14950" y="1189023"/>
                    </a:lnTo>
                    <a:cubicBezTo>
                      <a:pt x="14950" y="1222639"/>
                      <a:pt x="27400" y="1253764"/>
                      <a:pt x="51052" y="1277420"/>
                    </a:cubicBezTo>
                    <a:cubicBezTo>
                      <a:pt x="75950" y="1301076"/>
                      <a:pt x="107074" y="1313526"/>
                      <a:pt x="139442" y="1313526"/>
                    </a:cubicBezTo>
                    <a:lnTo>
                      <a:pt x="1663220" y="1313526"/>
                    </a:lnTo>
                    <a:cubicBezTo>
                      <a:pt x="1695588" y="1313526"/>
                      <a:pt x="1726710" y="1301076"/>
                      <a:pt x="1750364" y="1277420"/>
                    </a:cubicBezTo>
                    <a:cubicBezTo>
                      <a:pt x="1774016" y="1253764"/>
                      <a:pt x="1786466" y="1222639"/>
                      <a:pt x="1786466" y="1189023"/>
                    </a:cubicBezTo>
                    <a:lnTo>
                      <a:pt x="1786466" y="138213"/>
                    </a:lnTo>
                    <a:cubicBezTo>
                      <a:pt x="1786466" y="105843"/>
                      <a:pt x="1774016" y="74717"/>
                      <a:pt x="1750364" y="51061"/>
                    </a:cubicBezTo>
                    <a:cubicBezTo>
                      <a:pt x="1726710" y="27405"/>
                      <a:pt x="1695588" y="14955"/>
                      <a:pt x="1663220" y="14955"/>
                    </a:cubicBezTo>
                    <a:close/>
                    <a:moveTo>
                      <a:pt x="139432" y="0"/>
                    </a:moveTo>
                    <a:lnTo>
                      <a:pt x="1663228" y="0"/>
                    </a:lnTo>
                    <a:cubicBezTo>
                      <a:pt x="1699330" y="0"/>
                      <a:pt x="1734188" y="14941"/>
                      <a:pt x="1761578" y="41087"/>
                    </a:cubicBezTo>
                    <a:cubicBezTo>
                      <a:pt x="1786476" y="67233"/>
                      <a:pt x="1801414" y="102095"/>
                      <a:pt x="1801414" y="138202"/>
                    </a:cubicBezTo>
                    <a:lnTo>
                      <a:pt x="1801414" y="1189033"/>
                    </a:lnTo>
                    <a:cubicBezTo>
                      <a:pt x="1801414" y="1226385"/>
                      <a:pt x="1786476" y="1261247"/>
                      <a:pt x="1761578" y="1287393"/>
                    </a:cubicBezTo>
                    <a:cubicBezTo>
                      <a:pt x="1734188" y="1313539"/>
                      <a:pt x="1699330" y="1328480"/>
                      <a:pt x="1663228" y="1328480"/>
                    </a:cubicBezTo>
                    <a:lnTo>
                      <a:pt x="139432" y="1328480"/>
                    </a:lnTo>
                    <a:cubicBezTo>
                      <a:pt x="103330" y="1328480"/>
                      <a:pt x="68472" y="1313539"/>
                      <a:pt x="41082" y="1287393"/>
                    </a:cubicBezTo>
                    <a:cubicBezTo>
                      <a:pt x="14940" y="1261247"/>
                      <a:pt x="0" y="1226385"/>
                      <a:pt x="0" y="1189033"/>
                    </a:cubicBezTo>
                    <a:lnTo>
                      <a:pt x="0" y="138202"/>
                    </a:lnTo>
                    <a:cubicBezTo>
                      <a:pt x="0" y="102095"/>
                      <a:pt x="14940" y="67233"/>
                      <a:pt x="41082" y="41087"/>
                    </a:cubicBezTo>
                    <a:cubicBezTo>
                      <a:pt x="68472" y="14941"/>
                      <a:pt x="103330" y="0"/>
                      <a:pt x="1394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67" name="Freeform 166">
                <a:extLst>
                  <a:ext uri="{FF2B5EF4-FFF2-40B4-BE49-F238E27FC236}">
                    <a16:creationId xmlns:a16="http://schemas.microsoft.com/office/drawing/2014/main" id="{66D4D4B2-33AE-8747-A145-D1655F5F5299}"/>
                  </a:ext>
                </a:extLst>
              </p:cNvPr>
              <p:cNvSpPr/>
              <p:nvPr/>
            </p:nvSpPr>
            <p:spPr>
              <a:xfrm>
                <a:off x="21483678" y="8815823"/>
                <a:ext cx="51077" cy="8598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" h="691">
                    <a:moveTo>
                      <a:pt x="0" y="0"/>
                    </a:moveTo>
                    <a:lnTo>
                      <a:pt x="0" y="345"/>
                    </a:lnTo>
                    <a:lnTo>
                      <a:pt x="0" y="691"/>
                    </a:lnTo>
                    <a:cubicBezTo>
                      <a:pt x="12" y="691"/>
                      <a:pt x="22" y="686"/>
                      <a:pt x="30" y="678"/>
                    </a:cubicBezTo>
                    <a:cubicBezTo>
                      <a:pt x="38" y="670"/>
                      <a:pt x="42" y="661"/>
                      <a:pt x="42" y="649"/>
                    </a:cubicBezTo>
                    <a:lnTo>
                      <a:pt x="42" y="345"/>
                    </a:lnTo>
                    <a:lnTo>
                      <a:pt x="42" y="41"/>
                    </a:lnTo>
                    <a:cubicBezTo>
                      <a:pt x="42" y="30"/>
                      <a:pt x="38" y="19"/>
                      <a:pt x="30" y="11"/>
                    </a:cubicBezTo>
                    <a:cubicBezTo>
                      <a:pt x="22" y="4"/>
                      <a:pt x="12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1" name="Freeform 360">
                <a:extLst>
                  <a:ext uri="{FF2B5EF4-FFF2-40B4-BE49-F238E27FC236}">
                    <a16:creationId xmlns:a16="http://schemas.microsoft.com/office/drawing/2014/main" id="{ACDCFDAD-2AC8-1040-930E-BEF93BCD394D}"/>
                  </a:ext>
                </a:extLst>
              </p:cNvPr>
              <p:cNvSpPr/>
              <p:nvPr/>
            </p:nvSpPr>
            <p:spPr>
              <a:xfrm>
                <a:off x="21477451" y="8808349"/>
                <a:ext cx="64782" cy="873607"/>
              </a:xfrm>
              <a:custGeom>
                <a:avLst/>
                <a:gdLst>
                  <a:gd name="connsiteX0" fmla="*/ 13704 w 64782"/>
                  <a:gd name="connsiteY0" fmla="*/ 14955 h 873607"/>
                  <a:gd name="connsiteX1" fmla="*/ 13704 w 64782"/>
                  <a:gd name="connsiteY1" fmla="*/ 858652 h 873607"/>
                  <a:gd name="connsiteX2" fmla="*/ 37790 w 64782"/>
                  <a:gd name="connsiteY2" fmla="*/ 846208 h 873607"/>
                  <a:gd name="connsiteX3" fmla="*/ 49832 w 64782"/>
                  <a:gd name="connsiteY3" fmla="*/ 815098 h 873607"/>
                  <a:gd name="connsiteX4" fmla="*/ 49832 w 64782"/>
                  <a:gd name="connsiteY4" fmla="*/ 58509 h 873607"/>
                  <a:gd name="connsiteX5" fmla="*/ 37790 w 64782"/>
                  <a:gd name="connsiteY5" fmla="*/ 26155 h 873607"/>
                  <a:gd name="connsiteX6" fmla="*/ 13704 w 64782"/>
                  <a:gd name="connsiteY6" fmla="*/ 14955 h 873607"/>
                  <a:gd name="connsiteX7" fmla="*/ 6112 w 64782"/>
                  <a:gd name="connsiteY7" fmla="*/ 0 h 873607"/>
                  <a:gd name="connsiteX8" fmla="*/ 47670 w 64782"/>
                  <a:gd name="connsiteY8" fmla="*/ 16178 h 873607"/>
                  <a:gd name="connsiteX9" fmla="*/ 64782 w 64782"/>
                  <a:gd name="connsiteY9" fmla="*/ 58489 h 873607"/>
                  <a:gd name="connsiteX10" fmla="*/ 64782 w 64782"/>
                  <a:gd name="connsiteY10" fmla="*/ 815118 h 873607"/>
                  <a:gd name="connsiteX11" fmla="*/ 47670 w 64782"/>
                  <a:gd name="connsiteY11" fmla="*/ 857429 h 873607"/>
                  <a:gd name="connsiteX12" fmla="*/ 6112 w 64782"/>
                  <a:gd name="connsiteY12" fmla="*/ 873607 h 873607"/>
                  <a:gd name="connsiteX13" fmla="*/ 0 w 64782"/>
                  <a:gd name="connsiteY13" fmla="*/ 867385 h 873607"/>
                  <a:gd name="connsiteX14" fmla="*/ 0 w 64782"/>
                  <a:gd name="connsiteY14" fmla="*/ 7467 h 873607"/>
                  <a:gd name="connsiteX15" fmla="*/ 6112 w 64782"/>
                  <a:gd name="connsiteY15" fmla="*/ 0 h 873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4782" h="873607">
                    <a:moveTo>
                      <a:pt x="13704" y="14955"/>
                    </a:moveTo>
                    <a:lnTo>
                      <a:pt x="13704" y="858652"/>
                    </a:lnTo>
                    <a:cubicBezTo>
                      <a:pt x="23338" y="857408"/>
                      <a:pt x="30564" y="853674"/>
                      <a:pt x="37790" y="846208"/>
                    </a:cubicBezTo>
                    <a:cubicBezTo>
                      <a:pt x="46220" y="837497"/>
                      <a:pt x="49832" y="826298"/>
                      <a:pt x="49832" y="815098"/>
                    </a:cubicBezTo>
                    <a:lnTo>
                      <a:pt x="49832" y="58509"/>
                    </a:lnTo>
                    <a:cubicBezTo>
                      <a:pt x="49832" y="46065"/>
                      <a:pt x="46220" y="34865"/>
                      <a:pt x="37790" y="26155"/>
                    </a:cubicBezTo>
                    <a:cubicBezTo>
                      <a:pt x="30564" y="19933"/>
                      <a:pt x="23338" y="16199"/>
                      <a:pt x="13704" y="14955"/>
                    </a:cubicBezTo>
                    <a:close/>
                    <a:moveTo>
                      <a:pt x="6112" y="0"/>
                    </a:moveTo>
                    <a:cubicBezTo>
                      <a:pt x="22002" y="0"/>
                      <a:pt x="36670" y="4978"/>
                      <a:pt x="47670" y="16178"/>
                    </a:cubicBezTo>
                    <a:cubicBezTo>
                      <a:pt x="58670" y="27378"/>
                      <a:pt x="64782" y="42311"/>
                      <a:pt x="64782" y="58489"/>
                    </a:cubicBezTo>
                    <a:lnTo>
                      <a:pt x="64782" y="815118"/>
                    </a:lnTo>
                    <a:cubicBezTo>
                      <a:pt x="64782" y="830051"/>
                      <a:pt x="58670" y="844985"/>
                      <a:pt x="47670" y="857429"/>
                    </a:cubicBezTo>
                    <a:cubicBezTo>
                      <a:pt x="36670" y="867385"/>
                      <a:pt x="22002" y="873607"/>
                      <a:pt x="6112" y="873607"/>
                    </a:cubicBezTo>
                    <a:cubicBezTo>
                      <a:pt x="2446" y="873607"/>
                      <a:pt x="0" y="871118"/>
                      <a:pt x="0" y="867385"/>
                    </a:cubicBezTo>
                    <a:lnTo>
                      <a:pt x="0" y="7467"/>
                    </a:lnTo>
                    <a:cubicBezTo>
                      <a:pt x="0" y="2489"/>
                      <a:pt x="2446" y="0"/>
                      <a:pt x="61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0" name="Freeform 169">
                <a:extLst>
                  <a:ext uri="{FF2B5EF4-FFF2-40B4-BE49-F238E27FC236}">
                    <a16:creationId xmlns:a16="http://schemas.microsoft.com/office/drawing/2014/main" id="{81464913-77A1-6042-B7E8-DBB21B732E42}"/>
                  </a:ext>
                </a:extLst>
              </p:cNvPr>
              <p:cNvSpPr/>
              <p:nvPr/>
            </p:nvSpPr>
            <p:spPr>
              <a:xfrm>
                <a:off x="21356611" y="8815823"/>
                <a:ext cx="125825" cy="85989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2" h="691">
                    <a:moveTo>
                      <a:pt x="0" y="691"/>
                    </a:moveTo>
                    <a:lnTo>
                      <a:pt x="102" y="691"/>
                    </a:lnTo>
                    <a:lnTo>
                      <a:pt x="10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2" name="Freeform 361">
                <a:extLst>
                  <a:ext uri="{FF2B5EF4-FFF2-40B4-BE49-F238E27FC236}">
                    <a16:creationId xmlns:a16="http://schemas.microsoft.com/office/drawing/2014/main" id="{FAB086F7-EA9A-E14A-B3E5-B3466ABF1674}"/>
                  </a:ext>
                </a:extLst>
              </p:cNvPr>
              <p:cNvSpPr/>
              <p:nvPr/>
            </p:nvSpPr>
            <p:spPr>
              <a:xfrm>
                <a:off x="21349136" y="8808349"/>
                <a:ext cx="140774" cy="873607"/>
              </a:xfrm>
              <a:custGeom>
                <a:avLst/>
                <a:gdLst>
                  <a:gd name="connsiteX0" fmla="*/ 14950 w 140774"/>
                  <a:gd name="connsiteY0" fmla="*/ 13708 h 873607"/>
                  <a:gd name="connsiteX1" fmla="*/ 14950 w 140774"/>
                  <a:gd name="connsiteY1" fmla="*/ 858651 h 873607"/>
                  <a:gd name="connsiteX2" fmla="*/ 127072 w 140774"/>
                  <a:gd name="connsiteY2" fmla="*/ 858651 h 873607"/>
                  <a:gd name="connsiteX3" fmla="*/ 127072 w 140774"/>
                  <a:gd name="connsiteY3" fmla="*/ 13708 h 873607"/>
                  <a:gd name="connsiteX4" fmla="*/ 7410 w 140774"/>
                  <a:gd name="connsiteY4" fmla="*/ 0 h 873607"/>
                  <a:gd name="connsiteX5" fmla="*/ 133364 w 140774"/>
                  <a:gd name="connsiteY5" fmla="*/ 0 h 873607"/>
                  <a:gd name="connsiteX6" fmla="*/ 140774 w 140774"/>
                  <a:gd name="connsiteY6" fmla="*/ 7467 h 873607"/>
                  <a:gd name="connsiteX7" fmla="*/ 140774 w 140774"/>
                  <a:gd name="connsiteY7" fmla="*/ 867385 h 873607"/>
                  <a:gd name="connsiteX8" fmla="*/ 133364 w 140774"/>
                  <a:gd name="connsiteY8" fmla="*/ 873607 h 873607"/>
                  <a:gd name="connsiteX9" fmla="*/ 7410 w 140774"/>
                  <a:gd name="connsiteY9" fmla="*/ 873607 h 873607"/>
                  <a:gd name="connsiteX10" fmla="*/ 0 w 140774"/>
                  <a:gd name="connsiteY10" fmla="*/ 867385 h 873607"/>
                  <a:gd name="connsiteX11" fmla="*/ 0 w 140774"/>
                  <a:gd name="connsiteY11" fmla="*/ 7467 h 873607"/>
                  <a:gd name="connsiteX12" fmla="*/ 7410 w 140774"/>
                  <a:gd name="connsiteY12" fmla="*/ 0 h 8736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0774" h="873607">
                    <a:moveTo>
                      <a:pt x="14950" y="13708"/>
                    </a:moveTo>
                    <a:lnTo>
                      <a:pt x="14950" y="858651"/>
                    </a:lnTo>
                    <a:lnTo>
                      <a:pt x="127072" y="858651"/>
                    </a:lnTo>
                    <a:lnTo>
                      <a:pt x="127072" y="13708"/>
                    </a:lnTo>
                    <a:close/>
                    <a:moveTo>
                      <a:pt x="7410" y="0"/>
                    </a:moveTo>
                    <a:lnTo>
                      <a:pt x="133364" y="0"/>
                    </a:lnTo>
                    <a:cubicBezTo>
                      <a:pt x="138304" y="0"/>
                      <a:pt x="140774" y="2489"/>
                      <a:pt x="140774" y="7467"/>
                    </a:cubicBezTo>
                    <a:lnTo>
                      <a:pt x="140774" y="867385"/>
                    </a:lnTo>
                    <a:cubicBezTo>
                      <a:pt x="140774" y="871118"/>
                      <a:pt x="138304" y="873607"/>
                      <a:pt x="133364" y="873607"/>
                    </a:cubicBezTo>
                    <a:lnTo>
                      <a:pt x="7410" y="873607"/>
                    </a:lnTo>
                    <a:cubicBezTo>
                      <a:pt x="3704" y="873607"/>
                      <a:pt x="0" y="871118"/>
                      <a:pt x="0" y="867385"/>
                    </a:cubicBezTo>
                    <a:lnTo>
                      <a:pt x="0" y="7467"/>
                    </a:lnTo>
                    <a:cubicBezTo>
                      <a:pt x="0" y="2489"/>
                      <a:pt x="3704" y="0"/>
                      <a:pt x="74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3" name="Freeform 172">
                <a:extLst>
                  <a:ext uri="{FF2B5EF4-FFF2-40B4-BE49-F238E27FC236}">
                    <a16:creationId xmlns:a16="http://schemas.microsoft.com/office/drawing/2014/main" id="{DCEF2664-903F-C143-88AA-0187A4C66552}"/>
                  </a:ext>
                </a:extLst>
              </p:cNvPr>
              <p:cNvSpPr/>
              <p:nvPr/>
            </p:nvSpPr>
            <p:spPr>
              <a:xfrm>
                <a:off x="20703816" y="8815823"/>
                <a:ext cx="651549" cy="4062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4" h="327">
                    <a:moveTo>
                      <a:pt x="524" y="0"/>
                    </a:moveTo>
                    <a:lnTo>
                      <a:pt x="283" y="0"/>
                    </a:lnTo>
                    <a:lnTo>
                      <a:pt x="42" y="0"/>
                    </a:lnTo>
                    <a:cubicBezTo>
                      <a:pt x="31" y="0"/>
                      <a:pt x="20" y="4"/>
                      <a:pt x="12" y="11"/>
                    </a:cubicBezTo>
                    <a:cubicBezTo>
                      <a:pt x="5" y="19"/>
                      <a:pt x="0" y="30"/>
                      <a:pt x="0" y="41"/>
                    </a:cubicBezTo>
                    <a:lnTo>
                      <a:pt x="0" y="327"/>
                    </a:lnTo>
                    <a:lnTo>
                      <a:pt x="524" y="327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3" name="Freeform 362">
                <a:extLst>
                  <a:ext uri="{FF2B5EF4-FFF2-40B4-BE49-F238E27FC236}">
                    <a16:creationId xmlns:a16="http://schemas.microsoft.com/office/drawing/2014/main" id="{A20E0F67-5CE6-2B4B-B09D-9FFE49066A73}"/>
                  </a:ext>
                </a:extLst>
              </p:cNvPr>
              <p:cNvSpPr/>
              <p:nvPr/>
            </p:nvSpPr>
            <p:spPr>
              <a:xfrm>
                <a:off x="20697588" y="8808349"/>
                <a:ext cx="665252" cy="419979"/>
              </a:xfrm>
              <a:custGeom>
                <a:avLst/>
                <a:gdLst>
                  <a:gd name="connsiteX0" fmla="*/ 58464 w 665252"/>
                  <a:gd name="connsiteY0" fmla="*/ 13708 h 419979"/>
                  <a:gd name="connsiteX1" fmla="*/ 26136 w 665252"/>
                  <a:gd name="connsiteY1" fmla="*/ 26131 h 419979"/>
                  <a:gd name="connsiteX2" fmla="*/ 13704 w 665252"/>
                  <a:gd name="connsiteY2" fmla="*/ 58430 h 419979"/>
                  <a:gd name="connsiteX3" fmla="*/ 13704 w 665252"/>
                  <a:gd name="connsiteY3" fmla="*/ 406270 h 419979"/>
                  <a:gd name="connsiteX4" fmla="*/ 650304 w 665252"/>
                  <a:gd name="connsiteY4" fmla="*/ 406270 h 419979"/>
                  <a:gd name="connsiteX5" fmla="*/ 650304 w 665252"/>
                  <a:gd name="connsiteY5" fmla="*/ 13708 h 419979"/>
                  <a:gd name="connsiteX6" fmla="*/ 58442 w 665252"/>
                  <a:gd name="connsiteY6" fmla="*/ 0 h 419979"/>
                  <a:gd name="connsiteX7" fmla="*/ 657792 w 665252"/>
                  <a:gd name="connsiteY7" fmla="*/ 0 h 419979"/>
                  <a:gd name="connsiteX8" fmla="*/ 665252 w 665252"/>
                  <a:gd name="connsiteY8" fmla="*/ 7455 h 419979"/>
                  <a:gd name="connsiteX9" fmla="*/ 665252 w 665252"/>
                  <a:gd name="connsiteY9" fmla="*/ 413766 h 419979"/>
                  <a:gd name="connsiteX10" fmla="*/ 657792 w 665252"/>
                  <a:gd name="connsiteY10" fmla="*/ 419979 h 419979"/>
                  <a:gd name="connsiteX11" fmla="*/ 6216 w 665252"/>
                  <a:gd name="connsiteY11" fmla="*/ 419979 h 419979"/>
                  <a:gd name="connsiteX12" fmla="*/ 0 w 665252"/>
                  <a:gd name="connsiteY12" fmla="*/ 413766 h 419979"/>
                  <a:gd name="connsiteX13" fmla="*/ 0 w 665252"/>
                  <a:gd name="connsiteY13" fmla="*/ 58399 h 419979"/>
                  <a:gd name="connsiteX14" fmla="*/ 17408 w 665252"/>
                  <a:gd name="connsiteY14" fmla="*/ 16153 h 419979"/>
                  <a:gd name="connsiteX15" fmla="*/ 58442 w 665252"/>
                  <a:gd name="connsiteY15" fmla="*/ 0 h 4199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65252" h="419979">
                    <a:moveTo>
                      <a:pt x="58464" y="13708"/>
                    </a:moveTo>
                    <a:cubicBezTo>
                      <a:pt x="46030" y="13708"/>
                      <a:pt x="34840" y="18677"/>
                      <a:pt x="26136" y="26131"/>
                    </a:cubicBezTo>
                    <a:cubicBezTo>
                      <a:pt x="18676" y="34827"/>
                      <a:pt x="13704" y="46007"/>
                      <a:pt x="13704" y="58430"/>
                    </a:cubicBezTo>
                    <a:lnTo>
                      <a:pt x="13704" y="406270"/>
                    </a:lnTo>
                    <a:lnTo>
                      <a:pt x="650304" y="406270"/>
                    </a:lnTo>
                    <a:lnTo>
                      <a:pt x="650304" y="13708"/>
                    </a:lnTo>
                    <a:close/>
                    <a:moveTo>
                      <a:pt x="58442" y="0"/>
                    </a:moveTo>
                    <a:lnTo>
                      <a:pt x="657792" y="0"/>
                    </a:lnTo>
                    <a:cubicBezTo>
                      <a:pt x="661522" y="0"/>
                      <a:pt x="665252" y="2485"/>
                      <a:pt x="665252" y="7455"/>
                    </a:cubicBezTo>
                    <a:lnTo>
                      <a:pt x="665252" y="413766"/>
                    </a:lnTo>
                    <a:cubicBezTo>
                      <a:pt x="665252" y="417494"/>
                      <a:pt x="661522" y="419979"/>
                      <a:pt x="657792" y="419979"/>
                    </a:cubicBezTo>
                    <a:lnTo>
                      <a:pt x="6216" y="419979"/>
                    </a:lnTo>
                    <a:cubicBezTo>
                      <a:pt x="2486" y="419979"/>
                      <a:pt x="0" y="417494"/>
                      <a:pt x="0" y="413766"/>
                    </a:cubicBezTo>
                    <a:lnTo>
                      <a:pt x="0" y="58399"/>
                    </a:lnTo>
                    <a:cubicBezTo>
                      <a:pt x="0" y="42246"/>
                      <a:pt x="4972" y="27336"/>
                      <a:pt x="17408" y="16153"/>
                    </a:cubicBezTo>
                    <a:cubicBezTo>
                      <a:pt x="27356" y="4970"/>
                      <a:pt x="42276" y="0"/>
                      <a:pt x="584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6" name="Freeform 175">
                <a:extLst>
                  <a:ext uri="{FF2B5EF4-FFF2-40B4-BE49-F238E27FC236}">
                    <a16:creationId xmlns:a16="http://schemas.microsoft.com/office/drawing/2014/main" id="{CF6B7752-5894-1F44-814B-6F6D1938CE0A}"/>
                  </a:ext>
                </a:extLst>
              </p:cNvPr>
              <p:cNvSpPr/>
              <p:nvPr/>
            </p:nvSpPr>
            <p:spPr>
              <a:xfrm>
                <a:off x="20703816" y="9339243"/>
                <a:ext cx="651549" cy="336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4" h="271">
                    <a:moveTo>
                      <a:pt x="297" y="141"/>
                    </a:moveTo>
                    <a:cubicBezTo>
                      <a:pt x="297" y="141"/>
                      <a:pt x="163" y="64"/>
                      <a:pt x="0" y="201"/>
                    </a:cubicBezTo>
                    <a:lnTo>
                      <a:pt x="0" y="229"/>
                    </a:lnTo>
                    <a:cubicBezTo>
                      <a:pt x="0" y="241"/>
                      <a:pt x="5" y="250"/>
                      <a:pt x="12" y="258"/>
                    </a:cubicBezTo>
                    <a:cubicBezTo>
                      <a:pt x="20" y="266"/>
                      <a:pt x="31" y="271"/>
                      <a:pt x="42" y="271"/>
                    </a:cubicBezTo>
                    <a:lnTo>
                      <a:pt x="283" y="271"/>
                    </a:lnTo>
                    <a:lnTo>
                      <a:pt x="524" y="271"/>
                    </a:lnTo>
                    <a:lnTo>
                      <a:pt x="524" y="0"/>
                    </a:lnTo>
                    <a:cubicBezTo>
                      <a:pt x="478" y="3"/>
                      <a:pt x="329" y="25"/>
                      <a:pt x="297" y="14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4" name="Freeform 363">
                <a:extLst>
                  <a:ext uri="{FF2B5EF4-FFF2-40B4-BE49-F238E27FC236}">
                    <a16:creationId xmlns:a16="http://schemas.microsoft.com/office/drawing/2014/main" id="{942A6F0B-1D35-EF4C-90C7-5261C474AD89}"/>
                  </a:ext>
                </a:extLst>
              </p:cNvPr>
              <p:cNvSpPr/>
              <p:nvPr/>
            </p:nvSpPr>
            <p:spPr>
              <a:xfrm>
                <a:off x="20697588" y="9331765"/>
                <a:ext cx="665252" cy="350190"/>
              </a:xfrm>
              <a:custGeom>
                <a:avLst/>
                <a:gdLst>
                  <a:gd name="connsiteX0" fmla="*/ 650304 w 665252"/>
                  <a:gd name="connsiteY0" fmla="*/ 14955 h 350190"/>
                  <a:gd name="connsiteX1" fmla="*/ 382980 w 665252"/>
                  <a:gd name="connsiteY1" fmla="*/ 185027 h 350190"/>
                  <a:gd name="connsiteX2" fmla="*/ 378008 w 665252"/>
                  <a:gd name="connsiteY2" fmla="*/ 188751 h 350190"/>
                  <a:gd name="connsiteX3" fmla="*/ 371790 w 665252"/>
                  <a:gd name="connsiteY3" fmla="*/ 188751 h 350190"/>
                  <a:gd name="connsiteX4" fmla="*/ 13704 w 665252"/>
                  <a:gd name="connsiteY4" fmla="*/ 260752 h 350190"/>
                  <a:gd name="connsiteX5" fmla="*/ 13704 w 665252"/>
                  <a:gd name="connsiteY5" fmla="*/ 291787 h 350190"/>
                  <a:gd name="connsiteX6" fmla="*/ 26136 w 665252"/>
                  <a:gd name="connsiteY6" fmla="*/ 322822 h 350190"/>
                  <a:gd name="connsiteX7" fmla="*/ 58464 w 665252"/>
                  <a:gd name="connsiteY7" fmla="*/ 335236 h 350190"/>
                  <a:gd name="connsiteX8" fmla="*/ 650304 w 665252"/>
                  <a:gd name="connsiteY8" fmla="*/ 335236 h 350190"/>
                  <a:gd name="connsiteX9" fmla="*/ 657792 w 665252"/>
                  <a:gd name="connsiteY9" fmla="*/ 0 h 350190"/>
                  <a:gd name="connsiteX10" fmla="*/ 662766 w 665252"/>
                  <a:gd name="connsiteY10" fmla="*/ 1242 h 350190"/>
                  <a:gd name="connsiteX11" fmla="*/ 665252 w 665252"/>
                  <a:gd name="connsiteY11" fmla="*/ 7451 h 350190"/>
                  <a:gd name="connsiteX12" fmla="*/ 665252 w 665252"/>
                  <a:gd name="connsiteY12" fmla="*/ 343981 h 350190"/>
                  <a:gd name="connsiteX13" fmla="*/ 657792 w 665252"/>
                  <a:gd name="connsiteY13" fmla="*/ 350190 h 350190"/>
                  <a:gd name="connsiteX14" fmla="*/ 58442 w 665252"/>
                  <a:gd name="connsiteY14" fmla="*/ 350190 h 350190"/>
                  <a:gd name="connsiteX15" fmla="*/ 17408 w 665252"/>
                  <a:gd name="connsiteY15" fmla="*/ 334047 h 350190"/>
                  <a:gd name="connsiteX16" fmla="*/ 0 w 665252"/>
                  <a:gd name="connsiteY16" fmla="*/ 291825 h 350190"/>
                  <a:gd name="connsiteX17" fmla="*/ 0 w 665252"/>
                  <a:gd name="connsiteY17" fmla="*/ 257054 h 350190"/>
                  <a:gd name="connsiteX18" fmla="*/ 1242 w 665252"/>
                  <a:gd name="connsiteY18" fmla="*/ 252087 h 350190"/>
                  <a:gd name="connsiteX19" fmla="*/ 267344 w 665252"/>
                  <a:gd name="connsiteY19" fmla="*/ 149017 h 350190"/>
                  <a:gd name="connsiteX20" fmla="*/ 371794 w 665252"/>
                  <a:gd name="connsiteY20" fmla="*/ 172611 h 350190"/>
                  <a:gd name="connsiteX21" fmla="*/ 657792 w 665252"/>
                  <a:gd name="connsiteY21" fmla="*/ 0 h 350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65252" h="350190">
                    <a:moveTo>
                      <a:pt x="650304" y="14955"/>
                    </a:moveTo>
                    <a:cubicBezTo>
                      <a:pt x="588136" y="21162"/>
                      <a:pt x="419038" y="52197"/>
                      <a:pt x="382980" y="185027"/>
                    </a:cubicBezTo>
                    <a:cubicBezTo>
                      <a:pt x="381738" y="187509"/>
                      <a:pt x="380494" y="188751"/>
                      <a:pt x="378008" y="188751"/>
                    </a:cubicBezTo>
                    <a:cubicBezTo>
                      <a:pt x="375520" y="189992"/>
                      <a:pt x="373034" y="189992"/>
                      <a:pt x="371790" y="188751"/>
                    </a:cubicBezTo>
                    <a:cubicBezTo>
                      <a:pt x="370548" y="187509"/>
                      <a:pt x="208910" y="99370"/>
                      <a:pt x="13704" y="260752"/>
                    </a:cubicBezTo>
                    <a:lnTo>
                      <a:pt x="13704" y="291787"/>
                    </a:lnTo>
                    <a:cubicBezTo>
                      <a:pt x="13704" y="302960"/>
                      <a:pt x="18676" y="314132"/>
                      <a:pt x="26136" y="322822"/>
                    </a:cubicBezTo>
                    <a:cubicBezTo>
                      <a:pt x="34840" y="331512"/>
                      <a:pt x="46030" y="335236"/>
                      <a:pt x="58464" y="335236"/>
                    </a:cubicBezTo>
                    <a:lnTo>
                      <a:pt x="650304" y="335236"/>
                    </a:lnTo>
                    <a:close/>
                    <a:moveTo>
                      <a:pt x="657792" y="0"/>
                    </a:moveTo>
                    <a:cubicBezTo>
                      <a:pt x="659034" y="0"/>
                      <a:pt x="660278" y="0"/>
                      <a:pt x="662766" y="1242"/>
                    </a:cubicBezTo>
                    <a:cubicBezTo>
                      <a:pt x="664008" y="2484"/>
                      <a:pt x="665252" y="4967"/>
                      <a:pt x="665252" y="7451"/>
                    </a:cubicBezTo>
                    <a:lnTo>
                      <a:pt x="665252" y="343981"/>
                    </a:lnTo>
                    <a:cubicBezTo>
                      <a:pt x="665252" y="347706"/>
                      <a:pt x="661522" y="350190"/>
                      <a:pt x="657792" y="350190"/>
                    </a:cubicBezTo>
                    <a:lnTo>
                      <a:pt x="58442" y="350190"/>
                    </a:lnTo>
                    <a:cubicBezTo>
                      <a:pt x="42276" y="350190"/>
                      <a:pt x="27356" y="343981"/>
                      <a:pt x="17408" y="334047"/>
                    </a:cubicBezTo>
                    <a:cubicBezTo>
                      <a:pt x="4972" y="321628"/>
                      <a:pt x="0" y="306727"/>
                      <a:pt x="0" y="291825"/>
                    </a:cubicBezTo>
                    <a:lnTo>
                      <a:pt x="0" y="257054"/>
                    </a:lnTo>
                    <a:cubicBezTo>
                      <a:pt x="0" y="255813"/>
                      <a:pt x="0" y="253329"/>
                      <a:pt x="1242" y="252087"/>
                    </a:cubicBezTo>
                    <a:cubicBezTo>
                      <a:pt x="108180" y="162677"/>
                      <a:pt x="203928" y="146533"/>
                      <a:pt x="267344" y="149017"/>
                    </a:cubicBezTo>
                    <a:cubicBezTo>
                      <a:pt x="318326" y="151501"/>
                      <a:pt x="355630" y="165161"/>
                      <a:pt x="371794" y="172611"/>
                    </a:cubicBezTo>
                    <a:cubicBezTo>
                      <a:pt x="416560" y="31045"/>
                      <a:pt x="600592" y="4967"/>
                      <a:pt x="65779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79" name="Freeform 178">
                <a:extLst>
                  <a:ext uri="{FF2B5EF4-FFF2-40B4-BE49-F238E27FC236}">
                    <a16:creationId xmlns:a16="http://schemas.microsoft.com/office/drawing/2014/main" id="{7B3907A4-B2FD-E04C-9A31-C496141AAFBB}"/>
                  </a:ext>
                </a:extLst>
              </p:cNvPr>
              <p:cNvSpPr/>
              <p:nvPr/>
            </p:nvSpPr>
            <p:spPr>
              <a:xfrm>
                <a:off x="20703816" y="9223343"/>
                <a:ext cx="651549" cy="36514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4" h="294">
                    <a:moveTo>
                      <a:pt x="297" y="234"/>
                    </a:moveTo>
                    <a:cubicBezTo>
                      <a:pt x="329" y="118"/>
                      <a:pt x="478" y="96"/>
                      <a:pt x="524" y="93"/>
                    </a:cubicBezTo>
                    <a:lnTo>
                      <a:pt x="524" y="18"/>
                    </a:lnTo>
                    <a:lnTo>
                      <a:pt x="524" y="0"/>
                    </a:lnTo>
                    <a:lnTo>
                      <a:pt x="0" y="0"/>
                    </a:lnTo>
                    <a:lnTo>
                      <a:pt x="0" y="18"/>
                    </a:lnTo>
                    <a:lnTo>
                      <a:pt x="0" y="294"/>
                    </a:lnTo>
                    <a:cubicBezTo>
                      <a:pt x="163" y="157"/>
                      <a:pt x="297" y="234"/>
                      <a:pt x="297" y="23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5" name="Freeform 364">
                <a:extLst>
                  <a:ext uri="{FF2B5EF4-FFF2-40B4-BE49-F238E27FC236}">
                    <a16:creationId xmlns:a16="http://schemas.microsoft.com/office/drawing/2014/main" id="{D0585B5B-38DC-7A47-82FE-B110DC18512D}"/>
                  </a:ext>
                </a:extLst>
              </p:cNvPr>
              <p:cNvSpPr/>
              <p:nvPr/>
            </p:nvSpPr>
            <p:spPr>
              <a:xfrm>
                <a:off x="20697588" y="9215866"/>
                <a:ext cx="665252" cy="380100"/>
              </a:xfrm>
              <a:custGeom>
                <a:avLst/>
                <a:gdLst>
                  <a:gd name="connsiteX0" fmla="*/ 13704 w 665252"/>
                  <a:gd name="connsiteY0" fmla="*/ 13708 h 380100"/>
                  <a:gd name="connsiteX1" fmla="*/ 13704 w 665252"/>
                  <a:gd name="connsiteY1" fmla="*/ 357667 h 380100"/>
                  <a:gd name="connsiteX2" fmla="*/ 267348 w 665252"/>
                  <a:gd name="connsiteY2" fmla="*/ 264537 h 380100"/>
                  <a:gd name="connsiteX3" fmla="*/ 371790 w 665252"/>
                  <a:gd name="connsiteY3" fmla="*/ 288130 h 380100"/>
                  <a:gd name="connsiteX4" fmla="*/ 650304 w 665252"/>
                  <a:gd name="connsiteY4" fmla="*/ 115530 h 380100"/>
                  <a:gd name="connsiteX5" fmla="*/ 650304 w 665252"/>
                  <a:gd name="connsiteY5" fmla="*/ 13708 h 380100"/>
                  <a:gd name="connsiteX6" fmla="*/ 6216 w 665252"/>
                  <a:gd name="connsiteY6" fmla="*/ 0 h 380100"/>
                  <a:gd name="connsiteX7" fmla="*/ 657792 w 665252"/>
                  <a:gd name="connsiteY7" fmla="*/ 0 h 380100"/>
                  <a:gd name="connsiteX8" fmla="*/ 665252 w 665252"/>
                  <a:gd name="connsiteY8" fmla="*/ 7453 h 380100"/>
                  <a:gd name="connsiteX9" fmla="*/ 665252 w 665252"/>
                  <a:gd name="connsiteY9" fmla="*/ 122974 h 380100"/>
                  <a:gd name="connsiteX10" fmla="*/ 659034 w 665252"/>
                  <a:gd name="connsiteY10" fmla="*/ 129184 h 380100"/>
                  <a:gd name="connsiteX11" fmla="*/ 382986 w 665252"/>
                  <a:gd name="connsiteY11" fmla="*/ 300602 h 380100"/>
                  <a:gd name="connsiteX12" fmla="*/ 378012 w 665252"/>
                  <a:gd name="connsiteY12" fmla="*/ 304328 h 380100"/>
                  <a:gd name="connsiteX13" fmla="*/ 371794 w 665252"/>
                  <a:gd name="connsiteY13" fmla="*/ 304328 h 380100"/>
                  <a:gd name="connsiteX14" fmla="*/ 11190 w 665252"/>
                  <a:gd name="connsiteY14" fmla="*/ 378858 h 380100"/>
                  <a:gd name="connsiteX15" fmla="*/ 6216 w 665252"/>
                  <a:gd name="connsiteY15" fmla="*/ 380100 h 380100"/>
                  <a:gd name="connsiteX16" fmla="*/ 3730 w 665252"/>
                  <a:gd name="connsiteY16" fmla="*/ 380100 h 380100"/>
                  <a:gd name="connsiteX17" fmla="*/ 0 w 665252"/>
                  <a:gd name="connsiteY17" fmla="*/ 372647 h 380100"/>
                  <a:gd name="connsiteX18" fmla="*/ 0 w 665252"/>
                  <a:gd name="connsiteY18" fmla="*/ 7453 h 380100"/>
                  <a:gd name="connsiteX19" fmla="*/ 6216 w 665252"/>
                  <a:gd name="connsiteY19" fmla="*/ 0 h 380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665252" h="380100">
                    <a:moveTo>
                      <a:pt x="13704" y="13708"/>
                    </a:moveTo>
                    <a:lnTo>
                      <a:pt x="13704" y="357667"/>
                    </a:lnTo>
                    <a:cubicBezTo>
                      <a:pt x="115658" y="278196"/>
                      <a:pt x="207668" y="262054"/>
                      <a:pt x="267348" y="264537"/>
                    </a:cubicBezTo>
                    <a:cubicBezTo>
                      <a:pt x="318326" y="267021"/>
                      <a:pt x="355626" y="280680"/>
                      <a:pt x="371790" y="288130"/>
                    </a:cubicBezTo>
                    <a:cubicBezTo>
                      <a:pt x="415308" y="152782"/>
                      <a:pt x="588136" y="121738"/>
                      <a:pt x="650304" y="115530"/>
                    </a:cubicBezTo>
                    <a:lnTo>
                      <a:pt x="650304" y="13708"/>
                    </a:lnTo>
                    <a:close/>
                    <a:moveTo>
                      <a:pt x="6216" y="0"/>
                    </a:moveTo>
                    <a:lnTo>
                      <a:pt x="657792" y="0"/>
                    </a:lnTo>
                    <a:cubicBezTo>
                      <a:pt x="661522" y="0"/>
                      <a:pt x="665252" y="3726"/>
                      <a:pt x="665252" y="7453"/>
                    </a:cubicBezTo>
                    <a:lnTo>
                      <a:pt x="665252" y="122974"/>
                    </a:lnTo>
                    <a:cubicBezTo>
                      <a:pt x="665252" y="126700"/>
                      <a:pt x="662766" y="129184"/>
                      <a:pt x="659034" y="129184"/>
                    </a:cubicBezTo>
                    <a:cubicBezTo>
                      <a:pt x="603078" y="135395"/>
                      <a:pt x="420290" y="161480"/>
                      <a:pt x="382986" y="300602"/>
                    </a:cubicBezTo>
                    <a:cubicBezTo>
                      <a:pt x="381742" y="303086"/>
                      <a:pt x="380498" y="304328"/>
                      <a:pt x="378012" y="304328"/>
                    </a:cubicBezTo>
                    <a:cubicBezTo>
                      <a:pt x="375524" y="305571"/>
                      <a:pt x="373038" y="305571"/>
                      <a:pt x="371794" y="304328"/>
                    </a:cubicBezTo>
                    <a:cubicBezTo>
                      <a:pt x="370552" y="303086"/>
                      <a:pt x="207658" y="214893"/>
                      <a:pt x="11190" y="378858"/>
                    </a:cubicBezTo>
                    <a:cubicBezTo>
                      <a:pt x="9946" y="380100"/>
                      <a:pt x="8704" y="380100"/>
                      <a:pt x="6216" y="380100"/>
                    </a:cubicBezTo>
                    <a:cubicBezTo>
                      <a:pt x="4972" y="380100"/>
                      <a:pt x="4972" y="380100"/>
                      <a:pt x="3730" y="380100"/>
                    </a:cubicBezTo>
                    <a:cubicBezTo>
                      <a:pt x="1242" y="378858"/>
                      <a:pt x="0" y="376374"/>
                      <a:pt x="0" y="372647"/>
                    </a:cubicBezTo>
                    <a:lnTo>
                      <a:pt x="0" y="7453"/>
                    </a:lnTo>
                    <a:cubicBezTo>
                      <a:pt x="0" y="3726"/>
                      <a:pt x="2486" y="0"/>
                      <a:pt x="62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2" name="Freeform 181">
                <a:extLst>
                  <a:ext uri="{FF2B5EF4-FFF2-40B4-BE49-F238E27FC236}">
                    <a16:creationId xmlns:a16="http://schemas.microsoft.com/office/drawing/2014/main" id="{BFF0FF10-453D-D848-8D09-79758EAFDF2B}"/>
                  </a:ext>
                </a:extLst>
              </p:cNvPr>
              <p:cNvSpPr/>
              <p:nvPr/>
            </p:nvSpPr>
            <p:spPr>
              <a:xfrm>
                <a:off x="20703816" y="9339243"/>
                <a:ext cx="651549" cy="336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24" h="271">
                    <a:moveTo>
                      <a:pt x="297" y="141"/>
                    </a:moveTo>
                    <a:cubicBezTo>
                      <a:pt x="297" y="141"/>
                      <a:pt x="163" y="64"/>
                      <a:pt x="0" y="201"/>
                    </a:cubicBezTo>
                    <a:lnTo>
                      <a:pt x="0" y="229"/>
                    </a:lnTo>
                    <a:cubicBezTo>
                      <a:pt x="0" y="241"/>
                      <a:pt x="5" y="250"/>
                      <a:pt x="12" y="258"/>
                    </a:cubicBezTo>
                    <a:cubicBezTo>
                      <a:pt x="20" y="266"/>
                      <a:pt x="31" y="271"/>
                      <a:pt x="42" y="271"/>
                    </a:cubicBezTo>
                    <a:lnTo>
                      <a:pt x="283" y="271"/>
                    </a:lnTo>
                    <a:lnTo>
                      <a:pt x="524" y="271"/>
                    </a:lnTo>
                    <a:lnTo>
                      <a:pt x="524" y="0"/>
                    </a:lnTo>
                    <a:cubicBezTo>
                      <a:pt x="478" y="3"/>
                      <a:pt x="329" y="25"/>
                      <a:pt x="297" y="141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3" name="Freeform 182">
                <a:extLst>
                  <a:ext uri="{FF2B5EF4-FFF2-40B4-BE49-F238E27FC236}">
                    <a16:creationId xmlns:a16="http://schemas.microsoft.com/office/drawing/2014/main" id="{4DCEABAE-A1C2-2748-80B3-CA98C2190278}"/>
                  </a:ext>
                </a:extLst>
              </p:cNvPr>
              <p:cNvSpPr/>
              <p:nvPr/>
            </p:nvSpPr>
            <p:spPr>
              <a:xfrm>
                <a:off x="20837116" y="9294378"/>
                <a:ext cx="110875" cy="11091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0" h="90">
                    <a:moveTo>
                      <a:pt x="90" y="45"/>
                    </a:moveTo>
                    <a:cubicBezTo>
                      <a:pt x="90" y="70"/>
                      <a:pt x="70" y="90"/>
                      <a:pt x="45" y="90"/>
                    </a:cubicBezTo>
                    <a:cubicBezTo>
                      <a:pt x="20" y="90"/>
                      <a:pt x="0" y="70"/>
                      <a:pt x="0" y="45"/>
                    </a:cubicBezTo>
                    <a:cubicBezTo>
                      <a:pt x="0" y="20"/>
                      <a:pt x="20" y="0"/>
                      <a:pt x="45" y="0"/>
                    </a:cubicBezTo>
                    <a:cubicBezTo>
                      <a:pt x="70" y="0"/>
                      <a:pt x="90" y="20"/>
                      <a:pt x="90" y="4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4" name="Freeform 183">
                <a:extLst>
                  <a:ext uri="{FF2B5EF4-FFF2-40B4-BE49-F238E27FC236}">
                    <a16:creationId xmlns:a16="http://schemas.microsoft.com/office/drawing/2014/main" id="{CBE777A4-53C0-6044-AEB7-3B66A9F5C882}"/>
                  </a:ext>
                </a:extLst>
              </p:cNvPr>
              <p:cNvSpPr/>
              <p:nvPr/>
            </p:nvSpPr>
            <p:spPr>
              <a:xfrm>
                <a:off x="20844591" y="9092489"/>
                <a:ext cx="356296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87" h="12">
                    <a:moveTo>
                      <a:pt x="282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282" y="0"/>
                    </a:lnTo>
                    <a:cubicBezTo>
                      <a:pt x="285" y="0"/>
                      <a:pt x="287" y="3"/>
                      <a:pt x="287" y="6"/>
                    </a:cubicBezTo>
                    <a:cubicBezTo>
                      <a:pt x="287" y="9"/>
                      <a:pt x="285" y="12"/>
                      <a:pt x="28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5" name="Freeform 184">
                <a:extLst>
                  <a:ext uri="{FF2B5EF4-FFF2-40B4-BE49-F238E27FC236}">
                    <a16:creationId xmlns:a16="http://schemas.microsoft.com/office/drawing/2014/main" id="{717B3F0C-028E-2245-BB60-F746D710AC1A}"/>
                  </a:ext>
                </a:extLst>
              </p:cNvPr>
              <p:cNvSpPr/>
              <p:nvPr/>
            </p:nvSpPr>
            <p:spPr>
              <a:xfrm>
                <a:off x="20911863" y="9004007"/>
                <a:ext cx="222997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80" h="11">
                    <a:moveTo>
                      <a:pt x="174" y="11"/>
                    </a:moveTo>
                    <a:lnTo>
                      <a:pt x="6" y="11"/>
                    </a:lnTo>
                    <a:cubicBezTo>
                      <a:pt x="2" y="11"/>
                      <a:pt x="0" y="9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174" y="0"/>
                    </a:lnTo>
                    <a:cubicBezTo>
                      <a:pt x="177" y="0"/>
                      <a:pt x="180" y="2"/>
                      <a:pt x="180" y="6"/>
                    </a:cubicBezTo>
                    <a:cubicBezTo>
                      <a:pt x="180" y="9"/>
                      <a:pt x="177" y="11"/>
                      <a:pt x="174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6" name="Freeform 185">
                <a:extLst>
                  <a:ext uri="{FF2B5EF4-FFF2-40B4-BE49-F238E27FC236}">
                    <a16:creationId xmlns:a16="http://schemas.microsoft.com/office/drawing/2014/main" id="{BD924E6C-6EE6-A94A-B2FD-D50871F56060}"/>
                  </a:ext>
                </a:extLst>
              </p:cNvPr>
              <p:cNvSpPr/>
              <p:nvPr/>
            </p:nvSpPr>
            <p:spPr>
              <a:xfrm>
                <a:off x="21397722" y="8808349"/>
                <a:ext cx="12458" cy="3913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315">
                    <a:moveTo>
                      <a:pt x="5" y="315"/>
                    </a:moveTo>
                    <a:cubicBezTo>
                      <a:pt x="2" y="315"/>
                      <a:pt x="0" y="312"/>
                      <a:pt x="0" y="309"/>
                    </a:cubicBezTo>
                    <a:lnTo>
                      <a:pt x="0" y="6"/>
                    </a:lnTo>
                    <a:cubicBezTo>
                      <a:pt x="0" y="2"/>
                      <a:pt x="2" y="0"/>
                      <a:pt x="5" y="0"/>
                    </a:cubicBezTo>
                    <a:cubicBezTo>
                      <a:pt x="8" y="0"/>
                      <a:pt x="11" y="2"/>
                      <a:pt x="11" y="6"/>
                    </a:cubicBezTo>
                    <a:lnTo>
                      <a:pt x="11" y="309"/>
                    </a:lnTo>
                    <a:cubicBezTo>
                      <a:pt x="11" y="312"/>
                      <a:pt x="8" y="315"/>
                      <a:pt x="5" y="3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7" name="Freeform 186">
                <a:extLst>
                  <a:ext uri="{FF2B5EF4-FFF2-40B4-BE49-F238E27FC236}">
                    <a16:creationId xmlns:a16="http://schemas.microsoft.com/office/drawing/2014/main" id="{6235C2A2-739E-CF4F-87A3-28E790A5FE7A}"/>
                  </a:ext>
                </a:extLst>
              </p:cNvPr>
              <p:cNvSpPr/>
              <p:nvPr/>
            </p:nvSpPr>
            <p:spPr>
              <a:xfrm>
                <a:off x="21423884" y="9407785"/>
                <a:ext cx="13704" cy="2741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" h="221">
                    <a:moveTo>
                      <a:pt x="6" y="221"/>
                    </a:moveTo>
                    <a:cubicBezTo>
                      <a:pt x="3" y="221"/>
                      <a:pt x="0" y="219"/>
                      <a:pt x="0" y="216"/>
                    </a:cubicBezTo>
                    <a:lnTo>
                      <a:pt x="0" y="7"/>
                    </a:lnTo>
                    <a:cubicBezTo>
                      <a:pt x="0" y="3"/>
                      <a:pt x="3" y="0"/>
                      <a:pt x="6" y="0"/>
                    </a:cubicBezTo>
                    <a:cubicBezTo>
                      <a:pt x="10" y="0"/>
                      <a:pt x="12" y="3"/>
                      <a:pt x="12" y="7"/>
                    </a:cubicBezTo>
                    <a:lnTo>
                      <a:pt x="12" y="216"/>
                    </a:lnTo>
                    <a:cubicBezTo>
                      <a:pt x="12" y="219"/>
                      <a:pt x="10" y="221"/>
                      <a:pt x="6" y="2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88" name="Freeform 187">
                <a:extLst>
                  <a:ext uri="{FF2B5EF4-FFF2-40B4-BE49-F238E27FC236}">
                    <a16:creationId xmlns:a16="http://schemas.microsoft.com/office/drawing/2014/main" id="{8C4959AE-B352-1B4E-87F6-CAC6928A68DA}"/>
                  </a:ext>
                </a:extLst>
              </p:cNvPr>
              <p:cNvSpPr/>
              <p:nvPr/>
            </p:nvSpPr>
            <p:spPr>
              <a:xfrm>
                <a:off x="21705433" y="8829535"/>
                <a:ext cx="426061" cy="13583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3" h="110">
                    <a:moveTo>
                      <a:pt x="287" y="110"/>
                    </a:moveTo>
                    <a:lnTo>
                      <a:pt x="171" y="110"/>
                    </a:lnTo>
                    <a:lnTo>
                      <a:pt x="55" y="110"/>
                    </a:lnTo>
                    <a:cubicBezTo>
                      <a:pt x="39" y="110"/>
                      <a:pt x="26" y="104"/>
                      <a:pt x="15" y="94"/>
                    </a:cubicBezTo>
                    <a:cubicBezTo>
                      <a:pt x="6" y="84"/>
                      <a:pt x="0" y="70"/>
                      <a:pt x="0" y="54"/>
                    </a:cubicBezTo>
                    <a:cubicBezTo>
                      <a:pt x="0" y="39"/>
                      <a:pt x="6" y="25"/>
                      <a:pt x="15" y="15"/>
                    </a:cubicBezTo>
                    <a:cubicBezTo>
                      <a:pt x="26" y="6"/>
                      <a:pt x="39" y="0"/>
                      <a:pt x="55" y="0"/>
                    </a:cubicBezTo>
                    <a:lnTo>
                      <a:pt x="171" y="0"/>
                    </a:lnTo>
                    <a:lnTo>
                      <a:pt x="287" y="0"/>
                    </a:lnTo>
                    <a:cubicBezTo>
                      <a:pt x="302" y="0"/>
                      <a:pt x="317" y="6"/>
                      <a:pt x="326" y="15"/>
                    </a:cubicBezTo>
                    <a:cubicBezTo>
                      <a:pt x="336" y="25"/>
                      <a:pt x="343" y="39"/>
                      <a:pt x="343" y="54"/>
                    </a:cubicBezTo>
                    <a:cubicBezTo>
                      <a:pt x="343" y="70"/>
                      <a:pt x="336" y="84"/>
                      <a:pt x="326" y="94"/>
                    </a:cubicBezTo>
                    <a:cubicBezTo>
                      <a:pt x="317" y="104"/>
                      <a:pt x="302" y="110"/>
                      <a:pt x="287" y="11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6" name="Freeform 365">
                <a:extLst>
                  <a:ext uri="{FF2B5EF4-FFF2-40B4-BE49-F238E27FC236}">
                    <a16:creationId xmlns:a16="http://schemas.microsoft.com/office/drawing/2014/main" id="{BA7DBBE5-82CE-124B-8FAC-4C802CCD36B1}"/>
                  </a:ext>
                </a:extLst>
              </p:cNvPr>
              <p:cNvSpPr/>
              <p:nvPr/>
            </p:nvSpPr>
            <p:spPr>
              <a:xfrm>
                <a:off x="21697958" y="8822057"/>
                <a:ext cx="439764" cy="150794"/>
              </a:xfrm>
              <a:custGeom>
                <a:avLst/>
                <a:gdLst>
                  <a:gd name="connsiteX0" fmla="*/ 75808 w 439764"/>
                  <a:gd name="connsiteY0" fmla="*/ 13709 h 150794"/>
                  <a:gd name="connsiteX1" fmla="*/ 32338 w 439764"/>
                  <a:gd name="connsiteY1" fmla="*/ 32214 h 150794"/>
                  <a:gd name="connsiteX2" fmla="*/ 14950 w 439764"/>
                  <a:gd name="connsiteY2" fmla="*/ 74157 h 150794"/>
                  <a:gd name="connsiteX3" fmla="*/ 32338 w 439764"/>
                  <a:gd name="connsiteY3" fmla="*/ 117334 h 150794"/>
                  <a:gd name="connsiteX4" fmla="*/ 75808 w 439764"/>
                  <a:gd name="connsiteY4" fmla="*/ 135839 h 150794"/>
                  <a:gd name="connsiteX5" fmla="*/ 363956 w 439764"/>
                  <a:gd name="connsiteY5" fmla="*/ 135839 h 150794"/>
                  <a:gd name="connsiteX6" fmla="*/ 407426 w 439764"/>
                  <a:gd name="connsiteY6" fmla="*/ 117334 h 150794"/>
                  <a:gd name="connsiteX7" fmla="*/ 424814 w 439764"/>
                  <a:gd name="connsiteY7" fmla="*/ 74157 h 150794"/>
                  <a:gd name="connsiteX8" fmla="*/ 407426 w 439764"/>
                  <a:gd name="connsiteY8" fmla="*/ 32214 h 150794"/>
                  <a:gd name="connsiteX9" fmla="*/ 363956 w 439764"/>
                  <a:gd name="connsiteY9" fmla="*/ 13709 h 150794"/>
                  <a:gd name="connsiteX10" fmla="*/ 75778 w 439764"/>
                  <a:gd name="connsiteY10" fmla="*/ 0 h 150794"/>
                  <a:gd name="connsiteX11" fmla="*/ 363986 w 439764"/>
                  <a:gd name="connsiteY11" fmla="*/ 0 h 150794"/>
                  <a:gd name="connsiteX12" fmla="*/ 417404 w 439764"/>
                  <a:gd name="connsiteY12" fmla="*/ 21012 h 150794"/>
                  <a:gd name="connsiteX13" fmla="*/ 439764 w 439764"/>
                  <a:gd name="connsiteY13" fmla="*/ 74161 h 150794"/>
                  <a:gd name="connsiteX14" fmla="*/ 417404 w 439764"/>
                  <a:gd name="connsiteY14" fmla="*/ 128546 h 150794"/>
                  <a:gd name="connsiteX15" fmla="*/ 363986 w 439764"/>
                  <a:gd name="connsiteY15" fmla="*/ 150794 h 150794"/>
                  <a:gd name="connsiteX16" fmla="*/ 75778 w 439764"/>
                  <a:gd name="connsiteY16" fmla="*/ 150794 h 150794"/>
                  <a:gd name="connsiteX17" fmla="*/ 22360 w 439764"/>
                  <a:gd name="connsiteY17" fmla="*/ 128546 h 150794"/>
                  <a:gd name="connsiteX18" fmla="*/ 0 w 439764"/>
                  <a:gd name="connsiteY18" fmla="*/ 74161 h 150794"/>
                  <a:gd name="connsiteX19" fmla="*/ 22360 w 439764"/>
                  <a:gd name="connsiteY19" fmla="*/ 21012 h 150794"/>
                  <a:gd name="connsiteX20" fmla="*/ 75778 w 439764"/>
                  <a:gd name="connsiteY20" fmla="*/ 0 h 1507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439764" h="150794">
                    <a:moveTo>
                      <a:pt x="75808" y="13709"/>
                    </a:moveTo>
                    <a:cubicBezTo>
                      <a:pt x="59662" y="13709"/>
                      <a:pt x="43516" y="21111"/>
                      <a:pt x="32338" y="32214"/>
                    </a:cubicBezTo>
                    <a:cubicBezTo>
                      <a:pt x="21160" y="43316"/>
                      <a:pt x="14950" y="58120"/>
                      <a:pt x="14950" y="74157"/>
                    </a:cubicBezTo>
                    <a:cubicBezTo>
                      <a:pt x="14950" y="91428"/>
                      <a:pt x="21160" y="106232"/>
                      <a:pt x="32338" y="117334"/>
                    </a:cubicBezTo>
                    <a:cubicBezTo>
                      <a:pt x="43516" y="129671"/>
                      <a:pt x="59662" y="135839"/>
                      <a:pt x="75808" y="135839"/>
                    </a:cubicBezTo>
                    <a:lnTo>
                      <a:pt x="363956" y="135839"/>
                    </a:lnTo>
                    <a:cubicBezTo>
                      <a:pt x="381344" y="135839"/>
                      <a:pt x="396248" y="129671"/>
                      <a:pt x="407426" y="117334"/>
                    </a:cubicBezTo>
                    <a:cubicBezTo>
                      <a:pt x="419846" y="106232"/>
                      <a:pt x="424814" y="91428"/>
                      <a:pt x="424814" y="74157"/>
                    </a:cubicBezTo>
                    <a:cubicBezTo>
                      <a:pt x="424814" y="58120"/>
                      <a:pt x="419846" y="43316"/>
                      <a:pt x="407426" y="32214"/>
                    </a:cubicBezTo>
                    <a:cubicBezTo>
                      <a:pt x="396248" y="21111"/>
                      <a:pt x="381344" y="13709"/>
                      <a:pt x="363956" y="13709"/>
                    </a:cubicBezTo>
                    <a:close/>
                    <a:moveTo>
                      <a:pt x="75778" y="0"/>
                    </a:moveTo>
                    <a:lnTo>
                      <a:pt x="363986" y="0"/>
                    </a:lnTo>
                    <a:cubicBezTo>
                      <a:pt x="385104" y="0"/>
                      <a:pt x="403738" y="7416"/>
                      <a:pt x="417404" y="21012"/>
                    </a:cubicBezTo>
                    <a:cubicBezTo>
                      <a:pt x="432310" y="35844"/>
                      <a:pt x="439764" y="54385"/>
                      <a:pt x="439764" y="74161"/>
                    </a:cubicBezTo>
                    <a:cubicBezTo>
                      <a:pt x="439764" y="95173"/>
                      <a:pt x="432310" y="113714"/>
                      <a:pt x="417404" y="128546"/>
                    </a:cubicBezTo>
                    <a:cubicBezTo>
                      <a:pt x="403738" y="142142"/>
                      <a:pt x="385104" y="150794"/>
                      <a:pt x="363986" y="150794"/>
                    </a:cubicBezTo>
                    <a:lnTo>
                      <a:pt x="75778" y="150794"/>
                    </a:lnTo>
                    <a:cubicBezTo>
                      <a:pt x="55902" y="150794"/>
                      <a:pt x="37268" y="142142"/>
                      <a:pt x="22360" y="128546"/>
                    </a:cubicBezTo>
                    <a:cubicBezTo>
                      <a:pt x="7454" y="113714"/>
                      <a:pt x="0" y="95173"/>
                      <a:pt x="0" y="74161"/>
                    </a:cubicBezTo>
                    <a:cubicBezTo>
                      <a:pt x="0" y="54385"/>
                      <a:pt x="7454" y="35844"/>
                      <a:pt x="22360" y="21012"/>
                    </a:cubicBezTo>
                    <a:cubicBezTo>
                      <a:pt x="37268" y="7416"/>
                      <a:pt x="55902" y="0"/>
                      <a:pt x="757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1" name="Freeform 190">
                <a:extLst>
                  <a:ext uri="{FF2B5EF4-FFF2-40B4-BE49-F238E27FC236}">
                    <a16:creationId xmlns:a16="http://schemas.microsoft.com/office/drawing/2014/main" id="{5A62B8D7-6730-FE44-9E9D-6E5F52871179}"/>
                  </a:ext>
                </a:extLst>
              </p:cNvPr>
              <p:cNvSpPr/>
              <p:nvPr/>
            </p:nvSpPr>
            <p:spPr>
              <a:xfrm>
                <a:off x="21697958" y="9111179"/>
                <a:ext cx="439764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4" h="12">
                    <a:moveTo>
                      <a:pt x="349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49" y="0"/>
                    </a:lnTo>
                    <a:cubicBezTo>
                      <a:pt x="352" y="0"/>
                      <a:pt x="354" y="3"/>
                      <a:pt x="354" y="6"/>
                    </a:cubicBezTo>
                    <a:cubicBezTo>
                      <a:pt x="354" y="10"/>
                      <a:pt x="352" y="12"/>
                      <a:pt x="349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2" name="Freeform 191">
                <a:extLst>
                  <a:ext uri="{FF2B5EF4-FFF2-40B4-BE49-F238E27FC236}">
                    <a16:creationId xmlns:a16="http://schemas.microsoft.com/office/drawing/2014/main" id="{CB1D7F43-324B-5C4B-A151-9C7770B6BA28}"/>
                  </a:ext>
                </a:extLst>
              </p:cNvPr>
              <p:cNvSpPr/>
              <p:nvPr/>
            </p:nvSpPr>
            <p:spPr>
              <a:xfrm>
                <a:off x="21697958" y="9229574"/>
                <a:ext cx="439764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4" h="12">
                    <a:moveTo>
                      <a:pt x="349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49" y="0"/>
                    </a:lnTo>
                    <a:cubicBezTo>
                      <a:pt x="352" y="0"/>
                      <a:pt x="354" y="3"/>
                      <a:pt x="354" y="6"/>
                    </a:cubicBezTo>
                    <a:cubicBezTo>
                      <a:pt x="354" y="9"/>
                      <a:pt x="352" y="12"/>
                      <a:pt x="349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3" name="Freeform 192">
                <a:extLst>
                  <a:ext uri="{FF2B5EF4-FFF2-40B4-BE49-F238E27FC236}">
                    <a16:creationId xmlns:a16="http://schemas.microsoft.com/office/drawing/2014/main" id="{1D14E462-20E9-3143-8D39-80EED312DD85}"/>
                  </a:ext>
                </a:extLst>
              </p:cNvPr>
              <p:cNvSpPr/>
              <p:nvPr/>
            </p:nvSpPr>
            <p:spPr>
              <a:xfrm>
                <a:off x="21697958" y="9346720"/>
                <a:ext cx="439764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54" h="12">
                    <a:moveTo>
                      <a:pt x="349" y="12"/>
                    </a:moveTo>
                    <a:lnTo>
                      <a:pt x="6" y="12"/>
                    </a:lnTo>
                    <a:cubicBezTo>
                      <a:pt x="3" y="12"/>
                      <a:pt x="0" y="10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49" y="0"/>
                    </a:lnTo>
                    <a:cubicBezTo>
                      <a:pt x="352" y="0"/>
                      <a:pt x="354" y="3"/>
                      <a:pt x="354" y="6"/>
                    </a:cubicBezTo>
                    <a:cubicBezTo>
                      <a:pt x="354" y="10"/>
                      <a:pt x="352" y="12"/>
                      <a:pt x="349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7" name="Freeform 366">
                <a:extLst>
                  <a:ext uri="{FF2B5EF4-FFF2-40B4-BE49-F238E27FC236}">
                    <a16:creationId xmlns:a16="http://schemas.microsoft.com/office/drawing/2014/main" id="{17B2F9AD-78F0-9347-B343-42B201A5ACDE}"/>
                  </a:ext>
                </a:extLst>
              </p:cNvPr>
              <p:cNvSpPr/>
              <p:nvPr/>
            </p:nvSpPr>
            <p:spPr>
              <a:xfrm>
                <a:off x="21697958" y="9450157"/>
                <a:ext cx="218014" cy="218090"/>
              </a:xfrm>
              <a:custGeom>
                <a:avLst/>
                <a:gdLst>
                  <a:gd name="connsiteX0" fmla="*/ 109010 w 218014"/>
                  <a:gd name="connsiteY0" fmla="*/ 14951 h 218090"/>
                  <a:gd name="connsiteX1" fmla="*/ 14950 w 218014"/>
                  <a:gd name="connsiteY1" fmla="*/ 109041 h 218090"/>
                  <a:gd name="connsiteX2" fmla="*/ 109010 w 218014"/>
                  <a:gd name="connsiteY2" fmla="*/ 203132 h 218090"/>
                  <a:gd name="connsiteX3" fmla="*/ 204310 w 218014"/>
                  <a:gd name="connsiteY3" fmla="*/ 109041 h 218090"/>
                  <a:gd name="connsiteX4" fmla="*/ 109010 w 218014"/>
                  <a:gd name="connsiteY4" fmla="*/ 14951 h 218090"/>
                  <a:gd name="connsiteX5" fmla="*/ 109006 w 218014"/>
                  <a:gd name="connsiteY5" fmla="*/ 0 h 218090"/>
                  <a:gd name="connsiteX6" fmla="*/ 218014 w 218014"/>
                  <a:gd name="connsiteY6" fmla="*/ 109045 h 218090"/>
                  <a:gd name="connsiteX7" fmla="*/ 109006 w 218014"/>
                  <a:gd name="connsiteY7" fmla="*/ 218090 h 218090"/>
                  <a:gd name="connsiteX8" fmla="*/ 0 w 218014"/>
                  <a:gd name="connsiteY8" fmla="*/ 109045 h 218090"/>
                  <a:gd name="connsiteX9" fmla="*/ 109006 w 218014"/>
                  <a:gd name="connsiteY9" fmla="*/ 0 h 2180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8014" h="218090">
                    <a:moveTo>
                      <a:pt x="109010" y="14951"/>
                    </a:moveTo>
                    <a:cubicBezTo>
                      <a:pt x="57030" y="14951"/>
                      <a:pt x="14950" y="57044"/>
                      <a:pt x="14950" y="109041"/>
                    </a:cubicBezTo>
                    <a:cubicBezTo>
                      <a:pt x="14950" y="161039"/>
                      <a:pt x="57030" y="203132"/>
                      <a:pt x="109010" y="203132"/>
                    </a:cubicBezTo>
                    <a:cubicBezTo>
                      <a:pt x="160992" y="203132"/>
                      <a:pt x="204310" y="161039"/>
                      <a:pt x="204310" y="109041"/>
                    </a:cubicBezTo>
                    <a:cubicBezTo>
                      <a:pt x="204310" y="57044"/>
                      <a:pt x="160992" y="14951"/>
                      <a:pt x="109010" y="14951"/>
                    </a:cubicBezTo>
                    <a:close/>
                    <a:moveTo>
                      <a:pt x="109006" y="0"/>
                    </a:moveTo>
                    <a:cubicBezTo>
                      <a:pt x="168466" y="0"/>
                      <a:pt x="218014" y="48327"/>
                      <a:pt x="218014" y="109045"/>
                    </a:cubicBezTo>
                    <a:cubicBezTo>
                      <a:pt x="218014" y="168524"/>
                      <a:pt x="168466" y="218090"/>
                      <a:pt x="109006" y="218090"/>
                    </a:cubicBezTo>
                    <a:cubicBezTo>
                      <a:pt x="48310" y="218090"/>
                      <a:pt x="0" y="168524"/>
                      <a:pt x="0" y="109045"/>
                    </a:cubicBezTo>
                    <a:cubicBezTo>
                      <a:pt x="0" y="48327"/>
                      <a:pt x="48310" y="0"/>
                      <a:pt x="1090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6" name="Freeform 195">
                <a:extLst>
                  <a:ext uri="{FF2B5EF4-FFF2-40B4-BE49-F238E27FC236}">
                    <a16:creationId xmlns:a16="http://schemas.microsoft.com/office/drawing/2014/main" id="{4629A0EF-4437-4549-B85C-CF56A2AC0F84}"/>
                  </a:ext>
                </a:extLst>
              </p:cNvPr>
              <p:cNvSpPr/>
              <p:nvPr/>
            </p:nvSpPr>
            <p:spPr>
              <a:xfrm>
                <a:off x="21759002" y="9518700"/>
                <a:ext cx="105892" cy="8100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6" h="66">
                    <a:moveTo>
                      <a:pt x="25" y="66"/>
                    </a:moveTo>
                    <a:cubicBezTo>
                      <a:pt x="23" y="66"/>
                      <a:pt x="22" y="65"/>
                      <a:pt x="21" y="64"/>
                    </a:cubicBezTo>
                    <a:lnTo>
                      <a:pt x="2" y="45"/>
                    </a:lnTo>
                    <a:cubicBezTo>
                      <a:pt x="-1" y="43"/>
                      <a:pt x="-1" y="40"/>
                      <a:pt x="2" y="37"/>
                    </a:cubicBezTo>
                    <a:cubicBezTo>
                      <a:pt x="4" y="35"/>
                      <a:pt x="8" y="35"/>
                      <a:pt x="10" y="37"/>
                    </a:cubicBezTo>
                    <a:lnTo>
                      <a:pt x="25" y="52"/>
                    </a:lnTo>
                    <a:lnTo>
                      <a:pt x="75" y="2"/>
                    </a:lnTo>
                    <a:cubicBezTo>
                      <a:pt x="78" y="-1"/>
                      <a:pt x="81" y="-1"/>
                      <a:pt x="84" y="2"/>
                    </a:cubicBezTo>
                    <a:cubicBezTo>
                      <a:pt x="86" y="4"/>
                      <a:pt x="86" y="7"/>
                      <a:pt x="84" y="10"/>
                    </a:cubicBezTo>
                    <a:lnTo>
                      <a:pt x="29" y="64"/>
                    </a:lnTo>
                    <a:cubicBezTo>
                      <a:pt x="28" y="65"/>
                      <a:pt x="26" y="66"/>
                      <a:pt x="25" y="6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197" name="Freeform 196">
                <a:extLst>
                  <a:ext uri="{FF2B5EF4-FFF2-40B4-BE49-F238E27FC236}">
                    <a16:creationId xmlns:a16="http://schemas.microsoft.com/office/drawing/2014/main" id="{EBC5417F-7D98-A046-824B-6E3F681869FA}"/>
                  </a:ext>
                </a:extLst>
              </p:cNvPr>
              <p:cNvSpPr/>
              <p:nvPr/>
            </p:nvSpPr>
            <p:spPr>
              <a:xfrm>
                <a:off x="21705433" y="9456388"/>
                <a:ext cx="203064" cy="2056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4" h="166">
                    <a:moveTo>
                      <a:pt x="164" y="83"/>
                    </a:moveTo>
                    <a:cubicBezTo>
                      <a:pt x="164" y="128"/>
                      <a:pt x="128" y="166"/>
                      <a:pt x="82" y="166"/>
                    </a:cubicBezTo>
                    <a:cubicBezTo>
                      <a:pt x="36" y="166"/>
                      <a:pt x="0" y="128"/>
                      <a:pt x="0" y="83"/>
                    </a:cubicBezTo>
                    <a:cubicBezTo>
                      <a:pt x="0" y="38"/>
                      <a:pt x="36" y="0"/>
                      <a:pt x="82" y="0"/>
                    </a:cubicBezTo>
                    <a:cubicBezTo>
                      <a:pt x="128" y="0"/>
                      <a:pt x="164" y="38"/>
                      <a:pt x="164" y="83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2CC77D5-296D-7249-B4D9-B8405CE3005D}"/>
                </a:ext>
              </a:extLst>
            </p:cNvPr>
            <p:cNvGrpSpPr/>
            <p:nvPr/>
          </p:nvGrpSpPr>
          <p:grpSpPr>
            <a:xfrm>
              <a:off x="18130010" y="9544870"/>
              <a:ext cx="2126566" cy="777647"/>
              <a:chOff x="18130010" y="9544870"/>
              <a:chExt cx="2126566" cy="777647"/>
            </a:xfrm>
          </p:grpSpPr>
          <p:sp>
            <p:nvSpPr>
              <p:cNvPr id="198" name="Freeform 197">
                <a:extLst>
                  <a:ext uri="{FF2B5EF4-FFF2-40B4-BE49-F238E27FC236}">
                    <a16:creationId xmlns:a16="http://schemas.microsoft.com/office/drawing/2014/main" id="{B0E70FA0-67E0-4348-AE72-51F5E5F5B361}"/>
                  </a:ext>
                </a:extLst>
              </p:cNvPr>
              <p:cNvSpPr/>
              <p:nvPr/>
            </p:nvSpPr>
            <p:spPr>
              <a:xfrm>
                <a:off x="18137485" y="9552348"/>
                <a:ext cx="717576" cy="7626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77" h="613">
                    <a:moveTo>
                      <a:pt x="144" y="0"/>
                    </a:moveTo>
                    <a:cubicBezTo>
                      <a:pt x="104" y="0"/>
                      <a:pt x="68" y="16"/>
                      <a:pt x="42" y="42"/>
                    </a:cubicBezTo>
                    <a:cubicBezTo>
                      <a:pt x="16" y="68"/>
                      <a:pt x="0" y="104"/>
                      <a:pt x="0" y="144"/>
                    </a:cubicBezTo>
                    <a:lnTo>
                      <a:pt x="0" y="306"/>
                    </a:lnTo>
                    <a:lnTo>
                      <a:pt x="0" y="470"/>
                    </a:lnTo>
                    <a:cubicBezTo>
                      <a:pt x="0" y="509"/>
                      <a:pt x="16" y="545"/>
                      <a:pt x="42" y="571"/>
                    </a:cubicBezTo>
                    <a:cubicBezTo>
                      <a:pt x="68" y="597"/>
                      <a:pt x="104" y="613"/>
                      <a:pt x="144" y="613"/>
                    </a:cubicBezTo>
                    <a:lnTo>
                      <a:pt x="577" y="613"/>
                    </a:lnTo>
                    <a:lnTo>
                      <a:pt x="577" y="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8" name="Freeform 367">
                <a:extLst>
                  <a:ext uri="{FF2B5EF4-FFF2-40B4-BE49-F238E27FC236}">
                    <a16:creationId xmlns:a16="http://schemas.microsoft.com/office/drawing/2014/main" id="{8B14B91A-49D6-4A48-8FAB-A02F479F1CA7}"/>
                  </a:ext>
                </a:extLst>
              </p:cNvPr>
              <p:cNvSpPr/>
              <p:nvPr/>
            </p:nvSpPr>
            <p:spPr>
              <a:xfrm>
                <a:off x="18130010" y="9544870"/>
                <a:ext cx="732526" cy="777647"/>
              </a:xfrm>
              <a:custGeom>
                <a:avLst/>
                <a:gdLst>
                  <a:gd name="connsiteX0" fmla="*/ 186566 w 732526"/>
                  <a:gd name="connsiteY0" fmla="*/ 14955 h 777647"/>
                  <a:gd name="connsiteX1" fmla="*/ 64694 w 732526"/>
                  <a:gd name="connsiteY1" fmla="*/ 64721 h 777647"/>
                  <a:gd name="connsiteX2" fmla="*/ 14950 w 732526"/>
                  <a:gd name="connsiteY2" fmla="*/ 186649 h 777647"/>
                  <a:gd name="connsiteX3" fmla="*/ 14950 w 732526"/>
                  <a:gd name="connsiteY3" fmla="*/ 592244 h 777647"/>
                  <a:gd name="connsiteX4" fmla="*/ 64694 w 732526"/>
                  <a:gd name="connsiteY4" fmla="*/ 712927 h 777647"/>
                  <a:gd name="connsiteX5" fmla="*/ 186566 w 732526"/>
                  <a:gd name="connsiteY5" fmla="*/ 762693 h 777647"/>
                  <a:gd name="connsiteX6" fmla="*/ 717578 w 732526"/>
                  <a:gd name="connsiteY6" fmla="*/ 762693 h 777647"/>
                  <a:gd name="connsiteX7" fmla="*/ 717578 w 732526"/>
                  <a:gd name="connsiteY7" fmla="*/ 14955 h 777647"/>
                  <a:gd name="connsiteX8" fmla="*/ 186552 w 732526"/>
                  <a:gd name="connsiteY8" fmla="*/ 0 h 777647"/>
                  <a:gd name="connsiteX9" fmla="*/ 725064 w 732526"/>
                  <a:gd name="connsiteY9" fmla="*/ 0 h 777647"/>
                  <a:gd name="connsiteX10" fmla="*/ 732526 w 732526"/>
                  <a:gd name="connsiteY10" fmla="*/ 7465 h 777647"/>
                  <a:gd name="connsiteX11" fmla="*/ 732526 w 732526"/>
                  <a:gd name="connsiteY11" fmla="*/ 770182 h 777647"/>
                  <a:gd name="connsiteX12" fmla="*/ 725064 w 732526"/>
                  <a:gd name="connsiteY12" fmla="*/ 777647 h 777647"/>
                  <a:gd name="connsiteX13" fmla="*/ 186552 w 732526"/>
                  <a:gd name="connsiteY13" fmla="*/ 777647 h 777647"/>
                  <a:gd name="connsiteX14" fmla="*/ 54722 w 732526"/>
                  <a:gd name="connsiteY14" fmla="*/ 722901 h 777647"/>
                  <a:gd name="connsiteX15" fmla="*/ 0 w 732526"/>
                  <a:gd name="connsiteY15" fmla="*/ 592256 h 777647"/>
                  <a:gd name="connsiteX16" fmla="*/ 0 w 732526"/>
                  <a:gd name="connsiteY16" fmla="*/ 186635 h 777647"/>
                  <a:gd name="connsiteX17" fmla="*/ 54722 w 732526"/>
                  <a:gd name="connsiteY17" fmla="*/ 54746 h 777647"/>
                  <a:gd name="connsiteX18" fmla="*/ 186552 w 732526"/>
                  <a:gd name="connsiteY18" fmla="*/ 0 h 777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32526" h="777647">
                    <a:moveTo>
                      <a:pt x="186566" y="14955"/>
                    </a:moveTo>
                    <a:cubicBezTo>
                      <a:pt x="140552" y="14955"/>
                      <a:pt x="97026" y="32373"/>
                      <a:pt x="64694" y="64721"/>
                    </a:cubicBezTo>
                    <a:cubicBezTo>
                      <a:pt x="32360" y="97069"/>
                      <a:pt x="14950" y="140615"/>
                      <a:pt x="14950" y="186649"/>
                    </a:cubicBezTo>
                    <a:lnTo>
                      <a:pt x="14950" y="592244"/>
                    </a:lnTo>
                    <a:cubicBezTo>
                      <a:pt x="14950" y="637033"/>
                      <a:pt x="32360" y="680579"/>
                      <a:pt x="64694" y="712927"/>
                    </a:cubicBezTo>
                    <a:cubicBezTo>
                      <a:pt x="97026" y="745275"/>
                      <a:pt x="140552" y="762693"/>
                      <a:pt x="186566" y="762693"/>
                    </a:cubicBezTo>
                    <a:lnTo>
                      <a:pt x="717578" y="762693"/>
                    </a:lnTo>
                    <a:lnTo>
                      <a:pt x="717578" y="14955"/>
                    </a:lnTo>
                    <a:close/>
                    <a:moveTo>
                      <a:pt x="186552" y="0"/>
                    </a:moveTo>
                    <a:lnTo>
                      <a:pt x="725064" y="0"/>
                    </a:lnTo>
                    <a:cubicBezTo>
                      <a:pt x="728794" y="0"/>
                      <a:pt x="732526" y="2488"/>
                      <a:pt x="732526" y="7465"/>
                    </a:cubicBezTo>
                    <a:lnTo>
                      <a:pt x="732526" y="770182"/>
                    </a:lnTo>
                    <a:cubicBezTo>
                      <a:pt x="732526" y="773914"/>
                      <a:pt x="728794" y="777647"/>
                      <a:pt x="725064" y="777647"/>
                    </a:cubicBezTo>
                    <a:lnTo>
                      <a:pt x="186552" y="777647"/>
                    </a:lnTo>
                    <a:cubicBezTo>
                      <a:pt x="136804" y="777647"/>
                      <a:pt x="89544" y="758984"/>
                      <a:pt x="54722" y="722901"/>
                    </a:cubicBezTo>
                    <a:cubicBezTo>
                      <a:pt x="19898" y="688062"/>
                      <a:pt x="0" y="640781"/>
                      <a:pt x="0" y="592256"/>
                    </a:cubicBezTo>
                    <a:lnTo>
                      <a:pt x="0" y="186635"/>
                    </a:lnTo>
                    <a:cubicBezTo>
                      <a:pt x="0" y="136866"/>
                      <a:pt x="19898" y="89585"/>
                      <a:pt x="54722" y="54746"/>
                    </a:cubicBezTo>
                    <a:cubicBezTo>
                      <a:pt x="89544" y="19908"/>
                      <a:pt x="136804" y="0"/>
                      <a:pt x="18655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1" name="Freeform 200">
                <a:extLst>
                  <a:ext uri="{FF2B5EF4-FFF2-40B4-BE49-F238E27FC236}">
                    <a16:creationId xmlns:a16="http://schemas.microsoft.com/office/drawing/2014/main" id="{F12951A8-A4E0-254E-BFD8-12DE22CA0430}"/>
                  </a:ext>
                </a:extLst>
              </p:cNvPr>
              <p:cNvSpPr/>
              <p:nvPr/>
            </p:nvSpPr>
            <p:spPr>
              <a:xfrm>
                <a:off x="18856307" y="9552348"/>
                <a:ext cx="1391549" cy="7626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18" h="613">
                    <a:moveTo>
                      <a:pt x="1076" y="42"/>
                    </a:moveTo>
                    <a:cubicBezTo>
                      <a:pt x="1051" y="16"/>
                      <a:pt x="1015" y="0"/>
                      <a:pt x="975" y="0"/>
                    </a:cubicBezTo>
                    <a:lnTo>
                      <a:pt x="271" y="0"/>
                    </a:lnTo>
                    <a:lnTo>
                      <a:pt x="0" y="0"/>
                    </a:lnTo>
                    <a:lnTo>
                      <a:pt x="0" y="613"/>
                    </a:lnTo>
                    <a:lnTo>
                      <a:pt x="271" y="613"/>
                    </a:lnTo>
                    <a:lnTo>
                      <a:pt x="975" y="613"/>
                    </a:lnTo>
                    <a:cubicBezTo>
                      <a:pt x="1015" y="613"/>
                      <a:pt x="1051" y="597"/>
                      <a:pt x="1076" y="571"/>
                    </a:cubicBezTo>
                    <a:cubicBezTo>
                      <a:pt x="1102" y="545"/>
                      <a:pt x="1118" y="509"/>
                      <a:pt x="1118" y="470"/>
                    </a:cubicBezTo>
                    <a:lnTo>
                      <a:pt x="1118" y="306"/>
                    </a:lnTo>
                    <a:lnTo>
                      <a:pt x="1118" y="144"/>
                    </a:lnTo>
                    <a:cubicBezTo>
                      <a:pt x="1118" y="104"/>
                      <a:pt x="1102" y="68"/>
                      <a:pt x="1076" y="42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69" name="Freeform 368">
                <a:extLst>
                  <a:ext uri="{FF2B5EF4-FFF2-40B4-BE49-F238E27FC236}">
                    <a16:creationId xmlns:a16="http://schemas.microsoft.com/office/drawing/2014/main" id="{A0BC3B31-44CC-D14B-9277-1D8CF2B89A1C}"/>
                  </a:ext>
                </a:extLst>
              </p:cNvPr>
              <p:cNvSpPr/>
              <p:nvPr/>
            </p:nvSpPr>
            <p:spPr>
              <a:xfrm>
                <a:off x="18848832" y="9544870"/>
                <a:ext cx="1407744" cy="777647"/>
              </a:xfrm>
              <a:custGeom>
                <a:avLst/>
                <a:gdLst>
                  <a:gd name="connsiteX0" fmla="*/ 14950 w 1407744"/>
                  <a:gd name="connsiteY0" fmla="*/ 14955 h 777647"/>
                  <a:gd name="connsiteX1" fmla="*/ 14950 w 1407744"/>
                  <a:gd name="connsiteY1" fmla="*/ 762693 h 777647"/>
                  <a:gd name="connsiteX2" fmla="*/ 1221032 w 1407744"/>
                  <a:gd name="connsiteY2" fmla="*/ 762693 h 777647"/>
                  <a:gd name="connsiteX3" fmla="*/ 1343010 w 1407744"/>
                  <a:gd name="connsiteY3" fmla="*/ 712927 h 777647"/>
                  <a:gd name="connsiteX4" fmla="*/ 1392796 w 1407744"/>
                  <a:gd name="connsiteY4" fmla="*/ 592244 h 777647"/>
                  <a:gd name="connsiteX5" fmla="*/ 1392796 w 1407744"/>
                  <a:gd name="connsiteY5" fmla="*/ 186649 h 777647"/>
                  <a:gd name="connsiteX6" fmla="*/ 1343010 w 1407744"/>
                  <a:gd name="connsiteY6" fmla="*/ 64721 h 777647"/>
                  <a:gd name="connsiteX7" fmla="*/ 1221032 w 1407744"/>
                  <a:gd name="connsiteY7" fmla="*/ 14955 h 777647"/>
                  <a:gd name="connsiteX8" fmla="*/ 7468 w 1407744"/>
                  <a:gd name="connsiteY8" fmla="*/ 0 h 777647"/>
                  <a:gd name="connsiteX9" fmla="*/ 1221042 w 1407744"/>
                  <a:gd name="connsiteY9" fmla="*/ 0 h 777647"/>
                  <a:gd name="connsiteX10" fmla="*/ 1352978 w 1407744"/>
                  <a:gd name="connsiteY10" fmla="*/ 54746 h 777647"/>
                  <a:gd name="connsiteX11" fmla="*/ 1407744 w 1407744"/>
                  <a:gd name="connsiteY11" fmla="*/ 186635 h 777647"/>
                  <a:gd name="connsiteX12" fmla="*/ 1407744 w 1407744"/>
                  <a:gd name="connsiteY12" fmla="*/ 592256 h 777647"/>
                  <a:gd name="connsiteX13" fmla="*/ 1352978 w 1407744"/>
                  <a:gd name="connsiteY13" fmla="*/ 722901 h 777647"/>
                  <a:gd name="connsiteX14" fmla="*/ 1221042 w 1407744"/>
                  <a:gd name="connsiteY14" fmla="*/ 777647 h 777647"/>
                  <a:gd name="connsiteX15" fmla="*/ 7468 w 1407744"/>
                  <a:gd name="connsiteY15" fmla="*/ 777647 h 777647"/>
                  <a:gd name="connsiteX16" fmla="*/ 0 w 1407744"/>
                  <a:gd name="connsiteY16" fmla="*/ 770182 h 777647"/>
                  <a:gd name="connsiteX17" fmla="*/ 0 w 1407744"/>
                  <a:gd name="connsiteY17" fmla="*/ 7465 h 777647"/>
                  <a:gd name="connsiteX18" fmla="*/ 7468 w 1407744"/>
                  <a:gd name="connsiteY18" fmla="*/ 0 h 7776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07744" h="777647">
                    <a:moveTo>
                      <a:pt x="14950" y="14955"/>
                    </a:moveTo>
                    <a:lnTo>
                      <a:pt x="14950" y="762693"/>
                    </a:lnTo>
                    <a:lnTo>
                      <a:pt x="1221032" y="762693"/>
                    </a:lnTo>
                    <a:cubicBezTo>
                      <a:pt x="1265840" y="762693"/>
                      <a:pt x="1309404" y="745275"/>
                      <a:pt x="1343010" y="712927"/>
                    </a:cubicBezTo>
                    <a:cubicBezTo>
                      <a:pt x="1374126" y="680579"/>
                      <a:pt x="1392796" y="637033"/>
                      <a:pt x="1392796" y="592244"/>
                    </a:cubicBezTo>
                    <a:lnTo>
                      <a:pt x="1392796" y="186649"/>
                    </a:lnTo>
                    <a:cubicBezTo>
                      <a:pt x="1392796" y="140615"/>
                      <a:pt x="1374126" y="97069"/>
                      <a:pt x="1343010" y="64721"/>
                    </a:cubicBezTo>
                    <a:cubicBezTo>
                      <a:pt x="1309404" y="32373"/>
                      <a:pt x="1265840" y="14955"/>
                      <a:pt x="1221032" y="14955"/>
                    </a:cubicBezTo>
                    <a:close/>
                    <a:moveTo>
                      <a:pt x="7468" y="0"/>
                    </a:moveTo>
                    <a:lnTo>
                      <a:pt x="1221042" y="0"/>
                    </a:lnTo>
                    <a:cubicBezTo>
                      <a:pt x="1270828" y="0"/>
                      <a:pt x="1316882" y="19908"/>
                      <a:pt x="1352978" y="54746"/>
                    </a:cubicBezTo>
                    <a:cubicBezTo>
                      <a:pt x="1387830" y="89585"/>
                      <a:pt x="1407744" y="136866"/>
                      <a:pt x="1407744" y="186635"/>
                    </a:cubicBezTo>
                    <a:lnTo>
                      <a:pt x="1407744" y="592256"/>
                    </a:lnTo>
                    <a:cubicBezTo>
                      <a:pt x="1407744" y="640781"/>
                      <a:pt x="1387830" y="688062"/>
                      <a:pt x="1352978" y="722901"/>
                    </a:cubicBezTo>
                    <a:cubicBezTo>
                      <a:pt x="1316882" y="758984"/>
                      <a:pt x="1270828" y="777647"/>
                      <a:pt x="1221042" y="777647"/>
                    </a:cubicBezTo>
                    <a:lnTo>
                      <a:pt x="7468" y="777647"/>
                    </a:lnTo>
                    <a:cubicBezTo>
                      <a:pt x="3734" y="777647"/>
                      <a:pt x="0" y="773914"/>
                      <a:pt x="0" y="770182"/>
                    </a:cubicBezTo>
                    <a:lnTo>
                      <a:pt x="0" y="7465"/>
                    </a:lnTo>
                    <a:cubicBezTo>
                      <a:pt x="0" y="2488"/>
                      <a:pt x="3734" y="0"/>
                      <a:pt x="74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0" name="Freeform 369">
                <a:extLst>
                  <a:ext uri="{FF2B5EF4-FFF2-40B4-BE49-F238E27FC236}">
                    <a16:creationId xmlns:a16="http://schemas.microsoft.com/office/drawing/2014/main" id="{B2844D0B-6E8D-A142-A625-6B0A816F3683}"/>
                  </a:ext>
                </a:extLst>
              </p:cNvPr>
              <p:cNvSpPr/>
              <p:nvPr/>
            </p:nvSpPr>
            <p:spPr>
              <a:xfrm>
                <a:off x="19020748" y="9708126"/>
                <a:ext cx="843400" cy="135839"/>
              </a:xfrm>
              <a:custGeom>
                <a:avLst/>
                <a:gdLst>
                  <a:gd name="connsiteX0" fmla="*/ 68440 w 843400"/>
                  <a:gd name="connsiteY0" fmla="*/ 13706 h 135839"/>
                  <a:gd name="connsiteX1" fmla="*/ 29880 w 843400"/>
                  <a:gd name="connsiteY1" fmla="*/ 29721 h 135839"/>
                  <a:gd name="connsiteX2" fmla="*/ 14952 w 843400"/>
                  <a:gd name="connsiteY2" fmla="*/ 67910 h 135839"/>
                  <a:gd name="connsiteX3" fmla="*/ 29880 w 843400"/>
                  <a:gd name="connsiteY3" fmla="*/ 104867 h 135839"/>
                  <a:gd name="connsiteX4" fmla="*/ 68440 w 843400"/>
                  <a:gd name="connsiteY4" fmla="*/ 120882 h 135839"/>
                  <a:gd name="connsiteX5" fmla="*/ 774968 w 843400"/>
                  <a:gd name="connsiteY5" fmla="*/ 120882 h 135839"/>
                  <a:gd name="connsiteX6" fmla="*/ 813528 w 843400"/>
                  <a:gd name="connsiteY6" fmla="*/ 104867 h 135839"/>
                  <a:gd name="connsiteX7" fmla="*/ 828456 w 843400"/>
                  <a:gd name="connsiteY7" fmla="*/ 67910 h 135839"/>
                  <a:gd name="connsiteX8" fmla="*/ 813528 w 843400"/>
                  <a:gd name="connsiteY8" fmla="*/ 29721 h 135839"/>
                  <a:gd name="connsiteX9" fmla="*/ 774968 w 843400"/>
                  <a:gd name="connsiteY9" fmla="*/ 13706 h 135839"/>
                  <a:gd name="connsiteX10" fmla="*/ 68418 w 843400"/>
                  <a:gd name="connsiteY10" fmla="*/ 0 h 135839"/>
                  <a:gd name="connsiteX11" fmla="*/ 774984 w 843400"/>
                  <a:gd name="connsiteY11" fmla="*/ 0 h 135839"/>
                  <a:gd name="connsiteX12" fmla="*/ 823498 w 843400"/>
                  <a:gd name="connsiteY12" fmla="*/ 19758 h 135839"/>
                  <a:gd name="connsiteX13" fmla="*/ 843400 w 843400"/>
                  <a:gd name="connsiteY13" fmla="*/ 67920 h 135839"/>
                  <a:gd name="connsiteX14" fmla="*/ 823498 w 843400"/>
                  <a:gd name="connsiteY14" fmla="*/ 116081 h 135839"/>
                  <a:gd name="connsiteX15" fmla="*/ 774984 w 843400"/>
                  <a:gd name="connsiteY15" fmla="*/ 135839 h 135839"/>
                  <a:gd name="connsiteX16" fmla="*/ 68418 w 843400"/>
                  <a:gd name="connsiteY16" fmla="*/ 135839 h 135839"/>
                  <a:gd name="connsiteX17" fmla="*/ 19904 w 843400"/>
                  <a:gd name="connsiteY17" fmla="*/ 116081 h 135839"/>
                  <a:gd name="connsiteX18" fmla="*/ 0 w 843400"/>
                  <a:gd name="connsiteY18" fmla="*/ 67920 h 135839"/>
                  <a:gd name="connsiteX19" fmla="*/ 19904 w 843400"/>
                  <a:gd name="connsiteY19" fmla="*/ 19758 h 135839"/>
                  <a:gd name="connsiteX20" fmla="*/ 68418 w 843400"/>
                  <a:gd name="connsiteY20" fmla="*/ 0 h 135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843400" h="135839">
                    <a:moveTo>
                      <a:pt x="68440" y="13706"/>
                    </a:moveTo>
                    <a:cubicBezTo>
                      <a:pt x="54758" y="13706"/>
                      <a:pt x="41074" y="19866"/>
                      <a:pt x="29880" y="29721"/>
                    </a:cubicBezTo>
                    <a:cubicBezTo>
                      <a:pt x="19928" y="39576"/>
                      <a:pt x="14952" y="53127"/>
                      <a:pt x="14952" y="67910"/>
                    </a:cubicBezTo>
                    <a:cubicBezTo>
                      <a:pt x="14952" y="81461"/>
                      <a:pt x="19928" y="95012"/>
                      <a:pt x="29880" y="104867"/>
                    </a:cubicBezTo>
                    <a:cubicBezTo>
                      <a:pt x="41074" y="115954"/>
                      <a:pt x="54758" y="120882"/>
                      <a:pt x="68440" y="120882"/>
                    </a:cubicBezTo>
                    <a:lnTo>
                      <a:pt x="774968" y="120882"/>
                    </a:lnTo>
                    <a:cubicBezTo>
                      <a:pt x="788650" y="120882"/>
                      <a:pt x="802334" y="115954"/>
                      <a:pt x="813528" y="104867"/>
                    </a:cubicBezTo>
                    <a:cubicBezTo>
                      <a:pt x="823480" y="95012"/>
                      <a:pt x="828456" y="81461"/>
                      <a:pt x="828456" y="67910"/>
                    </a:cubicBezTo>
                    <a:cubicBezTo>
                      <a:pt x="828456" y="53127"/>
                      <a:pt x="823480" y="39576"/>
                      <a:pt x="813528" y="29721"/>
                    </a:cubicBezTo>
                    <a:cubicBezTo>
                      <a:pt x="802334" y="19866"/>
                      <a:pt x="788650" y="13706"/>
                      <a:pt x="774968" y="13706"/>
                    </a:cubicBezTo>
                    <a:close/>
                    <a:moveTo>
                      <a:pt x="68418" y="0"/>
                    </a:moveTo>
                    <a:lnTo>
                      <a:pt x="774984" y="0"/>
                    </a:lnTo>
                    <a:cubicBezTo>
                      <a:pt x="793642" y="0"/>
                      <a:pt x="809814" y="7409"/>
                      <a:pt x="823498" y="19758"/>
                    </a:cubicBezTo>
                    <a:cubicBezTo>
                      <a:pt x="835938" y="33342"/>
                      <a:pt x="843400" y="49396"/>
                      <a:pt x="843400" y="67920"/>
                    </a:cubicBezTo>
                    <a:cubicBezTo>
                      <a:pt x="843400" y="85208"/>
                      <a:pt x="835938" y="102497"/>
                      <a:pt x="823498" y="116081"/>
                    </a:cubicBezTo>
                    <a:cubicBezTo>
                      <a:pt x="809814" y="128430"/>
                      <a:pt x="793642" y="135839"/>
                      <a:pt x="774984" y="135839"/>
                    </a:cubicBezTo>
                    <a:lnTo>
                      <a:pt x="68418" y="135839"/>
                    </a:lnTo>
                    <a:cubicBezTo>
                      <a:pt x="49758" y="135839"/>
                      <a:pt x="32342" y="128430"/>
                      <a:pt x="19904" y="116081"/>
                    </a:cubicBezTo>
                    <a:cubicBezTo>
                      <a:pt x="6220" y="102497"/>
                      <a:pt x="0" y="85208"/>
                      <a:pt x="0" y="67920"/>
                    </a:cubicBezTo>
                    <a:cubicBezTo>
                      <a:pt x="0" y="49396"/>
                      <a:pt x="6220" y="33342"/>
                      <a:pt x="19904" y="19758"/>
                    </a:cubicBezTo>
                    <a:cubicBezTo>
                      <a:pt x="32342" y="7409"/>
                      <a:pt x="49758" y="0"/>
                      <a:pt x="684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6" name="Freeform 205">
                <a:extLst>
                  <a:ext uri="{FF2B5EF4-FFF2-40B4-BE49-F238E27FC236}">
                    <a16:creationId xmlns:a16="http://schemas.microsoft.com/office/drawing/2014/main" id="{6097214B-76C3-3A4E-B417-6D055253F5F7}"/>
                  </a:ext>
                </a:extLst>
              </p:cNvPr>
              <p:cNvSpPr/>
              <p:nvPr/>
            </p:nvSpPr>
            <p:spPr>
              <a:xfrm>
                <a:off x="19020748" y="9952387"/>
                <a:ext cx="102030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20" h="12">
                    <a:moveTo>
                      <a:pt x="813" y="12"/>
                    </a:moveTo>
                    <a:lnTo>
                      <a:pt x="5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5" y="0"/>
                    </a:cubicBezTo>
                    <a:lnTo>
                      <a:pt x="813" y="0"/>
                    </a:lnTo>
                    <a:cubicBezTo>
                      <a:pt x="816" y="0"/>
                      <a:pt x="820" y="3"/>
                      <a:pt x="820" y="6"/>
                    </a:cubicBezTo>
                    <a:cubicBezTo>
                      <a:pt x="820" y="9"/>
                      <a:pt x="816" y="12"/>
                      <a:pt x="81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7" name="Freeform 206">
                <a:extLst>
                  <a:ext uri="{FF2B5EF4-FFF2-40B4-BE49-F238E27FC236}">
                    <a16:creationId xmlns:a16="http://schemas.microsoft.com/office/drawing/2014/main" id="{2640CDEB-7BAD-C743-94D1-D1B28FEE47A2}"/>
                  </a:ext>
                </a:extLst>
              </p:cNvPr>
              <p:cNvSpPr/>
              <p:nvPr/>
            </p:nvSpPr>
            <p:spPr>
              <a:xfrm>
                <a:off x="19020748" y="10125613"/>
                <a:ext cx="102030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20" h="12">
                    <a:moveTo>
                      <a:pt x="813" y="12"/>
                    </a:moveTo>
                    <a:lnTo>
                      <a:pt x="5" y="12"/>
                    </a:lnTo>
                    <a:cubicBezTo>
                      <a:pt x="3" y="12"/>
                      <a:pt x="0" y="10"/>
                      <a:pt x="0" y="7"/>
                    </a:cubicBezTo>
                    <a:cubicBezTo>
                      <a:pt x="0" y="3"/>
                      <a:pt x="3" y="0"/>
                      <a:pt x="5" y="0"/>
                    </a:cubicBezTo>
                    <a:lnTo>
                      <a:pt x="813" y="0"/>
                    </a:lnTo>
                    <a:cubicBezTo>
                      <a:pt x="816" y="0"/>
                      <a:pt x="820" y="3"/>
                      <a:pt x="820" y="7"/>
                    </a:cubicBezTo>
                    <a:cubicBezTo>
                      <a:pt x="820" y="10"/>
                      <a:pt x="816" y="12"/>
                      <a:pt x="81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8" name="Freeform 207">
                <a:extLst>
                  <a:ext uri="{FF2B5EF4-FFF2-40B4-BE49-F238E27FC236}">
                    <a16:creationId xmlns:a16="http://schemas.microsoft.com/office/drawing/2014/main" id="{D9BB8DCD-C49F-5E4C-9A06-D9149D37F961}"/>
                  </a:ext>
                </a:extLst>
              </p:cNvPr>
              <p:cNvSpPr/>
              <p:nvPr/>
            </p:nvSpPr>
            <p:spPr>
              <a:xfrm>
                <a:off x="19026980" y="9715600"/>
                <a:ext cx="829697" cy="120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7" h="98">
                    <a:moveTo>
                      <a:pt x="618" y="98"/>
                    </a:moveTo>
                    <a:lnTo>
                      <a:pt x="334" y="98"/>
                    </a:lnTo>
                    <a:lnTo>
                      <a:pt x="50" y="98"/>
                    </a:lnTo>
                    <a:cubicBezTo>
                      <a:pt x="37" y="98"/>
                      <a:pt x="24" y="92"/>
                      <a:pt x="15" y="84"/>
                    </a:cubicBezTo>
                    <a:cubicBezTo>
                      <a:pt x="6" y="74"/>
                      <a:pt x="0" y="62"/>
                      <a:pt x="0" y="49"/>
                    </a:cubicBezTo>
                    <a:cubicBezTo>
                      <a:pt x="0" y="35"/>
                      <a:pt x="6" y="23"/>
                      <a:pt x="15" y="14"/>
                    </a:cubicBezTo>
                    <a:cubicBezTo>
                      <a:pt x="24" y="5"/>
                      <a:pt x="37" y="0"/>
                      <a:pt x="50" y="0"/>
                    </a:cubicBezTo>
                    <a:lnTo>
                      <a:pt x="334" y="0"/>
                    </a:lnTo>
                    <a:lnTo>
                      <a:pt x="618" y="0"/>
                    </a:lnTo>
                    <a:cubicBezTo>
                      <a:pt x="632" y="0"/>
                      <a:pt x="644" y="5"/>
                      <a:pt x="653" y="14"/>
                    </a:cubicBezTo>
                    <a:cubicBezTo>
                      <a:pt x="662" y="23"/>
                      <a:pt x="667" y="35"/>
                      <a:pt x="667" y="49"/>
                    </a:cubicBezTo>
                    <a:cubicBezTo>
                      <a:pt x="667" y="62"/>
                      <a:pt x="662" y="74"/>
                      <a:pt x="653" y="84"/>
                    </a:cubicBezTo>
                    <a:cubicBezTo>
                      <a:pt x="644" y="92"/>
                      <a:pt x="632" y="98"/>
                      <a:pt x="618" y="98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36CE48E7-4E31-BF45-A1FF-255F134A5C63}"/>
                  </a:ext>
                </a:extLst>
              </p:cNvPr>
              <p:cNvSpPr/>
              <p:nvPr/>
            </p:nvSpPr>
            <p:spPr>
              <a:xfrm>
                <a:off x="18310650" y="9715600"/>
                <a:ext cx="396162" cy="3950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9" h="318">
                    <a:moveTo>
                      <a:pt x="319" y="159"/>
                    </a:moveTo>
                    <a:cubicBezTo>
                      <a:pt x="319" y="248"/>
                      <a:pt x="247" y="318"/>
                      <a:pt x="159" y="318"/>
                    </a:cubicBezTo>
                    <a:cubicBezTo>
                      <a:pt x="71" y="318"/>
                      <a:pt x="0" y="248"/>
                      <a:pt x="0" y="159"/>
                    </a:cubicBezTo>
                    <a:cubicBezTo>
                      <a:pt x="0" y="71"/>
                      <a:pt x="71" y="0"/>
                      <a:pt x="159" y="0"/>
                    </a:cubicBezTo>
                    <a:cubicBezTo>
                      <a:pt x="247" y="0"/>
                      <a:pt x="319" y="71"/>
                      <a:pt x="319" y="15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1" name="Freeform 370">
                <a:extLst>
                  <a:ext uri="{FF2B5EF4-FFF2-40B4-BE49-F238E27FC236}">
                    <a16:creationId xmlns:a16="http://schemas.microsoft.com/office/drawing/2014/main" id="{E2326A95-1B62-1B40-9F02-A1757F8DCC44}"/>
                  </a:ext>
                </a:extLst>
              </p:cNvPr>
              <p:cNvSpPr/>
              <p:nvPr/>
            </p:nvSpPr>
            <p:spPr>
              <a:xfrm>
                <a:off x="18303176" y="9708126"/>
                <a:ext cx="409864" cy="411256"/>
              </a:xfrm>
              <a:custGeom>
                <a:avLst/>
                <a:gdLst>
                  <a:gd name="connsiteX0" fmla="*/ 204932 w 409864"/>
                  <a:gd name="connsiteY0" fmla="*/ 13706 h 411256"/>
                  <a:gd name="connsiteX1" fmla="*/ 14948 w 409864"/>
                  <a:gd name="connsiteY1" fmla="*/ 205002 h 411256"/>
                  <a:gd name="connsiteX2" fmla="*/ 204932 w 409864"/>
                  <a:gd name="connsiteY2" fmla="*/ 396298 h 411256"/>
                  <a:gd name="connsiteX3" fmla="*/ 394916 w 409864"/>
                  <a:gd name="connsiteY3" fmla="*/ 205002 h 411256"/>
                  <a:gd name="connsiteX4" fmla="*/ 204932 w 409864"/>
                  <a:gd name="connsiteY4" fmla="*/ 13706 h 411256"/>
                  <a:gd name="connsiteX5" fmla="*/ 204932 w 409864"/>
                  <a:gd name="connsiteY5" fmla="*/ 0 h 411256"/>
                  <a:gd name="connsiteX6" fmla="*/ 409864 w 409864"/>
                  <a:gd name="connsiteY6" fmla="*/ 205007 h 411256"/>
                  <a:gd name="connsiteX7" fmla="*/ 204932 w 409864"/>
                  <a:gd name="connsiteY7" fmla="*/ 411256 h 411256"/>
                  <a:gd name="connsiteX8" fmla="*/ 0 w 409864"/>
                  <a:gd name="connsiteY8" fmla="*/ 205007 h 411256"/>
                  <a:gd name="connsiteX9" fmla="*/ 204932 w 409864"/>
                  <a:gd name="connsiteY9" fmla="*/ 0 h 4112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09864" h="411256">
                    <a:moveTo>
                      <a:pt x="204932" y="13706"/>
                    </a:moveTo>
                    <a:cubicBezTo>
                      <a:pt x="99386" y="13706"/>
                      <a:pt x="14948" y="99417"/>
                      <a:pt x="14948" y="205002"/>
                    </a:cubicBezTo>
                    <a:cubicBezTo>
                      <a:pt x="14948" y="310587"/>
                      <a:pt x="99386" y="396298"/>
                      <a:pt x="204932" y="396298"/>
                    </a:cubicBezTo>
                    <a:cubicBezTo>
                      <a:pt x="309236" y="396298"/>
                      <a:pt x="394916" y="310587"/>
                      <a:pt x="394916" y="205002"/>
                    </a:cubicBezTo>
                    <a:cubicBezTo>
                      <a:pt x="394916" y="99417"/>
                      <a:pt x="309236" y="13706"/>
                      <a:pt x="204932" y="13706"/>
                    </a:cubicBezTo>
                    <a:close/>
                    <a:moveTo>
                      <a:pt x="204932" y="0"/>
                    </a:moveTo>
                    <a:cubicBezTo>
                      <a:pt x="317954" y="0"/>
                      <a:pt x="409864" y="91942"/>
                      <a:pt x="409864" y="205007"/>
                    </a:cubicBezTo>
                    <a:cubicBezTo>
                      <a:pt x="409864" y="318071"/>
                      <a:pt x="317954" y="411256"/>
                      <a:pt x="204932" y="411256"/>
                    </a:cubicBezTo>
                    <a:cubicBezTo>
                      <a:pt x="91908" y="411256"/>
                      <a:pt x="0" y="318071"/>
                      <a:pt x="0" y="205007"/>
                    </a:cubicBezTo>
                    <a:cubicBezTo>
                      <a:pt x="0" y="91942"/>
                      <a:pt x="91908" y="0"/>
                      <a:pt x="20493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12" name="Freeform 211">
                <a:extLst>
                  <a:ext uri="{FF2B5EF4-FFF2-40B4-BE49-F238E27FC236}">
                    <a16:creationId xmlns:a16="http://schemas.microsoft.com/office/drawing/2014/main" id="{03B71A92-66AC-0A4E-A577-E67A3CCCCE58}"/>
                  </a:ext>
                </a:extLst>
              </p:cNvPr>
              <p:cNvSpPr/>
              <p:nvPr/>
            </p:nvSpPr>
            <p:spPr>
              <a:xfrm>
                <a:off x="18340549" y="9831503"/>
                <a:ext cx="335118" cy="27915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0" h="225">
                    <a:moveTo>
                      <a:pt x="135" y="225"/>
                    </a:moveTo>
                    <a:cubicBezTo>
                      <a:pt x="192" y="225"/>
                      <a:pt x="241" y="196"/>
                      <a:pt x="270" y="151"/>
                    </a:cubicBezTo>
                    <a:cubicBezTo>
                      <a:pt x="248" y="117"/>
                      <a:pt x="215" y="92"/>
                      <a:pt x="174" y="81"/>
                    </a:cubicBezTo>
                    <a:cubicBezTo>
                      <a:pt x="180" y="73"/>
                      <a:pt x="183" y="63"/>
                      <a:pt x="183" y="52"/>
                    </a:cubicBezTo>
                    <a:cubicBezTo>
                      <a:pt x="183" y="24"/>
                      <a:pt x="161" y="0"/>
                      <a:pt x="135" y="0"/>
                    </a:cubicBezTo>
                    <a:cubicBezTo>
                      <a:pt x="109" y="0"/>
                      <a:pt x="87" y="24"/>
                      <a:pt x="87" y="52"/>
                    </a:cubicBezTo>
                    <a:cubicBezTo>
                      <a:pt x="87" y="63"/>
                      <a:pt x="91" y="73"/>
                      <a:pt x="96" y="81"/>
                    </a:cubicBezTo>
                    <a:cubicBezTo>
                      <a:pt x="56" y="92"/>
                      <a:pt x="21" y="117"/>
                      <a:pt x="0" y="151"/>
                    </a:cubicBezTo>
                    <a:cubicBezTo>
                      <a:pt x="28" y="196"/>
                      <a:pt x="78" y="225"/>
                      <a:pt x="135" y="225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2" name="Freeform 371">
                <a:extLst>
                  <a:ext uri="{FF2B5EF4-FFF2-40B4-BE49-F238E27FC236}">
                    <a16:creationId xmlns:a16="http://schemas.microsoft.com/office/drawing/2014/main" id="{E6C00D13-5005-BD41-ADD7-019E51281A41}"/>
                  </a:ext>
                </a:extLst>
              </p:cNvPr>
              <p:cNvSpPr/>
              <p:nvPr/>
            </p:nvSpPr>
            <p:spPr>
              <a:xfrm>
                <a:off x="18333384" y="9825272"/>
                <a:ext cx="349443" cy="294110"/>
              </a:xfrm>
              <a:custGeom>
                <a:avLst/>
                <a:gdLst>
                  <a:gd name="connsiteX0" fmla="*/ 174720 w 349443"/>
                  <a:gd name="connsiteY0" fmla="*/ 14955 h 294110"/>
                  <a:gd name="connsiteX1" fmla="*/ 122602 w 349443"/>
                  <a:gd name="connsiteY1" fmla="*/ 70772 h 294110"/>
                  <a:gd name="connsiteX2" fmla="*/ 131288 w 349443"/>
                  <a:gd name="connsiteY2" fmla="*/ 103022 h 294110"/>
                  <a:gd name="connsiteX3" fmla="*/ 132530 w 349443"/>
                  <a:gd name="connsiteY3" fmla="*/ 109224 h 294110"/>
                  <a:gd name="connsiteX4" fmla="*/ 127566 w 349443"/>
                  <a:gd name="connsiteY4" fmla="*/ 114185 h 294110"/>
                  <a:gd name="connsiteX5" fmla="*/ 15882 w 349443"/>
                  <a:gd name="connsiteY5" fmla="*/ 193570 h 294110"/>
                  <a:gd name="connsiteX6" fmla="*/ 174720 w 349443"/>
                  <a:gd name="connsiteY6" fmla="*/ 279156 h 294110"/>
                  <a:gd name="connsiteX7" fmla="*/ 333560 w 349443"/>
                  <a:gd name="connsiteY7" fmla="*/ 193570 h 294110"/>
                  <a:gd name="connsiteX8" fmla="*/ 221876 w 349443"/>
                  <a:gd name="connsiteY8" fmla="*/ 114185 h 294110"/>
                  <a:gd name="connsiteX9" fmla="*/ 216912 w 349443"/>
                  <a:gd name="connsiteY9" fmla="*/ 109224 h 294110"/>
                  <a:gd name="connsiteX10" fmla="*/ 216912 w 349443"/>
                  <a:gd name="connsiteY10" fmla="*/ 103022 h 294110"/>
                  <a:gd name="connsiteX11" fmla="*/ 226840 w 349443"/>
                  <a:gd name="connsiteY11" fmla="*/ 70772 h 294110"/>
                  <a:gd name="connsiteX12" fmla="*/ 174720 w 349443"/>
                  <a:gd name="connsiteY12" fmla="*/ 14955 h 294110"/>
                  <a:gd name="connsiteX13" fmla="*/ 174722 w 349443"/>
                  <a:gd name="connsiteY13" fmla="*/ 0 h 294110"/>
                  <a:gd name="connsiteX14" fmla="*/ 241756 w 349443"/>
                  <a:gd name="connsiteY14" fmla="*/ 70735 h 294110"/>
                  <a:gd name="connsiteX15" fmla="*/ 234306 w 349443"/>
                  <a:gd name="connsiteY15" fmla="*/ 101760 h 294110"/>
                  <a:gd name="connsiteX16" fmla="*/ 348512 w 349443"/>
                  <a:gd name="connsiteY16" fmla="*/ 189868 h 294110"/>
                  <a:gd name="connsiteX17" fmla="*/ 348512 w 349443"/>
                  <a:gd name="connsiteY17" fmla="*/ 197314 h 294110"/>
                  <a:gd name="connsiteX18" fmla="*/ 174722 w 349443"/>
                  <a:gd name="connsiteY18" fmla="*/ 294110 h 294110"/>
                  <a:gd name="connsiteX19" fmla="*/ 932 w 349443"/>
                  <a:gd name="connsiteY19" fmla="*/ 197314 h 294110"/>
                  <a:gd name="connsiteX20" fmla="*/ 932 w 349443"/>
                  <a:gd name="connsiteY20" fmla="*/ 189868 h 294110"/>
                  <a:gd name="connsiteX21" fmla="*/ 115136 w 349443"/>
                  <a:gd name="connsiteY21" fmla="*/ 101760 h 294110"/>
                  <a:gd name="connsiteX22" fmla="*/ 107688 w 349443"/>
                  <a:gd name="connsiteY22" fmla="*/ 70735 h 294110"/>
                  <a:gd name="connsiteX23" fmla="*/ 174722 w 349443"/>
                  <a:gd name="connsiteY23" fmla="*/ 0 h 2941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49443" h="294110">
                    <a:moveTo>
                      <a:pt x="174720" y="14955"/>
                    </a:moveTo>
                    <a:cubicBezTo>
                      <a:pt x="146180" y="14955"/>
                      <a:pt x="122602" y="39763"/>
                      <a:pt x="122602" y="70772"/>
                    </a:cubicBezTo>
                    <a:cubicBezTo>
                      <a:pt x="122602" y="81936"/>
                      <a:pt x="125084" y="93099"/>
                      <a:pt x="131288" y="103022"/>
                    </a:cubicBezTo>
                    <a:cubicBezTo>
                      <a:pt x="133770" y="105503"/>
                      <a:pt x="133770" y="107984"/>
                      <a:pt x="132530" y="109224"/>
                    </a:cubicBezTo>
                    <a:cubicBezTo>
                      <a:pt x="131288" y="111705"/>
                      <a:pt x="130048" y="114185"/>
                      <a:pt x="127566" y="114185"/>
                    </a:cubicBezTo>
                    <a:cubicBezTo>
                      <a:pt x="81652" y="125349"/>
                      <a:pt x="41942" y="153878"/>
                      <a:pt x="15882" y="193570"/>
                    </a:cubicBezTo>
                    <a:cubicBezTo>
                      <a:pt x="50628" y="246906"/>
                      <a:pt x="110192" y="279156"/>
                      <a:pt x="174720" y="279156"/>
                    </a:cubicBezTo>
                    <a:cubicBezTo>
                      <a:pt x="239248" y="279156"/>
                      <a:pt x="297572" y="246906"/>
                      <a:pt x="333560" y="193570"/>
                    </a:cubicBezTo>
                    <a:cubicBezTo>
                      <a:pt x="307500" y="153878"/>
                      <a:pt x="267790" y="125349"/>
                      <a:pt x="221876" y="114185"/>
                    </a:cubicBezTo>
                    <a:cubicBezTo>
                      <a:pt x="219394" y="114185"/>
                      <a:pt x="218152" y="111705"/>
                      <a:pt x="216912" y="109224"/>
                    </a:cubicBezTo>
                    <a:cubicBezTo>
                      <a:pt x="215672" y="107984"/>
                      <a:pt x="216912" y="105503"/>
                      <a:pt x="216912" y="103022"/>
                    </a:cubicBezTo>
                    <a:cubicBezTo>
                      <a:pt x="224358" y="93099"/>
                      <a:pt x="226840" y="81936"/>
                      <a:pt x="226840" y="70772"/>
                    </a:cubicBezTo>
                    <a:cubicBezTo>
                      <a:pt x="226840" y="39763"/>
                      <a:pt x="203262" y="14955"/>
                      <a:pt x="174720" y="14955"/>
                    </a:cubicBezTo>
                    <a:close/>
                    <a:moveTo>
                      <a:pt x="174722" y="0"/>
                    </a:moveTo>
                    <a:cubicBezTo>
                      <a:pt x="211962" y="0"/>
                      <a:pt x="241756" y="31024"/>
                      <a:pt x="241756" y="70735"/>
                    </a:cubicBezTo>
                    <a:cubicBezTo>
                      <a:pt x="241756" y="81904"/>
                      <a:pt x="239272" y="93073"/>
                      <a:pt x="234306" y="101760"/>
                    </a:cubicBezTo>
                    <a:cubicBezTo>
                      <a:pt x="281478" y="116651"/>
                      <a:pt x="322444" y="147675"/>
                      <a:pt x="348512" y="189868"/>
                    </a:cubicBezTo>
                    <a:cubicBezTo>
                      <a:pt x="349754" y="192350"/>
                      <a:pt x="349754" y="194832"/>
                      <a:pt x="348512" y="197314"/>
                    </a:cubicBezTo>
                    <a:cubicBezTo>
                      <a:pt x="311272" y="258122"/>
                      <a:pt x="245480" y="294110"/>
                      <a:pt x="174722" y="294110"/>
                    </a:cubicBezTo>
                    <a:cubicBezTo>
                      <a:pt x="103964" y="294110"/>
                      <a:pt x="39414" y="258122"/>
                      <a:pt x="932" y="197314"/>
                    </a:cubicBezTo>
                    <a:cubicBezTo>
                      <a:pt x="-310" y="194832"/>
                      <a:pt x="-310" y="192350"/>
                      <a:pt x="932" y="189868"/>
                    </a:cubicBezTo>
                    <a:cubicBezTo>
                      <a:pt x="27000" y="147675"/>
                      <a:pt x="67964" y="116651"/>
                      <a:pt x="115136" y="101760"/>
                    </a:cubicBezTo>
                    <a:cubicBezTo>
                      <a:pt x="110170" y="93073"/>
                      <a:pt x="107688" y="81904"/>
                      <a:pt x="107688" y="70735"/>
                    </a:cubicBezTo>
                    <a:cubicBezTo>
                      <a:pt x="107688" y="31024"/>
                      <a:pt x="137480" y="0"/>
                      <a:pt x="1747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C659914-8388-594F-95B4-2FF0C53E0195}"/>
                </a:ext>
              </a:extLst>
            </p:cNvPr>
            <p:cNvGrpSpPr/>
            <p:nvPr/>
          </p:nvGrpSpPr>
          <p:grpSpPr>
            <a:xfrm>
              <a:off x="16302434" y="5303952"/>
              <a:ext cx="6149228" cy="3013379"/>
              <a:chOff x="16302434" y="5303952"/>
              <a:chExt cx="6149228" cy="3013379"/>
            </a:xfrm>
          </p:grpSpPr>
          <p:sp>
            <p:nvSpPr>
              <p:cNvPr id="215" name="Freeform 214">
                <a:extLst>
                  <a:ext uri="{FF2B5EF4-FFF2-40B4-BE49-F238E27FC236}">
                    <a16:creationId xmlns:a16="http://schemas.microsoft.com/office/drawing/2014/main" id="{6EACD0B5-A2AF-CC42-9C9F-17D10821B3F6}"/>
                  </a:ext>
                </a:extLst>
              </p:cNvPr>
              <p:cNvSpPr/>
              <p:nvPr/>
            </p:nvSpPr>
            <p:spPr>
              <a:xfrm>
                <a:off x="16309909" y="5311429"/>
                <a:ext cx="6134275" cy="29996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25" h="2408">
                    <a:moveTo>
                      <a:pt x="4800" y="2408"/>
                    </a:moveTo>
                    <a:lnTo>
                      <a:pt x="2462" y="2408"/>
                    </a:lnTo>
                    <a:lnTo>
                      <a:pt x="125" y="2408"/>
                    </a:lnTo>
                    <a:cubicBezTo>
                      <a:pt x="91" y="2408"/>
                      <a:pt x="59" y="2394"/>
                      <a:pt x="36" y="2371"/>
                    </a:cubicBezTo>
                    <a:cubicBezTo>
                      <a:pt x="14" y="2348"/>
                      <a:pt x="0" y="2317"/>
                      <a:pt x="0" y="2282"/>
                    </a:cubicBezTo>
                    <a:lnTo>
                      <a:pt x="0" y="1204"/>
                    </a:lnTo>
                    <a:lnTo>
                      <a:pt x="0" y="125"/>
                    </a:lnTo>
                    <a:cubicBezTo>
                      <a:pt x="0" y="91"/>
                      <a:pt x="14" y="60"/>
                      <a:pt x="36" y="37"/>
                    </a:cubicBezTo>
                    <a:cubicBezTo>
                      <a:pt x="59" y="15"/>
                      <a:pt x="91" y="0"/>
                      <a:pt x="125" y="0"/>
                    </a:cubicBezTo>
                    <a:lnTo>
                      <a:pt x="2462" y="0"/>
                    </a:lnTo>
                    <a:lnTo>
                      <a:pt x="4800" y="0"/>
                    </a:lnTo>
                    <a:cubicBezTo>
                      <a:pt x="4834" y="0"/>
                      <a:pt x="4866" y="15"/>
                      <a:pt x="4888" y="37"/>
                    </a:cubicBezTo>
                    <a:cubicBezTo>
                      <a:pt x="4911" y="60"/>
                      <a:pt x="4925" y="91"/>
                      <a:pt x="4925" y="125"/>
                    </a:cubicBezTo>
                    <a:lnTo>
                      <a:pt x="4925" y="1204"/>
                    </a:lnTo>
                    <a:lnTo>
                      <a:pt x="4925" y="2282"/>
                    </a:lnTo>
                    <a:cubicBezTo>
                      <a:pt x="4925" y="2317"/>
                      <a:pt x="4911" y="2348"/>
                      <a:pt x="4888" y="2371"/>
                    </a:cubicBezTo>
                    <a:cubicBezTo>
                      <a:pt x="4866" y="2394"/>
                      <a:pt x="4834" y="2408"/>
                      <a:pt x="4800" y="240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3" name="Freeform 372">
                <a:extLst>
                  <a:ext uri="{FF2B5EF4-FFF2-40B4-BE49-F238E27FC236}">
                    <a16:creationId xmlns:a16="http://schemas.microsoft.com/office/drawing/2014/main" id="{12090E36-3E19-CC47-9C42-57FEBB961213}"/>
                  </a:ext>
                </a:extLst>
              </p:cNvPr>
              <p:cNvSpPr/>
              <p:nvPr/>
            </p:nvSpPr>
            <p:spPr>
              <a:xfrm>
                <a:off x="16302434" y="5303952"/>
                <a:ext cx="6149228" cy="3013379"/>
              </a:xfrm>
              <a:custGeom>
                <a:avLst/>
                <a:gdLst>
                  <a:gd name="connsiteX0" fmla="*/ 163168 w 6149228"/>
                  <a:gd name="connsiteY0" fmla="*/ 14955 h 3013379"/>
                  <a:gd name="connsiteX1" fmla="*/ 57297 w 6149228"/>
                  <a:gd name="connsiteY1" fmla="*/ 58555 h 3013379"/>
                  <a:gd name="connsiteX2" fmla="*/ 14949 w 6149228"/>
                  <a:gd name="connsiteY2" fmla="*/ 163194 h 3013379"/>
                  <a:gd name="connsiteX3" fmla="*/ 14949 w 6149228"/>
                  <a:gd name="connsiteY3" fmla="*/ 2850186 h 3013379"/>
                  <a:gd name="connsiteX4" fmla="*/ 57297 w 6149228"/>
                  <a:gd name="connsiteY4" fmla="*/ 2956071 h 3013379"/>
                  <a:gd name="connsiteX5" fmla="*/ 163168 w 6149228"/>
                  <a:gd name="connsiteY5" fmla="*/ 2998425 h 3013379"/>
                  <a:gd name="connsiteX6" fmla="*/ 5986058 w 6149228"/>
                  <a:gd name="connsiteY6" fmla="*/ 2998425 h 3013379"/>
                  <a:gd name="connsiteX7" fmla="*/ 6090684 w 6149228"/>
                  <a:gd name="connsiteY7" fmla="*/ 2956071 h 3013379"/>
                  <a:gd name="connsiteX8" fmla="*/ 6134278 w 6149228"/>
                  <a:gd name="connsiteY8" fmla="*/ 2850186 h 3013379"/>
                  <a:gd name="connsiteX9" fmla="*/ 6134278 w 6149228"/>
                  <a:gd name="connsiteY9" fmla="*/ 163194 h 3013379"/>
                  <a:gd name="connsiteX10" fmla="*/ 6090684 w 6149228"/>
                  <a:gd name="connsiteY10" fmla="*/ 58555 h 3013379"/>
                  <a:gd name="connsiteX11" fmla="*/ 5986058 w 6149228"/>
                  <a:gd name="connsiteY11" fmla="*/ 14955 h 3013379"/>
                  <a:gd name="connsiteX12" fmla="*/ 163166 w 6149228"/>
                  <a:gd name="connsiteY12" fmla="*/ 0 h 3013379"/>
                  <a:gd name="connsiteX13" fmla="*/ 5986062 w 6149228"/>
                  <a:gd name="connsiteY13" fmla="*/ 0 h 3013379"/>
                  <a:gd name="connsiteX14" fmla="*/ 6101898 w 6149228"/>
                  <a:gd name="connsiteY14" fmla="*/ 48583 h 3013379"/>
                  <a:gd name="connsiteX15" fmla="*/ 6149228 w 6149228"/>
                  <a:gd name="connsiteY15" fmla="*/ 163189 h 3013379"/>
                  <a:gd name="connsiteX16" fmla="*/ 6149228 w 6149228"/>
                  <a:gd name="connsiteY16" fmla="*/ 2850191 h 3013379"/>
                  <a:gd name="connsiteX17" fmla="*/ 6101898 w 6149228"/>
                  <a:gd name="connsiteY17" fmla="*/ 2966042 h 3013379"/>
                  <a:gd name="connsiteX18" fmla="*/ 5986062 w 6149228"/>
                  <a:gd name="connsiteY18" fmla="*/ 3013379 h 3013379"/>
                  <a:gd name="connsiteX19" fmla="*/ 163166 w 6149228"/>
                  <a:gd name="connsiteY19" fmla="*/ 3013379 h 3013379"/>
                  <a:gd name="connsiteX20" fmla="*/ 48576 w 6149228"/>
                  <a:gd name="connsiteY20" fmla="*/ 2966042 h 3013379"/>
                  <a:gd name="connsiteX21" fmla="*/ 0 w 6149228"/>
                  <a:gd name="connsiteY21" fmla="*/ 2850191 h 3013379"/>
                  <a:gd name="connsiteX22" fmla="*/ 0 w 6149228"/>
                  <a:gd name="connsiteY22" fmla="*/ 163189 h 3013379"/>
                  <a:gd name="connsiteX23" fmla="*/ 48576 w 6149228"/>
                  <a:gd name="connsiteY23" fmla="*/ 48583 h 3013379"/>
                  <a:gd name="connsiteX24" fmla="*/ 163166 w 6149228"/>
                  <a:gd name="connsiteY24" fmla="*/ 0 h 3013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6149228" h="3013379">
                    <a:moveTo>
                      <a:pt x="163168" y="14955"/>
                    </a:moveTo>
                    <a:cubicBezTo>
                      <a:pt x="123311" y="14955"/>
                      <a:pt x="85945" y="31149"/>
                      <a:pt x="57297" y="58555"/>
                    </a:cubicBezTo>
                    <a:cubicBezTo>
                      <a:pt x="29895" y="85961"/>
                      <a:pt x="14949" y="124578"/>
                      <a:pt x="14949" y="163194"/>
                    </a:cubicBezTo>
                    <a:lnTo>
                      <a:pt x="14949" y="2850186"/>
                    </a:lnTo>
                    <a:cubicBezTo>
                      <a:pt x="14949" y="2891294"/>
                      <a:pt x="29895" y="2927420"/>
                      <a:pt x="57297" y="2956071"/>
                    </a:cubicBezTo>
                    <a:cubicBezTo>
                      <a:pt x="85945" y="2983477"/>
                      <a:pt x="123311" y="2998425"/>
                      <a:pt x="163168" y="2998425"/>
                    </a:cubicBezTo>
                    <a:lnTo>
                      <a:pt x="5986058" y="2998425"/>
                    </a:lnTo>
                    <a:cubicBezTo>
                      <a:pt x="6025916" y="2998425"/>
                      <a:pt x="6062038" y="2983477"/>
                      <a:pt x="6090684" y="2956071"/>
                    </a:cubicBezTo>
                    <a:cubicBezTo>
                      <a:pt x="6119332" y="2927420"/>
                      <a:pt x="6134278" y="2891294"/>
                      <a:pt x="6134278" y="2850186"/>
                    </a:cubicBezTo>
                    <a:lnTo>
                      <a:pt x="6134278" y="163194"/>
                    </a:lnTo>
                    <a:cubicBezTo>
                      <a:pt x="6134278" y="124578"/>
                      <a:pt x="6119332" y="85961"/>
                      <a:pt x="6090684" y="58555"/>
                    </a:cubicBezTo>
                    <a:cubicBezTo>
                      <a:pt x="6062038" y="31149"/>
                      <a:pt x="6025916" y="14955"/>
                      <a:pt x="5986058" y="14955"/>
                    </a:cubicBezTo>
                    <a:close/>
                    <a:moveTo>
                      <a:pt x="163166" y="0"/>
                    </a:moveTo>
                    <a:lnTo>
                      <a:pt x="5986062" y="0"/>
                    </a:lnTo>
                    <a:cubicBezTo>
                      <a:pt x="6029656" y="0"/>
                      <a:pt x="6070758" y="18686"/>
                      <a:pt x="6101898" y="48583"/>
                    </a:cubicBezTo>
                    <a:cubicBezTo>
                      <a:pt x="6131790" y="78480"/>
                      <a:pt x="6149228" y="119589"/>
                      <a:pt x="6149228" y="163189"/>
                    </a:cubicBezTo>
                    <a:lnTo>
                      <a:pt x="6149228" y="2850191"/>
                    </a:lnTo>
                    <a:cubicBezTo>
                      <a:pt x="6149228" y="2895036"/>
                      <a:pt x="6131790" y="2934899"/>
                      <a:pt x="6101898" y="2966042"/>
                    </a:cubicBezTo>
                    <a:cubicBezTo>
                      <a:pt x="6070758" y="2997185"/>
                      <a:pt x="6029656" y="3013379"/>
                      <a:pt x="5986062" y="3013379"/>
                    </a:cubicBezTo>
                    <a:lnTo>
                      <a:pt x="163166" y="3013379"/>
                    </a:lnTo>
                    <a:cubicBezTo>
                      <a:pt x="119572" y="3013379"/>
                      <a:pt x="78469" y="2997185"/>
                      <a:pt x="48576" y="2966042"/>
                    </a:cubicBezTo>
                    <a:cubicBezTo>
                      <a:pt x="16192" y="2934899"/>
                      <a:pt x="0" y="2895036"/>
                      <a:pt x="0" y="2850191"/>
                    </a:cubicBezTo>
                    <a:lnTo>
                      <a:pt x="0" y="163189"/>
                    </a:lnTo>
                    <a:cubicBezTo>
                      <a:pt x="0" y="119589"/>
                      <a:pt x="16192" y="78480"/>
                      <a:pt x="48576" y="48583"/>
                    </a:cubicBezTo>
                    <a:cubicBezTo>
                      <a:pt x="78469" y="18686"/>
                      <a:pt x="119572" y="0"/>
                      <a:pt x="163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B5C5F59-D1FE-B242-B817-7A81E5D85058}"/>
                </a:ext>
              </a:extLst>
            </p:cNvPr>
            <p:cNvGrpSpPr/>
            <p:nvPr/>
          </p:nvGrpSpPr>
          <p:grpSpPr>
            <a:xfrm>
              <a:off x="16602670" y="5818645"/>
              <a:ext cx="3219126" cy="1615113"/>
              <a:chOff x="16602670" y="5818645"/>
              <a:chExt cx="3219126" cy="1615113"/>
            </a:xfrm>
          </p:grpSpPr>
          <p:sp>
            <p:nvSpPr>
              <p:cNvPr id="374" name="Freeform 373">
                <a:extLst>
                  <a:ext uri="{FF2B5EF4-FFF2-40B4-BE49-F238E27FC236}">
                    <a16:creationId xmlns:a16="http://schemas.microsoft.com/office/drawing/2014/main" id="{14E55152-B558-5248-A5CB-0769B27B0517}"/>
                  </a:ext>
                </a:extLst>
              </p:cNvPr>
              <p:cNvSpPr/>
              <p:nvPr/>
            </p:nvSpPr>
            <p:spPr>
              <a:xfrm>
                <a:off x="16602670" y="5818645"/>
                <a:ext cx="3219126" cy="1615113"/>
              </a:xfrm>
              <a:custGeom>
                <a:avLst/>
                <a:gdLst>
                  <a:gd name="connsiteX0" fmla="*/ 161895 w 3219126"/>
                  <a:gd name="connsiteY0" fmla="*/ 14951 h 1615113"/>
                  <a:gd name="connsiteX1" fmla="*/ 57289 w 3219126"/>
                  <a:gd name="connsiteY1" fmla="*/ 58535 h 1615113"/>
                  <a:gd name="connsiteX2" fmla="*/ 14949 w 3219126"/>
                  <a:gd name="connsiteY2" fmla="*/ 161891 h 1615113"/>
                  <a:gd name="connsiteX3" fmla="*/ 14949 w 3219126"/>
                  <a:gd name="connsiteY3" fmla="*/ 1454458 h 1615113"/>
                  <a:gd name="connsiteX4" fmla="*/ 57289 w 3219126"/>
                  <a:gd name="connsiteY4" fmla="*/ 1557814 h 1615113"/>
                  <a:gd name="connsiteX5" fmla="*/ 161895 w 3219126"/>
                  <a:gd name="connsiteY5" fmla="*/ 1601397 h 1615113"/>
                  <a:gd name="connsiteX6" fmla="*/ 3057230 w 3219126"/>
                  <a:gd name="connsiteY6" fmla="*/ 1601397 h 1615113"/>
                  <a:gd name="connsiteX7" fmla="*/ 3160590 w 3219126"/>
                  <a:gd name="connsiteY7" fmla="*/ 1557814 h 1615113"/>
                  <a:gd name="connsiteX8" fmla="*/ 3204176 w 3219126"/>
                  <a:gd name="connsiteY8" fmla="*/ 1454458 h 1615113"/>
                  <a:gd name="connsiteX9" fmla="*/ 3204176 w 3219126"/>
                  <a:gd name="connsiteY9" fmla="*/ 161891 h 1615113"/>
                  <a:gd name="connsiteX10" fmla="*/ 3160590 w 3219126"/>
                  <a:gd name="connsiteY10" fmla="*/ 58535 h 1615113"/>
                  <a:gd name="connsiteX11" fmla="*/ 3057230 w 3219126"/>
                  <a:gd name="connsiteY11" fmla="*/ 14951 h 1615113"/>
                  <a:gd name="connsiteX12" fmla="*/ 161890 w 3219126"/>
                  <a:gd name="connsiteY12" fmla="*/ 0 h 1615113"/>
                  <a:gd name="connsiteX13" fmla="*/ 3057236 w 3219126"/>
                  <a:gd name="connsiteY13" fmla="*/ 0 h 1615113"/>
                  <a:gd name="connsiteX14" fmla="*/ 3171804 w 3219126"/>
                  <a:gd name="connsiteY14" fmla="*/ 47320 h 1615113"/>
                  <a:gd name="connsiteX15" fmla="*/ 3219126 w 3219126"/>
                  <a:gd name="connsiteY15" fmla="*/ 161885 h 1615113"/>
                  <a:gd name="connsiteX16" fmla="*/ 3219126 w 3219126"/>
                  <a:gd name="connsiteY16" fmla="*/ 1454474 h 1615113"/>
                  <a:gd name="connsiteX17" fmla="*/ 3171804 w 3219126"/>
                  <a:gd name="connsiteY17" fmla="*/ 1567793 h 1615113"/>
                  <a:gd name="connsiteX18" fmla="*/ 3057236 w 3219126"/>
                  <a:gd name="connsiteY18" fmla="*/ 1615113 h 1615113"/>
                  <a:gd name="connsiteX19" fmla="*/ 161890 w 3219126"/>
                  <a:gd name="connsiteY19" fmla="*/ 1615113 h 1615113"/>
                  <a:gd name="connsiteX20" fmla="*/ 48567 w 3219126"/>
                  <a:gd name="connsiteY20" fmla="*/ 1567793 h 1615113"/>
                  <a:gd name="connsiteX21" fmla="*/ 0 w 3219126"/>
                  <a:gd name="connsiteY21" fmla="*/ 1454474 h 1615113"/>
                  <a:gd name="connsiteX22" fmla="*/ 0 w 3219126"/>
                  <a:gd name="connsiteY22" fmla="*/ 161885 h 1615113"/>
                  <a:gd name="connsiteX23" fmla="*/ 48567 w 3219126"/>
                  <a:gd name="connsiteY23" fmla="*/ 47320 h 1615113"/>
                  <a:gd name="connsiteX24" fmla="*/ 161890 w 3219126"/>
                  <a:gd name="connsiteY24" fmla="*/ 0 h 16151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3219126" h="1615113">
                    <a:moveTo>
                      <a:pt x="161895" y="14951"/>
                    </a:moveTo>
                    <a:cubicBezTo>
                      <a:pt x="122045" y="14951"/>
                      <a:pt x="85931" y="29894"/>
                      <a:pt x="57289" y="58535"/>
                    </a:cubicBezTo>
                    <a:cubicBezTo>
                      <a:pt x="29893" y="85930"/>
                      <a:pt x="14949" y="123288"/>
                      <a:pt x="14949" y="161891"/>
                    </a:cubicBezTo>
                    <a:lnTo>
                      <a:pt x="14949" y="1454458"/>
                    </a:lnTo>
                    <a:cubicBezTo>
                      <a:pt x="14949" y="1493061"/>
                      <a:pt x="29893" y="1530418"/>
                      <a:pt x="57289" y="1557814"/>
                    </a:cubicBezTo>
                    <a:cubicBezTo>
                      <a:pt x="85931" y="1586454"/>
                      <a:pt x="122045" y="1601397"/>
                      <a:pt x="161895" y="1601397"/>
                    </a:cubicBezTo>
                    <a:lnTo>
                      <a:pt x="3057230" y="1601397"/>
                    </a:lnTo>
                    <a:cubicBezTo>
                      <a:pt x="3095834" y="1601397"/>
                      <a:pt x="3133194" y="1586454"/>
                      <a:pt x="3160590" y="1557814"/>
                    </a:cubicBezTo>
                    <a:cubicBezTo>
                      <a:pt x="3189232" y="1530418"/>
                      <a:pt x="3204176" y="1493061"/>
                      <a:pt x="3204176" y="1454458"/>
                    </a:cubicBezTo>
                    <a:lnTo>
                      <a:pt x="3204176" y="161891"/>
                    </a:lnTo>
                    <a:cubicBezTo>
                      <a:pt x="3204176" y="123288"/>
                      <a:pt x="3189232" y="85930"/>
                      <a:pt x="3160590" y="58535"/>
                    </a:cubicBezTo>
                    <a:cubicBezTo>
                      <a:pt x="3133194" y="29894"/>
                      <a:pt x="3095834" y="14951"/>
                      <a:pt x="3057230" y="14951"/>
                    </a:cubicBezTo>
                    <a:close/>
                    <a:moveTo>
                      <a:pt x="161890" y="0"/>
                    </a:moveTo>
                    <a:lnTo>
                      <a:pt x="3057236" y="0"/>
                    </a:lnTo>
                    <a:cubicBezTo>
                      <a:pt x="3100822" y="0"/>
                      <a:pt x="3141916" y="17434"/>
                      <a:pt x="3171804" y="47320"/>
                    </a:cubicBezTo>
                    <a:cubicBezTo>
                      <a:pt x="3202938" y="78452"/>
                      <a:pt x="3219126" y="118301"/>
                      <a:pt x="3219126" y="161885"/>
                    </a:cubicBezTo>
                    <a:lnTo>
                      <a:pt x="3219126" y="1454474"/>
                    </a:lnTo>
                    <a:cubicBezTo>
                      <a:pt x="3219126" y="1496813"/>
                      <a:pt x="3202938" y="1537907"/>
                      <a:pt x="3171804" y="1567793"/>
                    </a:cubicBezTo>
                    <a:cubicBezTo>
                      <a:pt x="3141916" y="1598925"/>
                      <a:pt x="3100822" y="1615113"/>
                      <a:pt x="3057236" y="1615113"/>
                    </a:cubicBezTo>
                    <a:lnTo>
                      <a:pt x="161890" y="1615113"/>
                    </a:lnTo>
                    <a:cubicBezTo>
                      <a:pt x="118304" y="1615113"/>
                      <a:pt x="78455" y="1598925"/>
                      <a:pt x="48567" y="1567793"/>
                    </a:cubicBezTo>
                    <a:cubicBezTo>
                      <a:pt x="17434" y="1537907"/>
                      <a:pt x="0" y="1496813"/>
                      <a:pt x="0" y="1454474"/>
                    </a:cubicBezTo>
                    <a:lnTo>
                      <a:pt x="0" y="161885"/>
                    </a:lnTo>
                    <a:cubicBezTo>
                      <a:pt x="0" y="118301"/>
                      <a:pt x="17434" y="78452"/>
                      <a:pt x="48567" y="47320"/>
                    </a:cubicBezTo>
                    <a:cubicBezTo>
                      <a:pt x="78455" y="17434"/>
                      <a:pt x="118304" y="0"/>
                      <a:pt x="16189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5" name="Freeform 374">
                <a:extLst>
                  <a:ext uri="{FF2B5EF4-FFF2-40B4-BE49-F238E27FC236}">
                    <a16:creationId xmlns:a16="http://schemas.microsoft.com/office/drawing/2014/main" id="{8ED85BD5-F3A5-C446-B62F-C31291D6AC85}"/>
                  </a:ext>
                </a:extLst>
              </p:cNvPr>
              <p:cNvSpPr/>
              <p:nvPr/>
            </p:nvSpPr>
            <p:spPr>
              <a:xfrm>
                <a:off x="18735464" y="6242363"/>
                <a:ext cx="707612" cy="908501"/>
              </a:xfrm>
              <a:custGeom>
                <a:avLst/>
                <a:gdLst>
                  <a:gd name="connsiteX0" fmla="*/ 14952 w 707612"/>
                  <a:gd name="connsiteY0" fmla="*/ 13708 h 908501"/>
                  <a:gd name="connsiteX1" fmla="*/ 14952 w 707612"/>
                  <a:gd name="connsiteY1" fmla="*/ 893546 h 908501"/>
                  <a:gd name="connsiteX2" fmla="*/ 692662 w 707612"/>
                  <a:gd name="connsiteY2" fmla="*/ 893546 h 908501"/>
                  <a:gd name="connsiteX3" fmla="*/ 692662 w 707612"/>
                  <a:gd name="connsiteY3" fmla="*/ 13708 h 908501"/>
                  <a:gd name="connsiteX4" fmla="*/ 7462 w 707612"/>
                  <a:gd name="connsiteY4" fmla="*/ 0 h 908501"/>
                  <a:gd name="connsiteX5" fmla="*/ 701392 w 707612"/>
                  <a:gd name="connsiteY5" fmla="*/ 0 h 908501"/>
                  <a:gd name="connsiteX6" fmla="*/ 707612 w 707612"/>
                  <a:gd name="connsiteY6" fmla="*/ 6223 h 908501"/>
                  <a:gd name="connsiteX7" fmla="*/ 707612 w 707612"/>
                  <a:gd name="connsiteY7" fmla="*/ 901034 h 908501"/>
                  <a:gd name="connsiteX8" fmla="*/ 701392 w 707612"/>
                  <a:gd name="connsiteY8" fmla="*/ 908501 h 908501"/>
                  <a:gd name="connsiteX9" fmla="*/ 7462 w 707612"/>
                  <a:gd name="connsiteY9" fmla="*/ 908501 h 908501"/>
                  <a:gd name="connsiteX10" fmla="*/ 0 w 707612"/>
                  <a:gd name="connsiteY10" fmla="*/ 901034 h 908501"/>
                  <a:gd name="connsiteX11" fmla="*/ 0 w 707612"/>
                  <a:gd name="connsiteY11" fmla="*/ 6223 h 908501"/>
                  <a:gd name="connsiteX12" fmla="*/ 7462 w 707612"/>
                  <a:gd name="connsiteY12" fmla="*/ 0 h 908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7612" h="908501">
                    <a:moveTo>
                      <a:pt x="14952" y="13708"/>
                    </a:moveTo>
                    <a:lnTo>
                      <a:pt x="14952" y="893546"/>
                    </a:lnTo>
                    <a:lnTo>
                      <a:pt x="692662" y="893546"/>
                    </a:lnTo>
                    <a:lnTo>
                      <a:pt x="692662" y="13708"/>
                    </a:lnTo>
                    <a:close/>
                    <a:moveTo>
                      <a:pt x="7462" y="0"/>
                    </a:moveTo>
                    <a:lnTo>
                      <a:pt x="701392" y="0"/>
                    </a:lnTo>
                    <a:cubicBezTo>
                      <a:pt x="705124" y="0"/>
                      <a:pt x="707612" y="2489"/>
                      <a:pt x="707612" y="6223"/>
                    </a:cubicBezTo>
                    <a:lnTo>
                      <a:pt x="707612" y="901034"/>
                    </a:lnTo>
                    <a:cubicBezTo>
                      <a:pt x="707612" y="904768"/>
                      <a:pt x="705124" y="908501"/>
                      <a:pt x="701392" y="908501"/>
                    </a:cubicBezTo>
                    <a:lnTo>
                      <a:pt x="7462" y="908501"/>
                    </a:lnTo>
                    <a:cubicBezTo>
                      <a:pt x="3732" y="908501"/>
                      <a:pt x="0" y="904768"/>
                      <a:pt x="0" y="901034"/>
                    </a:cubicBezTo>
                    <a:lnTo>
                      <a:pt x="0" y="6223"/>
                    </a:lnTo>
                    <a:cubicBezTo>
                      <a:pt x="0" y="2489"/>
                      <a:pt x="3732" y="0"/>
                      <a:pt x="74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2" name="Freeform 221">
                <a:extLst>
                  <a:ext uri="{FF2B5EF4-FFF2-40B4-BE49-F238E27FC236}">
                    <a16:creationId xmlns:a16="http://schemas.microsoft.com/office/drawing/2014/main" id="{B7F65E4E-0333-234E-BFD1-79847ADDEA69}"/>
                  </a:ext>
                </a:extLst>
              </p:cNvPr>
              <p:cNvSpPr/>
              <p:nvPr/>
            </p:nvSpPr>
            <p:spPr>
              <a:xfrm>
                <a:off x="18882469" y="6411850"/>
                <a:ext cx="41360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3" h="12">
                    <a:moveTo>
                      <a:pt x="327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327" y="0"/>
                    </a:lnTo>
                    <a:cubicBezTo>
                      <a:pt x="331" y="0"/>
                      <a:pt x="333" y="2"/>
                      <a:pt x="333" y="6"/>
                    </a:cubicBezTo>
                    <a:cubicBezTo>
                      <a:pt x="333" y="9"/>
                      <a:pt x="331" y="12"/>
                      <a:pt x="327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3" name="Freeform 222">
                <a:extLst>
                  <a:ext uri="{FF2B5EF4-FFF2-40B4-BE49-F238E27FC236}">
                    <a16:creationId xmlns:a16="http://schemas.microsoft.com/office/drawing/2014/main" id="{EE6AF142-FEDA-914B-ACAB-3C06328B53A8}"/>
                  </a:ext>
                </a:extLst>
              </p:cNvPr>
              <p:cNvSpPr/>
              <p:nvPr/>
            </p:nvSpPr>
            <p:spPr>
              <a:xfrm>
                <a:off x="18882469" y="6597538"/>
                <a:ext cx="413603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3" h="11">
                    <a:moveTo>
                      <a:pt x="327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327" y="0"/>
                    </a:lnTo>
                    <a:cubicBezTo>
                      <a:pt x="331" y="0"/>
                      <a:pt x="333" y="2"/>
                      <a:pt x="333" y="5"/>
                    </a:cubicBezTo>
                    <a:cubicBezTo>
                      <a:pt x="333" y="9"/>
                      <a:pt x="331" y="11"/>
                      <a:pt x="327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4" name="Freeform 223">
                <a:extLst>
                  <a:ext uri="{FF2B5EF4-FFF2-40B4-BE49-F238E27FC236}">
                    <a16:creationId xmlns:a16="http://schemas.microsoft.com/office/drawing/2014/main" id="{EEE9DABD-438B-6043-8F77-96FAF379B2AD}"/>
                  </a:ext>
                </a:extLst>
              </p:cNvPr>
              <p:cNvSpPr/>
              <p:nvPr/>
            </p:nvSpPr>
            <p:spPr>
              <a:xfrm>
                <a:off x="18882469" y="6781980"/>
                <a:ext cx="413603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3" h="11">
                    <a:moveTo>
                      <a:pt x="327" y="11"/>
                    </a:moveTo>
                    <a:lnTo>
                      <a:pt x="6" y="11"/>
                    </a:lnTo>
                    <a:cubicBezTo>
                      <a:pt x="3" y="11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27" y="0"/>
                    </a:lnTo>
                    <a:cubicBezTo>
                      <a:pt x="331" y="0"/>
                      <a:pt x="333" y="3"/>
                      <a:pt x="333" y="6"/>
                    </a:cubicBezTo>
                    <a:cubicBezTo>
                      <a:pt x="333" y="9"/>
                      <a:pt x="331" y="11"/>
                      <a:pt x="327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5" name="Freeform 224">
                <a:extLst>
                  <a:ext uri="{FF2B5EF4-FFF2-40B4-BE49-F238E27FC236}">
                    <a16:creationId xmlns:a16="http://schemas.microsoft.com/office/drawing/2014/main" id="{0E1345A2-2965-6540-87E4-C05BE8825E20}"/>
                  </a:ext>
                </a:extLst>
              </p:cNvPr>
              <p:cNvSpPr/>
              <p:nvPr/>
            </p:nvSpPr>
            <p:spPr>
              <a:xfrm>
                <a:off x="18882469" y="6965176"/>
                <a:ext cx="413603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3" h="12">
                    <a:moveTo>
                      <a:pt x="327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27" y="0"/>
                    </a:lnTo>
                    <a:cubicBezTo>
                      <a:pt x="331" y="0"/>
                      <a:pt x="333" y="3"/>
                      <a:pt x="333" y="6"/>
                    </a:cubicBezTo>
                    <a:cubicBezTo>
                      <a:pt x="333" y="9"/>
                      <a:pt x="331" y="12"/>
                      <a:pt x="327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6" name="Freeform 225">
                <a:extLst>
                  <a:ext uri="{FF2B5EF4-FFF2-40B4-BE49-F238E27FC236}">
                    <a16:creationId xmlns:a16="http://schemas.microsoft.com/office/drawing/2014/main" id="{2C19276E-28A4-774F-939F-70818904B5F3}"/>
                  </a:ext>
                </a:extLst>
              </p:cNvPr>
              <p:cNvSpPr/>
              <p:nvPr/>
            </p:nvSpPr>
            <p:spPr>
              <a:xfrm>
                <a:off x="18742940" y="6248594"/>
                <a:ext cx="693906" cy="8947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8" h="719">
                    <a:moveTo>
                      <a:pt x="558" y="719"/>
                    </a:moveTo>
                    <a:lnTo>
                      <a:pt x="0" y="719"/>
                    </a:lnTo>
                    <a:lnTo>
                      <a:pt x="0" y="0"/>
                    </a:lnTo>
                    <a:lnTo>
                      <a:pt x="558" y="0"/>
                    </a:ln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27" name="Freeform 226">
                <a:extLst>
                  <a:ext uri="{FF2B5EF4-FFF2-40B4-BE49-F238E27FC236}">
                    <a16:creationId xmlns:a16="http://schemas.microsoft.com/office/drawing/2014/main" id="{D0DA53FD-0BF3-F949-99D6-48728009B06A}"/>
                  </a:ext>
                </a:extLst>
              </p:cNvPr>
              <p:cNvSpPr/>
              <p:nvPr/>
            </p:nvSpPr>
            <p:spPr>
              <a:xfrm>
                <a:off x="18506240" y="6110262"/>
                <a:ext cx="692660" cy="89479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7" h="719">
                    <a:moveTo>
                      <a:pt x="557" y="719"/>
                    </a:moveTo>
                    <a:lnTo>
                      <a:pt x="0" y="719"/>
                    </a:lnTo>
                    <a:lnTo>
                      <a:pt x="0" y="0"/>
                    </a:lnTo>
                    <a:lnTo>
                      <a:pt x="557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6" name="Freeform 375">
                <a:extLst>
                  <a:ext uri="{FF2B5EF4-FFF2-40B4-BE49-F238E27FC236}">
                    <a16:creationId xmlns:a16="http://schemas.microsoft.com/office/drawing/2014/main" id="{9BCE5CC2-7C75-4544-BE62-940C3BF3430D}"/>
                  </a:ext>
                </a:extLst>
              </p:cNvPr>
              <p:cNvSpPr/>
              <p:nvPr/>
            </p:nvSpPr>
            <p:spPr>
              <a:xfrm>
                <a:off x="18498764" y="6102785"/>
                <a:ext cx="707612" cy="908501"/>
              </a:xfrm>
              <a:custGeom>
                <a:avLst/>
                <a:gdLst>
                  <a:gd name="connsiteX0" fmla="*/ 14950 w 707612"/>
                  <a:gd name="connsiteY0" fmla="*/ 13709 h 908501"/>
                  <a:gd name="connsiteX1" fmla="*/ 14950 w 707612"/>
                  <a:gd name="connsiteY1" fmla="*/ 893547 h 908501"/>
                  <a:gd name="connsiteX2" fmla="*/ 693906 w 707612"/>
                  <a:gd name="connsiteY2" fmla="*/ 893547 h 908501"/>
                  <a:gd name="connsiteX3" fmla="*/ 693906 w 707612"/>
                  <a:gd name="connsiteY3" fmla="*/ 13709 h 908501"/>
                  <a:gd name="connsiteX4" fmla="*/ 7462 w 707612"/>
                  <a:gd name="connsiteY4" fmla="*/ 0 h 908501"/>
                  <a:gd name="connsiteX5" fmla="*/ 700150 w 707612"/>
                  <a:gd name="connsiteY5" fmla="*/ 0 h 908501"/>
                  <a:gd name="connsiteX6" fmla="*/ 707612 w 707612"/>
                  <a:gd name="connsiteY6" fmla="*/ 7467 h 908501"/>
                  <a:gd name="connsiteX7" fmla="*/ 707612 w 707612"/>
                  <a:gd name="connsiteY7" fmla="*/ 902279 h 908501"/>
                  <a:gd name="connsiteX8" fmla="*/ 700150 w 707612"/>
                  <a:gd name="connsiteY8" fmla="*/ 908501 h 908501"/>
                  <a:gd name="connsiteX9" fmla="*/ 7462 w 707612"/>
                  <a:gd name="connsiteY9" fmla="*/ 908501 h 908501"/>
                  <a:gd name="connsiteX10" fmla="*/ 0 w 707612"/>
                  <a:gd name="connsiteY10" fmla="*/ 902279 h 908501"/>
                  <a:gd name="connsiteX11" fmla="*/ 0 w 707612"/>
                  <a:gd name="connsiteY11" fmla="*/ 7467 h 908501"/>
                  <a:gd name="connsiteX12" fmla="*/ 7462 w 707612"/>
                  <a:gd name="connsiteY12" fmla="*/ 0 h 9085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707612" h="908501">
                    <a:moveTo>
                      <a:pt x="14950" y="13709"/>
                    </a:moveTo>
                    <a:lnTo>
                      <a:pt x="14950" y="893547"/>
                    </a:lnTo>
                    <a:lnTo>
                      <a:pt x="693906" y="893547"/>
                    </a:lnTo>
                    <a:lnTo>
                      <a:pt x="693906" y="13709"/>
                    </a:lnTo>
                    <a:close/>
                    <a:moveTo>
                      <a:pt x="7462" y="0"/>
                    </a:moveTo>
                    <a:lnTo>
                      <a:pt x="700150" y="0"/>
                    </a:lnTo>
                    <a:cubicBezTo>
                      <a:pt x="705124" y="0"/>
                      <a:pt x="707612" y="2489"/>
                      <a:pt x="707612" y="7467"/>
                    </a:cubicBezTo>
                    <a:lnTo>
                      <a:pt x="707612" y="902279"/>
                    </a:lnTo>
                    <a:cubicBezTo>
                      <a:pt x="707612" y="904768"/>
                      <a:pt x="705124" y="908501"/>
                      <a:pt x="700150" y="908501"/>
                    </a:cubicBezTo>
                    <a:lnTo>
                      <a:pt x="7462" y="908501"/>
                    </a:lnTo>
                    <a:cubicBezTo>
                      <a:pt x="3732" y="908501"/>
                      <a:pt x="0" y="904768"/>
                      <a:pt x="0" y="902279"/>
                    </a:cubicBezTo>
                    <a:lnTo>
                      <a:pt x="0" y="7467"/>
                    </a:lnTo>
                    <a:cubicBezTo>
                      <a:pt x="0" y="2489"/>
                      <a:pt x="3732" y="0"/>
                      <a:pt x="746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0" name="Freeform 229">
                <a:extLst>
                  <a:ext uri="{FF2B5EF4-FFF2-40B4-BE49-F238E27FC236}">
                    <a16:creationId xmlns:a16="http://schemas.microsoft.com/office/drawing/2014/main" id="{5C0EAAB9-99D4-724F-BF2D-CC762F5F3254}"/>
                  </a:ext>
                </a:extLst>
              </p:cNvPr>
              <p:cNvSpPr/>
              <p:nvPr/>
            </p:nvSpPr>
            <p:spPr>
              <a:xfrm>
                <a:off x="18647014" y="6273518"/>
                <a:ext cx="412357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2" h="11">
                    <a:moveTo>
                      <a:pt x="326" y="11"/>
                    </a:moveTo>
                    <a:lnTo>
                      <a:pt x="5" y="11"/>
                    </a:lnTo>
                    <a:cubicBezTo>
                      <a:pt x="2" y="11"/>
                      <a:pt x="0" y="9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326" y="0"/>
                    </a:lnTo>
                    <a:cubicBezTo>
                      <a:pt x="329" y="0"/>
                      <a:pt x="332" y="2"/>
                      <a:pt x="332" y="5"/>
                    </a:cubicBezTo>
                    <a:cubicBezTo>
                      <a:pt x="332" y="9"/>
                      <a:pt x="329" y="11"/>
                      <a:pt x="326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1" name="Freeform 230">
                <a:extLst>
                  <a:ext uri="{FF2B5EF4-FFF2-40B4-BE49-F238E27FC236}">
                    <a16:creationId xmlns:a16="http://schemas.microsoft.com/office/drawing/2014/main" id="{59CEB78B-6DB5-6B46-AA93-EE5219AAC5DE}"/>
                  </a:ext>
                </a:extLst>
              </p:cNvPr>
              <p:cNvSpPr/>
              <p:nvPr/>
            </p:nvSpPr>
            <p:spPr>
              <a:xfrm>
                <a:off x="18647014" y="6457960"/>
                <a:ext cx="412357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2" h="11">
                    <a:moveTo>
                      <a:pt x="326" y="11"/>
                    </a:moveTo>
                    <a:lnTo>
                      <a:pt x="5" y="11"/>
                    </a:lnTo>
                    <a:cubicBezTo>
                      <a:pt x="2" y="11"/>
                      <a:pt x="0" y="9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326" y="0"/>
                    </a:lnTo>
                    <a:cubicBezTo>
                      <a:pt x="329" y="0"/>
                      <a:pt x="332" y="3"/>
                      <a:pt x="332" y="6"/>
                    </a:cubicBezTo>
                    <a:cubicBezTo>
                      <a:pt x="332" y="9"/>
                      <a:pt x="329" y="11"/>
                      <a:pt x="326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2" name="Freeform 231">
                <a:extLst>
                  <a:ext uri="{FF2B5EF4-FFF2-40B4-BE49-F238E27FC236}">
                    <a16:creationId xmlns:a16="http://schemas.microsoft.com/office/drawing/2014/main" id="{813E3C46-60A7-564C-ABE6-B7E2943961A4}"/>
                  </a:ext>
                </a:extLst>
              </p:cNvPr>
              <p:cNvSpPr/>
              <p:nvPr/>
            </p:nvSpPr>
            <p:spPr>
              <a:xfrm>
                <a:off x="18647014" y="6642402"/>
                <a:ext cx="412357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2" h="12">
                    <a:moveTo>
                      <a:pt x="326" y="12"/>
                    </a:moveTo>
                    <a:lnTo>
                      <a:pt x="5" y="12"/>
                    </a:lnTo>
                    <a:cubicBezTo>
                      <a:pt x="2" y="12"/>
                      <a:pt x="0" y="10"/>
                      <a:pt x="0" y="6"/>
                    </a:cubicBezTo>
                    <a:cubicBezTo>
                      <a:pt x="0" y="3"/>
                      <a:pt x="2" y="0"/>
                      <a:pt x="5" y="0"/>
                    </a:cubicBezTo>
                    <a:lnTo>
                      <a:pt x="326" y="0"/>
                    </a:lnTo>
                    <a:cubicBezTo>
                      <a:pt x="329" y="0"/>
                      <a:pt x="332" y="3"/>
                      <a:pt x="332" y="6"/>
                    </a:cubicBezTo>
                    <a:cubicBezTo>
                      <a:pt x="332" y="10"/>
                      <a:pt x="329" y="12"/>
                      <a:pt x="326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3" name="Freeform 232">
                <a:extLst>
                  <a:ext uri="{FF2B5EF4-FFF2-40B4-BE49-F238E27FC236}">
                    <a16:creationId xmlns:a16="http://schemas.microsoft.com/office/drawing/2014/main" id="{C51136BE-1AE1-8B45-B990-23C88510CB20}"/>
                  </a:ext>
                </a:extLst>
              </p:cNvPr>
              <p:cNvSpPr/>
              <p:nvPr/>
            </p:nvSpPr>
            <p:spPr>
              <a:xfrm>
                <a:off x="18647014" y="6828090"/>
                <a:ext cx="412357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2" h="12">
                    <a:moveTo>
                      <a:pt x="326" y="12"/>
                    </a:moveTo>
                    <a:lnTo>
                      <a:pt x="5" y="12"/>
                    </a:lnTo>
                    <a:cubicBezTo>
                      <a:pt x="2" y="12"/>
                      <a:pt x="0" y="9"/>
                      <a:pt x="0" y="5"/>
                    </a:cubicBezTo>
                    <a:cubicBezTo>
                      <a:pt x="0" y="2"/>
                      <a:pt x="2" y="0"/>
                      <a:pt x="5" y="0"/>
                    </a:cubicBezTo>
                    <a:lnTo>
                      <a:pt x="326" y="0"/>
                    </a:lnTo>
                    <a:cubicBezTo>
                      <a:pt x="329" y="0"/>
                      <a:pt x="332" y="2"/>
                      <a:pt x="332" y="5"/>
                    </a:cubicBezTo>
                    <a:cubicBezTo>
                      <a:pt x="332" y="9"/>
                      <a:pt x="329" y="12"/>
                      <a:pt x="326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4" name="Freeform 233">
                <a:extLst>
                  <a:ext uri="{FF2B5EF4-FFF2-40B4-BE49-F238E27FC236}">
                    <a16:creationId xmlns:a16="http://schemas.microsoft.com/office/drawing/2014/main" id="{447A3BB4-A7EC-B74F-9F10-ABD9D08F31CB}"/>
                  </a:ext>
                </a:extLst>
              </p:cNvPr>
              <p:cNvSpPr/>
              <p:nvPr/>
            </p:nvSpPr>
            <p:spPr>
              <a:xfrm>
                <a:off x="17938158" y="6087830"/>
                <a:ext cx="52323" cy="9334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" h="750">
                    <a:moveTo>
                      <a:pt x="0" y="0"/>
                    </a:moveTo>
                    <a:lnTo>
                      <a:pt x="0" y="375"/>
                    </a:lnTo>
                    <a:lnTo>
                      <a:pt x="0" y="750"/>
                    </a:lnTo>
                    <a:cubicBezTo>
                      <a:pt x="12" y="750"/>
                      <a:pt x="23" y="746"/>
                      <a:pt x="31" y="738"/>
                    </a:cubicBezTo>
                    <a:cubicBezTo>
                      <a:pt x="39" y="730"/>
                      <a:pt x="43" y="719"/>
                      <a:pt x="43" y="707"/>
                    </a:cubicBezTo>
                    <a:lnTo>
                      <a:pt x="43" y="375"/>
                    </a:lnTo>
                    <a:lnTo>
                      <a:pt x="43" y="42"/>
                    </a:lnTo>
                    <a:cubicBezTo>
                      <a:pt x="43" y="31"/>
                      <a:pt x="39" y="20"/>
                      <a:pt x="31" y="12"/>
                    </a:cubicBezTo>
                    <a:cubicBezTo>
                      <a:pt x="23" y="4"/>
                      <a:pt x="12" y="0"/>
                      <a:pt x="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7" name="Freeform 376">
                <a:extLst>
                  <a:ext uri="{FF2B5EF4-FFF2-40B4-BE49-F238E27FC236}">
                    <a16:creationId xmlns:a16="http://schemas.microsoft.com/office/drawing/2014/main" id="{6C018CBF-A20C-3340-A45F-4372EA1E19A2}"/>
                  </a:ext>
                </a:extLst>
              </p:cNvPr>
              <p:cNvSpPr/>
              <p:nvPr/>
            </p:nvSpPr>
            <p:spPr>
              <a:xfrm>
                <a:off x="17931930" y="6079107"/>
                <a:ext cx="66026" cy="949627"/>
              </a:xfrm>
              <a:custGeom>
                <a:avLst/>
                <a:gdLst>
                  <a:gd name="connsiteX0" fmla="*/ 13702 w 66026"/>
                  <a:gd name="connsiteY0" fmla="*/ 16201 h 949627"/>
                  <a:gd name="connsiteX1" fmla="*/ 13702 w 66026"/>
                  <a:gd name="connsiteY1" fmla="*/ 934672 h 949627"/>
                  <a:gd name="connsiteX2" fmla="*/ 37816 w 66026"/>
                  <a:gd name="connsiteY2" fmla="*/ 920982 h 949627"/>
                  <a:gd name="connsiteX3" fmla="*/ 51078 w 66026"/>
                  <a:gd name="connsiteY3" fmla="*/ 888624 h 949627"/>
                  <a:gd name="connsiteX4" fmla="*/ 51078 w 66026"/>
                  <a:gd name="connsiteY4" fmla="*/ 61005 h 949627"/>
                  <a:gd name="connsiteX5" fmla="*/ 37816 w 66026"/>
                  <a:gd name="connsiteY5" fmla="*/ 28647 h 949627"/>
                  <a:gd name="connsiteX6" fmla="*/ 13702 w 66026"/>
                  <a:gd name="connsiteY6" fmla="*/ 16201 h 949627"/>
                  <a:gd name="connsiteX7" fmla="*/ 6114 w 66026"/>
                  <a:gd name="connsiteY7" fmla="*/ 0 h 949627"/>
                  <a:gd name="connsiteX8" fmla="*/ 48908 w 66026"/>
                  <a:gd name="connsiteY8" fmla="*/ 18669 h 949627"/>
                  <a:gd name="connsiteX9" fmla="*/ 66026 w 66026"/>
                  <a:gd name="connsiteY9" fmla="*/ 60985 h 949627"/>
                  <a:gd name="connsiteX10" fmla="*/ 66026 w 66026"/>
                  <a:gd name="connsiteY10" fmla="*/ 888642 h 949627"/>
                  <a:gd name="connsiteX11" fmla="*/ 48908 w 66026"/>
                  <a:gd name="connsiteY11" fmla="*/ 932203 h 949627"/>
                  <a:gd name="connsiteX12" fmla="*/ 6114 w 66026"/>
                  <a:gd name="connsiteY12" fmla="*/ 949627 h 949627"/>
                  <a:gd name="connsiteX13" fmla="*/ 0 w 66026"/>
                  <a:gd name="connsiteY13" fmla="*/ 942160 h 949627"/>
                  <a:gd name="connsiteX14" fmla="*/ 0 w 66026"/>
                  <a:gd name="connsiteY14" fmla="*/ 8712 h 949627"/>
                  <a:gd name="connsiteX15" fmla="*/ 6114 w 66026"/>
                  <a:gd name="connsiteY15" fmla="*/ 0 h 94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6026" h="949627">
                    <a:moveTo>
                      <a:pt x="13702" y="16201"/>
                    </a:moveTo>
                    <a:lnTo>
                      <a:pt x="13702" y="934672"/>
                    </a:lnTo>
                    <a:cubicBezTo>
                      <a:pt x="22142" y="933428"/>
                      <a:pt x="31788" y="928450"/>
                      <a:pt x="37816" y="920982"/>
                    </a:cubicBezTo>
                    <a:cubicBezTo>
                      <a:pt x="47460" y="913515"/>
                      <a:pt x="51078" y="902314"/>
                      <a:pt x="51078" y="888624"/>
                    </a:cubicBezTo>
                    <a:lnTo>
                      <a:pt x="51078" y="61005"/>
                    </a:lnTo>
                    <a:cubicBezTo>
                      <a:pt x="51078" y="48559"/>
                      <a:pt x="47460" y="37358"/>
                      <a:pt x="37816" y="28647"/>
                    </a:cubicBezTo>
                    <a:cubicBezTo>
                      <a:pt x="31788" y="22424"/>
                      <a:pt x="22142" y="17446"/>
                      <a:pt x="13702" y="16201"/>
                    </a:cubicBezTo>
                    <a:close/>
                    <a:moveTo>
                      <a:pt x="6114" y="0"/>
                    </a:moveTo>
                    <a:cubicBezTo>
                      <a:pt x="22010" y="0"/>
                      <a:pt x="37904" y="6223"/>
                      <a:pt x="48908" y="18669"/>
                    </a:cubicBezTo>
                    <a:cubicBezTo>
                      <a:pt x="59914" y="29871"/>
                      <a:pt x="66026" y="46050"/>
                      <a:pt x="66026" y="60985"/>
                    </a:cubicBezTo>
                    <a:lnTo>
                      <a:pt x="66026" y="888642"/>
                    </a:lnTo>
                    <a:cubicBezTo>
                      <a:pt x="66026" y="906066"/>
                      <a:pt x="59914" y="921002"/>
                      <a:pt x="48908" y="932203"/>
                    </a:cubicBezTo>
                    <a:cubicBezTo>
                      <a:pt x="37904" y="943404"/>
                      <a:pt x="22010" y="949627"/>
                      <a:pt x="6114" y="949627"/>
                    </a:cubicBezTo>
                    <a:cubicBezTo>
                      <a:pt x="2446" y="949627"/>
                      <a:pt x="0" y="947138"/>
                      <a:pt x="0" y="942160"/>
                    </a:cubicBezTo>
                    <a:lnTo>
                      <a:pt x="0" y="8712"/>
                    </a:lnTo>
                    <a:cubicBezTo>
                      <a:pt x="0" y="3734"/>
                      <a:pt x="2446" y="0"/>
                      <a:pt x="61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37" name="Freeform 236">
                <a:extLst>
                  <a:ext uri="{FF2B5EF4-FFF2-40B4-BE49-F238E27FC236}">
                    <a16:creationId xmlns:a16="http://schemas.microsoft.com/office/drawing/2014/main" id="{DB997D7C-BCC0-D143-9D0E-C02225719156}"/>
                  </a:ext>
                </a:extLst>
              </p:cNvPr>
              <p:cNvSpPr/>
              <p:nvPr/>
            </p:nvSpPr>
            <p:spPr>
              <a:xfrm>
                <a:off x="17005060" y="6087830"/>
                <a:ext cx="769899" cy="9334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19" h="750">
                    <a:moveTo>
                      <a:pt x="0" y="42"/>
                    </a:moveTo>
                    <a:lnTo>
                      <a:pt x="0" y="375"/>
                    </a:lnTo>
                    <a:lnTo>
                      <a:pt x="0" y="707"/>
                    </a:lnTo>
                    <a:cubicBezTo>
                      <a:pt x="0" y="719"/>
                      <a:pt x="5" y="730"/>
                      <a:pt x="13" y="738"/>
                    </a:cubicBezTo>
                    <a:cubicBezTo>
                      <a:pt x="21" y="746"/>
                      <a:pt x="32" y="750"/>
                      <a:pt x="43" y="750"/>
                    </a:cubicBezTo>
                    <a:lnTo>
                      <a:pt x="331" y="750"/>
                    </a:lnTo>
                    <a:lnTo>
                      <a:pt x="619" y="750"/>
                    </a:lnTo>
                    <a:lnTo>
                      <a:pt x="619" y="375"/>
                    </a:lnTo>
                    <a:lnTo>
                      <a:pt x="619" y="0"/>
                    </a:lnTo>
                    <a:lnTo>
                      <a:pt x="331" y="0"/>
                    </a:lnTo>
                    <a:lnTo>
                      <a:pt x="43" y="0"/>
                    </a:lnTo>
                    <a:cubicBezTo>
                      <a:pt x="32" y="0"/>
                      <a:pt x="21" y="4"/>
                      <a:pt x="13" y="12"/>
                    </a:cubicBezTo>
                    <a:cubicBezTo>
                      <a:pt x="5" y="20"/>
                      <a:pt x="0" y="31"/>
                      <a:pt x="0" y="42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8" name="Freeform 377">
                <a:extLst>
                  <a:ext uri="{FF2B5EF4-FFF2-40B4-BE49-F238E27FC236}">
                    <a16:creationId xmlns:a16="http://schemas.microsoft.com/office/drawing/2014/main" id="{E0E61F5D-DA41-AE49-B03A-568DDC32D48D}"/>
                  </a:ext>
                </a:extLst>
              </p:cNvPr>
              <p:cNvSpPr/>
              <p:nvPr/>
            </p:nvSpPr>
            <p:spPr>
              <a:xfrm>
                <a:off x="16997585" y="6079107"/>
                <a:ext cx="784850" cy="949627"/>
              </a:xfrm>
              <a:custGeom>
                <a:avLst/>
                <a:gdLst>
                  <a:gd name="connsiteX0" fmla="*/ 60968 w 784850"/>
                  <a:gd name="connsiteY0" fmla="*/ 14954 h 949627"/>
                  <a:gd name="connsiteX1" fmla="*/ 28630 w 784850"/>
                  <a:gd name="connsiteY1" fmla="*/ 28644 h 949627"/>
                  <a:gd name="connsiteX2" fmla="*/ 14950 w 784850"/>
                  <a:gd name="connsiteY2" fmla="*/ 61002 h 949627"/>
                  <a:gd name="connsiteX3" fmla="*/ 14950 w 784850"/>
                  <a:gd name="connsiteY3" fmla="*/ 888623 h 949627"/>
                  <a:gd name="connsiteX4" fmla="*/ 28630 w 784850"/>
                  <a:gd name="connsiteY4" fmla="*/ 920981 h 949627"/>
                  <a:gd name="connsiteX5" fmla="*/ 60968 w 784850"/>
                  <a:gd name="connsiteY5" fmla="*/ 934671 h 949627"/>
                  <a:gd name="connsiteX6" fmla="*/ 769898 w 784850"/>
                  <a:gd name="connsiteY6" fmla="*/ 934671 h 949627"/>
                  <a:gd name="connsiteX7" fmla="*/ 769898 w 784850"/>
                  <a:gd name="connsiteY7" fmla="*/ 14954 h 949627"/>
                  <a:gd name="connsiteX8" fmla="*/ 60948 w 784850"/>
                  <a:gd name="connsiteY8" fmla="*/ 0 h 949627"/>
                  <a:gd name="connsiteX9" fmla="*/ 777386 w 784850"/>
                  <a:gd name="connsiteY9" fmla="*/ 0 h 949627"/>
                  <a:gd name="connsiteX10" fmla="*/ 784850 w 784850"/>
                  <a:gd name="connsiteY10" fmla="*/ 8712 h 949627"/>
                  <a:gd name="connsiteX11" fmla="*/ 784850 w 784850"/>
                  <a:gd name="connsiteY11" fmla="*/ 942160 h 949627"/>
                  <a:gd name="connsiteX12" fmla="*/ 777386 w 784850"/>
                  <a:gd name="connsiteY12" fmla="*/ 949627 h 949627"/>
                  <a:gd name="connsiteX13" fmla="*/ 60948 w 784850"/>
                  <a:gd name="connsiteY13" fmla="*/ 949627 h 949627"/>
                  <a:gd name="connsiteX14" fmla="*/ 18658 w 784850"/>
                  <a:gd name="connsiteY14" fmla="*/ 932203 h 949627"/>
                  <a:gd name="connsiteX15" fmla="*/ 0 w 784850"/>
                  <a:gd name="connsiteY15" fmla="*/ 888642 h 949627"/>
                  <a:gd name="connsiteX16" fmla="*/ 0 w 784850"/>
                  <a:gd name="connsiteY16" fmla="*/ 60985 h 949627"/>
                  <a:gd name="connsiteX17" fmla="*/ 18658 w 784850"/>
                  <a:gd name="connsiteY17" fmla="*/ 18669 h 949627"/>
                  <a:gd name="connsiteX18" fmla="*/ 60948 w 784850"/>
                  <a:gd name="connsiteY18" fmla="*/ 0 h 94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84850" h="949627">
                    <a:moveTo>
                      <a:pt x="60968" y="14954"/>
                    </a:moveTo>
                    <a:cubicBezTo>
                      <a:pt x="48530" y="14954"/>
                      <a:pt x="37336" y="19932"/>
                      <a:pt x="28630" y="28644"/>
                    </a:cubicBezTo>
                    <a:cubicBezTo>
                      <a:pt x="19924" y="37356"/>
                      <a:pt x="14950" y="48557"/>
                      <a:pt x="14950" y="61002"/>
                    </a:cubicBezTo>
                    <a:lnTo>
                      <a:pt x="14950" y="888623"/>
                    </a:lnTo>
                    <a:cubicBezTo>
                      <a:pt x="14950" y="902313"/>
                      <a:pt x="19924" y="913514"/>
                      <a:pt x="28630" y="920981"/>
                    </a:cubicBezTo>
                    <a:cubicBezTo>
                      <a:pt x="37336" y="930938"/>
                      <a:pt x="48530" y="934671"/>
                      <a:pt x="60968" y="934671"/>
                    </a:cubicBezTo>
                    <a:lnTo>
                      <a:pt x="769898" y="934671"/>
                    </a:lnTo>
                    <a:lnTo>
                      <a:pt x="769898" y="14954"/>
                    </a:lnTo>
                    <a:close/>
                    <a:moveTo>
                      <a:pt x="60948" y="0"/>
                    </a:moveTo>
                    <a:lnTo>
                      <a:pt x="777386" y="0"/>
                    </a:lnTo>
                    <a:cubicBezTo>
                      <a:pt x="782362" y="0"/>
                      <a:pt x="784850" y="3734"/>
                      <a:pt x="784850" y="8712"/>
                    </a:cubicBezTo>
                    <a:lnTo>
                      <a:pt x="784850" y="942160"/>
                    </a:lnTo>
                    <a:cubicBezTo>
                      <a:pt x="784850" y="947138"/>
                      <a:pt x="782362" y="949627"/>
                      <a:pt x="777386" y="949627"/>
                    </a:cubicBezTo>
                    <a:lnTo>
                      <a:pt x="60948" y="949627"/>
                    </a:lnTo>
                    <a:cubicBezTo>
                      <a:pt x="46022" y="949627"/>
                      <a:pt x="29852" y="943404"/>
                      <a:pt x="18658" y="932203"/>
                    </a:cubicBezTo>
                    <a:cubicBezTo>
                      <a:pt x="7462" y="921002"/>
                      <a:pt x="0" y="906066"/>
                      <a:pt x="0" y="888642"/>
                    </a:cubicBezTo>
                    <a:lnTo>
                      <a:pt x="0" y="60985"/>
                    </a:lnTo>
                    <a:cubicBezTo>
                      <a:pt x="0" y="46050"/>
                      <a:pt x="7462" y="29871"/>
                      <a:pt x="18658" y="18669"/>
                    </a:cubicBezTo>
                    <a:cubicBezTo>
                      <a:pt x="29852" y="6223"/>
                      <a:pt x="46022" y="0"/>
                      <a:pt x="6094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0" name="Freeform 239">
                <a:extLst>
                  <a:ext uri="{FF2B5EF4-FFF2-40B4-BE49-F238E27FC236}">
                    <a16:creationId xmlns:a16="http://schemas.microsoft.com/office/drawing/2014/main" id="{A71EAB25-C3A6-0341-B66F-A4250E2CDDE2}"/>
                  </a:ext>
                </a:extLst>
              </p:cNvPr>
              <p:cNvSpPr/>
              <p:nvPr/>
            </p:nvSpPr>
            <p:spPr>
              <a:xfrm>
                <a:off x="17776206" y="6087830"/>
                <a:ext cx="160707" cy="9334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0" h="750">
                    <a:moveTo>
                      <a:pt x="0" y="750"/>
                    </a:moveTo>
                    <a:lnTo>
                      <a:pt x="130" y="750"/>
                    </a:lnTo>
                    <a:lnTo>
                      <a:pt x="13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79" name="Freeform 378">
                <a:extLst>
                  <a:ext uri="{FF2B5EF4-FFF2-40B4-BE49-F238E27FC236}">
                    <a16:creationId xmlns:a16="http://schemas.microsoft.com/office/drawing/2014/main" id="{724708BD-301F-AB4E-BD95-6F7021DF28EA}"/>
                  </a:ext>
                </a:extLst>
              </p:cNvPr>
              <p:cNvSpPr/>
              <p:nvPr/>
            </p:nvSpPr>
            <p:spPr>
              <a:xfrm>
                <a:off x="17768732" y="6079107"/>
                <a:ext cx="175656" cy="949627"/>
              </a:xfrm>
              <a:custGeom>
                <a:avLst/>
                <a:gdLst>
                  <a:gd name="connsiteX0" fmla="*/ 14948 w 175656"/>
                  <a:gd name="connsiteY0" fmla="*/ 14954 h 949627"/>
                  <a:gd name="connsiteX1" fmla="*/ 14948 w 175656"/>
                  <a:gd name="connsiteY1" fmla="*/ 934671 h 949627"/>
                  <a:gd name="connsiteX2" fmla="*/ 161952 w 175656"/>
                  <a:gd name="connsiteY2" fmla="*/ 934671 h 949627"/>
                  <a:gd name="connsiteX3" fmla="*/ 161952 w 175656"/>
                  <a:gd name="connsiteY3" fmla="*/ 14954 h 949627"/>
                  <a:gd name="connsiteX4" fmla="*/ 7422 w 175656"/>
                  <a:gd name="connsiteY4" fmla="*/ 0 h 949627"/>
                  <a:gd name="connsiteX5" fmla="*/ 168234 w 175656"/>
                  <a:gd name="connsiteY5" fmla="*/ 0 h 949627"/>
                  <a:gd name="connsiteX6" fmla="*/ 175656 w 175656"/>
                  <a:gd name="connsiteY6" fmla="*/ 8712 h 949627"/>
                  <a:gd name="connsiteX7" fmla="*/ 175656 w 175656"/>
                  <a:gd name="connsiteY7" fmla="*/ 942160 h 949627"/>
                  <a:gd name="connsiteX8" fmla="*/ 168234 w 175656"/>
                  <a:gd name="connsiteY8" fmla="*/ 949627 h 949627"/>
                  <a:gd name="connsiteX9" fmla="*/ 7422 w 175656"/>
                  <a:gd name="connsiteY9" fmla="*/ 949627 h 949627"/>
                  <a:gd name="connsiteX10" fmla="*/ 0 w 175656"/>
                  <a:gd name="connsiteY10" fmla="*/ 942160 h 949627"/>
                  <a:gd name="connsiteX11" fmla="*/ 0 w 175656"/>
                  <a:gd name="connsiteY11" fmla="*/ 8712 h 949627"/>
                  <a:gd name="connsiteX12" fmla="*/ 7422 w 175656"/>
                  <a:gd name="connsiteY12" fmla="*/ 0 h 94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75656" h="949627">
                    <a:moveTo>
                      <a:pt x="14948" y="14954"/>
                    </a:moveTo>
                    <a:lnTo>
                      <a:pt x="14948" y="934671"/>
                    </a:lnTo>
                    <a:lnTo>
                      <a:pt x="161952" y="934671"/>
                    </a:lnTo>
                    <a:lnTo>
                      <a:pt x="161952" y="14954"/>
                    </a:lnTo>
                    <a:close/>
                    <a:moveTo>
                      <a:pt x="7422" y="0"/>
                    </a:moveTo>
                    <a:lnTo>
                      <a:pt x="168234" y="0"/>
                    </a:lnTo>
                    <a:cubicBezTo>
                      <a:pt x="171944" y="0"/>
                      <a:pt x="175656" y="3734"/>
                      <a:pt x="175656" y="8712"/>
                    </a:cubicBezTo>
                    <a:lnTo>
                      <a:pt x="175656" y="942160"/>
                    </a:lnTo>
                    <a:cubicBezTo>
                      <a:pt x="175656" y="947138"/>
                      <a:pt x="171944" y="949627"/>
                      <a:pt x="168234" y="949627"/>
                    </a:cubicBezTo>
                    <a:lnTo>
                      <a:pt x="7422" y="949627"/>
                    </a:lnTo>
                    <a:cubicBezTo>
                      <a:pt x="3710" y="949627"/>
                      <a:pt x="0" y="947138"/>
                      <a:pt x="0" y="942160"/>
                    </a:cubicBezTo>
                    <a:lnTo>
                      <a:pt x="0" y="8712"/>
                    </a:lnTo>
                    <a:cubicBezTo>
                      <a:pt x="0" y="3734"/>
                      <a:pt x="3710" y="0"/>
                      <a:pt x="742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3" name="Freeform 242">
                <a:extLst>
                  <a:ext uri="{FF2B5EF4-FFF2-40B4-BE49-F238E27FC236}">
                    <a16:creationId xmlns:a16="http://schemas.microsoft.com/office/drawing/2014/main" id="{3228753F-E523-3247-8800-1118A8B134C8}"/>
                  </a:ext>
                </a:extLst>
              </p:cNvPr>
              <p:cNvSpPr/>
              <p:nvPr/>
            </p:nvSpPr>
            <p:spPr>
              <a:xfrm>
                <a:off x="17178226" y="6226162"/>
                <a:ext cx="411111" cy="7103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1" h="58">
                    <a:moveTo>
                      <a:pt x="302" y="58"/>
                    </a:moveTo>
                    <a:lnTo>
                      <a:pt x="29" y="58"/>
                    </a:lnTo>
                    <a:cubicBezTo>
                      <a:pt x="13" y="58"/>
                      <a:pt x="0" y="45"/>
                      <a:pt x="0" y="29"/>
                    </a:cubicBezTo>
                    <a:cubicBezTo>
                      <a:pt x="0" y="13"/>
                      <a:pt x="13" y="0"/>
                      <a:pt x="29" y="0"/>
                    </a:cubicBezTo>
                    <a:lnTo>
                      <a:pt x="302" y="0"/>
                    </a:lnTo>
                    <a:cubicBezTo>
                      <a:pt x="318" y="0"/>
                      <a:pt x="331" y="13"/>
                      <a:pt x="331" y="29"/>
                    </a:cubicBezTo>
                    <a:cubicBezTo>
                      <a:pt x="331" y="45"/>
                      <a:pt x="318" y="58"/>
                      <a:pt x="302" y="5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0" name="Freeform 379">
                <a:extLst>
                  <a:ext uri="{FF2B5EF4-FFF2-40B4-BE49-F238E27FC236}">
                    <a16:creationId xmlns:a16="http://schemas.microsoft.com/office/drawing/2014/main" id="{8E5CFAAF-76B4-CC4C-851F-A1D9FAD7DCBF}"/>
                  </a:ext>
                </a:extLst>
              </p:cNvPr>
              <p:cNvSpPr/>
              <p:nvPr/>
            </p:nvSpPr>
            <p:spPr>
              <a:xfrm>
                <a:off x="17170752" y="6219931"/>
                <a:ext cx="426060" cy="84744"/>
              </a:xfrm>
              <a:custGeom>
                <a:avLst/>
                <a:gdLst>
                  <a:gd name="connsiteX0" fmla="*/ 43512 w 426060"/>
                  <a:gd name="connsiteY0" fmla="*/ 13708 h 84744"/>
                  <a:gd name="connsiteX1" fmla="*/ 14948 w 426060"/>
                  <a:gd name="connsiteY1" fmla="*/ 41748 h 84744"/>
                  <a:gd name="connsiteX2" fmla="*/ 43512 w 426060"/>
                  <a:gd name="connsiteY2" fmla="*/ 69788 h 84744"/>
                  <a:gd name="connsiteX3" fmla="*/ 382546 w 426060"/>
                  <a:gd name="connsiteY3" fmla="*/ 69788 h 84744"/>
                  <a:gd name="connsiteX4" fmla="*/ 411110 w 426060"/>
                  <a:gd name="connsiteY4" fmla="*/ 41748 h 84744"/>
                  <a:gd name="connsiteX5" fmla="*/ 382546 w 426060"/>
                  <a:gd name="connsiteY5" fmla="*/ 13708 h 84744"/>
                  <a:gd name="connsiteX6" fmla="*/ 43474 w 426060"/>
                  <a:gd name="connsiteY6" fmla="*/ 0 h 84744"/>
                  <a:gd name="connsiteX7" fmla="*/ 382584 w 426060"/>
                  <a:gd name="connsiteY7" fmla="*/ 0 h 84744"/>
                  <a:gd name="connsiteX8" fmla="*/ 426060 w 426060"/>
                  <a:gd name="connsiteY8" fmla="*/ 41758 h 84744"/>
                  <a:gd name="connsiteX9" fmla="*/ 382584 w 426060"/>
                  <a:gd name="connsiteY9" fmla="*/ 84744 h 84744"/>
                  <a:gd name="connsiteX10" fmla="*/ 43474 w 426060"/>
                  <a:gd name="connsiteY10" fmla="*/ 84744 h 84744"/>
                  <a:gd name="connsiteX11" fmla="*/ 0 w 426060"/>
                  <a:gd name="connsiteY11" fmla="*/ 41758 h 84744"/>
                  <a:gd name="connsiteX12" fmla="*/ 43474 w 426060"/>
                  <a:gd name="connsiteY12" fmla="*/ 0 h 847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6060" h="84744">
                    <a:moveTo>
                      <a:pt x="43512" y="13708"/>
                    </a:moveTo>
                    <a:cubicBezTo>
                      <a:pt x="27366" y="13708"/>
                      <a:pt x="14948" y="27119"/>
                      <a:pt x="14948" y="41748"/>
                    </a:cubicBezTo>
                    <a:cubicBezTo>
                      <a:pt x="14948" y="57597"/>
                      <a:pt x="27366" y="69788"/>
                      <a:pt x="43512" y="69788"/>
                    </a:cubicBezTo>
                    <a:lnTo>
                      <a:pt x="382546" y="69788"/>
                    </a:lnTo>
                    <a:cubicBezTo>
                      <a:pt x="398692" y="69788"/>
                      <a:pt x="411110" y="57597"/>
                      <a:pt x="411110" y="41748"/>
                    </a:cubicBezTo>
                    <a:cubicBezTo>
                      <a:pt x="411110" y="27119"/>
                      <a:pt x="398692" y="13708"/>
                      <a:pt x="382546" y="13708"/>
                    </a:cubicBezTo>
                    <a:close/>
                    <a:moveTo>
                      <a:pt x="43474" y="0"/>
                    </a:moveTo>
                    <a:lnTo>
                      <a:pt x="382584" y="0"/>
                    </a:lnTo>
                    <a:cubicBezTo>
                      <a:pt x="406186" y="0"/>
                      <a:pt x="426060" y="18423"/>
                      <a:pt x="426060" y="41758"/>
                    </a:cubicBezTo>
                    <a:cubicBezTo>
                      <a:pt x="426060" y="66322"/>
                      <a:pt x="406186" y="84744"/>
                      <a:pt x="382584" y="84744"/>
                    </a:cubicBezTo>
                    <a:lnTo>
                      <a:pt x="43474" y="84744"/>
                    </a:lnTo>
                    <a:cubicBezTo>
                      <a:pt x="19874" y="84744"/>
                      <a:pt x="0" y="66322"/>
                      <a:pt x="0" y="41758"/>
                    </a:cubicBezTo>
                    <a:cubicBezTo>
                      <a:pt x="0" y="18423"/>
                      <a:pt x="19874" y="0"/>
                      <a:pt x="434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6" name="Freeform 245">
                <a:extLst>
                  <a:ext uri="{FF2B5EF4-FFF2-40B4-BE49-F238E27FC236}">
                    <a16:creationId xmlns:a16="http://schemas.microsoft.com/office/drawing/2014/main" id="{FC57E2B7-CD6E-704D-A8A2-EB76FAF3FCFF}"/>
                  </a:ext>
                </a:extLst>
              </p:cNvPr>
              <p:cNvSpPr/>
              <p:nvPr/>
            </p:nvSpPr>
            <p:spPr>
              <a:xfrm>
                <a:off x="17142098" y="6368232"/>
                <a:ext cx="483367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89" h="12">
                    <a:moveTo>
                      <a:pt x="383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383" y="0"/>
                    </a:lnTo>
                    <a:cubicBezTo>
                      <a:pt x="387" y="0"/>
                      <a:pt x="389" y="3"/>
                      <a:pt x="389" y="6"/>
                    </a:cubicBezTo>
                    <a:cubicBezTo>
                      <a:pt x="389" y="9"/>
                      <a:pt x="387" y="12"/>
                      <a:pt x="383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47" name="Freeform 246">
                <a:extLst>
                  <a:ext uri="{FF2B5EF4-FFF2-40B4-BE49-F238E27FC236}">
                    <a16:creationId xmlns:a16="http://schemas.microsoft.com/office/drawing/2014/main" id="{BB1EF4F4-5BD8-2046-9C04-44B323602A78}"/>
                  </a:ext>
                </a:extLst>
              </p:cNvPr>
              <p:cNvSpPr/>
              <p:nvPr/>
            </p:nvSpPr>
            <p:spPr>
              <a:xfrm>
                <a:off x="17149572" y="6477900"/>
                <a:ext cx="468418" cy="2143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7" h="173">
                    <a:moveTo>
                      <a:pt x="320" y="0"/>
                    </a:moveTo>
                    <a:lnTo>
                      <a:pt x="189" y="0"/>
                    </a:lnTo>
                    <a:lnTo>
                      <a:pt x="57" y="0"/>
                    </a:lnTo>
                    <a:cubicBezTo>
                      <a:pt x="41" y="0"/>
                      <a:pt x="27" y="6"/>
                      <a:pt x="17" y="17"/>
                    </a:cubicBezTo>
                    <a:cubicBezTo>
                      <a:pt x="6" y="27"/>
                      <a:pt x="0" y="41"/>
                      <a:pt x="0" y="57"/>
                    </a:cubicBezTo>
                    <a:lnTo>
                      <a:pt x="0" y="115"/>
                    </a:lnTo>
                    <a:lnTo>
                      <a:pt x="0" y="173"/>
                    </a:lnTo>
                    <a:lnTo>
                      <a:pt x="189" y="173"/>
                    </a:lnTo>
                    <a:lnTo>
                      <a:pt x="377" y="173"/>
                    </a:lnTo>
                    <a:lnTo>
                      <a:pt x="377" y="115"/>
                    </a:lnTo>
                    <a:lnTo>
                      <a:pt x="377" y="57"/>
                    </a:lnTo>
                    <a:cubicBezTo>
                      <a:pt x="377" y="41"/>
                      <a:pt x="371" y="27"/>
                      <a:pt x="361" y="17"/>
                    </a:cubicBezTo>
                    <a:cubicBezTo>
                      <a:pt x="351" y="6"/>
                      <a:pt x="336" y="0"/>
                      <a:pt x="3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1" name="Freeform 380">
                <a:extLst>
                  <a:ext uri="{FF2B5EF4-FFF2-40B4-BE49-F238E27FC236}">
                    <a16:creationId xmlns:a16="http://schemas.microsoft.com/office/drawing/2014/main" id="{800AA12F-D388-694C-B32C-8D2B7BF7BDD4}"/>
                  </a:ext>
                </a:extLst>
              </p:cNvPr>
              <p:cNvSpPr/>
              <p:nvPr/>
            </p:nvSpPr>
            <p:spPr>
              <a:xfrm>
                <a:off x="17142098" y="6470423"/>
                <a:ext cx="483366" cy="228060"/>
              </a:xfrm>
              <a:custGeom>
                <a:avLst/>
                <a:gdLst>
                  <a:gd name="connsiteX0" fmla="*/ 78310 w 483366"/>
                  <a:gd name="connsiteY0" fmla="*/ 14954 h 228060"/>
                  <a:gd name="connsiteX1" fmla="*/ 33584 w 483366"/>
                  <a:gd name="connsiteY1" fmla="*/ 33532 h 228060"/>
                  <a:gd name="connsiteX2" fmla="*/ 14950 w 483366"/>
                  <a:gd name="connsiteY2" fmla="*/ 78117 h 228060"/>
                  <a:gd name="connsiteX3" fmla="*/ 14950 w 483366"/>
                  <a:gd name="connsiteY3" fmla="*/ 214351 h 228060"/>
                  <a:gd name="connsiteX4" fmla="*/ 469662 w 483366"/>
                  <a:gd name="connsiteY4" fmla="*/ 214351 h 228060"/>
                  <a:gd name="connsiteX5" fmla="*/ 469662 w 483366"/>
                  <a:gd name="connsiteY5" fmla="*/ 78117 h 228060"/>
                  <a:gd name="connsiteX6" fmla="*/ 451028 w 483366"/>
                  <a:gd name="connsiteY6" fmla="*/ 33532 h 228060"/>
                  <a:gd name="connsiteX7" fmla="*/ 405058 w 483366"/>
                  <a:gd name="connsiteY7" fmla="*/ 14954 h 228060"/>
                  <a:gd name="connsiteX8" fmla="*/ 78284 w 483366"/>
                  <a:gd name="connsiteY8" fmla="*/ 0 h 228060"/>
                  <a:gd name="connsiteX9" fmla="*/ 405084 w 483366"/>
                  <a:gd name="connsiteY9" fmla="*/ 0 h 228060"/>
                  <a:gd name="connsiteX10" fmla="*/ 461000 w 483366"/>
                  <a:gd name="connsiteY10" fmla="*/ 22310 h 228060"/>
                  <a:gd name="connsiteX11" fmla="*/ 483366 w 483366"/>
                  <a:gd name="connsiteY11" fmla="*/ 78086 h 228060"/>
                  <a:gd name="connsiteX12" fmla="*/ 483366 w 483366"/>
                  <a:gd name="connsiteY12" fmla="*/ 221863 h 228060"/>
                  <a:gd name="connsiteX13" fmla="*/ 475912 w 483366"/>
                  <a:gd name="connsiteY13" fmla="*/ 228060 h 228060"/>
                  <a:gd name="connsiteX14" fmla="*/ 7456 w 483366"/>
                  <a:gd name="connsiteY14" fmla="*/ 228060 h 228060"/>
                  <a:gd name="connsiteX15" fmla="*/ 0 w 483366"/>
                  <a:gd name="connsiteY15" fmla="*/ 221863 h 228060"/>
                  <a:gd name="connsiteX16" fmla="*/ 0 w 483366"/>
                  <a:gd name="connsiteY16" fmla="*/ 78086 h 228060"/>
                  <a:gd name="connsiteX17" fmla="*/ 22366 w 483366"/>
                  <a:gd name="connsiteY17" fmla="*/ 22310 h 228060"/>
                  <a:gd name="connsiteX18" fmla="*/ 78284 w 483366"/>
                  <a:gd name="connsiteY18" fmla="*/ 0 h 2280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3366" h="228060">
                    <a:moveTo>
                      <a:pt x="78310" y="14954"/>
                    </a:moveTo>
                    <a:cubicBezTo>
                      <a:pt x="60918" y="14954"/>
                      <a:pt x="46008" y="21147"/>
                      <a:pt x="33584" y="33532"/>
                    </a:cubicBezTo>
                    <a:cubicBezTo>
                      <a:pt x="21160" y="45917"/>
                      <a:pt x="14950" y="62017"/>
                      <a:pt x="14950" y="78117"/>
                    </a:cubicBezTo>
                    <a:lnTo>
                      <a:pt x="14950" y="214351"/>
                    </a:lnTo>
                    <a:lnTo>
                      <a:pt x="469662" y="214351"/>
                    </a:lnTo>
                    <a:lnTo>
                      <a:pt x="469662" y="78117"/>
                    </a:lnTo>
                    <a:cubicBezTo>
                      <a:pt x="469662" y="62017"/>
                      <a:pt x="462208" y="45917"/>
                      <a:pt x="451028" y="33532"/>
                    </a:cubicBezTo>
                    <a:cubicBezTo>
                      <a:pt x="438604" y="21147"/>
                      <a:pt x="422452" y="14954"/>
                      <a:pt x="405058" y="14954"/>
                    </a:cubicBezTo>
                    <a:close/>
                    <a:moveTo>
                      <a:pt x="78284" y="0"/>
                    </a:moveTo>
                    <a:lnTo>
                      <a:pt x="405084" y="0"/>
                    </a:lnTo>
                    <a:cubicBezTo>
                      <a:pt x="426208" y="0"/>
                      <a:pt x="446090" y="8676"/>
                      <a:pt x="461000" y="22310"/>
                    </a:cubicBezTo>
                    <a:cubicBezTo>
                      <a:pt x="475912" y="38423"/>
                      <a:pt x="483366" y="58255"/>
                      <a:pt x="483366" y="78086"/>
                    </a:cubicBezTo>
                    <a:lnTo>
                      <a:pt x="483366" y="221863"/>
                    </a:lnTo>
                    <a:cubicBezTo>
                      <a:pt x="483366" y="225581"/>
                      <a:pt x="480882" y="228060"/>
                      <a:pt x="475912" y="228060"/>
                    </a:cubicBezTo>
                    <a:lnTo>
                      <a:pt x="7456" y="228060"/>
                    </a:lnTo>
                    <a:cubicBezTo>
                      <a:pt x="3728" y="228060"/>
                      <a:pt x="0" y="225581"/>
                      <a:pt x="0" y="221863"/>
                    </a:cubicBezTo>
                    <a:lnTo>
                      <a:pt x="0" y="78086"/>
                    </a:lnTo>
                    <a:cubicBezTo>
                      <a:pt x="0" y="58255"/>
                      <a:pt x="8698" y="38423"/>
                      <a:pt x="22366" y="22310"/>
                    </a:cubicBezTo>
                    <a:cubicBezTo>
                      <a:pt x="38520" y="8676"/>
                      <a:pt x="57160" y="0"/>
                      <a:pt x="782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0" name="Freeform 249">
                <a:extLst>
                  <a:ext uri="{FF2B5EF4-FFF2-40B4-BE49-F238E27FC236}">
                    <a16:creationId xmlns:a16="http://schemas.microsoft.com/office/drawing/2014/main" id="{2000013A-B162-2E47-8C0C-E0E5349FE29E}"/>
                  </a:ext>
                </a:extLst>
              </p:cNvPr>
              <p:cNvSpPr/>
              <p:nvPr/>
            </p:nvSpPr>
            <p:spPr>
              <a:xfrm>
                <a:off x="17149572" y="6693498"/>
                <a:ext cx="468418" cy="1520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7" h="123">
                    <a:moveTo>
                      <a:pt x="0" y="0"/>
                    </a:moveTo>
                    <a:lnTo>
                      <a:pt x="0" y="32"/>
                    </a:lnTo>
                    <a:lnTo>
                      <a:pt x="0" y="65"/>
                    </a:lnTo>
                    <a:cubicBezTo>
                      <a:pt x="0" y="81"/>
                      <a:pt x="6" y="95"/>
                      <a:pt x="17" y="106"/>
                    </a:cubicBezTo>
                    <a:cubicBezTo>
                      <a:pt x="27" y="116"/>
                      <a:pt x="41" y="123"/>
                      <a:pt x="57" y="123"/>
                    </a:cubicBezTo>
                    <a:lnTo>
                      <a:pt x="189" y="123"/>
                    </a:lnTo>
                    <a:lnTo>
                      <a:pt x="320" y="123"/>
                    </a:lnTo>
                    <a:cubicBezTo>
                      <a:pt x="336" y="123"/>
                      <a:pt x="351" y="116"/>
                      <a:pt x="361" y="106"/>
                    </a:cubicBezTo>
                    <a:cubicBezTo>
                      <a:pt x="371" y="95"/>
                      <a:pt x="377" y="81"/>
                      <a:pt x="377" y="65"/>
                    </a:cubicBezTo>
                    <a:lnTo>
                      <a:pt x="377" y="32"/>
                    </a:lnTo>
                    <a:lnTo>
                      <a:pt x="377" y="0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8271FDC5-2442-A54E-B321-1CEAB744045C}"/>
                  </a:ext>
                </a:extLst>
              </p:cNvPr>
              <p:cNvSpPr/>
              <p:nvPr/>
            </p:nvSpPr>
            <p:spPr>
              <a:xfrm>
                <a:off x="17142098" y="6686020"/>
                <a:ext cx="483366" cy="165749"/>
              </a:xfrm>
              <a:custGeom>
                <a:avLst/>
                <a:gdLst>
                  <a:gd name="connsiteX0" fmla="*/ 14950 w 483366"/>
                  <a:gd name="connsiteY0" fmla="*/ 13709 h 165749"/>
                  <a:gd name="connsiteX1" fmla="*/ 14950 w 483366"/>
                  <a:gd name="connsiteY1" fmla="*/ 87815 h 165749"/>
                  <a:gd name="connsiteX2" fmla="*/ 33584 w 483366"/>
                  <a:gd name="connsiteY2" fmla="*/ 132279 h 165749"/>
                  <a:gd name="connsiteX3" fmla="*/ 78310 w 483366"/>
                  <a:gd name="connsiteY3" fmla="*/ 152040 h 165749"/>
                  <a:gd name="connsiteX4" fmla="*/ 405058 w 483366"/>
                  <a:gd name="connsiteY4" fmla="*/ 152040 h 165749"/>
                  <a:gd name="connsiteX5" fmla="*/ 451028 w 483366"/>
                  <a:gd name="connsiteY5" fmla="*/ 132279 h 165749"/>
                  <a:gd name="connsiteX6" fmla="*/ 469662 w 483366"/>
                  <a:gd name="connsiteY6" fmla="*/ 87815 h 165749"/>
                  <a:gd name="connsiteX7" fmla="*/ 469662 w 483366"/>
                  <a:gd name="connsiteY7" fmla="*/ 13709 h 165749"/>
                  <a:gd name="connsiteX8" fmla="*/ 7456 w 483366"/>
                  <a:gd name="connsiteY8" fmla="*/ 0 h 165749"/>
                  <a:gd name="connsiteX9" fmla="*/ 475912 w 483366"/>
                  <a:gd name="connsiteY9" fmla="*/ 0 h 165749"/>
                  <a:gd name="connsiteX10" fmla="*/ 483366 w 483366"/>
                  <a:gd name="connsiteY10" fmla="*/ 7422 h 165749"/>
                  <a:gd name="connsiteX11" fmla="*/ 483366 w 483366"/>
                  <a:gd name="connsiteY11" fmla="*/ 87822 h 165749"/>
                  <a:gd name="connsiteX12" fmla="*/ 461000 w 483366"/>
                  <a:gd name="connsiteY12" fmla="*/ 143484 h 165749"/>
                  <a:gd name="connsiteX13" fmla="*/ 405084 w 483366"/>
                  <a:gd name="connsiteY13" fmla="*/ 165749 h 165749"/>
                  <a:gd name="connsiteX14" fmla="*/ 78284 w 483366"/>
                  <a:gd name="connsiteY14" fmla="*/ 165749 h 165749"/>
                  <a:gd name="connsiteX15" fmla="*/ 22366 w 483366"/>
                  <a:gd name="connsiteY15" fmla="*/ 143484 h 165749"/>
                  <a:gd name="connsiteX16" fmla="*/ 0 w 483366"/>
                  <a:gd name="connsiteY16" fmla="*/ 87822 h 165749"/>
                  <a:gd name="connsiteX17" fmla="*/ 0 w 483366"/>
                  <a:gd name="connsiteY17" fmla="*/ 7422 h 165749"/>
                  <a:gd name="connsiteX18" fmla="*/ 7456 w 483366"/>
                  <a:gd name="connsiteY18" fmla="*/ 0 h 1657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83366" h="165749">
                    <a:moveTo>
                      <a:pt x="14950" y="13709"/>
                    </a:moveTo>
                    <a:lnTo>
                      <a:pt x="14950" y="87815"/>
                    </a:lnTo>
                    <a:cubicBezTo>
                      <a:pt x="14950" y="105107"/>
                      <a:pt x="21160" y="121163"/>
                      <a:pt x="33584" y="132279"/>
                    </a:cubicBezTo>
                    <a:cubicBezTo>
                      <a:pt x="46008" y="144630"/>
                      <a:pt x="60918" y="152040"/>
                      <a:pt x="78310" y="152040"/>
                    </a:cubicBezTo>
                    <a:lnTo>
                      <a:pt x="405058" y="152040"/>
                    </a:lnTo>
                    <a:cubicBezTo>
                      <a:pt x="422452" y="152040"/>
                      <a:pt x="438604" y="144630"/>
                      <a:pt x="451028" y="132279"/>
                    </a:cubicBezTo>
                    <a:cubicBezTo>
                      <a:pt x="462208" y="121163"/>
                      <a:pt x="469662" y="105107"/>
                      <a:pt x="469662" y="87815"/>
                    </a:cubicBezTo>
                    <a:lnTo>
                      <a:pt x="469662" y="13709"/>
                    </a:lnTo>
                    <a:close/>
                    <a:moveTo>
                      <a:pt x="7456" y="0"/>
                    </a:moveTo>
                    <a:lnTo>
                      <a:pt x="475912" y="0"/>
                    </a:lnTo>
                    <a:cubicBezTo>
                      <a:pt x="480882" y="0"/>
                      <a:pt x="483366" y="3711"/>
                      <a:pt x="483366" y="7422"/>
                    </a:cubicBezTo>
                    <a:lnTo>
                      <a:pt x="483366" y="87822"/>
                    </a:lnTo>
                    <a:cubicBezTo>
                      <a:pt x="483366" y="108850"/>
                      <a:pt x="475912" y="127404"/>
                      <a:pt x="461000" y="143484"/>
                    </a:cubicBezTo>
                    <a:cubicBezTo>
                      <a:pt x="446090" y="157091"/>
                      <a:pt x="426208" y="165749"/>
                      <a:pt x="405084" y="165749"/>
                    </a:cubicBezTo>
                    <a:lnTo>
                      <a:pt x="78284" y="165749"/>
                    </a:lnTo>
                    <a:cubicBezTo>
                      <a:pt x="57160" y="165749"/>
                      <a:pt x="38520" y="157091"/>
                      <a:pt x="22366" y="143484"/>
                    </a:cubicBezTo>
                    <a:cubicBezTo>
                      <a:pt x="8698" y="127404"/>
                      <a:pt x="0" y="108850"/>
                      <a:pt x="0" y="87822"/>
                    </a:cubicBezTo>
                    <a:lnTo>
                      <a:pt x="0" y="7422"/>
                    </a:lnTo>
                    <a:cubicBezTo>
                      <a:pt x="0" y="3711"/>
                      <a:pt x="3728" y="0"/>
                      <a:pt x="74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3" name="Freeform 252">
                <a:extLst>
                  <a:ext uri="{FF2B5EF4-FFF2-40B4-BE49-F238E27FC236}">
                    <a16:creationId xmlns:a16="http://schemas.microsoft.com/office/drawing/2014/main" id="{908291FE-4175-2C4E-BF2D-F11459B684CB}"/>
                  </a:ext>
                </a:extLst>
              </p:cNvPr>
              <p:cNvSpPr/>
              <p:nvPr/>
            </p:nvSpPr>
            <p:spPr>
              <a:xfrm>
                <a:off x="17215599" y="6550181"/>
                <a:ext cx="67273" cy="660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" h="54">
                    <a:moveTo>
                      <a:pt x="55" y="27"/>
                    </a:moveTo>
                    <a:cubicBezTo>
                      <a:pt x="55" y="43"/>
                      <a:pt x="42" y="54"/>
                      <a:pt x="28" y="54"/>
                    </a:cubicBezTo>
                    <a:cubicBezTo>
                      <a:pt x="12" y="54"/>
                      <a:pt x="0" y="43"/>
                      <a:pt x="0" y="27"/>
                    </a:cubicBezTo>
                    <a:cubicBezTo>
                      <a:pt x="0" y="13"/>
                      <a:pt x="12" y="0"/>
                      <a:pt x="28" y="0"/>
                    </a:cubicBezTo>
                    <a:cubicBezTo>
                      <a:pt x="42" y="0"/>
                      <a:pt x="55" y="13"/>
                      <a:pt x="55" y="2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CEEAF68E-E1CA-2A49-953D-F130A6957942}"/>
                  </a:ext>
                </a:extLst>
              </p:cNvPr>
              <p:cNvSpPr/>
              <p:nvPr/>
            </p:nvSpPr>
            <p:spPr>
              <a:xfrm>
                <a:off x="17208124" y="6543947"/>
                <a:ext cx="82224" cy="79759"/>
              </a:xfrm>
              <a:custGeom>
                <a:avLst/>
                <a:gdLst>
                  <a:gd name="connsiteX0" fmla="*/ 41720 w 82224"/>
                  <a:gd name="connsiteY0" fmla="*/ 13712 h 79759"/>
                  <a:gd name="connsiteX1" fmla="*/ 14950 w 82224"/>
                  <a:gd name="connsiteY1" fmla="*/ 39275 h 79759"/>
                  <a:gd name="connsiteX2" fmla="*/ 41720 w 82224"/>
                  <a:gd name="connsiteY2" fmla="*/ 66054 h 79759"/>
                  <a:gd name="connsiteX3" fmla="*/ 67272 w 82224"/>
                  <a:gd name="connsiteY3" fmla="*/ 39275 h 79759"/>
                  <a:gd name="connsiteX4" fmla="*/ 41720 w 82224"/>
                  <a:gd name="connsiteY4" fmla="*/ 13712 h 79759"/>
                  <a:gd name="connsiteX5" fmla="*/ 41726 w 82224"/>
                  <a:gd name="connsiteY5" fmla="*/ 0 h 79759"/>
                  <a:gd name="connsiteX6" fmla="*/ 82224 w 82224"/>
                  <a:gd name="connsiteY6" fmla="*/ 39266 h 79759"/>
                  <a:gd name="connsiteX7" fmla="*/ 41726 w 82224"/>
                  <a:gd name="connsiteY7" fmla="*/ 79759 h 79759"/>
                  <a:gd name="connsiteX8" fmla="*/ 0 w 82224"/>
                  <a:gd name="connsiteY8" fmla="*/ 39266 h 79759"/>
                  <a:gd name="connsiteX9" fmla="*/ 41726 w 82224"/>
                  <a:gd name="connsiteY9" fmla="*/ 0 h 7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224" h="79759">
                    <a:moveTo>
                      <a:pt x="41720" y="13712"/>
                    </a:moveTo>
                    <a:cubicBezTo>
                      <a:pt x="27118" y="13712"/>
                      <a:pt x="14950" y="25885"/>
                      <a:pt x="14950" y="39275"/>
                    </a:cubicBezTo>
                    <a:cubicBezTo>
                      <a:pt x="14950" y="53882"/>
                      <a:pt x="27118" y="66054"/>
                      <a:pt x="41720" y="66054"/>
                    </a:cubicBezTo>
                    <a:cubicBezTo>
                      <a:pt x="55104" y="66054"/>
                      <a:pt x="67272" y="53882"/>
                      <a:pt x="67272" y="39275"/>
                    </a:cubicBezTo>
                    <a:cubicBezTo>
                      <a:pt x="67272" y="25885"/>
                      <a:pt x="55104" y="13712"/>
                      <a:pt x="41720" y="13712"/>
                    </a:cubicBezTo>
                    <a:close/>
                    <a:moveTo>
                      <a:pt x="41726" y="0"/>
                    </a:moveTo>
                    <a:cubicBezTo>
                      <a:pt x="63816" y="0"/>
                      <a:pt x="82224" y="18406"/>
                      <a:pt x="82224" y="39266"/>
                    </a:cubicBezTo>
                    <a:cubicBezTo>
                      <a:pt x="82224" y="62580"/>
                      <a:pt x="63816" y="79759"/>
                      <a:pt x="41726" y="79759"/>
                    </a:cubicBezTo>
                    <a:cubicBezTo>
                      <a:pt x="18408" y="79759"/>
                      <a:pt x="0" y="62580"/>
                      <a:pt x="0" y="39266"/>
                    </a:cubicBezTo>
                    <a:cubicBezTo>
                      <a:pt x="0" y="18406"/>
                      <a:pt x="18408" y="0"/>
                      <a:pt x="417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6" name="Freeform 255">
                <a:extLst>
                  <a:ext uri="{FF2B5EF4-FFF2-40B4-BE49-F238E27FC236}">
                    <a16:creationId xmlns:a16="http://schemas.microsoft.com/office/drawing/2014/main" id="{568A2BC9-D437-6445-B2AB-9935E108CF1E}"/>
                  </a:ext>
                </a:extLst>
              </p:cNvPr>
              <p:cNvSpPr/>
              <p:nvPr/>
            </p:nvSpPr>
            <p:spPr>
              <a:xfrm>
                <a:off x="17351391" y="6550181"/>
                <a:ext cx="66027" cy="660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4" h="54">
                    <a:moveTo>
                      <a:pt x="54" y="27"/>
                    </a:moveTo>
                    <a:cubicBezTo>
                      <a:pt x="54" y="43"/>
                      <a:pt x="42" y="54"/>
                      <a:pt x="26" y="54"/>
                    </a:cubicBezTo>
                    <a:cubicBezTo>
                      <a:pt x="12" y="54"/>
                      <a:pt x="0" y="43"/>
                      <a:pt x="0" y="27"/>
                    </a:cubicBezTo>
                    <a:cubicBezTo>
                      <a:pt x="0" y="13"/>
                      <a:pt x="12" y="0"/>
                      <a:pt x="26" y="0"/>
                    </a:cubicBezTo>
                    <a:cubicBezTo>
                      <a:pt x="42" y="0"/>
                      <a:pt x="54" y="13"/>
                      <a:pt x="54" y="2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4" name="Freeform 383">
                <a:extLst>
                  <a:ext uri="{FF2B5EF4-FFF2-40B4-BE49-F238E27FC236}">
                    <a16:creationId xmlns:a16="http://schemas.microsoft.com/office/drawing/2014/main" id="{0F5B3848-AD40-CA4A-992E-67CFAD86C050}"/>
                  </a:ext>
                </a:extLst>
              </p:cNvPr>
              <p:cNvSpPr/>
              <p:nvPr/>
            </p:nvSpPr>
            <p:spPr>
              <a:xfrm>
                <a:off x="17342670" y="6543947"/>
                <a:ext cx="80976" cy="79759"/>
              </a:xfrm>
              <a:custGeom>
                <a:avLst/>
                <a:gdLst>
                  <a:gd name="connsiteX0" fmla="*/ 40504 w 80976"/>
                  <a:gd name="connsiteY0" fmla="*/ 13712 h 79759"/>
                  <a:gd name="connsiteX1" fmla="*/ 14950 w 80976"/>
                  <a:gd name="connsiteY1" fmla="*/ 39275 h 79759"/>
                  <a:gd name="connsiteX2" fmla="*/ 40504 w 80976"/>
                  <a:gd name="connsiteY2" fmla="*/ 66054 h 79759"/>
                  <a:gd name="connsiteX3" fmla="*/ 67274 w 80976"/>
                  <a:gd name="connsiteY3" fmla="*/ 39275 h 79759"/>
                  <a:gd name="connsiteX4" fmla="*/ 40504 w 80976"/>
                  <a:gd name="connsiteY4" fmla="*/ 13712 h 79759"/>
                  <a:gd name="connsiteX5" fmla="*/ 40488 w 80976"/>
                  <a:gd name="connsiteY5" fmla="*/ 0 h 79759"/>
                  <a:gd name="connsiteX6" fmla="*/ 80976 w 80976"/>
                  <a:gd name="connsiteY6" fmla="*/ 39266 h 79759"/>
                  <a:gd name="connsiteX7" fmla="*/ 40488 w 80976"/>
                  <a:gd name="connsiteY7" fmla="*/ 79759 h 79759"/>
                  <a:gd name="connsiteX8" fmla="*/ 0 w 80976"/>
                  <a:gd name="connsiteY8" fmla="*/ 39266 h 79759"/>
                  <a:gd name="connsiteX9" fmla="*/ 40488 w 80976"/>
                  <a:gd name="connsiteY9" fmla="*/ 0 h 7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976" h="79759">
                    <a:moveTo>
                      <a:pt x="40504" y="13712"/>
                    </a:moveTo>
                    <a:cubicBezTo>
                      <a:pt x="27118" y="13712"/>
                      <a:pt x="14950" y="25885"/>
                      <a:pt x="14950" y="39275"/>
                    </a:cubicBezTo>
                    <a:cubicBezTo>
                      <a:pt x="14950" y="53882"/>
                      <a:pt x="27118" y="66054"/>
                      <a:pt x="40504" y="66054"/>
                    </a:cubicBezTo>
                    <a:cubicBezTo>
                      <a:pt x="56322" y="66054"/>
                      <a:pt x="67274" y="53882"/>
                      <a:pt x="67274" y="39275"/>
                    </a:cubicBezTo>
                    <a:cubicBezTo>
                      <a:pt x="67274" y="25885"/>
                      <a:pt x="56322" y="13712"/>
                      <a:pt x="40504" y="13712"/>
                    </a:cubicBezTo>
                    <a:close/>
                    <a:moveTo>
                      <a:pt x="40488" y="0"/>
                    </a:moveTo>
                    <a:cubicBezTo>
                      <a:pt x="63800" y="0"/>
                      <a:pt x="80976" y="18406"/>
                      <a:pt x="80976" y="39266"/>
                    </a:cubicBezTo>
                    <a:cubicBezTo>
                      <a:pt x="80976" y="62580"/>
                      <a:pt x="63800" y="79759"/>
                      <a:pt x="40488" y="79759"/>
                    </a:cubicBezTo>
                    <a:cubicBezTo>
                      <a:pt x="18404" y="79759"/>
                      <a:pt x="0" y="62580"/>
                      <a:pt x="0" y="39266"/>
                    </a:cubicBezTo>
                    <a:cubicBezTo>
                      <a:pt x="0" y="18406"/>
                      <a:pt x="18404" y="0"/>
                      <a:pt x="404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9" name="Freeform 258">
                <a:extLst>
                  <a:ext uri="{FF2B5EF4-FFF2-40B4-BE49-F238E27FC236}">
                    <a16:creationId xmlns:a16="http://schemas.microsoft.com/office/drawing/2014/main" id="{77AD1603-19E6-B642-A5E5-9BD39B8DF362}"/>
                  </a:ext>
                </a:extLst>
              </p:cNvPr>
              <p:cNvSpPr/>
              <p:nvPr/>
            </p:nvSpPr>
            <p:spPr>
              <a:xfrm>
                <a:off x="17484690" y="6550181"/>
                <a:ext cx="67273" cy="6605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5" h="54">
                    <a:moveTo>
                      <a:pt x="55" y="27"/>
                    </a:moveTo>
                    <a:cubicBezTo>
                      <a:pt x="55" y="43"/>
                      <a:pt x="43" y="54"/>
                      <a:pt x="28" y="54"/>
                    </a:cubicBezTo>
                    <a:cubicBezTo>
                      <a:pt x="12" y="54"/>
                      <a:pt x="0" y="43"/>
                      <a:pt x="0" y="27"/>
                    </a:cubicBezTo>
                    <a:cubicBezTo>
                      <a:pt x="0" y="13"/>
                      <a:pt x="12" y="0"/>
                      <a:pt x="28" y="0"/>
                    </a:cubicBezTo>
                    <a:cubicBezTo>
                      <a:pt x="43" y="0"/>
                      <a:pt x="55" y="13"/>
                      <a:pt x="55" y="2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5" name="Freeform 384">
                <a:extLst>
                  <a:ext uri="{FF2B5EF4-FFF2-40B4-BE49-F238E27FC236}">
                    <a16:creationId xmlns:a16="http://schemas.microsoft.com/office/drawing/2014/main" id="{9945105B-4053-0F4E-BA25-F9FC5CDC2632}"/>
                  </a:ext>
                </a:extLst>
              </p:cNvPr>
              <p:cNvSpPr/>
              <p:nvPr/>
            </p:nvSpPr>
            <p:spPr>
              <a:xfrm>
                <a:off x="17478460" y="6543947"/>
                <a:ext cx="80976" cy="79759"/>
              </a:xfrm>
              <a:custGeom>
                <a:avLst/>
                <a:gdLst>
                  <a:gd name="connsiteX0" fmla="*/ 40474 w 80976"/>
                  <a:gd name="connsiteY0" fmla="*/ 13712 h 79759"/>
                  <a:gd name="connsiteX1" fmla="*/ 13704 w 80976"/>
                  <a:gd name="connsiteY1" fmla="*/ 39275 h 79759"/>
                  <a:gd name="connsiteX2" fmla="*/ 40474 w 80976"/>
                  <a:gd name="connsiteY2" fmla="*/ 66054 h 79759"/>
                  <a:gd name="connsiteX3" fmla="*/ 66028 w 80976"/>
                  <a:gd name="connsiteY3" fmla="*/ 39275 h 79759"/>
                  <a:gd name="connsiteX4" fmla="*/ 40474 w 80976"/>
                  <a:gd name="connsiteY4" fmla="*/ 13712 h 79759"/>
                  <a:gd name="connsiteX5" fmla="*/ 40488 w 80976"/>
                  <a:gd name="connsiteY5" fmla="*/ 0 h 79759"/>
                  <a:gd name="connsiteX6" fmla="*/ 80976 w 80976"/>
                  <a:gd name="connsiteY6" fmla="*/ 39266 h 79759"/>
                  <a:gd name="connsiteX7" fmla="*/ 40488 w 80976"/>
                  <a:gd name="connsiteY7" fmla="*/ 79759 h 79759"/>
                  <a:gd name="connsiteX8" fmla="*/ 0 w 80976"/>
                  <a:gd name="connsiteY8" fmla="*/ 39266 h 79759"/>
                  <a:gd name="connsiteX9" fmla="*/ 40488 w 80976"/>
                  <a:gd name="connsiteY9" fmla="*/ 0 h 797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0976" h="79759">
                    <a:moveTo>
                      <a:pt x="40474" y="13712"/>
                    </a:moveTo>
                    <a:cubicBezTo>
                      <a:pt x="25874" y="13712"/>
                      <a:pt x="13704" y="25885"/>
                      <a:pt x="13704" y="39275"/>
                    </a:cubicBezTo>
                    <a:cubicBezTo>
                      <a:pt x="13704" y="53882"/>
                      <a:pt x="25874" y="66054"/>
                      <a:pt x="40474" y="66054"/>
                    </a:cubicBezTo>
                    <a:cubicBezTo>
                      <a:pt x="53860" y="66054"/>
                      <a:pt x="66028" y="53882"/>
                      <a:pt x="66028" y="39275"/>
                    </a:cubicBezTo>
                    <a:cubicBezTo>
                      <a:pt x="66028" y="25885"/>
                      <a:pt x="53860" y="13712"/>
                      <a:pt x="40474" y="13712"/>
                    </a:cubicBezTo>
                    <a:close/>
                    <a:moveTo>
                      <a:pt x="40488" y="0"/>
                    </a:moveTo>
                    <a:cubicBezTo>
                      <a:pt x="62574" y="0"/>
                      <a:pt x="80976" y="18406"/>
                      <a:pt x="80976" y="39266"/>
                    </a:cubicBezTo>
                    <a:cubicBezTo>
                      <a:pt x="80976" y="62580"/>
                      <a:pt x="62574" y="79759"/>
                      <a:pt x="40488" y="79759"/>
                    </a:cubicBezTo>
                    <a:cubicBezTo>
                      <a:pt x="17178" y="79759"/>
                      <a:pt x="0" y="62580"/>
                      <a:pt x="0" y="39266"/>
                    </a:cubicBezTo>
                    <a:cubicBezTo>
                      <a:pt x="0" y="18406"/>
                      <a:pt x="17178" y="0"/>
                      <a:pt x="404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804F6A3B-A5EA-7346-A0E8-CCC36655E425}"/>
                  </a:ext>
                </a:extLst>
              </p:cNvPr>
              <p:cNvSpPr/>
              <p:nvPr/>
            </p:nvSpPr>
            <p:spPr>
              <a:xfrm>
                <a:off x="17816071" y="6079107"/>
                <a:ext cx="12458" cy="45362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365">
                    <a:moveTo>
                      <a:pt x="6" y="365"/>
                    </a:moveTo>
                    <a:cubicBezTo>
                      <a:pt x="2" y="365"/>
                      <a:pt x="0" y="363"/>
                      <a:pt x="0" y="359"/>
                    </a:cubicBezTo>
                    <a:lnTo>
                      <a:pt x="0" y="7"/>
                    </a:lnTo>
                    <a:cubicBezTo>
                      <a:pt x="0" y="3"/>
                      <a:pt x="2" y="0"/>
                      <a:pt x="6" y="0"/>
                    </a:cubicBezTo>
                    <a:cubicBezTo>
                      <a:pt x="9" y="0"/>
                      <a:pt x="11" y="3"/>
                      <a:pt x="11" y="7"/>
                    </a:cubicBezTo>
                    <a:lnTo>
                      <a:pt x="11" y="359"/>
                    </a:lnTo>
                    <a:cubicBezTo>
                      <a:pt x="11" y="363"/>
                      <a:pt x="9" y="365"/>
                      <a:pt x="6" y="36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3" name="Freeform 262">
                <a:extLst>
                  <a:ext uri="{FF2B5EF4-FFF2-40B4-BE49-F238E27FC236}">
                    <a16:creationId xmlns:a16="http://schemas.microsoft.com/office/drawing/2014/main" id="{00A17B96-A110-DF45-AB21-8D0A9817DD75}"/>
                  </a:ext>
                </a:extLst>
              </p:cNvPr>
              <p:cNvSpPr/>
              <p:nvPr/>
            </p:nvSpPr>
            <p:spPr>
              <a:xfrm>
                <a:off x="17869640" y="6686020"/>
                <a:ext cx="12458" cy="34271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276">
                    <a:moveTo>
                      <a:pt x="5" y="276"/>
                    </a:moveTo>
                    <a:cubicBezTo>
                      <a:pt x="3" y="276"/>
                      <a:pt x="0" y="274"/>
                      <a:pt x="0" y="270"/>
                    </a:cubicBezTo>
                    <a:lnTo>
                      <a:pt x="0" y="6"/>
                    </a:lnTo>
                    <a:cubicBezTo>
                      <a:pt x="0" y="3"/>
                      <a:pt x="3" y="0"/>
                      <a:pt x="5" y="0"/>
                    </a:cubicBezTo>
                    <a:cubicBezTo>
                      <a:pt x="9" y="0"/>
                      <a:pt x="11" y="3"/>
                      <a:pt x="11" y="6"/>
                    </a:cubicBezTo>
                    <a:lnTo>
                      <a:pt x="11" y="270"/>
                    </a:lnTo>
                    <a:cubicBezTo>
                      <a:pt x="11" y="274"/>
                      <a:pt x="9" y="276"/>
                      <a:pt x="5" y="27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4" name="Freeform 263">
                <a:extLst>
                  <a:ext uri="{FF2B5EF4-FFF2-40B4-BE49-F238E27FC236}">
                    <a16:creationId xmlns:a16="http://schemas.microsoft.com/office/drawing/2014/main" id="{B6058490-AD8B-E64D-B52B-57646321D6F1}"/>
                  </a:ext>
                </a:extLst>
              </p:cNvPr>
              <p:cNvSpPr/>
              <p:nvPr/>
            </p:nvSpPr>
            <p:spPr>
              <a:xfrm>
                <a:off x="16981390" y="7159587"/>
                <a:ext cx="1006600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09" h="11">
                    <a:moveTo>
                      <a:pt x="803" y="11"/>
                    </a:moveTo>
                    <a:lnTo>
                      <a:pt x="6" y="11"/>
                    </a:lnTo>
                    <a:cubicBezTo>
                      <a:pt x="2" y="11"/>
                      <a:pt x="0" y="8"/>
                      <a:pt x="0" y="5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803" y="0"/>
                    </a:lnTo>
                    <a:cubicBezTo>
                      <a:pt x="806" y="0"/>
                      <a:pt x="809" y="2"/>
                      <a:pt x="809" y="5"/>
                    </a:cubicBezTo>
                    <a:cubicBezTo>
                      <a:pt x="809" y="8"/>
                      <a:pt x="806" y="11"/>
                      <a:pt x="803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7E91BE86-0C11-5247-9666-F29F84569322}"/>
                </a:ext>
              </a:extLst>
            </p:cNvPr>
            <p:cNvGrpSpPr/>
            <p:nvPr/>
          </p:nvGrpSpPr>
          <p:grpSpPr>
            <a:xfrm>
              <a:off x="16735969" y="7610723"/>
              <a:ext cx="2277307" cy="422472"/>
              <a:chOff x="16735969" y="7610723"/>
              <a:chExt cx="2277307" cy="422472"/>
            </a:xfrm>
          </p:grpSpPr>
          <p:sp>
            <p:nvSpPr>
              <p:cNvPr id="386" name="Freeform 385">
                <a:extLst>
                  <a:ext uri="{FF2B5EF4-FFF2-40B4-BE49-F238E27FC236}">
                    <a16:creationId xmlns:a16="http://schemas.microsoft.com/office/drawing/2014/main" id="{461E2352-246C-4D43-8DE3-F3D082856FB5}"/>
                  </a:ext>
                </a:extLst>
              </p:cNvPr>
              <p:cNvSpPr/>
              <p:nvPr/>
            </p:nvSpPr>
            <p:spPr>
              <a:xfrm>
                <a:off x="16735969" y="7610723"/>
                <a:ext cx="2277307" cy="422472"/>
              </a:xfrm>
              <a:custGeom>
                <a:avLst/>
                <a:gdLst>
                  <a:gd name="connsiteX0" fmla="*/ 115803 w 2277307"/>
                  <a:gd name="connsiteY0" fmla="*/ 13708 h 422472"/>
                  <a:gd name="connsiteX1" fmla="*/ 43587 w 2277307"/>
                  <a:gd name="connsiteY1" fmla="*/ 43524 h 422472"/>
                  <a:gd name="connsiteX2" fmla="*/ 14950 w 2277307"/>
                  <a:gd name="connsiteY2" fmla="*/ 115578 h 422472"/>
                  <a:gd name="connsiteX3" fmla="*/ 14950 w 2277307"/>
                  <a:gd name="connsiteY3" fmla="*/ 306894 h 422472"/>
                  <a:gd name="connsiteX4" fmla="*/ 43587 w 2277307"/>
                  <a:gd name="connsiteY4" fmla="*/ 378948 h 422472"/>
                  <a:gd name="connsiteX5" fmla="*/ 115803 w 2277307"/>
                  <a:gd name="connsiteY5" fmla="*/ 408763 h 422472"/>
                  <a:gd name="connsiteX6" fmla="*/ 2161505 w 2277307"/>
                  <a:gd name="connsiteY6" fmla="*/ 408763 h 422472"/>
                  <a:gd name="connsiteX7" fmla="*/ 2233721 w 2277307"/>
                  <a:gd name="connsiteY7" fmla="*/ 378948 h 422472"/>
                  <a:gd name="connsiteX8" fmla="*/ 2262359 w 2277307"/>
                  <a:gd name="connsiteY8" fmla="*/ 306894 h 422472"/>
                  <a:gd name="connsiteX9" fmla="*/ 2262359 w 2277307"/>
                  <a:gd name="connsiteY9" fmla="*/ 115578 h 422472"/>
                  <a:gd name="connsiteX10" fmla="*/ 2233721 w 2277307"/>
                  <a:gd name="connsiteY10" fmla="*/ 43524 h 422472"/>
                  <a:gd name="connsiteX11" fmla="*/ 2161505 w 2277307"/>
                  <a:gd name="connsiteY11" fmla="*/ 13708 h 422472"/>
                  <a:gd name="connsiteX12" fmla="*/ 115795 w 2277307"/>
                  <a:gd name="connsiteY12" fmla="*/ 0 h 422472"/>
                  <a:gd name="connsiteX13" fmla="*/ 2161511 w 2277307"/>
                  <a:gd name="connsiteY13" fmla="*/ 0 h 422472"/>
                  <a:gd name="connsiteX14" fmla="*/ 2243689 w 2277307"/>
                  <a:gd name="connsiteY14" fmla="*/ 33549 h 422472"/>
                  <a:gd name="connsiteX15" fmla="*/ 2277307 w 2277307"/>
                  <a:gd name="connsiteY15" fmla="*/ 115559 h 422472"/>
                  <a:gd name="connsiteX16" fmla="*/ 2277307 w 2277307"/>
                  <a:gd name="connsiteY16" fmla="*/ 306914 h 422472"/>
                  <a:gd name="connsiteX17" fmla="*/ 2243689 w 2277307"/>
                  <a:gd name="connsiteY17" fmla="*/ 388923 h 422472"/>
                  <a:gd name="connsiteX18" fmla="*/ 2161511 w 2277307"/>
                  <a:gd name="connsiteY18" fmla="*/ 422472 h 422472"/>
                  <a:gd name="connsiteX19" fmla="*/ 115795 w 2277307"/>
                  <a:gd name="connsiteY19" fmla="*/ 422472 h 422472"/>
                  <a:gd name="connsiteX20" fmla="*/ 33618 w 2277307"/>
                  <a:gd name="connsiteY20" fmla="*/ 388923 h 422472"/>
                  <a:gd name="connsiteX21" fmla="*/ 0 w 2277307"/>
                  <a:gd name="connsiteY21" fmla="*/ 306914 h 422472"/>
                  <a:gd name="connsiteX22" fmla="*/ 0 w 2277307"/>
                  <a:gd name="connsiteY22" fmla="*/ 115559 h 422472"/>
                  <a:gd name="connsiteX23" fmla="*/ 33618 w 2277307"/>
                  <a:gd name="connsiteY23" fmla="*/ 33549 h 422472"/>
                  <a:gd name="connsiteX24" fmla="*/ 115795 w 2277307"/>
                  <a:gd name="connsiteY24" fmla="*/ 0 h 422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2277307" h="422472">
                    <a:moveTo>
                      <a:pt x="115803" y="13708"/>
                    </a:moveTo>
                    <a:cubicBezTo>
                      <a:pt x="88411" y="13708"/>
                      <a:pt x="63509" y="24889"/>
                      <a:pt x="43587" y="43524"/>
                    </a:cubicBezTo>
                    <a:cubicBezTo>
                      <a:pt x="24911" y="62158"/>
                      <a:pt x="14950" y="88247"/>
                      <a:pt x="14950" y="115578"/>
                    </a:cubicBezTo>
                    <a:lnTo>
                      <a:pt x="14950" y="306894"/>
                    </a:lnTo>
                    <a:cubicBezTo>
                      <a:pt x="14950" y="334225"/>
                      <a:pt x="24911" y="360313"/>
                      <a:pt x="43587" y="378948"/>
                    </a:cubicBezTo>
                    <a:cubicBezTo>
                      <a:pt x="63509" y="397582"/>
                      <a:pt x="88411" y="408763"/>
                      <a:pt x="115803" y="408763"/>
                    </a:cubicBezTo>
                    <a:lnTo>
                      <a:pt x="2161505" y="408763"/>
                    </a:lnTo>
                    <a:cubicBezTo>
                      <a:pt x="2188897" y="408763"/>
                      <a:pt x="2213799" y="397582"/>
                      <a:pt x="2233721" y="378948"/>
                    </a:cubicBezTo>
                    <a:cubicBezTo>
                      <a:pt x="2253643" y="360313"/>
                      <a:pt x="2262359" y="334225"/>
                      <a:pt x="2262359" y="306894"/>
                    </a:cubicBezTo>
                    <a:lnTo>
                      <a:pt x="2262359" y="115578"/>
                    </a:lnTo>
                    <a:cubicBezTo>
                      <a:pt x="2262359" y="88247"/>
                      <a:pt x="2253643" y="62158"/>
                      <a:pt x="2233721" y="43524"/>
                    </a:cubicBezTo>
                    <a:cubicBezTo>
                      <a:pt x="2213799" y="24889"/>
                      <a:pt x="2188897" y="13708"/>
                      <a:pt x="2161505" y="13708"/>
                    </a:cubicBezTo>
                    <a:close/>
                    <a:moveTo>
                      <a:pt x="115795" y="0"/>
                    </a:moveTo>
                    <a:lnTo>
                      <a:pt x="2161511" y="0"/>
                    </a:lnTo>
                    <a:cubicBezTo>
                      <a:pt x="2192639" y="0"/>
                      <a:pt x="2222523" y="11183"/>
                      <a:pt x="2243689" y="33549"/>
                    </a:cubicBezTo>
                    <a:cubicBezTo>
                      <a:pt x="2266101" y="54673"/>
                      <a:pt x="2277307" y="84495"/>
                      <a:pt x="2277307" y="115559"/>
                    </a:cubicBezTo>
                    <a:lnTo>
                      <a:pt x="2277307" y="306914"/>
                    </a:lnTo>
                    <a:cubicBezTo>
                      <a:pt x="2277307" y="337978"/>
                      <a:pt x="2266101" y="367799"/>
                      <a:pt x="2243689" y="388923"/>
                    </a:cubicBezTo>
                    <a:cubicBezTo>
                      <a:pt x="2222523" y="410047"/>
                      <a:pt x="2192639" y="422472"/>
                      <a:pt x="2161511" y="422472"/>
                    </a:cubicBezTo>
                    <a:lnTo>
                      <a:pt x="115795" y="422472"/>
                    </a:lnTo>
                    <a:cubicBezTo>
                      <a:pt x="84667" y="422472"/>
                      <a:pt x="56029" y="410047"/>
                      <a:pt x="33618" y="388923"/>
                    </a:cubicBezTo>
                    <a:cubicBezTo>
                      <a:pt x="12451" y="367799"/>
                      <a:pt x="0" y="337978"/>
                      <a:pt x="0" y="306914"/>
                    </a:cubicBezTo>
                    <a:lnTo>
                      <a:pt x="0" y="115559"/>
                    </a:lnTo>
                    <a:cubicBezTo>
                      <a:pt x="0" y="84495"/>
                      <a:pt x="12451" y="54673"/>
                      <a:pt x="33618" y="33549"/>
                    </a:cubicBezTo>
                    <a:cubicBezTo>
                      <a:pt x="56029" y="11183"/>
                      <a:pt x="84667" y="0"/>
                      <a:pt x="1157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7" name="Freeform 386">
                <a:extLst>
                  <a:ext uri="{FF2B5EF4-FFF2-40B4-BE49-F238E27FC236}">
                    <a16:creationId xmlns:a16="http://schemas.microsoft.com/office/drawing/2014/main" id="{5BDB036E-7415-0A4D-94B4-8ACC1C63A9A3}"/>
                  </a:ext>
                </a:extLst>
              </p:cNvPr>
              <p:cNvSpPr/>
              <p:nvPr/>
            </p:nvSpPr>
            <p:spPr>
              <a:xfrm>
                <a:off x="16942338" y="7702940"/>
                <a:ext cx="245083" cy="238030"/>
              </a:xfrm>
              <a:custGeom>
                <a:avLst/>
                <a:gdLst>
                  <a:gd name="connsiteX0" fmla="*/ 123140 w 245083"/>
                  <a:gd name="connsiteY0" fmla="*/ 14958 h 238030"/>
                  <a:gd name="connsiteX1" fmla="*/ 103322 w 245083"/>
                  <a:gd name="connsiteY1" fmla="*/ 24869 h 238030"/>
                  <a:gd name="connsiteX2" fmla="*/ 84742 w 245083"/>
                  <a:gd name="connsiteY2" fmla="*/ 53361 h 238030"/>
                  <a:gd name="connsiteX3" fmla="*/ 76070 w 245083"/>
                  <a:gd name="connsiteY3" fmla="*/ 62033 h 238030"/>
                  <a:gd name="connsiteX4" fmla="*/ 64922 w 245083"/>
                  <a:gd name="connsiteY4" fmla="*/ 68227 h 238030"/>
                  <a:gd name="connsiteX5" fmla="*/ 30240 w 245083"/>
                  <a:gd name="connsiteY5" fmla="*/ 78138 h 238030"/>
                  <a:gd name="connsiteX6" fmla="*/ 15376 w 245083"/>
                  <a:gd name="connsiteY6" fmla="*/ 93003 h 238030"/>
                  <a:gd name="connsiteX7" fmla="*/ 19092 w 245083"/>
                  <a:gd name="connsiteY7" fmla="*/ 114063 h 238030"/>
                  <a:gd name="connsiteX8" fmla="*/ 40150 w 245083"/>
                  <a:gd name="connsiteY8" fmla="*/ 140078 h 238030"/>
                  <a:gd name="connsiteX9" fmla="*/ 47582 w 245083"/>
                  <a:gd name="connsiteY9" fmla="*/ 151227 h 238030"/>
                  <a:gd name="connsiteX10" fmla="*/ 48820 w 245083"/>
                  <a:gd name="connsiteY10" fmla="*/ 164854 h 238030"/>
                  <a:gd name="connsiteX11" fmla="*/ 47582 w 245083"/>
                  <a:gd name="connsiteY11" fmla="*/ 199541 h 238030"/>
                  <a:gd name="connsiteX12" fmla="*/ 56252 w 245083"/>
                  <a:gd name="connsiteY12" fmla="*/ 218123 h 238030"/>
                  <a:gd name="connsiteX13" fmla="*/ 77310 w 245083"/>
                  <a:gd name="connsiteY13" fmla="*/ 221839 h 238030"/>
                  <a:gd name="connsiteX14" fmla="*/ 109514 w 245083"/>
                  <a:gd name="connsiteY14" fmla="*/ 209451 h 238030"/>
                  <a:gd name="connsiteX15" fmla="*/ 123140 w 245083"/>
                  <a:gd name="connsiteY15" fmla="*/ 206974 h 238030"/>
                  <a:gd name="connsiteX16" fmla="*/ 135528 w 245083"/>
                  <a:gd name="connsiteY16" fmla="*/ 209451 h 238030"/>
                  <a:gd name="connsiteX17" fmla="*/ 167732 w 245083"/>
                  <a:gd name="connsiteY17" fmla="*/ 221839 h 238030"/>
                  <a:gd name="connsiteX18" fmla="*/ 188790 w 245083"/>
                  <a:gd name="connsiteY18" fmla="*/ 218123 h 238030"/>
                  <a:gd name="connsiteX19" fmla="*/ 197460 w 245083"/>
                  <a:gd name="connsiteY19" fmla="*/ 199541 h 238030"/>
                  <a:gd name="connsiteX20" fmla="*/ 196222 w 245083"/>
                  <a:gd name="connsiteY20" fmla="*/ 164854 h 238030"/>
                  <a:gd name="connsiteX21" fmla="*/ 197460 w 245083"/>
                  <a:gd name="connsiteY21" fmla="*/ 151227 h 238030"/>
                  <a:gd name="connsiteX22" fmla="*/ 204892 w 245083"/>
                  <a:gd name="connsiteY22" fmla="*/ 140078 h 238030"/>
                  <a:gd name="connsiteX23" fmla="*/ 225950 w 245083"/>
                  <a:gd name="connsiteY23" fmla="*/ 114063 h 238030"/>
                  <a:gd name="connsiteX24" fmla="*/ 229666 w 245083"/>
                  <a:gd name="connsiteY24" fmla="*/ 93003 h 238030"/>
                  <a:gd name="connsiteX25" fmla="*/ 214802 w 245083"/>
                  <a:gd name="connsiteY25" fmla="*/ 78138 h 238030"/>
                  <a:gd name="connsiteX26" fmla="*/ 180120 w 245083"/>
                  <a:gd name="connsiteY26" fmla="*/ 68227 h 238030"/>
                  <a:gd name="connsiteX27" fmla="*/ 168972 w 245083"/>
                  <a:gd name="connsiteY27" fmla="*/ 62033 h 238030"/>
                  <a:gd name="connsiteX28" fmla="*/ 160300 w 245083"/>
                  <a:gd name="connsiteY28" fmla="*/ 53361 h 238030"/>
                  <a:gd name="connsiteX29" fmla="*/ 140482 w 245083"/>
                  <a:gd name="connsiteY29" fmla="*/ 24869 h 238030"/>
                  <a:gd name="connsiteX30" fmla="*/ 123140 w 245083"/>
                  <a:gd name="connsiteY30" fmla="*/ 14958 h 238030"/>
                  <a:gd name="connsiteX31" fmla="*/ 123144 w 245083"/>
                  <a:gd name="connsiteY31" fmla="*/ 0 h 238030"/>
                  <a:gd name="connsiteX32" fmla="*/ 152892 w 245083"/>
                  <a:gd name="connsiteY32" fmla="*/ 17357 h 238030"/>
                  <a:gd name="connsiteX33" fmla="*/ 172724 w 245083"/>
                  <a:gd name="connsiteY33" fmla="*/ 44631 h 238030"/>
                  <a:gd name="connsiteX34" fmla="*/ 177682 w 245083"/>
                  <a:gd name="connsiteY34" fmla="*/ 50830 h 238030"/>
                  <a:gd name="connsiteX35" fmla="*/ 185118 w 245083"/>
                  <a:gd name="connsiteY35" fmla="*/ 54549 h 238030"/>
                  <a:gd name="connsiteX36" fmla="*/ 218586 w 245083"/>
                  <a:gd name="connsiteY36" fmla="*/ 64467 h 238030"/>
                  <a:gd name="connsiteX37" fmla="*/ 243374 w 245083"/>
                  <a:gd name="connsiteY37" fmla="*/ 88022 h 238030"/>
                  <a:gd name="connsiteX38" fmla="*/ 237178 w 245083"/>
                  <a:gd name="connsiteY38" fmla="*/ 122734 h 238030"/>
                  <a:gd name="connsiteX39" fmla="*/ 216106 w 245083"/>
                  <a:gd name="connsiteY39" fmla="*/ 148769 h 238030"/>
                  <a:gd name="connsiteX40" fmla="*/ 212388 w 245083"/>
                  <a:gd name="connsiteY40" fmla="*/ 154968 h 238030"/>
                  <a:gd name="connsiteX41" fmla="*/ 211148 w 245083"/>
                  <a:gd name="connsiteY41" fmla="*/ 163646 h 238030"/>
                  <a:gd name="connsiteX42" fmla="*/ 212388 w 245083"/>
                  <a:gd name="connsiteY42" fmla="*/ 198359 h 238030"/>
                  <a:gd name="connsiteX43" fmla="*/ 197514 w 245083"/>
                  <a:gd name="connsiteY43" fmla="*/ 230592 h 238030"/>
                  <a:gd name="connsiteX44" fmla="*/ 175202 w 245083"/>
                  <a:gd name="connsiteY44" fmla="*/ 238030 h 238030"/>
                  <a:gd name="connsiteX45" fmla="*/ 161568 w 245083"/>
                  <a:gd name="connsiteY45" fmla="*/ 234311 h 238030"/>
                  <a:gd name="connsiteX46" fmla="*/ 130580 w 245083"/>
                  <a:gd name="connsiteY46" fmla="*/ 223153 h 238030"/>
                  <a:gd name="connsiteX47" fmla="*/ 114466 w 245083"/>
                  <a:gd name="connsiteY47" fmla="*/ 223153 h 238030"/>
                  <a:gd name="connsiteX48" fmla="*/ 82240 w 245083"/>
                  <a:gd name="connsiteY48" fmla="*/ 234311 h 238030"/>
                  <a:gd name="connsiteX49" fmla="*/ 47534 w 245083"/>
                  <a:gd name="connsiteY49" fmla="*/ 230592 h 238030"/>
                  <a:gd name="connsiteX50" fmla="*/ 32660 w 245083"/>
                  <a:gd name="connsiteY50" fmla="*/ 198359 h 238030"/>
                  <a:gd name="connsiteX51" fmla="*/ 33900 w 245083"/>
                  <a:gd name="connsiteY51" fmla="*/ 163646 h 238030"/>
                  <a:gd name="connsiteX52" fmla="*/ 32660 w 245083"/>
                  <a:gd name="connsiteY52" fmla="*/ 154968 h 238030"/>
                  <a:gd name="connsiteX53" fmla="*/ 30182 w 245083"/>
                  <a:gd name="connsiteY53" fmla="*/ 148769 h 238030"/>
                  <a:gd name="connsiteX54" fmla="*/ 9110 w 245083"/>
                  <a:gd name="connsiteY54" fmla="*/ 122734 h 238030"/>
                  <a:gd name="connsiteX55" fmla="*/ 1672 w 245083"/>
                  <a:gd name="connsiteY55" fmla="*/ 89261 h 238030"/>
                  <a:gd name="connsiteX56" fmla="*/ 26462 w 245083"/>
                  <a:gd name="connsiteY56" fmla="*/ 64467 h 238030"/>
                  <a:gd name="connsiteX57" fmla="*/ 61168 w 245083"/>
                  <a:gd name="connsiteY57" fmla="*/ 54549 h 238030"/>
                  <a:gd name="connsiteX58" fmla="*/ 67366 w 245083"/>
                  <a:gd name="connsiteY58" fmla="*/ 50830 h 238030"/>
                  <a:gd name="connsiteX59" fmla="*/ 72324 w 245083"/>
                  <a:gd name="connsiteY59" fmla="*/ 44631 h 238030"/>
                  <a:gd name="connsiteX60" fmla="*/ 92156 w 245083"/>
                  <a:gd name="connsiteY60" fmla="*/ 17357 h 238030"/>
                  <a:gd name="connsiteX61" fmla="*/ 123144 w 245083"/>
                  <a:gd name="connsiteY61" fmla="*/ 0 h 238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45083" h="238030">
                    <a:moveTo>
                      <a:pt x="123140" y="14958"/>
                    </a:moveTo>
                    <a:cubicBezTo>
                      <a:pt x="115708" y="14958"/>
                      <a:pt x="108276" y="18675"/>
                      <a:pt x="103322" y="24869"/>
                    </a:cubicBezTo>
                    <a:lnTo>
                      <a:pt x="84742" y="53361"/>
                    </a:lnTo>
                    <a:cubicBezTo>
                      <a:pt x="82264" y="57078"/>
                      <a:pt x="79786" y="60794"/>
                      <a:pt x="76070" y="62033"/>
                    </a:cubicBezTo>
                    <a:cubicBezTo>
                      <a:pt x="72354" y="65749"/>
                      <a:pt x="68638" y="66988"/>
                      <a:pt x="64922" y="68227"/>
                    </a:cubicBezTo>
                    <a:lnTo>
                      <a:pt x="30240" y="78138"/>
                    </a:lnTo>
                    <a:cubicBezTo>
                      <a:pt x="22808" y="80615"/>
                      <a:pt x="17854" y="85570"/>
                      <a:pt x="15376" y="93003"/>
                    </a:cubicBezTo>
                    <a:cubicBezTo>
                      <a:pt x="12898" y="100436"/>
                      <a:pt x="14138" y="107869"/>
                      <a:pt x="19092" y="114063"/>
                    </a:cubicBezTo>
                    <a:lnTo>
                      <a:pt x="40150" y="140078"/>
                    </a:lnTo>
                    <a:cubicBezTo>
                      <a:pt x="43866" y="143794"/>
                      <a:pt x="45104" y="147511"/>
                      <a:pt x="47582" y="151227"/>
                    </a:cubicBezTo>
                    <a:cubicBezTo>
                      <a:pt x="48820" y="154944"/>
                      <a:pt x="48820" y="159899"/>
                      <a:pt x="48820" y="164854"/>
                    </a:cubicBezTo>
                    <a:lnTo>
                      <a:pt x="47582" y="199541"/>
                    </a:lnTo>
                    <a:cubicBezTo>
                      <a:pt x="47582" y="206974"/>
                      <a:pt x="50058" y="214407"/>
                      <a:pt x="56252" y="218123"/>
                    </a:cubicBezTo>
                    <a:cubicBezTo>
                      <a:pt x="62446" y="223078"/>
                      <a:pt x="71116" y="224317"/>
                      <a:pt x="77310" y="221839"/>
                    </a:cubicBezTo>
                    <a:lnTo>
                      <a:pt x="109514" y="209451"/>
                    </a:lnTo>
                    <a:cubicBezTo>
                      <a:pt x="113230" y="206974"/>
                      <a:pt x="118186" y="206974"/>
                      <a:pt x="123140" y="206974"/>
                    </a:cubicBezTo>
                    <a:cubicBezTo>
                      <a:pt x="126856" y="206974"/>
                      <a:pt x="131812" y="206974"/>
                      <a:pt x="135528" y="209451"/>
                    </a:cubicBezTo>
                    <a:lnTo>
                      <a:pt x="167732" y="221839"/>
                    </a:lnTo>
                    <a:cubicBezTo>
                      <a:pt x="173926" y="224317"/>
                      <a:pt x="182596" y="223078"/>
                      <a:pt x="188790" y="218123"/>
                    </a:cubicBezTo>
                    <a:cubicBezTo>
                      <a:pt x="194984" y="214407"/>
                      <a:pt x="198700" y="206974"/>
                      <a:pt x="197460" y="199541"/>
                    </a:cubicBezTo>
                    <a:lnTo>
                      <a:pt x="196222" y="164854"/>
                    </a:lnTo>
                    <a:cubicBezTo>
                      <a:pt x="196222" y="159899"/>
                      <a:pt x="197460" y="154944"/>
                      <a:pt x="197460" y="151227"/>
                    </a:cubicBezTo>
                    <a:cubicBezTo>
                      <a:pt x="199938" y="147511"/>
                      <a:pt x="201176" y="143794"/>
                      <a:pt x="204892" y="140078"/>
                    </a:cubicBezTo>
                    <a:lnTo>
                      <a:pt x="225950" y="114063"/>
                    </a:lnTo>
                    <a:cubicBezTo>
                      <a:pt x="230906" y="107869"/>
                      <a:pt x="232144" y="100436"/>
                      <a:pt x="229666" y="93003"/>
                    </a:cubicBezTo>
                    <a:cubicBezTo>
                      <a:pt x="227188" y="85570"/>
                      <a:pt x="222234" y="80615"/>
                      <a:pt x="214802" y="78138"/>
                    </a:cubicBezTo>
                    <a:lnTo>
                      <a:pt x="180120" y="68227"/>
                    </a:lnTo>
                    <a:cubicBezTo>
                      <a:pt x="176404" y="66988"/>
                      <a:pt x="172688" y="65749"/>
                      <a:pt x="168972" y="62033"/>
                    </a:cubicBezTo>
                    <a:cubicBezTo>
                      <a:pt x="166494" y="60794"/>
                      <a:pt x="162778" y="57078"/>
                      <a:pt x="160300" y="53361"/>
                    </a:cubicBezTo>
                    <a:lnTo>
                      <a:pt x="140482" y="24869"/>
                    </a:lnTo>
                    <a:cubicBezTo>
                      <a:pt x="136766" y="18675"/>
                      <a:pt x="130572" y="14958"/>
                      <a:pt x="123140" y="14958"/>
                    </a:cubicBezTo>
                    <a:close/>
                    <a:moveTo>
                      <a:pt x="123144" y="0"/>
                    </a:moveTo>
                    <a:cubicBezTo>
                      <a:pt x="135538" y="0"/>
                      <a:pt x="146694" y="6199"/>
                      <a:pt x="152892" y="17357"/>
                    </a:cubicBezTo>
                    <a:lnTo>
                      <a:pt x="172724" y="44631"/>
                    </a:lnTo>
                    <a:cubicBezTo>
                      <a:pt x="173962" y="47110"/>
                      <a:pt x="175202" y="49590"/>
                      <a:pt x="177682" y="50830"/>
                    </a:cubicBezTo>
                    <a:cubicBezTo>
                      <a:pt x="180160" y="53309"/>
                      <a:pt x="181400" y="54549"/>
                      <a:pt x="185118" y="54549"/>
                    </a:cubicBezTo>
                    <a:lnTo>
                      <a:pt x="218586" y="64467"/>
                    </a:lnTo>
                    <a:cubicBezTo>
                      <a:pt x="230980" y="68186"/>
                      <a:pt x="239656" y="76864"/>
                      <a:pt x="243374" y="88022"/>
                    </a:cubicBezTo>
                    <a:cubicBezTo>
                      <a:pt x="247094" y="100419"/>
                      <a:pt x="244614" y="112817"/>
                      <a:pt x="237178" y="122734"/>
                    </a:cubicBezTo>
                    <a:lnTo>
                      <a:pt x="216106" y="148769"/>
                    </a:lnTo>
                    <a:cubicBezTo>
                      <a:pt x="213626" y="151248"/>
                      <a:pt x="213626" y="153728"/>
                      <a:pt x="212388" y="154968"/>
                    </a:cubicBezTo>
                    <a:cubicBezTo>
                      <a:pt x="211148" y="158687"/>
                      <a:pt x="211148" y="161166"/>
                      <a:pt x="211148" y="163646"/>
                    </a:cubicBezTo>
                    <a:lnTo>
                      <a:pt x="212388" y="198359"/>
                    </a:lnTo>
                    <a:cubicBezTo>
                      <a:pt x="213626" y="210756"/>
                      <a:pt x="207430" y="223153"/>
                      <a:pt x="197514" y="230592"/>
                    </a:cubicBezTo>
                    <a:cubicBezTo>
                      <a:pt x="191316" y="235551"/>
                      <a:pt x="183878" y="238030"/>
                      <a:pt x="175202" y="238030"/>
                    </a:cubicBezTo>
                    <a:cubicBezTo>
                      <a:pt x="171484" y="238030"/>
                      <a:pt x="166526" y="236791"/>
                      <a:pt x="161568" y="234311"/>
                    </a:cubicBezTo>
                    <a:lnTo>
                      <a:pt x="130580" y="223153"/>
                    </a:lnTo>
                    <a:cubicBezTo>
                      <a:pt x="125622" y="220674"/>
                      <a:pt x="119426" y="220674"/>
                      <a:pt x="114466" y="223153"/>
                    </a:cubicBezTo>
                    <a:lnTo>
                      <a:pt x="82240" y="234311"/>
                    </a:lnTo>
                    <a:cubicBezTo>
                      <a:pt x="71084" y="239270"/>
                      <a:pt x="58690" y="238030"/>
                      <a:pt x="47534" y="230592"/>
                    </a:cubicBezTo>
                    <a:cubicBezTo>
                      <a:pt x="37618" y="223153"/>
                      <a:pt x="31420" y="210756"/>
                      <a:pt x="32660" y="198359"/>
                    </a:cubicBezTo>
                    <a:lnTo>
                      <a:pt x="33900" y="163646"/>
                    </a:lnTo>
                    <a:cubicBezTo>
                      <a:pt x="33900" y="161166"/>
                      <a:pt x="33900" y="158687"/>
                      <a:pt x="32660" y="154968"/>
                    </a:cubicBezTo>
                    <a:cubicBezTo>
                      <a:pt x="32660" y="153728"/>
                      <a:pt x="31420" y="151248"/>
                      <a:pt x="30182" y="148769"/>
                    </a:cubicBezTo>
                    <a:lnTo>
                      <a:pt x="9110" y="122734"/>
                    </a:lnTo>
                    <a:cubicBezTo>
                      <a:pt x="434" y="112817"/>
                      <a:pt x="-2046" y="100419"/>
                      <a:pt x="1672" y="89261"/>
                    </a:cubicBezTo>
                    <a:cubicBezTo>
                      <a:pt x="5390" y="76864"/>
                      <a:pt x="14068" y="68186"/>
                      <a:pt x="26462" y="64467"/>
                    </a:cubicBezTo>
                    <a:lnTo>
                      <a:pt x="61168" y="54549"/>
                    </a:lnTo>
                    <a:cubicBezTo>
                      <a:pt x="62408" y="54549"/>
                      <a:pt x="64886" y="53309"/>
                      <a:pt x="67366" y="50830"/>
                    </a:cubicBezTo>
                    <a:cubicBezTo>
                      <a:pt x="69846" y="49590"/>
                      <a:pt x="71084" y="47110"/>
                      <a:pt x="72324" y="44631"/>
                    </a:cubicBezTo>
                    <a:lnTo>
                      <a:pt x="92156" y="17357"/>
                    </a:lnTo>
                    <a:cubicBezTo>
                      <a:pt x="98354" y="6199"/>
                      <a:pt x="109510" y="0"/>
                      <a:pt x="1231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8" name="Freeform 387">
                <a:extLst>
                  <a:ext uri="{FF2B5EF4-FFF2-40B4-BE49-F238E27FC236}">
                    <a16:creationId xmlns:a16="http://schemas.microsoft.com/office/drawing/2014/main" id="{F1074F7E-79CF-2248-85C0-EF6BD72411CD}"/>
                  </a:ext>
                </a:extLst>
              </p:cNvPr>
              <p:cNvSpPr/>
              <p:nvPr/>
            </p:nvSpPr>
            <p:spPr>
              <a:xfrm>
                <a:off x="17347184" y="7702940"/>
                <a:ext cx="245119" cy="238030"/>
              </a:xfrm>
              <a:custGeom>
                <a:avLst/>
                <a:gdLst>
                  <a:gd name="connsiteX0" fmla="*/ 121938 w 245119"/>
                  <a:gd name="connsiteY0" fmla="*/ 14958 h 238030"/>
                  <a:gd name="connsiteX1" fmla="*/ 104596 w 245119"/>
                  <a:gd name="connsiteY1" fmla="*/ 24869 h 238030"/>
                  <a:gd name="connsiteX2" fmla="*/ 84778 w 245119"/>
                  <a:gd name="connsiteY2" fmla="*/ 53361 h 238030"/>
                  <a:gd name="connsiteX3" fmla="*/ 76106 w 245119"/>
                  <a:gd name="connsiteY3" fmla="*/ 62033 h 238030"/>
                  <a:gd name="connsiteX4" fmla="*/ 63720 w 245119"/>
                  <a:gd name="connsiteY4" fmla="*/ 68227 h 238030"/>
                  <a:gd name="connsiteX5" fmla="*/ 31514 w 245119"/>
                  <a:gd name="connsiteY5" fmla="*/ 78138 h 238030"/>
                  <a:gd name="connsiteX6" fmla="*/ 15412 w 245119"/>
                  <a:gd name="connsiteY6" fmla="*/ 93003 h 238030"/>
                  <a:gd name="connsiteX7" fmla="*/ 19128 w 245119"/>
                  <a:gd name="connsiteY7" fmla="*/ 114063 h 238030"/>
                  <a:gd name="connsiteX8" fmla="*/ 40186 w 245119"/>
                  <a:gd name="connsiteY8" fmla="*/ 140078 h 238030"/>
                  <a:gd name="connsiteX9" fmla="*/ 46378 w 245119"/>
                  <a:gd name="connsiteY9" fmla="*/ 151227 h 238030"/>
                  <a:gd name="connsiteX10" fmla="*/ 48856 w 245119"/>
                  <a:gd name="connsiteY10" fmla="*/ 164854 h 238030"/>
                  <a:gd name="connsiteX11" fmla="*/ 47618 w 245119"/>
                  <a:gd name="connsiteY11" fmla="*/ 199541 h 238030"/>
                  <a:gd name="connsiteX12" fmla="*/ 56288 w 245119"/>
                  <a:gd name="connsiteY12" fmla="*/ 218123 h 238030"/>
                  <a:gd name="connsiteX13" fmla="*/ 77346 w 245119"/>
                  <a:gd name="connsiteY13" fmla="*/ 221839 h 238030"/>
                  <a:gd name="connsiteX14" fmla="*/ 108312 w 245119"/>
                  <a:gd name="connsiteY14" fmla="*/ 209451 h 238030"/>
                  <a:gd name="connsiteX15" fmla="*/ 135564 w 245119"/>
                  <a:gd name="connsiteY15" fmla="*/ 209451 h 238030"/>
                  <a:gd name="connsiteX16" fmla="*/ 167768 w 245119"/>
                  <a:gd name="connsiteY16" fmla="*/ 221839 h 238030"/>
                  <a:gd name="connsiteX17" fmla="*/ 188826 w 245119"/>
                  <a:gd name="connsiteY17" fmla="*/ 218123 h 238030"/>
                  <a:gd name="connsiteX18" fmla="*/ 198736 w 245119"/>
                  <a:gd name="connsiteY18" fmla="*/ 199541 h 238030"/>
                  <a:gd name="connsiteX19" fmla="*/ 197496 w 245119"/>
                  <a:gd name="connsiteY19" fmla="*/ 164854 h 238030"/>
                  <a:gd name="connsiteX20" fmla="*/ 198736 w 245119"/>
                  <a:gd name="connsiteY20" fmla="*/ 151227 h 238030"/>
                  <a:gd name="connsiteX21" fmla="*/ 204928 w 245119"/>
                  <a:gd name="connsiteY21" fmla="*/ 140078 h 238030"/>
                  <a:gd name="connsiteX22" fmla="*/ 225986 w 245119"/>
                  <a:gd name="connsiteY22" fmla="*/ 114063 h 238030"/>
                  <a:gd name="connsiteX23" fmla="*/ 229702 w 245119"/>
                  <a:gd name="connsiteY23" fmla="*/ 93003 h 238030"/>
                  <a:gd name="connsiteX24" fmla="*/ 214838 w 245119"/>
                  <a:gd name="connsiteY24" fmla="*/ 78138 h 238030"/>
                  <a:gd name="connsiteX25" fmla="*/ 181394 w 245119"/>
                  <a:gd name="connsiteY25" fmla="*/ 68227 h 238030"/>
                  <a:gd name="connsiteX26" fmla="*/ 169008 w 245119"/>
                  <a:gd name="connsiteY26" fmla="*/ 62033 h 238030"/>
                  <a:gd name="connsiteX27" fmla="*/ 160336 w 245119"/>
                  <a:gd name="connsiteY27" fmla="*/ 53361 h 238030"/>
                  <a:gd name="connsiteX28" fmla="*/ 141756 w 245119"/>
                  <a:gd name="connsiteY28" fmla="*/ 24869 h 238030"/>
                  <a:gd name="connsiteX29" fmla="*/ 121938 w 245119"/>
                  <a:gd name="connsiteY29" fmla="*/ 14958 h 238030"/>
                  <a:gd name="connsiteX30" fmla="*/ 121940 w 245119"/>
                  <a:gd name="connsiteY30" fmla="*/ 0 h 238030"/>
                  <a:gd name="connsiteX31" fmla="*/ 152928 w 245119"/>
                  <a:gd name="connsiteY31" fmla="*/ 17357 h 238030"/>
                  <a:gd name="connsiteX32" fmla="*/ 172760 w 245119"/>
                  <a:gd name="connsiteY32" fmla="*/ 44631 h 238030"/>
                  <a:gd name="connsiteX33" fmla="*/ 177718 w 245119"/>
                  <a:gd name="connsiteY33" fmla="*/ 50830 h 238030"/>
                  <a:gd name="connsiteX34" fmla="*/ 185154 w 245119"/>
                  <a:gd name="connsiteY34" fmla="*/ 54549 h 238030"/>
                  <a:gd name="connsiteX35" fmla="*/ 218620 w 245119"/>
                  <a:gd name="connsiteY35" fmla="*/ 64467 h 238030"/>
                  <a:gd name="connsiteX36" fmla="*/ 243412 w 245119"/>
                  <a:gd name="connsiteY36" fmla="*/ 89261 h 238030"/>
                  <a:gd name="connsiteX37" fmla="*/ 237214 w 245119"/>
                  <a:gd name="connsiteY37" fmla="*/ 122734 h 238030"/>
                  <a:gd name="connsiteX38" fmla="*/ 216142 w 245119"/>
                  <a:gd name="connsiteY38" fmla="*/ 148769 h 238030"/>
                  <a:gd name="connsiteX39" fmla="*/ 212424 w 245119"/>
                  <a:gd name="connsiteY39" fmla="*/ 154968 h 238030"/>
                  <a:gd name="connsiteX40" fmla="*/ 211184 w 245119"/>
                  <a:gd name="connsiteY40" fmla="*/ 163646 h 238030"/>
                  <a:gd name="connsiteX41" fmla="*/ 212424 w 245119"/>
                  <a:gd name="connsiteY41" fmla="*/ 198359 h 238030"/>
                  <a:gd name="connsiteX42" fmla="*/ 197550 w 245119"/>
                  <a:gd name="connsiteY42" fmla="*/ 230592 h 238030"/>
                  <a:gd name="connsiteX43" fmla="*/ 161604 w 245119"/>
                  <a:gd name="connsiteY43" fmla="*/ 234311 h 238030"/>
                  <a:gd name="connsiteX44" fmla="*/ 130616 w 245119"/>
                  <a:gd name="connsiteY44" fmla="*/ 223153 h 238030"/>
                  <a:gd name="connsiteX45" fmla="*/ 114504 w 245119"/>
                  <a:gd name="connsiteY45" fmla="*/ 223153 h 238030"/>
                  <a:gd name="connsiteX46" fmla="*/ 83516 w 245119"/>
                  <a:gd name="connsiteY46" fmla="*/ 234311 h 238030"/>
                  <a:gd name="connsiteX47" fmla="*/ 69880 w 245119"/>
                  <a:gd name="connsiteY47" fmla="*/ 238030 h 238030"/>
                  <a:gd name="connsiteX48" fmla="*/ 48810 w 245119"/>
                  <a:gd name="connsiteY48" fmla="*/ 230592 h 238030"/>
                  <a:gd name="connsiteX49" fmla="*/ 32696 w 245119"/>
                  <a:gd name="connsiteY49" fmla="*/ 198359 h 238030"/>
                  <a:gd name="connsiteX50" fmla="*/ 35176 w 245119"/>
                  <a:gd name="connsiteY50" fmla="*/ 163646 h 238030"/>
                  <a:gd name="connsiteX51" fmla="*/ 32696 w 245119"/>
                  <a:gd name="connsiteY51" fmla="*/ 154968 h 238030"/>
                  <a:gd name="connsiteX52" fmla="*/ 28978 w 245119"/>
                  <a:gd name="connsiteY52" fmla="*/ 148769 h 238030"/>
                  <a:gd name="connsiteX53" fmla="*/ 7906 w 245119"/>
                  <a:gd name="connsiteY53" fmla="*/ 122734 h 238030"/>
                  <a:gd name="connsiteX54" fmla="*/ 1708 w 245119"/>
                  <a:gd name="connsiteY54" fmla="*/ 89261 h 238030"/>
                  <a:gd name="connsiteX55" fmla="*/ 26498 w 245119"/>
                  <a:gd name="connsiteY55" fmla="*/ 64467 h 238030"/>
                  <a:gd name="connsiteX56" fmla="*/ 59964 w 245119"/>
                  <a:gd name="connsiteY56" fmla="*/ 54549 h 238030"/>
                  <a:gd name="connsiteX57" fmla="*/ 67402 w 245119"/>
                  <a:gd name="connsiteY57" fmla="*/ 50830 h 238030"/>
                  <a:gd name="connsiteX58" fmla="*/ 73600 w 245119"/>
                  <a:gd name="connsiteY58" fmla="*/ 45871 h 238030"/>
                  <a:gd name="connsiteX59" fmla="*/ 92192 w 245119"/>
                  <a:gd name="connsiteY59" fmla="*/ 17357 h 238030"/>
                  <a:gd name="connsiteX60" fmla="*/ 121940 w 245119"/>
                  <a:gd name="connsiteY60" fmla="*/ 0 h 238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</a:cxnLst>
                <a:rect l="l" t="t" r="r" b="b"/>
                <a:pathLst>
                  <a:path w="245119" h="238030">
                    <a:moveTo>
                      <a:pt x="121938" y="14958"/>
                    </a:moveTo>
                    <a:cubicBezTo>
                      <a:pt x="114506" y="14958"/>
                      <a:pt x="108312" y="18675"/>
                      <a:pt x="104596" y="24869"/>
                    </a:cubicBezTo>
                    <a:lnTo>
                      <a:pt x="84778" y="53361"/>
                    </a:lnTo>
                    <a:cubicBezTo>
                      <a:pt x="82300" y="57078"/>
                      <a:pt x="79822" y="60794"/>
                      <a:pt x="76106" y="62033"/>
                    </a:cubicBezTo>
                    <a:cubicBezTo>
                      <a:pt x="72390" y="65749"/>
                      <a:pt x="68674" y="66988"/>
                      <a:pt x="63720" y="68227"/>
                    </a:cubicBezTo>
                    <a:lnTo>
                      <a:pt x="31514" y="78138"/>
                    </a:lnTo>
                    <a:cubicBezTo>
                      <a:pt x="22844" y="80615"/>
                      <a:pt x="17890" y="85570"/>
                      <a:pt x="15412" y="93003"/>
                    </a:cubicBezTo>
                    <a:cubicBezTo>
                      <a:pt x="12934" y="100436"/>
                      <a:pt x="15412" y="107869"/>
                      <a:pt x="19128" y="114063"/>
                    </a:cubicBezTo>
                    <a:lnTo>
                      <a:pt x="40186" y="140078"/>
                    </a:lnTo>
                    <a:cubicBezTo>
                      <a:pt x="43902" y="143794"/>
                      <a:pt x="45140" y="147511"/>
                      <a:pt x="46378" y="151227"/>
                    </a:cubicBezTo>
                    <a:cubicBezTo>
                      <a:pt x="48856" y="154944"/>
                      <a:pt x="48856" y="159899"/>
                      <a:pt x="48856" y="164854"/>
                    </a:cubicBezTo>
                    <a:lnTo>
                      <a:pt x="47618" y="199541"/>
                    </a:lnTo>
                    <a:cubicBezTo>
                      <a:pt x="46378" y="206974"/>
                      <a:pt x="50094" y="214407"/>
                      <a:pt x="56288" y="218123"/>
                    </a:cubicBezTo>
                    <a:cubicBezTo>
                      <a:pt x="62482" y="223078"/>
                      <a:pt x="69914" y="224317"/>
                      <a:pt x="77346" y="221839"/>
                    </a:cubicBezTo>
                    <a:lnTo>
                      <a:pt x="108312" y="209451"/>
                    </a:lnTo>
                    <a:cubicBezTo>
                      <a:pt x="118222" y="205735"/>
                      <a:pt x="128132" y="205735"/>
                      <a:pt x="135564" y="209451"/>
                    </a:cubicBezTo>
                    <a:lnTo>
                      <a:pt x="167768" y="221839"/>
                    </a:lnTo>
                    <a:cubicBezTo>
                      <a:pt x="175200" y="224317"/>
                      <a:pt x="182632" y="223078"/>
                      <a:pt x="188826" y="218123"/>
                    </a:cubicBezTo>
                    <a:cubicBezTo>
                      <a:pt x="195020" y="214407"/>
                      <a:pt x="198736" y="206974"/>
                      <a:pt x="198736" y="199541"/>
                    </a:cubicBezTo>
                    <a:lnTo>
                      <a:pt x="197496" y="164854"/>
                    </a:lnTo>
                    <a:cubicBezTo>
                      <a:pt x="196258" y="159899"/>
                      <a:pt x="197496" y="154944"/>
                      <a:pt x="198736" y="151227"/>
                    </a:cubicBezTo>
                    <a:cubicBezTo>
                      <a:pt x="199974" y="147511"/>
                      <a:pt x="202452" y="143794"/>
                      <a:pt x="204928" y="140078"/>
                    </a:cubicBezTo>
                    <a:lnTo>
                      <a:pt x="225986" y="114063"/>
                    </a:lnTo>
                    <a:cubicBezTo>
                      <a:pt x="230940" y="107869"/>
                      <a:pt x="232180" y="100436"/>
                      <a:pt x="229702" y="93003"/>
                    </a:cubicBezTo>
                    <a:cubicBezTo>
                      <a:pt x="227224" y="85570"/>
                      <a:pt x="222270" y="80615"/>
                      <a:pt x="214838" y="78138"/>
                    </a:cubicBezTo>
                    <a:lnTo>
                      <a:pt x="181394" y="68227"/>
                    </a:lnTo>
                    <a:cubicBezTo>
                      <a:pt x="176440" y="66988"/>
                      <a:pt x="172724" y="65749"/>
                      <a:pt x="169008" y="62033"/>
                    </a:cubicBezTo>
                    <a:cubicBezTo>
                      <a:pt x="165292" y="60794"/>
                      <a:pt x="162814" y="57078"/>
                      <a:pt x="160336" y="53361"/>
                    </a:cubicBezTo>
                    <a:lnTo>
                      <a:pt x="141756" y="24869"/>
                    </a:lnTo>
                    <a:cubicBezTo>
                      <a:pt x="136802" y="18675"/>
                      <a:pt x="130608" y="14958"/>
                      <a:pt x="121938" y="14958"/>
                    </a:cubicBezTo>
                    <a:close/>
                    <a:moveTo>
                      <a:pt x="121940" y="0"/>
                    </a:moveTo>
                    <a:cubicBezTo>
                      <a:pt x="134336" y="0"/>
                      <a:pt x="146730" y="6199"/>
                      <a:pt x="152928" y="17357"/>
                    </a:cubicBezTo>
                    <a:lnTo>
                      <a:pt x="172760" y="44631"/>
                    </a:lnTo>
                    <a:cubicBezTo>
                      <a:pt x="174000" y="47110"/>
                      <a:pt x="175238" y="49590"/>
                      <a:pt x="177718" y="50830"/>
                    </a:cubicBezTo>
                    <a:cubicBezTo>
                      <a:pt x="180196" y="53309"/>
                      <a:pt x="182676" y="54549"/>
                      <a:pt x="185154" y="54549"/>
                    </a:cubicBezTo>
                    <a:lnTo>
                      <a:pt x="218620" y="64467"/>
                    </a:lnTo>
                    <a:cubicBezTo>
                      <a:pt x="231016" y="68186"/>
                      <a:pt x="239692" y="76864"/>
                      <a:pt x="243412" y="89261"/>
                    </a:cubicBezTo>
                    <a:cubicBezTo>
                      <a:pt x="247130" y="100419"/>
                      <a:pt x="244650" y="112817"/>
                      <a:pt x="237214" y="122734"/>
                    </a:cubicBezTo>
                    <a:lnTo>
                      <a:pt x="216142" y="148769"/>
                    </a:lnTo>
                    <a:cubicBezTo>
                      <a:pt x="213664" y="151248"/>
                      <a:pt x="212424" y="153728"/>
                      <a:pt x="212424" y="154968"/>
                    </a:cubicBezTo>
                    <a:cubicBezTo>
                      <a:pt x="211184" y="158687"/>
                      <a:pt x="211184" y="161166"/>
                      <a:pt x="211184" y="163646"/>
                    </a:cubicBezTo>
                    <a:lnTo>
                      <a:pt x="212424" y="198359"/>
                    </a:lnTo>
                    <a:cubicBezTo>
                      <a:pt x="212424" y="210756"/>
                      <a:pt x="207466" y="223153"/>
                      <a:pt x="197550" y="230592"/>
                    </a:cubicBezTo>
                    <a:cubicBezTo>
                      <a:pt x="186394" y="238030"/>
                      <a:pt x="174000" y="239270"/>
                      <a:pt x="161604" y="234311"/>
                    </a:cubicBezTo>
                    <a:lnTo>
                      <a:pt x="130616" y="223153"/>
                    </a:lnTo>
                    <a:cubicBezTo>
                      <a:pt x="125658" y="220674"/>
                      <a:pt x="119460" y="220674"/>
                      <a:pt x="114504" y="223153"/>
                    </a:cubicBezTo>
                    <a:lnTo>
                      <a:pt x="83516" y="234311"/>
                    </a:lnTo>
                    <a:cubicBezTo>
                      <a:pt x="78558" y="236791"/>
                      <a:pt x="73600" y="238030"/>
                      <a:pt x="69880" y="238030"/>
                    </a:cubicBezTo>
                    <a:cubicBezTo>
                      <a:pt x="62444" y="238030"/>
                      <a:pt x="55008" y="235551"/>
                      <a:pt x="48810" y="230592"/>
                    </a:cubicBezTo>
                    <a:cubicBezTo>
                      <a:pt x="37654" y="223153"/>
                      <a:pt x="32696" y="210756"/>
                      <a:pt x="32696" y="198359"/>
                    </a:cubicBezTo>
                    <a:lnTo>
                      <a:pt x="35176" y="163646"/>
                    </a:lnTo>
                    <a:cubicBezTo>
                      <a:pt x="35176" y="161166"/>
                      <a:pt x="33936" y="158687"/>
                      <a:pt x="32696" y="154968"/>
                    </a:cubicBezTo>
                    <a:cubicBezTo>
                      <a:pt x="32696" y="153728"/>
                      <a:pt x="31456" y="151248"/>
                      <a:pt x="28978" y="148769"/>
                    </a:cubicBezTo>
                    <a:lnTo>
                      <a:pt x="7906" y="122734"/>
                    </a:lnTo>
                    <a:cubicBezTo>
                      <a:pt x="468" y="112817"/>
                      <a:pt x="-2010" y="100419"/>
                      <a:pt x="1708" y="89261"/>
                    </a:cubicBezTo>
                    <a:cubicBezTo>
                      <a:pt x="5428" y="76864"/>
                      <a:pt x="15344" y="68186"/>
                      <a:pt x="26498" y="64467"/>
                    </a:cubicBezTo>
                    <a:lnTo>
                      <a:pt x="59964" y="54549"/>
                    </a:lnTo>
                    <a:cubicBezTo>
                      <a:pt x="62444" y="54549"/>
                      <a:pt x="66162" y="53309"/>
                      <a:pt x="67402" y="50830"/>
                    </a:cubicBezTo>
                    <a:cubicBezTo>
                      <a:pt x="69880" y="49590"/>
                      <a:pt x="71120" y="47110"/>
                      <a:pt x="73600" y="45871"/>
                    </a:cubicBezTo>
                    <a:lnTo>
                      <a:pt x="92192" y="17357"/>
                    </a:lnTo>
                    <a:cubicBezTo>
                      <a:pt x="98390" y="6199"/>
                      <a:pt x="110784" y="0"/>
                      <a:pt x="12194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89" name="Freeform 388">
                <a:extLst>
                  <a:ext uri="{FF2B5EF4-FFF2-40B4-BE49-F238E27FC236}">
                    <a16:creationId xmlns:a16="http://schemas.microsoft.com/office/drawing/2014/main" id="{076E1A6B-5B34-3142-8617-EBDF428B7A93}"/>
                  </a:ext>
                </a:extLst>
              </p:cNvPr>
              <p:cNvSpPr/>
              <p:nvPr/>
            </p:nvSpPr>
            <p:spPr>
              <a:xfrm>
                <a:off x="17752102" y="7702940"/>
                <a:ext cx="245084" cy="238030"/>
              </a:xfrm>
              <a:custGeom>
                <a:avLst/>
                <a:gdLst>
                  <a:gd name="connsiteX0" fmla="*/ 123140 w 245084"/>
                  <a:gd name="connsiteY0" fmla="*/ 14958 h 238030"/>
                  <a:gd name="connsiteX1" fmla="*/ 104560 w 245084"/>
                  <a:gd name="connsiteY1" fmla="*/ 24869 h 238030"/>
                  <a:gd name="connsiteX2" fmla="*/ 84742 w 245084"/>
                  <a:gd name="connsiteY2" fmla="*/ 53361 h 238030"/>
                  <a:gd name="connsiteX3" fmla="*/ 76070 w 245084"/>
                  <a:gd name="connsiteY3" fmla="*/ 62033 h 238030"/>
                  <a:gd name="connsiteX4" fmla="*/ 64922 w 245084"/>
                  <a:gd name="connsiteY4" fmla="*/ 68227 h 238030"/>
                  <a:gd name="connsiteX5" fmla="*/ 30240 w 245084"/>
                  <a:gd name="connsiteY5" fmla="*/ 78138 h 238030"/>
                  <a:gd name="connsiteX6" fmla="*/ 15376 w 245084"/>
                  <a:gd name="connsiteY6" fmla="*/ 93003 h 238030"/>
                  <a:gd name="connsiteX7" fmla="*/ 19092 w 245084"/>
                  <a:gd name="connsiteY7" fmla="*/ 114063 h 238030"/>
                  <a:gd name="connsiteX8" fmla="*/ 40150 w 245084"/>
                  <a:gd name="connsiteY8" fmla="*/ 140078 h 238030"/>
                  <a:gd name="connsiteX9" fmla="*/ 47582 w 245084"/>
                  <a:gd name="connsiteY9" fmla="*/ 151227 h 238030"/>
                  <a:gd name="connsiteX10" fmla="*/ 48820 w 245084"/>
                  <a:gd name="connsiteY10" fmla="*/ 164854 h 238030"/>
                  <a:gd name="connsiteX11" fmla="*/ 47582 w 245084"/>
                  <a:gd name="connsiteY11" fmla="*/ 199541 h 238030"/>
                  <a:gd name="connsiteX12" fmla="*/ 56252 w 245084"/>
                  <a:gd name="connsiteY12" fmla="*/ 218123 h 238030"/>
                  <a:gd name="connsiteX13" fmla="*/ 77310 w 245084"/>
                  <a:gd name="connsiteY13" fmla="*/ 221839 h 238030"/>
                  <a:gd name="connsiteX14" fmla="*/ 109514 w 245084"/>
                  <a:gd name="connsiteY14" fmla="*/ 209451 h 238030"/>
                  <a:gd name="connsiteX15" fmla="*/ 123140 w 245084"/>
                  <a:gd name="connsiteY15" fmla="*/ 206974 h 238030"/>
                  <a:gd name="connsiteX16" fmla="*/ 135528 w 245084"/>
                  <a:gd name="connsiteY16" fmla="*/ 209451 h 238030"/>
                  <a:gd name="connsiteX17" fmla="*/ 167732 w 245084"/>
                  <a:gd name="connsiteY17" fmla="*/ 221839 h 238030"/>
                  <a:gd name="connsiteX18" fmla="*/ 188790 w 245084"/>
                  <a:gd name="connsiteY18" fmla="*/ 218123 h 238030"/>
                  <a:gd name="connsiteX19" fmla="*/ 197460 w 245084"/>
                  <a:gd name="connsiteY19" fmla="*/ 199541 h 238030"/>
                  <a:gd name="connsiteX20" fmla="*/ 196222 w 245084"/>
                  <a:gd name="connsiteY20" fmla="*/ 164854 h 238030"/>
                  <a:gd name="connsiteX21" fmla="*/ 197460 w 245084"/>
                  <a:gd name="connsiteY21" fmla="*/ 151227 h 238030"/>
                  <a:gd name="connsiteX22" fmla="*/ 204892 w 245084"/>
                  <a:gd name="connsiteY22" fmla="*/ 140078 h 238030"/>
                  <a:gd name="connsiteX23" fmla="*/ 225950 w 245084"/>
                  <a:gd name="connsiteY23" fmla="*/ 114063 h 238030"/>
                  <a:gd name="connsiteX24" fmla="*/ 229666 w 245084"/>
                  <a:gd name="connsiteY24" fmla="*/ 93003 h 238030"/>
                  <a:gd name="connsiteX25" fmla="*/ 214802 w 245084"/>
                  <a:gd name="connsiteY25" fmla="*/ 78138 h 238030"/>
                  <a:gd name="connsiteX26" fmla="*/ 180120 w 245084"/>
                  <a:gd name="connsiteY26" fmla="*/ 68227 h 238030"/>
                  <a:gd name="connsiteX27" fmla="*/ 168972 w 245084"/>
                  <a:gd name="connsiteY27" fmla="*/ 62033 h 238030"/>
                  <a:gd name="connsiteX28" fmla="*/ 160300 w 245084"/>
                  <a:gd name="connsiteY28" fmla="*/ 53361 h 238030"/>
                  <a:gd name="connsiteX29" fmla="*/ 141720 w 245084"/>
                  <a:gd name="connsiteY29" fmla="*/ 24869 h 238030"/>
                  <a:gd name="connsiteX30" fmla="*/ 123140 w 245084"/>
                  <a:gd name="connsiteY30" fmla="*/ 14958 h 238030"/>
                  <a:gd name="connsiteX31" fmla="*/ 123144 w 245084"/>
                  <a:gd name="connsiteY31" fmla="*/ 0 h 238030"/>
                  <a:gd name="connsiteX32" fmla="*/ 152892 w 245084"/>
                  <a:gd name="connsiteY32" fmla="*/ 17357 h 238030"/>
                  <a:gd name="connsiteX33" fmla="*/ 172724 w 245084"/>
                  <a:gd name="connsiteY33" fmla="*/ 44631 h 238030"/>
                  <a:gd name="connsiteX34" fmla="*/ 177682 w 245084"/>
                  <a:gd name="connsiteY34" fmla="*/ 50830 h 238030"/>
                  <a:gd name="connsiteX35" fmla="*/ 185120 w 245084"/>
                  <a:gd name="connsiteY35" fmla="*/ 54549 h 238030"/>
                  <a:gd name="connsiteX36" fmla="*/ 218586 w 245084"/>
                  <a:gd name="connsiteY36" fmla="*/ 64467 h 238030"/>
                  <a:gd name="connsiteX37" fmla="*/ 243376 w 245084"/>
                  <a:gd name="connsiteY37" fmla="*/ 89261 h 238030"/>
                  <a:gd name="connsiteX38" fmla="*/ 237178 w 245084"/>
                  <a:gd name="connsiteY38" fmla="*/ 122734 h 238030"/>
                  <a:gd name="connsiteX39" fmla="*/ 216106 w 245084"/>
                  <a:gd name="connsiteY39" fmla="*/ 148769 h 238030"/>
                  <a:gd name="connsiteX40" fmla="*/ 211150 w 245084"/>
                  <a:gd name="connsiteY40" fmla="*/ 154968 h 238030"/>
                  <a:gd name="connsiteX41" fmla="*/ 211150 w 245084"/>
                  <a:gd name="connsiteY41" fmla="*/ 163646 h 238030"/>
                  <a:gd name="connsiteX42" fmla="*/ 212388 w 245084"/>
                  <a:gd name="connsiteY42" fmla="*/ 198359 h 238030"/>
                  <a:gd name="connsiteX43" fmla="*/ 197514 w 245084"/>
                  <a:gd name="connsiteY43" fmla="*/ 230592 h 238030"/>
                  <a:gd name="connsiteX44" fmla="*/ 176442 w 245084"/>
                  <a:gd name="connsiteY44" fmla="*/ 238030 h 238030"/>
                  <a:gd name="connsiteX45" fmla="*/ 162808 w 245084"/>
                  <a:gd name="connsiteY45" fmla="*/ 234311 h 238030"/>
                  <a:gd name="connsiteX46" fmla="*/ 130582 w 245084"/>
                  <a:gd name="connsiteY46" fmla="*/ 223153 h 238030"/>
                  <a:gd name="connsiteX47" fmla="*/ 114468 w 245084"/>
                  <a:gd name="connsiteY47" fmla="*/ 223153 h 238030"/>
                  <a:gd name="connsiteX48" fmla="*/ 82242 w 245084"/>
                  <a:gd name="connsiteY48" fmla="*/ 234311 h 238030"/>
                  <a:gd name="connsiteX49" fmla="*/ 47534 w 245084"/>
                  <a:gd name="connsiteY49" fmla="*/ 230592 h 238030"/>
                  <a:gd name="connsiteX50" fmla="*/ 32662 w 245084"/>
                  <a:gd name="connsiteY50" fmla="*/ 198359 h 238030"/>
                  <a:gd name="connsiteX51" fmla="*/ 33900 w 245084"/>
                  <a:gd name="connsiteY51" fmla="*/ 163646 h 238030"/>
                  <a:gd name="connsiteX52" fmla="*/ 33900 w 245084"/>
                  <a:gd name="connsiteY52" fmla="*/ 154968 h 238030"/>
                  <a:gd name="connsiteX53" fmla="*/ 30182 w 245084"/>
                  <a:gd name="connsiteY53" fmla="*/ 148769 h 238030"/>
                  <a:gd name="connsiteX54" fmla="*/ 9110 w 245084"/>
                  <a:gd name="connsiteY54" fmla="*/ 122734 h 238030"/>
                  <a:gd name="connsiteX55" fmla="*/ 1674 w 245084"/>
                  <a:gd name="connsiteY55" fmla="*/ 89261 h 238030"/>
                  <a:gd name="connsiteX56" fmla="*/ 26464 w 245084"/>
                  <a:gd name="connsiteY56" fmla="*/ 64467 h 238030"/>
                  <a:gd name="connsiteX57" fmla="*/ 61170 w 245084"/>
                  <a:gd name="connsiteY57" fmla="*/ 54549 h 238030"/>
                  <a:gd name="connsiteX58" fmla="*/ 67366 w 245084"/>
                  <a:gd name="connsiteY58" fmla="*/ 50830 h 238030"/>
                  <a:gd name="connsiteX59" fmla="*/ 72326 w 245084"/>
                  <a:gd name="connsiteY59" fmla="*/ 44631 h 238030"/>
                  <a:gd name="connsiteX60" fmla="*/ 92158 w 245084"/>
                  <a:gd name="connsiteY60" fmla="*/ 17357 h 238030"/>
                  <a:gd name="connsiteX61" fmla="*/ 123144 w 245084"/>
                  <a:gd name="connsiteY61" fmla="*/ 0 h 238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45084" h="238030">
                    <a:moveTo>
                      <a:pt x="123140" y="14958"/>
                    </a:moveTo>
                    <a:cubicBezTo>
                      <a:pt x="115708" y="14958"/>
                      <a:pt x="108276" y="18675"/>
                      <a:pt x="104560" y="24869"/>
                    </a:cubicBezTo>
                    <a:lnTo>
                      <a:pt x="84742" y="53361"/>
                    </a:lnTo>
                    <a:cubicBezTo>
                      <a:pt x="82264" y="57078"/>
                      <a:pt x="79786" y="60794"/>
                      <a:pt x="76070" y="62033"/>
                    </a:cubicBezTo>
                    <a:cubicBezTo>
                      <a:pt x="72354" y="65749"/>
                      <a:pt x="68638" y="66988"/>
                      <a:pt x="64922" y="68227"/>
                    </a:cubicBezTo>
                    <a:lnTo>
                      <a:pt x="30240" y="78138"/>
                    </a:lnTo>
                    <a:cubicBezTo>
                      <a:pt x="22808" y="80615"/>
                      <a:pt x="17854" y="85570"/>
                      <a:pt x="15376" y="93003"/>
                    </a:cubicBezTo>
                    <a:cubicBezTo>
                      <a:pt x="12898" y="100436"/>
                      <a:pt x="14138" y="107869"/>
                      <a:pt x="19092" y="114063"/>
                    </a:cubicBezTo>
                    <a:lnTo>
                      <a:pt x="40150" y="140078"/>
                    </a:lnTo>
                    <a:cubicBezTo>
                      <a:pt x="43866" y="143794"/>
                      <a:pt x="45104" y="147511"/>
                      <a:pt x="47582" y="151227"/>
                    </a:cubicBezTo>
                    <a:cubicBezTo>
                      <a:pt x="48820" y="154944"/>
                      <a:pt x="48820" y="159899"/>
                      <a:pt x="48820" y="164854"/>
                    </a:cubicBezTo>
                    <a:lnTo>
                      <a:pt x="47582" y="199541"/>
                    </a:lnTo>
                    <a:cubicBezTo>
                      <a:pt x="47582" y="206974"/>
                      <a:pt x="50058" y="214407"/>
                      <a:pt x="56252" y="218123"/>
                    </a:cubicBezTo>
                    <a:cubicBezTo>
                      <a:pt x="63684" y="223078"/>
                      <a:pt x="71116" y="224317"/>
                      <a:pt x="77310" y="221839"/>
                    </a:cubicBezTo>
                    <a:lnTo>
                      <a:pt x="109514" y="209451"/>
                    </a:lnTo>
                    <a:cubicBezTo>
                      <a:pt x="114470" y="206974"/>
                      <a:pt x="118186" y="206974"/>
                      <a:pt x="123140" y="206974"/>
                    </a:cubicBezTo>
                    <a:cubicBezTo>
                      <a:pt x="128096" y="206974"/>
                      <a:pt x="131812" y="206974"/>
                      <a:pt x="135528" y="209451"/>
                    </a:cubicBezTo>
                    <a:lnTo>
                      <a:pt x="167732" y="221839"/>
                    </a:lnTo>
                    <a:cubicBezTo>
                      <a:pt x="173926" y="224317"/>
                      <a:pt x="182596" y="223078"/>
                      <a:pt x="188790" y="218123"/>
                    </a:cubicBezTo>
                    <a:cubicBezTo>
                      <a:pt x="194984" y="214407"/>
                      <a:pt x="198700" y="206974"/>
                      <a:pt x="197460" y="199541"/>
                    </a:cubicBezTo>
                    <a:lnTo>
                      <a:pt x="196222" y="164854"/>
                    </a:lnTo>
                    <a:cubicBezTo>
                      <a:pt x="196222" y="159899"/>
                      <a:pt x="197460" y="154944"/>
                      <a:pt x="197460" y="151227"/>
                    </a:cubicBezTo>
                    <a:cubicBezTo>
                      <a:pt x="199938" y="147511"/>
                      <a:pt x="201176" y="143794"/>
                      <a:pt x="204892" y="140078"/>
                    </a:cubicBezTo>
                    <a:lnTo>
                      <a:pt x="225950" y="114063"/>
                    </a:lnTo>
                    <a:cubicBezTo>
                      <a:pt x="230906" y="107869"/>
                      <a:pt x="232144" y="100436"/>
                      <a:pt x="229666" y="93003"/>
                    </a:cubicBezTo>
                    <a:cubicBezTo>
                      <a:pt x="227188" y="85570"/>
                      <a:pt x="222234" y="80615"/>
                      <a:pt x="214802" y="78138"/>
                    </a:cubicBezTo>
                    <a:lnTo>
                      <a:pt x="180120" y="68227"/>
                    </a:lnTo>
                    <a:cubicBezTo>
                      <a:pt x="176404" y="66988"/>
                      <a:pt x="172688" y="65749"/>
                      <a:pt x="168972" y="62033"/>
                    </a:cubicBezTo>
                    <a:cubicBezTo>
                      <a:pt x="166494" y="60794"/>
                      <a:pt x="162778" y="57078"/>
                      <a:pt x="160300" y="53361"/>
                    </a:cubicBezTo>
                    <a:lnTo>
                      <a:pt x="141720" y="24869"/>
                    </a:lnTo>
                    <a:cubicBezTo>
                      <a:pt x="136766" y="18675"/>
                      <a:pt x="130572" y="14958"/>
                      <a:pt x="123140" y="14958"/>
                    </a:cubicBezTo>
                    <a:close/>
                    <a:moveTo>
                      <a:pt x="123144" y="0"/>
                    </a:moveTo>
                    <a:cubicBezTo>
                      <a:pt x="135540" y="0"/>
                      <a:pt x="146694" y="6199"/>
                      <a:pt x="152892" y="17357"/>
                    </a:cubicBezTo>
                    <a:lnTo>
                      <a:pt x="172724" y="44631"/>
                    </a:lnTo>
                    <a:cubicBezTo>
                      <a:pt x="173964" y="47110"/>
                      <a:pt x="176442" y="49590"/>
                      <a:pt x="177682" y="50830"/>
                    </a:cubicBezTo>
                    <a:cubicBezTo>
                      <a:pt x="180162" y="53309"/>
                      <a:pt x="181402" y="54549"/>
                      <a:pt x="185120" y="54549"/>
                    </a:cubicBezTo>
                    <a:lnTo>
                      <a:pt x="218586" y="64467"/>
                    </a:lnTo>
                    <a:cubicBezTo>
                      <a:pt x="230982" y="68186"/>
                      <a:pt x="239658" y="76864"/>
                      <a:pt x="243376" y="89261"/>
                    </a:cubicBezTo>
                    <a:cubicBezTo>
                      <a:pt x="247094" y="100419"/>
                      <a:pt x="244616" y="112817"/>
                      <a:pt x="237178" y="122734"/>
                    </a:cubicBezTo>
                    <a:lnTo>
                      <a:pt x="216106" y="148769"/>
                    </a:lnTo>
                    <a:cubicBezTo>
                      <a:pt x="213628" y="151248"/>
                      <a:pt x="213628" y="153728"/>
                      <a:pt x="211150" y="154968"/>
                    </a:cubicBezTo>
                    <a:cubicBezTo>
                      <a:pt x="211150" y="158687"/>
                      <a:pt x="211150" y="161166"/>
                      <a:pt x="211150" y="163646"/>
                    </a:cubicBezTo>
                    <a:lnTo>
                      <a:pt x="212388" y="198359"/>
                    </a:lnTo>
                    <a:cubicBezTo>
                      <a:pt x="213628" y="210756"/>
                      <a:pt x="207430" y="223153"/>
                      <a:pt x="197514" y="230592"/>
                    </a:cubicBezTo>
                    <a:cubicBezTo>
                      <a:pt x="191318" y="235551"/>
                      <a:pt x="183880" y="238030"/>
                      <a:pt x="176442" y="238030"/>
                    </a:cubicBezTo>
                    <a:cubicBezTo>
                      <a:pt x="171486" y="238030"/>
                      <a:pt x="166526" y="236791"/>
                      <a:pt x="162808" y="234311"/>
                    </a:cubicBezTo>
                    <a:lnTo>
                      <a:pt x="130582" y="223153"/>
                    </a:lnTo>
                    <a:cubicBezTo>
                      <a:pt x="125624" y="220674"/>
                      <a:pt x="120666" y="220674"/>
                      <a:pt x="114468" y="223153"/>
                    </a:cubicBezTo>
                    <a:lnTo>
                      <a:pt x="82242" y="234311"/>
                    </a:lnTo>
                    <a:cubicBezTo>
                      <a:pt x="71086" y="239270"/>
                      <a:pt x="58690" y="238030"/>
                      <a:pt x="47534" y="230592"/>
                    </a:cubicBezTo>
                    <a:cubicBezTo>
                      <a:pt x="37618" y="223153"/>
                      <a:pt x="31422" y="210756"/>
                      <a:pt x="32662" y="198359"/>
                    </a:cubicBezTo>
                    <a:lnTo>
                      <a:pt x="33900" y="163646"/>
                    </a:lnTo>
                    <a:cubicBezTo>
                      <a:pt x="33900" y="161166"/>
                      <a:pt x="33900" y="158687"/>
                      <a:pt x="33900" y="154968"/>
                    </a:cubicBezTo>
                    <a:cubicBezTo>
                      <a:pt x="32662" y="153728"/>
                      <a:pt x="31422" y="151248"/>
                      <a:pt x="30182" y="148769"/>
                    </a:cubicBezTo>
                    <a:lnTo>
                      <a:pt x="9110" y="122734"/>
                    </a:lnTo>
                    <a:cubicBezTo>
                      <a:pt x="434" y="112817"/>
                      <a:pt x="-2046" y="100419"/>
                      <a:pt x="1674" y="89261"/>
                    </a:cubicBezTo>
                    <a:cubicBezTo>
                      <a:pt x="5392" y="76864"/>
                      <a:pt x="14068" y="68186"/>
                      <a:pt x="26464" y="64467"/>
                    </a:cubicBezTo>
                    <a:lnTo>
                      <a:pt x="61170" y="54549"/>
                    </a:lnTo>
                    <a:cubicBezTo>
                      <a:pt x="63648" y="54549"/>
                      <a:pt x="64888" y="53309"/>
                      <a:pt x="67366" y="50830"/>
                    </a:cubicBezTo>
                    <a:cubicBezTo>
                      <a:pt x="69846" y="49590"/>
                      <a:pt x="71086" y="47110"/>
                      <a:pt x="72326" y="44631"/>
                    </a:cubicBezTo>
                    <a:lnTo>
                      <a:pt x="92158" y="17357"/>
                    </a:lnTo>
                    <a:cubicBezTo>
                      <a:pt x="98354" y="6199"/>
                      <a:pt x="109510" y="0"/>
                      <a:pt x="1231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0" name="Freeform 389">
                <a:extLst>
                  <a:ext uri="{FF2B5EF4-FFF2-40B4-BE49-F238E27FC236}">
                    <a16:creationId xmlns:a16="http://schemas.microsoft.com/office/drawing/2014/main" id="{B654FF2E-5218-5F4E-8525-E52BB680CA04}"/>
                  </a:ext>
                </a:extLst>
              </p:cNvPr>
              <p:cNvSpPr/>
              <p:nvPr/>
            </p:nvSpPr>
            <p:spPr>
              <a:xfrm>
                <a:off x="18156950" y="7702940"/>
                <a:ext cx="245579" cy="238030"/>
              </a:xfrm>
              <a:custGeom>
                <a:avLst/>
                <a:gdLst>
                  <a:gd name="connsiteX0" fmla="*/ 123176 w 245579"/>
                  <a:gd name="connsiteY0" fmla="*/ 14958 h 238030"/>
                  <a:gd name="connsiteX1" fmla="*/ 104596 w 245579"/>
                  <a:gd name="connsiteY1" fmla="*/ 24869 h 238030"/>
                  <a:gd name="connsiteX2" fmla="*/ 84776 w 245579"/>
                  <a:gd name="connsiteY2" fmla="*/ 53361 h 238030"/>
                  <a:gd name="connsiteX3" fmla="*/ 76106 w 245579"/>
                  <a:gd name="connsiteY3" fmla="*/ 62033 h 238030"/>
                  <a:gd name="connsiteX4" fmla="*/ 63718 w 245579"/>
                  <a:gd name="connsiteY4" fmla="*/ 68227 h 238030"/>
                  <a:gd name="connsiteX5" fmla="*/ 31514 w 245579"/>
                  <a:gd name="connsiteY5" fmla="*/ 78138 h 238030"/>
                  <a:gd name="connsiteX6" fmla="*/ 15410 w 245579"/>
                  <a:gd name="connsiteY6" fmla="*/ 93003 h 238030"/>
                  <a:gd name="connsiteX7" fmla="*/ 19126 w 245579"/>
                  <a:gd name="connsiteY7" fmla="*/ 114063 h 238030"/>
                  <a:gd name="connsiteX8" fmla="*/ 40184 w 245579"/>
                  <a:gd name="connsiteY8" fmla="*/ 140078 h 238030"/>
                  <a:gd name="connsiteX9" fmla="*/ 46378 w 245579"/>
                  <a:gd name="connsiteY9" fmla="*/ 151227 h 238030"/>
                  <a:gd name="connsiteX10" fmla="*/ 48854 w 245579"/>
                  <a:gd name="connsiteY10" fmla="*/ 164854 h 238030"/>
                  <a:gd name="connsiteX11" fmla="*/ 47616 w 245579"/>
                  <a:gd name="connsiteY11" fmla="*/ 199541 h 238030"/>
                  <a:gd name="connsiteX12" fmla="*/ 56286 w 245579"/>
                  <a:gd name="connsiteY12" fmla="*/ 218123 h 238030"/>
                  <a:gd name="connsiteX13" fmla="*/ 77344 w 245579"/>
                  <a:gd name="connsiteY13" fmla="*/ 221839 h 238030"/>
                  <a:gd name="connsiteX14" fmla="*/ 109550 w 245579"/>
                  <a:gd name="connsiteY14" fmla="*/ 209451 h 238030"/>
                  <a:gd name="connsiteX15" fmla="*/ 123176 w 245579"/>
                  <a:gd name="connsiteY15" fmla="*/ 206974 h 238030"/>
                  <a:gd name="connsiteX16" fmla="*/ 136800 w 245579"/>
                  <a:gd name="connsiteY16" fmla="*/ 209451 h 238030"/>
                  <a:gd name="connsiteX17" fmla="*/ 167768 w 245579"/>
                  <a:gd name="connsiteY17" fmla="*/ 221839 h 238030"/>
                  <a:gd name="connsiteX18" fmla="*/ 188826 w 245579"/>
                  <a:gd name="connsiteY18" fmla="*/ 218123 h 238030"/>
                  <a:gd name="connsiteX19" fmla="*/ 198734 w 245579"/>
                  <a:gd name="connsiteY19" fmla="*/ 199541 h 238030"/>
                  <a:gd name="connsiteX20" fmla="*/ 196258 w 245579"/>
                  <a:gd name="connsiteY20" fmla="*/ 164854 h 238030"/>
                  <a:gd name="connsiteX21" fmla="*/ 198734 w 245579"/>
                  <a:gd name="connsiteY21" fmla="*/ 151227 h 238030"/>
                  <a:gd name="connsiteX22" fmla="*/ 204928 w 245579"/>
                  <a:gd name="connsiteY22" fmla="*/ 140078 h 238030"/>
                  <a:gd name="connsiteX23" fmla="*/ 225986 w 245579"/>
                  <a:gd name="connsiteY23" fmla="*/ 114063 h 238030"/>
                  <a:gd name="connsiteX24" fmla="*/ 230940 w 245579"/>
                  <a:gd name="connsiteY24" fmla="*/ 93003 h 238030"/>
                  <a:gd name="connsiteX25" fmla="*/ 214838 w 245579"/>
                  <a:gd name="connsiteY25" fmla="*/ 78138 h 238030"/>
                  <a:gd name="connsiteX26" fmla="*/ 181394 w 245579"/>
                  <a:gd name="connsiteY26" fmla="*/ 68227 h 238030"/>
                  <a:gd name="connsiteX27" fmla="*/ 169006 w 245579"/>
                  <a:gd name="connsiteY27" fmla="*/ 62033 h 238030"/>
                  <a:gd name="connsiteX28" fmla="*/ 160336 w 245579"/>
                  <a:gd name="connsiteY28" fmla="*/ 53361 h 238030"/>
                  <a:gd name="connsiteX29" fmla="*/ 141756 w 245579"/>
                  <a:gd name="connsiteY29" fmla="*/ 24869 h 238030"/>
                  <a:gd name="connsiteX30" fmla="*/ 123176 w 245579"/>
                  <a:gd name="connsiteY30" fmla="*/ 14958 h 238030"/>
                  <a:gd name="connsiteX31" fmla="*/ 123178 w 245579"/>
                  <a:gd name="connsiteY31" fmla="*/ 0 h 238030"/>
                  <a:gd name="connsiteX32" fmla="*/ 152926 w 245579"/>
                  <a:gd name="connsiteY32" fmla="*/ 17357 h 238030"/>
                  <a:gd name="connsiteX33" fmla="*/ 172758 w 245579"/>
                  <a:gd name="connsiteY33" fmla="*/ 44631 h 238030"/>
                  <a:gd name="connsiteX34" fmla="*/ 177716 w 245579"/>
                  <a:gd name="connsiteY34" fmla="*/ 50830 h 238030"/>
                  <a:gd name="connsiteX35" fmla="*/ 185154 w 245579"/>
                  <a:gd name="connsiteY35" fmla="*/ 54549 h 238030"/>
                  <a:gd name="connsiteX36" fmla="*/ 218620 w 245579"/>
                  <a:gd name="connsiteY36" fmla="*/ 64467 h 238030"/>
                  <a:gd name="connsiteX37" fmla="*/ 244650 w 245579"/>
                  <a:gd name="connsiteY37" fmla="*/ 89261 h 238030"/>
                  <a:gd name="connsiteX38" fmla="*/ 237212 w 245579"/>
                  <a:gd name="connsiteY38" fmla="*/ 122734 h 238030"/>
                  <a:gd name="connsiteX39" fmla="*/ 216142 w 245579"/>
                  <a:gd name="connsiteY39" fmla="*/ 148769 h 238030"/>
                  <a:gd name="connsiteX40" fmla="*/ 212422 w 245579"/>
                  <a:gd name="connsiteY40" fmla="*/ 154968 h 238030"/>
                  <a:gd name="connsiteX41" fmla="*/ 211182 w 245579"/>
                  <a:gd name="connsiteY41" fmla="*/ 163646 h 238030"/>
                  <a:gd name="connsiteX42" fmla="*/ 212422 w 245579"/>
                  <a:gd name="connsiteY42" fmla="*/ 198359 h 238030"/>
                  <a:gd name="connsiteX43" fmla="*/ 196310 w 245579"/>
                  <a:gd name="connsiteY43" fmla="*/ 230592 h 238030"/>
                  <a:gd name="connsiteX44" fmla="*/ 175238 w 245579"/>
                  <a:gd name="connsiteY44" fmla="*/ 238030 h 238030"/>
                  <a:gd name="connsiteX45" fmla="*/ 161602 w 245579"/>
                  <a:gd name="connsiteY45" fmla="*/ 234311 h 238030"/>
                  <a:gd name="connsiteX46" fmla="*/ 130616 w 245579"/>
                  <a:gd name="connsiteY46" fmla="*/ 223153 h 238030"/>
                  <a:gd name="connsiteX47" fmla="*/ 114502 w 245579"/>
                  <a:gd name="connsiteY47" fmla="*/ 223153 h 238030"/>
                  <a:gd name="connsiteX48" fmla="*/ 83514 w 245579"/>
                  <a:gd name="connsiteY48" fmla="*/ 234311 h 238030"/>
                  <a:gd name="connsiteX49" fmla="*/ 48808 w 245579"/>
                  <a:gd name="connsiteY49" fmla="*/ 230592 h 238030"/>
                  <a:gd name="connsiteX50" fmla="*/ 32694 w 245579"/>
                  <a:gd name="connsiteY50" fmla="*/ 198359 h 238030"/>
                  <a:gd name="connsiteX51" fmla="*/ 35174 w 245579"/>
                  <a:gd name="connsiteY51" fmla="*/ 163646 h 238030"/>
                  <a:gd name="connsiteX52" fmla="*/ 32694 w 245579"/>
                  <a:gd name="connsiteY52" fmla="*/ 154968 h 238030"/>
                  <a:gd name="connsiteX53" fmla="*/ 28976 w 245579"/>
                  <a:gd name="connsiteY53" fmla="*/ 148769 h 238030"/>
                  <a:gd name="connsiteX54" fmla="*/ 7906 w 245579"/>
                  <a:gd name="connsiteY54" fmla="*/ 122734 h 238030"/>
                  <a:gd name="connsiteX55" fmla="*/ 1708 w 245579"/>
                  <a:gd name="connsiteY55" fmla="*/ 89261 h 238030"/>
                  <a:gd name="connsiteX56" fmla="*/ 26498 w 245579"/>
                  <a:gd name="connsiteY56" fmla="*/ 64467 h 238030"/>
                  <a:gd name="connsiteX57" fmla="*/ 59964 w 245579"/>
                  <a:gd name="connsiteY57" fmla="*/ 54549 h 238030"/>
                  <a:gd name="connsiteX58" fmla="*/ 67402 w 245579"/>
                  <a:gd name="connsiteY58" fmla="*/ 50830 h 238030"/>
                  <a:gd name="connsiteX59" fmla="*/ 72358 w 245579"/>
                  <a:gd name="connsiteY59" fmla="*/ 44631 h 238030"/>
                  <a:gd name="connsiteX60" fmla="*/ 92190 w 245579"/>
                  <a:gd name="connsiteY60" fmla="*/ 17357 h 238030"/>
                  <a:gd name="connsiteX61" fmla="*/ 123178 w 245579"/>
                  <a:gd name="connsiteY61" fmla="*/ 0 h 238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45579" h="238030">
                    <a:moveTo>
                      <a:pt x="123176" y="14958"/>
                    </a:moveTo>
                    <a:cubicBezTo>
                      <a:pt x="115744" y="14958"/>
                      <a:pt x="108312" y="18675"/>
                      <a:pt x="104596" y="24869"/>
                    </a:cubicBezTo>
                    <a:lnTo>
                      <a:pt x="84776" y="53361"/>
                    </a:lnTo>
                    <a:cubicBezTo>
                      <a:pt x="82300" y="57078"/>
                      <a:pt x="79822" y="60794"/>
                      <a:pt x="76106" y="62033"/>
                    </a:cubicBezTo>
                    <a:cubicBezTo>
                      <a:pt x="72390" y="65749"/>
                      <a:pt x="68674" y="66988"/>
                      <a:pt x="63718" y="68227"/>
                    </a:cubicBezTo>
                    <a:lnTo>
                      <a:pt x="31514" y="78138"/>
                    </a:lnTo>
                    <a:cubicBezTo>
                      <a:pt x="24082" y="80615"/>
                      <a:pt x="17888" y="85570"/>
                      <a:pt x="15410" y="93003"/>
                    </a:cubicBezTo>
                    <a:cubicBezTo>
                      <a:pt x="12934" y="100436"/>
                      <a:pt x="14172" y="107869"/>
                      <a:pt x="19126" y="114063"/>
                    </a:cubicBezTo>
                    <a:lnTo>
                      <a:pt x="40184" y="140078"/>
                    </a:lnTo>
                    <a:cubicBezTo>
                      <a:pt x="43900" y="143794"/>
                      <a:pt x="45138" y="147511"/>
                      <a:pt x="46378" y="151227"/>
                    </a:cubicBezTo>
                    <a:cubicBezTo>
                      <a:pt x="48854" y="154944"/>
                      <a:pt x="48854" y="159899"/>
                      <a:pt x="48854" y="164854"/>
                    </a:cubicBezTo>
                    <a:lnTo>
                      <a:pt x="47616" y="199541"/>
                    </a:lnTo>
                    <a:cubicBezTo>
                      <a:pt x="46378" y="206974"/>
                      <a:pt x="51332" y="214407"/>
                      <a:pt x="56286" y="218123"/>
                    </a:cubicBezTo>
                    <a:cubicBezTo>
                      <a:pt x="62480" y="223078"/>
                      <a:pt x="69912" y="224317"/>
                      <a:pt x="77344" y="221839"/>
                    </a:cubicBezTo>
                    <a:lnTo>
                      <a:pt x="109550" y="209451"/>
                    </a:lnTo>
                    <a:cubicBezTo>
                      <a:pt x="113266" y="206974"/>
                      <a:pt x="118220" y="206974"/>
                      <a:pt x="123176" y="206974"/>
                    </a:cubicBezTo>
                    <a:cubicBezTo>
                      <a:pt x="126892" y="206974"/>
                      <a:pt x="131846" y="206974"/>
                      <a:pt x="136800" y="209451"/>
                    </a:cubicBezTo>
                    <a:lnTo>
                      <a:pt x="167768" y="221839"/>
                    </a:lnTo>
                    <a:cubicBezTo>
                      <a:pt x="175200" y="224317"/>
                      <a:pt x="182632" y="223078"/>
                      <a:pt x="188826" y="218123"/>
                    </a:cubicBezTo>
                    <a:cubicBezTo>
                      <a:pt x="195018" y="214407"/>
                      <a:pt x="198734" y="206974"/>
                      <a:pt x="198734" y="199541"/>
                    </a:cubicBezTo>
                    <a:lnTo>
                      <a:pt x="196258" y="164854"/>
                    </a:lnTo>
                    <a:cubicBezTo>
                      <a:pt x="196258" y="159899"/>
                      <a:pt x="196258" y="154944"/>
                      <a:pt x="198734" y="151227"/>
                    </a:cubicBezTo>
                    <a:cubicBezTo>
                      <a:pt x="199974" y="147511"/>
                      <a:pt x="202450" y="143794"/>
                      <a:pt x="204928" y="140078"/>
                    </a:cubicBezTo>
                    <a:lnTo>
                      <a:pt x="225986" y="114063"/>
                    </a:lnTo>
                    <a:cubicBezTo>
                      <a:pt x="230940" y="107869"/>
                      <a:pt x="232178" y="100436"/>
                      <a:pt x="230940" y="93003"/>
                    </a:cubicBezTo>
                    <a:cubicBezTo>
                      <a:pt x="228462" y="85570"/>
                      <a:pt x="222270" y="80615"/>
                      <a:pt x="214838" y="78138"/>
                    </a:cubicBezTo>
                    <a:lnTo>
                      <a:pt x="181394" y="68227"/>
                    </a:lnTo>
                    <a:cubicBezTo>
                      <a:pt x="176438" y="66988"/>
                      <a:pt x="172722" y="65749"/>
                      <a:pt x="169006" y="62033"/>
                    </a:cubicBezTo>
                    <a:cubicBezTo>
                      <a:pt x="166528" y="60794"/>
                      <a:pt x="162812" y="57078"/>
                      <a:pt x="160336" y="53361"/>
                    </a:cubicBezTo>
                    <a:lnTo>
                      <a:pt x="141756" y="24869"/>
                    </a:lnTo>
                    <a:cubicBezTo>
                      <a:pt x="136800" y="18675"/>
                      <a:pt x="130608" y="14958"/>
                      <a:pt x="123176" y="14958"/>
                    </a:cubicBezTo>
                    <a:close/>
                    <a:moveTo>
                      <a:pt x="123178" y="0"/>
                    </a:moveTo>
                    <a:cubicBezTo>
                      <a:pt x="134334" y="0"/>
                      <a:pt x="146730" y="6199"/>
                      <a:pt x="152926" y="17357"/>
                    </a:cubicBezTo>
                    <a:lnTo>
                      <a:pt x="172758" y="44631"/>
                    </a:lnTo>
                    <a:cubicBezTo>
                      <a:pt x="173998" y="47110"/>
                      <a:pt x="175238" y="49590"/>
                      <a:pt x="177716" y="50830"/>
                    </a:cubicBezTo>
                    <a:cubicBezTo>
                      <a:pt x="180196" y="53309"/>
                      <a:pt x="182674" y="54549"/>
                      <a:pt x="185154" y="54549"/>
                    </a:cubicBezTo>
                    <a:lnTo>
                      <a:pt x="218620" y="64467"/>
                    </a:lnTo>
                    <a:cubicBezTo>
                      <a:pt x="231014" y="68186"/>
                      <a:pt x="239692" y="76864"/>
                      <a:pt x="244650" y="89261"/>
                    </a:cubicBezTo>
                    <a:cubicBezTo>
                      <a:pt x="247128" y="100419"/>
                      <a:pt x="244650" y="112817"/>
                      <a:pt x="237212" y="122734"/>
                    </a:cubicBezTo>
                    <a:lnTo>
                      <a:pt x="216142" y="148769"/>
                    </a:lnTo>
                    <a:cubicBezTo>
                      <a:pt x="214902" y="151248"/>
                      <a:pt x="212422" y="153728"/>
                      <a:pt x="212422" y="154968"/>
                    </a:cubicBezTo>
                    <a:cubicBezTo>
                      <a:pt x="211182" y="158687"/>
                      <a:pt x="211182" y="161166"/>
                      <a:pt x="211182" y="163646"/>
                    </a:cubicBezTo>
                    <a:lnTo>
                      <a:pt x="212422" y="198359"/>
                    </a:lnTo>
                    <a:cubicBezTo>
                      <a:pt x="212422" y="210756"/>
                      <a:pt x="207464" y="223153"/>
                      <a:pt x="196310" y="230592"/>
                    </a:cubicBezTo>
                    <a:cubicBezTo>
                      <a:pt x="191350" y="235551"/>
                      <a:pt x="182674" y="238030"/>
                      <a:pt x="175238" y="238030"/>
                    </a:cubicBezTo>
                    <a:cubicBezTo>
                      <a:pt x="171518" y="238030"/>
                      <a:pt x="166562" y="236791"/>
                      <a:pt x="161602" y="234311"/>
                    </a:cubicBezTo>
                    <a:lnTo>
                      <a:pt x="130616" y="223153"/>
                    </a:lnTo>
                    <a:cubicBezTo>
                      <a:pt x="125658" y="220674"/>
                      <a:pt x="119460" y="220674"/>
                      <a:pt x="114502" y="223153"/>
                    </a:cubicBezTo>
                    <a:lnTo>
                      <a:pt x="83514" y="234311"/>
                    </a:lnTo>
                    <a:cubicBezTo>
                      <a:pt x="71120" y="239270"/>
                      <a:pt x="58724" y="238030"/>
                      <a:pt x="48808" y="230592"/>
                    </a:cubicBezTo>
                    <a:cubicBezTo>
                      <a:pt x="37654" y="223153"/>
                      <a:pt x="32694" y="210756"/>
                      <a:pt x="32694" y="198359"/>
                    </a:cubicBezTo>
                    <a:lnTo>
                      <a:pt x="35174" y="163646"/>
                    </a:lnTo>
                    <a:cubicBezTo>
                      <a:pt x="35174" y="161166"/>
                      <a:pt x="33934" y="158687"/>
                      <a:pt x="32694" y="154968"/>
                    </a:cubicBezTo>
                    <a:cubicBezTo>
                      <a:pt x="32694" y="153728"/>
                      <a:pt x="31456" y="151248"/>
                      <a:pt x="28976" y="148769"/>
                    </a:cubicBezTo>
                    <a:lnTo>
                      <a:pt x="7906" y="122734"/>
                    </a:lnTo>
                    <a:cubicBezTo>
                      <a:pt x="468" y="112817"/>
                      <a:pt x="-2010" y="100419"/>
                      <a:pt x="1708" y="89261"/>
                    </a:cubicBezTo>
                    <a:cubicBezTo>
                      <a:pt x="5426" y="76864"/>
                      <a:pt x="15342" y="68186"/>
                      <a:pt x="26498" y="64467"/>
                    </a:cubicBezTo>
                    <a:lnTo>
                      <a:pt x="59964" y="54549"/>
                    </a:lnTo>
                    <a:cubicBezTo>
                      <a:pt x="62442" y="54549"/>
                      <a:pt x="66162" y="53309"/>
                      <a:pt x="67402" y="50830"/>
                    </a:cubicBezTo>
                    <a:cubicBezTo>
                      <a:pt x="69880" y="49590"/>
                      <a:pt x="72358" y="47110"/>
                      <a:pt x="72358" y="44631"/>
                    </a:cubicBezTo>
                    <a:lnTo>
                      <a:pt x="92190" y="17357"/>
                    </a:lnTo>
                    <a:cubicBezTo>
                      <a:pt x="99628" y="6199"/>
                      <a:pt x="110784" y="0"/>
                      <a:pt x="12317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1" name="Freeform 390">
                <a:extLst>
                  <a:ext uri="{FF2B5EF4-FFF2-40B4-BE49-F238E27FC236}">
                    <a16:creationId xmlns:a16="http://schemas.microsoft.com/office/drawing/2014/main" id="{1AF9A889-068F-8A4F-9D80-EEA12AF1A8E1}"/>
                  </a:ext>
                </a:extLst>
              </p:cNvPr>
              <p:cNvSpPr/>
              <p:nvPr/>
            </p:nvSpPr>
            <p:spPr>
              <a:xfrm>
                <a:off x="18561831" y="7702940"/>
                <a:ext cx="245119" cy="238030"/>
              </a:xfrm>
              <a:custGeom>
                <a:avLst/>
                <a:gdLst>
                  <a:gd name="connsiteX0" fmla="*/ 123177 w 245119"/>
                  <a:gd name="connsiteY0" fmla="*/ 14958 h 238030"/>
                  <a:gd name="connsiteX1" fmla="*/ 104597 w 245119"/>
                  <a:gd name="connsiteY1" fmla="*/ 24869 h 238030"/>
                  <a:gd name="connsiteX2" fmla="*/ 84777 w 245119"/>
                  <a:gd name="connsiteY2" fmla="*/ 53361 h 238030"/>
                  <a:gd name="connsiteX3" fmla="*/ 76107 w 245119"/>
                  <a:gd name="connsiteY3" fmla="*/ 62033 h 238030"/>
                  <a:gd name="connsiteX4" fmla="*/ 64959 w 245119"/>
                  <a:gd name="connsiteY4" fmla="*/ 68227 h 238030"/>
                  <a:gd name="connsiteX5" fmla="*/ 30275 w 245119"/>
                  <a:gd name="connsiteY5" fmla="*/ 78138 h 238030"/>
                  <a:gd name="connsiteX6" fmla="*/ 15411 w 245119"/>
                  <a:gd name="connsiteY6" fmla="*/ 93003 h 238030"/>
                  <a:gd name="connsiteX7" fmla="*/ 19127 w 245119"/>
                  <a:gd name="connsiteY7" fmla="*/ 114063 h 238030"/>
                  <a:gd name="connsiteX8" fmla="*/ 40185 w 245119"/>
                  <a:gd name="connsiteY8" fmla="*/ 140078 h 238030"/>
                  <a:gd name="connsiteX9" fmla="*/ 47617 w 245119"/>
                  <a:gd name="connsiteY9" fmla="*/ 151227 h 238030"/>
                  <a:gd name="connsiteX10" fmla="*/ 48855 w 245119"/>
                  <a:gd name="connsiteY10" fmla="*/ 164854 h 238030"/>
                  <a:gd name="connsiteX11" fmla="*/ 47617 w 245119"/>
                  <a:gd name="connsiteY11" fmla="*/ 199541 h 238030"/>
                  <a:gd name="connsiteX12" fmla="*/ 56287 w 245119"/>
                  <a:gd name="connsiteY12" fmla="*/ 218123 h 238030"/>
                  <a:gd name="connsiteX13" fmla="*/ 77345 w 245119"/>
                  <a:gd name="connsiteY13" fmla="*/ 221839 h 238030"/>
                  <a:gd name="connsiteX14" fmla="*/ 109551 w 245119"/>
                  <a:gd name="connsiteY14" fmla="*/ 209451 h 238030"/>
                  <a:gd name="connsiteX15" fmla="*/ 123177 w 245119"/>
                  <a:gd name="connsiteY15" fmla="*/ 206974 h 238030"/>
                  <a:gd name="connsiteX16" fmla="*/ 135563 w 245119"/>
                  <a:gd name="connsiteY16" fmla="*/ 209451 h 238030"/>
                  <a:gd name="connsiteX17" fmla="*/ 167769 w 245119"/>
                  <a:gd name="connsiteY17" fmla="*/ 221839 h 238030"/>
                  <a:gd name="connsiteX18" fmla="*/ 188827 w 245119"/>
                  <a:gd name="connsiteY18" fmla="*/ 218123 h 238030"/>
                  <a:gd name="connsiteX19" fmla="*/ 198735 w 245119"/>
                  <a:gd name="connsiteY19" fmla="*/ 199541 h 238030"/>
                  <a:gd name="connsiteX20" fmla="*/ 196259 w 245119"/>
                  <a:gd name="connsiteY20" fmla="*/ 164854 h 238030"/>
                  <a:gd name="connsiteX21" fmla="*/ 198735 w 245119"/>
                  <a:gd name="connsiteY21" fmla="*/ 151227 h 238030"/>
                  <a:gd name="connsiteX22" fmla="*/ 204929 w 245119"/>
                  <a:gd name="connsiteY22" fmla="*/ 140078 h 238030"/>
                  <a:gd name="connsiteX23" fmla="*/ 225987 w 245119"/>
                  <a:gd name="connsiteY23" fmla="*/ 114063 h 238030"/>
                  <a:gd name="connsiteX24" fmla="*/ 229703 w 245119"/>
                  <a:gd name="connsiteY24" fmla="*/ 93003 h 238030"/>
                  <a:gd name="connsiteX25" fmla="*/ 214839 w 245119"/>
                  <a:gd name="connsiteY25" fmla="*/ 78138 h 238030"/>
                  <a:gd name="connsiteX26" fmla="*/ 180155 w 245119"/>
                  <a:gd name="connsiteY26" fmla="*/ 68227 h 238030"/>
                  <a:gd name="connsiteX27" fmla="*/ 169007 w 245119"/>
                  <a:gd name="connsiteY27" fmla="*/ 62033 h 238030"/>
                  <a:gd name="connsiteX28" fmla="*/ 160337 w 245119"/>
                  <a:gd name="connsiteY28" fmla="*/ 53361 h 238030"/>
                  <a:gd name="connsiteX29" fmla="*/ 141757 w 245119"/>
                  <a:gd name="connsiteY29" fmla="*/ 24869 h 238030"/>
                  <a:gd name="connsiteX30" fmla="*/ 123177 w 245119"/>
                  <a:gd name="connsiteY30" fmla="*/ 14958 h 238030"/>
                  <a:gd name="connsiteX31" fmla="*/ 123179 w 245119"/>
                  <a:gd name="connsiteY31" fmla="*/ 0 h 238030"/>
                  <a:gd name="connsiteX32" fmla="*/ 152927 w 245119"/>
                  <a:gd name="connsiteY32" fmla="*/ 17357 h 238030"/>
                  <a:gd name="connsiteX33" fmla="*/ 172759 w 245119"/>
                  <a:gd name="connsiteY33" fmla="*/ 44631 h 238030"/>
                  <a:gd name="connsiteX34" fmla="*/ 177717 w 245119"/>
                  <a:gd name="connsiteY34" fmla="*/ 50830 h 238030"/>
                  <a:gd name="connsiteX35" fmla="*/ 185155 w 245119"/>
                  <a:gd name="connsiteY35" fmla="*/ 54549 h 238030"/>
                  <a:gd name="connsiteX36" fmla="*/ 218621 w 245119"/>
                  <a:gd name="connsiteY36" fmla="*/ 64467 h 238030"/>
                  <a:gd name="connsiteX37" fmla="*/ 243411 w 245119"/>
                  <a:gd name="connsiteY37" fmla="*/ 88022 h 238030"/>
                  <a:gd name="connsiteX38" fmla="*/ 237213 w 245119"/>
                  <a:gd name="connsiteY38" fmla="*/ 122734 h 238030"/>
                  <a:gd name="connsiteX39" fmla="*/ 216141 w 245119"/>
                  <a:gd name="connsiteY39" fmla="*/ 148769 h 238030"/>
                  <a:gd name="connsiteX40" fmla="*/ 212423 w 245119"/>
                  <a:gd name="connsiteY40" fmla="*/ 154968 h 238030"/>
                  <a:gd name="connsiteX41" fmla="*/ 211185 w 245119"/>
                  <a:gd name="connsiteY41" fmla="*/ 163646 h 238030"/>
                  <a:gd name="connsiteX42" fmla="*/ 212423 w 245119"/>
                  <a:gd name="connsiteY42" fmla="*/ 198359 h 238030"/>
                  <a:gd name="connsiteX43" fmla="*/ 197549 w 245119"/>
                  <a:gd name="connsiteY43" fmla="*/ 230592 h 238030"/>
                  <a:gd name="connsiteX44" fmla="*/ 176477 w 245119"/>
                  <a:gd name="connsiteY44" fmla="*/ 238030 h 238030"/>
                  <a:gd name="connsiteX45" fmla="*/ 162843 w 245119"/>
                  <a:gd name="connsiteY45" fmla="*/ 234311 h 238030"/>
                  <a:gd name="connsiteX46" fmla="*/ 130617 w 245119"/>
                  <a:gd name="connsiteY46" fmla="*/ 223153 h 238030"/>
                  <a:gd name="connsiteX47" fmla="*/ 114503 w 245119"/>
                  <a:gd name="connsiteY47" fmla="*/ 223153 h 238030"/>
                  <a:gd name="connsiteX48" fmla="*/ 83515 w 245119"/>
                  <a:gd name="connsiteY48" fmla="*/ 234311 h 238030"/>
                  <a:gd name="connsiteX49" fmla="*/ 48809 w 245119"/>
                  <a:gd name="connsiteY49" fmla="*/ 230592 h 238030"/>
                  <a:gd name="connsiteX50" fmla="*/ 32697 w 245119"/>
                  <a:gd name="connsiteY50" fmla="*/ 198359 h 238030"/>
                  <a:gd name="connsiteX51" fmla="*/ 33935 w 245119"/>
                  <a:gd name="connsiteY51" fmla="*/ 163646 h 238030"/>
                  <a:gd name="connsiteX52" fmla="*/ 33935 w 245119"/>
                  <a:gd name="connsiteY52" fmla="*/ 154968 h 238030"/>
                  <a:gd name="connsiteX53" fmla="*/ 30217 w 245119"/>
                  <a:gd name="connsiteY53" fmla="*/ 148769 h 238030"/>
                  <a:gd name="connsiteX54" fmla="*/ 7905 w 245119"/>
                  <a:gd name="connsiteY54" fmla="*/ 122734 h 238030"/>
                  <a:gd name="connsiteX55" fmla="*/ 1709 w 245119"/>
                  <a:gd name="connsiteY55" fmla="*/ 89261 h 238030"/>
                  <a:gd name="connsiteX56" fmla="*/ 26499 w 245119"/>
                  <a:gd name="connsiteY56" fmla="*/ 64467 h 238030"/>
                  <a:gd name="connsiteX57" fmla="*/ 61205 w 245119"/>
                  <a:gd name="connsiteY57" fmla="*/ 54549 h 238030"/>
                  <a:gd name="connsiteX58" fmla="*/ 67401 w 245119"/>
                  <a:gd name="connsiteY58" fmla="*/ 50830 h 238030"/>
                  <a:gd name="connsiteX59" fmla="*/ 72361 w 245119"/>
                  <a:gd name="connsiteY59" fmla="*/ 44631 h 238030"/>
                  <a:gd name="connsiteX60" fmla="*/ 92193 w 245119"/>
                  <a:gd name="connsiteY60" fmla="*/ 17357 h 238030"/>
                  <a:gd name="connsiteX61" fmla="*/ 123179 w 245119"/>
                  <a:gd name="connsiteY61" fmla="*/ 0 h 2380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</a:cxnLst>
                <a:rect l="l" t="t" r="r" b="b"/>
                <a:pathLst>
                  <a:path w="245119" h="238030">
                    <a:moveTo>
                      <a:pt x="123177" y="14958"/>
                    </a:moveTo>
                    <a:cubicBezTo>
                      <a:pt x="115745" y="14958"/>
                      <a:pt x="108313" y="18675"/>
                      <a:pt x="104597" y="24869"/>
                    </a:cubicBezTo>
                    <a:lnTo>
                      <a:pt x="84777" y="53361"/>
                    </a:lnTo>
                    <a:cubicBezTo>
                      <a:pt x="83539" y="57078"/>
                      <a:pt x="79823" y="60794"/>
                      <a:pt x="76107" y="62033"/>
                    </a:cubicBezTo>
                    <a:cubicBezTo>
                      <a:pt x="72391" y="65749"/>
                      <a:pt x="68675" y="66988"/>
                      <a:pt x="64959" y="68227"/>
                    </a:cubicBezTo>
                    <a:lnTo>
                      <a:pt x="30275" y="78138"/>
                    </a:lnTo>
                    <a:cubicBezTo>
                      <a:pt x="22843" y="80615"/>
                      <a:pt x="17889" y="85570"/>
                      <a:pt x="15411" y="93003"/>
                    </a:cubicBezTo>
                    <a:cubicBezTo>
                      <a:pt x="12935" y="100436"/>
                      <a:pt x="14173" y="107869"/>
                      <a:pt x="19127" y="114063"/>
                    </a:cubicBezTo>
                    <a:lnTo>
                      <a:pt x="40185" y="140078"/>
                    </a:lnTo>
                    <a:cubicBezTo>
                      <a:pt x="43901" y="143794"/>
                      <a:pt x="46379" y="147511"/>
                      <a:pt x="47617" y="151227"/>
                    </a:cubicBezTo>
                    <a:cubicBezTo>
                      <a:pt x="48855" y="154944"/>
                      <a:pt x="48855" y="159899"/>
                      <a:pt x="48855" y="164854"/>
                    </a:cubicBezTo>
                    <a:lnTo>
                      <a:pt x="47617" y="199541"/>
                    </a:lnTo>
                    <a:cubicBezTo>
                      <a:pt x="47617" y="206974"/>
                      <a:pt x="50095" y="214407"/>
                      <a:pt x="56287" y="218123"/>
                    </a:cubicBezTo>
                    <a:cubicBezTo>
                      <a:pt x="63719" y="223078"/>
                      <a:pt x="71153" y="224317"/>
                      <a:pt x="77345" y="221839"/>
                    </a:cubicBezTo>
                    <a:lnTo>
                      <a:pt x="109551" y="209451"/>
                    </a:lnTo>
                    <a:cubicBezTo>
                      <a:pt x="114505" y="206974"/>
                      <a:pt x="118221" y="206974"/>
                      <a:pt x="123177" y="206974"/>
                    </a:cubicBezTo>
                    <a:cubicBezTo>
                      <a:pt x="128131" y="206974"/>
                      <a:pt x="131847" y="206974"/>
                      <a:pt x="135563" y="209451"/>
                    </a:cubicBezTo>
                    <a:lnTo>
                      <a:pt x="167769" y="221839"/>
                    </a:lnTo>
                    <a:cubicBezTo>
                      <a:pt x="175201" y="224317"/>
                      <a:pt x="182633" y="223078"/>
                      <a:pt x="188827" y="218123"/>
                    </a:cubicBezTo>
                    <a:cubicBezTo>
                      <a:pt x="195019" y="214407"/>
                      <a:pt x="198735" y="206974"/>
                      <a:pt x="198735" y="199541"/>
                    </a:cubicBezTo>
                    <a:lnTo>
                      <a:pt x="196259" y="164854"/>
                    </a:lnTo>
                    <a:cubicBezTo>
                      <a:pt x="196259" y="159899"/>
                      <a:pt x="197497" y="154944"/>
                      <a:pt x="198735" y="151227"/>
                    </a:cubicBezTo>
                    <a:cubicBezTo>
                      <a:pt x="199975" y="147511"/>
                      <a:pt x="201213" y="143794"/>
                      <a:pt x="204929" y="140078"/>
                    </a:cubicBezTo>
                    <a:lnTo>
                      <a:pt x="225987" y="114063"/>
                    </a:lnTo>
                    <a:cubicBezTo>
                      <a:pt x="230941" y="107869"/>
                      <a:pt x="232179" y="100436"/>
                      <a:pt x="229703" y="93003"/>
                    </a:cubicBezTo>
                    <a:cubicBezTo>
                      <a:pt x="227225" y="85570"/>
                      <a:pt x="222271" y="80615"/>
                      <a:pt x="214839" y="78138"/>
                    </a:cubicBezTo>
                    <a:lnTo>
                      <a:pt x="180155" y="68227"/>
                    </a:lnTo>
                    <a:cubicBezTo>
                      <a:pt x="176439" y="66988"/>
                      <a:pt x="172723" y="65749"/>
                      <a:pt x="169007" y="62033"/>
                    </a:cubicBezTo>
                    <a:cubicBezTo>
                      <a:pt x="165291" y="60794"/>
                      <a:pt x="162813" y="57078"/>
                      <a:pt x="160337" y="53361"/>
                    </a:cubicBezTo>
                    <a:lnTo>
                      <a:pt x="141757" y="24869"/>
                    </a:lnTo>
                    <a:cubicBezTo>
                      <a:pt x="136801" y="18675"/>
                      <a:pt x="130609" y="14958"/>
                      <a:pt x="123177" y="14958"/>
                    </a:cubicBezTo>
                    <a:close/>
                    <a:moveTo>
                      <a:pt x="123179" y="0"/>
                    </a:moveTo>
                    <a:cubicBezTo>
                      <a:pt x="135575" y="0"/>
                      <a:pt x="146729" y="6199"/>
                      <a:pt x="152927" y="17357"/>
                    </a:cubicBezTo>
                    <a:lnTo>
                      <a:pt x="172759" y="44631"/>
                    </a:lnTo>
                    <a:cubicBezTo>
                      <a:pt x="173999" y="47110"/>
                      <a:pt x="176477" y="49590"/>
                      <a:pt x="177717" y="50830"/>
                    </a:cubicBezTo>
                    <a:cubicBezTo>
                      <a:pt x="180197" y="53309"/>
                      <a:pt x="182675" y="54549"/>
                      <a:pt x="185155" y="54549"/>
                    </a:cubicBezTo>
                    <a:lnTo>
                      <a:pt x="218621" y="64467"/>
                    </a:lnTo>
                    <a:cubicBezTo>
                      <a:pt x="231017" y="68186"/>
                      <a:pt x="239693" y="76864"/>
                      <a:pt x="243411" y="88022"/>
                    </a:cubicBezTo>
                    <a:cubicBezTo>
                      <a:pt x="247129" y="100419"/>
                      <a:pt x="244651" y="112817"/>
                      <a:pt x="237213" y="122734"/>
                    </a:cubicBezTo>
                    <a:lnTo>
                      <a:pt x="216141" y="148769"/>
                    </a:lnTo>
                    <a:cubicBezTo>
                      <a:pt x="213663" y="151248"/>
                      <a:pt x="213663" y="153728"/>
                      <a:pt x="212423" y="154968"/>
                    </a:cubicBezTo>
                    <a:cubicBezTo>
                      <a:pt x="211185" y="158687"/>
                      <a:pt x="211185" y="161166"/>
                      <a:pt x="211185" y="163646"/>
                    </a:cubicBezTo>
                    <a:lnTo>
                      <a:pt x="212423" y="198359"/>
                    </a:lnTo>
                    <a:cubicBezTo>
                      <a:pt x="213663" y="210756"/>
                      <a:pt x="207465" y="223153"/>
                      <a:pt x="197549" y="230592"/>
                    </a:cubicBezTo>
                    <a:cubicBezTo>
                      <a:pt x="190113" y="235551"/>
                      <a:pt x="183915" y="238030"/>
                      <a:pt x="176477" y="238030"/>
                    </a:cubicBezTo>
                    <a:cubicBezTo>
                      <a:pt x="171521" y="238030"/>
                      <a:pt x="166561" y="236791"/>
                      <a:pt x="162843" y="234311"/>
                    </a:cubicBezTo>
                    <a:lnTo>
                      <a:pt x="130617" y="223153"/>
                    </a:lnTo>
                    <a:cubicBezTo>
                      <a:pt x="125659" y="220674"/>
                      <a:pt x="120701" y="220674"/>
                      <a:pt x="114503" y="223153"/>
                    </a:cubicBezTo>
                    <a:lnTo>
                      <a:pt x="83515" y="234311"/>
                    </a:lnTo>
                    <a:cubicBezTo>
                      <a:pt x="71121" y="239270"/>
                      <a:pt x="58725" y="238030"/>
                      <a:pt x="48809" y="230592"/>
                    </a:cubicBezTo>
                    <a:cubicBezTo>
                      <a:pt x="37653" y="223153"/>
                      <a:pt x="32697" y="210756"/>
                      <a:pt x="32697" y="198359"/>
                    </a:cubicBezTo>
                    <a:lnTo>
                      <a:pt x="33935" y="163646"/>
                    </a:lnTo>
                    <a:cubicBezTo>
                      <a:pt x="33935" y="161166"/>
                      <a:pt x="33935" y="158687"/>
                      <a:pt x="33935" y="154968"/>
                    </a:cubicBezTo>
                    <a:cubicBezTo>
                      <a:pt x="32697" y="153728"/>
                      <a:pt x="31457" y="151248"/>
                      <a:pt x="30217" y="148769"/>
                    </a:cubicBezTo>
                    <a:lnTo>
                      <a:pt x="7905" y="122734"/>
                    </a:lnTo>
                    <a:cubicBezTo>
                      <a:pt x="469" y="112817"/>
                      <a:pt x="-2011" y="100419"/>
                      <a:pt x="1709" y="89261"/>
                    </a:cubicBezTo>
                    <a:cubicBezTo>
                      <a:pt x="5427" y="76864"/>
                      <a:pt x="14103" y="68186"/>
                      <a:pt x="26499" y="64467"/>
                    </a:cubicBezTo>
                    <a:lnTo>
                      <a:pt x="61205" y="54549"/>
                    </a:lnTo>
                    <a:cubicBezTo>
                      <a:pt x="63683" y="54549"/>
                      <a:pt x="64923" y="53309"/>
                      <a:pt x="67401" y="50830"/>
                    </a:cubicBezTo>
                    <a:cubicBezTo>
                      <a:pt x="69881" y="49590"/>
                      <a:pt x="71121" y="47110"/>
                      <a:pt x="72361" y="44631"/>
                    </a:cubicBezTo>
                    <a:lnTo>
                      <a:pt x="92193" y="17357"/>
                    </a:lnTo>
                    <a:cubicBezTo>
                      <a:pt x="98389" y="6199"/>
                      <a:pt x="110785" y="0"/>
                      <a:pt x="12317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7FE78D0-86C4-CB4C-A6CF-1612AB0A5585}"/>
                </a:ext>
              </a:extLst>
            </p:cNvPr>
            <p:cNvGrpSpPr/>
            <p:nvPr/>
          </p:nvGrpSpPr>
          <p:grpSpPr>
            <a:xfrm>
              <a:off x="19385763" y="7670542"/>
              <a:ext cx="303974" cy="302834"/>
              <a:chOff x="19385763" y="7670542"/>
              <a:chExt cx="303974" cy="302834"/>
            </a:xfrm>
          </p:grpSpPr>
          <p:sp>
            <p:nvSpPr>
              <p:cNvPr id="277" name="Freeform 276">
                <a:extLst>
                  <a:ext uri="{FF2B5EF4-FFF2-40B4-BE49-F238E27FC236}">
                    <a16:creationId xmlns:a16="http://schemas.microsoft.com/office/drawing/2014/main" id="{F28E18B8-D537-B94B-A343-8CCA3B1FB447}"/>
                  </a:ext>
                </a:extLst>
              </p:cNvPr>
              <p:cNvSpPr/>
              <p:nvPr/>
            </p:nvSpPr>
            <p:spPr>
              <a:xfrm>
                <a:off x="19394489" y="7678015"/>
                <a:ext cx="287778" cy="28787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32" h="232">
                    <a:moveTo>
                      <a:pt x="232" y="116"/>
                    </a:moveTo>
                    <a:cubicBezTo>
                      <a:pt x="232" y="180"/>
                      <a:pt x="180" y="232"/>
                      <a:pt x="115" y="232"/>
                    </a:cubicBezTo>
                    <a:cubicBezTo>
                      <a:pt x="52" y="232"/>
                      <a:pt x="0" y="180"/>
                      <a:pt x="0" y="116"/>
                    </a:cubicBezTo>
                    <a:cubicBezTo>
                      <a:pt x="0" y="52"/>
                      <a:pt x="52" y="0"/>
                      <a:pt x="115" y="0"/>
                    </a:cubicBezTo>
                    <a:cubicBezTo>
                      <a:pt x="180" y="0"/>
                      <a:pt x="232" y="52"/>
                      <a:pt x="232" y="116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2" name="Freeform 391">
                <a:extLst>
                  <a:ext uri="{FF2B5EF4-FFF2-40B4-BE49-F238E27FC236}">
                    <a16:creationId xmlns:a16="http://schemas.microsoft.com/office/drawing/2014/main" id="{07348560-C3BD-2F48-8B06-4B12504D3990}"/>
                  </a:ext>
                </a:extLst>
              </p:cNvPr>
              <p:cNvSpPr/>
              <p:nvPr/>
            </p:nvSpPr>
            <p:spPr>
              <a:xfrm>
                <a:off x="19385763" y="7670542"/>
                <a:ext cx="303974" cy="302834"/>
              </a:xfrm>
              <a:custGeom>
                <a:avLst/>
                <a:gdLst>
                  <a:gd name="connsiteX0" fmla="*/ 151370 w 303974"/>
                  <a:gd name="connsiteY0" fmla="*/ 14951 h 302834"/>
                  <a:gd name="connsiteX1" fmla="*/ 14954 w 303974"/>
                  <a:gd name="connsiteY1" fmla="*/ 151413 h 302834"/>
                  <a:gd name="connsiteX2" fmla="*/ 151370 w 303974"/>
                  <a:gd name="connsiteY2" fmla="*/ 287875 h 302834"/>
                  <a:gd name="connsiteX3" fmla="*/ 289028 w 303974"/>
                  <a:gd name="connsiteY3" fmla="*/ 151413 h 302834"/>
                  <a:gd name="connsiteX4" fmla="*/ 151370 w 303974"/>
                  <a:gd name="connsiteY4" fmla="*/ 14951 h 302834"/>
                  <a:gd name="connsiteX5" fmla="*/ 151368 w 303974"/>
                  <a:gd name="connsiteY5" fmla="*/ 0 h 302834"/>
                  <a:gd name="connsiteX6" fmla="*/ 303974 w 303974"/>
                  <a:gd name="connsiteY6" fmla="*/ 151417 h 302834"/>
                  <a:gd name="connsiteX7" fmla="*/ 151368 w 303974"/>
                  <a:gd name="connsiteY7" fmla="*/ 302834 h 302834"/>
                  <a:gd name="connsiteX8" fmla="*/ 0 w 303974"/>
                  <a:gd name="connsiteY8" fmla="*/ 151417 h 302834"/>
                  <a:gd name="connsiteX9" fmla="*/ 151368 w 303974"/>
                  <a:gd name="connsiteY9" fmla="*/ 0 h 302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3974" h="302834">
                    <a:moveTo>
                      <a:pt x="151370" y="14951"/>
                    </a:moveTo>
                    <a:cubicBezTo>
                      <a:pt x="76962" y="14951"/>
                      <a:pt x="14954" y="75739"/>
                      <a:pt x="14954" y="151413"/>
                    </a:cubicBezTo>
                    <a:cubicBezTo>
                      <a:pt x="14954" y="227088"/>
                      <a:pt x="76962" y="287875"/>
                      <a:pt x="151370" y="287875"/>
                    </a:cubicBezTo>
                    <a:cubicBezTo>
                      <a:pt x="227020" y="287875"/>
                      <a:pt x="289028" y="227088"/>
                      <a:pt x="289028" y="151413"/>
                    </a:cubicBezTo>
                    <a:cubicBezTo>
                      <a:pt x="289028" y="75739"/>
                      <a:pt x="227020" y="14951"/>
                      <a:pt x="151370" y="14951"/>
                    </a:cubicBezTo>
                    <a:close/>
                    <a:moveTo>
                      <a:pt x="151368" y="0"/>
                    </a:moveTo>
                    <a:cubicBezTo>
                      <a:pt x="234494" y="0"/>
                      <a:pt x="303974" y="68262"/>
                      <a:pt x="303974" y="151417"/>
                    </a:cubicBezTo>
                    <a:cubicBezTo>
                      <a:pt x="303974" y="234572"/>
                      <a:pt x="234494" y="302834"/>
                      <a:pt x="151368" y="302834"/>
                    </a:cubicBezTo>
                    <a:cubicBezTo>
                      <a:pt x="68240" y="302834"/>
                      <a:pt x="0" y="234572"/>
                      <a:pt x="0" y="151417"/>
                    </a:cubicBezTo>
                    <a:cubicBezTo>
                      <a:pt x="0" y="68262"/>
                      <a:pt x="68240" y="0"/>
                      <a:pt x="15136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0" name="Freeform 279">
                <a:extLst>
                  <a:ext uri="{FF2B5EF4-FFF2-40B4-BE49-F238E27FC236}">
                    <a16:creationId xmlns:a16="http://schemas.microsoft.com/office/drawing/2014/main" id="{78A44DEC-8A29-E945-8273-8B7CE9F0D1C3}"/>
                  </a:ext>
                </a:extLst>
              </p:cNvPr>
              <p:cNvSpPr/>
              <p:nvPr/>
            </p:nvSpPr>
            <p:spPr>
              <a:xfrm>
                <a:off x="19458024" y="7761516"/>
                <a:ext cx="160707" cy="12088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30" h="98">
                    <a:moveTo>
                      <a:pt x="37" y="98"/>
                    </a:moveTo>
                    <a:cubicBezTo>
                      <a:pt x="35" y="98"/>
                      <a:pt x="34" y="98"/>
                      <a:pt x="33" y="96"/>
                    </a:cubicBezTo>
                    <a:lnTo>
                      <a:pt x="1" y="65"/>
                    </a:lnTo>
                    <a:cubicBezTo>
                      <a:pt x="0" y="63"/>
                      <a:pt x="0" y="60"/>
                      <a:pt x="1" y="57"/>
                    </a:cubicBezTo>
                    <a:cubicBezTo>
                      <a:pt x="4" y="55"/>
                      <a:pt x="8" y="55"/>
                      <a:pt x="9" y="57"/>
                    </a:cubicBezTo>
                    <a:lnTo>
                      <a:pt x="37" y="84"/>
                    </a:lnTo>
                    <a:lnTo>
                      <a:pt x="119" y="1"/>
                    </a:lnTo>
                    <a:cubicBezTo>
                      <a:pt x="122" y="0"/>
                      <a:pt x="125" y="0"/>
                      <a:pt x="128" y="1"/>
                    </a:cubicBezTo>
                    <a:cubicBezTo>
                      <a:pt x="130" y="3"/>
                      <a:pt x="130" y="7"/>
                      <a:pt x="128" y="9"/>
                    </a:cubicBezTo>
                    <a:lnTo>
                      <a:pt x="40" y="96"/>
                    </a:lnTo>
                    <a:cubicBezTo>
                      <a:pt x="40" y="98"/>
                      <a:pt x="38" y="98"/>
                      <a:pt x="37" y="9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91656ED-9EFC-8844-84FB-6B7ED6D835B3}"/>
                </a:ext>
              </a:extLst>
            </p:cNvPr>
            <p:cNvGrpSpPr/>
            <p:nvPr/>
          </p:nvGrpSpPr>
          <p:grpSpPr>
            <a:xfrm>
              <a:off x="20291456" y="5817399"/>
              <a:ext cx="1838788" cy="499737"/>
              <a:chOff x="20291456" y="5817399"/>
              <a:chExt cx="1838788" cy="499737"/>
            </a:xfrm>
          </p:grpSpPr>
          <p:sp>
            <p:nvSpPr>
              <p:cNvPr id="281" name="Freeform 280">
                <a:extLst>
                  <a:ext uri="{FF2B5EF4-FFF2-40B4-BE49-F238E27FC236}">
                    <a16:creationId xmlns:a16="http://schemas.microsoft.com/office/drawing/2014/main" id="{BD1054B5-E61B-594A-A14F-B0A61773FB1C}"/>
                  </a:ext>
                </a:extLst>
              </p:cNvPr>
              <p:cNvSpPr/>
              <p:nvPr/>
            </p:nvSpPr>
            <p:spPr>
              <a:xfrm>
                <a:off x="20298930" y="5824872"/>
                <a:ext cx="1823839" cy="24176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5" h="195">
                    <a:moveTo>
                      <a:pt x="1439" y="25"/>
                    </a:moveTo>
                    <a:cubicBezTo>
                      <a:pt x="1423" y="9"/>
                      <a:pt x="1401" y="0"/>
                      <a:pt x="1378" y="0"/>
                    </a:cubicBezTo>
                    <a:lnTo>
                      <a:pt x="732" y="0"/>
                    </a:lnTo>
                    <a:lnTo>
                      <a:pt x="87" y="0"/>
                    </a:lnTo>
                    <a:cubicBezTo>
                      <a:pt x="63" y="0"/>
                      <a:pt x="41" y="9"/>
                      <a:pt x="25" y="25"/>
                    </a:cubicBezTo>
                    <a:cubicBezTo>
                      <a:pt x="9" y="41"/>
                      <a:pt x="0" y="63"/>
                      <a:pt x="0" y="87"/>
                    </a:cubicBezTo>
                    <a:lnTo>
                      <a:pt x="0" y="195"/>
                    </a:lnTo>
                    <a:lnTo>
                      <a:pt x="1465" y="195"/>
                    </a:lnTo>
                    <a:lnTo>
                      <a:pt x="1465" y="87"/>
                    </a:lnTo>
                    <a:cubicBezTo>
                      <a:pt x="1465" y="63"/>
                      <a:pt x="1455" y="41"/>
                      <a:pt x="1439" y="25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3" name="Freeform 392">
                <a:extLst>
                  <a:ext uri="{FF2B5EF4-FFF2-40B4-BE49-F238E27FC236}">
                    <a16:creationId xmlns:a16="http://schemas.microsoft.com/office/drawing/2014/main" id="{75003F44-4844-9F47-84AF-88B843E3A326}"/>
                  </a:ext>
                </a:extLst>
              </p:cNvPr>
              <p:cNvSpPr/>
              <p:nvPr/>
            </p:nvSpPr>
            <p:spPr>
              <a:xfrm>
                <a:off x="20291456" y="5817399"/>
                <a:ext cx="1838788" cy="255477"/>
              </a:xfrm>
              <a:custGeom>
                <a:avLst/>
                <a:gdLst>
                  <a:gd name="connsiteX0" fmla="*/ 115792 w 1838788"/>
                  <a:gd name="connsiteY0" fmla="*/ 13708 h 255477"/>
                  <a:gd name="connsiteX1" fmla="*/ 43586 w 1838788"/>
                  <a:gd name="connsiteY1" fmla="*/ 43455 h 255477"/>
                  <a:gd name="connsiteX2" fmla="*/ 13708 w 1838788"/>
                  <a:gd name="connsiteY2" fmla="*/ 115344 h 255477"/>
                  <a:gd name="connsiteX3" fmla="*/ 13708 w 1838788"/>
                  <a:gd name="connsiteY3" fmla="*/ 241768 h 255477"/>
                  <a:gd name="connsiteX4" fmla="*/ 1823840 w 1838788"/>
                  <a:gd name="connsiteY4" fmla="*/ 241768 h 255477"/>
                  <a:gd name="connsiteX5" fmla="*/ 1823840 w 1838788"/>
                  <a:gd name="connsiteY5" fmla="*/ 115344 h 255477"/>
                  <a:gd name="connsiteX6" fmla="*/ 1795206 w 1838788"/>
                  <a:gd name="connsiteY6" fmla="*/ 43455 h 255477"/>
                  <a:gd name="connsiteX7" fmla="*/ 1723000 w 1838788"/>
                  <a:gd name="connsiteY7" fmla="*/ 13708 h 255477"/>
                  <a:gd name="connsiteX8" fmla="*/ 115780 w 1838788"/>
                  <a:gd name="connsiteY8" fmla="*/ 0 h 255477"/>
                  <a:gd name="connsiteX9" fmla="*/ 1723008 w 1838788"/>
                  <a:gd name="connsiteY9" fmla="*/ 0 h 255477"/>
                  <a:gd name="connsiteX10" fmla="*/ 1803930 w 1838788"/>
                  <a:gd name="connsiteY10" fmla="*/ 33485 h 255477"/>
                  <a:gd name="connsiteX11" fmla="*/ 1838788 w 1838788"/>
                  <a:gd name="connsiteY11" fmla="*/ 115337 h 255477"/>
                  <a:gd name="connsiteX12" fmla="*/ 1838788 w 1838788"/>
                  <a:gd name="connsiteY12" fmla="*/ 249276 h 255477"/>
                  <a:gd name="connsiteX13" fmla="*/ 1831320 w 1838788"/>
                  <a:gd name="connsiteY13" fmla="*/ 255477 h 255477"/>
                  <a:gd name="connsiteX14" fmla="*/ 7470 w 1838788"/>
                  <a:gd name="connsiteY14" fmla="*/ 255477 h 255477"/>
                  <a:gd name="connsiteX15" fmla="*/ 0 w 1838788"/>
                  <a:gd name="connsiteY15" fmla="*/ 249276 h 255477"/>
                  <a:gd name="connsiteX16" fmla="*/ 0 w 1838788"/>
                  <a:gd name="connsiteY16" fmla="*/ 115337 h 255477"/>
                  <a:gd name="connsiteX17" fmla="*/ 33614 w 1838788"/>
                  <a:gd name="connsiteY17" fmla="*/ 33485 h 255477"/>
                  <a:gd name="connsiteX18" fmla="*/ 115780 w 1838788"/>
                  <a:gd name="connsiteY18" fmla="*/ 0 h 255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38788" h="255477">
                    <a:moveTo>
                      <a:pt x="115792" y="13708"/>
                    </a:moveTo>
                    <a:cubicBezTo>
                      <a:pt x="88402" y="13708"/>
                      <a:pt x="63504" y="24863"/>
                      <a:pt x="43586" y="43455"/>
                    </a:cubicBezTo>
                    <a:cubicBezTo>
                      <a:pt x="24912" y="63287"/>
                      <a:pt x="13708" y="88076"/>
                      <a:pt x="13708" y="115344"/>
                    </a:cubicBezTo>
                    <a:lnTo>
                      <a:pt x="13708" y="241768"/>
                    </a:lnTo>
                    <a:lnTo>
                      <a:pt x="1823840" y="241768"/>
                    </a:lnTo>
                    <a:lnTo>
                      <a:pt x="1823840" y="115344"/>
                    </a:lnTo>
                    <a:cubicBezTo>
                      <a:pt x="1823840" y="88076"/>
                      <a:pt x="1813880" y="63287"/>
                      <a:pt x="1795206" y="43455"/>
                    </a:cubicBezTo>
                    <a:cubicBezTo>
                      <a:pt x="1775286" y="24863"/>
                      <a:pt x="1750388" y="13708"/>
                      <a:pt x="1723000" y="13708"/>
                    </a:cubicBezTo>
                    <a:close/>
                    <a:moveTo>
                      <a:pt x="115780" y="0"/>
                    </a:moveTo>
                    <a:lnTo>
                      <a:pt x="1723008" y="0"/>
                    </a:lnTo>
                    <a:cubicBezTo>
                      <a:pt x="1752888" y="0"/>
                      <a:pt x="1782766" y="11162"/>
                      <a:pt x="1803930" y="33485"/>
                    </a:cubicBezTo>
                    <a:cubicBezTo>
                      <a:pt x="1826340" y="55808"/>
                      <a:pt x="1838788" y="84332"/>
                      <a:pt x="1838788" y="115337"/>
                    </a:cubicBezTo>
                    <a:lnTo>
                      <a:pt x="1838788" y="249276"/>
                    </a:lnTo>
                    <a:cubicBezTo>
                      <a:pt x="1838788" y="252997"/>
                      <a:pt x="1836300" y="255477"/>
                      <a:pt x="1831320" y="255477"/>
                    </a:cubicBezTo>
                    <a:lnTo>
                      <a:pt x="7470" y="255477"/>
                    </a:lnTo>
                    <a:cubicBezTo>
                      <a:pt x="2490" y="255477"/>
                      <a:pt x="0" y="252997"/>
                      <a:pt x="0" y="249276"/>
                    </a:cubicBezTo>
                    <a:lnTo>
                      <a:pt x="0" y="115337"/>
                    </a:lnTo>
                    <a:cubicBezTo>
                      <a:pt x="0" y="84332"/>
                      <a:pt x="11204" y="55808"/>
                      <a:pt x="33614" y="33485"/>
                    </a:cubicBezTo>
                    <a:cubicBezTo>
                      <a:pt x="56022" y="11162"/>
                      <a:pt x="84656" y="0"/>
                      <a:pt x="1157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4" name="Freeform 393">
                <a:extLst>
                  <a:ext uri="{FF2B5EF4-FFF2-40B4-BE49-F238E27FC236}">
                    <a16:creationId xmlns:a16="http://schemas.microsoft.com/office/drawing/2014/main" id="{92EADCEF-73DB-EA4F-A835-8D685601ABAF}"/>
                  </a:ext>
                </a:extLst>
              </p:cNvPr>
              <p:cNvSpPr/>
              <p:nvPr/>
            </p:nvSpPr>
            <p:spPr>
              <a:xfrm>
                <a:off x="20291456" y="6060413"/>
                <a:ext cx="1838788" cy="256723"/>
              </a:xfrm>
              <a:custGeom>
                <a:avLst/>
                <a:gdLst>
                  <a:gd name="connsiteX0" fmla="*/ 13708 w 1838788"/>
                  <a:gd name="connsiteY0" fmla="*/ 13709 h 256723"/>
                  <a:gd name="connsiteX1" fmla="*/ 13708 w 1838788"/>
                  <a:gd name="connsiteY1" fmla="*/ 140134 h 256723"/>
                  <a:gd name="connsiteX2" fmla="*/ 43586 w 1838788"/>
                  <a:gd name="connsiteY2" fmla="*/ 212022 h 256723"/>
                  <a:gd name="connsiteX3" fmla="*/ 115792 w 1838788"/>
                  <a:gd name="connsiteY3" fmla="*/ 241769 h 256723"/>
                  <a:gd name="connsiteX4" fmla="*/ 1723000 w 1838788"/>
                  <a:gd name="connsiteY4" fmla="*/ 241769 h 256723"/>
                  <a:gd name="connsiteX5" fmla="*/ 1795206 w 1838788"/>
                  <a:gd name="connsiteY5" fmla="*/ 212022 h 256723"/>
                  <a:gd name="connsiteX6" fmla="*/ 1823840 w 1838788"/>
                  <a:gd name="connsiteY6" fmla="*/ 140134 h 256723"/>
                  <a:gd name="connsiteX7" fmla="*/ 1823840 w 1838788"/>
                  <a:gd name="connsiteY7" fmla="*/ 13709 h 256723"/>
                  <a:gd name="connsiteX8" fmla="*/ 7470 w 1838788"/>
                  <a:gd name="connsiteY8" fmla="*/ 0 h 256723"/>
                  <a:gd name="connsiteX9" fmla="*/ 1831320 w 1838788"/>
                  <a:gd name="connsiteY9" fmla="*/ 0 h 256723"/>
                  <a:gd name="connsiteX10" fmla="*/ 1838788 w 1838788"/>
                  <a:gd name="connsiteY10" fmla="*/ 7441 h 256723"/>
                  <a:gd name="connsiteX11" fmla="*/ 1838788 w 1838788"/>
                  <a:gd name="connsiteY11" fmla="*/ 140144 h 256723"/>
                  <a:gd name="connsiteX12" fmla="*/ 1803930 w 1838788"/>
                  <a:gd name="connsiteY12" fmla="*/ 221997 h 256723"/>
                  <a:gd name="connsiteX13" fmla="*/ 1723008 w 1838788"/>
                  <a:gd name="connsiteY13" fmla="*/ 256723 h 256723"/>
                  <a:gd name="connsiteX14" fmla="*/ 115780 w 1838788"/>
                  <a:gd name="connsiteY14" fmla="*/ 256723 h 256723"/>
                  <a:gd name="connsiteX15" fmla="*/ 33614 w 1838788"/>
                  <a:gd name="connsiteY15" fmla="*/ 221997 h 256723"/>
                  <a:gd name="connsiteX16" fmla="*/ 0 w 1838788"/>
                  <a:gd name="connsiteY16" fmla="*/ 140144 h 256723"/>
                  <a:gd name="connsiteX17" fmla="*/ 0 w 1838788"/>
                  <a:gd name="connsiteY17" fmla="*/ 7441 h 256723"/>
                  <a:gd name="connsiteX18" fmla="*/ 7470 w 1838788"/>
                  <a:gd name="connsiteY18" fmla="*/ 0 h 256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838788" h="256723">
                    <a:moveTo>
                      <a:pt x="13708" y="13709"/>
                    </a:moveTo>
                    <a:lnTo>
                      <a:pt x="13708" y="140134"/>
                    </a:lnTo>
                    <a:cubicBezTo>
                      <a:pt x="13708" y="167402"/>
                      <a:pt x="24912" y="193430"/>
                      <a:pt x="43586" y="212022"/>
                    </a:cubicBezTo>
                    <a:cubicBezTo>
                      <a:pt x="63504" y="231854"/>
                      <a:pt x="88402" y="241769"/>
                      <a:pt x="115792" y="241769"/>
                    </a:cubicBezTo>
                    <a:lnTo>
                      <a:pt x="1723000" y="241769"/>
                    </a:lnTo>
                    <a:cubicBezTo>
                      <a:pt x="1750388" y="241769"/>
                      <a:pt x="1775286" y="231854"/>
                      <a:pt x="1795206" y="212022"/>
                    </a:cubicBezTo>
                    <a:cubicBezTo>
                      <a:pt x="1813880" y="193430"/>
                      <a:pt x="1823840" y="167402"/>
                      <a:pt x="1823840" y="140134"/>
                    </a:cubicBezTo>
                    <a:lnTo>
                      <a:pt x="1823840" y="13709"/>
                    </a:lnTo>
                    <a:close/>
                    <a:moveTo>
                      <a:pt x="7470" y="0"/>
                    </a:moveTo>
                    <a:lnTo>
                      <a:pt x="1831320" y="0"/>
                    </a:lnTo>
                    <a:cubicBezTo>
                      <a:pt x="1836300" y="0"/>
                      <a:pt x="1838788" y="2481"/>
                      <a:pt x="1838788" y="7441"/>
                    </a:cubicBezTo>
                    <a:lnTo>
                      <a:pt x="1838788" y="140144"/>
                    </a:lnTo>
                    <a:cubicBezTo>
                      <a:pt x="1838788" y="171149"/>
                      <a:pt x="1826340" y="200914"/>
                      <a:pt x="1803930" y="221997"/>
                    </a:cubicBezTo>
                    <a:cubicBezTo>
                      <a:pt x="1782766" y="244321"/>
                      <a:pt x="1752888" y="256723"/>
                      <a:pt x="1723008" y="256723"/>
                    </a:cubicBezTo>
                    <a:lnTo>
                      <a:pt x="115780" y="256723"/>
                    </a:lnTo>
                    <a:cubicBezTo>
                      <a:pt x="84656" y="256723"/>
                      <a:pt x="56022" y="244321"/>
                      <a:pt x="33614" y="221997"/>
                    </a:cubicBezTo>
                    <a:cubicBezTo>
                      <a:pt x="11204" y="200914"/>
                      <a:pt x="0" y="171149"/>
                      <a:pt x="0" y="140144"/>
                    </a:cubicBezTo>
                    <a:lnTo>
                      <a:pt x="0" y="7441"/>
                    </a:lnTo>
                    <a:cubicBezTo>
                      <a:pt x="0" y="2481"/>
                      <a:pt x="2490" y="0"/>
                      <a:pt x="74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200B4143-2383-0C4F-9166-B02650C71CB9}"/>
                  </a:ext>
                </a:extLst>
              </p:cNvPr>
              <p:cNvSpPr/>
              <p:nvPr/>
            </p:nvSpPr>
            <p:spPr>
              <a:xfrm>
                <a:off x="20489536" y="5924571"/>
                <a:ext cx="842155" cy="56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77" h="46">
                    <a:moveTo>
                      <a:pt x="23" y="46"/>
                    </a:moveTo>
                    <a:cubicBezTo>
                      <a:pt x="10" y="46"/>
                      <a:pt x="0" y="36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lnTo>
                      <a:pt x="654" y="0"/>
                    </a:lnTo>
                    <a:cubicBezTo>
                      <a:pt x="667" y="0"/>
                      <a:pt x="677" y="10"/>
                      <a:pt x="677" y="23"/>
                    </a:cubicBezTo>
                    <a:cubicBezTo>
                      <a:pt x="677" y="36"/>
                      <a:pt x="667" y="46"/>
                      <a:pt x="654" y="4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6" name="Freeform 395">
                <a:extLst>
                  <a:ext uri="{FF2B5EF4-FFF2-40B4-BE49-F238E27FC236}">
                    <a16:creationId xmlns:a16="http://schemas.microsoft.com/office/drawing/2014/main" id="{AE200005-8F20-E649-9569-E0122AEF1664}"/>
                  </a:ext>
                </a:extLst>
              </p:cNvPr>
              <p:cNvSpPr/>
              <p:nvPr/>
            </p:nvSpPr>
            <p:spPr>
              <a:xfrm>
                <a:off x="20480820" y="5917097"/>
                <a:ext cx="858348" cy="71035"/>
              </a:xfrm>
              <a:custGeom>
                <a:avLst/>
                <a:gdLst>
                  <a:gd name="connsiteX0" fmla="*/ 37340 w 858348"/>
                  <a:gd name="connsiteY0" fmla="*/ 13708 h 71035"/>
                  <a:gd name="connsiteX1" fmla="*/ 14948 w 858348"/>
                  <a:gd name="connsiteY1" fmla="*/ 35500 h 71035"/>
                  <a:gd name="connsiteX2" fmla="*/ 37340 w 858348"/>
                  <a:gd name="connsiteY2" fmla="*/ 56080 h 71035"/>
                  <a:gd name="connsiteX3" fmla="*/ 822256 w 858348"/>
                  <a:gd name="connsiteY3" fmla="*/ 56080 h 71035"/>
                  <a:gd name="connsiteX4" fmla="*/ 844646 w 858348"/>
                  <a:gd name="connsiteY4" fmla="*/ 35500 h 71035"/>
                  <a:gd name="connsiteX5" fmla="*/ 822256 w 858348"/>
                  <a:gd name="connsiteY5" fmla="*/ 13708 h 71035"/>
                  <a:gd name="connsiteX6" fmla="*/ 37318 w 858348"/>
                  <a:gd name="connsiteY6" fmla="*/ 0 h 71035"/>
                  <a:gd name="connsiteX7" fmla="*/ 822274 w 858348"/>
                  <a:gd name="connsiteY7" fmla="*/ 0 h 71035"/>
                  <a:gd name="connsiteX8" fmla="*/ 858348 w 858348"/>
                  <a:gd name="connsiteY8" fmla="*/ 35518 h 71035"/>
                  <a:gd name="connsiteX9" fmla="*/ 822274 w 858348"/>
                  <a:gd name="connsiteY9" fmla="*/ 71035 h 71035"/>
                  <a:gd name="connsiteX10" fmla="*/ 37318 w 858348"/>
                  <a:gd name="connsiteY10" fmla="*/ 71035 h 71035"/>
                  <a:gd name="connsiteX11" fmla="*/ 0 w 858348"/>
                  <a:gd name="connsiteY11" fmla="*/ 35518 h 71035"/>
                  <a:gd name="connsiteX12" fmla="*/ 37318 w 858348"/>
                  <a:gd name="connsiteY12" fmla="*/ 0 h 71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58348" h="71035">
                    <a:moveTo>
                      <a:pt x="37340" y="13708"/>
                    </a:moveTo>
                    <a:cubicBezTo>
                      <a:pt x="24900" y="13708"/>
                      <a:pt x="14948" y="23393"/>
                      <a:pt x="14948" y="35500"/>
                    </a:cubicBezTo>
                    <a:cubicBezTo>
                      <a:pt x="14948" y="47606"/>
                      <a:pt x="24900" y="56080"/>
                      <a:pt x="37340" y="56080"/>
                    </a:cubicBezTo>
                    <a:lnTo>
                      <a:pt x="822256" y="56080"/>
                    </a:lnTo>
                    <a:cubicBezTo>
                      <a:pt x="834694" y="56080"/>
                      <a:pt x="844646" y="47606"/>
                      <a:pt x="844646" y="35500"/>
                    </a:cubicBezTo>
                    <a:cubicBezTo>
                      <a:pt x="844646" y="23393"/>
                      <a:pt x="834694" y="13708"/>
                      <a:pt x="822256" y="13708"/>
                    </a:cubicBezTo>
                    <a:close/>
                    <a:moveTo>
                      <a:pt x="37318" y="0"/>
                    </a:moveTo>
                    <a:lnTo>
                      <a:pt x="822274" y="0"/>
                    </a:lnTo>
                    <a:cubicBezTo>
                      <a:pt x="842178" y="0"/>
                      <a:pt x="858348" y="15922"/>
                      <a:pt x="858348" y="35518"/>
                    </a:cubicBezTo>
                    <a:cubicBezTo>
                      <a:pt x="858348" y="55114"/>
                      <a:pt x="842178" y="71035"/>
                      <a:pt x="822274" y="71035"/>
                    </a:cubicBezTo>
                    <a:lnTo>
                      <a:pt x="37318" y="71035"/>
                    </a:lnTo>
                    <a:cubicBezTo>
                      <a:pt x="16170" y="71035"/>
                      <a:pt x="0" y="55114"/>
                      <a:pt x="0" y="35518"/>
                    </a:cubicBezTo>
                    <a:cubicBezTo>
                      <a:pt x="0" y="15922"/>
                      <a:pt x="16170" y="0"/>
                      <a:pt x="3731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9" name="Freeform 288">
                <a:extLst>
                  <a:ext uri="{FF2B5EF4-FFF2-40B4-BE49-F238E27FC236}">
                    <a16:creationId xmlns:a16="http://schemas.microsoft.com/office/drawing/2014/main" id="{EB59D354-C3CE-2248-B919-E67CA2D736CD}"/>
                  </a:ext>
                </a:extLst>
              </p:cNvPr>
              <p:cNvSpPr/>
              <p:nvPr/>
            </p:nvSpPr>
            <p:spPr>
              <a:xfrm>
                <a:off x="21468732" y="5924571"/>
                <a:ext cx="387441" cy="56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12" h="46">
                    <a:moveTo>
                      <a:pt x="23" y="46"/>
                    </a:moveTo>
                    <a:cubicBezTo>
                      <a:pt x="10" y="46"/>
                      <a:pt x="0" y="36"/>
                      <a:pt x="0" y="23"/>
                    </a:cubicBezTo>
                    <a:cubicBezTo>
                      <a:pt x="0" y="10"/>
                      <a:pt x="10" y="0"/>
                      <a:pt x="23" y="0"/>
                    </a:cubicBezTo>
                    <a:lnTo>
                      <a:pt x="289" y="0"/>
                    </a:lnTo>
                    <a:cubicBezTo>
                      <a:pt x="302" y="0"/>
                      <a:pt x="312" y="10"/>
                      <a:pt x="312" y="23"/>
                    </a:cubicBezTo>
                    <a:cubicBezTo>
                      <a:pt x="312" y="36"/>
                      <a:pt x="302" y="46"/>
                      <a:pt x="289" y="4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7" name="Freeform 396">
                <a:extLst>
                  <a:ext uri="{FF2B5EF4-FFF2-40B4-BE49-F238E27FC236}">
                    <a16:creationId xmlns:a16="http://schemas.microsoft.com/office/drawing/2014/main" id="{8FFC7FD5-8B91-A24C-9FC3-BCD0FF2201CF}"/>
                  </a:ext>
                </a:extLst>
              </p:cNvPr>
              <p:cNvSpPr/>
              <p:nvPr/>
            </p:nvSpPr>
            <p:spPr>
              <a:xfrm>
                <a:off x="21461254" y="5917097"/>
                <a:ext cx="402390" cy="71035"/>
              </a:xfrm>
              <a:custGeom>
                <a:avLst/>
                <a:gdLst>
                  <a:gd name="connsiteX0" fmla="*/ 36056 w 402390"/>
                  <a:gd name="connsiteY0" fmla="*/ 13708 h 71035"/>
                  <a:gd name="connsiteX1" fmla="*/ 13706 w 402390"/>
                  <a:gd name="connsiteY1" fmla="*/ 35500 h 71035"/>
                  <a:gd name="connsiteX2" fmla="*/ 36056 w 402390"/>
                  <a:gd name="connsiteY2" fmla="*/ 56080 h 71035"/>
                  <a:gd name="connsiteX3" fmla="*/ 366336 w 402390"/>
                  <a:gd name="connsiteY3" fmla="*/ 56080 h 71035"/>
                  <a:gd name="connsiteX4" fmla="*/ 387446 w 402390"/>
                  <a:gd name="connsiteY4" fmla="*/ 35500 h 71035"/>
                  <a:gd name="connsiteX5" fmla="*/ 366336 w 402390"/>
                  <a:gd name="connsiteY5" fmla="*/ 13708 h 71035"/>
                  <a:gd name="connsiteX6" fmla="*/ 36016 w 402390"/>
                  <a:gd name="connsiteY6" fmla="*/ 0 h 71035"/>
                  <a:gd name="connsiteX7" fmla="*/ 366374 w 402390"/>
                  <a:gd name="connsiteY7" fmla="*/ 0 h 71035"/>
                  <a:gd name="connsiteX8" fmla="*/ 402390 w 402390"/>
                  <a:gd name="connsiteY8" fmla="*/ 35518 h 71035"/>
                  <a:gd name="connsiteX9" fmla="*/ 366374 w 402390"/>
                  <a:gd name="connsiteY9" fmla="*/ 71035 h 71035"/>
                  <a:gd name="connsiteX10" fmla="*/ 36016 w 402390"/>
                  <a:gd name="connsiteY10" fmla="*/ 71035 h 71035"/>
                  <a:gd name="connsiteX11" fmla="*/ 0 w 402390"/>
                  <a:gd name="connsiteY11" fmla="*/ 35518 h 71035"/>
                  <a:gd name="connsiteX12" fmla="*/ 36016 w 402390"/>
                  <a:gd name="connsiteY12" fmla="*/ 0 h 71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02390" h="71035">
                    <a:moveTo>
                      <a:pt x="36056" y="13708"/>
                    </a:moveTo>
                    <a:cubicBezTo>
                      <a:pt x="24882" y="13708"/>
                      <a:pt x="13706" y="23393"/>
                      <a:pt x="13706" y="35500"/>
                    </a:cubicBezTo>
                    <a:cubicBezTo>
                      <a:pt x="13706" y="47606"/>
                      <a:pt x="24882" y="56080"/>
                      <a:pt x="36056" y="56080"/>
                    </a:cubicBezTo>
                    <a:lnTo>
                      <a:pt x="366336" y="56080"/>
                    </a:lnTo>
                    <a:cubicBezTo>
                      <a:pt x="377512" y="56080"/>
                      <a:pt x="387446" y="47606"/>
                      <a:pt x="387446" y="35500"/>
                    </a:cubicBezTo>
                    <a:cubicBezTo>
                      <a:pt x="387446" y="23393"/>
                      <a:pt x="377512" y="13708"/>
                      <a:pt x="366336" y="13708"/>
                    </a:cubicBezTo>
                    <a:close/>
                    <a:moveTo>
                      <a:pt x="36016" y="0"/>
                    </a:moveTo>
                    <a:lnTo>
                      <a:pt x="366374" y="0"/>
                    </a:lnTo>
                    <a:cubicBezTo>
                      <a:pt x="386246" y="0"/>
                      <a:pt x="402390" y="15922"/>
                      <a:pt x="402390" y="35518"/>
                    </a:cubicBezTo>
                    <a:cubicBezTo>
                      <a:pt x="402390" y="55114"/>
                      <a:pt x="386246" y="71035"/>
                      <a:pt x="366374" y="71035"/>
                    </a:cubicBezTo>
                    <a:lnTo>
                      <a:pt x="36016" y="71035"/>
                    </a:lnTo>
                    <a:cubicBezTo>
                      <a:pt x="16146" y="71035"/>
                      <a:pt x="0" y="55114"/>
                      <a:pt x="0" y="35518"/>
                    </a:cubicBezTo>
                    <a:cubicBezTo>
                      <a:pt x="0" y="15922"/>
                      <a:pt x="16146" y="0"/>
                      <a:pt x="360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8D3CB4-F93B-0846-8DD7-C482270725C6}"/>
                </a:ext>
              </a:extLst>
            </p:cNvPr>
            <p:cNvGrpSpPr/>
            <p:nvPr/>
          </p:nvGrpSpPr>
          <p:grpSpPr>
            <a:xfrm>
              <a:off x="20325096" y="6526503"/>
              <a:ext cx="847138" cy="847436"/>
              <a:chOff x="20325096" y="6526503"/>
              <a:chExt cx="847138" cy="847436"/>
            </a:xfrm>
          </p:grpSpPr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F61ADED5-619D-3444-BABE-52E7FDF0AC35}"/>
                  </a:ext>
                </a:extLst>
              </p:cNvPr>
              <p:cNvSpPr/>
              <p:nvPr/>
            </p:nvSpPr>
            <p:spPr>
              <a:xfrm>
                <a:off x="20332570" y="6648633"/>
                <a:ext cx="832189" cy="71782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69" h="577">
                    <a:moveTo>
                      <a:pt x="104" y="0"/>
                    </a:moveTo>
                    <a:cubicBezTo>
                      <a:pt x="40" y="61"/>
                      <a:pt x="0" y="147"/>
                      <a:pt x="0" y="242"/>
                    </a:cubicBezTo>
                    <a:cubicBezTo>
                      <a:pt x="0" y="427"/>
                      <a:pt x="150" y="577"/>
                      <a:pt x="335" y="577"/>
                    </a:cubicBezTo>
                    <a:cubicBezTo>
                      <a:pt x="519" y="577"/>
                      <a:pt x="669" y="427"/>
                      <a:pt x="669" y="242"/>
                    </a:cubicBezTo>
                    <a:lnTo>
                      <a:pt x="335" y="242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8" name="Freeform 397">
                <a:extLst>
                  <a:ext uri="{FF2B5EF4-FFF2-40B4-BE49-F238E27FC236}">
                    <a16:creationId xmlns:a16="http://schemas.microsoft.com/office/drawing/2014/main" id="{0EF25B33-E3EB-FC4D-82EE-CD3516429F3D}"/>
                  </a:ext>
                </a:extLst>
              </p:cNvPr>
              <p:cNvSpPr/>
              <p:nvPr/>
            </p:nvSpPr>
            <p:spPr>
              <a:xfrm>
                <a:off x="20325096" y="6641156"/>
                <a:ext cx="847136" cy="732783"/>
              </a:xfrm>
              <a:custGeom>
                <a:avLst/>
                <a:gdLst>
                  <a:gd name="connsiteX0" fmla="*/ 136852 w 847136"/>
                  <a:gd name="connsiteY0" fmla="*/ 17447 h 732783"/>
                  <a:gd name="connsiteX1" fmla="*/ 14948 w 847136"/>
                  <a:gd name="connsiteY1" fmla="*/ 308547 h 732783"/>
                  <a:gd name="connsiteX2" fmla="*/ 424192 w 847136"/>
                  <a:gd name="connsiteY2" fmla="*/ 717828 h 732783"/>
                  <a:gd name="connsiteX3" fmla="*/ 833434 w 847136"/>
                  <a:gd name="connsiteY3" fmla="*/ 316011 h 732783"/>
                  <a:gd name="connsiteX4" fmla="*/ 424192 w 847136"/>
                  <a:gd name="connsiteY4" fmla="*/ 316011 h 732783"/>
                  <a:gd name="connsiteX5" fmla="*/ 417972 w 847136"/>
                  <a:gd name="connsiteY5" fmla="*/ 314767 h 732783"/>
                  <a:gd name="connsiteX6" fmla="*/ 136834 w 847136"/>
                  <a:gd name="connsiteY6" fmla="*/ 0 h 732783"/>
                  <a:gd name="connsiteX7" fmla="*/ 141810 w 847136"/>
                  <a:gd name="connsiteY7" fmla="*/ 2488 h 732783"/>
                  <a:gd name="connsiteX8" fmla="*/ 426678 w 847136"/>
                  <a:gd name="connsiteY8" fmla="*/ 302320 h 732783"/>
                  <a:gd name="connsiteX9" fmla="*/ 839674 w 847136"/>
                  <a:gd name="connsiteY9" fmla="*/ 302320 h 732783"/>
                  <a:gd name="connsiteX10" fmla="*/ 847136 w 847136"/>
                  <a:gd name="connsiteY10" fmla="*/ 308540 h 732783"/>
                  <a:gd name="connsiteX11" fmla="*/ 424190 w 847136"/>
                  <a:gd name="connsiteY11" fmla="*/ 732783 h 732783"/>
                  <a:gd name="connsiteX12" fmla="*/ 0 w 847136"/>
                  <a:gd name="connsiteY12" fmla="*/ 308540 h 732783"/>
                  <a:gd name="connsiteX13" fmla="*/ 131858 w 847136"/>
                  <a:gd name="connsiteY13" fmla="*/ 2488 h 732783"/>
                  <a:gd name="connsiteX14" fmla="*/ 136834 w 847136"/>
                  <a:gd name="connsiteY14" fmla="*/ 0 h 7327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47136" h="732783">
                    <a:moveTo>
                      <a:pt x="136852" y="17447"/>
                    </a:moveTo>
                    <a:cubicBezTo>
                      <a:pt x="58486" y="94576"/>
                      <a:pt x="14948" y="199074"/>
                      <a:pt x="14948" y="308547"/>
                    </a:cubicBezTo>
                    <a:cubicBezTo>
                      <a:pt x="14948" y="534958"/>
                      <a:pt x="199046" y="717828"/>
                      <a:pt x="424192" y="717828"/>
                    </a:cubicBezTo>
                    <a:cubicBezTo>
                      <a:pt x="646850" y="717828"/>
                      <a:pt x="829702" y="538690"/>
                      <a:pt x="833434" y="316011"/>
                    </a:cubicBezTo>
                    <a:lnTo>
                      <a:pt x="424192" y="316011"/>
                    </a:lnTo>
                    <a:cubicBezTo>
                      <a:pt x="422948" y="316011"/>
                      <a:pt x="420460" y="316011"/>
                      <a:pt x="417972" y="314767"/>
                    </a:cubicBezTo>
                    <a:close/>
                    <a:moveTo>
                      <a:pt x="136834" y="0"/>
                    </a:moveTo>
                    <a:cubicBezTo>
                      <a:pt x="139322" y="0"/>
                      <a:pt x="140566" y="1244"/>
                      <a:pt x="141810" y="2488"/>
                    </a:cubicBezTo>
                    <a:lnTo>
                      <a:pt x="426678" y="302320"/>
                    </a:lnTo>
                    <a:lnTo>
                      <a:pt x="839674" y="302320"/>
                    </a:lnTo>
                    <a:cubicBezTo>
                      <a:pt x="844650" y="302320"/>
                      <a:pt x="847136" y="304808"/>
                      <a:pt x="847136" y="308540"/>
                    </a:cubicBezTo>
                    <a:cubicBezTo>
                      <a:pt x="847136" y="542434"/>
                      <a:pt x="658054" y="732783"/>
                      <a:pt x="424190" y="732783"/>
                    </a:cubicBezTo>
                    <a:cubicBezTo>
                      <a:pt x="190326" y="732783"/>
                      <a:pt x="0" y="542434"/>
                      <a:pt x="0" y="308540"/>
                    </a:cubicBezTo>
                    <a:cubicBezTo>
                      <a:pt x="0" y="191594"/>
                      <a:pt x="47270" y="83356"/>
                      <a:pt x="131858" y="2488"/>
                    </a:cubicBezTo>
                    <a:cubicBezTo>
                      <a:pt x="133102" y="1244"/>
                      <a:pt x="135590" y="0"/>
                      <a:pt x="13683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3F053EB5-01D9-8446-B5E5-9248C50F08BA}"/>
                  </a:ext>
                </a:extLst>
              </p:cNvPr>
              <p:cNvSpPr/>
              <p:nvPr/>
            </p:nvSpPr>
            <p:spPr>
              <a:xfrm>
                <a:off x="20462129" y="6533980"/>
                <a:ext cx="621650" cy="41499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0" h="334">
                    <a:moveTo>
                      <a:pt x="231" y="0"/>
                    </a:moveTo>
                    <a:cubicBezTo>
                      <a:pt x="141" y="0"/>
                      <a:pt x="60" y="35"/>
                      <a:pt x="0" y="92"/>
                    </a:cubicBezTo>
                    <a:lnTo>
                      <a:pt x="231" y="334"/>
                    </a:lnTo>
                    <a:lnTo>
                      <a:pt x="500" y="136"/>
                    </a:lnTo>
                    <a:cubicBezTo>
                      <a:pt x="439" y="53"/>
                      <a:pt x="341" y="0"/>
                      <a:pt x="231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58E076C6-E005-EF40-97BF-F0BAAB7690C3}"/>
                  </a:ext>
                </a:extLst>
              </p:cNvPr>
              <p:cNvSpPr/>
              <p:nvPr/>
            </p:nvSpPr>
            <p:spPr>
              <a:xfrm>
                <a:off x="20456216" y="6526503"/>
                <a:ext cx="635043" cy="429949"/>
              </a:xfrm>
              <a:custGeom>
                <a:avLst/>
                <a:gdLst>
                  <a:gd name="connsiteX0" fmla="*/ 293123 w 635043"/>
                  <a:gd name="connsiteY0" fmla="*/ 13709 h 429949"/>
                  <a:gd name="connsiteX1" fmla="*/ 17129 w 635043"/>
                  <a:gd name="connsiteY1" fmla="*/ 121795 h 429949"/>
                  <a:gd name="connsiteX2" fmla="*/ 293123 w 635043"/>
                  <a:gd name="connsiteY2" fmla="*/ 413749 h 429949"/>
                  <a:gd name="connsiteX3" fmla="*/ 617601 w 635043"/>
                  <a:gd name="connsiteY3" fmla="*/ 173974 h 429949"/>
                  <a:gd name="connsiteX4" fmla="*/ 293123 w 635043"/>
                  <a:gd name="connsiteY4" fmla="*/ 13709 h 429949"/>
                  <a:gd name="connsiteX5" fmla="*/ 293121 w 635043"/>
                  <a:gd name="connsiteY5" fmla="*/ 0 h 429949"/>
                  <a:gd name="connsiteX6" fmla="*/ 633799 w 635043"/>
                  <a:gd name="connsiteY6" fmla="*/ 172725 h 429949"/>
                  <a:gd name="connsiteX7" fmla="*/ 635043 w 635043"/>
                  <a:gd name="connsiteY7" fmla="*/ 177696 h 429949"/>
                  <a:gd name="connsiteX8" fmla="*/ 631313 w 635043"/>
                  <a:gd name="connsiteY8" fmla="*/ 182666 h 429949"/>
                  <a:gd name="connsiteX9" fmla="*/ 296851 w 635043"/>
                  <a:gd name="connsiteY9" fmla="*/ 428707 h 429949"/>
                  <a:gd name="connsiteX10" fmla="*/ 293121 w 635043"/>
                  <a:gd name="connsiteY10" fmla="*/ 429949 h 429949"/>
                  <a:gd name="connsiteX11" fmla="*/ 286903 w 635043"/>
                  <a:gd name="connsiteY11" fmla="*/ 428707 h 429949"/>
                  <a:gd name="connsiteX12" fmla="*/ 933 w 635043"/>
                  <a:gd name="connsiteY12" fmla="*/ 126748 h 429949"/>
                  <a:gd name="connsiteX13" fmla="*/ 933 w 635043"/>
                  <a:gd name="connsiteY13" fmla="*/ 116807 h 429949"/>
                  <a:gd name="connsiteX14" fmla="*/ 293121 w 635043"/>
                  <a:gd name="connsiteY14" fmla="*/ 0 h 4299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5043" h="429949">
                    <a:moveTo>
                      <a:pt x="293123" y="13709"/>
                    </a:moveTo>
                    <a:cubicBezTo>
                      <a:pt x="189937" y="13709"/>
                      <a:pt x="91723" y="53465"/>
                      <a:pt x="17129" y="121795"/>
                    </a:cubicBezTo>
                    <a:lnTo>
                      <a:pt x="293123" y="413749"/>
                    </a:lnTo>
                    <a:lnTo>
                      <a:pt x="617601" y="173974"/>
                    </a:lnTo>
                    <a:cubicBezTo>
                      <a:pt x="540523" y="74585"/>
                      <a:pt x="419931" y="13709"/>
                      <a:pt x="293123" y="13709"/>
                    </a:cubicBezTo>
                    <a:close/>
                    <a:moveTo>
                      <a:pt x="293121" y="0"/>
                    </a:moveTo>
                    <a:cubicBezTo>
                      <a:pt x="426159" y="0"/>
                      <a:pt x="552981" y="64617"/>
                      <a:pt x="633799" y="172725"/>
                    </a:cubicBezTo>
                    <a:cubicBezTo>
                      <a:pt x="635043" y="173968"/>
                      <a:pt x="635043" y="175211"/>
                      <a:pt x="635043" y="177696"/>
                    </a:cubicBezTo>
                    <a:cubicBezTo>
                      <a:pt x="633799" y="178939"/>
                      <a:pt x="633799" y="180181"/>
                      <a:pt x="631313" y="182666"/>
                    </a:cubicBezTo>
                    <a:lnTo>
                      <a:pt x="296851" y="428707"/>
                    </a:lnTo>
                    <a:cubicBezTo>
                      <a:pt x="295607" y="429949"/>
                      <a:pt x="294363" y="429949"/>
                      <a:pt x="293121" y="429949"/>
                    </a:cubicBezTo>
                    <a:cubicBezTo>
                      <a:pt x="291877" y="429949"/>
                      <a:pt x="289391" y="429949"/>
                      <a:pt x="286903" y="428707"/>
                    </a:cubicBezTo>
                    <a:lnTo>
                      <a:pt x="933" y="126748"/>
                    </a:lnTo>
                    <a:cubicBezTo>
                      <a:pt x="-311" y="124263"/>
                      <a:pt x="-311" y="120535"/>
                      <a:pt x="933" y="116807"/>
                    </a:cubicBezTo>
                    <a:cubicBezTo>
                      <a:pt x="80507" y="42250"/>
                      <a:pt x="183705" y="0"/>
                      <a:pt x="2931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8" name="Freeform 297">
                <a:extLst>
                  <a:ext uri="{FF2B5EF4-FFF2-40B4-BE49-F238E27FC236}">
                    <a16:creationId xmlns:a16="http://schemas.microsoft.com/office/drawing/2014/main" id="{A0DD201E-836F-5C42-A53C-ED6D0C91CF13}"/>
                  </a:ext>
                </a:extLst>
              </p:cNvPr>
              <p:cNvSpPr/>
              <p:nvPr/>
            </p:nvSpPr>
            <p:spPr>
              <a:xfrm>
                <a:off x="20749910" y="6703468"/>
                <a:ext cx="414849" cy="2455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4" h="198">
                    <a:moveTo>
                      <a:pt x="0" y="198"/>
                    </a:moveTo>
                    <a:lnTo>
                      <a:pt x="334" y="198"/>
                    </a:lnTo>
                    <a:cubicBezTo>
                      <a:pt x="334" y="124"/>
                      <a:pt x="310" y="55"/>
                      <a:pt x="269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0" name="Freeform 399">
                <a:extLst>
                  <a:ext uri="{FF2B5EF4-FFF2-40B4-BE49-F238E27FC236}">
                    <a16:creationId xmlns:a16="http://schemas.microsoft.com/office/drawing/2014/main" id="{552F9735-FE1E-A14F-ABEA-3704EB92DA78}"/>
                  </a:ext>
                </a:extLst>
              </p:cNvPr>
              <p:cNvSpPr/>
              <p:nvPr/>
            </p:nvSpPr>
            <p:spPr>
              <a:xfrm>
                <a:off x="20742436" y="6694694"/>
                <a:ext cx="429798" cy="260512"/>
              </a:xfrm>
              <a:custGeom>
                <a:avLst/>
                <a:gdLst>
                  <a:gd name="connsiteX0" fmla="*/ 340344 w 429798"/>
                  <a:gd name="connsiteY0" fmla="*/ 18743 h 260512"/>
                  <a:gd name="connsiteX1" fmla="*/ 28652 w 429798"/>
                  <a:gd name="connsiteY1" fmla="*/ 248049 h 260512"/>
                  <a:gd name="connsiteX2" fmla="*/ 416094 w 429798"/>
                  <a:gd name="connsiteY2" fmla="*/ 248049 h 260512"/>
                  <a:gd name="connsiteX3" fmla="*/ 340344 w 429798"/>
                  <a:gd name="connsiteY3" fmla="*/ 18743 h 260512"/>
                  <a:gd name="connsiteX4" fmla="*/ 337876 w 429798"/>
                  <a:gd name="connsiteY4" fmla="*/ 1291 h 260512"/>
                  <a:gd name="connsiteX5" fmla="*/ 347814 w 429798"/>
                  <a:gd name="connsiteY5" fmla="*/ 3771 h 260512"/>
                  <a:gd name="connsiteX6" fmla="*/ 429798 w 429798"/>
                  <a:gd name="connsiteY6" fmla="*/ 253070 h 260512"/>
                  <a:gd name="connsiteX7" fmla="*/ 422344 w 429798"/>
                  <a:gd name="connsiteY7" fmla="*/ 260512 h 260512"/>
                  <a:gd name="connsiteX8" fmla="*/ 7454 w 429798"/>
                  <a:gd name="connsiteY8" fmla="*/ 260512 h 260512"/>
                  <a:gd name="connsiteX9" fmla="*/ 0 w 429798"/>
                  <a:gd name="connsiteY9" fmla="*/ 255551 h 260512"/>
                  <a:gd name="connsiteX10" fmla="*/ 3726 w 429798"/>
                  <a:gd name="connsiteY10" fmla="*/ 246869 h 260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29798" h="260512">
                    <a:moveTo>
                      <a:pt x="340344" y="18743"/>
                    </a:moveTo>
                    <a:lnTo>
                      <a:pt x="28652" y="248049"/>
                    </a:lnTo>
                    <a:lnTo>
                      <a:pt x="416094" y="248049"/>
                    </a:lnTo>
                    <a:cubicBezTo>
                      <a:pt x="413610" y="165003"/>
                      <a:pt x="388774" y="85676"/>
                      <a:pt x="340344" y="18743"/>
                    </a:cubicBezTo>
                    <a:close/>
                    <a:moveTo>
                      <a:pt x="337876" y="1291"/>
                    </a:moveTo>
                    <a:cubicBezTo>
                      <a:pt x="340360" y="-1191"/>
                      <a:pt x="345330" y="50"/>
                      <a:pt x="347814" y="3771"/>
                    </a:cubicBezTo>
                    <a:cubicBezTo>
                      <a:pt x="401228" y="75708"/>
                      <a:pt x="429798" y="162529"/>
                      <a:pt x="429798" y="253070"/>
                    </a:cubicBezTo>
                    <a:cubicBezTo>
                      <a:pt x="429798" y="258032"/>
                      <a:pt x="427314" y="260512"/>
                      <a:pt x="422344" y="260512"/>
                    </a:cubicBezTo>
                    <a:lnTo>
                      <a:pt x="7454" y="260512"/>
                    </a:lnTo>
                    <a:cubicBezTo>
                      <a:pt x="3726" y="260512"/>
                      <a:pt x="1242" y="259272"/>
                      <a:pt x="0" y="255551"/>
                    </a:cubicBezTo>
                    <a:cubicBezTo>
                      <a:pt x="0" y="253070"/>
                      <a:pt x="0" y="249350"/>
                      <a:pt x="3726" y="24686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1" name="Freeform 300">
                <a:extLst>
                  <a:ext uri="{FF2B5EF4-FFF2-40B4-BE49-F238E27FC236}">
                    <a16:creationId xmlns:a16="http://schemas.microsoft.com/office/drawing/2014/main" id="{8FD377FB-C097-914F-9253-0BAD0CFC0ECB}"/>
                  </a:ext>
                </a:extLst>
              </p:cNvPr>
              <p:cNvSpPr/>
              <p:nvPr/>
            </p:nvSpPr>
            <p:spPr>
              <a:xfrm>
                <a:off x="20749910" y="6703468"/>
                <a:ext cx="414849" cy="24550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4" h="198">
                    <a:moveTo>
                      <a:pt x="0" y="198"/>
                    </a:moveTo>
                    <a:lnTo>
                      <a:pt x="334" y="198"/>
                    </a:lnTo>
                    <a:cubicBezTo>
                      <a:pt x="334" y="124"/>
                      <a:pt x="310" y="55"/>
                      <a:pt x="269" y="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CCC3F4B-C291-0548-86CB-8BCF723A4C72}"/>
                </a:ext>
              </a:extLst>
            </p:cNvPr>
            <p:cNvGrpSpPr/>
            <p:nvPr/>
          </p:nvGrpSpPr>
          <p:grpSpPr>
            <a:xfrm>
              <a:off x="21413916" y="6610000"/>
              <a:ext cx="681448" cy="679196"/>
              <a:chOff x="21413916" y="6610000"/>
              <a:chExt cx="681448" cy="679196"/>
            </a:xfrm>
          </p:grpSpPr>
          <p:sp>
            <p:nvSpPr>
              <p:cNvPr id="401" name="Freeform 400">
                <a:extLst>
                  <a:ext uri="{FF2B5EF4-FFF2-40B4-BE49-F238E27FC236}">
                    <a16:creationId xmlns:a16="http://schemas.microsoft.com/office/drawing/2014/main" id="{A106531A-DF5A-A044-9834-E9784763994C}"/>
                  </a:ext>
                </a:extLst>
              </p:cNvPr>
              <p:cNvSpPr/>
              <p:nvPr/>
            </p:nvSpPr>
            <p:spPr>
              <a:xfrm>
                <a:off x="21413916" y="6610000"/>
                <a:ext cx="681448" cy="152040"/>
              </a:xfrm>
              <a:custGeom>
                <a:avLst/>
                <a:gdLst>
                  <a:gd name="connsiteX0" fmla="*/ 75876 w 681448"/>
                  <a:gd name="connsiteY0" fmla="*/ 14955 h 152040"/>
                  <a:gd name="connsiteX1" fmla="*/ 32356 w 681448"/>
                  <a:gd name="connsiteY1" fmla="*/ 32226 h 152040"/>
                  <a:gd name="connsiteX2" fmla="*/ 13704 w 681448"/>
                  <a:gd name="connsiteY2" fmla="*/ 76637 h 152040"/>
                  <a:gd name="connsiteX3" fmla="*/ 32356 w 681448"/>
                  <a:gd name="connsiteY3" fmla="*/ 119814 h 152040"/>
                  <a:gd name="connsiteX4" fmla="*/ 75876 w 681448"/>
                  <a:gd name="connsiteY4" fmla="*/ 137085 h 152040"/>
                  <a:gd name="connsiteX5" fmla="*/ 605572 w 681448"/>
                  <a:gd name="connsiteY5" fmla="*/ 137085 h 152040"/>
                  <a:gd name="connsiteX6" fmla="*/ 649092 w 681448"/>
                  <a:gd name="connsiteY6" fmla="*/ 119814 h 152040"/>
                  <a:gd name="connsiteX7" fmla="*/ 666500 w 681448"/>
                  <a:gd name="connsiteY7" fmla="*/ 76637 h 152040"/>
                  <a:gd name="connsiteX8" fmla="*/ 649092 w 681448"/>
                  <a:gd name="connsiteY8" fmla="*/ 32226 h 152040"/>
                  <a:gd name="connsiteX9" fmla="*/ 605572 w 681448"/>
                  <a:gd name="connsiteY9" fmla="*/ 14955 h 152040"/>
                  <a:gd name="connsiteX10" fmla="*/ 75856 w 681448"/>
                  <a:gd name="connsiteY10" fmla="*/ 0 h 152040"/>
                  <a:gd name="connsiteX11" fmla="*/ 605594 w 681448"/>
                  <a:gd name="connsiteY11" fmla="*/ 0 h 152040"/>
                  <a:gd name="connsiteX12" fmla="*/ 659066 w 681448"/>
                  <a:gd name="connsiteY12" fmla="*/ 22250 h 152040"/>
                  <a:gd name="connsiteX13" fmla="*/ 681448 w 681448"/>
                  <a:gd name="connsiteY13" fmla="*/ 76638 h 152040"/>
                  <a:gd name="connsiteX14" fmla="*/ 659066 w 681448"/>
                  <a:gd name="connsiteY14" fmla="*/ 129790 h 152040"/>
                  <a:gd name="connsiteX15" fmla="*/ 605594 w 681448"/>
                  <a:gd name="connsiteY15" fmla="*/ 152040 h 152040"/>
                  <a:gd name="connsiteX16" fmla="*/ 75856 w 681448"/>
                  <a:gd name="connsiteY16" fmla="*/ 152040 h 152040"/>
                  <a:gd name="connsiteX17" fmla="*/ 22384 w 681448"/>
                  <a:gd name="connsiteY17" fmla="*/ 129790 h 152040"/>
                  <a:gd name="connsiteX18" fmla="*/ 0 w 681448"/>
                  <a:gd name="connsiteY18" fmla="*/ 76638 h 152040"/>
                  <a:gd name="connsiteX19" fmla="*/ 22384 w 681448"/>
                  <a:gd name="connsiteY19" fmla="*/ 22250 h 152040"/>
                  <a:gd name="connsiteX20" fmla="*/ 75856 w 681448"/>
                  <a:gd name="connsiteY20" fmla="*/ 0 h 152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681448" h="152040">
                    <a:moveTo>
                      <a:pt x="75876" y="14955"/>
                    </a:moveTo>
                    <a:cubicBezTo>
                      <a:pt x="59712" y="14955"/>
                      <a:pt x="43548" y="21123"/>
                      <a:pt x="32356" y="32226"/>
                    </a:cubicBezTo>
                    <a:cubicBezTo>
                      <a:pt x="21166" y="44563"/>
                      <a:pt x="13704" y="59366"/>
                      <a:pt x="13704" y="76637"/>
                    </a:cubicBezTo>
                    <a:cubicBezTo>
                      <a:pt x="13704" y="92674"/>
                      <a:pt x="21166" y="108712"/>
                      <a:pt x="32356" y="119814"/>
                    </a:cubicBezTo>
                    <a:cubicBezTo>
                      <a:pt x="43548" y="130917"/>
                      <a:pt x="59712" y="137085"/>
                      <a:pt x="75876" y="137085"/>
                    </a:cubicBezTo>
                    <a:lnTo>
                      <a:pt x="605572" y="137085"/>
                    </a:lnTo>
                    <a:cubicBezTo>
                      <a:pt x="621736" y="137085"/>
                      <a:pt x="636658" y="130917"/>
                      <a:pt x="649092" y="119814"/>
                    </a:cubicBezTo>
                    <a:cubicBezTo>
                      <a:pt x="660282" y="108712"/>
                      <a:pt x="666500" y="92674"/>
                      <a:pt x="666500" y="76637"/>
                    </a:cubicBezTo>
                    <a:cubicBezTo>
                      <a:pt x="666500" y="59366"/>
                      <a:pt x="660282" y="44563"/>
                      <a:pt x="649092" y="32226"/>
                    </a:cubicBezTo>
                    <a:cubicBezTo>
                      <a:pt x="636658" y="21123"/>
                      <a:pt x="621736" y="14955"/>
                      <a:pt x="605572" y="14955"/>
                    </a:cubicBezTo>
                    <a:close/>
                    <a:moveTo>
                      <a:pt x="75856" y="0"/>
                    </a:moveTo>
                    <a:lnTo>
                      <a:pt x="605594" y="0"/>
                    </a:lnTo>
                    <a:cubicBezTo>
                      <a:pt x="625490" y="0"/>
                      <a:pt x="645388" y="7417"/>
                      <a:pt x="659066" y="22250"/>
                    </a:cubicBezTo>
                    <a:cubicBezTo>
                      <a:pt x="673988" y="37083"/>
                      <a:pt x="681448" y="55625"/>
                      <a:pt x="681448" y="76638"/>
                    </a:cubicBezTo>
                    <a:cubicBezTo>
                      <a:pt x="681448" y="96416"/>
                      <a:pt x="673988" y="116193"/>
                      <a:pt x="659066" y="129790"/>
                    </a:cubicBezTo>
                    <a:cubicBezTo>
                      <a:pt x="645388" y="144624"/>
                      <a:pt x="625490" y="152040"/>
                      <a:pt x="605594" y="152040"/>
                    </a:cubicBezTo>
                    <a:lnTo>
                      <a:pt x="75856" y="152040"/>
                    </a:lnTo>
                    <a:cubicBezTo>
                      <a:pt x="55960" y="152040"/>
                      <a:pt x="36064" y="144624"/>
                      <a:pt x="22384" y="129790"/>
                    </a:cubicBezTo>
                    <a:cubicBezTo>
                      <a:pt x="7462" y="116193"/>
                      <a:pt x="0" y="96416"/>
                      <a:pt x="0" y="76638"/>
                    </a:cubicBezTo>
                    <a:cubicBezTo>
                      <a:pt x="0" y="55625"/>
                      <a:pt x="7462" y="37083"/>
                      <a:pt x="22384" y="22250"/>
                    </a:cubicBezTo>
                    <a:cubicBezTo>
                      <a:pt x="36064" y="7417"/>
                      <a:pt x="55960" y="0"/>
                      <a:pt x="7585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4" name="Freeform 303">
                <a:extLst>
                  <a:ext uri="{FF2B5EF4-FFF2-40B4-BE49-F238E27FC236}">
                    <a16:creationId xmlns:a16="http://schemas.microsoft.com/office/drawing/2014/main" id="{665EBDCD-2A9E-B74A-8067-74F87240E24A}"/>
                  </a:ext>
                </a:extLst>
              </p:cNvPr>
              <p:cNvSpPr/>
              <p:nvPr/>
            </p:nvSpPr>
            <p:spPr>
              <a:xfrm>
                <a:off x="21421392" y="6617478"/>
                <a:ext cx="666499" cy="137085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36" h="111">
                    <a:moveTo>
                      <a:pt x="481" y="111"/>
                    </a:moveTo>
                    <a:lnTo>
                      <a:pt x="268" y="111"/>
                    </a:lnTo>
                    <a:lnTo>
                      <a:pt x="55" y="111"/>
                    </a:lnTo>
                    <a:cubicBezTo>
                      <a:pt x="40" y="111"/>
                      <a:pt x="26" y="105"/>
                      <a:pt x="16" y="95"/>
                    </a:cubicBezTo>
                    <a:cubicBezTo>
                      <a:pt x="6" y="85"/>
                      <a:pt x="0" y="71"/>
                      <a:pt x="0" y="56"/>
                    </a:cubicBezTo>
                    <a:cubicBezTo>
                      <a:pt x="0" y="40"/>
                      <a:pt x="6" y="26"/>
                      <a:pt x="16" y="16"/>
                    </a:cubicBezTo>
                    <a:cubicBezTo>
                      <a:pt x="26" y="6"/>
                      <a:pt x="40" y="0"/>
                      <a:pt x="55" y="0"/>
                    </a:cubicBezTo>
                    <a:lnTo>
                      <a:pt x="268" y="0"/>
                    </a:lnTo>
                    <a:lnTo>
                      <a:pt x="481" y="0"/>
                    </a:lnTo>
                    <a:cubicBezTo>
                      <a:pt x="496" y="0"/>
                      <a:pt x="510" y="6"/>
                      <a:pt x="520" y="16"/>
                    </a:cubicBezTo>
                    <a:cubicBezTo>
                      <a:pt x="530" y="26"/>
                      <a:pt x="536" y="40"/>
                      <a:pt x="536" y="56"/>
                    </a:cubicBezTo>
                    <a:cubicBezTo>
                      <a:pt x="536" y="71"/>
                      <a:pt x="530" y="85"/>
                      <a:pt x="520" y="95"/>
                    </a:cubicBezTo>
                    <a:cubicBezTo>
                      <a:pt x="510" y="105"/>
                      <a:pt x="496" y="111"/>
                      <a:pt x="481" y="111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7B2D8A8C-A0C7-DA49-97BA-9712923BA42C}"/>
                  </a:ext>
                </a:extLst>
              </p:cNvPr>
              <p:cNvSpPr/>
              <p:nvPr/>
            </p:nvSpPr>
            <p:spPr>
              <a:xfrm>
                <a:off x="21463749" y="6934020"/>
                <a:ext cx="580539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7" h="12">
                    <a:moveTo>
                      <a:pt x="462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462" y="0"/>
                    </a:lnTo>
                    <a:cubicBezTo>
                      <a:pt x="465" y="0"/>
                      <a:pt x="467" y="3"/>
                      <a:pt x="467" y="6"/>
                    </a:cubicBezTo>
                    <a:cubicBezTo>
                      <a:pt x="467" y="9"/>
                      <a:pt x="465" y="12"/>
                      <a:pt x="46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6" name="Freeform 305">
                <a:extLst>
                  <a:ext uri="{FF2B5EF4-FFF2-40B4-BE49-F238E27FC236}">
                    <a16:creationId xmlns:a16="http://schemas.microsoft.com/office/drawing/2014/main" id="{6CC10BD3-A3F3-A446-B3B8-6B65D1A71D2A}"/>
                  </a:ext>
                </a:extLst>
              </p:cNvPr>
              <p:cNvSpPr/>
              <p:nvPr/>
            </p:nvSpPr>
            <p:spPr>
              <a:xfrm>
                <a:off x="21463749" y="7104753"/>
                <a:ext cx="580539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7" h="12">
                    <a:moveTo>
                      <a:pt x="462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462" y="0"/>
                    </a:lnTo>
                    <a:cubicBezTo>
                      <a:pt x="465" y="0"/>
                      <a:pt x="467" y="3"/>
                      <a:pt x="467" y="6"/>
                    </a:cubicBezTo>
                    <a:cubicBezTo>
                      <a:pt x="467" y="9"/>
                      <a:pt x="465" y="12"/>
                      <a:pt x="46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7" name="Freeform 306">
                <a:extLst>
                  <a:ext uri="{FF2B5EF4-FFF2-40B4-BE49-F238E27FC236}">
                    <a16:creationId xmlns:a16="http://schemas.microsoft.com/office/drawing/2014/main" id="{F6C8C183-FCDC-9244-8613-A733002A7E5E}"/>
                  </a:ext>
                </a:extLst>
              </p:cNvPr>
              <p:cNvSpPr/>
              <p:nvPr/>
            </p:nvSpPr>
            <p:spPr>
              <a:xfrm>
                <a:off x="21463749" y="7275487"/>
                <a:ext cx="580539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7" h="12">
                    <a:moveTo>
                      <a:pt x="462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462" y="0"/>
                    </a:lnTo>
                    <a:cubicBezTo>
                      <a:pt x="465" y="0"/>
                      <a:pt x="467" y="3"/>
                      <a:pt x="467" y="6"/>
                    </a:cubicBezTo>
                    <a:cubicBezTo>
                      <a:pt x="467" y="9"/>
                      <a:pt x="465" y="12"/>
                      <a:pt x="462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810A717-78C2-2F42-A0E7-A4FD893AC62B}"/>
                </a:ext>
              </a:extLst>
            </p:cNvPr>
            <p:cNvGrpSpPr/>
            <p:nvPr/>
          </p:nvGrpSpPr>
          <p:grpSpPr>
            <a:xfrm>
              <a:off x="20255328" y="7594522"/>
              <a:ext cx="1911048" cy="487276"/>
              <a:chOff x="20255328" y="7594522"/>
              <a:chExt cx="1911048" cy="487276"/>
            </a:xfrm>
          </p:grpSpPr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3D4CCC35-9B32-1147-BD95-3536756CD042}"/>
                  </a:ext>
                </a:extLst>
              </p:cNvPr>
              <p:cNvSpPr/>
              <p:nvPr/>
            </p:nvSpPr>
            <p:spPr>
              <a:xfrm>
                <a:off x="21011527" y="7601999"/>
                <a:ext cx="1147374" cy="4723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22" h="380">
                    <a:moveTo>
                      <a:pt x="892" y="30"/>
                    </a:moveTo>
                    <a:cubicBezTo>
                      <a:pt x="874" y="11"/>
                      <a:pt x="849" y="0"/>
                      <a:pt x="821" y="0"/>
                    </a:cubicBezTo>
                    <a:lnTo>
                      <a:pt x="380" y="0"/>
                    </a:lnTo>
                    <a:lnTo>
                      <a:pt x="0" y="380"/>
                    </a:lnTo>
                    <a:lnTo>
                      <a:pt x="160" y="380"/>
                    </a:lnTo>
                    <a:lnTo>
                      <a:pt x="821" y="380"/>
                    </a:lnTo>
                    <a:cubicBezTo>
                      <a:pt x="849" y="380"/>
                      <a:pt x="874" y="369"/>
                      <a:pt x="892" y="350"/>
                    </a:cubicBezTo>
                    <a:cubicBezTo>
                      <a:pt x="911" y="333"/>
                      <a:pt x="922" y="307"/>
                      <a:pt x="922" y="279"/>
                    </a:cubicBezTo>
                    <a:lnTo>
                      <a:pt x="922" y="190"/>
                    </a:lnTo>
                    <a:lnTo>
                      <a:pt x="922" y="101"/>
                    </a:lnTo>
                    <a:cubicBezTo>
                      <a:pt x="922" y="73"/>
                      <a:pt x="911" y="48"/>
                      <a:pt x="892" y="3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2" name="Freeform 401">
                <a:extLst>
                  <a:ext uri="{FF2B5EF4-FFF2-40B4-BE49-F238E27FC236}">
                    <a16:creationId xmlns:a16="http://schemas.microsoft.com/office/drawing/2014/main" id="{405FAF7A-5163-6E46-9590-533F2D050E9A}"/>
                  </a:ext>
                </a:extLst>
              </p:cNvPr>
              <p:cNvSpPr/>
              <p:nvPr/>
            </p:nvSpPr>
            <p:spPr>
              <a:xfrm>
                <a:off x="21003940" y="7594522"/>
                <a:ext cx="1162436" cy="487276"/>
              </a:xfrm>
              <a:custGeom>
                <a:avLst/>
                <a:gdLst>
                  <a:gd name="connsiteX0" fmla="*/ 482970 w 1162436"/>
                  <a:gd name="connsiteY0" fmla="*/ 14954 h 487276"/>
                  <a:gd name="connsiteX1" fmla="*/ 25028 w 1162436"/>
                  <a:gd name="connsiteY1" fmla="*/ 472320 h 487276"/>
                  <a:gd name="connsiteX2" fmla="*/ 1029268 w 1162436"/>
                  <a:gd name="connsiteY2" fmla="*/ 472320 h 487276"/>
                  <a:gd name="connsiteX3" fmla="*/ 1112642 w 1162436"/>
                  <a:gd name="connsiteY3" fmla="*/ 438763 h 487276"/>
                  <a:gd name="connsiteX4" fmla="*/ 1147486 w 1162436"/>
                  <a:gd name="connsiteY4" fmla="*/ 354250 h 487276"/>
                  <a:gd name="connsiteX5" fmla="*/ 1147486 w 1162436"/>
                  <a:gd name="connsiteY5" fmla="*/ 133024 h 487276"/>
                  <a:gd name="connsiteX6" fmla="*/ 1112642 w 1162436"/>
                  <a:gd name="connsiteY6" fmla="*/ 48511 h 487276"/>
                  <a:gd name="connsiteX7" fmla="*/ 1029268 w 1162436"/>
                  <a:gd name="connsiteY7" fmla="*/ 14954 h 487276"/>
                  <a:gd name="connsiteX8" fmla="*/ 480472 w 1162436"/>
                  <a:gd name="connsiteY8" fmla="*/ 0 h 487276"/>
                  <a:gd name="connsiteX9" fmla="*/ 1029278 w 1162436"/>
                  <a:gd name="connsiteY9" fmla="*/ 0 h 487276"/>
                  <a:gd name="connsiteX10" fmla="*/ 1123858 w 1162436"/>
                  <a:gd name="connsiteY10" fmla="*/ 39778 h 487276"/>
                  <a:gd name="connsiteX11" fmla="*/ 1162436 w 1162436"/>
                  <a:gd name="connsiteY11" fmla="*/ 133007 h 487276"/>
                  <a:gd name="connsiteX12" fmla="*/ 1162436 w 1162436"/>
                  <a:gd name="connsiteY12" fmla="*/ 354270 h 487276"/>
                  <a:gd name="connsiteX13" fmla="*/ 1123858 w 1162436"/>
                  <a:gd name="connsiteY13" fmla="*/ 448742 h 487276"/>
                  <a:gd name="connsiteX14" fmla="*/ 1029278 w 1162436"/>
                  <a:gd name="connsiteY14" fmla="*/ 487276 h 487276"/>
                  <a:gd name="connsiteX15" fmla="*/ 7578 w 1162436"/>
                  <a:gd name="connsiteY15" fmla="*/ 487276 h 487276"/>
                  <a:gd name="connsiteX16" fmla="*/ 1356 w 1162436"/>
                  <a:gd name="connsiteY16" fmla="*/ 482304 h 487276"/>
                  <a:gd name="connsiteX17" fmla="*/ 2600 w 1162436"/>
                  <a:gd name="connsiteY17" fmla="*/ 474846 h 487276"/>
                  <a:gd name="connsiteX18" fmla="*/ 475496 w 1162436"/>
                  <a:gd name="connsiteY18" fmla="*/ 2486 h 487276"/>
                  <a:gd name="connsiteX19" fmla="*/ 480472 w 1162436"/>
                  <a:gd name="connsiteY19" fmla="*/ 0 h 487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162436" h="487276">
                    <a:moveTo>
                      <a:pt x="482970" y="14954"/>
                    </a:moveTo>
                    <a:lnTo>
                      <a:pt x="25028" y="472320"/>
                    </a:lnTo>
                    <a:lnTo>
                      <a:pt x="1029268" y="472320"/>
                    </a:lnTo>
                    <a:cubicBezTo>
                      <a:pt x="1060378" y="472320"/>
                      <a:pt x="1090244" y="461135"/>
                      <a:pt x="1112642" y="438763"/>
                    </a:cubicBezTo>
                    <a:cubicBezTo>
                      <a:pt x="1135042" y="415149"/>
                      <a:pt x="1147486" y="385321"/>
                      <a:pt x="1147486" y="354250"/>
                    </a:cubicBezTo>
                    <a:lnTo>
                      <a:pt x="1147486" y="133024"/>
                    </a:lnTo>
                    <a:cubicBezTo>
                      <a:pt x="1147486" y="101953"/>
                      <a:pt x="1135042" y="72125"/>
                      <a:pt x="1112642" y="48511"/>
                    </a:cubicBezTo>
                    <a:cubicBezTo>
                      <a:pt x="1090244" y="27383"/>
                      <a:pt x="1060378" y="14954"/>
                      <a:pt x="1029268" y="14954"/>
                    </a:cubicBezTo>
                    <a:close/>
                    <a:moveTo>
                      <a:pt x="480472" y="0"/>
                    </a:moveTo>
                    <a:lnTo>
                      <a:pt x="1029278" y="0"/>
                    </a:lnTo>
                    <a:cubicBezTo>
                      <a:pt x="1065368" y="0"/>
                      <a:pt x="1097724" y="13674"/>
                      <a:pt x="1123858" y="39778"/>
                    </a:cubicBezTo>
                    <a:cubicBezTo>
                      <a:pt x="1148748" y="64639"/>
                      <a:pt x="1162436" y="98201"/>
                      <a:pt x="1162436" y="133007"/>
                    </a:cubicBezTo>
                    <a:lnTo>
                      <a:pt x="1162436" y="354270"/>
                    </a:lnTo>
                    <a:cubicBezTo>
                      <a:pt x="1162436" y="390318"/>
                      <a:pt x="1148748" y="422638"/>
                      <a:pt x="1123858" y="448742"/>
                    </a:cubicBezTo>
                    <a:cubicBezTo>
                      <a:pt x="1097724" y="473603"/>
                      <a:pt x="1065368" y="487276"/>
                      <a:pt x="1029278" y="487276"/>
                    </a:cubicBezTo>
                    <a:lnTo>
                      <a:pt x="7578" y="487276"/>
                    </a:lnTo>
                    <a:cubicBezTo>
                      <a:pt x="5090" y="487276"/>
                      <a:pt x="1356" y="484790"/>
                      <a:pt x="1356" y="482304"/>
                    </a:cubicBezTo>
                    <a:cubicBezTo>
                      <a:pt x="-1132" y="479818"/>
                      <a:pt x="112" y="477332"/>
                      <a:pt x="2600" y="474846"/>
                    </a:cubicBezTo>
                    <a:lnTo>
                      <a:pt x="475496" y="2486"/>
                    </a:lnTo>
                    <a:cubicBezTo>
                      <a:pt x="476740" y="1243"/>
                      <a:pt x="479228" y="0"/>
                      <a:pt x="48047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13CDF211-60B1-E64A-B2D0-C700A5C1A1BD}"/>
                  </a:ext>
                </a:extLst>
              </p:cNvPr>
              <p:cNvSpPr/>
              <p:nvPr/>
            </p:nvSpPr>
            <p:spPr>
              <a:xfrm>
                <a:off x="20262802" y="7601999"/>
                <a:ext cx="1220876" cy="4723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1" h="380">
                    <a:moveTo>
                      <a:pt x="761" y="0"/>
                    </a:moveTo>
                    <a:lnTo>
                      <a:pt x="101" y="0"/>
                    </a:lnTo>
                    <a:cubicBezTo>
                      <a:pt x="73" y="0"/>
                      <a:pt x="48" y="11"/>
                      <a:pt x="29" y="30"/>
                    </a:cubicBezTo>
                    <a:cubicBezTo>
                      <a:pt x="11" y="48"/>
                      <a:pt x="0" y="73"/>
                      <a:pt x="0" y="101"/>
                    </a:cubicBezTo>
                    <a:lnTo>
                      <a:pt x="0" y="190"/>
                    </a:lnTo>
                    <a:lnTo>
                      <a:pt x="0" y="279"/>
                    </a:lnTo>
                    <a:cubicBezTo>
                      <a:pt x="0" y="307"/>
                      <a:pt x="11" y="333"/>
                      <a:pt x="29" y="350"/>
                    </a:cubicBezTo>
                    <a:cubicBezTo>
                      <a:pt x="48" y="369"/>
                      <a:pt x="73" y="380"/>
                      <a:pt x="101" y="380"/>
                    </a:cubicBezTo>
                    <a:lnTo>
                      <a:pt x="601" y="380"/>
                    </a:lnTo>
                    <a:lnTo>
                      <a:pt x="981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3" name="Freeform 402">
                <a:extLst>
                  <a:ext uri="{FF2B5EF4-FFF2-40B4-BE49-F238E27FC236}">
                    <a16:creationId xmlns:a16="http://schemas.microsoft.com/office/drawing/2014/main" id="{25C5C7E5-5132-9C4F-A747-520D39C7DE8F}"/>
                  </a:ext>
                </a:extLst>
              </p:cNvPr>
              <p:cNvSpPr/>
              <p:nvPr/>
            </p:nvSpPr>
            <p:spPr>
              <a:xfrm>
                <a:off x="20255328" y="7594522"/>
                <a:ext cx="1235397" cy="487276"/>
              </a:xfrm>
              <a:custGeom>
                <a:avLst/>
                <a:gdLst>
                  <a:gd name="connsiteX0" fmla="*/ 133176 w 1235397"/>
                  <a:gd name="connsiteY0" fmla="*/ 14954 h 487276"/>
                  <a:gd name="connsiteX1" fmla="*/ 49794 w 1235397"/>
                  <a:gd name="connsiteY1" fmla="*/ 48511 h 487276"/>
                  <a:gd name="connsiteX2" fmla="*/ 14948 w 1235397"/>
                  <a:gd name="connsiteY2" fmla="*/ 133024 h 487276"/>
                  <a:gd name="connsiteX3" fmla="*/ 14948 w 1235397"/>
                  <a:gd name="connsiteY3" fmla="*/ 354250 h 487276"/>
                  <a:gd name="connsiteX4" fmla="*/ 49794 w 1235397"/>
                  <a:gd name="connsiteY4" fmla="*/ 438763 h 487276"/>
                  <a:gd name="connsiteX5" fmla="*/ 133176 w 1235397"/>
                  <a:gd name="connsiteY5" fmla="*/ 472320 h 487276"/>
                  <a:gd name="connsiteX6" fmla="*/ 752934 w 1235397"/>
                  <a:gd name="connsiteY6" fmla="*/ 472320 h 487276"/>
                  <a:gd name="connsiteX7" fmla="*/ 1210908 w 1235397"/>
                  <a:gd name="connsiteY7" fmla="*/ 14954 h 487276"/>
                  <a:gd name="connsiteX8" fmla="*/ 133166 w 1235397"/>
                  <a:gd name="connsiteY8" fmla="*/ 0 h 487276"/>
                  <a:gd name="connsiteX9" fmla="*/ 1228358 w 1235397"/>
                  <a:gd name="connsiteY9" fmla="*/ 0 h 487276"/>
                  <a:gd name="connsiteX10" fmla="*/ 1234580 w 1235397"/>
                  <a:gd name="connsiteY10" fmla="*/ 4972 h 487276"/>
                  <a:gd name="connsiteX11" fmla="*/ 1233336 w 1235397"/>
                  <a:gd name="connsiteY11" fmla="*/ 12431 h 487276"/>
                  <a:gd name="connsiteX12" fmla="*/ 760412 w 1235397"/>
                  <a:gd name="connsiteY12" fmla="*/ 484790 h 487276"/>
                  <a:gd name="connsiteX13" fmla="*/ 755434 w 1235397"/>
                  <a:gd name="connsiteY13" fmla="*/ 487276 h 487276"/>
                  <a:gd name="connsiteX14" fmla="*/ 133166 w 1235397"/>
                  <a:gd name="connsiteY14" fmla="*/ 487276 h 487276"/>
                  <a:gd name="connsiteX15" fmla="*/ 38580 w 1235397"/>
                  <a:gd name="connsiteY15" fmla="*/ 448742 h 487276"/>
                  <a:gd name="connsiteX16" fmla="*/ 0 w 1235397"/>
                  <a:gd name="connsiteY16" fmla="*/ 354270 h 487276"/>
                  <a:gd name="connsiteX17" fmla="*/ 0 w 1235397"/>
                  <a:gd name="connsiteY17" fmla="*/ 133007 h 487276"/>
                  <a:gd name="connsiteX18" fmla="*/ 38580 w 1235397"/>
                  <a:gd name="connsiteY18" fmla="*/ 39778 h 487276"/>
                  <a:gd name="connsiteX19" fmla="*/ 133166 w 1235397"/>
                  <a:gd name="connsiteY19" fmla="*/ 0 h 487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235397" h="487276">
                    <a:moveTo>
                      <a:pt x="133176" y="14954"/>
                    </a:moveTo>
                    <a:cubicBezTo>
                      <a:pt x="100820" y="14954"/>
                      <a:pt x="70952" y="27383"/>
                      <a:pt x="49794" y="48511"/>
                    </a:cubicBezTo>
                    <a:cubicBezTo>
                      <a:pt x="26150" y="72125"/>
                      <a:pt x="14948" y="101953"/>
                      <a:pt x="14948" y="133024"/>
                    </a:cubicBezTo>
                    <a:lnTo>
                      <a:pt x="14948" y="354250"/>
                    </a:lnTo>
                    <a:cubicBezTo>
                      <a:pt x="14948" y="385321"/>
                      <a:pt x="26150" y="415149"/>
                      <a:pt x="49794" y="438763"/>
                    </a:cubicBezTo>
                    <a:cubicBezTo>
                      <a:pt x="70952" y="461135"/>
                      <a:pt x="100820" y="472320"/>
                      <a:pt x="133176" y="472320"/>
                    </a:cubicBezTo>
                    <a:lnTo>
                      <a:pt x="752934" y="472320"/>
                    </a:lnTo>
                    <a:lnTo>
                      <a:pt x="1210908" y="14954"/>
                    </a:lnTo>
                    <a:close/>
                    <a:moveTo>
                      <a:pt x="133166" y="0"/>
                    </a:moveTo>
                    <a:lnTo>
                      <a:pt x="1228358" y="0"/>
                    </a:lnTo>
                    <a:cubicBezTo>
                      <a:pt x="1230846" y="0"/>
                      <a:pt x="1233336" y="2486"/>
                      <a:pt x="1234580" y="4972"/>
                    </a:cubicBezTo>
                    <a:cubicBezTo>
                      <a:pt x="1235824" y="7459"/>
                      <a:pt x="1235824" y="9945"/>
                      <a:pt x="1233336" y="12431"/>
                    </a:cubicBezTo>
                    <a:lnTo>
                      <a:pt x="760412" y="484790"/>
                    </a:lnTo>
                    <a:cubicBezTo>
                      <a:pt x="759168" y="486033"/>
                      <a:pt x="756678" y="487276"/>
                      <a:pt x="755434" y="487276"/>
                    </a:cubicBezTo>
                    <a:lnTo>
                      <a:pt x="133166" y="487276"/>
                    </a:lnTo>
                    <a:cubicBezTo>
                      <a:pt x="97074" y="487276"/>
                      <a:pt x="63472" y="473603"/>
                      <a:pt x="38580" y="448742"/>
                    </a:cubicBezTo>
                    <a:cubicBezTo>
                      <a:pt x="13690" y="422638"/>
                      <a:pt x="0" y="390318"/>
                      <a:pt x="0" y="354270"/>
                    </a:cubicBezTo>
                    <a:lnTo>
                      <a:pt x="0" y="133007"/>
                    </a:lnTo>
                    <a:cubicBezTo>
                      <a:pt x="0" y="98201"/>
                      <a:pt x="13690" y="64639"/>
                      <a:pt x="38580" y="39778"/>
                    </a:cubicBezTo>
                    <a:cubicBezTo>
                      <a:pt x="63472" y="13674"/>
                      <a:pt x="97074" y="0"/>
                      <a:pt x="1331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B0E6C6E6-FF41-AB47-8739-8EF673C46856}"/>
                  </a:ext>
                </a:extLst>
              </p:cNvPr>
              <p:cNvSpPr/>
              <p:nvPr/>
            </p:nvSpPr>
            <p:spPr>
              <a:xfrm>
                <a:off x="21011527" y="7601999"/>
                <a:ext cx="1147374" cy="4723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22" h="380">
                    <a:moveTo>
                      <a:pt x="892" y="30"/>
                    </a:moveTo>
                    <a:cubicBezTo>
                      <a:pt x="874" y="11"/>
                      <a:pt x="849" y="0"/>
                      <a:pt x="821" y="0"/>
                    </a:cubicBezTo>
                    <a:lnTo>
                      <a:pt x="380" y="0"/>
                    </a:lnTo>
                    <a:lnTo>
                      <a:pt x="0" y="380"/>
                    </a:lnTo>
                    <a:lnTo>
                      <a:pt x="160" y="380"/>
                    </a:lnTo>
                    <a:lnTo>
                      <a:pt x="821" y="380"/>
                    </a:lnTo>
                    <a:cubicBezTo>
                      <a:pt x="849" y="380"/>
                      <a:pt x="874" y="369"/>
                      <a:pt x="892" y="350"/>
                    </a:cubicBezTo>
                    <a:cubicBezTo>
                      <a:pt x="911" y="333"/>
                      <a:pt x="922" y="307"/>
                      <a:pt x="922" y="279"/>
                    </a:cubicBezTo>
                    <a:lnTo>
                      <a:pt x="922" y="190"/>
                    </a:lnTo>
                    <a:lnTo>
                      <a:pt x="922" y="101"/>
                    </a:lnTo>
                    <a:cubicBezTo>
                      <a:pt x="922" y="73"/>
                      <a:pt x="911" y="48"/>
                      <a:pt x="892" y="30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551A4DC3-9E7D-0642-9D8D-98E9A233FA4A}"/>
                  </a:ext>
                </a:extLst>
              </p:cNvPr>
              <p:cNvSpPr/>
              <p:nvPr/>
            </p:nvSpPr>
            <p:spPr>
              <a:xfrm>
                <a:off x="20404826" y="7815101"/>
                <a:ext cx="637845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13" h="12">
                    <a:moveTo>
                      <a:pt x="507" y="12"/>
                    </a:moveTo>
                    <a:lnTo>
                      <a:pt x="6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3"/>
                      <a:pt x="3" y="0"/>
                      <a:pt x="6" y="0"/>
                    </a:cubicBezTo>
                    <a:lnTo>
                      <a:pt x="507" y="0"/>
                    </a:lnTo>
                    <a:cubicBezTo>
                      <a:pt x="510" y="0"/>
                      <a:pt x="513" y="3"/>
                      <a:pt x="513" y="6"/>
                    </a:cubicBezTo>
                    <a:cubicBezTo>
                      <a:pt x="513" y="9"/>
                      <a:pt x="510" y="12"/>
                      <a:pt x="507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C0B1BB80-FBE1-5040-AF7F-E0681BA3701B}"/>
                  </a:ext>
                </a:extLst>
              </p:cNvPr>
              <p:cNvSpPr/>
              <p:nvPr/>
            </p:nvSpPr>
            <p:spPr>
              <a:xfrm>
                <a:off x="21810079" y="7721637"/>
                <a:ext cx="198081" cy="1969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60" h="159">
                    <a:moveTo>
                      <a:pt x="160" y="80"/>
                    </a:moveTo>
                    <a:cubicBezTo>
                      <a:pt x="160" y="123"/>
                      <a:pt x="124" y="159"/>
                      <a:pt x="80" y="159"/>
                    </a:cubicBezTo>
                    <a:cubicBezTo>
                      <a:pt x="36" y="159"/>
                      <a:pt x="0" y="123"/>
                      <a:pt x="0" y="80"/>
                    </a:cubicBezTo>
                    <a:cubicBezTo>
                      <a:pt x="0" y="35"/>
                      <a:pt x="36" y="0"/>
                      <a:pt x="80" y="0"/>
                    </a:cubicBezTo>
                    <a:cubicBezTo>
                      <a:pt x="124" y="0"/>
                      <a:pt x="160" y="35"/>
                      <a:pt x="160" y="8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4" name="Freeform 403">
                <a:extLst>
                  <a:ext uri="{FF2B5EF4-FFF2-40B4-BE49-F238E27FC236}">
                    <a16:creationId xmlns:a16="http://schemas.microsoft.com/office/drawing/2014/main" id="{AAA73889-3526-6741-9573-597FE8EB9E0F}"/>
                  </a:ext>
                </a:extLst>
              </p:cNvPr>
              <p:cNvSpPr/>
              <p:nvPr/>
            </p:nvSpPr>
            <p:spPr>
              <a:xfrm>
                <a:off x="21803849" y="7714160"/>
                <a:ext cx="211786" cy="211859"/>
              </a:xfrm>
              <a:custGeom>
                <a:avLst/>
                <a:gdLst>
                  <a:gd name="connsiteX0" fmla="*/ 105274 w 211786"/>
                  <a:gd name="connsiteY0" fmla="*/ 13708 h 211859"/>
                  <a:gd name="connsiteX1" fmla="*/ 14950 w 211786"/>
                  <a:gd name="connsiteY1" fmla="*/ 106548 h 211859"/>
                  <a:gd name="connsiteX2" fmla="*/ 105274 w 211786"/>
                  <a:gd name="connsiteY2" fmla="*/ 198150 h 211859"/>
                  <a:gd name="connsiteX3" fmla="*/ 196836 w 211786"/>
                  <a:gd name="connsiteY3" fmla="*/ 106548 h 211859"/>
                  <a:gd name="connsiteX4" fmla="*/ 105274 w 211786"/>
                  <a:gd name="connsiteY4" fmla="*/ 13708 h 211859"/>
                  <a:gd name="connsiteX5" fmla="*/ 105274 w 211786"/>
                  <a:gd name="connsiteY5" fmla="*/ 0 h 211859"/>
                  <a:gd name="connsiteX6" fmla="*/ 211786 w 211786"/>
                  <a:gd name="connsiteY6" fmla="*/ 106549 h 211859"/>
                  <a:gd name="connsiteX7" fmla="*/ 105274 w 211786"/>
                  <a:gd name="connsiteY7" fmla="*/ 211859 h 211859"/>
                  <a:gd name="connsiteX8" fmla="*/ 0 w 211786"/>
                  <a:gd name="connsiteY8" fmla="*/ 106549 h 211859"/>
                  <a:gd name="connsiteX9" fmla="*/ 105274 w 211786"/>
                  <a:gd name="connsiteY9" fmla="*/ 0 h 211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1786" h="211859">
                    <a:moveTo>
                      <a:pt x="105274" y="13708"/>
                    </a:moveTo>
                    <a:cubicBezTo>
                      <a:pt x="55782" y="13708"/>
                      <a:pt x="14950" y="55796"/>
                      <a:pt x="14950" y="106548"/>
                    </a:cubicBezTo>
                    <a:cubicBezTo>
                      <a:pt x="14950" y="156063"/>
                      <a:pt x="55782" y="198150"/>
                      <a:pt x="105274" y="198150"/>
                    </a:cubicBezTo>
                    <a:cubicBezTo>
                      <a:pt x="156004" y="198150"/>
                      <a:pt x="196836" y="156063"/>
                      <a:pt x="196836" y="106548"/>
                    </a:cubicBezTo>
                    <a:cubicBezTo>
                      <a:pt x="196836" y="55796"/>
                      <a:pt x="156004" y="13708"/>
                      <a:pt x="105274" y="13708"/>
                    </a:cubicBezTo>
                    <a:close/>
                    <a:moveTo>
                      <a:pt x="105274" y="0"/>
                    </a:moveTo>
                    <a:cubicBezTo>
                      <a:pt x="163484" y="0"/>
                      <a:pt x="211786" y="47080"/>
                      <a:pt x="211786" y="106549"/>
                    </a:cubicBezTo>
                    <a:cubicBezTo>
                      <a:pt x="211786" y="164779"/>
                      <a:pt x="163484" y="211859"/>
                      <a:pt x="105274" y="211859"/>
                    </a:cubicBezTo>
                    <a:cubicBezTo>
                      <a:pt x="47064" y="211859"/>
                      <a:pt x="0" y="164779"/>
                      <a:pt x="0" y="106549"/>
                    </a:cubicBezTo>
                    <a:cubicBezTo>
                      <a:pt x="0" y="47080"/>
                      <a:pt x="47064" y="0"/>
                      <a:pt x="10527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9" name="Freeform 318">
                <a:extLst>
                  <a:ext uri="{FF2B5EF4-FFF2-40B4-BE49-F238E27FC236}">
                    <a16:creationId xmlns:a16="http://schemas.microsoft.com/office/drawing/2014/main" id="{658D2A8E-285F-D74E-A5F0-E76EEFF128FB}"/>
                  </a:ext>
                </a:extLst>
              </p:cNvPr>
              <p:cNvSpPr/>
              <p:nvPr/>
            </p:nvSpPr>
            <p:spPr>
              <a:xfrm>
                <a:off x="21864894" y="7813854"/>
                <a:ext cx="88451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" h="12">
                    <a:moveTo>
                      <a:pt x="67" y="12"/>
                    </a:moveTo>
                    <a:lnTo>
                      <a:pt x="6" y="12"/>
                    </a:lnTo>
                    <a:cubicBezTo>
                      <a:pt x="2" y="12"/>
                      <a:pt x="0" y="8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67" y="0"/>
                    </a:lnTo>
                    <a:cubicBezTo>
                      <a:pt x="70" y="0"/>
                      <a:pt x="72" y="2"/>
                      <a:pt x="72" y="6"/>
                    </a:cubicBezTo>
                    <a:cubicBezTo>
                      <a:pt x="72" y="8"/>
                      <a:pt x="70" y="12"/>
                      <a:pt x="67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CDCF7E3B-4FBE-C148-AF35-44E2F632C307}"/>
                  </a:ext>
                </a:extLst>
              </p:cNvPr>
              <p:cNvSpPr/>
              <p:nvPr/>
            </p:nvSpPr>
            <p:spPr>
              <a:xfrm>
                <a:off x="21432601" y="7721637"/>
                <a:ext cx="196835" cy="1969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9" h="159">
                    <a:moveTo>
                      <a:pt x="159" y="80"/>
                    </a:moveTo>
                    <a:cubicBezTo>
                      <a:pt x="159" y="123"/>
                      <a:pt x="123" y="159"/>
                      <a:pt x="79" y="159"/>
                    </a:cubicBezTo>
                    <a:cubicBezTo>
                      <a:pt x="35" y="159"/>
                      <a:pt x="0" y="123"/>
                      <a:pt x="0" y="80"/>
                    </a:cubicBezTo>
                    <a:cubicBezTo>
                      <a:pt x="0" y="35"/>
                      <a:pt x="35" y="0"/>
                      <a:pt x="79" y="0"/>
                    </a:cubicBezTo>
                    <a:cubicBezTo>
                      <a:pt x="123" y="0"/>
                      <a:pt x="159" y="35"/>
                      <a:pt x="159" y="8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96ED063D-26AD-AA49-A979-B9C3CCC50F15}"/>
                  </a:ext>
                </a:extLst>
              </p:cNvPr>
              <p:cNvSpPr/>
              <p:nvPr/>
            </p:nvSpPr>
            <p:spPr>
              <a:xfrm>
                <a:off x="21423884" y="7714160"/>
                <a:ext cx="213030" cy="211859"/>
              </a:xfrm>
              <a:custGeom>
                <a:avLst/>
                <a:gdLst>
                  <a:gd name="connsiteX0" fmla="*/ 106514 w 213030"/>
                  <a:gd name="connsiteY0" fmla="*/ 13708 h 211859"/>
                  <a:gd name="connsiteX1" fmla="*/ 14948 w 213030"/>
                  <a:gd name="connsiteY1" fmla="*/ 106548 h 211859"/>
                  <a:gd name="connsiteX2" fmla="*/ 106514 w 213030"/>
                  <a:gd name="connsiteY2" fmla="*/ 198150 h 211859"/>
                  <a:gd name="connsiteX3" fmla="*/ 198080 w 213030"/>
                  <a:gd name="connsiteY3" fmla="*/ 106548 h 211859"/>
                  <a:gd name="connsiteX4" fmla="*/ 106514 w 213030"/>
                  <a:gd name="connsiteY4" fmla="*/ 13708 h 211859"/>
                  <a:gd name="connsiteX5" fmla="*/ 106516 w 213030"/>
                  <a:gd name="connsiteY5" fmla="*/ 0 h 211859"/>
                  <a:gd name="connsiteX6" fmla="*/ 213030 w 213030"/>
                  <a:gd name="connsiteY6" fmla="*/ 106549 h 211859"/>
                  <a:gd name="connsiteX7" fmla="*/ 106516 w 213030"/>
                  <a:gd name="connsiteY7" fmla="*/ 211859 h 211859"/>
                  <a:gd name="connsiteX8" fmla="*/ 0 w 213030"/>
                  <a:gd name="connsiteY8" fmla="*/ 106549 h 211859"/>
                  <a:gd name="connsiteX9" fmla="*/ 106516 w 213030"/>
                  <a:gd name="connsiteY9" fmla="*/ 0 h 2118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13030" h="211859">
                    <a:moveTo>
                      <a:pt x="106514" y="13708"/>
                    </a:moveTo>
                    <a:cubicBezTo>
                      <a:pt x="57020" y="13708"/>
                      <a:pt x="14948" y="55796"/>
                      <a:pt x="14948" y="106548"/>
                    </a:cubicBezTo>
                    <a:cubicBezTo>
                      <a:pt x="14948" y="156063"/>
                      <a:pt x="57020" y="198150"/>
                      <a:pt x="106514" y="198150"/>
                    </a:cubicBezTo>
                    <a:cubicBezTo>
                      <a:pt x="157246" y="198150"/>
                      <a:pt x="198080" y="156063"/>
                      <a:pt x="198080" y="106548"/>
                    </a:cubicBezTo>
                    <a:cubicBezTo>
                      <a:pt x="198080" y="55796"/>
                      <a:pt x="157246" y="13708"/>
                      <a:pt x="106514" y="13708"/>
                    </a:cubicBezTo>
                    <a:close/>
                    <a:moveTo>
                      <a:pt x="106516" y="0"/>
                    </a:moveTo>
                    <a:cubicBezTo>
                      <a:pt x="164726" y="0"/>
                      <a:pt x="213030" y="47080"/>
                      <a:pt x="213030" y="106549"/>
                    </a:cubicBezTo>
                    <a:cubicBezTo>
                      <a:pt x="213030" y="164779"/>
                      <a:pt x="164726" y="211859"/>
                      <a:pt x="106516" y="211859"/>
                    </a:cubicBezTo>
                    <a:cubicBezTo>
                      <a:pt x="48304" y="211859"/>
                      <a:pt x="0" y="164779"/>
                      <a:pt x="0" y="106549"/>
                    </a:cubicBezTo>
                    <a:cubicBezTo>
                      <a:pt x="0" y="47080"/>
                      <a:pt x="48304" y="0"/>
                      <a:pt x="10651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FC59636E-D155-8740-8452-7358B722E6A4}"/>
                  </a:ext>
                </a:extLst>
              </p:cNvPr>
              <p:cNvSpPr/>
              <p:nvPr/>
            </p:nvSpPr>
            <p:spPr>
              <a:xfrm>
                <a:off x="21486170" y="7813854"/>
                <a:ext cx="88451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72" h="12">
                    <a:moveTo>
                      <a:pt x="67" y="12"/>
                    </a:moveTo>
                    <a:lnTo>
                      <a:pt x="6" y="12"/>
                    </a:lnTo>
                    <a:cubicBezTo>
                      <a:pt x="2" y="12"/>
                      <a:pt x="0" y="8"/>
                      <a:pt x="0" y="6"/>
                    </a:cubicBezTo>
                    <a:cubicBezTo>
                      <a:pt x="0" y="2"/>
                      <a:pt x="2" y="0"/>
                      <a:pt x="6" y="0"/>
                    </a:cubicBezTo>
                    <a:lnTo>
                      <a:pt x="67" y="0"/>
                    </a:lnTo>
                    <a:cubicBezTo>
                      <a:pt x="70" y="0"/>
                      <a:pt x="72" y="2"/>
                      <a:pt x="72" y="6"/>
                    </a:cubicBezTo>
                    <a:cubicBezTo>
                      <a:pt x="72" y="8"/>
                      <a:pt x="70" y="12"/>
                      <a:pt x="67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4" name="Freeform 323">
                <a:extLst>
                  <a:ext uri="{FF2B5EF4-FFF2-40B4-BE49-F238E27FC236}">
                    <a16:creationId xmlns:a16="http://schemas.microsoft.com/office/drawing/2014/main" id="{369F5520-58AA-D548-80B5-B1D3C7E1E5E4}"/>
                  </a:ext>
                </a:extLst>
              </p:cNvPr>
              <p:cNvSpPr/>
              <p:nvPr/>
            </p:nvSpPr>
            <p:spPr>
              <a:xfrm>
                <a:off x="21524793" y="7775225"/>
                <a:ext cx="12458" cy="8848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" h="72">
                    <a:moveTo>
                      <a:pt x="5" y="72"/>
                    </a:moveTo>
                    <a:cubicBezTo>
                      <a:pt x="2" y="72"/>
                      <a:pt x="0" y="70"/>
                      <a:pt x="0" y="67"/>
                    </a:cubicBezTo>
                    <a:lnTo>
                      <a:pt x="0" y="7"/>
                    </a:lnTo>
                    <a:cubicBezTo>
                      <a:pt x="0" y="3"/>
                      <a:pt x="2" y="0"/>
                      <a:pt x="5" y="0"/>
                    </a:cubicBezTo>
                    <a:cubicBezTo>
                      <a:pt x="8" y="0"/>
                      <a:pt x="11" y="3"/>
                      <a:pt x="11" y="7"/>
                    </a:cubicBezTo>
                    <a:lnTo>
                      <a:pt x="11" y="67"/>
                    </a:lnTo>
                    <a:cubicBezTo>
                      <a:pt x="11" y="70"/>
                      <a:pt x="8" y="72"/>
                      <a:pt x="5" y="7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5CB8718-27FA-084E-A610-3B8E73B4F850}"/>
                </a:ext>
              </a:extLst>
            </p:cNvPr>
            <p:cNvGrpSpPr/>
            <p:nvPr/>
          </p:nvGrpSpPr>
          <p:grpSpPr>
            <a:xfrm>
              <a:off x="16512973" y="5402404"/>
              <a:ext cx="5766766" cy="206875"/>
              <a:chOff x="16512973" y="5402404"/>
              <a:chExt cx="5766766" cy="206875"/>
            </a:xfrm>
          </p:grpSpPr>
          <p:sp>
            <p:nvSpPr>
              <p:cNvPr id="325" name="Freeform 324">
                <a:extLst>
                  <a:ext uri="{FF2B5EF4-FFF2-40B4-BE49-F238E27FC236}">
                    <a16:creationId xmlns:a16="http://schemas.microsoft.com/office/drawing/2014/main" id="{393064C7-7FCE-7440-A14E-A97162DCB67B}"/>
                  </a:ext>
                </a:extLst>
              </p:cNvPr>
              <p:cNvSpPr/>
              <p:nvPr/>
            </p:nvSpPr>
            <p:spPr>
              <a:xfrm>
                <a:off x="16512973" y="5595570"/>
                <a:ext cx="5766766" cy="137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30" h="12">
                    <a:moveTo>
                      <a:pt x="4625" y="12"/>
                    </a:moveTo>
                    <a:lnTo>
                      <a:pt x="7" y="12"/>
                    </a:lnTo>
                    <a:cubicBezTo>
                      <a:pt x="3" y="12"/>
                      <a:pt x="0" y="9"/>
                      <a:pt x="0" y="6"/>
                    </a:cubicBezTo>
                    <a:cubicBezTo>
                      <a:pt x="0" y="2"/>
                      <a:pt x="3" y="0"/>
                      <a:pt x="7" y="0"/>
                    </a:cubicBezTo>
                    <a:lnTo>
                      <a:pt x="4625" y="0"/>
                    </a:lnTo>
                    <a:cubicBezTo>
                      <a:pt x="4628" y="0"/>
                      <a:pt x="4630" y="2"/>
                      <a:pt x="4630" y="6"/>
                    </a:cubicBezTo>
                    <a:cubicBezTo>
                      <a:pt x="4630" y="9"/>
                      <a:pt x="4628" y="12"/>
                      <a:pt x="4625" y="1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1600035E-F4A5-BC46-8333-46DFC4DE9D52}"/>
                  </a:ext>
                </a:extLst>
              </p:cNvPr>
              <p:cNvSpPr/>
              <p:nvPr/>
            </p:nvSpPr>
            <p:spPr>
              <a:xfrm>
                <a:off x="21705433" y="5409882"/>
                <a:ext cx="331381" cy="1046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7" h="85">
                    <a:moveTo>
                      <a:pt x="224" y="85"/>
                    </a:moveTo>
                    <a:lnTo>
                      <a:pt x="133" y="85"/>
                    </a:lnTo>
                    <a:lnTo>
                      <a:pt x="42" y="85"/>
                    </a:lnTo>
                    <a:cubicBezTo>
                      <a:pt x="30" y="85"/>
                      <a:pt x="20" y="81"/>
                      <a:pt x="12" y="73"/>
                    </a:cubicBezTo>
                    <a:cubicBezTo>
                      <a:pt x="4" y="65"/>
                      <a:pt x="0" y="54"/>
                      <a:pt x="0" y="43"/>
                    </a:cubicBezTo>
                    <a:cubicBezTo>
                      <a:pt x="0" y="30"/>
                      <a:pt x="4" y="20"/>
                      <a:pt x="12" y="12"/>
                    </a:cubicBezTo>
                    <a:cubicBezTo>
                      <a:pt x="20" y="4"/>
                      <a:pt x="30" y="0"/>
                      <a:pt x="42" y="0"/>
                    </a:cubicBezTo>
                    <a:lnTo>
                      <a:pt x="133" y="0"/>
                    </a:lnTo>
                    <a:lnTo>
                      <a:pt x="224" y="0"/>
                    </a:lnTo>
                    <a:cubicBezTo>
                      <a:pt x="236" y="0"/>
                      <a:pt x="247" y="4"/>
                      <a:pt x="255" y="12"/>
                    </a:cubicBezTo>
                    <a:cubicBezTo>
                      <a:pt x="262" y="20"/>
                      <a:pt x="267" y="30"/>
                      <a:pt x="267" y="43"/>
                    </a:cubicBezTo>
                    <a:cubicBezTo>
                      <a:pt x="267" y="54"/>
                      <a:pt x="262" y="65"/>
                      <a:pt x="255" y="73"/>
                    </a:cubicBezTo>
                    <a:cubicBezTo>
                      <a:pt x="247" y="81"/>
                      <a:pt x="236" y="85"/>
                      <a:pt x="224" y="8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0C54CAD0-2697-054E-BBF5-CF831925D45F}"/>
                  </a:ext>
                </a:extLst>
              </p:cNvPr>
              <p:cNvSpPr/>
              <p:nvPr/>
            </p:nvSpPr>
            <p:spPr>
              <a:xfrm>
                <a:off x="21696712" y="5402404"/>
                <a:ext cx="347576" cy="119638"/>
              </a:xfrm>
              <a:custGeom>
                <a:avLst/>
                <a:gdLst>
                  <a:gd name="connsiteX0" fmla="*/ 60860 w 347576"/>
                  <a:gd name="connsiteY0" fmla="*/ 13709 h 119638"/>
                  <a:gd name="connsiteX1" fmla="*/ 28596 w 347576"/>
                  <a:gd name="connsiteY1" fmla="*/ 27233 h 119638"/>
                  <a:gd name="connsiteX2" fmla="*/ 14946 w 347576"/>
                  <a:gd name="connsiteY2" fmla="*/ 60426 h 119638"/>
                  <a:gd name="connsiteX3" fmla="*/ 28596 w 347576"/>
                  <a:gd name="connsiteY3" fmla="*/ 91161 h 119638"/>
                  <a:gd name="connsiteX4" fmla="*/ 60860 w 347576"/>
                  <a:gd name="connsiteY4" fmla="*/ 104684 h 119638"/>
                  <a:gd name="connsiteX5" fmla="*/ 286708 w 347576"/>
                  <a:gd name="connsiteY5" fmla="*/ 104684 h 119638"/>
                  <a:gd name="connsiteX6" fmla="*/ 318972 w 347576"/>
                  <a:gd name="connsiteY6" fmla="*/ 91161 h 119638"/>
                  <a:gd name="connsiteX7" fmla="*/ 332624 w 347576"/>
                  <a:gd name="connsiteY7" fmla="*/ 60426 h 119638"/>
                  <a:gd name="connsiteX8" fmla="*/ 318972 w 347576"/>
                  <a:gd name="connsiteY8" fmla="*/ 27233 h 119638"/>
                  <a:gd name="connsiteX9" fmla="*/ 286708 w 347576"/>
                  <a:gd name="connsiteY9" fmla="*/ 13709 h 119638"/>
                  <a:gd name="connsiteX10" fmla="*/ 60826 w 347576"/>
                  <a:gd name="connsiteY10" fmla="*/ 0 h 119638"/>
                  <a:gd name="connsiteX11" fmla="*/ 286750 w 347576"/>
                  <a:gd name="connsiteY11" fmla="*/ 0 h 119638"/>
                  <a:gd name="connsiteX12" fmla="*/ 328956 w 347576"/>
                  <a:gd name="connsiteY12" fmla="*/ 17268 h 119638"/>
                  <a:gd name="connsiteX13" fmla="*/ 347576 w 347576"/>
                  <a:gd name="connsiteY13" fmla="*/ 60436 h 119638"/>
                  <a:gd name="connsiteX14" fmla="*/ 328956 w 347576"/>
                  <a:gd name="connsiteY14" fmla="*/ 102371 h 119638"/>
                  <a:gd name="connsiteX15" fmla="*/ 286750 w 347576"/>
                  <a:gd name="connsiteY15" fmla="*/ 119638 h 119638"/>
                  <a:gd name="connsiteX16" fmla="*/ 60826 w 347576"/>
                  <a:gd name="connsiteY16" fmla="*/ 119638 h 119638"/>
                  <a:gd name="connsiteX17" fmla="*/ 18620 w 347576"/>
                  <a:gd name="connsiteY17" fmla="*/ 102371 h 119638"/>
                  <a:gd name="connsiteX18" fmla="*/ 0 w 347576"/>
                  <a:gd name="connsiteY18" fmla="*/ 60436 h 119638"/>
                  <a:gd name="connsiteX19" fmla="*/ 18620 w 347576"/>
                  <a:gd name="connsiteY19" fmla="*/ 17268 h 119638"/>
                  <a:gd name="connsiteX20" fmla="*/ 60826 w 347576"/>
                  <a:gd name="connsiteY20" fmla="*/ 0 h 119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7576" h="119638">
                    <a:moveTo>
                      <a:pt x="60860" y="13709"/>
                    </a:moveTo>
                    <a:cubicBezTo>
                      <a:pt x="48450" y="13709"/>
                      <a:pt x="37282" y="18627"/>
                      <a:pt x="28596" y="27233"/>
                    </a:cubicBezTo>
                    <a:cubicBezTo>
                      <a:pt x="19910" y="35838"/>
                      <a:pt x="14946" y="46903"/>
                      <a:pt x="14946" y="60426"/>
                    </a:cubicBezTo>
                    <a:cubicBezTo>
                      <a:pt x="14946" y="71491"/>
                      <a:pt x="19910" y="83785"/>
                      <a:pt x="28596" y="91161"/>
                    </a:cubicBezTo>
                    <a:cubicBezTo>
                      <a:pt x="37282" y="100996"/>
                      <a:pt x="48450" y="104684"/>
                      <a:pt x="60860" y="104684"/>
                    </a:cubicBezTo>
                    <a:lnTo>
                      <a:pt x="286708" y="104684"/>
                    </a:lnTo>
                    <a:cubicBezTo>
                      <a:pt x="299118" y="104684"/>
                      <a:pt x="310286" y="100996"/>
                      <a:pt x="318972" y="91161"/>
                    </a:cubicBezTo>
                    <a:cubicBezTo>
                      <a:pt x="327660" y="83785"/>
                      <a:pt x="332624" y="71491"/>
                      <a:pt x="332624" y="60426"/>
                    </a:cubicBezTo>
                    <a:cubicBezTo>
                      <a:pt x="332624" y="46903"/>
                      <a:pt x="327660" y="35838"/>
                      <a:pt x="318972" y="27233"/>
                    </a:cubicBezTo>
                    <a:cubicBezTo>
                      <a:pt x="310286" y="18627"/>
                      <a:pt x="299118" y="13709"/>
                      <a:pt x="286708" y="13709"/>
                    </a:cubicBezTo>
                    <a:close/>
                    <a:moveTo>
                      <a:pt x="60826" y="0"/>
                    </a:moveTo>
                    <a:lnTo>
                      <a:pt x="286750" y="0"/>
                    </a:lnTo>
                    <a:cubicBezTo>
                      <a:pt x="302888" y="0"/>
                      <a:pt x="317784" y="6167"/>
                      <a:pt x="328956" y="17268"/>
                    </a:cubicBezTo>
                    <a:cubicBezTo>
                      <a:pt x="340128" y="28368"/>
                      <a:pt x="347576" y="43169"/>
                      <a:pt x="347576" y="60436"/>
                    </a:cubicBezTo>
                    <a:cubicBezTo>
                      <a:pt x="347576" y="76470"/>
                      <a:pt x="340128" y="91270"/>
                      <a:pt x="328956" y="102371"/>
                    </a:cubicBezTo>
                    <a:cubicBezTo>
                      <a:pt x="317784" y="113471"/>
                      <a:pt x="302888" y="119638"/>
                      <a:pt x="286750" y="119638"/>
                    </a:cubicBezTo>
                    <a:lnTo>
                      <a:pt x="60826" y="119638"/>
                    </a:lnTo>
                    <a:cubicBezTo>
                      <a:pt x="44688" y="119638"/>
                      <a:pt x="29792" y="113471"/>
                      <a:pt x="18620" y="102371"/>
                    </a:cubicBezTo>
                    <a:cubicBezTo>
                      <a:pt x="6206" y="91270"/>
                      <a:pt x="0" y="76470"/>
                      <a:pt x="0" y="60436"/>
                    </a:cubicBezTo>
                    <a:cubicBezTo>
                      <a:pt x="0" y="43169"/>
                      <a:pt x="6206" y="28368"/>
                      <a:pt x="18620" y="17268"/>
                    </a:cubicBezTo>
                    <a:cubicBezTo>
                      <a:pt x="29792" y="6167"/>
                      <a:pt x="44688" y="0"/>
                      <a:pt x="60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63A03321-1074-154B-9129-54FA57BD5C0D}"/>
                  </a:ext>
                </a:extLst>
              </p:cNvPr>
              <p:cNvSpPr/>
              <p:nvPr/>
            </p:nvSpPr>
            <p:spPr>
              <a:xfrm>
                <a:off x="21193412" y="5409882"/>
                <a:ext cx="332626" cy="10468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8" h="85">
                    <a:moveTo>
                      <a:pt x="225" y="85"/>
                    </a:moveTo>
                    <a:lnTo>
                      <a:pt x="134" y="85"/>
                    </a:lnTo>
                    <a:lnTo>
                      <a:pt x="43" y="85"/>
                    </a:lnTo>
                    <a:cubicBezTo>
                      <a:pt x="31" y="85"/>
                      <a:pt x="20" y="81"/>
                      <a:pt x="12" y="73"/>
                    </a:cubicBezTo>
                    <a:cubicBezTo>
                      <a:pt x="5" y="65"/>
                      <a:pt x="0" y="54"/>
                      <a:pt x="0" y="43"/>
                    </a:cubicBezTo>
                    <a:cubicBezTo>
                      <a:pt x="0" y="30"/>
                      <a:pt x="5" y="20"/>
                      <a:pt x="12" y="12"/>
                    </a:cubicBezTo>
                    <a:cubicBezTo>
                      <a:pt x="20" y="4"/>
                      <a:pt x="31" y="0"/>
                      <a:pt x="43" y="0"/>
                    </a:cubicBezTo>
                    <a:lnTo>
                      <a:pt x="134" y="0"/>
                    </a:lnTo>
                    <a:lnTo>
                      <a:pt x="225" y="0"/>
                    </a:lnTo>
                    <a:cubicBezTo>
                      <a:pt x="237" y="0"/>
                      <a:pt x="247" y="4"/>
                      <a:pt x="255" y="12"/>
                    </a:cubicBezTo>
                    <a:cubicBezTo>
                      <a:pt x="263" y="20"/>
                      <a:pt x="268" y="30"/>
                      <a:pt x="268" y="43"/>
                    </a:cubicBezTo>
                    <a:cubicBezTo>
                      <a:pt x="268" y="54"/>
                      <a:pt x="263" y="65"/>
                      <a:pt x="255" y="73"/>
                    </a:cubicBezTo>
                    <a:cubicBezTo>
                      <a:pt x="247" y="81"/>
                      <a:pt x="237" y="85"/>
                      <a:pt x="225" y="85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118D5472-BF88-EA49-B49C-38CB668CFA70}"/>
                  </a:ext>
                </a:extLst>
              </p:cNvPr>
              <p:cNvSpPr/>
              <p:nvPr/>
            </p:nvSpPr>
            <p:spPr>
              <a:xfrm>
                <a:off x="21185938" y="5402404"/>
                <a:ext cx="347576" cy="119638"/>
              </a:xfrm>
              <a:custGeom>
                <a:avLst/>
                <a:gdLst>
                  <a:gd name="connsiteX0" fmla="*/ 60864 w 347576"/>
                  <a:gd name="connsiteY0" fmla="*/ 13709 h 119638"/>
                  <a:gd name="connsiteX1" fmla="*/ 28600 w 347576"/>
                  <a:gd name="connsiteY1" fmla="*/ 27233 h 119638"/>
                  <a:gd name="connsiteX2" fmla="*/ 14950 w 347576"/>
                  <a:gd name="connsiteY2" fmla="*/ 60426 h 119638"/>
                  <a:gd name="connsiteX3" fmla="*/ 28600 w 347576"/>
                  <a:gd name="connsiteY3" fmla="*/ 91161 h 119638"/>
                  <a:gd name="connsiteX4" fmla="*/ 60864 w 347576"/>
                  <a:gd name="connsiteY4" fmla="*/ 104684 h 119638"/>
                  <a:gd name="connsiteX5" fmla="*/ 286712 w 347576"/>
                  <a:gd name="connsiteY5" fmla="*/ 104684 h 119638"/>
                  <a:gd name="connsiteX6" fmla="*/ 318976 w 347576"/>
                  <a:gd name="connsiteY6" fmla="*/ 91161 h 119638"/>
                  <a:gd name="connsiteX7" fmla="*/ 332626 w 347576"/>
                  <a:gd name="connsiteY7" fmla="*/ 60426 h 119638"/>
                  <a:gd name="connsiteX8" fmla="*/ 318976 w 347576"/>
                  <a:gd name="connsiteY8" fmla="*/ 27233 h 119638"/>
                  <a:gd name="connsiteX9" fmla="*/ 286712 w 347576"/>
                  <a:gd name="connsiteY9" fmla="*/ 13709 h 119638"/>
                  <a:gd name="connsiteX10" fmla="*/ 60826 w 347576"/>
                  <a:gd name="connsiteY10" fmla="*/ 0 h 119638"/>
                  <a:gd name="connsiteX11" fmla="*/ 286750 w 347576"/>
                  <a:gd name="connsiteY11" fmla="*/ 0 h 119638"/>
                  <a:gd name="connsiteX12" fmla="*/ 328956 w 347576"/>
                  <a:gd name="connsiteY12" fmla="*/ 17268 h 119638"/>
                  <a:gd name="connsiteX13" fmla="*/ 347576 w 347576"/>
                  <a:gd name="connsiteY13" fmla="*/ 60436 h 119638"/>
                  <a:gd name="connsiteX14" fmla="*/ 328956 w 347576"/>
                  <a:gd name="connsiteY14" fmla="*/ 102371 h 119638"/>
                  <a:gd name="connsiteX15" fmla="*/ 286750 w 347576"/>
                  <a:gd name="connsiteY15" fmla="*/ 119638 h 119638"/>
                  <a:gd name="connsiteX16" fmla="*/ 60826 w 347576"/>
                  <a:gd name="connsiteY16" fmla="*/ 119638 h 119638"/>
                  <a:gd name="connsiteX17" fmla="*/ 18620 w 347576"/>
                  <a:gd name="connsiteY17" fmla="*/ 102371 h 119638"/>
                  <a:gd name="connsiteX18" fmla="*/ 0 w 347576"/>
                  <a:gd name="connsiteY18" fmla="*/ 60436 h 119638"/>
                  <a:gd name="connsiteX19" fmla="*/ 18620 w 347576"/>
                  <a:gd name="connsiteY19" fmla="*/ 17268 h 119638"/>
                  <a:gd name="connsiteX20" fmla="*/ 60826 w 347576"/>
                  <a:gd name="connsiteY20" fmla="*/ 0 h 119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7576" h="119638">
                    <a:moveTo>
                      <a:pt x="60864" y="13709"/>
                    </a:moveTo>
                    <a:cubicBezTo>
                      <a:pt x="48454" y="13709"/>
                      <a:pt x="37286" y="18627"/>
                      <a:pt x="28600" y="27233"/>
                    </a:cubicBezTo>
                    <a:cubicBezTo>
                      <a:pt x="19912" y="35838"/>
                      <a:pt x="14950" y="46903"/>
                      <a:pt x="14950" y="60426"/>
                    </a:cubicBezTo>
                    <a:cubicBezTo>
                      <a:pt x="14950" y="71491"/>
                      <a:pt x="19912" y="83785"/>
                      <a:pt x="28600" y="91161"/>
                    </a:cubicBezTo>
                    <a:cubicBezTo>
                      <a:pt x="37286" y="100996"/>
                      <a:pt x="48454" y="104684"/>
                      <a:pt x="60864" y="104684"/>
                    </a:cubicBezTo>
                    <a:lnTo>
                      <a:pt x="286712" y="104684"/>
                    </a:lnTo>
                    <a:cubicBezTo>
                      <a:pt x="299122" y="104684"/>
                      <a:pt x="310290" y="100996"/>
                      <a:pt x="318976" y="91161"/>
                    </a:cubicBezTo>
                    <a:cubicBezTo>
                      <a:pt x="327662" y="83785"/>
                      <a:pt x="332626" y="71491"/>
                      <a:pt x="332626" y="60426"/>
                    </a:cubicBezTo>
                    <a:cubicBezTo>
                      <a:pt x="332626" y="46903"/>
                      <a:pt x="327662" y="35838"/>
                      <a:pt x="318976" y="27233"/>
                    </a:cubicBezTo>
                    <a:cubicBezTo>
                      <a:pt x="310290" y="18627"/>
                      <a:pt x="299122" y="13709"/>
                      <a:pt x="286712" y="13709"/>
                    </a:cubicBezTo>
                    <a:close/>
                    <a:moveTo>
                      <a:pt x="60826" y="0"/>
                    </a:moveTo>
                    <a:lnTo>
                      <a:pt x="286750" y="0"/>
                    </a:lnTo>
                    <a:cubicBezTo>
                      <a:pt x="302888" y="0"/>
                      <a:pt x="317784" y="6167"/>
                      <a:pt x="328956" y="17268"/>
                    </a:cubicBezTo>
                    <a:cubicBezTo>
                      <a:pt x="341370" y="28368"/>
                      <a:pt x="347576" y="43169"/>
                      <a:pt x="347576" y="60436"/>
                    </a:cubicBezTo>
                    <a:cubicBezTo>
                      <a:pt x="347576" y="76470"/>
                      <a:pt x="341370" y="91270"/>
                      <a:pt x="328956" y="102371"/>
                    </a:cubicBezTo>
                    <a:cubicBezTo>
                      <a:pt x="317784" y="113471"/>
                      <a:pt x="302888" y="119638"/>
                      <a:pt x="286750" y="119638"/>
                    </a:cubicBezTo>
                    <a:lnTo>
                      <a:pt x="60826" y="119638"/>
                    </a:lnTo>
                    <a:cubicBezTo>
                      <a:pt x="44688" y="119638"/>
                      <a:pt x="29792" y="113471"/>
                      <a:pt x="18620" y="102371"/>
                    </a:cubicBezTo>
                    <a:cubicBezTo>
                      <a:pt x="7448" y="91270"/>
                      <a:pt x="0" y="76470"/>
                      <a:pt x="0" y="60436"/>
                    </a:cubicBezTo>
                    <a:cubicBezTo>
                      <a:pt x="0" y="43169"/>
                      <a:pt x="7448" y="28368"/>
                      <a:pt x="18620" y="17268"/>
                    </a:cubicBezTo>
                    <a:cubicBezTo>
                      <a:pt x="29792" y="6167"/>
                      <a:pt x="44688" y="0"/>
                      <a:pt x="608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102A17A7-F926-5044-ACFC-D71A1D95BF4E}"/>
                  </a:ext>
                </a:extLst>
              </p:cNvPr>
              <p:cNvSpPr/>
              <p:nvPr/>
            </p:nvSpPr>
            <p:spPr>
              <a:xfrm>
                <a:off x="20675164" y="5402404"/>
                <a:ext cx="346328" cy="119638"/>
              </a:xfrm>
              <a:custGeom>
                <a:avLst/>
                <a:gdLst>
                  <a:gd name="connsiteX0" fmla="*/ 60862 w 346328"/>
                  <a:gd name="connsiteY0" fmla="*/ 13709 h 119638"/>
                  <a:gd name="connsiteX1" fmla="*/ 27358 w 346328"/>
                  <a:gd name="connsiteY1" fmla="*/ 27233 h 119638"/>
                  <a:gd name="connsiteX2" fmla="*/ 14948 w 346328"/>
                  <a:gd name="connsiteY2" fmla="*/ 60426 h 119638"/>
                  <a:gd name="connsiteX3" fmla="*/ 27358 w 346328"/>
                  <a:gd name="connsiteY3" fmla="*/ 91161 h 119638"/>
                  <a:gd name="connsiteX4" fmla="*/ 60862 w 346328"/>
                  <a:gd name="connsiteY4" fmla="*/ 104684 h 119638"/>
                  <a:gd name="connsiteX5" fmla="*/ 286710 w 346328"/>
                  <a:gd name="connsiteY5" fmla="*/ 104684 h 119638"/>
                  <a:gd name="connsiteX6" fmla="*/ 318974 w 346328"/>
                  <a:gd name="connsiteY6" fmla="*/ 91161 h 119638"/>
                  <a:gd name="connsiteX7" fmla="*/ 332624 w 346328"/>
                  <a:gd name="connsiteY7" fmla="*/ 60426 h 119638"/>
                  <a:gd name="connsiteX8" fmla="*/ 318974 w 346328"/>
                  <a:gd name="connsiteY8" fmla="*/ 27233 h 119638"/>
                  <a:gd name="connsiteX9" fmla="*/ 286710 w 346328"/>
                  <a:gd name="connsiteY9" fmla="*/ 13709 h 119638"/>
                  <a:gd name="connsiteX10" fmla="*/ 60824 w 346328"/>
                  <a:gd name="connsiteY10" fmla="*/ 0 h 119638"/>
                  <a:gd name="connsiteX11" fmla="*/ 286746 w 346328"/>
                  <a:gd name="connsiteY11" fmla="*/ 0 h 119638"/>
                  <a:gd name="connsiteX12" fmla="*/ 328950 w 346328"/>
                  <a:gd name="connsiteY12" fmla="*/ 17268 h 119638"/>
                  <a:gd name="connsiteX13" fmla="*/ 346328 w 346328"/>
                  <a:gd name="connsiteY13" fmla="*/ 60436 h 119638"/>
                  <a:gd name="connsiteX14" fmla="*/ 328950 w 346328"/>
                  <a:gd name="connsiteY14" fmla="*/ 102371 h 119638"/>
                  <a:gd name="connsiteX15" fmla="*/ 286746 w 346328"/>
                  <a:gd name="connsiteY15" fmla="*/ 119638 h 119638"/>
                  <a:gd name="connsiteX16" fmla="*/ 60824 w 346328"/>
                  <a:gd name="connsiteY16" fmla="*/ 119638 h 119638"/>
                  <a:gd name="connsiteX17" fmla="*/ 17378 w 346328"/>
                  <a:gd name="connsiteY17" fmla="*/ 102371 h 119638"/>
                  <a:gd name="connsiteX18" fmla="*/ 0 w 346328"/>
                  <a:gd name="connsiteY18" fmla="*/ 60436 h 119638"/>
                  <a:gd name="connsiteX19" fmla="*/ 17378 w 346328"/>
                  <a:gd name="connsiteY19" fmla="*/ 17268 h 119638"/>
                  <a:gd name="connsiteX20" fmla="*/ 60824 w 346328"/>
                  <a:gd name="connsiteY20" fmla="*/ 0 h 119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346328" h="119638">
                    <a:moveTo>
                      <a:pt x="60862" y="13709"/>
                    </a:moveTo>
                    <a:cubicBezTo>
                      <a:pt x="48452" y="13709"/>
                      <a:pt x="37284" y="18627"/>
                      <a:pt x="27358" y="27233"/>
                    </a:cubicBezTo>
                    <a:cubicBezTo>
                      <a:pt x="19912" y="35838"/>
                      <a:pt x="14948" y="46903"/>
                      <a:pt x="14948" y="60426"/>
                    </a:cubicBezTo>
                    <a:cubicBezTo>
                      <a:pt x="14948" y="71491"/>
                      <a:pt x="19912" y="83785"/>
                      <a:pt x="27358" y="91161"/>
                    </a:cubicBezTo>
                    <a:cubicBezTo>
                      <a:pt x="37284" y="100996"/>
                      <a:pt x="48452" y="104684"/>
                      <a:pt x="60862" y="104684"/>
                    </a:cubicBezTo>
                    <a:lnTo>
                      <a:pt x="286710" y="104684"/>
                    </a:lnTo>
                    <a:cubicBezTo>
                      <a:pt x="299120" y="104684"/>
                      <a:pt x="310288" y="100996"/>
                      <a:pt x="318974" y="91161"/>
                    </a:cubicBezTo>
                    <a:cubicBezTo>
                      <a:pt x="327662" y="83785"/>
                      <a:pt x="332624" y="71491"/>
                      <a:pt x="332624" y="60426"/>
                    </a:cubicBezTo>
                    <a:cubicBezTo>
                      <a:pt x="332624" y="46903"/>
                      <a:pt x="327662" y="35838"/>
                      <a:pt x="318974" y="27233"/>
                    </a:cubicBezTo>
                    <a:cubicBezTo>
                      <a:pt x="310288" y="18627"/>
                      <a:pt x="299120" y="13709"/>
                      <a:pt x="286710" y="13709"/>
                    </a:cubicBezTo>
                    <a:close/>
                    <a:moveTo>
                      <a:pt x="60824" y="0"/>
                    </a:moveTo>
                    <a:lnTo>
                      <a:pt x="286746" y="0"/>
                    </a:lnTo>
                    <a:cubicBezTo>
                      <a:pt x="302882" y="0"/>
                      <a:pt x="317778" y="6167"/>
                      <a:pt x="328950" y="17268"/>
                    </a:cubicBezTo>
                    <a:cubicBezTo>
                      <a:pt x="340122" y="28368"/>
                      <a:pt x="346328" y="43169"/>
                      <a:pt x="346328" y="60436"/>
                    </a:cubicBezTo>
                    <a:cubicBezTo>
                      <a:pt x="346328" y="76470"/>
                      <a:pt x="340122" y="91270"/>
                      <a:pt x="328950" y="102371"/>
                    </a:cubicBezTo>
                    <a:cubicBezTo>
                      <a:pt x="317778" y="113471"/>
                      <a:pt x="302882" y="119638"/>
                      <a:pt x="286746" y="119638"/>
                    </a:cubicBezTo>
                    <a:lnTo>
                      <a:pt x="60824" y="119638"/>
                    </a:lnTo>
                    <a:cubicBezTo>
                      <a:pt x="44686" y="119638"/>
                      <a:pt x="29790" y="113471"/>
                      <a:pt x="17378" y="102371"/>
                    </a:cubicBezTo>
                    <a:cubicBezTo>
                      <a:pt x="6206" y="91270"/>
                      <a:pt x="0" y="76470"/>
                      <a:pt x="0" y="60436"/>
                    </a:cubicBezTo>
                    <a:cubicBezTo>
                      <a:pt x="0" y="43169"/>
                      <a:pt x="6206" y="28368"/>
                      <a:pt x="17378" y="17268"/>
                    </a:cubicBezTo>
                    <a:cubicBezTo>
                      <a:pt x="29790" y="6167"/>
                      <a:pt x="44686" y="0"/>
                      <a:pt x="6082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405" name="Freeform 404">
            <a:extLst>
              <a:ext uri="{FF2B5EF4-FFF2-40B4-BE49-F238E27FC236}">
                <a16:creationId xmlns:a16="http://schemas.microsoft.com/office/drawing/2014/main" id="{64C1F01D-F0A0-AD4C-A29A-2DCF9815333E}"/>
              </a:ext>
            </a:extLst>
          </p:cNvPr>
          <p:cNvSpPr/>
          <p:nvPr/>
        </p:nvSpPr>
        <p:spPr>
          <a:xfrm>
            <a:off x="1503674" y="3779814"/>
            <a:ext cx="7961855" cy="171730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92" h="1379">
                <a:moveTo>
                  <a:pt x="6392" y="0"/>
                </a:moveTo>
                <a:lnTo>
                  <a:pt x="2144" y="0"/>
                </a:lnTo>
                <a:cubicBezTo>
                  <a:pt x="1857" y="0"/>
                  <a:pt x="1625" y="309"/>
                  <a:pt x="1625" y="689"/>
                </a:cubicBezTo>
                <a:cubicBezTo>
                  <a:pt x="1625" y="1071"/>
                  <a:pt x="1392" y="1379"/>
                  <a:pt x="1105" y="1379"/>
                </a:cubicBezTo>
                <a:lnTo>
                  <a:pt x="0" y="1379"/>
                </a:lnTo>
              </a:path>
            </a:pathLst>
          </a:custGeom>
          <a:noFill/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18" name="Freeform 417">
            <a:extLst>
              <a:ext uri="{FF2B5EF4-FFF2-40B4-BE49-F238E27FC236}">
                <a16:creationId xmlns:a16="http://schemas.microsoft.com/office/drawing/2014/main" id="{520DBE2F-CAB6-CC45-A917-70DE0BAAD7F4}"/>
              </a:ext>
            </a:extLst>
          </p:cNvPr>
          <p:cNvSpPr/>
          <p:nvPr/>
        </p:nvSpPr>
        <p:spPr>
          <a:xfrm>
            <a:off x="2054314" y="4154929"/>
            <a:ext cx="787340" cy="967074"/>
          </a:xfrm>
          <a:custGeom>
            <a:avLst/>
            <a:gdLst>
              <a:gd name="connsiteX0" fmla="*/ 238831 w 787340"/>
              <a:gd name="connsiteY0" fmla="*/ 513446 h 967074"/>
              <a:gd name="connsiteX1" fmla="*/ 24916 w 787340"/>
              <a:gd name="connsiteY1" fmla="*/ 728419 h 967074"/>
              <a:gd name="connsiteX2" fmla="*/ 238831 w 787340"/>
              <a:gd name="connsiteY2" fmla="*/ 942149 h 967074"/>
              <a:gd name="connsiteX3" fmla="*/ 654224 w 787340"/>
              <a:gd name="connsiteY3" fmla="*/ 942149 h 967074"/>
              <a:gd name="connsiteX4" fmla="*/ 762425 w 787340"/>
              <a:gd name="connsiteY4" fmla="*/ 832799 h 967074"/>
              <a:gd name="connsiteX5" fmla="*/ 654224 w 787340"/>
              <a:gd name="connsiteY5" fmla="*/ 723449 h 967074"/>
              <a:gd name="connsiteX6" fmla="*/ 609451 w 787340"/>
              <a:gd name="connsiteY6" fmla="*/ 733390 h 967074"/>
              <a:gd name="connsiteX7" fmla="*/ 593283 w 787340"/>
              <a:gd name="connsiteY7" fmla="*/ 727176 h 967074"/>
              <a:gd name="connsiteX8" fmla="*/ 599502 w 787340"/>
              <a:gd name="connsiteY8" fmla="*/ 711022 h 967074"/>
              <a:gd name="connsiteX9" fmla="*/ 630594 w 787340"/>
              <a:gd name="connsiteY9" fmla="*/ 701081 h 967074"/>
              <a:gd name="connsiteX10" fmla="*/ 626863 w 787340"/>
              <a:gd name="connsiteY10" fmla="*/ 686170 h 967074"/>
              <a:gd name="connsiteX11" fmla="*/ 485082 w 787340"/>
              <a:gd name="connsiteY11" fmla="*/ 578062 h 967074"/>
              <a:gd name="connsiteX12" fmla="*/ 417923 w 787340"/>
              <a:gd name="connsiteY12" fmla="*/ 594216 h 967074"/>
              <a:gd name="connsiteX13" fmla="*/ 358225 w 787340"/>
              <a:gd name="connsiteY13" fmla="*/ 648892 h 967074"/>
              <a:gd name="connsiteX14" fmla="*/ 342057 w 787340"/>
              <a:gd name="connsiteY14" fmla="*/ 652619 h 967074"/>
              <a:gd name="connsiteX15" fmla="*/ 337083 w 787340"/>
              <a:gd name="connsiteY15" fmla="*/ 635223 h 967074"/>
              <a:gd name="connsiteX16" fmla="*/ 391805 w 787340"/>
              <a:gd name="connsiteY16" fmla="*/ 580548 h 967074"/>
              <a:gd name="connsiteX17" fmla="*/ 238831 w 787340"/>
              <a:gd name="connsiteY17" fmla="*/ 513446 h 967074"/>
              <a:gd name="connsiteX18" fmla="*/ 443379 w 787340"/>
              <a:gd name="connsiteY18" fmla="*/ 294110 h 967074"/>
              <a:gd name="connsiteX19" fmla="*/ 459353 w 787340"/>
              <a:gd name="connsiteY19" fmla="*/ 302781 h 967074"/>
              <a:gd name="connsiteX20" fmla="*/ 524475 w 787340"/>
              <a:gd name="connsiteY20" fmla="*/ 479904 h 967074"/>
              <a:gd name="connsiteX21" fmla="*/ 517103 w 787340"/>
              <a:gd name="connsiteY21" fmla="*/ 497245 h 967074"/>
              <a:gd name="connsiteX22" fmla="*/ 512188 w 787340"/>
              <a:gd name="connsiteY22" fmla="*/ 497245 h 967074"/>
              <a:gd name="connsiteX23" fmla="*/ 501129 w 787340"/>
              <a:gd name="connsiteY23" fmla="*/ 489813 h 967074"/>
              <a:gd name="connsiteX24" fmla="*/ 436007 w 787340"/>
              <a:gd name="connsiteY24" fmla="*/ 310212 h 967074"/>
              <a:gd name="connsiteX25" fmla="*/ 443379 w 787340"/>
              <a:gd name="connsiteY25" fmla="*/ 294110 h 967074"/>
              <a:gd name="connsiteX26" fmla="*/ 653860 w 787340"/>
              <a:gd name="connsiteY26" fmla="*/ 280401 h 967074"/>
              <a:gd name="connsiteX27" fmla="*/ 636588 w 787340"/>
              <a:gd name="connsiteY27" fmla="*/ 297803 h 967074"/>
              <a:gd name="connsiteX28" fmla="*/ 636588 w 787340"/>
              <a:gd name="connsiteY28" fmla="*/ 632158 h 967074"/>
              <a:gd name="connsiteX29" fmla="*/ 635354 w 787340"/>
              <a:gd name="connsiteY29" fmla="*/ 638373 h 967074"/>
              <a:gd name="connsiteX30" fmla="*/ 652626 w 787340"/>
              <a:gd name="connsiteY30" fmla="*/ 678148 h 967074"/>
              <a:gd name="connsiteX31" fmla="*/ 657561 w 787340"/>
              <a:gd name="connsiteY31" fmla="*/ 698035 h 967074"/>
              <a:gd name="connsiteX32" fmla="*/ 762425 w 787340"/>
              <a:gd name="connsiteY32" fmla="*/ 753968 h 967074"/>
              <a:gd name="connsiteX33" fmla="*/ 762425 w 787340"/>
              <a:gd name="connsiteY33" fmla="*/ 622215 h 967074"/>
              <a:gd name="connsiteX34" fmla="*/ 736517 w 787340"/>
              <a:gd name="connsiteY34" fmla="*/ 622215 h 967074"/>
              <a:gd name="connsiteX35" fmla="*/ 725414 w 787340"/>
              <a:gd name="connsiteY35" fmla="*/ 609785 h 967074"/>
              <a:gd name="connsiteX36" fmla="*/ 736517 w 787340"/>
              <a:gd name="connsiteY36" fmla="*/ 596113 h 967074"/>
              <a:gd name="connsiteX37" fmla="*/ 762425 w 787340"/>
              <a:gd name="connsiteY37" fmla="*/ 596113 h 967074"/>
              <a:gd name="connsiteX38" fmla="*/ 762425 w 787340"/>
              <a:gd name="connsiteY38" fmla="*/ 546394 h 967074"/>
              <a:gd name="connsiteX39" fmla="*/ 736517 w 787340"/>
              <a:gd name="connsiteY39" fmla="*/ 546394 h 967074"/>
              <a:gd name="connsiteX40" fmla="*/ 725414 w 787340"/>
              <a:gd name="connsiteY40" fmla="*/ 532722 h 967074"/>
              <a:gd name="connsiteX41" fmla="*/ 736517 w 787340"/>
              <a:gd name="connsiteY41" fmla="*/ 521535 h 967074"/>
              <a:gd name="connsiteX42" fmla="*/ 762425 w 787340"/>
              <a:gd name="connsiteY42" fmla="*/ 521535 h 967074"/>
              <a:gd name="connsiteX43" fmla="*/ 762425 w 787340"/>
              <a:gd name="connsiteY43" fmla="*/ 470574 h 967074"/>
              <a:gd name="connsiteX44" fmla="*/ 736517 w 787340"/>
              <a:gd name="connsiteY44" fmla="*/ 470574 h 967074"/>
              <a:gd name="connsiteX45" fmla="*/ 725414 w 787340"/>
              <a:gd name="connsiteY45" fmla="*/ 458144 h 967074"/>
              <a:gd name="connsiteX46" fmla="*/ 736517 w 787340"/>
              <a:gd name="connsiteY46" fmla="*/ 444472 h 967074"/>
              <a:gd name="connsiteX47" fmla="*/ 762425 w 787340"/>
              <a:gd name="connsiteY47" fmla="*/ 444472 h 967074"/>
              <a:gd name="connsiteX48" fmla="*/ 762425 w 787340"/>
              <a:gd name="connsiteY48" fmla="*/ 394753 h 967074"/>
              <a:gd name="connsiteX49" fmla="*/ 736517 w 787340"/>
              <a:gd name="connsiteY49" fmla="*/ 394753 h 967074"/>
              <a:gd name="connsiteX50" fmla="*/ 725414 w 787340"/>
              <a:gd name="connsiteY50" fmla="*/ 382324 h 967074"/>
              <a:gd name="connsiteX51" fmla="*/ 736517 w 787340"/>
              <a:gd name="connsiteY51" fmla="*/ 368651 h 967074"/>
              <a:gd name="connsiteX52" fmla="*/ 762425 w 787340"/>
              <a:gd name="connsiteY52" fmla="*/ 368651 h 967074"/>
              <a:gd name="connsiteX53" fmla="*/ 762425 w 787340"/>
              <a:gd name="connsiteY53" fmla="*/ 297803 h 967074"/>
              <a:gd name="connsiteX54" fmla="*/ 745153 w 787340"/>
              <a:gd name="connsiteY54" fmla="*/ 280401 h 967074"/>
              <a:gd name="connsiteX55" fmla="*/ 409578 w 787340"/>
              <a:gd name="connsiteY55" fmla="*/ 148301 h 967074"/>
              <a:gd name="connsiteX56" fmla="*/ 387441 w 787340"/>
              <a:gd name="connsiteY56" fmla="*/ 235537 h 967074"/>
              <a:gd name="connsiteX57" fmla="*/ 483367 w 787340"/>
              <a:gd name="connsiteY57" fmla="*/ 201134 h 967074"/>
              <a:gd name="connsiteX58" fmla="*/ 125584 w 787340"/>
              <a:gd name="connsiteY58" fmla="*/ 108422 h 967074"/>
              <a:gd name="connsiteX59" fmla="*/ 281784 w 787340"/>
              <a:gd name="connsiteY59" fmla="*/ 108422 h 967074"/>
              <a:gd name="connsiteX60" fmla="*/ 330132 w 787340"/>
              <a:gd name="connsiteY60" fmla="*/ 156591 h 967074"/>
              <a:gd name="connsiteX61" fmla="*/ 330132 w 787340"/>
              <a:gd name="connsiteY61" fmla="*/ 197349 h 967074"/>
              <a:gd name="connsiteX62" fmla="*/ 316496 w 787340"/>
              <a:gd name="connsiteY62" fmla="*/ 209700 h 967074"/>
              <a:gd name="connsiteX63" fmla="*/ 305338 w 787340"/>
              <a:gd name="connsiteY63" fmla="*/ 197349 h 967074"/>
              <a:gd name="connsiteX64" fmla="*/ 305338 w 787340"/>
              <a:gd name="connsiteY64" fmla="*/ 156591 h 967074"/>
              <a:gd name="connsiteX65" fmla="*/ 281784 w 787340"/>
              <a:gd name="connsiteY65" fmla="*/ 133124 h 967074"/>
              <a:gd name="connsiteX66" fmla="*/ 125584 w 787340"/>
              <a:gd name="connsiteY66" fmla="*/ 133124 h 967074"/>
              <a:gd name="connsiteX67" fmla="*/ 102030 w 787340"/>
              <a:gd name="connsiteY67" fmla="*/ 156591 h 967074"/>
              <a:gd name="connsiteX68" fmla="*/ 102030 w 787340"/>
              <a:gd name="connsiteY68" fmla="*/ 198584 h 967074"/>
              <a:gd name="connsiteX69" fmla="*/ 125584 w 787340"/>
              <a:gd name="connsiteY69" fmla="*/ 220816 h 967074"/>
              <a:gd name="connsiteX70" fmla="*/ 279305 w 787340"/>
              <a:gd name="connsiteY70" fmla="*/ 220816 h 967074"/>
              <a:gd name="connsiteX71" fmla="*/ 291702 w 787340"/>
              <a:gd name="connsiteY71" fmla="*/ 234402 h 967074"/>
              <a:gd name="connsiteX72" fmla="*/ 279305 w 787340"/>
              <a:gd name="connsiteY72" fmla="*/ 246753 h 967074"/>
              <a:gd name="connsiteX73" fmla="*/ 125584 w 787340"/>
              <a:gd name="connsiteY73" fmla="*/ 246753 h 967074"/>
              <a:gd name="connsiteX74" fmla="*/ 77236 w 787340"/>
              <a:gd name="connsiteY74" fmla="*/ 198584 h 967074"/>
              <a:gd name="connsiteX75" fmla="*/ 77236 w 787340"/>
              <a:gd name="connsiteY75" fmla="*/ 156591 h 967074"/>
              <a:gd name="connsiteX76" fmla="*/ 125584 w 787340"/>
              <a:gd name="connsiteY76" fmla="*/ 108422 h 967074"/>
              <a:gd name="connsiteX77" fmla="*/ 38559 w 787340"/>
              <a:gd name="connsiteY77" fmla="*/ 0 h 967074"/>
              <a:gd name="connsiteX78" fmla="*/ 368172 w 787340"/>
              <a:gd name="connsiteY78" fmla="*/ 0 h 967074"/>
              <a:gd name="connsiteX79" fmla="*/ 406730 w 787340"/>
              <a:gd name="connsiteY79" fmla="*/ 37339 h 967074"/>
              <a:gd name="connsiteX80" fmla="*/ 406730 w 787340"/>
              <a:gd name="connsiteY80" fmla="*/ 68455 h 967074"/>
              <a:gd name="connsiteX81" fmla="*/ 394292 w 787340"/>
              <a:gd name="connsiteY81" fmla="*/ 82146 h 967074"/>
              <a:gd name="connsiteX82" fmla="*/ 381854 w 787340"/>
              <a:gd name="connsiteY82" fmla="*/ 68455 h 967074"/>
              <a:gd name="connsiteX83" fmla="*/ 381854 w 787340"/>
              <a:gd name="connsiteY83" fmla="*/ 37339 h 967074"/>
              <a:gd name="connsiteX84" fmla="*/ 368172 w 787340"/>
              <a:gd name="connsiteY84" fmla="*/ 24893 h 967074"/>
              <a:gd name="connsiteX85" fmla="*/ 38559 w 787340"/>
              <a:gd name="connsiteY85" fmla="*/ 24893 h 967074"/>
              <a:gd name="connsiteX86" fmla="*/ 24877 w 787340"/>
              <a:gd name="connsiteY86" fmla="*/ 37339 h 967074"/>
              <a:gd name="connsiteX87" fmla="*/ 24877 w 787340"/>
              <a:gd name="connsiteY87" fmla="*/ 621068 h 967074"/>
              <a:gd name="connsiteX88" fmla="*/ 238814 w 787340"/>
              <a:gd name="connsiteY88" fmla="*/ 487893 h 967074"/>
              <a:gd name="connsiteX89" fmla="*/ 415437 w 787340"/>
              <a:gd name="connsiteY89" fmla="*/ 567549 h 967074"/>
              <a:gd name="connsiteX90" fmla="*/ 463946 w 787340"/>
              <a:gd name="connsiteY90" fmla="*/ 553859 h 967074"/>
              <a:gd name="connsiteX91" fmla="*/ 356977 w 787340"/>
              <a:gd name="connsiteY91" fmla="*/ 261372 h 967074"/>
              <a:gd name="connsiteX92" fmla="*/ 355734 w 787340"/>
              <a:gd name="connsiteY92" fmla="*/ 260127 h 967074"/>
              <a:gd name="connsiteX93" fmla="*/ 355734 w 787340"/>
              <a:gd name="connsiteY93" fmla="*/ 257638 h 967074"/>
              <a:gd name="connsiteX94" fmla="*/ 355734 w 787340"/>
              <a:gd name="connsiteY94" fmla="*/ 256393 h 967074"/>
              <a:gd name="connsiteX95" fmla="*/ 355734 w 787340"/>
              <a:gd name="connsiteY95" fmla="*/ 253904 h 967074"/>
              <a:gd name="connsiteX96" fmla="*/ 388073 w 787340"/>
              <a:gd name="connsiteY96" fmla="*/ 124463 h 967074"/>
              <a:gd name="connsiteX97" fmla="*/ 396780 w 787340"/>
              <a:gd name="connsiteY97" fmla="*/ 115750 h 967074"/>
              <a:gd name="connsiteX98" fmla="*/ 407974 w 787340"/>
              <a:gd name="connsiteY98" fmla="*/ 116995 h 967074"/>
              <a:gd name="connsiteX99" fmla="*/ 517431 w 787340"/>
              <a:gd name="connsiteY99" fmla="*/ 194162 h 967074"/>
              <a:gd name="connsiteX100" fmla="*/ 519918 w 787340"/>
              <a:gd name="connsiteY100" fmla="*/ 196651 h 967074"/>
              <a:gd name="connsiteX101" fmla="*/ 519918 w 787340"/>
              <a:gd name="connsiteY101" fmla="*/ 197896 h 967074"/>
              <a:gd name="connsiteX102" fmla="*/ 521162 w 787340"/>
              <a:gd name="connsiteY102" fmla="*/ 200385 h 967074"/>
              <a:gd name="connsiteX103" fmla="*/ 522406 w 787340"/>
              <a:gd name="connsiteY103" fmla="*/ 200385 h 967074"/>
              <a:gd name="connsiteX104" fmla="*/ 580866 w 787340"/>
              <a:gd name="connsiteY104" fmla="*/ 359697 h 967074"/>
              <a:gd name="connsiteX105" fmla="*/ 573403 w 787340"/>
              <a:gd name="connsiteY105" fmla="*/ 375877 h 967074"/>
              <a:gd name="connsiteX106" fmla="*/ 557233 w 787340"/>
              <a:gd name="connsiteY106" fmla="*/ 368409 h 967074"/>
              <a:gd name="connsiteX107" fmla="*/ 502505 w 787340"/>
              <a:gd name="connsiteY107" fmla="*/ 221544 h 967074"/>
              <a:gd name="connsiteX108" fmla="*/ 442801 w 787340"/>
              <a:gd name="connsiteY108" fmla="*/ 242702 h 967074"/>
              <a:gd name="connsiteX109" fmla="*/ 389317 w 787340"/>
              <a:gd name="connsiteY109" fmla="*/ 262616 h 967074"/>
              <a:gd name="connsiteX110" fmla="*/ 384341 w 787340"/>
              <a:gd name="connsiteY110" fmla="*/ 265105 h 967074"/>
              <a:gd name="connsiteX111" fmla="*/ 490066 w 787340"/>
              <a:gd name="connsiteY111" fmla="*/ 552614 h 967074"/>
              <a:gd name="connsiteX112" fmla="*/ 609473 w 787340"/>
              <a:gd name="connsiteY112" fmla="*/ 606133 h 967074"/>
              <a:gd name="connsiteX113" fmla="*/ 609473 w 787340"/>
              <a:gd name="connsiteY113" fmla="*/ 297466 h 967074"/>
              <a:gd name="connsiteX114" fmla="*/ 653007 w 787340"/>
              <a:gd name="connsiteY114" fmla="*/ 255148 h 967074"/>
              <a:gd name="connsiteX115" fmla="*/ 745050 w 787340"/>
              <a:gd name="connsiteY115" fmla="*/ 255148 h 967074"/>
              <a:gd name="connsiteX116" fmla="*/ 787340 w 787340"/>
              <a:gd name="connsiteY116" fmla="*/ 297466 h 967074"/>
              <a:gd name="connsiteX117" fmla="*/ 787340 w 787340"/>
              <a:gd name="connsiteY117" fmla="*/ 827676 h 967074"/>
              <a:gd name="connsiteX118" fmla="*/ 787340 w 787340"/>
              <a:gd name="connsiteY118" fmla="*/ 828921 h 967074"/>
              <a:gd name="connsiteX119" fmla="*/ 787340 w 787340"/>
              <a:gd name="connsiteY119" fmla="*/ 832655 h 967074"/>
              <a:gd name="connsiteX120" fmla="*/ 654251 w 787340"/>
              <a:gd name="connsiteY120" fmla="*/ 967074 h 967074"/>
              <a:gd name="connsiteX121" fmla="*/ 238814 w 787340"/>
              <a:gd name="connsiteY121" fmla="*/ 967074 h 967074"/>
              <a:gd name="connsiteX122" fmla="*/ 0 w 787340"/>
              <a:gd name="connsiteY122" fmla="*/ 728106 h 967074"/>
              <a:gd name="connsiteX123" fmla="*/ 0 w 787340"/>
              <a:gd name="connsiteY123" fmla="*/ 725617 h 967074"/>
              <a:gd name="connsiteX124" fmla="*/ 0 w 787340"/>
              <a:gd name="connsiteY124" fmla="*/ 37339 h 967074"/>
              <a:gd name="connsiteX125" fmla="*/ 38559 w 787340"/>
              <a:gd name="connsiteY125" fmla="*/ 0 h 967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787340" h="967074">
                <a:moveTo>
                  <a:pt x="238831" y="513446"/>
                </a:moveTo>
                <a:cubicBezTo>
                  <a:pt x="121924" y="513446"/>
                  <a:pt x="24916" y="610370"/>
                  <a:pt x="24916" y="728419"/>
                </a:cubicBezTo>
                <a:cubicBezTo>
                  <a:pt x="24916" y="846468"/>
                  <a:pt x="121924" y="942149"/>
                  <a:pt x="238831" y="942149"/>
                </a:cubicBezTo>
                <a:lnTo>
                  <a:pt x="654224" y="942149"/>
                </a:lnTo>
                <a:cubicBezTo>
                  <a:pt x="713921" y="942149"/>
                  <a:pt x="762425" y="893687"/>
                  <a:pt x="762425" y="832799"/>
                </a:cubicBezTo>
                <a:cubicBezTo>
                  <a:pt x="762425" y="773153"/>
                  <a:pt x="713921" y="723449"/>
                  <a:pt x="654224" y="723449"/>
                </a:cubicBezTo>
                <a:cubicBezTo>
                  <a:pt x="638056" y="723449"/>
                  <a:pt x="623132" y="727176"/>
                  <a:pt x="609451" y="733390"/>
                </a:cubicBezTo>
                <a:cubicBezTo>
                  <a:pt x="603233" y="737117"/>
                  <a:pt x="595771" y="733390"/>
                  <a:pt x="593283" y="727176"/>
                </a:cubicBezTo>
                <a:cubicBezTo>
                  <a:pt x="589552" y="720963"/>
                  <a:pt x="593283" y="713508"/>
                  <a:pt x="599502" y="711022"/>
                </a:cubicBezTo>
                <a:cubicBezTo>
                  <a:pt x="609451" y="704809"/>
                  <a:pt x="619401" y="702324"/>
                  <a:pt x="630594" y="701081"/>
                </a:cubicBezTo>
                <a:cubicBezTo>
                  <a:pt x="630594" y="696111"/>
                  <a:pt x="629350" y="689898"/>
                  <a:pt x="626863" y="686170"/>
                </a:cubicBezTo>
                <a:cubicBezTo>
                  <a:pt x="609451" y="622797"/>
                  <a:pt x="550998" y="578062"/>
                  <a:pt x="485082" y="578062"/>
                </a:cubicBezTo>
                <a:cubicBezTo>
                  <a:pt x="461452" y="578062"/>
                  <a:pt x="439065" y="584275"/>
                  <a:pt x="417923" y="594216"/>
                </a:cubicBezTo>
                <a:cubicBezTo>
                  <a:pt x="394292" y="606643"/>
                  <a:pt x="373150" y="625282"/>
                  <a:pt x="358225" y="648892"/>
                </a:cubicBezTo>
                <a:cubicBezTo>
                  <a:pt x="355738" y="653862"/>
                  <a:pt x="347032" y="656347"/>
                  <a:pt x="342057" y="652619"/>
                </a:cubicBezTo>
                <a:cubicBezTo>
                  <a:pt x="335839" y="648892"/>
                  <a:pt x="333352" y="640193"/>
                  <a:pt x="337083" y="635223"/>
                </a:cubicBezTo>
                <a:cubicBezTo>
                  <a:pt x="352007" y="612856"/>
                  <a:pt x="370662" y="594216"/>
                  <a:pt x="391805" y="580548"/>
                </a:cubicBezTo>
                <a:cubicBezTo>
                  <a:pt x="352007" y="537056"/>
                  <a:pt x="297285" y="513446"/>
                  <a:pt x="238831" y="513446"/>
                </a:cubicBezTo>
                <a:close/>
                <a:moveTo>
                  <a:pt x="443379" y="294110"/>
                </a:moveTo>
                <a:cubicBezTo>
                  <a:pt x="449523" y="292872"/>
                  <a:pt x="456895" y="295349"/>
                  <a:pt x="459353" y="302781"/>
                </a:cubicBezTo>
                <a:lnTo>
                  <a:pt x="524475" y="479904"/>
                </a:lnTo>
                <a:cubicBezTo>
                  <a:pt x="526933" y="487336"/>
                  <a:pt x="523246" y="494768"/>
                  <a:pt x="517103" y="497245"/>
                </a:cubicBezTo>
                <a:cubicBezTo>
                  <a:pt x="514645" y="497245"/>
                  <a:pt x="513417" y="497245"/>
                  <a:pt x="512188" y="497245"/>
                </a:cubicBezTo>
                <a:cubicBezTo>
                  <a:pt x="507273" y="497245"/>
                  <a:pt x="502358" y="494768"/>
                  <a:pt x="501129" y="489813"/>
                </a:cubicBezTo>
                <a:lnTo>
                  <a:pt x="436007" y="310212"/>
                </a:lnTo>
                <a:cubicBezTo>
                  <a:pt x="433549" y="304019"/>
                  <a:pt x="436007" y="296588"/>
                  <a:pt x="443379" y="294110"/>
                </a:cubicBezTo>
                <a:close/>
                <a:moveTo>
                  <a:pt x="653860" y="280401"/>
                </a:moveTo>
                <a:cubicBezTo>
                  <a:pt x="643990" y="280401"/>
                  <a:pt x="636588" y="287859"/>
                  <a:pt x="636588" y="297803"/>
                </a:cubicBezTo>
                <a:lnTo>
                  <a:pt x="636588" y="632158"/>
                </a:lnTo>
                <a:cubicBezTo>
                  <a:pt x="636588" y="634644"/>
                  <a:pt x="636588" y="637130"/>
                  <a:pt x="635354" y="638373"/>
                </a:cubicBezTo>
                <a:cubicBezTo>
                  <a:pt x="642756" y="650803"/>
                  <a:pt x="648925" y="664475"/>
                  <a:pt x="652626" y="678148"/>
                </a:cubicBezTo>
                <a:cubicBezTo>
                  <a:pt x="655093" y="684363"/>
                  <a:pt x="655093" y="690577"/>
                  <a:pt x="657561" y="698035"/>
                </a:cubicBezTo>
                <a:cubicBezTo>
                  <a:pt x="700740" y="699278"/>
                  <a:pt x="738985" y="720408"/>
                  <a:pt x="762425" y="753968"/>
                </a:cubicBezTo>
                <a:lnTo>
                  <a:pt x="762425" y="622215"/>
                </a:lnTo>
                <a:lnTo>
                  <a:pt x="736517" y="622215"/>
                </a:lnTo>
                <a:cubicBezTo>
                  <a:pt x="730349" y="622215"/>
                  <a:pt x="725414" y="616000"/>
                  <a:pt x="725414" y="609785"/>
                </a:cubicBezTo>
                <a:cubicBezTo>
                  <a:pt x="725414" y="602327"/>
                  <a:pt x="730349" y="596113"/>
                  <a:pt x="736517" y="596113"/>
                </a:cubicBezTo>
                <a:lnTo>
                  <a:pt x="762425" y="596113"/>
                </a:lnTo>
                <a:lnTo>
                  <a:pt x="762425" y="546394"/>
                </a:lnTo>
                <a:lnTo>
                  <a:pt x="736517" y="546394"/>
                </a:lnTo>
                <a:cubicBezTo>
                  <a:pt x="730349" y="546394"/>
                  <a:pt x="725414" y="540179"/>
                  <a:pt x="725414" y="532722"/>
                </a:cubicBezTo>
                <a:cubicBezTo>
                  <a:pt x="725414" y="526507"/>
                  <a:pt x="730349" y="521535"/>
                  <a:pt x="736517" y="521535"/>
                </a:cubicBezTo>
                <a:lnTo>
                  <a:pt x="762425" y="521535"/>
                </a:lnTo>
                <a:lnTo>
                  <a:pt x="762425" y="470574"/>
                </a:lnTo>
                <a:lnTo>
                  <a:pt x="736517" y="470574"/>
                </a:lnTo>
                <a:cubicBezTo>
                  <a:pt x="730349" y="470574"/>
                  <a:pt x="725414" y="464359"/>
                  <a:pt x="725414" y="458144"/>
                </a:cubicBezTo>
                <a:cubicBezTo>
                  <a:pt x="725414" y="450686"/>
                  <a:pt x="730349" y="444472"/>
                  <a:pt x="736517" y="444472"/>
                </a:cubicBezTo>
                <a:lnTo>
                  <a:pt x="762425" y="444472"/>
                </a:lnTo>
                <a:lnTo>
                  <a:pt x="762425" y="394753"/>
                </a:lnTo>
                <a:lnTo>
                  <a:pt x="736517" y="394753"/>
                </a:lnTo>
                <a:cubicBezTo>
                  <a:pt x="730349" y="394753"/>
                  <a:pt x="725414" y="388539"/>
                  <a:pt x="725414" y="382324"/>
                </a:cubicBezTo>
                <a:cubicBezTo>
                  <a:pt x="725414" y="374866"/>
                  <a:pt x="730349" y="368651"/>
                  <a:pt x="736517" y="368651"/>
                </a:cubicBezTo>
                <a:lnTo>
                  <a:pt x="762425" y="368651"/>
                </a:lnTo>
                <a:lnTo>
                  <a:pt x="762425" y="297803"/>
                </a:lnTo>
                <a:cubicBezTo>
                  <a:pt x="762425" y="287859"/>
                  <a:pt x="753789" y="280401"/>
                  <a:pt x="745153" y="280401"/>
                </a:cubicBezTo>
                <a:close/>
                <a:moveTo>
                  <a:pt x="409578" y="148301"/>
                </a:moveTo>
                <a:lnTo>
                  <a:pt x="387441" y="235537"/>
                </a:lnTo>
                <a:lnTo>
                  <a:pt x="483367" y="201134"/>
                </a:lnTo>
                <a:close/>
                <a:moveTo>
                  <a:pt x="125584" y="108422"/>
                </a:moveTo>
                <a:lnTo>
                  <a:pt x="281784" y="108422"/>
                </a:lnTo>
                <a:cubicBezTo>
                  <a:pt x="307818" y="108422"/>
                  <a:pt x="330132" y="130654"/>
                  <a:pt x="330132" y="156591"/>
                </a:cubicBezTo>
                <a:lnTo>
                  <a:pt x="330132" y="197349"/>
                </a:lnTo>
                <a:cubicBezTo>
                  <a:pt x="330132" y="203525"/>
                  <a:pt x="323934" y="209700"/>
                  <a:pt x="316496" y="209700"/>
                </a:cubicBezTo>
                <a:cubicBezTo>
                  <a:pt x="310297" y="209700"/>
                  <a:pt x="305338" y="203525"/>
                  <a:pt x="305338" y="197349"/>
                </a:cubicBezTo>
                <a:lnTo>
                  <a:pt x="305338" y="156591"/>
                </a:lnTo>
                <a:cubicBezTo>
                  <a:pt x="305338" y="144240"/>
                  <a:pt x="294181" y="133124"/>
                  <a:pt x="281784" y="133124"/>
                </a:cubicBezTo>
                <a:lnTo>
                  <a:pt x="125584" y="133124"/>
                </a:lnTo>
                <a:cubicBezTo>
                  <a:pt x="111947" y="133124"/>
                  <a:pt x="102030" y="144240"/>
                  <a:pt x="102030" y="156591"/>
                </a:cubicBezTo>
                <a:lnTo>
                  <a:pt x="102030" y="198584"/>
                </a:lnTo>
                <a:cubicBezTo>
                  <a:pt x="102030" y="210935"/>
                  <a:pt x="111947" y="220816"/>
                  <a:pt x="125584" y="220816"/>
                </a:cubicBezTo>
                <a:lnTo>
                  <a:pt x="279305" y="220816"/>
                </a:lnTo>
                <a:cubicBezTo>
                  <a:pt x="286743" y="220816"/>
                  <a:pt x="291702" y="226992"/>
                  <a:pt x="291702" y="234402"/>
                </a:cubicBezTo>
                <a:cubicBezTo>
                  <a:pt x="291702" y="240578"/>
                  <a:pt x="286743" y="246753"/>
                  <a:pt x="279305" y="246753"/>
                </a:cubicBezTo>
                <a:lnTo>
                  <a:pt x="125584" y="246753"/>
                </a:lnTo>
                <a:cubicBezTo>
                  <a:pt x="98311" y="246753"/>
                  <a:pt x="77236" y="224521"/>
                  <a:pt x="77236" y="198584"/>
                </a:cubicBezTo>
                <a:lnTo>
                  <a:pt x="77236" y="156591"/>
                </a:lnTo>
                <a:cubicBezTo>
                  <a:pt x="77236" y="130654"/>
                  <a:pt x="98311" y="108422"/>
                  <a:pt x="125584" y="108422"/>
                </a:cubicBezTo>
                <a:close/>
                <a:moveTo>
                  <a:pt x="38559" y="0"/>
                </a:moveTo>
                <a:lnTo>
                  <a:pt x="368172" y="0"/>
                </a:lnTo>
                <a:cubicBezTo>
                  <a:pt x="389317" y="0"/>
                  <a:pt x="406730" y="16180"/>
                  <a:pt x="406730" y="37339"/>
                </a:cubicBezTo>
                <a:lnTo>
                  <a:pt x="406730" y="68455"/>
                </a:lnTo>
                <a:cubicBezTo>
                  <a:pt x="406730" y="75922"/>
                  <a:pt x="401755" y="82146"/>
                  <a:pt x="394292" y="82146"/>
                </a:cubicBezTo>
                <a:cubicBezTo>
                  <a:pt x="386829" y="82146"/>
                  <a:pt x="381854" y="75922"/>
                  <a:pt x="381854" y="68455"/>
                </a:cubicBezTo>
                <a:lnTo>
                  <a:pt x="381854" y="37339"/>
                </a:lnTo>
                <a:cubicBezTo>
                  <a:pt x="381854" y="31116"/>
                  <a:pt x="375635" y="24893"/>
                  <a:pt x="368172" y="24893"/>
                </a:cubicBezTo>
                <a:lnTo>
                  <a:pt x="38559" y="24893"/>
                </a:lnTo>
                <a:cubicBezTo>
                  <a:pt x="31096" y="24893"/>
                  <a:pt x="24877" y="31116"/>
                  <a:pt x="24877" y="37339"/>
                </a:cubicBezTo>
                <a:lnTo>
                  <a:pt x="24877" y="621068"/>
                </a:lnTo>
                <a:cubicBezTo>
                  <a:pt x="64679" y="541412"/>
                  <a:pt x="145527" y="487893"/>
                  <a:pt x="238814" y="487893"/>
                </a:cubicBezTo>
                <a:cubicBezTo>
                  <a:pt x="305981" y="487893"/>
                  <a:pt x="370659" y="516520"/>
                  <a:pt x="415437" y="567549"/>
                </a:cubicBezTo>
                <a:cubicBezTo>
                  <a:pt x="430363" y="560082"/>
                  <a:pt x="446533" y="556348"/>
                  <a:pt x="463946" y="553859"/>
                </a:cubicBezTo>
                <a:lnTo>
                  <a:pt x="356977" y="261372"/>
                </a:lnTo>
                <a:cubicBezTo>
                  <a:pt x="356977" y="260127"/>
                  <a:pt x="355734" y="260127"/>
                  <a:pt x="355734" y="260127"/>
                </a:cubicBezTo>
                <a:cubicBezTo>
                  <a:pt x="355734" y="258882"/>
                  <a:pt x="355734" y="258882"/>
                  <a:pt x="355734" y="257638"/>
                </a:cubicBezTo>
                <a:lnTo>
                  <a:pt x="355734" y="256393"/>
                </a:lnTo>
                <a:lnTo>
                  <a:pt x="355734" y="253904"/>
                </a:lnTo>
                <a:lnTo>
                  <a:pt x="388073" y="124463"/>
                </a:lnTo>
                <a:cubicBezTo>
                  <a:pt x="389317" y="119484"/>
                  <a:pt x="393048" y="116995"/>
                  <a:pt x="396780" y="115750"/>
                </a:cubicBezTo>
                <a:cubicBezTo>
                  <a:pt x="400511" y="113261"/>
                  <a:pt x="405486" y="114506"/>
                  <a:pt x="407974" y="116995"/>
                </a:cubicBezTo>
                <a:lnTo>
                  <a:pt x="517431" y="194162"/>
                </a:lnTo>
                <a:cubicBezTo>
                  <a:pt x="518674" y="195406"/>
                  <a:pt x="518674" y="195406"/>
                  <a:pt x="519918" y="196651"/>
                </a:cubicBezTo>
                <a:lnTo>
                  <a:pt x="519918" y="197896"/>
                </a:lnTo>
                <a:cubicBezTo>
                  <a:pt x="521162" y="197896"/>
                  <a:pt x="521162" y="199140"/>
                  <a:pt x="521162" y="200385"/>
                </a:cubicBezTo>
                <a:lnTo>
                  <a:pt x="522406" y="200385"/>
                </a:lnTo>
                <a:lnTo>
                  <a:pt x="580866" y="359697"/>
                </a:lnTo>
                <a:cubicBezTo>
                  <a:pt x="583353" y="365920"/>
                  <a:pt x="579622" y="373388"/>
                  <a:pt x="573403" y="375877"/>
                </a:cubicBezTo>
                <a:cubicBezTo>
                  <a:pt x="565940" y="378366"/>
                  <a:pt x="559721" y="375877"/>
                  <a:pt x="557233" y="368409"/>
                </a:cubicBezTo>
                <a:lnTo>
                  <a:pt x="502505" y="221544"/>
                </a:lnTo>
                <a:lnTo>
                  <a:pt x="442801" y="242702"/>
                </a:lnTo>
                <a:lnTo>
                  <a:pt x="389317" y="262616"/>
                </a:lnTo>
                <a:lnTo>
                  <a:pt x="384341" y="265105"/>
                </a:lnTo>
                <a:lnTo>
                  <a:pt x="490066" y="552614"/>
                </a:lnTo>
                <a:cubicBezTo>
                  <a:pt x="537332" y="553859"/>
                  <a:pt x="579622" y="573773"/>
                  <a:pt x="609473" y="606133"/>
                </a:cubicBezTo>
                <a:lnTo>
                  <a:pt x="609473" y="297466"/>
                </a:lnTo>
                <a:cubicBezTo>
                  <a:pt x="609473" y="273818"/>
                  <a:pt x="629375" y="255148"/>
                  <a:pt x="653007" y="255148"/>
                </a:cubicBezTo>
                <a:lnTo>
                  <a:pt x="745050" y="255148"/>
                </a:lnTo>
                <a:cubicBezTo>
                  <a:pt x="768683" y="255148"/>
                  <a:pt x="787340" y="273818"/>
                  <a:pt x="787340" y="297466"/>
                </a:cubicBezTo>
                <a:lnTo>
                  <a:pt x="787340" y="827676"/>
                </a:lnTo>
                <a:lnTo>
                  <a:pt x="787340" y="828921"/>
                </a:lnTo>
                <a:cubicBezTo>
                  <a:pt x="787340" y="830165"/>
                  <a:pt x="787340" y="831410"/>
                  <a:pt x="787340" y="832655"/>
                </a:cubicBezTo>
                <a:cubicBezTo>
                  <a:pt x="787340" y="907332"/>
                  <a:pt x="727637" y="967074"/>
                  <a:pt x="654251" y="967074"/>
                </a:cubicBezTo>
                <a:lnTo>
                  <a:pt x="238814" y="967074"/>
                </a:lnTo>
                <a:cubicBezTo>
                  <a:pt x="108213" y="967074"/>
                  <a:pt x="0" y="860036"/>
                  <a:pt x="0" y="728106"/>
                </a:cubicBezTo>
                <a:cubicBezTo>
                  <a:pt x="0" y="726862"/>
                  <a:pt x="0" y="726862"/>
                  <a:pt x="0" y="725617"/>
                </a:cubicBezTo>
                <a:lnTo>
                  <a:pt x="0" y="37339"/>
                </a:lnTo>
                <a:cubicBezTo>
                  <a:pt x="0" y="16180"/>
                  <a:pt x="17414" y="0"/>
                  <a:pt x="38559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83" name="Freeform 482">
            <a:extLst>
              <a:ext uri="{FF2B5EF4-FFF2-40B4-BE49-F238E27FC236}">
                <a16:creationId xmlns:a16="http://schemas.microsoft.com/office/drawing/2014/main" id="{BFEBA074-0C25-F448-98CD-C534FA0D6A69}"/>
              </a:ext>
            </a:extLst>
          </p:cNvPr>
          <p:cNvSpPr/>
          <p:nvPr/>
        </p:nvSpPr>
        <p:spPr>
          <a:xfrm>
            <a:off x="1503674" y="7272994"/>
            <a:ext cx="7961855" cy="1717304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92" h="1379">
                <a:moveTo>
                  <a:pt x="6392" y="0"/>
                </a:moveTo>
                <a:lnTo>
                  <a:pt x="2144" y="0"/>
                </a:lnTo>
                <a:cubicBezTo>
                  <a:pt x="1857" y="0"/>
                  <a:pt x="1625" y="309"/>
                  <a:pt x="1625" y="690"/>
                </a:cubicBezTo>
                <a:cubicBezTo>
                  <a:pt x="1625" y="1071"/>
                  <a:pt x="1392" y="1379"/>
                  <a:pt x="1105" y="1379"/>
                </a:cubicBezTo>
                <a:lnTo>
                  <a:pt x="0" y="1379"/>
                </a:lnTo>
              </a:path>
            </a:pathLst>
          </a:custGeom>
          <a:noFill/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23" name="Freeform 422">
            <a:extLst>
              <a:ext uri="{FF2B5EF4-FFF2-40B4-BE49-F238E27FC236}">
                <a16:creationId xmlns:a16="http://schemas.microsoft.com/office/drawing/2014/main" id="{74CCB517-7430-AE49-9944-520C540B9826}"/>
              </a:ext>
            </a:extLst>
          </p:cNvPr>
          <p:cNvSpPr/>
          <p:nvPr/>
        </p:nvSpPr>
        <p:spPr>
          <a:xfrm>
            <a:off x="1962122" y="7661818"/>
            <a:ext cx="972963" cy="940903"/>
          </a:xfrm>
          <a:custGeom>
            <a:avLst/>
            <a:gdLst>
              <a:gd name="connsiteX0" fmla="*/ 327201 w 972963"/>
              <a:gd name="connsiteY0" fmla="*/ 625607 h 940903"/>
              <a:gd name="connsiteX1" fmla="*/ 327201 w 972963"/>
              <a:gd name="connsiteY1" fmla="*/ 739770 h 940903"/>
              <a:gd name="connsiteX2" fmla="*/ 309846 w 972963"/>
              <a:gd name="connsiteY2" fmla="*/ 806779 h 940903"/>
              <a:gd name="connsiteX3" fmla="*/ 307367 w 972963"/>
              <a:gd name="connsiteY3" fmla="*/ 809260 h 940903"/>
              <a:gd name="connsiteX4" fmla="*/ 240429 w 972963"/>
              <a:gd name="connsiteY4" fmla="*/ 881233 h 940903"/>
              <a:gd name="connsiteX5" fmla="*/ 241669 w 972963"/>
              <a:gd name="connsiteY5" fmla="*/ 903569 h 940903"/>
              <a:gd name="connsiteX6" fmla="*/ 261502 w 972963"/>
              <a:gd name="connsiteY6" fmla="*/ 915978 h 940903"/>
              <a:gd name="connsiteX7" fmla="*/ 462316 w 972963"/>
              <a:gd name="connsiteY7" fmla="*/ 915978 h 940903"/>
              <a:gd name="connsiteX8" fmla="*/ 483389 w 972963"/>
              <a:gd name="connsiteY8" fmla="*/ 904810 h 940903"/>
              <a:gd name="connsiteX9" fmla="*/ 484629 w 972963"/>
              <a:gd name="connsiteY9" fmla="*/ 882474 h 940903"/>
              <a:gd name="connsiteX10" fmla="*/ 420170 w 972963"/>
              <a:gd name="connsiteY10" fmla="*/ 805538 h 940903"/>
              <a:gd name="connsiteX11" fmla="*/ 418931 w 972963"/>
              <a:gd name="connsiteY11" fmla="*/ 803056 h 940903"/>
              <a:gd name="connsiteX12" fmla="*/ 406535 w 972963"/>
              <a:gd name="connsiteY12" fmla="*/ 762106 h 940903"/>
              <a:gd name="connsiteX13" fmla="*/ 406535 w 972963"/>
              <a:gd name="connsiteY13" fmla="*/ 759624 h 940903"/>
              <a:gd name="connsiteX14" fmla="*/ 404055 w 972963"/>
              <a:gd name="connsiteY14" fmla="*/ 743493 h 940903"/>
              <a:gd name="connsiteX15" fmla="*/ 404055 w 972963"/>
              <a:gd name="connsiteY15" fmla="*/ 625607 h 940903"/>
              <a:gd name="connsiteX16" fmla="*/ 365628 w 972963"/>
              <a:gd name="connsiteY16" fmla="*/ 628089 h 940903"/>
              <a:gd name="connsiteX17" fmla="*/ 327201 w 972963"/>
              <a:gd name="connsiteY17" fmla="*/ 625607 h 940903"/>
              <a:gd name="connsiteX18" fmla="*/ 354660 w 972963"/>
              <a:gd name="connsiteY18" fmla="*/ 416193 h 940903"/>
              <a:gd name="connsiteX19" fmla="*/ 335118 w 972963"/>
              <a:gd name="connsiteY19" fmla="*/ 424805 h 940903"/>
              <a:gd name="connsiteX20" fmla="*/ 335118 w 972963"/>
              <a:gd name="connsiteY20" fmla="*/ 508462 h 940903"/>
              <a:gd name="connsiteX21" fmla="*/ 358324 w 972963"/>
              <a:gd name="connsiteY21" fmla="*/ 486318 h 940903"/>
              <a:gd name="connsiteX22" fmla="*/ 376645 w 972963"/>
              <a:gd name="connsiteY22" fmla="*/ 486318 h 940903"/>
              <a:gd name="connsiteX23" fmla="*/ 397408 w 972963"/>
              <a:gd name="connsiteY23" fmla="*/ 507232 h 940903"/>
              <a:gd name="connsiteX24" fmla="*/ 397408 w 972963"/>
              <a:gd name="connsiteY24" fmla="*/ 424805 h 940903"/>
              <a:gd name="connsiteX25" fmla="*/ 376645 w 972963"/>
              <a:gd name="connsiteY25" fmla="*/ 416193 h 940903"/>
              <a:gd name="connsiteX26" fmla="*/ 354660 w 972963"/>
              <a:gd name="connsiteY26" fmla="*/ 416193 h 940903"/>
              <a:gd name="connsiteX27" fmla="*/ 329757 w 972963"/>
              <a:gd name="connsiteY27" fmla="*/ 233045 h 940903"/>
              <a:gd name="connsiteX28" fmla="*/ 319857 w 972963"/>
              <a:gd name="connsiteY28" fmla="*/ 235519 h 940903"/>
              <a:gd name="connsiteX29" fmla="*/ 309957 w 972963"/>
              <a:gd name="connsiteY29" fmla="*/ 254073 h 940903"/>
              <a:gd name="connsiteX30" fmla="*/ 285207 w 972963"/>
              <a:gd name="connsiteY30" fmla="*/ 298603 h 940903"/>
              <a:gd name="connsiteX31" fmla="*/ 272832 w 972963"/>
              <a:gd name="connsiteY31" fmla="*/ 315920 h 940903"/>
              <a:gd name="connsiteX32" fmla="*/ 285207 w 972963"/>
              <a:gd name="connsiteY32" fmla="*/ 332000 h 940903"/>
              <a:gd name="connsiteX33" fmla="*/ 309957 w 972963"/>
              <a:gd name="connsiteY33" fmla="*/ 377766 h 940903"/>
              <a:gd name="connsiteX34" fmla="*/ 319857 w 972963"/>
              <a:gd name="connsiteY34" fmla="*/ 396320 h 940903"/>
              <a:gd name="connsiteX35" fmla="*/ 339656 w 972963"/>
              <a:gd name="connsiteY35" fmla="*/ 395083 h 940903"/>
              <a:gd name="connsiteX36" fmla="*/ 391631 w 972963"/>
              <a:gd name="connsiteY36" fmla="*/ 395083 h 940903"/>
              <a:gd name="connsiteX37" fmla="*/ 411431 w 972963"/>
              <a:gd name="connsiteY37" fmla="*/ 396320 h 940903"/>
              <a:gd name="connsiteX38" fmla="*/ 421331 w 972963"/>
              <a:gd name="connsiteY38" fmla="*/ 377766 h 940903"/>
              <a:gd name="connsiteX39" fmla="*/ 447318 w 972963"/>
              <a:gd name="connsiteY39" fmla="*/ 332000 h 940903"/>
              <a:gd name="connsiteX40" fmla="*/ 458455 w 972963"/>
              <a:gd name="connsiteY40" fmla="*/ 315920 h 940903"/>
              <a:gd name="connsiteX41" fmla="*/ 447318 w 972963"/>
              <a:gd name="connsiteY41" fmla="*/ 298603 h 940903"/>
              <a:gd name="connsiteX42" fmla="*/ 421331 w 972963"/>
              <a:gd name="connsiteY42" fmla="*/ 254073 h 940903"/>
              <a:gd name="connsiteX43" fmla="*/ 411431 w 972963"/>
              <a:gd name="connsiteY43" fmla="*/ 235519 h 940903"/>
              <a:gd name="connsiteX44" fmla="*/ 391631 w 972963"/>
              <a:gd name="connsiteY44" fmla="*/ 236756 h 940903"/>
              <a:gd name="connsiteX45" fmla="*/ 339656 w 972963"/>
              <a:gd name="connsiteY45" fmla="*/ 236756 h 940903"/>
              <a:gd name="connsiteX46" fmla="*/ 329757 w 972963"/>
              <a:gd name="connsiteY46" fmla="*/ 233045 h 940903"/>
              <a:gd name="connsiteX47" fmla="*/ 331410 w 972963"/>
              <a:gd name="connsiteY47" fmla="*/ 208741 h 940903"/>
              <a:gd name="connsiteX48" fmla="*/ 354490 w 972963"/>
              <a:gd name="connsiteY48" fmla="*/ 218054 h 940903"/>
              <a:gd name="connsiteX49" fmla="*/ 376797 w 972963"/>
              <a:gd name="connsiteY49" fmla="*/ 218054 h 940903"/>
              <a:gd name="connsiteX50" fmla="*/ 400497 w 972963"/>
              <a:gd name="connsiteY50" fmla="*/ 208741 h 940903"/>
              <a:gd name="connsiteX51" fmla="*/ 425127 w 972963"/>
              <a:gd name="connsiteY51" fmla="*/ 214329 h 940903"/>
              <a:gd name="connsiteX52" fmla="*/ 446194 w 972963"/>
              <a:gd name="connsiteY52" fmla="*/ 257789 h 940903"/>
              <a:gd name="connsiteX53" fmla="*/ 457347 w 972963"/>
              <a:gd name="connsiteY53" fmla="*/ 276415 h 940903"/>
              <a:gd name="connsiteX54" fmla="*/ 483371 w 972963"/>
              <a:gd name="connsiteY54" fmla="*/ 317392 h 940903"/>
              <a:gd name="connsiteX55" fmla="*/ 457347 w 972963"/>
              <a:gd name="connsiteY55" fmla="*/ 357128 h 940903"/>
              <a:gd name="connsiteX56" fmla="*/ 446194 w 972963"/>
              <a:gd name="connsiteY56" fmla="*/ 376995 h 940903"/>
              <a:gd name="connsiteX57" fmla="*/ 425127 w 972963"/>
              <a:gd name="connsiteY57" fmla="*/ 419214 h 940903"/>
              <a:gd name="connsiteX58" fmla="*/ 421409 w 972963"/>
              <a:gd name="connsiteY58" fmla="*/ 420456 h 940903"/>
              <a:gd name="connsiteX59" fmla="*/ 422649 w 972963"/>
              <a:gd name="connsiteY59" fmla="*/ 424181 h 940903"/>
              <a:gd name="connsiteX60" fmla="*/ 422649 w 972963"/>
              <a:gd name="connsiteY60" fmla="*/ 539662 h 940903"/>
              <a:gd name="connsiteX61" fmla="*/ 415213 w 972963"/>
              <a:gd name="connsiteY61" fmla="*/ 550838 h 940903"/>
              <a:gd name="connsiteX62" fmla="*/ 409017 w 972963"/>
              <a:gd name="connsiteY62" fmla="*/ 552079 h 940903"/>
              <a:gd name="connsiteX63" fmla="*/ 401582 w 972963"/>
              <a:gd name="connsiteY63" fmla="*/ 548354 h 940903"/>
              <a:gd name="connsiteX64" fmla="*/ 366883 w 972963"/>
              <a:gd name="connsiteY64" fmla="*/ 513586 h 940903"/>
              <a:gd name="connsiteX65" fmla="*/ 329706 w 972963"/>
              <a:gd name="connsiteY65" fmla="*/ 548354 h 940903"/>
              <a:gd name="connsiteX66" fmla="*/ 317313 w 972963"/>
              <a:gd name="connsiteY66" fmla="*/ 550838 h 940903"/>
              <a:gd name="connsiteX67" fmla="*/ 309878 w 972963"/>
              <a:gd name="connsiteY67" fmla="*/ 539662 h 940903"/>
              <a:gd name="connsiteX68" fmla="*/ 309878 w 972963"/>
              <a:gd name="connsiteY68" fmla="*/ 424181 h 940903"/>
              <a:gd name="connsiteX69" fmla="*/ 309878 w 972963"/>
              <a:gd name="connsiteY69" fmla="*/ 420456 h 940903"/>
              <a:gd name="connsiteX70" fmla="*/ 307399 w 972963"/>
              <a:gd name="connsiteY70" fmla="*/ 419214 h 940903"/>
              <a:gd name="connsiteX71" fmla="*/ 285093 w 972963"/>
              <a:gd name="connsiteY71" fmla="*/ 376995 h 940903"/>
              <a:gd name="connsiteX72" fmla="*/ 273940 w 972963"/>
              <a:gd name="connsiteY72" fmla="*/ 357128 h 940903"/>
              <a:gd name="connsiteX73" fmla="*/ 247916 w 972963"/>
              <a:gd name="connsiteY73" fmla="*/ 317392 h 940903"/>
              <a:gd name="connsiteX74" fmla="*/ 273940 w 972963"/>
              <a:gd name="connsiteY74" fmla="*/ 276415 h 940903"/>
              <a:gd name="connsiteX75" fmla="*/ 285093 w 972963"/>
              <a:gd name="connsiteY75" fmla="*/ 257789 h 940903"/>
              <a:gd name="connsiteX76" fmla="*/ 307399 w 972963"/>
              <a:gd name="connsiteY76" fmla="*/ 214329 h 940903"/>
              <a:gd name="connsiteX77" fmla="*/ 331410 w 972963"/>
              <a:gd name="connsiteY77" fmla="*/ 208741 h 940903"/>
              <a:gd name="connsiteX78" fmla="*/ 613858 w 972963"/>
              <a:gd name="connsiteY78" fmla="*/ 195658 h 940903"/>
              <a:gd name="connsiteX79" fmla="*/ 613858 w 972963"/>
              <a:gd name="connsiteY79" fmla="*/ 374383 h 940903"/>
              <a:gd name="connsiteX80" fmla="*/ 581788 w 972963"/>
              <a:gd name="connsiteY80" fmla="*/ 499738 h 940903"/>
              <a:gd name="connsiteX81" fmla="*/ 706367 w 972963"/>
              <a:gd name="connsiteY81" fmla="*/ 383071 h 940903"/>
              <a:gd name="connsiteX82" fmla="*/ 706367 w 972963"/>
              <a:gd name="connsiteY82" fmla="*/ 209311 h 940903"/>
              <a:gd name="connsiteX83" fmla="*/ 691566 w 972963"/>
              <a:gd name="connsiteY83" fmla="*/ 195658 h 940903"/>
              <a:gd name="connsiteX84" fmla="*/ 39732 w 972963"/>
              <a:gd name="connsiteY84" fmla="*/ 195658 h 940903"/>
              <a:gd name="connsiteX85" fmla="*/ 26165 w 972963"/>
              <a:gd name="connsiteY85" fmla="*/ 209311 h 940903"/>
              <a:gd name="connsiteX86" fmla="*/ 26165 w 972963"/>
              <a:gd name="connsiteY86" fmla="*/ 383068 h 940903"/>
              <a:gd name="connsiteX87" fmla="*/ 149498 w 972963"/>
              <a:gd name="connsiteY87" fmla="*/ 498492 h 940903"/>
              <a:gd name="connsiteX88" fmla="*/ 116198 w 972963"/>
              <a:gd name="connsiteY88" fmla="*/ 374380 h 940903"/>
              <a:gd name="connsiteX89" fmla="*/ 116198 w 972963"/>
              <a:gd name="connsiteY89" fmla="*/ 195658 h 940903"/>
              <a:gd name="connsiteX90" fmla="*/ 156932 w 972963"/>
              <a:gd name="connsiteY90" fmla="*/ 157021 h 940903"/>
              <a:gd name="connsiteX91" fmla="*/ 143266 w 972963"/>
              <a:gd name="connsiteY91" fmla="*/ 170691 h 940903"/>
              <a:gd name="connsiteX92" fmla="*/ 143266 w 972963"/>
              <a:gd name="connsiteY92" fmla="*/ 374502 h 940903"/>
              <a:gd name="connsiteX93" fmla="*/ 365640 w 972963"/>
              <a:gd name="connsiteY93" fmla="*/ 601925 h 940903"/>
              <a:gd name="connsiteX94" fmla="*/ 588014 w 972963"/>
              <a:gd name="connsiteY94" fmla="*/ 374502 h 940903"/>
              <a:gd name="connsiteX95" fmla="*/ 588014 w 972963"/>
              <a:gd name="connsiteY95" fmla="*/ 184362 h 940903"/>
              <a:gd name="connsiteX96" fmla="*/ 588014 w 972963"/>
              <a:gd name="connsiteY96" fmla="*/ 183119 h 940903"/>
              <a:gd name="connsiteX97" fmla="*/ 588014 w 972963"/>
              <a:gd name="connsiteY97" fmla="*/ 170691 h 940903"/>
              <a:gd name="connsiteX98" fmla="*/ 573106 w 972963"/>
              <a:gd name="connsiteY98" fmla="*/ 157021 h 940903"/>
              <a:gd name="connsiteX99" fmla="*/ 490669 w 972963"/>
              <a:gd name="connsiteY99" fmla="*/ 24925 h 940903"/>
              <a:gd name="connsiteX100" fmla="*/ 417340 w 972963"/>
              <a:gd name="connsiteY100" fmla="*/ 97082 h 940903"/>
              <a:gd name="connsiteX101" fmla="*/ 417340 w 972963"/>
              <a:gd name="connsiteY101" fmla="*/ 130672 h 940903"/>
              <a:gd name="connsiteX102" fmla="*/ 573941 w 972963"/>
              <a:gd name="connsiteY102" fmla="*/ 130672 h 940903"/>
              <a:gd name="connsiteX103" fmla="*/ 613713 w 972963"/>
              <a:gd name="connsiteY103" fmla="*/ 170482 h 940903"/>
              <a:gd name="connsiteX104" fmla="*/ 692014 w 972963"/>
              <a:gd name="connsiteY104" fmla="*/ 170482 h 940903"/>
              <a:gd name="connsiteX105" fmla="*/ 731785 w 972963"/>
              <a:gd name="connsiteY105" fmla="*/ 209049 h 940903"/>
              <a:gd name="connsiteX106" fmla="*/ 731785 w 972963"/>
              <a:gd name="connsiteY106" fmla="*/ 383220 h 940903"/>
              <a:gd name="connsiteX107" fmla="*/ 565241 w 972963"/>
              <a:gd name="connsiteY107" fmla="*/ 525044 h 940903"/>
              <a:gd name="connsiteX108" fmla="*/ 431012 w 972963"/>
              <a:gd name="connsiteY108" fmla="*/ 618350 h 940903"/>
              <a:gd name="connsiteX109" fmla="*/ 431012 w 972963"/>
              <a:gd name="connsiteY109" fmla="*/ 742758 h 940903"/>
              <a:gd name="connsiteX110" fmla="*/ 431012 w 972963"/>
              <a:gd name="connsiteY110" fmla="*/ 745246 h 940903"/>
              <a:gd name="connsiteX111" fmla="*/ 874715 w 972963"/>
              <a:gd name="connsiteY111" fmla="*/ 745246 h 940903"/>
              <a:gd name="connsiteX112" fmla="*/ 946801 w 972963"/>
              <a:gd name="connsiteY112" fmla="*/ 671846 h 940903"/>
              <a:gd name="connsiteX113" fmla="*/ 946801 w 972963"/>
              <a:gd name="connsiteY113" fmla="*/ 97082 h 940903"/>
              <a:gd name="connsiteX114" fmla="*/ 874715 w 972963"/>
              <a:gd name="connsiteY114" fmla="*/ 24925 h 940903"/>
              <a:gd name="connsiteX115" fmla="*/ 490214 w 972963"/>
              <a:gd name="connsiteY115" fmla="*/ 0 h 940903"/>
              <a:gd name="connsiteX116" fmla="*/ 874671 w 972963"/>
              <a:gd name="connsiteY116" fmla="*/ 0 h 940903"/>
              <a:gd name="connsiteX117" fmla="*/ 972963 w 972963"/>
              <a:gd name="connsiteY117" fmla="*/ 97078 h 940903"/>
              <a:gd name="connsiteX118" fmla="*/ 972963 w 972963"/>
              <a:gd name="connsiteY118" fmla="*/ 672074 h 940903"/>
              <a:gd name="connsiteX119" fmla="*/ 874671 w 972963"/>
              <a:gd name="connsiteY119" fmla="*/ 770395 h 940903"/>
              <a:gd name="connsiteX120" fmla="*/ 434225 w 972963"/>
              <a:gd name="connsiteY120" fmla="*/ 770395 h 940903"/>
              <a:gd name="connsiteX121" fmla="*/ 441691 w 972963"/>
              <a:gd name="connsiteY121" fmla="*/ 790309 h 940903"/>
              <a:gd name="connsiteX122" fmla="*/ 506389 w 972963"/>
              <a:gd name="connsiteY122" fmla="*/ 867473 h 940903"/>
              <a:gd name="connsiteX123" fmla="*/ 507633 w 972963"/>
              <a:gd name="connsiteY123" fmla="*/ 869962 h 940903"/>
              <a:gd name="connsiteX124" fmla="*/ 506389 w 972963"/>
              <a:gd name="connsiteY124" fmla="*/ 917256 h 940903"/>
              <a:gd name="connsiteX125" fmla="*/ 462842 w 972963"/>
              <a:gd name="connsiteY125" fmla="*/ 940903 h 940903"/>
              <a:gd name="connsiteX126" fmla="*/ 261282 w 972963"/>
              <a:gd name="connsiteY126" fmla="*/ 940903 h 940903"/>
              <a:gd name="connsiteX127" fmla="*/ 218979 w 972963"/>
              <a:gd name="connsiteY127" fmla="*/ 917256 h 940903"/>
              <a:gd name="connsiteX128" fmla="*/ 218979 w 972963"/>
              <a:gd name="connsiteY128" fmla="*/ 867473 h 940903"/>
              <a:gd name="connsiteX129" fmla="*/ 220223 w 972963"/>
              <a:gd name="connsiteY129" fmla="*/ 864984 h 940903"/>
              <a:gd name="connsiteX130" fmla="*/ 287410 w 972963"/>
              <a:gd name="connsiteY130" fmla="*/ 792798 h 940903"/>
              <a:gd name="connsiteX131" fmla="*/ 302340 w 972963"/>
              <a:gd name="connsiteY131" fmla="*/ 739281 h 940903"/>
              <a:gd name="connsiteX132" fmla="*/ 302340 w 972963"/>
              <a:gd name="connsiteY132" fmla="*/ 618557 h 940903"/>
              <a:gd name="connsiteX133" fmla="*/ 167967 w 972963"/>
              <a:gd name="connsiteY133" fmla="*/ 525213 h 940903"/>
              <a:gd name="connsiteX134" fmla="*/ 0 w 972963"/>
              <a:gd name="connsiteY134" fmla="*/ 383331 h 940903"/>
              <a:gd name="connsiteX135" fmla="*/ 0 w 972963"/>
              <a:gd name="connsiteY135" fmla="*/ 209090 h 940903"/>
              <a:gd name="connsiteX136" fmla="*/ 39814 w 972963"/>
              <a:gd name="connsiteY136" fmla="*/ 170508 h 940903"/>
              <a:gd name="connsiteX137" fmla="*/ 116955 w 972963"/>
              <a:gd name="connsiteY137" fmla="*/ 170508 h 940903"/>
              <a:gd name="connsiteX138" fmla="*/ 156769 w 972963"/>
              <a:gd name="connsiteY138" fmla="*/ 130681 h 940903"/>
              <a:gd name="connsiteX139" fmla="*/ 391923 w 972963"/>
              <a:gd name="connsiteY139" fmla="*/ 130681 h 940903"/>
              <a:gd name="connsiteX140" fmla="*/ 391923 w 972963"/>
              <a:gd name="connsiteY140" fmla="*/ 97078 h 940903"/>
              <a:gd name="connsiteX141" fmla="*/ 490214 w 972963"/>
              <a:gd name="connsiteY141" fmla="*/ 0 h 940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972963" h="940903">
                <a:moveTo>
                  <a:pt x="327201" y="625607"/>
                </a:moveTo>
                <a:lnTo>
                  <a:pt x="327201" y="739770"/>
                </a:lnTo>
                <a:cubicBezTo>
                  <a:pt x="327201" y="763347"/>
                  <a:pt x="321003" y="785683"/>
                  <a:pt x="309846" y="806779"/>
                </a:cubicBezTo>
                <a:cubicBezTo>
                  <a:pt x="308607" y="808020"/>
                  <a:pt x="308607" y="808020"/>
                  <a:pt x="307367" y="809260"/>
                </a:cubicBezTo>
                <a:lnTo>
                  <a:pt x="240429" y="881233"/>
                </a:lnTo>
                <a:cubicBezTo>
                  <a:pt x="236711" y="888678"/>
                  <a:pt x="236711" y="897364"/>
                  <a:pt x="241669" y="903569"/>
                </a:cubicBezTo>
                <a:cubicBezTo>
                  <a:pt x="245388" y="911014"/>
                  <a:pt x="252825" y="915978"/>
                  <a:pt x="261502" y="915978"/>
                </a:cubicBezTo>
                <a:lnTo>
                  <a:pt x="462316" y="915978"/>
                </a:lnTo>
                <a:cubicBezTo>
                  <a:pt x="472233" y="915978"/>
                  <a:pt x="478431" y="912255"/>
                  <a:pt x="483389" y="904810"/>
                </a:cubicBezTo>
                <a:cubicBezTo>
                  <a:pt x="487108" y="897364"/>
                  <a:pt x="488348" y="889919"/>
                  <a:pt x="484629" y="882474"/>
                </a:cubicBezTo>
                <a:lnTo>
                  <a:pt x="420170" y="805538"/>
                </a:lnTo>
                <a:cubicBezTo>
                  <a:pt x="420170" y="805538"/>
                  <a:pt x="418931" y="804297"/>
                  <a:pt x="418931" y="803056"/>
                </a:cubicBezTo>
                <a:cubicBezTo>
                  <a:pt x="412733" y="790647"/>
                  <a:pt x="407774" y="775756"/>
                  <a:pt x="406535" y="762106"/>
                </a:cubicBezTo>
                <a:cubicBezTo>
                  <a:pt x="406535" y="760865"/>
                  <a:pt x="406535" y="760865"/>
                  <a:pt x="406535" y="759624"/>
                </a:cubicBezTo>
                <a:cubicBezTo>
                  <a:pt x="405295" y="754661"/>
                  <a:pt x="404055" y="748456"/>
                  <a:pt x="404055" y="743493"/>
                </a:cubicBezTo>
                <a:lnTo>
                  <a:pt x="404055" y="625607"/>
                </a:lnTo>
                <a:cubicBezTo>
                  <a:pt x="391660" y="626848"/>
                  <a:pt x="379264" y="628089"/>
                  <a:pt x="365628" y="628089"/>
                </a:cubicBezTo>
                <a:cubicBezTo>
                  <a:pt x="351993" y="628089"/>
                  <a:pt x="339597" y="626848"/>
                  <a:pt x="327201" y="625607"/>
                </a:cubicBezTo>
                <a:close/>
                <a:moveTo>
                  <a:pt x="354660" y="416193"/>
                </a:moveTo>
                <a:cubicBezTo>
                  <a:pt x="349775" y="421114"/>
                  <a:pt x="341225" y="423575"/>
                  <a:pt x="335118" y="424805"/>
                </a:cubicBezTo>
                <a:lnTo>
                  <a:pt x="335118" y="508462"/>
                </a:lnTo>
                <a:lnTo>
                  <a:pt x="358324" y="486318"/>
                </a:lnTo>
                <a:cubicBezTo>
                  <a:pt x="364431" y="481397"/>
                  <a:pt x="371759" y="481397"/>
                  <a:pt x="376645" y="486318"/>
                </a:cubicBezTo>
                <a:lnTo>
                  <a:pt x="397408" y="507232"/>
                </a:lnTo>
                <a:lnTo>
                  <a:pt x="397408" y="424805"/>
                </a:lnTo>
                <a:cubicBezTo>
                  <a:pt x="388859" y="423575"/>
                  <a:pt x="382752" y="421114"/>
                  <a:pt x="376645" y="416193"/>
                </a:cubicBezTo>
                <a:cubicBezTo>
                  <a:pt x="370538" y="411272"/>
                  <a:pt x="360767" y="411272"/>
                  <a:pt x="354660" y="416193"/>
                </a:cubicBezTo>
                <a:close/>
                <a:moveTo>
                  <a:pt x="329757" y="233045"/>
                </a:moveTo>
                <a:cubicBezTo>
                  <a:pt x="324807" y="233045"/>
                  <a:pt x="322332" y="234282"/>
                  <a:pt x="319857" y="235519"/>
                </a:cubicBezTo>
                <a:cubicBezTo>
                  <a:pt x="312432" y="239230"/>
                  <a:pt x="309957" y="246652"/>
                  <a:pt x="309957" y="254073"/>
                </a:cubicBezTo>
                <a:cubicBezTo>
                  <a:pt x="312432" y="272627"/>
                  <a:pt x="302532" y="291181"/>
                  <a:pt x="285207" y="298603"/>
                </a:cubicBezTo>
                <a:cubicBezTo>
                  <a:pt x="277782" y="301077"/>
                  <a:pt x="272832" y="308498"/>
                  <a:pt x="272832" y="315920"/>
                </a:cubicBezTo>
                <a:cubicBezTo>
                  <a:pt x="272832" y="323341"/>
                  <a:pt x="277782" y="329526"/>
                  <a:pt x="285207" y="332000"/>
                </a:cubicBezTo>
                <a:cubicBezTo>
                  <a:pt x="302532" y="340658"/>
                  <a:pt x="312432" y="357975"/>
                  <a:pt x="309957" y="377766"/>
                </a:cubicBezTo>
                <a:cubicBezTo>
                  <a:pt x="309957" y="385188"/>
                  <a:pt x="312432" y="392610"/>
                  <a:pt x="319857" y="396320"/>
                </a:cubicBezTo>
                <a:cubicBezTo>
                  <a:pt x="326044" y="400031"/>
                  <a:pt x="333469" y="398794"/>
                  <a:pt x="339656" y="395083"/>
                </a:cubicBezTo>
                <a:cubicBezTo>
                  <a:pt x="355744" y="382714"/>
                  <a:pt x="376781" y="382714"/>
                  <a:pt x="391631" y="395083"/>
                </a:cubicBezTo>
                <a:cubicBezTo>
                  <a:pt x="397818" y="398794"/>
                  <a:pt x="406481" y="400031"/>
                  <a:pt x="411431" y="396320"/>
                </a:cubicBezTo>
                <a:cubicBezTo>
                  <a:pt x="418856" y="392610"/>
                  <a:pt x="422568" y="385188"/>
                  <a:pt x="421331" y="377766"/>
                </a:cubicBezTo>
                <a:cubicBezTo>
                  <a:pt x="418856" y="357975"/>
                  <a:pt x="429993" y="340658"/>
                  <a:pt x="447318" y="332000"/>
                </a:cubicBezTo>
                <a:cubicBezTo>
                  <a:pt x="454743" y="329526"/>
                  <a:pt x="458455" y="323341"/>
                  <a:pt x="458455" y="315920"/>
                </a:cubicBezTo>
                <a:cubicBezTo>
                  <a:pt x="458455" y="308498"/>
                  <a:pt x="454743" y="301077"/>
                  <a:pt x="447318" y="298603"/>
                </a:cubicBezTo>
                <a:cubicBezTo>
                  <a:pt x="429993" y="291181"/>
                  <a:pt x="418856" y="272627"/>
                  <a:pt x="421331" y="254073"/>
                </a:cubicBezTo>
                <a:cubicBezTo>
                  <a:pt x="422568" y="246652"/>
                  <a:pt x="418856" y="239230"/>
                  <a:pt x="411431" y="235519"/>
                </a:cubicBezTo>
                <a:cubicBezTo>
                  <a:pt x="406481" y="231808"/>
                  <a:pt x="397818" y="231808"/>
                  <a:pt x="391631" y="236756"/>
                </a:cubicBezTo>
                <a:cubicBezTo>
                  <a:pt x="376781" y="247888"/>
                  <a:pt x="355744" y="247888"/>
                  <a:pt x="339656" y="236756"/>
                </a:cubicBezTo>
                <a:cubicBezTo>
                  <a:pt x="337181" y="234282"/>
                  <a:pt x="333469" y="233045"/>
                  <a:pt x="329757" y="233045"/>
                </a:cubicBezTo>
                <a:close/>
                <a:moveTo>
                  <a:pt x="331410" y="208741"/>
                </a:moveTo>
                <a:cubicBezTo>
                  <a:pt x="339620" y="209362"/>
                  <a:pt x="347675" y="212467"/>
                  <a:pt x="354490" y="218054"/>
                </a:cubicBezTo>
                <a:cubicBezTo>
                  <a:pt x="360687" y="223021"/>
                  <a:pt x="370601" y="223021"/>
                  <a:pt x="376797" y="218054"/>
                </a:cubicBezTo>
                <a:cubicBezTo>
                  <a:pt x="384232" y="212467"/>
                  <a:pt x="392287" y="209362"/>
                  <a:pt x="400497" y="208741"/>
                </a:cubicBezTo>
                <a:cubicBezTo>
                  <a:pt x="408707" y="208120"/>
                  <a:pt x="417072" y="209983"/>
                  <a:pt x="425127" y="214329"/>
                </a:cubicBezTo>
                <a:cubicBezTo>
                  <a:pt x="439998" y="224263"/>
                  <a:pt x="448673" y="240405"/>
                  <a:pt x="446194" y="257789"/>
                </a:cubicBezTo>
                <a:cubicBezTo>
                  <a:pt x="444955" y="266482"/>
                  <a:pt x="449912" y="273932"/>
                  <a:pt x="457347" y="276415"/>
                </a:cubicBezTo>
                <a:cubicBezTo>
                  <a:pt x="473457" y="283866"/>
                  <a:pt x="483371" y="298766"/>
                  <a:pt x="483371" y="317392"/>
                </a:cubicBezTo>
                <a:cubicBezTo>
                  <a:pt x="483371" y="334777"/>
                  <a:pt x="473457" y="349677"/>
                  <a:pt x="457347" y="357128"/>
                </a:cubicBezTo>
                <a:cubicBezTo>
                  <a:pt x="449912" y="360853"/>
                  <a:pt x="444955" y="368303"/>
                  <a:pt x="446194" y="376995"/>
                </a:cubicBezTo>
                <a:cubicBezTo>
                  <a:pt x="448673" y="394380"/>
                  <a:pt x="439998" y="410522"/>
                  <a:pt x="425127" y="419214"/>
                </a:cubicBezTo>
                <a:cubicBezTo>
                  <a:pt x="423888" y="419214"/>
                  <a:pt x="422649" y="420456"/>
                  <a:pt x="421409" y="420456"/>
                </a:cubicBezTo>
                <a:cubicBezTo>
                  <a:pt x="422649" y="421698"/>
                  <a:pt x="422649" y="422939"/>
                  <a:pt x="422649" y="424181"/>
                </a:cubicBezTo>
                <a:lnTo>
                  <a:pt x="422649" y="539662"/>
                </a:lnTo>
                <a:cubicBezTo>
                  <a:pt x="422649" y="544629"/>
                  <a:pt x="418931" y="548354"/>
                  <a:pt x="415213" y="550838"/>
                </a:cubicBezTo>
                <a:cubicBezTo>
                  <a:pt x="413974" y="552079"/>
                  <a:pt x="411495" y="552079"/>
                  <a:pt x="409017" y="552079"/>
                </a:cubicBezTo>
                <a:cubicBezTo>
                  <a:pt x="406538" y="552079"/>
                  <a:pt x="402821" y="550838"/>
                  <a:pt x="401582" y="548354"/>
                </a:cubicBezTo>
                <a:lnTo>
                  <a:pt x="366883" y="513586"/>
                </a:lnTo>
                <a:lnTo>
                  <a:pt x="329706" y="548354"/>
                </a:lnTo>
                <a:cubicBezTo>
                  <a:pt x="327227" y="552079"/>
                  <a:pt x="322270" y="553321"/>
                  <a:pt x="317313" y="550838"/>
                </a:cubicBezTo>
                <a:cubicBezTo>
                  <a:pt x="312356" y="548354"/>
                  <a:pt x="309878" y="543387"/>
                  <a:pt x="309878" y="539662"/>
                </a:cubicBezTo>
                <a:lnTo>
                  <a:pt x="309878" y="424181"/>
                </a:lnTo>
                <a:cubicBezTo>
                  <a:pt x="309878" y="422939"/>
                  <a:pt x="309878" y="421698"/>
                  <a:pt x="309878" y="420456"/>
                </a:cubicBezTo>
                <a:cubicBezTo>
                  <a:pt x="308639" y="420456"/>
                  <a:pt x="307399" y="419214"/>
                  <a:pt x="307399" y="419214"/>
                </a:cubicBezTo>
                <a:cubicBezTo>
                  <a:pt x="291289" y="410522"/>
                  <a:pt x="282615" y="394380"/>
                  <a:pt x="285093" y="376995"/>
                </a:cubicBezTo>
                <a:cubicBezTo>
                  <a:pt x="286332" y="368303"/>
                  <a:pt x="281376" y="360853"/>
                  <a:pt x="273940" y="357128"/>
                </a:cubicBezTo>
                <a:cubicBezTo>
                  <a:pt x="257830" y="349677"/>
                  <a:pt x="247916" y="334777"/>
                  <a:pt x="247916" y="317392"/>
                </a:cubicBezTo>
                <a:cubicBezTo>
                  <a:pt x="247916" y="298766"/>
                  <a:pt x="257830" y="283866"/>
                  <a:pt x="273940" y="276415"/>
                </a:cubicBezTo>
                <a:cubicBezTo>
                  <a:pt x="281376" y="273932"/>
                  <a:pt x="286332" y="266482"/>
                  <a:pt x="285093" y="257789"/>
                </a:cubicBezTo>
                <a:cubicBezTo>
                  <a:pt x="282615" y="240405"/>
                  <a:pt x="291289" y="224263"/>
                  <a:pt x="307399" y="214329"/>
                </a:cubicBezTo>
                <a:cubicBezTo>
                  <a:pt x="314835" y="209983"/>
                  <a:pt x="323200" y="208120"/>
                  <a:pt x="331410" y="208741"/>
                </a:cubicBezTo>
                <a:close/>
                <a:moveTo>
                  <a:pt x="613858" y="195658"/>
                </a:moveTo>
                <a:lnTo>
                  <a:pt x="613858" y="374383"/>
                </a:lnTo>
                <a:cubicBezTo>
                  <a:pt x="613858" y="419064"/>
                  <a:pt x="602757" y="462504"/>
                  <a:pt x="581788" y="499738"/>
                </a:cubicBezTo>
                <a:cubicBezTo>
                  <a:pt x="669363" y="496015"/>
                  <a:pt x="706367" y="474915"/>
                  <a:pt x="706367" y="383071"/>
                </a:cubicBezTo>
                <a:lnTo>
                  <a:pt x="706367" y="209311"/>
                </a:lnTo>
                <a:cubicBezTo>
                  <a:pt x="706367" y="201864"/>
                  <a:pt x="700200" y="195658"/>
                  <a:pt x="691566" y="195658"/>
                </a:cubicBezTo>
                <a:close/>
                <a:moveTo>
                  <a:pt x="39732" y="195658"/>
                </a:moveTo>
                <a:cubicBezTo>
                  <a:pt x="31098" y="195658"/>
                  <a:pt x="26165" y="201864"/>
                  <a:pt x="26165" y="209311"/>
                </a:cubicBezTo>
                <a:lnTo>
                  <a:pt x="26165" y="383068"/>
                </a:lnTo>
                <a:cubicBezTo>
                  <a:pt x="26165" y="474911"/>
                  <a:pt x="63165" y="496010"/>
                  <a:pt x="149498" y="498492"/>
                </a:cubicBezTo>
                <a:cubicBezTo>
                  <a:pt x="128531" y="462500"/>
                  <a:pt x="116198" y="419060"/>
                  <a:pt x="116198" y="374380"/>
                </a:cubicBezTo>
                <a:lnTo>
                  <a:pt x="116198" y="195658"/>
                </a:lnTo>
                <a:close/>
                <a:moveTo>
                  <a:pt x="156932" y="157021"/>
                </a:moveTo>
                <a:cubicBezTo>
                  <a:pt x="149478" y="157021"/>
                  <a:pt x="143266" y="163235"/>
                  <a:pt x="143266" y="170691"/>
                </a:cubicBezTo>
                <a:lnTo>
                  <a:pt x="143266" y="374502"/>
                </a:lnTo>
                <a:cubicBezTo>
                  <a:pt x="143266" y="498777"/>
                  <a:pt x="243893" y="601925"/>
                  <a:pt x="365640" y="601925"/>
                </a:cubicBezTo>
                <a:cubicBezTo>
                  <a:pt x="488629" y="601925"/>
                  <a:pt x="588014" y="498777"/>
                  <a:pt x="588014" y="374502"/>
                </a:cubicBezTo>
                <a:lnTo>
                  <a:pt x="588014" y="184362"/>
                </a:lnTo>
                <a:lnTo>
                  <a:pt x="588014" y="183119"/>
                </a:lnTo>
                <a:lnTo>
                  <a:pt x="588014" y="170691"/>
                </a:lnTo>
                <a:cubicBezTo>
                  <a:pt x="588014" y="163235"/>
                  <a:pt x="581803" y="157021"/>
                  <a:pt x="573106" y="157021"/>
                </a:cubicBezTo>
                <a:close/>
                <a:moveTo>
                  <a:pt x="490669" y="24925"/>
                </a:moveTo>
                <a:cubicBezTo>
                  <a:pt x="450898" y="24925"/>
                  <a:pt x="417340" y="57271"/>
                  <a:pt x="417340" y="97082"/>
                </a:cubicBezTo>
                <a:lnTo>
                  <a:pt x="417340" y="130672"/>
                </a:lnTo>
                <a:lnTo>
                  <a:pt x="573941" y="130672"/>
                </a:lnTo>
                <a:cubicBezTo>
                  <a:pt x="596313" y="130672"/>
                  <a:pt x="613713" y="148089"/>
                  <a:pt x="613713" y="170482"/>
                </a:cubicBezTo>
                <a:lnTo>
                  <a:pt x="692014" y="170482"/>
                </a:lnTo>
                <a:cubicBezTo>
                  <a:pt x="714385" y="170482"/>
                  <a:pt x="731785" y="187899"/>
                  <a:pt x="731785" y="209049"/>
                </a:cubicBezTo>
                <a:lnTo>
                  <a:pt x="731785" y="383220"/>
                </a:lnTo>
                <a:cubicBezTo>
                  <a:pt x="731785" y="511360"/>
                  <a:pt x="657213" y="523800"/>
                  <a:pt x="565241" y="525044"/>
                </a:cubicBezTo>
                <a:cubicBezTo>
                  <a:pt x="531684" y="569831"/>
                  <a:pt x="484455" y="603421"/>
                  <a:pt x="431012" y="618350"/>
                </a:cubicBezTo>
                <a:lnTo>
                  <a:pt x="431012" y="742758"/>
                </a:lnTo>
                <a:cubicBezTo>
                  <a:pt x="431012" y="744002"/>
                  <a:pt x="431012" y="744002"/>
                  <a:pt x="431012" y="745246"/>
                </a:cubicBezTo>
                <a:lnTo>
                  <a:pt x="874715" y="745246"/>
                </a:lnTo>
                <a:cubicBezTo>
                  <a:pt x="914487" y="745246"/>
                  <a:pt x="946801" y="712900"/>
                  <a:pt x="946801" y="671846"/>
                </a:cubicBezTo>
                <a:lnTo>
                  <a:pt x="946801" y="97082"/>
                </a:lnTo>
                <a:cubicBezTo>
                  <a:pt x="946801" y="57271"/>
                  <a:pt x="914487" y="24925"/>
                  <a:pt x="874715" y="24925"/>
                </a:cubicBezTo>
                <a:close/>
                <a:moveTo>
                  <a:pt x="490214" y="0"/>
                </a:moveTo>
                <a:lnTo>
                  <a:pt x="874671" y="0"/>
                </a:lnTo>
                <a:cubicBezTo>
                  <a:pt x="929416" y="0"/>
                  <a:pt x="972963" y="43561"/>
                  <a:pt x="972963" y="97078"/>
                </a:cubicBezTo>
                <a:lnTo>
                  <a:pt x="972963" y="672074"/>
                </a:lnTo>
                <a:cubicBezTo>
                  <a:pt x="972963" y="726835"/>
                  <a:pt x="929416" y="770395"/>
                  <a:pt x="874671" y="770395"/>
                </a:cubicBezTo>
                <a:lnTo>
                  <a:pt x="434225" y="770395"/>
                </a:lnTo>
                <a:cubicBezTo>
                  <a:pt x="435470" y="777863"/>
                  <a:pt x="437958" y="784086"/>
                  <a:pt x="441691" y="790309"/>
                </a:cubicBezTo>
                <a:lnTo>
                  <a:pt x="506389" y="867473"/>
                </a:lnTo>
                <a:cubicBezTo>
                  <a:pt x="506389" y="867473"/>
                  <a:pt x="507633" y="868717"/>
                  <a:pt x="507633" y="869962"/>
                </a:cubicBezTo>
                <a:cubicBezTo>
                  <a:pt x="515098" y="884897"/>
                  <a:pt x="513854" y="903566"/>
                  <a:pt x="506389" y="917256"/>
                </a:cubicBezTo>
                <a:cubicBezTo>
                  <a:pt x="496435" y="932191"/>
                  <a:pt x="480261" y="940903"/>
                  <a:pt x="462842" y="940903"/>
                </a:cubicBezTo>
                <a:lnTo>
                  <a:pt x="261282" y="940903"/>
                </a:lnTo>
                <a:cubicBezTo>
                  <a:pt x="243863" y="940903"/>
                  <a:pt x="227688" y="932191"/>
                  <a:pt x="218979" y="917256"/>
                </a:cubicBezTo>
                <a:cubicBezTo>
                  <a:pt x="209025" y="901076"/>
                  <a:pt x="209025" y="883652"/>
                  <a:pt x="218979" y="867473"/>
                </a:cubicBezTo>
                <a:cubicBezTo>
                  <a:pt x="218979" y="866228"/>
                  <a:pt x="220223" y="866228"/>
                  <a:pt x="220223" y="864984"/>
                </a:cubicBezTo>
                <a:lnTo>
                  <a:pt x="287410" y="792798"/>
                </a:lnTo>
                <a:cubicBezTo>
                  <a:pt x="297364" y="775374"/>
                  <a:pt x="302340" y="757950"/>
                  <a:pt x="302340" y="739281"/>
                </a:cubicBezTo>
                <a:lnTo>
                  <a:pt x="302340" y="618557"/>
                </a:lnTo>
                <a:cubicBezTo>
                  <a:pt x="247596" y="603622"/>
                  <a:pt x="200316" y="570018"/>
                  <a:pt x="167967" y="525213"/>
                </a:cubicBezTo>
                <a:cubicBezTo>
                  <a:pt x="74652" y="523969"/>
                  <a:pt x="0" y="510278"/>
                  <a:pt x="0" y="383331"/>
                </a:cubicBezTo>
                <a:lnTo>
                  <a:pt x="0" y="209090"/>
                </a:lnTo>
                <a:cubicBezTo>
                  <a:pt x="0" y="187932"/>
                  <a:pt x="17419" y="170508"/>
                  <a:pt x="39814" y="170508"/>
                </a:cubicBezTo>
                <a:lnTo>
                  <a:pt x="116955" y="170508"/>
                </a:lnTo>
                <a:cubicBezTo>
                  <a:pt x="118199" y="148105"/>
                  <a:pt x="135618" y="130681"/>
                  <a:pt x="156769" y="130681"/>
                </a:cubicBezTo>
                <a:lnTo>
                  <a:pt x="391923" y="130681"/>
                </a:lnTo>
                <a:lnTo>
                  <a:pt x="391923" y="97078"/>
                </a:lnTo>
                <a:cubicBezTo>
                  <a:pt x="391923" y="43561"/>
                  <a:pt x="436714" y="0"/>
                  <a:pt x="490214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64" name="Freeform 563">
            <a:extLst>
              <a:ext uri="{FF2B5EF4-FFF2-40B4-BE49-F238E27FC236}">
                <a16:creationId xmlns:a16="http://schemas.microsoft.com/office/drawing/2014/main" id="{88A46240-6361-8C47-AF41-1CFBB32DA885}"/>
              </a:ext>
            </a:extLst>
          </p:cNvPr>
          <p:cNvSpPr/>
          <p:nvPr/>
        </p:nvSpPr>
        <p:spPr>
          <a:xfrm>
            <a:off x="1503674" y="10767421"/>
            <a:ext cx="7961855" cy="1718550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392" h="1380">
                <a:moveTo>
                  <a:pt x="6392" y="0"/>
                </a:moveTo>
                <a:lnTo>
                  <a:pt x="2144" y="0"/>
                </a:lnTo>
                <a:cubicBezTo>
                  <a:pt x="1857" y="0"/>
                  <a:pt x="1625" y="309"/>
                  <a:pt x="1625" y="690"/>
                </a:cubicBezTo>
                <a:cubicBezTo>
                  <a:pt x="1625" y="1071"/>
                  <a:pt x="1392" y="1380"/>
                  <a:pt x="1105" y="1380"/>
                </a:cubicBezTo>
                <a:lnTo>
                  <a:pt x="0" y="1380"/>
                </a:lnTo>
              </a:path>
            </a:pathLst>
          </a:custGeom>
          <a:noFill/>
          <a:ln w="12700" cap="flat">
            <a:solidFill>
              <a:schemeClr val="tx2"/>
            </a:solidFill>
            <a:prstDash val="solid"/>
            <a:round/>
          </a:ln>
        </p:spPr>
        <p:txBody>
          <a:bodyPr vert="horz" wrap="none" lIns="1800" tIns="1800" rIns="1800" bIns="18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28" name="Freeform 427">
            <a:extLst>
              <a:ext uri="{FF2B5EF4-FFF2-40B4-BE49-F238E27FC236}">
                <a16:creationId xmlns:a16="http://schemas.microsoft.com/office/drawing/2014/main" id="{4C3B858D-30A2-5C4C-A3DC-05E414C0B840}"/>
              </a:ext>
            </a:extLst>
          </p:cNvPr>
          <p:cNvSpPr/>
          <p:nvPr/>
        </p:nvSpPr>
        <p:spPr>
          <a:xfrm>
            <a:off x="1964616" y="11216064"/>
            <a:ext cx="968428" cy="821265"/>
          </a:xfrm>
          <a:custGeom>
            <a:avLst/>
            <a:gdLst>
              <a:gd name="connsiteX0" fmla="*/ 331372 w 968428"/>
              <a:gd name="connsiteY0" fmla="*/ 451445 h 821265"/>
              <a:gd name="connsiteX1" fmla="*/ 314781 w 968428"/>
              <a:gd name="connsiteY1" fmla="*/ 456077 h 821265"/>
              <a:gd name="connsiteX2" fmla="*/ 285286 w 968428"/>
              <a:gd name="connsiteY2" fmla="*/ 467194 h 821265"/>
              <a:gd name="connsiteX3" fmla="*/ 285286 w 968428"/>
              <a:gd name="connsiteY3" fmla="*/ 469664 h 821265"/>
              <a:gd name="connsiteX4" fmla="*/ 285286 w 968428"/>
              <a:gd name="connsiteY4" fmla="*/ 590714 h 821265"/>
              <a:gd name="connsiteX5" fmla="*/ 324613 w 968428"/>
              <a:gd name="connsiteY5" fmla="*/ 554893 h 821265"/>
              <a:gd name="connsiteX6" fmla="*/ 341818 w 968428"/>
              <a:gd name="connsiteY6" fmla="*/ 554893 h 821265"/>
              <a:gd name="connsiteX7" fmla="*/ 376229 w 968428"/>
              <a:gd name="connsiteY7" fmla="*/ 589479 h 821265"/>
              <a:gd name="connsiteX8" fmla="*/ 376229 w 968428"/>
              <a:gd name="connsiteY8" fmla="*/ 469664 h 821265"/>
              <a:gd name="connsiteX9" fmla="*/ 376229 w 968428"/>
              <a:gd name="connsiteY9" fmla="*/ 467194 h 821265"/>
              <a:gd name="connsiteX10" fmla="*/ 347963 w 968428"/>
              <a:gd name="connsiteY10" fmla="*/ 456077 h 821265"/>
              <a:gd name="connsiteX11" fmla="*/ 331372 w 968428"/>
              <a:gd name="connsiteY11" fmla="*/ 451445 h 821265"/>
              <a:gd name="connsiteX12" fmla="*/ 662761 w 968428"/>
              <a:gd name="connsiteY12" fmla="*/ 275417 h 821265"/>
              <a:gd name="connsiteX13" fmla="*/ 662761 w 968428"/>
              <a:gd name="connsiteY13" fmla="*/ 487276 h 821265"/>
              <a:gd name="connsiteX14" fmla="*/ 732936 w 968428"/>
              <a:gd name="connsiteY14" fmla="*/ 460019 h 821265"/>
              <a:gd name="connsiteX15" fmla="*/ 767408 w 968428"/>
              <a:gd name="connsiteY15" fmla="*/ 380727 h 821265"/>
              <a:gd name="connsiteX16" fmla="*/ 729243 w 968428"/>
              <a:gd name="connsiteY16" fmla="*/ 300196 h 821265"/>
              <a:gd name="connsiteX17" fmla="*/ 662761 w 968428"/>
              <a:gd name="connsiteY17" fmla="*/ 275417 h 821265"/>
              <a:gd name="connsiteX18" fmla="*/ 283809 w 968428"/>
              <a:gd name="connsiteY18" fmla="*/ 216064 h 821265"/>
              <a:gd name="connsiteX19" fmla="*/ 268779 w 968428"/>
              <a:gd name="connsiteY19" fmla="*/ 220557 h 821265"/>
              <a:gd name="connsiteX20" fmla="*/ 253903 w 968428"/>
              <a:gd name="connsiteY20" fmla="*/ 247823 h 821265"/>
              <a:gd name="connsiteX21" fmla="*/ 221672 w 968428"/>
              <a:gd name="connsiteY21" fmla="*/ 302356 h 821265"/>
              <a:gd name="connsiteX22" fmla="*/ 205556 w 968428"/>
              <a:gd name="connsiteY22" fmla="*/ 329622 h 821265"/>
              <a:gd name="connsiteX23" fmla="*/ 221672 w 968428"/>
              <a:gd name="connsiteY23" fmla="*/ 354410 h 821265"/>
              <a:gd name="connsiteX24" fmla="*/ 253903 w 968428"/>
              <a:gd name="connsiteY24" fmla="*/ 410182 h 821265"/>
              <a:gd name="connsiteX25" fmla="*/ 268779 w 968428"/>
              <a:gd name="connsiteY25" fmla="*/ 437449 h 821265"/>
              <a:gd name="connsiteX26" fmla="*/ 299770 w 968428"/>
              <a:gd name="connsiteY26" fmla="*/ 436209 h 821265"/>
              <a:gd name="connsiteX27" fmla="*/ 330761 w 968428"/>
              <a:gd name="connsiteY27" fmla="*/ 425055 h 821265"/>
              <a:gd name="connsiteX28" fmla="*/ 362992 w 968428"/>
              <a:gd name="connsiteY28" fmla="*/ 436209 h 821265"/>
              <a:gd name="connsiteX29" fmla="*/ 393984 w 968428"/>
              <a:gd name="connsiteY29" fmla="*/ 437449 h 821265"/>
              <a:gd name="connsiteX30" fmla="*/ 407620 w 968428"/>
              <a:gd name="connsiteY30" fmla="*/ 410182 h 821265"/>
              <a:gd name="connsiteX31" fmla="*/ 439851 w 968428"/>
              <a:gd name="connsiteY31" fmla="*/ 354410 h 821265"/>
              <a:gd name="connsiteX32" fmla="*/ 457206 w 968428"/>
              <a:gd name="connsiteY32" fmla="*/ 329622 h 821265"/>
              <a:gd name="connsiteX33" fmla="*/ 439851 w 968428"/>
              <a:gd name="connsiteY33" fmla="*/ 302356 h 821265"/>
              <a:gd name="connsiteX34" fmla="*/ 407620 w 968428"/>
              <a:gd name="connsiteY34" fmla="*/ 247823 h 821265"/>
              <a:gd name="connsiteX35" fmla="*/ 393984 w 968428"/>
              <a:gd name="connsiteY35" fmla="*/ 220557 h 821265"/>
              <a:gd name="connsiteX36" fmla="*/ 362992 w 968428"/>
              <a:gd name="connsiteY36" fmla="*/ 221796 h 821265"/>
              <a:gd name="connsiteX37" fmla="*/ 299770 w 968428"/>
              <a:gd name="connsiteY37" fmla="*/ 221796 h 821265"/>
              <a:gd name="connsiteX38" fmla="*/ 283809 w 968428"/>
              <a:gd name="connsiteY38" fmla="*/ 216064 h 821265"/>
              <a:gd name="connsiteX39" fmla="*/ 285318 w 968428"/>
              <a:gd name="connsiteY39" fmla="*/ 189273 h 821265"/>
              <a:gd name="connsiteX40" fmla="*/ 314629 w 968428"/>
              <a:gd name="connsiteY40" fmla="*/ 199370 h 821265"/>
              <a:gd name="connsiteX41" fmla="*/ 348127 w 968428"/>
              <a:gd name="connsiteY41" fmla="*/ 199370 h 821265"/>
              <a:gd name="connsiteX42" fmla="*/ 376818 w 968428"/>
              <a:gd name="connsiteY42" fmla="*/ 189273 h 821265"/>
              <a:gd name="connsiteX43" fmla="*/ 406439 w 968428"/>
              <a:gd name="connsiteY43" fmla="*/ 196884 h 821265"/>
              <a:gd name="connsiteX44" fmla="*/ 432494 w 968428"/>
              <a:gd name="connsiteY44" fmla="*/ 249079 h 821265"/>
              <a:gd name="connsiteX45" fmla="*/ 449863 w 968428"/>
              <a:gd name="connsiteY45" fmla="*/ 278905 h 821265"/>
              <a:gd name="connsiteX46" fmla="*/ 482121 w 968428"/>
              <a:gd name="connsiteY46" fmla="*/ 328615 h 821265"/>
              <a:gd name="connsiteX47" fmla="*/ 449863 w 968428"/>
              <a:gd name="connsiteY47" fmla="*/ 377082 h 821265"/>
              <a:gd name="connsiteX48" fmla="*/ 432494 w 968428"/>
              <a:gd name="connsiteY48" fmla="*/ 406907 h 821265"/>
              <a:gd name="connsiteX49" fmla="*/ 406439 w 968428"/>
              <a:gd name="connsiteY49" fmla="*/ 459102 h 821265"/>
              <a:gd name="connsiteX50" fmla="*/ 398995 w 968428"/>
              <a:gd name="connsiteY50" fmla="*/ 462831 h 821265"/>
              <a:gd name="connsiteX51" fmla="*/ 401477 w 968428"/>
              <a:gd name="connsiteY51" fmla="*/ 469044 h 821265"/>
              <a:gd name="connsiteX52" fmla="*/ 401477 w 968428"/>
              <a:gd name="connsiteY52" fmla="*/ 619416 h 821265"/>
              <a:gd name="connsiteX53" fmla="*/ 394033 w 968428"/>
              <a:gd name="connsiteY53" fmla="*/ 630601 h 821265"/>
              <a:gd name="connsiteX54" fmla="*/ 389070 w 968428"/>
              <a:gd name="connsiteY54" fmla="*/ 631843 h 821265"/>
              <a:gd name="connsiteX55" fmla="*/ 380385 w 968428"/>
              <a:gd name="connsiteY55" fmla="*/ 629358 h 821265"/>
              <a:gd name="connsiteX56" fmla="*/ 333239 w 968428"/>
              <a:gd name="connsiteY56" fmla="*/ 580891 h 821265"/>
              <a:gd name="connsiteX57" fmla="*/ 282371 w 968428"/>
              <a:gd name="connsiteY57" fmla="*/ 629358 h 821265"/>
              <a:gd name="connsiteX58" fmla="*/ 268723 w 968428"/>
              <a:gd name="connsiteY58" fmla="*/ 630601 h 821265"/>
              <a:gd name="connsiteX59" fmla="*/ 261279 w 968428"/>
              <a:gd name="connsiteY59" fmla="*/ 619416 h 821265"/>
              <a:gd name="connsiteX60" fmla="*/ 261279 w 968428"/>
              <a:gd name="connsiteY60" fmla="*/ 469044 h 821265"/>
              <a:gd name="connsiteX61" fmla="*/ 262520 w 968428"/>
              <a:gd name="connsiteY61" fmla="*/ 462831 h 821265"/>
              <a:gd name="connsiteX62" fmla="*/ 255076 w 968428"/>
              <a:gd name="connsiteY62" fmla="*/ 459102 h 821265"/>
              <a:gd name="connsiteX63" fmla="*/ 229022 w 968428"/>
              <a:gd name="connsiteY63" fmla="*/ 406907 h 821265"/>
              <a:gd name="connsiteX64" fmla="*/ 211652 w 968428"/>
              <a:gd name="connsiteY64" fmla="*/ 377082 h 821265"/>
              <a:gd name="connsiteX65" fmla="*/ 179394 w 968428"/>
              <a:gd name="connsiteY65" fmla="*/ 328615 h 821265"/>
              <a:gd name="connsiteX66" fmla="*/ 211652 w 968428"/>
              <a:gd name="connsiteY66" fmla="*/ 278905 h 821265"/>
              <a:gd name="connsiteX67" fmla="*/ 229022 w 968428"/>
              <a:gd name="connsiteY67" fmla="*/ 249079 h 821265"/>
              <a:gd name="connsiteX68" fmla="*/ 255076 w 968428"/>
              <a:gd name="connsiteY68" fmla="*/ 196884 h 821265"/>
              <a:gd name="connsiteX69" fmla="*/ 285318 w 968428"/>
              <a:gd name="connsiteY69" fmla="*/ 189273 h 821265"/>
              <a:gd name="connsiteX70" fmla="*/ 650219 w 968428"/>
              <a:gd name="connsiteY70" fmla="*/ 93464 h 821265"/>
              <a:gd name="connsiteX71" fmla="*/ 637811 w 968428"/>
              <a:gd name="connsiteY71" fmla="*/ 136988 h 821265"/>
              <a:gd name="connsiteX72" fmla="*/ 631607 w 968428"/>
              <a:gd name="connsiteY72" fmla="*/ 144449 h 821265"/>
              <a:gd name="connsiteX73" fmla="*/ 629125 w 968428"/>
              <a:gd name="connsiteY73" fmla="*/ 145693 h 821265"/>
              <a:gd name="connsiteX74" fmla="*/ 641533 w 968428"/>
              <a:gd name="connsiteY74" fmla="*/ 155641 h 821265"/>
              <a:gd name="connsiteX75" fmla="*/ 661387 w 968428"/>
              <a:gd name="connsiteY75" fmla="*/ 185486 h 821265"/>
              <a:gd name="connsiteX76" fmla="*/ 662628 w 968428"/>
              <a:gd name="connsiteY76" fmla="*/ 202896 h 821265"/>
              <a:gd name="connsiteX77" fmla="*/ 662628 w 968428"/>
              <a:gd name="connsiteY77" fmla="*/ 250150 h 821265"/>
              <a:gd name="connsiteX78" fmla="*/ 745763 w 968428"/>
              <a:gd name="connsiteY78" fmla="*/ 279995 h 821265"/>
              <a:gd name="connsiteX79" fmla="*/ 792915 w 968428"/>
              <a:gd name="connsiteY79" fmla="*/ 380722 h 821265"/>
              <a:gd name="connsiteX80" fmla="*/ 750726 w 968428"/>
              <a:gd name="connsiteY80" fmla="*/ 478962 h 821265"/>
              <a:gd name="connsiteX81" fmla="*/ 662628 w 968428"/>
              <a:gd name="connsiteY81" fmla="*/ 512538 h 821265"/>
              <a:gd name="connsiteX82" fmla="*/ 662628 w 968428"/>
              <a:gd name="connsiteY82" fmla="*/ 670468 h 821265"/>
              <a:gd name="connsiteX83" fmla="*/ 673795 w 968428"/>
              <a:gd name="connsiteY83" fmla="*/ 670468 h 821265"/>
              <a:gd name="connsiteX84" fmla="*/ 687444 w 968428"/>
              <a:gd name="connsiteY84" fmla="*/ 625700 h 821265"/>
              <a:gd name="connsiteX85" fmla="*/ 689926 w 968428"/>
              <a:gd name="connsiteY85" fmla="*/ 621970 h 821265"/>
              <a:gd name="connsiteX86" fmla="*/ 698612 w 968428"/>
              <a:gd name="connsiteY86" fmla="*/ 616996 h 821265"/>
              <a:gd name="connsiteX87" fmla="*/ 773061 w 968428"/>
              <a:gd name="connsiteY87" fmla="*/ 592125 h 821265"/>
              <a:gd name="connsiteX88" fmla="*/ 784229 w 968428"/>
              <a:gd name="connsiteY88" fmla="*/ 592125 h 821265"/>
              <a:gd name="connsiteX89" fmla="*/ 786710 w 968428"/>
              <a:gd name="connsiteY89" fmla="*/ 593368 h 821265"/>
              <a:gd name="connsiteX90" fmla="*/ 822694 w 968428"/>
              <a:gd name="connsiteY90" fmla="*/ 621970 h 821265"/>
              <a:gd name="connsiteX91" fmla="*/ 842548 w 968428"/>
              <a:gd name="connsiteY91" fmla="*/ 608291 h 821265"/>
              <a:gd name="connsiteX92" fmla="*/ 826417 w 968428"/>
              <a:gd name="connsiteY92" fmla="*/ 564767 h 821265"/>
              <a:gd name="connsiteX93" fmla="*/ 825176 w 968428"/>
              <a:gd name="connsiteY93" fmla="*/ 561036 h 821265"/>
              <a:gd name="connsiteX94" fmla="*/ 828899 w 968428"/>
              <a:gd name="connsiteY94" fmla="*/ 551088 h 821265"/>
              <a:gd name="connsiteX95" fmla="*/ 876050 w 968428"/>
              <a:gd name="connsiteY95" fmla="*/ 487667 h 821265"/>
              <a:gd name="connsiteX96" fmla="*/ 887217 w 968428"/>
              <a:gd name="connsiteY96" fmla="*/ 480206 h 821265"/>
              <a:gd name="connsiteX97" fmla="*/ 933128 w 968428"/>
              <a:gd name="connsiteY97" fmla="*/ 481449 h 821265"/>
              <a:gd name="connsiteX98" fmla="*/ 940573 w 968428"/>
              <a:gd name="connsiteY98" fmla="*/ 459066 h 821265"/>
              <a:gd name="connsiteX99" fmla="*/ 903348 w 968428"/>
              <a:gd name="connsiteY99" fmla="*/ 434195 h 821265"/>
              <a:gd name="connsiteX100" fmla="*/ 897144 w 968428"/>
              <a:gd name="connsiteY100" fmla="*/ 420516 h 821265"/>
              <a:gd name="connsiteX101" fmla="*/ 900867 w 968428"/>
              <a:gd name="connsiteY101" fmla="*/ 380722 h 821265"/>
              <a:gd name="connsiteX102" fmla="*/ 897144 w 968428"/>
              <a:gd name="connsiteY102" fmla="*/ 342173 h 821265"/>
              <a:gd name="connsiteX103" fmla="*/ 903348 w 968428"/>
              <a:gd name="connsiteY103" fmla="*/ 329737 h 821265"/>
              <a:gd name="connsiteX104" fmla="*/ 940573 w 968428"/>
              <a:gd name="connsiteY104" fmla="*/ 303623 h 821265"/>
              <a:gd name="connsiteX105" fmla="*/ 933128 w 968428"/>
              <a:gd name="connsiteY105" fmla="*/ 279995 h 821265"/>
              <a:gd name="connsiteX106" fmla="*/ 887217 w 968428"/>
              <a:gd name="connsiteY106" fmla="*/ 282483 h 821265"/>
              <a:gd name="connsiteX107" fmla="*/ 878532 w 968428"/>
              <a:gd name="connsiteY107" fmla="*/ 278752 h 821265"/>
              <a:gd name="connsiteX108" fmla="*/ 876050 w 968428"/>
              <a:gd name="connsiteY108" fmla="*/ 275021 h 821265"/>
              <a:gd name="connsiteX109" fmla="*/ 828899 w 968428"/>
              <a:gd name="connsiteY109" fmla="*/ 211601 h 821265"/>
              <a:gd name="connsiteX110" fmla="*/ 825176 w 968428"/>
              <a:gd name="connsiteY110" fmla="*/ 202896 h 821265"/>
              <a:gd name="connsiteX111" fmla="*/ 826417 w 968428"/>
              <a:gd name="connsiteY111" fmla="*/ 197922 h 821265"/>
              <a:gd name="connsiteX112" fmla="*/ 842548 w 968428"/>
              <a:gd name="connsiteY112" fmla="*/ 154398 h 821265"/>
              <a:gd name="connsiteX113" fmla="*/ 822694 w 968428"/>
              <a:gd name="connsiteY113" fmla="*/ 140719 h 821265"/>
              <a:gd name="connsiteX114" fmla="*/ 786710 w 968428"/>
              <a:gd name="connsiteY114" fmla="*/ 169320 h 821265"/>
              <a:gd name="connsiteX115" fmla="*/ 773061 w 968428"/>
              <a:gd name="connsiteY115" fmla="*/ 170564 h 821265"/>
              <a:gd name="connsiteX116" fmla="*/ 698612 w 968428"/>
              <a:gd name="connsiteY116" fmla="*/ 145693 h 821265"/>
              <a:gd name="connsiteX117" fmla="*/ 693648 w 968428"/>
              <a:gd name="connsiteY117" fmla="*/ 144449 h 821265"/>
              <a:gd name="connsiteX118" fmla="*/ 689926 w 968428"/>
              <a:gd name="connsiteY118" fmla="*/ 140719 h 821265"/>
              <a:gd name="connsiteX119" fmla="*/ 687444 w 968428"/>
              <a:gd name="connsiteY119" fmla="*/ 136988 h 821265"/>
              <a:gd name="connsiteX120" fmla="*/ 673795 w 968428"/>
              <a:gd name="connsiteY120" fmla="*/ 93464 h 821265"/>
              <a:gd name="connsiteX121" fmla="*/ 662628 w 968428"/>
              <a:gd name="connsiteY121" fmla="*/ 93464 h 821265"/>
              <a:gd name="connsiteX122" fmla="*/ 478384 w 968428"/>
              <a:gd name="connsiteY122" fmla="*/ 51095 h 821265"/>
              <a:gd name="connsiteX123" fmla="*/ 478384 w 968428"/>
              <a:gd name="connsiteY123" fmla="*/ 160901 h 821265"/>
              <a:gd name="connsiteX124" fmla="*/ 493207 w 968428"/>
              <a:gd name="connsiteY124" fmla="*/ 174472 h 821265"/>
              <a:gd name="connsiteX125" fmla="*/ 624142 w 968428"/>
              <a:gd name="connsiteY125" fmla="*/ 174472 h 821265"/>
              <a:gd name="connsiteX126" fmla="*/ 67187 w 968428"/>
              <a:gd name="connsiteY126" fmla="*/ 24921 h 821265"/>
              <a:gd name="connsiteX127" fmla="*/ 24916 w 968428"/>
              <a:gd name="connsiteY127" fmla="*/ 73446 h 821265"/>
              <a:gd name="connsiteX128" fmla="*/ 24916 w 968428"/>
              <a:gd name="connsiteY128" fmla="*/ 747812 h 821265"/>
              <a:gd name="connsiteX129" fmla="*/ 67187 w 968428"/>
              <a:gd name="connsiteY129" fmla="*/ 796337 h 821265"/>
              <a:gd name="connsiteX130" fmla="*/ 595573 w 968428"/>
              <a:gd name="connsiteY130" fmla="*/ 796337 h 821265"/>
              <a:gd name="connsiteX131" fmla="*/ 636600 w 968428"/>
              <a:gd name="connsiteY131" fmla="*/ 747812 h 821265"/>
              <a:gd name="connsiteX132" fmla="*/ 636600 w 968428"/>
              <a:gd name="connsiteY132" fmla="*/ 202844 h 821265"/>
              <a:gd name="connsiteX133" fmla="*/ 636600 w 968428"/>
              <a:gd name="connsiteY133" fmla="*/ 200356 h 821265"/>
              <a:gd name="connsiteX134" fmla="*/ 492382 w 968428"/>
              <a:gd name="connsiteY134" fmla="*/ 200356 h 821265"/>
              <a:gd name="connsiteX135" fmla="*/ 452598 w 968428"/>
              <a:gd name="connsiteY135" fmla="*/ 161785 h 821265"/>
              <a:gd name="connsiteX136" fmla="*/ 452598 w 968428"/>
              <a:gd name="connsiteY136" fmla="*/ 31142 h 821265"/>
              <a:gd name="connsiteX137" fmla="*/ 432705 w 968428"/>
              <a:gd name="connsiteY137" fmla="*/ 24921 h 821265"/>
              <a:gd name="connsiteX138" fmla="*/ 67186 w 968428"/>
              <a:gd name="connsiteY138" fmla="*/ 0 h 821265"/>
              <a:gd name="connsiteX139" fmla="*/ 432978 w 968428"/>
              <a:gd name="connsiteY139" fmla="*/ 0 h 821265"/>
              <a:gd name="connsiteX140" fmla="*/ 471548 w 968428"/>
              <a:gd name="connsiteY140" fmla="*/ 13688 h 821265"/>
              <a:gd name="connsiteX141" fmla="*/ 603432 w 968428"/>
              <a:gd name="connsiteY141" fmla="*/ 124434 h 821265"/>
              <a:gd name="connsiteX142" fmla="*/ 614630 w 968428"/>
              <a:gd name="connsiteY142" fmla="*/ 121945 h 821265"/>
              <a:gd name="connsiteX143" fmla="*/ 628316 w 968428"/>
              <a:gd name="connsiteY143" fmla="*/ 77149 h 821265"/>
              <a:gd name="connsiteX144" fmla="*/ 640758 w 968428"/>
              <a:gd name="connsiteY144" fmla="*/ 67194 h 821265"/>
              <a:gd name="connsiteX145" fmla="*/ 661909 w 968428"/>
              <a:gd name="connsiteY145" fmla="*/ 67194 h 821265"/>
              <a:gd name="connsiteX146" fmla="*/ 683061 w 968428"/>
              <a:gd name="connsiteY146" fmla="*/ 67194 h 821265"/>
              <a:gd name="connsiteX147" fmla="*/ 695502 w 968428"/>
              <a:gd name="connsiteY147" fmla="*/ 77149 h 821265"/>
              <a:gd name="connsiteX148" fmla="*/ 709189 w 968428"/>
              <a:gd name="connsiteY148" fmla="*/ 121945 h 821265"/>
              <a:gd name="connsiteX149" fmla="*/ 777619 w 968428"/>
              <a:gd name="connsiteY149" fmla="*/ 143099 h 821265"/>
              <a:gd name="connsiteX150" fmla="*/ 814945 w 968428"/>
              <a:gd name="connsiteY150" fmla="*/ 114479 h 821265"/>
              <a:gd name="connsiteX151" fmla="*/ 829875 w 968428"/>
              <a:gd name="connsiteY151" fmla="*/ 114479 h 821265"/>
              <a:gd name="connsiteX152" fmla="*/ 863468 w 968428"/>
              <a:gd name="connsiteY152" fmla="*/ 140611 h 821265"/>
              <a:gd name="connsiteX153" fmla="*/ 868445 w 968428"/>
              <a:gd name="connsiteY153" fmla="*/ 154298 h 821265"/>
              <a:gd name="connsiteX154" fmla="*/ 852270 w 968428"/>
              <a:gd name="connsiteY154" fmla="*/ 199095 h 821265"/>
              <a:gd name="connsiteX155" fmla="*/ 894573 w 968428"/>
              <a:gd name="connsiteY155" fmla="*/ 257579 h 821265"/>
              <a:gd name="connsiteX156" fmla="*/ 941852 w 968428"/>
              <a:gd name="connsiteY156" fmla="*/ 256334 h 821265"/>
              <a:gd name="connsiteX157" fmla="*/ 954294 w 968428"/>
              <a:gd name="connsiteY157" fmla="*/ 263800 h 821265"/>
              <a:gd name="connsiteX158" fmla="*/ 967980 w 968428"/>
              <a:gd name="connsiteY158" fmla="*/ 304864 h 821265"/>
              <a:gd name="connsiteX159" fmla="*/ 963003 w 968428"/>
              <a:gd name="connsiteY159" fmla="*/ 318551 h 821265"/>
              <a:gd name="connsiteX160" fmla="*/ 923189 w 968428"/>
              <a:gd name="connsiteY160" fmla="*/ 345927 h 821265"/>
              <a:gd name="connsiteX161" fmla="*/ 926922 w 968428"/>
              <a:gd name="connsiteY161" fmla="*/ 380768 h 821265"/>
              <a:gd name="connsiteX162" fmla="*/ 923189 w 968428"/>
              <a:gd name="connsiteY162" fmla="*/ 416854 h 821265"/>
              <a:gd name="connsiteX163" fmla="*/ 963003 w 968428"/>
              <a:gd name="connsiteY163" fmla="*/ 444230 h 821265"/>
              <a:gd name="connsiteX164" fmla="*/ 967980 w 968428"/>
              <a:gd name="connsiteY164" fmla="*/ 457917 h 821265"/>
              <a:gd name="connsiteX165" fmla="*/ 954294 w 968428"/>
              <a:gd name="connsiteY165" fmla="*/ 498981 h 821265"/>
              <a:gd name="connsiteX166" fmla="*/ 941852 w 968428"/>
              <a:gd name="connsiteY166" fmla="*/ 507691 h 821265"/>
              <a:gd name="connsiteX167" fmla="*/ 894573 w 968428"/>
              <a:gd name="connsiteY167" fmla="*/ 506447 h 821265"/>
              <a:gd name="connsiteX168" fmla="*/ 852270 w 968428"/>
              <a:gd name="connsiteY168" fmla="*/ 563686 h 821265"/>
              <a:gd name="connsiteX169" fmla="*/ 868445 w 968428"/>
              <a:gd name="connsiteY169" fmla="*/ 608483 h 821265"/>
              <a:gd name="connsiteX170" fmla="*/ 863468 w 968428"/>
              <a:gd name="connsiteY170" fmla="*/ 623415 h 821265"/>
              <a:gd name="connsiteX171" fmla="*/ 829875 w 968428"/>
              <a:gd name="connsiteY171" fmla="*/ 648302 h 821265"/>
              <a:gd name="connsiteX172" fmla="*/ 814945 w 968428"/>
              <a:gd name="connsiteY172" fmla="*/ 647057 h 821265"/>
              <a:gd name="connsiteX173" fmla="*/ 777619 w 968428"/>
              <a:gd name="connsiteY173" fmla="*/ 618437 h 821265"/>
              <a:gd name="connsiteX174" fmla="*/ 709189 w 968428"/>
              <a:gd name="connsiteY174" fmla="*/ 640836 h 821265"/>
              <a:gd name="connsiteX175" fmla="*/ 695502 w 968428"/>
              <a:gd name="connsiteY175" fmla="*/ 686876 h 821265"/>
              <a:gd name="connsiteX176" fmla="*/ 683061 w 968428"/>
              <a:gd name="connsiteY176" fmla="*/ 695587 h 821265"/>
              <a:gd name="connsiteX177" fmla="*/ 661909 w 968428"/>
              <a:gd name="connsiteY177" fmla="*/ 695587 h 821265"/>
              <a:gd name="connsiteX178" fmla="*/ 661909 w 968428"/>
              <a:gd name="connsiteY178" fmla="*/ 747849 h 821265"/>
              <a:gd name="connsiteX179" fmla="*/ 595967 w 968428"/>
              <a:gd name="connsiteY179" fmla="*/ 821265 h 821265"/>
              <a:gd name="connsiteX180" fmla="*/ 67186 w 968428"/>
              <a:gd name="connsiteY180" fmla="*/ 821265 h 821265"/>
              <a:gd name="connsiteX181" fmla="*/ 0 w 968428"/>
              <a:gd name="connsiteY181" fmla="*/ 747849 h 821265"/>
              <a:gd name="connsiteX182" fmla="*/ 0 w 968428"/>
              <a:gd name="connsiteY182" fmla="*/ 73416 h 821265"/>
              <a:gd name="connsiteX183" fmla="*/ 67186 w 968428"/>
              <a:gd name="connsiteY183" fmla="*/ 0 h 8212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968428" h="821265">
                <a:moveTo>
                  <a:pt x="331372" y="451445"/>
                </a:moveTo>
                <a:cubicBezTo>
                  <a:pt x="325535" y="451445"/>
                  <a:pt x="319697" y="452989"/>
                  <a:pt x="314781" y="456077"/>
                </a:cubicBezTo>
                <a:cubicBezTo>
                  <a:pt x="304949" y="462253"/>
                  <a:pt x="296347" y="465958"/>
                  <a:pt x="285286" y="467194"/>
                </a:cubicBezTo>
                <a:cubicBezTo>
                  <a:pt x="285286" y="467194"/>
                  <a:pt x="285286" y="468429"/>
                  <a:pt x="285286" y="469664"/>
                </a:cubicBezTo>
                <a:lnTo>
                  <a:pt x="285286" y="590714"/>
                </a:lnTo>
                <a:lnTo>
                  <a:pt x="324613" y="554893"/>
                </a:lnTo>
                <a:cubicBezTo>
                  <a:pt x="329529" y="549952"/>
                  <a:pt x="336902" y="549952"/>
                  <a:pt x="341818" y="554893"/>
                </a:cubicBezTo>
                <a:lnTo>
                  <a:pt x="376229" y="589479"/>
                </a:lnTo>
                <a:lnTo>
                  <a:pt x="376229" y="469664"/>
                </a:lnTo>
                <a:cubicBezTo>
                  <a:pt x="376229" y="468429"/>
                  <a:pt x="376229" y="467194"/>
                  <a:pt x="376229" y="467194"/>
                </a:cubicBezTo>
                <a:cubicBezTo>
                  <a:pt x="366397" y="465958"/>
                  <a:pt x="356566" y="462253"/>
                  <a:pt x="347963" y="456077"/>
                </a:cubicBezTo>
                <a:cubicBezTo>
                  <a:pt x="343047" y="452989"/>
                  <a:pt x="337210" y="451445"/>
                  <a:pt x="331372" y="451445"/>
                </a:cubicBezTo>
                <a:close/>
                <a:moveTo>
                  <a:pt x="662761" y="275417"/>
                </a:moveTo>
                <a:lnTo>
                  <a:pt x="662761" y="487276"/>
                </a:lnTo>
                <a:cubicBezTo>
                  <a:pt x="689846" y="487276"/>
                  <a:pt x="713238" y="477364"/>
                  <a:pt x="732936" y="460019"/>
                </a:cubicBezTo>
                <a:cubicBezTo>
                  <a:pt x="755097" y="438957"/>
                  <a:pt x="767408" y="411701"/>
                  <a:pt x="767408" y="380727"/>
                </a:cubicBezTo>
                <a:cubicBezTo>
                  <a:pt x="767408" y="349753"/>
                  <a:pt x="753866" y="320019"/>
                  <a:pt x="729243" y="300196"/>
                </a:cubicBezTo>
                <a:cubicBezTo>
                  <a:pt x="712007" y="285329"/>
                  <a:pt x="687384" y="275417"/>
                  <a:pt x="662761" y="275417"/>
                </a:cubicBezTo>
                <a:close/>
                <a:moveTo>
                  <a:pt x="283809" y="216064"/>
                </a:moveTo>
                <a:cubicBezTo>
                  <a:pt x="278386" y="215909"/>
                  <a:pt x="273117" y="217459"/>
                  <a:pt x="268779" y="220557"/>
                </a:cubicBezTo>
                <a:cubicBezTo>
                  <a:pt x="257622" y="225514"/>
                  <a:pt x="252663" y="235429"/>
                  <a:pt x="253903" y="247823"/>
                </a:cubicBezTo>
                <a:cubicBezTo>
                  <a:pt x="256382" y="271371"/>
                  <a:pt x="243985" y="293680"/>
                  <a:pt x="221672" y="302356"/>
                </a:cubicBezTo>
                <a:cubicBezTo>
                  <a:pt x="211754" y="307313"/>
                  <a:pt x="205556" y="317229"/>
                  <a:pt x="205556" y="329622"/>
                </a:cubicBezTo>
                <a:cubicBezTo>
                  <a:pt x="205556" y="340777"/>
                  <a:pt x="211754" y="350692"/>
                  <a:pt x="221672" y="354410"/>
                </a:cubicBezTo>
                <a:cubicBezTo>
                  <a:pt x="243985" y="364325"/>
                  <a:pt x="256382" y="386634"/>
                  <a:pt x="253903" y="410182"/>
                </a:cubicBezTo>
                <a:cubicBezTo>
                  <a:pt x="252663" y="421337"/>
                  <a:pt x="257622" y="432491"/>
                  <a:pt x="268779" y="437449"/>
                </a:cubicBezTo>
                <a:cubicBezTo>
                  <a:pt x="277456" y="443646"/>
                  <a:pt x="289853" y="442406"/>
                  <a:pt x="299770" y="436209"/>
                </a:cubicBezTo>
                <a:cubicBezTo>
                  <a:pt x="308448" y="428773"/>
                  <a:pt x="319604" y="425055"/>
                  <a:pt x="330761" y="425055"/>
                </a:cubicBezTo>
                <a:cubicBezTo>
                  <a:pt x="341918" y="425055"/>
                  <a:pt x="353075" y="428773"/>
                  <a:pt x="362992" y="436209"/>
                </a:cubicBezTo>
                <a:cubicBezTo>
                  <a:pt x="371670" y="442406"/>
                  <a:pt x="384066" y="443646"/>
                  <a:pt x="393984" y="437449"/>
                </a:cubicBezTo>
                <a:cubicBezTo>
                  <a:pt x="403901" y="432491"/>
                  <a:pt x="408860" y="421337"/>
                  <a:pt x="407620" y="410182"/>
                </a:cubicBezTo>
                <a:cubicBezTo>
                  <a:pt x="405141" y="386634"/>
                  <a:pt x="418777" y="364325"/>
                  <a:pt x="439851" y="354410"/>
                </a:cubicBezTo>
                <a:cubicBezTo>
                  <a:pt x="449768" y="350692"/>
                  <a:pt x="457206" y="340777"/>
                  <a:pt x="457206" y="329622"/>
                </a:cubicBezTo>
                <a:cubicBezTo>
                  <a:pt x="457206" y="317229"/>
                  <a:pt x="449768" y="307313"/>
                  <a:pt x="439851" y="302356"/>
                </a:cubicBezTo>
                <a:cubicBezTo>
                  <a:pt x="418777" y="293680"/>
                  <a:pt x="405141" y="271371"/>
                  <a:pt x="407620" y="247823"/>
                </a:cubicBezTo>
                <a:cubicBezTo>
                  <a:pt x="408860" y="235429"/>
                  <a:pt x="403901" y="225514"/>
                  <a:pt x="393984" y="220557"/>
                </a:cubicBezTo>
                <a:cubicBezTo>
                  <a:pt x="384066" y="214360"/>
                  <a:pt x="371670" y="214360"/>
                  <a:pt x="362992" y="221796"/>
                </a:cubicBezTo>
                <a:cubicBezTo>
                  <a:pt x="344398" y="235429"/>
                  <a:pt x="318365" y="235429"/>
                  <a:pt x="299770" y="221796"/>
                </a:cubicBezTo>
                <a:cubicBezTo>
                  <a:pt x="294811" y="218078"/>
                  <a:pt x="289233" y="216219"/>
                  <a:pt x="283809" y="216064"/>
                </a:cubicBezTo>
                <a:close/>
                <a:moveTo>
                  <a:pt x="285318" y="189273"/>
                </a:moveTo>
                <a:cubicBezTo>
                  <a:pt x="295708" y="189739"/>
                  <a:pt x="305944" y="193157"/>
                  <a:pt x="314629" y="199370"/>
                </a:cubicBezTo>
                <a:cubicBezTo>
                  <a:pt x="324554" y="206826"/>
                  <a:pt x="338202" y="206826"/>
                  <a:pt x="348127" y="199370"/>
                </a:cubicBezTo>
                <a:cubicBezTo>
                  <a:pt x="356812" y="193157"/>
                  <a:pt x="366737" y="189739"/>
                  <a:pt x="376818" y="189273"/>
                </a:cubicBezTo>
                <a:cubicBezTo>
                  <a:pt x="386899" y="188807"/>
                  <a:pt x="397134" y="191292"/>
                  <a:pt x="406439" y="196884"/>
                </a:cubicBezTo>
                <a:cubicBezTo>
                  <a:pt x="425050" y="208069"/>
                  <a:pt x="434975" y="227953"/>
                  <a:pt x="432494" y="249079"/>
                </a:cubicBezTo>
                <a:cubicBezTo>
                  <a:pt x="432494" y="261507"/>
                  <a:pt x="438697" y="272692"/>
                  <a:pt x="449863" y="278905"/>
                </a:cubicBezTo>
                <a:cubicBezTo>
                  <a:pt x="469714" y="286362"/>
                  <a:pt x="482121" y="306246"/>
                  <a:pt x="482121" y="328615"/>
                </a:cubicBezTo>
                <a:cubicBezTo>
                  <a:pt x="482121" y="349741"/>
                  <a:pt x="469714" y="368382"/>
                  <a:pt x="449863" y="377082"/>
                </a:cubicBezTo>
                <a:cubicBezTo>
                  <a:pt x="438697" y="382053"/>
                  <a:pt x="432494" y="394480"/>
                  <a:pt x="432494" y="406907"/>
                </a:cubicBezTo>
                <a:cubicBezTo>
                  <a:pt x="434975" y="428034"/>
                  <a:pt x="425050" y="447918"/>
                  <a:pt x="406439" y="459102"/>
                </a:cubicBezTo>
                <a:cubicBezTo>
                  <a:pt x="403958" y="460345"/>
                  <a:pt x="401477" y="461588"/>
                  <a:pt x="398995" y="462831"/>
                </a:cubicBezTo>
                <a:cubicBezTo>
                  <a:pt x="400236" y="464073"/>
                  <a:pt x="401477" y="466559"/>
                  <a:pt x="401477" y="469044"/>
                </a:cubicBezTo>
                <a:lnTo>
                  <a:pt x="401477" y="619416"/>
                </a:lnTo>
                <a:cubicBezTo>
                  <a:pt x="401477" y="625630"/>
                  <a:pt x="398995" y="629358"/>
                  <a:pt x="394033" y="630601"/>
                </a:cubicBezTo>
                <a:cubicBezTo>
                  <a:pt x="392792" y="631843"/>
                  <a:pt x="390310" y="631843"/>
                  <a:pt x="389070" y="631843"/>
                </a:cubicBezTo>
                <a:cubicBezTo>
                  <a:pt x="385348" y="631843"/>
                  <a:pt x="382866" y="630601"/>
                  <a:pt x="380385" y="629358"/>
                </a:cubicBezTo>
                <a:lnTo>
                  <a:pt x="333239" y="580891"/>
                </a:lnTo>
                <a:lnTo>
                  <a:pt x="282371" y="629358"/>
                </a:lnTo>
                <a:cubicBezTo>
                  <a:pt x="277408" y="631843"/>
                  <a:pt x="272445" y="634329"/>
                  <a:pt x="268723" y="630601"/>
                </a:cubicBezTo>
                <a:cubicBezTo>
                  <a:pt x="263761" y="629358"/>
                  <a:pt x="261279" y="624387"/>
                  <a:pt x="261279" y="619416"/>
                </a:cubicBezTo>
                <a:lnTo>
                  <a:pt x="261279" y="469044"/>
                </a:lnTo>
                <a:cubicBezTo>
                  <a:pt x="261279" y="466559"/>
                  <a:pt x="261279" y="464073"/>
                  <a:pt x="262520" y="462831"/>
                </a:cubicBezTo>
                <a:cubicBezTo>
                  <a:pt x="260039" y="461588"/>
                  <a:pt x="257557" y="460345"/>
                  <a:pt x="255076" y="459102"/>
                </a:cubicBezTo>
                <a:cubicBezTo>
                  <a:pt x="236466" y="447918"/>
                  <a:pt x="226540" y="428034"/>
                  <a:pt x="229022" y="406907"/>
                </a:cubicBezTo>
                <a:cubicBezTo>
                  <a:pt x="230262" y="394480"/>
                  <a:pt x="222818" y="382053"/>
                  <a:pt x="211652" y="377082"/>
                </a:cubicBezTo>
                <a:cubicBezTo>
                  <a:pt x="191801" y="368382"/>
                  <a:pt x="179394" y="349741"/>
                  <a:pt x="179394" y="328615"/>
                </a:cubicBezTo>
                <a:cubicBezTo>
                  <a:pt x="179394" y="306246"/>
                  <a:pt x="191801" y="286362"/>
                  <a:pt x="211652" y="278905"/>
                </a:cubicBezTo>
                <a:cubicBezTo>
                  <a:pt x="222818" y="272692"/>
                  <a:pt x="230262" y="261507"/>
                  <a:pt x="229022" y="249079"/>
                </a:cubicBezTo>
                <a:cubicBezTo>
                  <a:pt x="226540" y="227953"/>
                  <a:pt x="236466" y="208069"/>
                  <a:pt x="255076" y="196884"/>
                </a:cubicBezTo>
                <a:cubicBezTo>
                  <a:pt x="264381" y="191292"/>
                  <a:pt x="274927" y="188807"/>
                  <a:pt x="285318" y="189273"/>
                </a:cubicBezTo>
                <a:close/>
                <a:moveTo>
                  <a:pt x="650219" y="93464"/>
                </a:moveTo>
                <a:lnTo>
                  <a:pt x="637811" y="136988"/>
                </a:lnTo>
                <a:cubicBezTo>
                  <a:pt x="636570" y="140719"/>
                  <a:pt x="635329" y="143206"/>
                  <a:pt x="631607" y="144449"/>
                </a:cubicBezTo>
                <a:cubicBezTo>
                  <a:pt x="631607" y="145693"/>
                  <a:pt x="630366" y="145693"/>
                  <a:pt x="629125" y="145693"/>
                </a:cubicBezTo>
                <a:lnTo>
                  <a:pt x="641533" y="155641"/>
                </a:lnTo>
                <a:cubicBezTo>
                  <a:pt x="650219" y="163102"/>
                  <a:pt x="657664" y="174294"/>
                  <a:pt x="661387" y="185486"/>
                </a:cubicBezTo>
                <a:cubicBezTo>
                  <a:pt x="662628" y="191704"/>
                  <a:pt x="662628" y="196678"/>
                  <a:pt x="662628" y="202896"/>
                </a:cubicBezTo>
                <a:lnTo>
                  <a:pt x="662628" y="250150"/>
                </a:lnTo>
                <a:cubicBezTo>
                  <a:pt x="693648" y="250150"/>
                  <a:pt x="723428" y="261342"/>
                  <a:pt x="745763" y="279995"/>
                </a:cubicBezTo>
                <a:cubicBezTo>
                  <a:pt x="776784" y="304866"/>
                  <a:pt x="792915" y="342173"/>
                  <a:pt x="792915" y="380722"/>
                </a:cubicBezTo>
                <a:cubicBezTo>
                  <a:pt x="792915" y="418029"/>
                  <a:pt x="778025" y="454092"/>
                  <a:pt x="750726" y="478962"/>
                </a:cubicBezTo>
                <a:cubicBezTo>
                  <a:pt x="727151" y="500103"/>
                  <a:pt x="696130" y="512538"/>
                  <a:pt x="662628" y="512538"/>
                </a:cubicBezTo>
                <a:lnTo>
                  <a:pt x="662628" y="670468"/>
                </a:lnTo>
                <a:lnTo>
                  <a:pt x="673795" y="670468"/>
                </a:lnTo>
                <a:lnTo>
                  <a:pt x="687444" y="625700"/>
                </a:lnTo>
                <a:cubicBezTo>
                  <a:pt x="687444" y="624457"/>
                  <a:pt x="688685" y="623213"/>
                  <a:pt x="689926" y="621970"/>
                </a:cubicBezTo>
                <a:cubicBezTo>
                  <a:pt x="691167" y="619483"/>
                  <a:pt x="693648" y="618239"/>
                  <a:pt x="698612" y="616996"/>
                </a:cubicBezTo>
                <a:cubicBezTo>
                  <a:pt x="724669" y="613265"/>
                  <a:pt x="749486" y="604560"/>
                  <a:pt x="773061" y="592125"/>
                </a:cubicBezTo>
                <a:cubicBezTo>
                  <a:pt x="776784" y="590881"/>
                  <a:pt x="780506" y="590881"/>
                  <a:pt x="784229" y="592125"/>
                </a:cubicBezTo>
                <a:cubicBezTo>
                  <a:pt x="785470" y="593368"/>
                  <a:pt x="785470" y="593368"/>
                  <a:pt x="786710" y="593368"/>
                </a:cubicBezTo>
                <a:lnTo>
                  <a:pt x="822694" y="621970"/>
                </a:lnTo>
                <a:lnTo>
                  <a:pt x="842548" y="608291"/>
                </a:lnTo>
                <a:lnTo>
                  <a:pt x="826417" y="564767"/>
                </a:lnTo>
                <a:cubicBezTo>
                  <a:pt x="826417" y="563523"/>
                  <a:pt x="825176" y="562280"/>
                  <a:pt x="825176" y="561036"/>
                </a:cubicBezTo>
                <a:cubicBezTo>
                  <a:pt x="825176" y="557306"/>
                  <a:pt x="826417" y="553575"/>
                  <a:pt x="828899" y="551088"/>
                </a:cubicBezTo>
                <a:cubicBezTo>
                  <a:pt x="848752" y="533678"/>
                  <a:pt x="863642" y="512538"/>
                  <a:pt x="876050" y="487667"/>
                </a:cubicBezTo>
                <a:cubicBezTo>
                  <a:pt x="877291" y="483937"/>
                  <a:pt x="882254" y="480206"/>
                  <a:pt x="887217" y="480206"/>
                </a:cubicBezTo>
                <a:lnTo>
                  <a:pt x="933128" y="481449"/>
                </a:lnTo>
                <a:lnTo>
                  <a:pt x="940573" y="459066"/>
                </a:lnTo>
                <a:lnTo>
                  <a:pt x="903348" y="434195"/>
                </a:lnTo>
                <a:cubicBezTo>
                  <a:pt x="898385" y="430464"/>
                  <a:pt x="897144" y="426734"/>
                  <a:pt x="897144" y="420516"/>
                </a:cubicBezTo>
                <a:cubicBezTo>
                  <a:pt x="899626" y="406837"/>
                  <a:pt x="900867" y="394401"/>
                  <a:pt x="900867" y="380722"/>
                </a:cubicBezTo>
                <a:cubicBezTo>
                  <a:pt x="900867" y="369531"/>
                  <a:pt x="899626" y="355852"/>
                  <a:pt x="897144" y="342173"/>
                </a:cubicBezTo>
                <a:cubicBezTo>
                  <a:pt x="897144" y="337198"/>
                  <a:pt x="898385" y="332224"/>
                  <a:pt x="903348" y="329737"/>
                </a:cubicBezTo>
                <a:lnTo>
                  <a:pt x="940573" y="303623"/>
                </a:lnTo>
                <a:lnTo>
                  <a:pt x="933128" y="279995"/>
                </a:lnTo>
                <a:lnTo>
                  <a:pt x="887217" y="282483"/>
                </a:lnTo>
                <a:cubicBezTo>
                  <a:pt x="883495" y="282483"/>
                  <a:pt x="881013" y="279995"/>
                  <a:pt x="878532" y="278752"/>
                </a:cubicBezTo>
                <a:cubicBezTo>
                  <a:pt x="877291" y="277508"/>
                  <a:pt x="876050" y="276265"/>
                  <a:pt x="876050" y="275021"/>
                </a:cubicBezTo>
                <a:cubicBezTo>
                  <a:pt x="863642" y="251394"/>
                  <a:pt x="848752" y="230254"/>
                  <a:pt x="828899" y="211601"/>
                </a:cubicBezTo>
                <a:cubicBezTo>
                  <a:pt x="826417" y="209114"/>
                  <a:pt x="825176" y="205383"/>
                  <a:pt x="825176" y="202896"/>
                </a:cubicBezTo>
                <a:cubicBezTo>
                  <a:pt x="825176" y="200409"/>
                  <a:pt x="826417" y="199165"/>
                  <a:pt x="826417" y="197922"/>
                </a:cubicBezTo>
                <a:lnTo>
                  <a:pt x="842548" y="154398"/>
                </a:lnTo>
                <a:lnTo>
                  <a:pt x="822694" y="140719"/>
                </a:lnTo>
                <a:lnTo>
                  <a:pt x="786710" y="169320"/>
                </a:lnTo>
                <a:cubicBezTo>
                  <a:pt x="782988" y="171807"/>
                  <a:pt x="778025" y="173051"/>
                  <a:pt x="773061" y="170564"/>
                </a:cubicBezTo>
                <a:cubicBezTo>
                  <a:pt x="749486" y="158128"/>
                  <a:pt x="724669" y="149423"/>
                  <a:pt x="698612" y="145693"/>
                </a:cubicBezTo>
                <a:cubicBezTo>
                  <a:pt x="696130" y="145693"/>
                  <a:pt x="696130" y="145693"/>
                  <a:pt x="693648" y="144449"/>
                </a:cubicBezTo>
                <a:cubicBezTo>
                  <a:pt x="692407" y="143206"/>
                  <a:pt x="689926" y="141962"/>
                  <a:pt x="689926" y="140719"/>
                </a:cubicBezTo>
                <a:cubicBezTo>
                  <a:pt x="688685" y="139475"/>
                  <a:pt x="687444" y="138232"/>
                  <a:pt x="687444" y="136988"/>
                </a:cubicBezTo>
                <a:lnTo>
                  <a:pt x="673795" y="93464"/>
                </a:lnTo>
                <a:lnTo>
                  <a:pt x="662628" y="93464"/>
                </a:lnTo>
                <a:close/>
                <a:moveTo>
                  <a:pt x="478384" y="51095"/>
                </a:moveTo>
                <a:lnTo>
                  <a:pt x="478384" y="160901"/>
                </a:lnTo>
                <a:cubicBezTo>
                  <a:pt x="478384" y="168303"/>
                  <a:pt x="485796" y="174472"/>
                  <a:pt x="493207" y="174472"/>
                </a:cubicBezTo>
                <a:lnTo>
                  <a:pt x="624142" y="174472"/>
                </a:lnTo>
                <a:close/>
                <a:moveTo>
                  <a:pt x="67187" y="24921"/>
                </a:moveTo>
                <a:cubicBezTo>
                  <a:pt x="43565" y="24921"/>
                  <a:pt x="24916" y="47317"/>
                  <a:pt x="24916" y="73446"/>
                </a:cubicBezTo>
                <a:lnTo>
                  <a:pt x="24916" y="747812"/>
                </a:lnTo>
                <a:cubicBezTo>
                  <a:pt x="24916" y="773941"/>
                  <a:pt x="43565" y="796337"/>
                  <a:pt x="67187" y="796337"/>
                </a:cubicBezTo>
                <a:lnTo>
                  <a:pt x="595573" y="796337"/>
                </a:lnTo>
                <a:cubicBezTo>
                  <a:pt x="617951" y="796337"/>
                  <a:pt x="636600" y="773941"/>
                  <a:pt x="636600" y="747812"/>
                </a:cubicBezTo>
                <a:lnTo>
                  <a:pt x="636600" y="202844"/>
                </a:lnTo>
                <a:cubicBezTo>
                  <a:pt x="636600" y="201600"/>
                  <a:pt x="636600" y="201600"/>
                  <a:pt x="636600" y="200356"/>
                </a:cubicBezTo>
                <a:lnTo>
                  <a:pt x="492382" y="200356"/>
                </a:lnTo>
                <a:cubicBezTo>
                  <a:pt x="470003" y="200356"/>
                  <a:pt x="452598" y="182937"/>
                  <a:pt x="452598" y="161785"/>
                </a:cubicBezTo>
                <a:lnTo>
                  <a:pt x="452598" y="31142"/>
                </a:lnTo>
                <a:cubicBezTo>
                  <a:pt x="446381" y="27409"/>
                  <a:pt x="440165" y="24921"/>
                  <a:pt x="432705" y="24921"/>
                </a:cubicBezTo>
                <a:close/>
                <a:moveTo>
                  <a:pt x="67186" y="0"/>
                </a:moveTo>
                <a:lnTo>
                  <a:pt x="432978" y="0"/>
                </a:lnTo>
                <a:cubicBezTo>
                  <a:pt x="447909" y="0"/>
                  <a:pt x="461595" y="4977"/>
                  <a:pt x="471548" y="13688"/>
                </a:cubicBezTo>
                <a:lnTo>
                  <a:pt x="603432" y="124434"/>
                </a:lnTo>
                <a:cubicBezTo>
                  <a:pt x="607165" y="124434"/>
                  <a:pt x="610898" y="121945"/>
                  <a:pt x="614630" y="121945"/>
                </a:cubicBezTo>
                <a:lnTo>
                  <a:pt x="628316" y="77149"/>
                </a:lnTo>
                <a:cubicBezTo>
                  <a:pt x="630805" y="70927"/>
                  <a:pt x="635781" y="67194"/>
                  <a:pt x="640758" y="67194"/>
                </a:cubicBezTo>
                <a:lnTo>
                  <a:pt x="661909" y="67194"/>
                </a:lnTo>
                <a:lnTo>
                  <a:pt x="683061" y="67194"/>
                </a:lnTo>
                <a:cubicBezTo>
                  <a:pt x="689282" y="67194"/>
                  <a:pt x="694258" y="70927"/>
                  <a:pt x="695502" y="77149"/>
                </a:cubicBezTo>
                <a:lnTo>
                  <a:pt x="709189" y="121945"/>
                </a:lnTo>
                <a:cubicBezTo>
                  <a:pt x="732828" y="126923"/>
                  <a:pt x="756468" y="134389"/>
                  <a:pt x="777619" y="143099"/>
                </a:cubicBezTo>
                <a:lnTo>
                  <a:pt x="814945" y="114479"/>
                </a:lnTo>
                <a:cubicBezTo>
                  <a:pt x="818677" y="111991"/>
                  <a:pt x="824898" y="111991"/>
                  <a:pt x="829875" y="114479"/>
                </a:cubicBezTo>
                <a:lnTo>
                  <a:pt x="863468" y="140611"/>
                </a:lnTo>
                <a:cubicBezTo>
                  <a:pt x="868445" y="143099"/>
                  <a:pt x="869689" y="149321"/>
                  <a:pt x="868445" y="154298"/>
                </a:cubicBezTo>
                <a:lnTo>
                  <a:pt x="852270" y="199095"/>
                </a:lnTo>
                <a:cubicBezTo>
                  <a:pt x="869689" y="215271"/>
                  <a:pt x="883375" y="236425"/>
                  <a:pt x="894573" y="257579"/>
                </a:cubicBezTo>
                <a:lnTo>
                  <a:pt x="941852" y="256334"/>
                </a:lnTo>
                <a:cubicBezTo>
                  <a:pt x="948073" y="256334"/>
                  <a:pt x="953050" y="258823"/>
                  <a:pt x="954294" y="263800"/>
                </a:cubicBezTo>
                <a:lnTo>
                  <a:pt x="967980" y="304864"/>
                </a:lnTo>
                <a:cubicBezTo>
                  <a:pt x="969224" y="309841"/>
                  <a:pt x="967980" y="316063"/>
                  <a:pt x="963003" y="318551"/>
                </a:cubicBezTo>
                <a:lnTo>
                  <a:pt x="923189" y="345927"/>
                </a:lnTo>
                <a:cubicBezTo>
                  <a:pt x="924433" y="358370"/>
                  <a:pt x="926922" y="370814"/>
                  <a:pt x="926922" y="380768"/>
                </a:cubicBezTo>
                <a:cubicBezTo>
                  <a:pt x="926922" y="393212"/>
                  <a:pt x="924433" y="404411"/>
                  <a:pt x="923189" y="416854"/>
                </a:cubicBezTo>
                <a:lnTo>
                  <a:pt x="963003" y="444230"/>
                </a:lnTo>
                <a:cubicBezTo>
                  <a:pt x="967980" y="447963"/>
                  <a:pt x="969224" y="452940"/>
                  <a:pt x="967980" y="457917"/>
                </a:cubicBezTo>
                <a:lnTo>
                  <a:pt x="954294" y="498981"/>
                </a:lnTo>
                <a:cubicBezTo>
                  <a:pt x="953050" y="503958"/>
                  <a:pt x="948073" y="507691"/>
                  <a:pt x="941852" y="507691"/>
                </a:cubicBezTo>
                <a:lnTo>
                  <a:pt x="894573" y="506447"/>
                </a:lnTo>
                <a:cubicBezTo>
                  <a:pt x="883375" y="527601"/>
                  <a:pt x="869689" y="547510"/>
                  <a:pt x="852270" y="563686"/>
                </a:cubicBezTo>
                <a:lnTo>
                  <a:pt x="868445" y="608483"/>
                </a:lnTo>
                <a:cubicBezTo>
                  <a:pt x="869689" y="614704"/>
                  <a:pt x="868445" y="619682"/>
                  <a:pt x="863468" y="623415"/>
                </a:cubicBezTo>
                <a:lnTo>
                  <a:pt x="829875" y="648302"/>
                </a:lnTo>
                <a:cubicBezTo>
                  <a:pt x="824898" y="650790"/>
                  <a:pt x="818677" y="650790"/>
                  <a:pt x="814945" y="647057"/>
                </a:cubicBezTo>
                <a:lnTo>
                  <a:pt x="777619" y="618437"/>
                </a:lnTo>
                <a:cubicBezTo>
                  <a:pt x="756468" y="629636"/>
                  <a:pt x="732828" y="637103"/>
                  <a:pt x="709189" y="640836"/>
                </a:cubicBezTo>
                <a:lnTo>
                  <a:pt x="695502" y="686876"/>
                </a:lnTo>
                <a:cubicBezTo>
                  <a:pt x="694258" y="691854"/>
                  <a:pt x="689282" y="695587"/>
                  <a:pt x="683061" y="695587"/>
                </a:cubicBezTo>
                <a:lnTo>
                  <a:pt x="661909" y="695587"/>
                </a:lnTo>
                <a:lnTo>
                  <a:pt x="661909" y="747849"/>
                </a:lnTo>
                <a:cubicBezTo>
                  <a:pt x="661909" y="788912"/>
                  <a:pt x="633293" y="821265"/>
                  <a:pt x="595967" y="821265"/>
                </a:cubicBezTo>
                <a:lnTo>
                  <a:pt x="67186" y="821265"/>
                </a:lnTo>
                <a:cubicBezTo>
                  <a:pt x="29861" y="821265"/>
                  <a:pt x="0" y="788912"/>
                  <a:pt x="0" y="747849"/>
                </a:cubicBezTo>
                <a:lnTo>
                  <a:pt x="0" y="73416"/>
                </a:lnTo>
                <a:cubicBezTo>
                  <a:pt x="0" y="32353"/>
                  <a:pt x="29861" y="0"/>
                  <a:pt x="67186" y="0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105E616D-A679-104A-9174-36800EE72983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63920D0C-22BE-AD4C-BFEC-1B7C8B49BDDD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431" name="TextBox 430">
            <a:extLst>
              <a:ext uri="{FF2B5EF4-FFF2-40B4-BE49-F238E27FC236}">
                <a16:creationId xmlns:a16="http://schemas.microsoft.com/office/drawing/2014/main" id="{7D2D1E9A-AB9C-1F43-9DCB-0EB9EBD4B134}"/>
              </a:ext>
            </a:extLst>
          </p:cNvPr>
          <p:cNvSpPr txBox="1"/>
          <p:nvPr/>
        </p:nvSpPr>
        <p:spPr>
          <a:xfrm>
            <a:off x="3800677" y="3893010"/>
            <a:ext cx="609519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432" name="TextBox 431">
            <a:extLst>
              <a:ext uri="{FF2B5EF4-FFF2-40B4-BE49-F238E27FC236}">
                <a16:creationId xmlns:a16="http://schemas.microsoft.com/office/drawing/2014/main" id="{0B23F0D0-41E6-174A-A369-CB07AAB5BDC6}"/>
              </a:ext>
            </a:extLst>
          </p:cNvPr>
          <p:cNvSpPr txBox="1"/>
          <p:nvPr/>
        </p:nvSpPr>
        <p:spPr>
          <a:xfrm>
            <a:off x="3800677" y="4574352"/>
            <a:ext cx="6095195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ECF0EFB6-F3AA-184B-8EDF-A2769AA5E527}"/>
              </a:ext>
            </a:extLst>
          </p:cNvPr>
          <p:cNvSpPr txBox="1"/>
          <p:nvPr/>
        </p:nvSpPr>
        <p:spPr>
          <a:xfrm>
            <a:off x="3800677" y="10885675"/>
            <a:ext cx="609519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434" name="TextBox 433">
            <a:extLst>
              <a:ext uri="{FF2B5EF4-FFF2-40B4-BE49-F238E27FC236}">
                <a16:creationId xmlns:a16="http://schemas.microsoft.com/office/drawing/2014/main" id="{93FE0E58-C347-9940-9C8D-1DB51B22C0B7}"/>
              </a:ext>
            </a:extLst>
          </p:cNvPr>
          <p:cNvSpPr txBox="1"/>
          <p:nvPr/>
        </p:nvSpPr>
        <p:spPr>
          <a:xfrm>
            <a:off x="3800677" y="11568047"/>
            <a:ext cx="6095195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35" name="TextBox 434">
            <a:extLst>
              <a:ext uri="{FF2B5EF4-FFF2-40B4-BE49-F238E27FC236}">
                <a16:creationId xmlns:a16="http://schemas.microsoft.com/office/drawing/2014/main" id="{7E3641D4-84C6-6145-95E6-698BAB7E68E9}"/>
              </a:ext>
            </a:extLst>
          </p:cNvPr>
          <p:cNvSpPr txBox="1"/>
          <p:nvPr/>
        </p:nvSpPr>
        <p:spPr>
          <a:xfrm>
            <a:off x="3800676" y="7390791"/>
            <a:ext cx="609519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accent1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436" name="TextBox 435">
            <a:extLst>
              <a:ext uri="{FF2B5EF4-FFF2-40B4-BE49-F238E27FC236}">
                <a16:creationId xmlns:a16="http://schemas.microsoft.com/office/drawing/2014/main" id="{1E8A1FD9-3A19-8648-B5FB-8435658B4259}"/>
              </a:ext>
            </a:extLst>
          </p:cNvPr>
          <p:cNvSpPr txBox="1"/>
          <p:nvPr/>
        </p:nvSpPr>
        <p:spPr>
          <a:xfrm>
            <a:off x="3800676" y="8073163"/>
            <a:ext cx="6095195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23329525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BC5E5FD0-54C1-664D-89BE-402C744E9727}"/>
              </a:ext>
            </a:extLst>
          </p:cNvPr>
          <p:cNvGrpSpPr/>
          <p:nvPr/>
        </p:nvGrpSpPr>
        <p:grpSpPr>
          <a:xfrm>
            <a:off x="10432263" y="5295228"/>
            <a:ext cx="12338420" cy="5676575"/>
            <a:chOff x="10432263" y="5295228"/>
            <a:chExt cx="12338420" cy="567657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3A077C2-CE22-0B42-8A7A-2A3BA947E065}"/>
                </a:ext>
              </a:extLst>
            </p:cNvPr>
            <p:cNvGrpSpPr/>
            <p:nvPr/>
          </p:nvGrpSpPr>
          <p:grpSpPr>
            <a:xfrm>
              <a:off x="11290613" y="5295228"/>
              <a:ext cx="10614146" cy="4556214"/>
              <a:chOff x="11290613" y="5295228"/>
              <a:chExt cx="10614146" cy="4556214"/>
            </a:xfrm>
          </p:grpSpPr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3DF78731-BBEE-7A42-A362-119F3787B7B9}"/>
                  </a:ext>
                </a:extLst>
              </p:cNvPr>
              <p:cNvSpPr/>
              <p:nvPr/>
            </p:nvSpPr>
            <p:spPr>
              <a:xfrm>
                <a:off x="11296843" y="5302706"/>
                <a:ext cx="10600442" cy="454250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10" h="3646">
                    <a:moveTo>
                      <a:pt x="8317" y="3646"/>
                    </a:moveTo>
                    <a:lnTo>
                      <a:pt x="4255" y="3646"/>
                    </a:lnTo>
                    <a:lnTo>
                      <a:pt x="193" y="3646"/>
                    </a:lnTo>
                    <a:cubicBezTo>
                      <a:pt x="140" y="3646"/>
                      <a:pt x="91" y="3624"/>
                      <a:pt x="57" y="3589"/>
                    </a:cubicBezTo>
                    <a:cubicBezTo>
                      <a:pt x="22" y="3554"/>
                      <a:pt x="0" y="3506"/>
                      <a:pt x="0" y="3453"/>
                    </a:cubicBezTo>
                    <a:lnTo>
                      <a:pt x="0" y="1823"/>
                    </a:lnTo>
                    <a:lnTo>
                      <a:pt x="0" y="192"/>
                    </a:lnTo>
                    <a:cubicBezTo>
                      <a:pt x="0" y="139"/>
                      <a:pt x="22" y="91"/>
                      <a:pt x="57" y="56"/>
                    </a:cubicBezTo>
                    <a:cubicBezTo>
                      <a:pt x="91" y="21"/>
                      <a:pt x="140" y="0"/>
                      <a:pt x="193" y="0"/>
                    </a:cubicBezTo>
                    <a:lnTo>
                      <a:pt x="4255" y="0"/>
                    </a:lnTo>
                    <a:lnTo>
                      <a:pt x="8317" y="0"/>
                    </a:lnTo>
                    <a:cubicBezTo>
                      <a:pt x="8370" y="0"/>
                      <a:pt x="8419" y="21"/>
                      <a:pt x="8453" y="56"/>
                    </a:cubicBezTo>
                    <a:cubicBezTo>
                      <a:pt x="8488" y="91"/>
                      <a:pt x="8510" y="139"/>
                      <a:pt x="8510" y="192"/>
                    </a:cubicBezTo>
                    <a:lnTo>
                      <a:pt x="8510" y="1823"/>
                    </a:lnTo>
                    <a:lnTo>
                      <a:pt x="8510" y="3453"/>
                    </a:lnTo>
                    <a:cubicBezTo>
                      <a:pt x="8510" y="3506"/>
                      <a:pt x="8488" y="3554"/>
                      <a:pt x="8453" y="3589"/>
                    </a:cubicBezTo>
                    <a:cubicBezTo>
                      <a:pt x="8419" y="3624"/>
                      <a:pt x="8370" y="3646"/>
                      <a:pt x="8317" y="364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611" name="Freeform 610">
                <a:extLst>
                  <a:ext uri="{FF2B5EF4-FFF2-40B4-BE49-F238E27FC236}">
                    <a16:creationId xmlns:a16="http://schemas.microsoft.com/office/drawing/2014/main" id="{FF5B65DC-0142-4C4A-A133-D632EAB23BF8}"/>
                  </a:ext>
                </a:extLst>
              </p:cNvPr>
              <p:cNvSpPr/>
              <p:nvPr/>
            </p:nvSpPr>
            <p:spPr>
              <a:xfrm>
                <a:off x="11290613" y="5295228"/>
                <a:ext cx="10614146" cy="4556214"/>
              </a:xfrm>
              <a:custGeom>
                <a:avLst/>
                <a:gdLst>
                  <a:gd name="connsiteX0" fmla="*/ 246640 w 10614146"/>
                  <a:gd name="connsiteY0" fmla="*/ 13705 h 4556214"/>
                  <a:gd name="connsiteX1" fmla="*/ 82214 w 10614146"/>
                  <a:gd name="connsiteY1" fmla="*/ 82229 h 4556214"/>
                  <a:gd name="connsiteX2" fmla="*/ 13704 w 10614146"/>
                  <a:gd name="connsiteY2" fmla="*/ 246686 h 4556214"/>
                  <a:gd name="connsiteX3" fmla="*/ 13704 w 10614146"/>
                  <a:gd name="connsiteY3" fmla="*/ 4309521 h 4556214"/>
                  <a:gd name="connsiteX4" fmla="*/ 82214 w 10614146"/>
                  <a:gd name="connsiteY4" fmla="*/ 4473978 h 4556214"/>
                  <a:gd name="connsiteX5" fmla="*/ 246640 w 10614146"/>
                  <a:gd name="connsiteY5" fmla="*/ 4542502 h 4556214"/>
                  <a:gd name="connsiteX6" fmla="*/ 10366260 w 10614146"/>
                  <a:gd name="connsiteY6" fmla="*/ 4542502 h 4556214"/>
                  <a:gd name="connsiteX7" fmla="*/ 10530686 w 10614146"/>
                  <a:gd name="connsiteY7" fmla="*/ 4473978 h 4556214"/>
                  <a:gd name="connsiteX8" fmla="*/ 10599196 w 10614146"/>
                  <a:gd name="connsiteY8" fmla="*/ 4309521 h 4556214"/>
                  <a:gd name="connsiteX9" fmla="*/ 10599196 w 10614146"/>
                  <a:gd name="connsiteY9" fmla="*/ 246686 h 4556214"/>
                  <a:gd name="connsiteX10" fmla="*/ 10530686 w 10614146"/>
                  <a:gd name="connsiteY10" fmla="*/ 82229 h 4556214"/>
                  <a:gd name="connsiteX11" fmla="*/ 10366260 w 10614146"/>
                  <a:gd name="connsiteY11" fmla="*/ 13705 h 4556214"/>
                  <a:gd name="connsiteX12" fmla="*/ 246638 w 10614146"/>
                  <a:gd name="connsiteY12" fmla="*/ 0 h 4556214"/>
                  <a:gd name="connsiteX13" fmla="*/ 10366262 w 10614146"/>
                  <a:gd name="connsiteY13" fmla="*/ 0 h 4556214"/>
                  <a:gd name="connsiteX14" fmla="*/ 10541898 w 10614146"/>
                  <a:gd name="connsiteY14" fmla="*/ 72262 h 4556214"/>
                  <a:gd name="connsiteX15" fmla="*/ 10614146 w 10614146"/>
                  <a:gd name="connsiteY15" fmla="*/ 246686 h 4556214"/>
                  <a:gd name="connsiteX16" fmla="*/ 10614146 w 10614146"/>
                  <a:gd name="connsiteY16" fmla="*/ 4309528 h 4556214"/>
                  <a:gd name="connsiteX17" fmla="*/ 10541898 w 10614146"/>
                  <a:gd name="connsiteY17" fmla="*/ 4483952 h 4556214"/>
                  <a:gd name="connsiteX18" fmla="*/ 10366262 w 10614146"/>
                  <a:gd name="connsiteY18" fmla="*/ 4556214 h 4556214"/>
                  <a:gd name="connsiteX19" fmla="*/ 246638 w 10614146"/>
                  <a:gd name="connsiteY19" fmla="*/ 4556214 h 4556214"/>
                  <a:gd name="connsiteX20" fmla="*/ 72247 w 10614146"/>
                  <a:gd name="connsiteY20" fmla="*/ 4483952 h 4556214"/>
                  <a:gd name="connsiteX21" fmla="*/ 0 w 10614146"/>
                  <a:gd name="connsiteY21" fmla="*/ 4309528 h 4556214"/>
                  <a:gd name="connsiteX22" fmla="*/ 0 w 10614146"/>
                  <a:gd name="connsiteY22" fmla="*/ 246686 h 4556214"/>
                  <a:gd name="connsiteX23" fmla="*/ 72247 w 10614146"/>
                  <a:gd name="connsiteY23" fmla="*/ 72262 h 4556214"/>
                  <a:gd name="connsiteX24" fmla="*/ 246638 w 10614146"/>
                  <a:gd name="connsiteY24" fmla="*/ 0 h 45562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0614146" h="4556214">
                    <a:moveTo>
                      <a:pt x="246640" y="13705"/>
                    </a:moveTo>
                    <a:cubicBezTo>
                      <a:pt x="184357" y="13705"/>
                      <a:pt x="125812" y="38623"/>
                      <a:pt x="82214" y="82229"/>
                    </a:cubicBezTo>
                    <a:cubicBezTo>
                      <a:pt x="37371" y="127081"/>
                      <a:pt x="13704" y="185638"/>
                      <a:pt x="13704" y="246686"/>
                    </a:cubicBezTo>
                    <a:lnTo>
                      <a:pt x="13704" y="4309521"/>
                    </a:lnTo>
                    <a:cubicBezTo>
                      <a:pt x="13704" y="4371816"/>
                      <a:pt x="37371" y="4430372"/>
                      <a:pt x="82214" y="4473978"/>
                    </a:cubicBezTo>
                    <a:cubicBezTo>
                      <a:pt x="125812" y="4517584"/>
                      <a:pt x="184357" y="4542502"/>
                      <a:pt x="246640" y="4542502"/>
                    </a:cubicBezTo>
                    <a:lnTo>
                      <a:pt x="10366260" y="4542502"/>
                    </a:lnTo>
                    <a:cubicBezTo>
                      <a:pt x="10428542" y="4542502"/>
                      <a:pt x="10487088" y="4517584"/>
                      <a:pt x="10530686" y="4473978"/>
                    </a:cubicBezTo>
                    <a:cubicBezTo>
                      <a:pt x="10575530" y="4430372"/>
                      <a:pt x="10599196" y="4371816"/>
                      <a:pt x="10599196" y="4309521"/>
                    </a:cubicBezTo>
                    <a:lnTo>
                      <a:pt x="10599196" y="246686"/>
                    </a:lnTo>
                    <a:cubicBezTo>
                      <a:pt x="10599196" y="185638"/>
                      <a:pt x="10575530" y="127081"/>
                      <a:pt x="10530686" y="82229"/>
                    </a:cubicBezTo>
                    <a:cubicBezTo>
                      <a:pt x="10487088" y="38623"/>
                      <a:pt x="10428542" y="13705"/>
                      <a:pt x="10366260" y="13705"/>
                    </a:cubicBezTo>
                    <a:close/>
                    <a:moveTo>
                      <a:pt x="246638" y="0"/>
                    </a:moveTo>
                    <a:lnTo>
                      <a:pt x="10366262" y="0"/>
                    </a:lnTo>
                    <a:cubicBezTo>
                      <a:pt x="10432282" y="0"/>
                      <a:pt x="10494562" y="24918"/>
                      <a:pt x="10541898" y="72262"/>
                    </a:cubicBezTo>
                    <a:cubicBezTo>
                      <a:pt x="10587986" y="119606"/>
                      <a:pt x="10614146" y="181900"/>
                      <a:pt x="10614146" y="246686"/>
                    </a:cubicBezTo>
                    <a:lnTo>
                      <a:pt x="10614146" y="4309528"/>
                    </a:lnTo>
                    <a:cubicBezTo>
                      <a:pt x="10614146" y="4375560"/>
                      <a:pt x="10587986" y="4436608"/>
                      <a:pt x="10541898" y="4483952"/>
                    </a:cubicBezTo>
                    <a:cubicBezTo>
                      <a:pt x="10494562" y="4531296"/>
                      <a:pt x="10432282" y="4556214"/>
                      <a:pt x="10366262" y="4556214"/>
                    </a:cubicBezTo>
                    <a:lnTo>
                      <a:pt x="246638" y="4556214"/>
                    </a:lnTo>
                    <a:cubicBezTo>
                      <a:pt x="180619" y="4556214"/>
                      <a:pt x="118336" y="4531296"/>
                      <a:pt x="72247" y="4483952"/>
                    </a:cubicBezTo>
                    <a:cubicBezTo>
                      <a:pt x="24913" y="4436608"/>
                      <a:pt x="0" y="4375560"/>
                      <a:pt x="0" y="4309528"/>
                    </a:cubicBezTo>
                    <a:lnTo>
                      <a:pt x="0" y="246686"/>
                    </a:lnTo>
                    <a:cubicBezTo>
                      <a:pt x="0" y="181900"/>
                      <a:pt x="24913" y="119606"/>
                      <a:pt x="72247" y="72262"/>
                    </a:cubicBezTo>
                    <a:cubicBezTo>
                      <a:pt x="118336" y="24918"/>
                      <a:pt x="180619" y="0"/>
                      <a:pt x="24663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70" name="Freeform 69">
                <a:extLst>
                  <a:ext uri="{FF2B5EF4-FFF2-40B4-BE49-F238E27FC236}">
                    <a16:creationId xmlns:a16="http://schemas.microsoft.com/office/drawing/2014/main" id="{390D2F30-31F3-844F-B0AB-B048D04654F0}"/>
                  </a:ext>
                </a:extLst>
              </p:cNvPr>
              <p:cNvSpPr/>
              <p:nvPr/>
            </p:nvSpPr>
            <p:spPr>
              <a:xfrm>
                <a:off x="11296843" y="5302706"/>
                <a:ext cx="10600442" cy="454250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510" h="3646">
                    <a:moveTo>
                      <a:pt x="8317" y="3646"/>
                    </a:moveTo>
                    <a:lnTo>
                      <a:pt x="4255" y="3646"/>
                    </a:lnTo>
                    <a:lnTo>
                      <a:pt x="193" y="3646"/>
                    </a:lnTo>
                    <a:cubicBezTo>
                      <a:pt x="140" y="3646"/>
                      <a:pt x="91" y="3624"/>
                      <a:pt x="57" y="3589"/>
                    </a:cubicBezTo>
                    <a:cubicBezTo>
                      <a:pt x="22" y="3554"/>
                      <a:pt x="0" y="3506"/>
                      <a:pt x="0" y="3453"/>
                    </a:cubicBezTo>
                    <a:lnTo>
                      <a:pt x="0" y="1823"/>
                    </a:lnTo>
                    <a:lnTo>
                      <a:pt x="0" y="192"/>
                    </a:lnTo>
                    <a:cubicBezTo>
                      <a:pt x="0" y="139"/>
                      <a:pt x="22" y="91"/>
                      <a:pt x="57" y="56"/>
                    </a:cubicBezTo>
                    <a:cubicBezTo>
                      <a:pt x="91" y="21"/>
                      <a:pt x="140" y="0"/>
                      <a:pt x="193" y="0"/>
                    </a:cubicBezTo>
                    <a:lnTo>
                      <a:pt x="4255" y="0"/>
                    </a:lnTo>
                    <a:lnTo>
                      <a:pt x="8317" y="0"/>
                    </a:lnTo>
                    <a:cubicBezTo>
                      <a:pt x="8370" y="0"/>
                      <a:pt x="8419" y="21"/>
                      <a:pt x="8453" y="56"/>
                    </a:cubicBezTo>
                    <a:cubicBezTo>
                      <a:pt x="8488" y="91"/>
                      <a:pt x="8510" y="139"/>
                      <a:pt x="8510" y="192"/>
                    </a:cubicBezTo>
                    <a:lnTo>
                      <a:pt x="8510" y="1823"/>
                    </a:lnTo>
                    <a:lnTo>
                      <a:pt x="8510" y="3453"/>
                    </a:lnTo>
                    <a:cubicBezTo>
                      <a:pt x="8510" y="3506"/>
                      <a:pt x="8488" y="3554"/>
                      <a:pt x="8453" y="3589"/>
                    </a:cubicBezTo>
                    <a:cubicBezTo>
                      <a:pt x="8419" y="3624"/>
                      <a:pt x="8370" y="3646"/>
                      <a:pt x="8317" y="364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F88C871-7AA6-394B-AC00-CE33570766FF}"/>
                </a:ext>
              </a:extLst>
            </p:cNvPr>
            <p:cNvGrpSpPr/>
            <p:nvPr/>
          </p:nvGrpSpPr>
          <p:grpSpPr>
            <a:xfrm>
              <a:off x="11418930" y="5426083"/>
              <a:ext cx="3405995" cy="4304476"/>
              <a:chOff x="11418930" y="5426083"/>
              <a:chExt cx="3405995" cy="4304476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A5E18615-5C15-2248-90A3-48CCF10F63DF}"/>
                  </a:ext>
                </a:extLst>
              </p:cNvPr>
              <p:cNvGrpSpPr/>
              <p:nvPr/>
            </p:nvGrpSpPr>
            <p:grpSpPr>
              <a:xfrm>
                <a:off x="11418930" y="5426083"/>
                <a:ext cx="3405995" cy="4304476"/>
                <a:chOff x="11418930" y="5426083"/>
                <a:chExt cx="3405995" cy="4304476"/>
              </a:xfrm>
            </p:grpSpPr>
            <p:sp>
              <p:nvSpPr>
                <p:cNvPr id="71" name="Freeform 70">
                  <a:extLst>
                    <a:ext uri="{FF2B5EF4-FFF2-40B4-BE49-F238E27FC236}">
                      <a16:creationId xmlns:a16="http://schemas.microsoft.com/office/drawing/2014/main" id="{F1DA5587-EBED-F540-BFBF-FCC556372842}"/>
                    </a:ext>
                  </a:extLst>
                </p:cNvPr>
                <p:cNvSpPr/>
                <p:nvPr/>
              </p:nvSpPr>
              <p:spPr>
                <a:xfrm>
                  <a:off x="11426405" y="5432314"/>
                  <a:ext cx="3392291" cy="429076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724" h="3444">
                      <a:moveTo>
                        <a:pt x="2583" y="0"/>
                      </a:moveTo>
                      <a:lnTo>
                        <a:pt x="1362" y="0"/>
                      </a:lnTo>
                      <a:lnTo>
                        <a:pt x="140" y="0"/>
                      </a:lnTo>
                      <a:cubicBezTo>
                        <a:pt x="101" y="0"/>
                        <a:pt x="66" y="16"/>
                        <a:pt x="41" y="41"/>
                      </a:cubicBezTo>
                      <a:cubicBezTo>
                        <a:pt x="15" y="67"/>
                        <a:pt x="0" y="102"/>
                        <a:pt x="0" y="141"/>
                      </a:cubicBezTo>
                      <a:lnTo>
                        <a:pt x="0" y="1722"/>
                      </a:lnTo>
                      <a:lnTo>
                        <a:pt x="0" y="3304"/>
                      </a:lnTo>
                      <a:cubicBezTo>
                        <a:pt x="0" y="3342"/>
                        <a:pt x="15" y="3378"/>
                        <a:pt x="41" y="3403"/>
                      </a:cubicBezTo>
                      <a:cubicBezTo>
                        <a:pt x="66" y="3429"/>
                        <a:pt x="101" y="3444"/>
                        <a:pt x="140" y="3444"/>
                      </a:cubicBezTo>
                      <a:lnTo>
                        <a:pt x="1362" y="3444"/>
                      </a:lnTo>
                      <a:lnTo>
                        <a:pt x="2583" y="3444"/>
                      </a:lnTo>
                      <a:cubicBezTo>
                        <a:pt x="2622" y="3444"/>
                        <a:pt x="2657" y="3429"/>
                        <a:pt x="2683" y="3403"/>
                      </a:cubicBezTo>
                      <a:cubicBezTo>
                        <a:pt x="2708" y="3378"/>
                        <a:pt x="2724" y="3342"/>
                        <a:pt x="2724" y="3304"/>
                      </a:cubicBezTo>
                      <a:lnTo>
                        <a:pt x="2724" y="1722"/>
                      </a:lnTo>
                      <a:lnTo>
                        <a:pt x="2724" y="141"/>
                      </a:lnTo>
                      <a:cubicBezTo>
                        <a:pt x="2724" y="102"/>
                        <a:pt x="2708" y="67"/>
                        <a:pt x="2683" y="41"/>
                      </a:cubicBezTo>
                      <a:cubicBezTo>
                        <a:pt x="2657" y="16"/>
                        <a:pt x="2622" y="0"/>
                        <a:pt x="2583" y="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610" name="Freeform 609">
                  <a:extLst>
                    <a:ext uri="{FF2B5EF4-FFF2-40B4-BE49-F238E27FC236}">
                      <a16:creationId xmlns:a16="http://schemas.microsoft.com/office/drawing/2014/main" id="{3A1D69B3-7A10-DE40-9CDA-591E3F16D064}"/>
                    </a:ext>
                  </a:extLst>
                </p:cNvPr>
                <p:cNvSpPr/>
                <p:nvPr/>
              </p:nvSpPr>
              <p:spPr>
                <a:xfrm>
                  <a:off x="11418930" y="5426083"/>
                  <a:ext cx="3405995" cy="4304476"/>
                </a:xfrm>
                <a:custGeom>
                  <a:avLst/>
                  <a:gdLst>
                    <a:gd name="connsiteX0" fmla="*/ 181821 w 3405995"/>
                    <a:gd name="connsiteY0" fmla="*/ 13708 h 4304476"/>
                    <a:gd name="connsiteX1" fmla="*/ 62269 w 3405995"/>
                    <a:gd name="connsiteY1" fmla="*/ 62297 h 4304476"/>
                    <a:gd name="connsiteX2" fmla="*/ 13701 w 3405995"/>
                    <a:gd name="connsiteY2" fmla="*/ 181900 h 4304476"/>
                    <a:gd name="connsiteX3" fmla="*/ 13701 w 3405995"/>
                    <a:gd name="connsiteY3" fmla="*/ 4122571 h 4304476"/>
                    <a:gd name="connsiteX4" fmla="*/ 62269 w 3405995"/>
                    <a:gd name="connsiteY4" fmla="*/ 4240929 h 4304476"/>
                    <a:gd name="connsiteX5" fmla="*/ 181821 w 3405995"/>
                    <a:gd name="connsiteY5" fmla="*/ 4289517 h 4304476"/>
                    <a:gd name="connsiteX6" fmla="*/ 3224165 w 3405995"/>
                    <a:gd name="connsiteY6" fmla="*/ 4289517 h 4304476"/>
                    <a:gd name="connsiteX7" fmla="*/ 3343717 w 3405995"/>
                    <a:gd name="connsiteY7" fmla="*/ 4240929 h 4304476"/>
                    <a:gd name="connsiteX8" fmla="*/ 3392285 w 3405995"/>
                    <a:gd name="connsiteY8" fmla="*/ 4122571 h 4304476"/>
                    <a:gd name="connsiteX9" fmla="*/ 3392285 w 3405995"/>
                    <a:gd name="connsiteY9" fmla="*/ 181900 h 4304476"/>
                    <a:gd name="connsiteX10" fmla="*/ 3343717 w 3405995"/>
                    <a:gd name="connsiteY10" fmla="*/ 62297 h 4304476"/>
                    <a:gd name="connsiteX11" fmla="*/ 3224165 w 3405995"/>
                    <a:gd name="connsiteY11" fmla="*/ 13708 h 4304476"/>
                    <a:gd name="connsiteX12" fmla="*/ 181819 w 3405995"/>
                    <a:gd name="connsiteY12" fmla="*/ 0 h 4304476"/>
                    <a:gd name="connsiteX13" fmla="*/ 3224176 w 3405995"/>
                    <a:gd name="connsiteY13" fmla="*/ 0 h 4304476"/>
                    <a:gd name="connsiteX14" fmla="*/ 3352446 w 3405995"/>
                    <a:gd name="connsiteY14" fmla="*/ 53573 h 4304476"/>
                    <a:gd name="connsiteX15" fmla="*/ 3405995 w 3405995"/>
                    <a:gd name="connsiteY15" fmla="*/ 181897 h 4304476"/>
                    <a:gd name="connsiteX16" fmla="*/ 3405995 w 3405995"/>
                    <a:gd name="connsiteY16" fmla="*/ 4122579 h 4304476"/>
                    <a:gd name="connsiteX17" fmla="*/ 3352446 w 3405995"/>
                    <a:gd name="connsiteY17" fmla="*/ 4250903 h 4304476"/>
                    <a:gd name="connsiteX18" fmla="*/ 3224176 w 3405995"/>
                    <a:gd name="connsiteY18" fmla="*/ 4304476 h 4304476"/>
                    <a:gd name="connsiteX19" fmla="*/ 181819 w 3405995"/>
                    <a:gd name="connsiteY19" fmla="*/ 4304476 h 4304476"/>
                    <a:gd name="connsiteX20" fmla="*/ 52304 w 3405995"/>
                    <a:gd name="connsiteY20" fmla="*/ 4250903 h 4304476"/>
                    <a:gd name="connsiteX21" fmla="*/ 0 w 3405995"/>
                    <a:gd name="connsiteY21" fmla="*/ 4122579 h 4304476"/>
                    <a:gd name="connsiteX22" fmla="*/ 0 w 3405995"/>
                    <a:gd name="connsiteY22" fmla="*/ 181897 h 4304476"/>
                    <a:gd name="connsiteX23" fmla="*/ 52304 w 3405995"/>
                    <a:gd name="connsiteY23" fmla="*/ 53573 h 4304476"/>
                    <a:gd name="connsiteX24" fmla="*/ 181819 w 3405995"/>
                    <a:gd name="connsiteY24" fmla="*/ 0 h 430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405995" h="4304476">
                      <a:moveTo>
                        <a:pt x="181821" y="13708"/>
                      </a:moveTo>
                      <a:cubicBezTo>
                        <a:pt x="136989" y="13708"/>
                        <a:pt x="94648" y="32396"/>
                        <a:pt x="62269" y="62297"/>
                      </a:cubicBezTo>
                      <a:cubicBezTo>
                        <a:pt x="31136" y="94689"/>
                        <a:pt x="13701" y="137049"/>
                        <a:pt x="13701" y="181900"/>
                      </a:cubicBezTo>
                      <a:lnTo>
                        <a:pt x="13701" y="4122571"/>
                      </a:lnTo>
                      <a:cubicBezTo>
                        <a:pt x="13701" y="4167422"/>
                        <a:pt x="31136" y="4208536"/>
                        <a:pt x="62269" y="4240929"/>
                      </a:cubicBezTo>
                      <a:cubicBezTo>
                        <a:pt x="94648" y="4272075"/>
                        <a:pt x="136989" y="4289517"/>
                        <a:pt x="181821" y="4289517"/>
                      </a:cubicBezTo>
                      <a:lnTo>
                        <a:pt x="3224165" y="4289517"/>
                      </a:lnTo>
                      <a:cubicBezTo>
                        <a:pt x="3268997" y="4289517"/>
                        <a:pt x="3311338" y="4272075"/>
                        <a:pt x="3343717" y="4240929"/>
                      </a:cubicBezTo>
                      <a:cubicBezTo>
                        <a:pt x="3374850" y="4208536"/>
                        <a:pt x="3392285" y="4167422"/>
                        <a:pt x="3392285" y="4122571"/>
                      </a:cubicBezTo>
                      <a:lnTo>
                        <a:pt x="3392285" y="181900"/>
                      </a:lnTo>
                      <a:cubicBezTo>
                        <a:pt x="3392285" y="137049"/>
                        <a:pt x="3374850" y="94689"/>
                        <a:pt x="3343717" y="62297"/>
                      </a:cubicBezTo>
                      <a:cubicBezTo>
                        <a:pt x="3311338" y="32396"/>
                        <a:pt x="3268997" y="13708"/>
                        <a:pt x="3224165" y="13708"/>
                      </a:cubicBezTo>
                      <a:close/>
                      <a:moveTo>
                        <a:pt x="181819" y="0"/>
                      </a:moveTo>
                      <a:lnTo>
                        <a:pt x="3224176" y="0"/>
                      </a:lnTo>
                      <a:cubicBezTo>
                        <a:pt x="3272744" y="0"/>
                        <a:pt x="3318822" y="18688"/>
                        <a:pt x="3352446" y="53573"/>
                      </a:cubicBezTo>
                      <a:cubicBezTo>
                        <a:pt x="3387315" y="87211"/>
                        <a:pt x="3405995" y="133308"/>
                        <a:pt x="3405995" y="181897"/>
                      </a:cubicBezTo>
                      <a:lnTo>
                        <a:pt x="3405995" y="4122579"/>
                      </a:lnTo>
                      <a:cubicBezTo>
                        <a:pt x="3405995" y="4171168"/>
                        <a:pt x="3387315" y="4217265"/>
                        <a:pt x="3352446" y="4250903"/>
                      </a:cubicBezTo>
                      <a:cubicBezTo>
                        <a:pt x="3318822" y="4285788"/>
                        <a:pt x="3272744" y="4304476"/>
                        <a:pt x="3224176" y="4304476"/>
                      </a:cubicBezTo>
                      <a:lnTo>
                        <a:pt x="181819" y="4304476"/>
                      </a:lnTo>
                      <a:cubicBezTo>
                        <a:pt x="133251" y="4304476"/>
                        <a:pt x="87174" y="4285788"/>
                        <a:pt x="52304" y="4250903"/>
                      </a:cubicBezTo>
                      <a:cubicBezTo>
                        <a:pt x="18680" y="4217265"/>
                        <a:pt x="0" y="4171168"/>
                        <a:pt x="0" y="4122579"/>
                      </a:cubicBezTo>
                      <a:lnTo>
                        <a:pt x="0" y="181897"/>
                      </a:lnTo>
                      <a:cubicBezTo>
                        <a:pt x="0" y="133308"/>
                        <a:pt x="18680" y="87211"/>
                        <a:pt x="52304" y="53573"/>
                      </a:cubicBezTo>
                      <a:cubicBezTo>
                        <a:pt x="87174" y="18688"/>
                        <a:pt x="133251" y="0"/>
                        <a:pt x="18181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50482F0C-DC6B-1D4A-A0D6-AAD4059EF5CA}"/>
                  </a:ext>
                </a:extLst>
              </p:cNvPr>
              <p:cNvGrpSpPr/>
              <p:nvPr/>
            </p:nvGrpSpPr>
            <p:grpSpPr>
              <a:xfrm>
                <a:off x="13311288" y="5853539"/>
                <a:ext cx="1318048" cy="1657485"/>
                <a:chOff x="13311288" y="5853539"/>
                <a:chExt cx="1318048" cy="1657485"/>
              </a:xfrm>
            </p:grpSpPr>
            <p:sp>
              <p:nvSpPr>
                <p:cNvPr id="74" name="Freeform 73">
                  <a:extLst>
                    <a:ext uri="{FF2B5EF4-FFF2-40B4-BE49-F238E27FC236}">
                      <a16:creationId xmlns:a16="http://schemas.microsoft.com/office/drawing/2014/main" id="{E79A6EE6-1EAB-1E4B-B7BC-E00C0E00B995}"/>
                    </a:ext>
                  </a:extLst>
                </p:cNvPr>
                <p:cNvSpPr/>
                <p:nvPr/>
              </p:nvSpPr>
              <p:spPr>
                <a:xfrm>
                  <a:off x="13318763" y="5861017"/>
                  <a:ext cx="1303098" cy="164253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047" h="1319">
                      <a:moveTo>
                        <a:pt x="987" y="1319"/>
                      </a:moveTo>
                      <a:lnTo>
                        <a:pt x="524" y="1319"/>
                      </a:lnTo>
                      <a:lnTo>
                        <a:pt x="59" y="1319"/>
                      </a:lnTo>
                      <a:cubicBezTo>
                        <a:pt x="43" y="1319"/>
                        <a:pt x="28" y="1312"/>
                        <a:pt x="17" y="1302"/>
                      </a:cubicBezTo>
                      <a:cubicBezTo>
                        <a:pt x="6" y="1291"/>
                        <a:pt x="0" y="1276"/>
                        <a:pt x="0" y="1259"/>
                      </a:cubicBezTo>
                      <a:lnTo>
                        <a:pt x="0" y="659"/>
                      </a:lnTo>
                      <a:lnTo>
                        <a:pt x="0" y="60"/>
                      </a:lnTo>
                      <a:cubicBezTo>
                        <a:pt x="0" y="43"/>
                        <a:pt x="6" y="28"/>
                        <a:pt x="17" y="17"/>
                      </a:cubicBezTo>
                      <a:cubicBezTo>
                        <a:pt x="28" y="7"/>
                        <a:pt x="43" y="0"/>
                        <a:pt x="59" y="0"/>
                      </a:cubicBezTo>
                      <a:lnTo>
                        <a:pt x="524" y="0"/>
                      </a:lnTo>
                      <a:lnTo>
                        <a:pt x="987" y="0"/>
                      </a:lnTo>
                      <a:cubicBezTo>
                        <a:pt x="1004" y="0"/>
                        <a:pt x="1019" y="7"/>
                        <a:pt x="1030" y="17"/>
                      </a:cubicBezTo>
                      <a:cubicBezTo>
                        <a:pt x="1041" y="28"/>
                        <a:pt x="1047" y="43"/>
                        <a:pt x="1047" y="60"/>
                      </a:cubicBezTo>
                      <a:lnTo>
                        <a:pt x="1047" y="659"/>
                      </a:lnTo>
                      <a:lnTo>
                        <a:pt x="1047" y="1259"/>
                      </a:lnTo>
                      <a:cubicBezTo>
                        <a:pt x="1047" y="1276"/>
                        <a:pt x="1041" y="1291"/>
                        <a:pt x="1030" y="1302"/>
                      </a:cubicBezTo>
                      <a:cubicBezTo>
                        <a:pt x="1019" y="1312"/>
                        <a:pt x="1004" y="1319"/>
                        <a:pt x="987" y="1319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60" name="Freeform 359">
                  <a:extLst>
                    <a:ext uri="{FF2B5EF4-FFF2-40B4-BE49-F238E27FC236}">
                      <a16:creationId xmlns:a16="http://schemas.microsoft.com/office/drawing/2014/main" id="{51050D81-DCE3-3F4D-A5F4-E0657256E5E7}"/>
                    </a:ext>
                  </a:extLst>
                </p:cNvPr>
                <p:cNvSpPr/>
                <p:nvPr/>
              </p:nvSpPr>
              <p:spPr>
                <a:xfrm>
                  <a:off x="13311288" y="5853539"/>
                  <a:ext cx="1318048" cy="1657485"/>
                </a:xfrm>
                <a:custGeom>
                  <a:avLst/>
                  <a:gdLst>
                    <a:gd name="connsiteX0" fmla="*/ 80912 w 1318048"/>
                    <a:gd name="connsiteY0" fmla="*/ 13709 h 1657485"/>
                    <a:gd name="connsiteX1" fmla="*/ 33617 w 1318048"/>
                    <a:gd name="connsiteY1" fmla="*/ 33634 h 1657485"/>
                    <a:gd name="connsiteX2" fmla="*/ 13704 w 1318048"/>
                    <a:gd name="connsiteY2" fmla="*/ 82199 h 1657485"/>
                    <a:gd name="connsiteX3" fmla="*/ 13704 w 1318048"/>
                    <a:gd name="connsiteY3" fmla="*/ 1575287 h 1657485"/>
                    <a:gd name="connsiteX4" fmla="*/ 33617 w 1318048"/>
                    <a:gd name="connsiteY4" fmla="*/ 1623853 h 1657485"/>
                    <a:gd name="connsiteX5" fmla="*/ 80912 w 1318048"/>
                    <a:gd name="connsiteY5" fmla="*/ 1643777 h 1657485"/>
                    <a:gd name="connsiteX6" fmla="*/ 1235890 w 1318048"/>
                    <a:gd name="connsiteY6" fmla="*/ 1643777 h 1657485"/>
                    <a:gd name="connsiteX7" fmla="*/ 1284429 w 1318048"/>
                    <a:gd name="connsiteY7" fmla="*/ 1623853 h 1657485"/>
                    <a:gd name="connsiteX8" fmla="*/ 1303098 w 1318048"/>
                    <a:gd name="connsiteY8" fmla="*/ 1575287 h 1657485"/>
                    <a:gd name="connsiteX9" fmla="*/ 1303098 w 1318048"/>
                    <a:gd name="connsiteY9" fmla="*/ 82199 h 1657485"/>
                    <a:gd name="connsiteX10" fmla="*/ 1284429 w 1318048"/>
                    <a:gd name="connsiteY10" fmla="*/ 33634 h 1657485"/>
                    <a:gd name="connsiteX11" fmla="*/ 1235890 w 1318048"/>
                    <a:gd name="connsiteY11" fmla="*/ 13709 h 1657485"/>
                    <a:gd name="connsiteX12" fmla="*/ 80900 w 1318048"/>
                    <a:gd name="connsiteY12" fmla="*/ 0 h 1657485"/>
                    <a:gd name="connsiteX13" fmla="*/ 1235903 w 1318048"/>
                    <a:gd name="connsiteY13" fmla="*/ 0 h 1657485"/>
                    <a:gd name="connsiteX14" fmla="*/ 1294400 w 1318048"/>
                    <a:gd name="connsiteY14" fmla="*/ 23661 h 1657485"/>
                    <a:gd name="connsiteX15" fmla="*/ 1318048 w 1318048"/>
                    <a:gd name="connsiteY15" fmla="*/ 82190 h 1657485"/>
                    <a:gd name="connsiteX16" fmla="*/ 1318048 w 1318048"/>
                    <a:gd name="connsiteY16" fmla="*/ 1575296 h 1657485"/>
                    <a:gd name="connsiteX17" fmla="*/ 1294400 w 1318048"/>
                    <a:gd name="connsiteY17" fmla="*/ 1632579 h 1657485"/>
                    <a:gd name="connsiteX18" fmla="*/ 1235903 w 1318048"/>
                    <a:gd name="connsiteY18" fmla="*/ 1657485 h 1657485"/>
                    <a:gd name="connsiteX19" fmla="*/ 80900 w 1318048"/>
                    <a:gd name="connsiteY19" fmla="*/ 1657485 h 1657485"/>
                    <a:gd name="connsiteX20" fmla="*/ 23648 w 1318048"/>
                    <a:gd name="connsiteY20" fmla="*/ 1632579 h 1657485"/>
                    <a:gd name="connsiteX21" fmla="*/ 0 w 1318048"/>
                    <a:gd name="connsiteY21" fmla="*/ 1575296 h 1657485"/>
                    <a:gd name="connsiteX22" fmla="*/ 0 w 1318048"/>
                    <a:gd name="connsiteY22" fmla="*/ 82190 h 1657485"/>
                    <a:gd name="connsiteX23" fmla="*/ 23648 w 1318048"/>
                    <a:gd name="connsiteY23" fmla="*/ 23661 h 1657485"/>
                    <a:gd name="connsiteX24" fmla="*/ 80900 w 1318048"/>
                    <a:gd name="connsiteY24" fmla="*/ 0 h 165748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318048" h="1657485">
                      <a:moveTo>
                        <a:pt x="80912" y="13709"/>
                      </a:moveTo>
                      <a:cubicBezTo>
                        <a:pt x="63488" y="13709"/>
                        <a:pt x="46063" y="21181"/>
                        <a:pt x="33617" y="33634"/>
                      </a:cubicBezTo>
                      <a:cubicBezTo>
                        <a:pt x="21172" y="47332"/>
                        <a:pt x="13704" y="63520"/>
                        <a:pt x="13704" y="82199"/>
                      </a:cubicBezTo>
                      <a:lnTo>
                        <a:pt x="13704" y="1575287"/>
                      </a:lnTo>
                      <a:cubicBezTo>
                        <a:pt x="13704" y="1593966"/>
                        <a:pt x="21172" y="1610155"/>
                        <a:pt x="33617" y="1623853"/>
                      </a:cubicBezTo>
                      <a:cubicBezTo>
                        <a:pt x="46063" y="1636306"/>
                        <a:pt x="63488" y="1643777"/>
                        <a:pt x="80912" y="1643777"/>
                      </a:cubicBezTo>
                      <a:lnTo>
                        <a:pt x="1235890" y="1643777"/>
                      </a:lnTo>
                      <a:cubicBezTo>
                        <a:pt x="1254559" y="1643777"/>
                        <a:pt x="1270739" y="1636306"/>
                        <a:pt x="1284429" y="1623853"/>
                      </a:cubicBezTo>
                      <a:cubicBezTo>
                        <a:pt x="1296875" y="1610155"/>
                        <a:pt x="1303098" y="1593966"/>
                        <a:pt x="1303098" y="1575287"/>
                      </a:cubicBezTo>
                      <a:lnTo>
                        <a:pt x="1303098" y="82199"/>
                      </a:lnTo>
                      <a:cubicBezTo>
                        <a:pt x="1303098" y="63520"/>
                        <a:pt x="1296875" y="47332"/>
                        <a:pt x="1284429" y="33634"/>
                      </a:cubicBezTo>
                      <a:cubicBezTo>
                        <a:pt x="1270739" y="21181"/>
                        <a:pt x="1254559" y="13709"/>
                        <a:pt x="1235890" y="13709"/>
                      </a:cubicBezTo>
                      <a:close/>
                      <a:moveTo>
                        <a:pt x="80900" y="0"/>
                      </a:moveTo>
                      <a:lnTo>
                        <a:pt x="1235903" y="0"/>
                      </a:lnTo>
                      <a:cubicBezTo>
                        <a:pt x="1258306" y="0"/>
                        <a:pt x="1278220" y="7472"/>
                        <a:pt x="1294400" y="23661"/>
                      </a:cubicBezTo>
                      <a:cubicBezTo>
                        <a:pt x="1309336" y="39850"/>
                        <a:pt x="1318048" y="59774"/>
                        <a:pt x="1318048" y="82190"/>
                      </a:cubicBezTo>
                      <a:lnTo>
                        <a:pt x="1318048" y="1575296"/>
                      </a:lnTo>
                      <a:cubicBezTo>
                        <a:pt x="1318048" y="1597711"/>
                        <a:pt x="1309336" y="1617636"/>
                        <a:pt x="1294400" y="1632579"/>
                      </a:cubicBezTo>
                      <a:cubicBezTo>
                        <a:pt x="1278220" y="1648768"/>
                        <a:pt x="1258306" y="1657485"/>
                        <a:pt x="1235903" y="1657485"/>
                      </a:cubicBezTo>
                      <a:lnTo>
                        <a:pt x="80900" y="1657485"/>
                      </a:lnTo>
                      <a:cubicBezTo>
                        <a:pt x="59742" y="1657485"/>
                        <a:pt x="38583" y="1648768"/>
                        <a:pt x="23648" y="1632579"/>
                      </a:cubicBezTo>
                      <a:cubicBezTo>
                        <a:pt x="8712" y="1617636"/>
                        <a:pt x="0" y="1597711"/>
                        <a:pt x="0" y="1575296"/>
                      </a:cubicBezTo>
                      <a:lnTo>
                        <a:pt x="0" y="82190"/>
                      </a:lnTo>
                      <a:cubicBezTo>
                        <a:pt x="0" y="59774"/>
                        <a:pt x="8712" y="39850"/>
                        <a:pt x="23648" y="23661"/>
                      </a:cubicBezTo>
                      <a:cubicBezTo>
                        <a:pt x="38583" y="7472"/>
                        <a:pt x="59742" y="0"/>
                        <a:pt x="8090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77" name="Freeform 76">
                  <a:extLst>
                    <a:ext uri="{FF2B5EF4-FFF2-40B4-BE49-F238E27FC236}">
                      <a16:creationId xmlns:a16="http://schemas.microsoft.com/office/drawing/2014/main" id="{C1791953-69BB-4949-B386-B1CB5E44B3CA}"/>
                    </a:ext>
                  </a:extLst>
                </p:cNvPr>
                <p:cNvSpPr/>
                <p:nvPr/>
              </p:nvSpPr>
              <p:spPr>
                <a:xfrm>
                  <a:off x="13398493" y="5933294"/>
                  <a:ext cx="1143637" cy="21310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919" h="172">
                      <a:moveTo>
                        <a:pt x="919" y="0"/>
                      </a:moveTo>
                      <a:lnTo>
                        <a:pt x="0" y="0"/>
                      </a:lnTo>
                      <a:lnTo>
                        <a:pt x="0" y="172"/>
                      </a:lnTo>
                      <a:lnTo>
                        <a:pt x="919" y="17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61" name="Freeform 360">
                  <a:extLst>
                    <a:ext uri="{FF2B5EF4-FFF2-40B4-BE49-F238E27FC236}">
                      <a16:creationId xmlns:a16="http://schemas.microsoft.com/office/drawing/2014/main" id="{D5127C36-FBBB-1E43-806D-340A3AA5F915}"/>
                    </a:ext>
                  </a:extLst>
                </p:cNvPr>
                <p:cNvSpPr/>
                <p:nvPr/>
              </p:nvSpPr>
              <p:spPr>
                <a:xfrm>
                  <a:off x="13391019" y="5927067"/>
                  <a:ext cx="1158586" cy="226814"/>
                </a:xfrm>
                <a:custGeom>
                  <a:avLst/>
                  <a:gdLst>
                    <a:gd name="connsiteX0" fmla="*/ 13703 w 1158586"/>
                    <a:gd name="connsiteY0" fmla="*/ 13705 h 226814"/>
                    <a:gd name="connsiteX1" fmla="*/ 13703 w 1158586"/>
                    <a:gd name="connsiteY1" fmla="*/ 211855 h 226814"/>
                    <a:gd name="connsiteX2" fmla="*/ 1144882 w 1158586"/>
                    <a:gd name="connsiteY2" fmla="*/ 211855 h 226814"/>
                    <a:gd name="connsiteX3" fmla="*/ 1144882 w 1158586"/>
                    <a:gd name="connsiteY3" fmla="*/ 13705 h 226814"/>
                    <a:gd name="connsiteX4" fmla="*/ 7467 w 1158586"/>
                    <a:gd name="connsiteY4" fmla="*/ 0 h 226814"/>
                    <a:gd name="connsiteX5" fmla="*/ 1151119 w 1158586"/>
                    <a:gd name="connsiteY5" fmla="*/ 0 h 226814"/>
                    <a:gd name="connsiteX6" fmla="*/ 1158586 w 1158586"/>
                    <a:gd name="connsiteY6" fmla="*/ 6197 h 226814"/>
                    <a:gd name="connsiteX7" fmla="*/ 1158586 w 1158586"/>
                    <a:gd name="connsiteY7" fmla="*/ 219378 h 226814"/>
                    <a:gd name="connsiteX8" fmla="*/ 1151119 w 1158586"/>
                    <a:gd name="connsiteY8" fmla="*/ 226814 h 226814"/>
                    <a:gd name="connsiteX9" fmla="*/ 7467 w 1158586"/>
                    <a:gd name="connsiteY9" fmla="*/ 226814 h 226814"/>
                    <a:gd name="connsiteX10" fmla="*/ 0 w 1158586"/>
                    <a:gd name="connsiteY10" fmla="*/ 219378 h 226814"/>
                    <a:gd name="connsiteX11" fmla="*/ 0 w 1158586"/>
                    <a:gd name="connsiteY11" fmla="*/ 6197 h 226814"/>
                    <a:gd name="connsiteX12" fmla="*/ 7467 w 1158586"/>
                    <a:gd name="connsiteY12" fmla="*/ 0 h 22681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58586" h="226814">
                      <a:moveTo>
                        <a:pt x="13703" y="13705"/>
                      </a:moveTo>
                      <a:lnTo>
                        <a:pt x="13703" y="211855"/>
                      </a:lnTo>
                      <a:lnTo>
                        <a:pt x="1144882" y="211855"/>
                      </a:lnTo>
                      <a:lnTo>
                        <a:pt x="1144882" y="13705"/>
                      </a:lnTo>
                      <a:close/>
                      <a:moveTo>
                        <a:pt x="7467" y="0"/>
                      </a:moveTo>
                      <a:lnTo>
                        <a:pt x="1151119" y="0"/>
                      </a:lnTo>
                      <a:cubicBezTo>
                        <a:pt x="1156097" y="0"/>
                        <a:pt x="1158586" y="3719"/>
                        <a:pt x="1158586" y="6197"/>
                      </a:cubicBezTo>
                      <a:lnTo>
                        <a:pt x="1158586" y="219378"/>
                      </a:lnTo>
                      <a:cubicBezTo>
                        <a:pt x="1158586" y="224335"/>
                        <a:pt x="1156097" y="226814"/>
                        <a:pt x="1151119" y="226814"/>
                      </a:cubicBezTo>
                      <a:lnTo>
                        <a:pt x="7467" y="226814"/>
                      </a:lnTo>
                      <a:cubicBezTo>
                        <a:pt x="2489" y="226814"/>
                        <a:pt x="0" y="224335"/>
                        <a:pt x="0" y="219378"/>
                      </a:cubicBezTo>
                      <a:lnTo>
                        <a:pt x="0" y="6197"/>
                      </a:lnTo>
                      <a:cubicBezTo>
                        <a:pt x="0" y="3719"/>
                        <a:pt x="2489" y="0"/>
                        <a:pt x="746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80" name="Freeform 79">
                  <a:extLst>
                    <a:ext uri="{FF2B5EF4-FFF2-40B4-BE49-F238E27FC236}">
                      <a16:creationId xmlns:a16="http://schemas.microsoft.com/office/drawing/2014/main" id="{348125B3-E98D-A840-AEAE-A4FF76B01615}"/>
                    </a:ext>
                  </a:extLst>
                </p:cNvPr>
                <p:cNvSpPr/>
                <p:nvPr/>
              </p:nvSpPr>
              <p:spPr>
                <a:xfrm>
                  <a:off x="13398493" y="6700975"/>
                  <a:ext cx="1143637" cy="729044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919" h="586">
                      <a:moveTo>
                        <a:pt x="0" y="586"/>
                      </a:moveTo>
                      <a:lnTo>
                        <a:pt x="919" y="586"/>
                      </a:lnTo>
                      <a:lnTo>
                        <a:pt x="919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62" name="Freeform 361">
                  <a:extLst>
                    <a:ext uri="{FF2B5EF4-FFF2-40B4-BE49-F238E27FC236}">
                      <a16:creationId xmlns:a16="http://schemas.microsoft.com/office/drawing/2014/main" id="{8FFF0CEE-3041-8347-A4A5-322DB9213874}"/>
                    </a:ext>
                  </a:extLst>
                </p:cNvPr>
                <p:cNvSpPr/>
                <p:nvPr/>
              </p:nvSpPr>
              <p:spPr>
                <a:xfrm>
                  <a:off x="13391019" y="6694744"/>
                  <a:ext cx="1158586" cy="742753"/>
                </a:xfrm>
                <a:custGeom>
                  <a:avLst/>
                  <a:gdLst>
                    <a:gd name="connsiteX0" fmla="*/ 13703 w 1158586"/>
                    <a:gd name="connsiteY0" fmla="*/ 13708 h 742753"/>
                    <a:gd name="connsiteX1" fmla="*/ 13703 w 1158586"/>
                    <a:gd name="connsiteY1" fmla="*/ 729044 h 742753"/>
                    <a:gd name="connsiteX2" fmla="*/ 1144882 w 1158586"/>
                    <a:gd name="connsiteY2" fmla="*/ 729044 h 742753"/>
                    <a:gd name="connsiteX3" fmla="*/ 1144882 w 1158586"/>
                    <a:gd name="connsiteY3" fmla="*/ 13708 h 742753"/>
                    <a:gd name="connsiteX4" fmla="*/ 7467 w 1158586"/>
                    <a:gd name="connsiteY4" fmla="*/ 0 h 742753"/>
                    <a:gd name="connsiteX5" fmla="*/ 1151119 w 1158586"/>
                    <a:gd name="connsiteY5" fmla="*/ 0 h 742753"/>
                    <a:gd name="connsiteX6" fmla="*/ 1158586 w 1158586"/>
                    <a:gd name="connsiteY6" fmla="*/ 6221 h 742753"/>
                    <a:gd name="connsiteX7" fmla="*/ 1158586 w 1158586"/>
                    <a:gd name="connsiteY7" fmla="*/ 735288 h 742753"/>
                    <a:gd name="connsiteX8" fmla="*/ 1151119 w 1158586"/>
                    <a:gd name="connsiteY8" fmla="*/ 742753 h 742753"/>
                    <a:gd name="connsiteX9" fmla="*/ 7467 w 1158586"/>
                    <a:gd name="connsiteY9" fmla="*/ 742753 h 742753"/>
                    <a:gd name="connsiteX10" fmla="*/ 0 w 1158586"/>
                    <a:gd name="connsiteY10" fmla="*/ 735288 h 742753"/>
                    <a:gd name="connsiteX11" fmla="*/ 0 w 1158586"/>
                    <a:gd name="connsiteY11" fmla="*/ 6221 h 742753"/>
                    <a:gd name="connsiteX12" fmla="*/ 7467 w 1158586"/>
                    <a:gd name="connsiteY12" fmla="*/ 0 h 74275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158586" h="742753">
                      <a:moveTo>
                        <a:pt x="13703" y="13708"/>
                      </a:moveTo>
                      <a:lnTo>
                        <a:pt x="13703" y="729044"/>
                      </a:lnTo>
                      <a:lnTo>
                        <a:pt x="1144882" y="729044"/>
                      </a:lnTo>
                      <a:lnTo>
                        <a:pt x="1144882" y="13708"/>
                      </a:lnTo>
                      <a:close/>
                      <a:moveTo>
                        <a:pt x="7467" y="0"/>
                      </a:moveTo>
                      <a:lnTo>
                        <a:pt x="1151119" y="0"/>
                      </a:lnTo>
                      <a:cubicBezTo>
                        <a:pt x="1156097" y="0"/>
                        <a:pt x="1158586" y="2489"/>
                        <a:pt x="1158586" y="6221"/>
                      </a:cubicBezTo>
                      <a:lnTo>
                        <a:pt x="1158586" y="735288"/>
                      </a:lnTo>
                      <a:cubicBezTo>
                        <a:pt x="1158586" y="739021"/>
                        <a:pt x="1156097" y="742753"/>
                        <a:pt x="1151119" y="742753"/>
                      </a:cubicBezTo>
                      <a:lnTo>
                        <a:pt x="7467" y="742753"/>
                      </a:lnTo>
                      <a:cubicBezTo>
                        <a:pt x="2489" y="742753"/>
                        <a:pt x="0" y="739021"/>
                        <a:pt x="0" y="735288"/>
                      </a:cubicBezTo>
                      <a:lnTo>
                        <a:pt x="0" y="6221"/>
                      </a:lnTo>
                      <a:cubicBezTo>
                        <a:pt x="0" y="2489"/>
                        <a:pt x="2489" y="0"/>
                        <a:pt x="746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83" name="Freeform 82">
                  <a:extLst>
                    <a:ext uri="{FF2B5EF4-FFF2-40B4-BE49-F238E27FC236}">
                      <a16:creationId xmlns:a16="http://schemas.microsoft.com/office/drawing/2014/main" id="{B57520BD-868B-2645-8CC4-8524610F3D44}"/>
                    </a:ext>
                  </a:extLst>
                </p:cNvPr>
                <p:cNvSpPr/>
                <p:nvPr/>
              </p:nvSpPr>
              <p:spPr>
                <a:xfrm>
                  <a:off x="13398493" y="6147649"/>
                  <a:ext cx="571818" cy="55208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60" h="444">
                      <a:moveTo>
                        <a:pt x="0" y="444"/>
                      </a:moveTo>
                      <a:lnTo>
                        <a:pt x="460" y="444"/>
                      </a:lnTo>
                      <a:lnTo>
                        <a:pt x="46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63" name="Freeform 362">
                  <a:extLst>
                    <a:ext uri="{FF2B5EF4-FFF2-40B4-BE49-F238E27FC236}">
                      <a16:creationId xmlns:a16="http://schemas.microsoft.com/office/drawing/2014/main" id="{505A7EAD-00B6-3647-AAEF-3CDAE9D7FA34}"/>
                    </a:ext>
                  </a:extLst>
                </p:cNvPr>
                <p:cNvSpPr/>
                <p:nvPr/>
              </p:nvSpPr>
              <p:spPr>
                <a:xfrm>
                  <a:off x="13391019" y="6140172"/>
                  <a:ext cx="585522" cy="567034"/>
                </a:xfrm>
                <a:custGeom>
                  <a:avLst/>
                  <a:gdLst>
                    <a:gd name="connsiteX0" fmla="*/ 13703 w 585522"/>
                    <a:gd name="connsiteY0" fmla="*/ 14955 h 567034"/>
                    <a:gd name="connsiteX1" fmla="*/ 13703 w 585522"/>
                    <a:gd name="connsiteY1" fmla="*/ 553326 h 567034"/>
                    <a:gd name="connsiteX2" fmla="*/ 570572 w 585522"/>
                    <a:gd name="connsiteY2" fmla="*/ 553326 h 567034"/>
                    <a:gd name="connsiteX3" fmla="*/ 570572 w 585522"/>
                    <a:gd name="connsiteY3" fmla="*/ 14955 h 567034"/>
                    <a:gd name="connsiteX4" fmla="*/ 7459 w 585522"/>
                    <a:gd name="connsiteY4" fmla="*/ 0 h 567034"/>
                    <a:gd name="connsiteX5" fmla="*/ 579306 w 585522"/>
                    <a:gd name="connsiteY5" fmla="*/ 0 h 567034"/>
                    <a:gd name="connsiteX6" fmla="*/ 585522 w 585522"/>
                    <a:gd name="connsiteY6" fmla="*/ 7461 h 567034"/>
                    <a:gd name="connsiteX7" fmla="*/ 585522 w 585522"/>
                    <a:gd name="connsiteY7" fmla="*/ 559573 h 567034"/>
                    <a:gd name="connsiteX8" fmla="*/ 579306 w 585522"/>
                    <a:gd name="connsiteY8" fmla="*/ 567034 h 567034"/>
                    <a:gd name="connsiteX9" fmla="*/ 7459 w 585522"/>
                    <a:gd name="connsiteY9" fmla="*/ 567034 h 567034"/>
                    <a:gd name="connsiteX10" fmla="*/ 0 w 585522"/>
                    <a:gd name="connsiteY10" fmla="*/ 559573 h 567034"/>
                    <a:gd name="connsiteX11" fmla="*/ 0 w 585522"/>
                    <a:gd name="connsiteY11" fmla="*/ 7461 h 567034"/>
                    <a:gd name="connsiteX12" fmla="*/ 7459 w 585522"/>
                    <a:gd name="connsiteY12" fmla="*/ 0 h 567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85522" h="567034">
                      <a:moveTo>
                        <a:pt x="13703" y="14955"/>
                      </a:moveTo>
                      <a:lnTo>
                        <a:pt x="13703" y="553326"/>
                      </a:lnTo>
                      <a:lnTo>
                        <a:pt x="570572" y="553326"/>
                      </a:lnTo>
                      <a:lnTo>
                        <a:pt x="570572" y="14955"/>
                      </a:lnTo>
                      <a:close/>
                      <a:moveTo>
                        <a:pt x="7459" y="0"/>
                      </a:moveTo>
                      <a:lnTo>
                        <a:pt x="579306" y="0"/>
                      </a:lnTo>
                      <a:cubicBezTo>
                        <a:pt x="583036" y="0"/>
                        <a:pt x="585522" y="3731"/>
                        <a:pt x="585522" y="7461"/>
                      </a:cubicBezTo>
                      <a:lnTo>
                        <a:pt x="585522" y="559573"/>
                      </a:lnTo>
                      <a:cubicBezTo>
                        <a:pt x="585522" y="564547"/>
                        <a:pt x="583036" y="567034"/>
                        <a:pt x="579306" y="567034"/>
                      </a:cubicBezTo>
                      <a:lnTo>
                        <a:pt x="7459" y="567034"/>
                      </a:lnTo>
                      <a:cubicBezTo>
                        <a:pt x="2486" y="567034"/>
                        <a:pt x="0" y="564547"/>
                        <a:pt x="0" y="559573"/>
                      </a:cubicBezTo>
                      <a:lnTo>
                        <a:pt x="0" y="7461"/>
                      </a:lnTo>
                      <a:cubicBezTo>
                        <a:pt x="0" y="3731"/>
                        <a:pt x="2486" y="0"/>
                        <a:pt x="745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86" name="Freeform 85">
                  <a:extLst>
                    <a:ext uri="{FF2B5EF4-FFF2-40B4-BE49-F238E27FC236}">
                      <a16:creationId xmlns:a16="http://schemas.microsoft.com/office/drawing/2014/main" id="{AF5CD86B-03E7-D949-B37F-5851C1512C94}"/>
                    </a:ext>
                  </a:extLst>
                </p:cNvPr>
                <p:cNvSpPr/>
                <p:nvPr/>
              </p:nvSpPr>
              <p:spPr>
                <a:xfrm>
                  <a:off x="13971558" y="6147649"/>
                  <a:ext cx="570573" cy="55208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59" h="444">
                      <a:moveTo>
                        <a:pt x="459" y="0"/>
                      </a:moveTo>
                      <a:lnTo>
                        <a:pt x="0" y="0"/>
                      </a:lnTo>
                      <a:lnTo>
                        <a:pt x="0" y="444"/>
                      </a:lnTo>
                      <a:lnTo>
                        <a:pt x="459" y="444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64" name="Freeform 363">
                  <a:extLst>
                    <a:ext uri="{FF2B5EF4-FFF2-40B4-BE49-F238E27FC236}">
                      <a16:creationId xmlns:a16="http://schemas.microsoft.com/office/drawing/2014/main" id="{ED0A0A63-7303-1F4F-A360-3C4AFB4E47F7}"/>
                    </a:ext>
                  </a:extLst>
                </p:cNvPr>
                <p:cNvSpPr/>
                <p:nvPr/>
              </p:nvSpPr>
              <p:spPr>
                <a:xfrm>
                  <a:off x="13962837" y="6140172"/>
                  <a:ext cx="586768" cy="567034"/>
                </a:xfrm>
                <a:custGeom>
                  <a:avLst/>
                  <a:gdLst>
                    <a:gd name="connsiteX0" fmla="*/ 14946 w 586768"/>
                    <a:gd name="connsiteY0" fmla="*/ 14955 h 567034"/>
                    <a:gd name="connsiteX1" fmla="*/ 14946 w 586768"/>
                    <a:gd name="connsiteY1" fmla="*/ 553326 h 567034"/>
                    <a:gd name="connsiteX2" fmla="*/ 573061 w 586768"/>
                    <a:gd name="connsiteY2" fmla="*/ 553326 h 567034"/>
                    <a:gd name="connsiteX3" fmla="*/ 573061 w 586768"/>
                    <a:gd name="connsiteY3" fmla="*/ 14955 h 567034"/>
                    <a:gd name="connsiteX4" fmla="*/ 8702 w 586768"/>
                    <a:gd name="connsiteY4" fmla="*/ 0 h 567034"/>
                    <a:gd name="connsiteX5" fmla="*/ 579309 w 586768"/>
                    <a:gd name="connsiteY5" fmla="*/ 0 h 567034"/>
                    <a:gd name="connsiteX6" fmla="*/ 586768 w 586768"/>
                    <a:gd name="connsiteY6" fmla="*/ 7461 h 567034"/>
                    <a:gd name="connsiteX7" fmla="*/ 586768 w 586768"/>
                    <a:gd name="connsiteY7" fmla="*/ 559573 h 567034"/>
                    <a:gd name="connsiteX8" fmla="*/ 579309 w 586768"/>
                    <a:gd name="connsiteY8" fmla="*/ 567034 h 567034"/>
                    <a:gd name="connsiteX9" fmla="*/ 8702 w 586768"/>
                    <a:gd name="connsiteY9" fmla="*/ 567034 h 567034"/>
                    <a:gd name="connsiteX10" fmla="*/ 0 w 586768"/>
                    <a:gd name="connsiteY10" fmla="*/ 559573 h 567034"/>
                    <a:gd name="connsiteX11" fmla="*/ 0 w 586768"/>
                    <a:gd name="connsiteY11" fmla="*/ 7461 h 567034"/>
                    <a:gd name="connsiteX12" fmla="*/ 8702 w 586768"/>
                    <a:gd name="connsiteY12" fmla="*/ 0 h 5670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586768" h="567034">
                      <a:moveTo>
                        <a:pt x="14946" y="14955"/>
                      </a:moveTo>
                      <a:lnTo>
                        <a:pt x="14946" y="553326"/>
                      </a:lnTo>
                      <a:lnTo>
                        <a:pt x="573061" y="553326"/>
                      </a:lnTo>
                      <a:lnTo>
                        <a:pt x="573061" y="14955"/>
                      </a:lnTo>
                      <a:close/>
                      <a:moveTo>
                        <a:pt x="8702" y="0"/>
                      </a:moveTo>
                      <a:lnTo>
                        <a:pt x="579309" y="0"/>
                      </a:lnTo>
                      <a:cubicBezTo>
                        <a:pt x="584282" y="0"/>
                        <a:pt x="586768" y="3731"/>
                        <a:pt x="586768" y="7461"/>
                      </a:cubicBezTo>
                      <a:lnTo>
                        <a:pt x="586768" y="559573"/>
                      </a:lnTo>
                      <a:cubicBezTo>
                        <a:pt x="586768" y="564547"/>
                        <a:pt x="584282" y="567034"/>
                        <a:pt x="579309" y="567034"/>
                      </a:cubicBezTo>
                      <a:lnTo>
                        <a:pt x="8702" y="567034"/>
                      </a:lnTo>
                      <a:cubicBezTo>
                        <a:pt x="4973" y="567034"/>
                        <a:pt x="0" y="564547"/>
                        <a:pt x="0" y="559573"/>
                      </a:cubicBezTo>
                      <a:lnTo>
                        <a:pt x="0" y="7461"/>
                      </a:lnTo>
                      <a:cubicBezTo>
                        <a:pt x="0" y="3731"/>
                        <a:pt x="4973" y="0"/>
                        <a:pt x="870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89" name="Freeform 88">
                  <a:extLst>
                    <a:ext uri="{FF2B5EF4-FFF2-40B4-BE49-F238E27FC236}">
                      <a16:creationId xmlns:a16="http://schemas.microsoft.com/office/drawing/2014/main" id="{D57BB902-FCF1-8147-B141-9DEABBE1E556}"/>
                    </a:ext>
                  </a:extLst>
                </p:cNvPr>
                <p:cNvSpPr/>
                <p:nvPr/>
              </p:nvSpPr>
              <p:spPr>
                <a:xfrm>
                  <a:off x="13501894" y="6004333"/>
                  <a:ext cx="66027" cy="6605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4" h="54">
                      <a:moveTo>
                        <a:pt x="54" y="27"/>
                      </a:moveTo>
                      <a:cubicBezTo>
                        <a:pt x="54" y="42"/>
                        <a:pt x="42" y="54"/>
                        <a:pt x="27" y="54"/>
                      </a:cubicBezTo>
                      <a:cubicBezTo>
                        <a:pt x="12" y="54"/>
                        <a:pt x="0" y="42"/>
                        <a:pt x="0" y="27"/>
                      </a:cubicBezTo>
                      <a:cubicBezTo>
                        <a:pt x="0" y="12"/>
                        <a:pt x="12" y="0"/>
                        <a:pt x="27" y="0"/>
                      </a:cubicBezTo>
                      <a:cubicBezTo>
                        <a:pt x="42" y="0"/>
                        <a:pt x="54" y="12"/>
                        <a:pt x="54" y="27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90" name="Freeform 89">
                  <a:extLst>
                    <a:ext uri="{FF2B5EF4-FFF2-40B4-BE49-F238E27FC236}">
                      <a16:creationId xmlns:a16="http://schemas.microsoft.com/office/drawing/2014/main" id="{2BCA8C69-28E1-AF4E-9885-5C3DF2FC8986}"/>
                    </a:ext>
                  </a:extLst>
                </p:cNvPr>
                <p:cNvSpPr/>
                <p:nvPr/>
              </p:nvSpPr>
              <p:spPr>
                <a:xfrm>
                  <a:off x="13627719" y="6004333"/>
                  <a:ext cx="66027" cy="6605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4" h="54">
                      <a:moveTo>
                        <a:pt x="54" y="27"/>
                      </a:moveTo>
                      <a:cubicBezTo>
                        <a:pt x="54" y="42"/>
                        <a:pt x="42" y="54"/>
                        <a:pt x="27" y="54"/>
                      </a:cubicBezTo>
                      <a:cubicBezTo>
                        <a:pt x="12" y="54"/>
                        <a:pt x="0" y="42"/>
                        <a:pt x="0" y="27"/>
                      </a:cubicBezTo>
                      <a:cubicBezTo>
                        <a:pt x="0" y="12"/>
                        <a:pt x="12" y="0"/>
                        <a:pt x="27" y="0"/>
                      </a:cubicBezTo>
                      <a:cubicBezTo>
                        <a:pt x="42" y="0"/>
                        <a:pt x="54" y="12"/>
                        <a:pt x="54" y="27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91" name="Freeform 90">
                  <a:extLst>
                    <a:ext uri="{FF2B5EF4-FFF2-40B4-BE49-F238E27FC236}">
                      <a16:creationId xmlns:a16="http://schemas.microsoft.com/office/drawing/2014/main" id="{358E1C84-5607-1142-B237-917D2AB515F0}"/>
                    </a:ext>
                  </a:extLst>
                </p:cNvPr>
                <p:cNvSpPr/>
                <p:nvPr/>
              </p:nvSpPr>
              <p:spPr>
                <a:xfrm>
                  <a:off x="13753541" y="6004333"/>
                  <a:ext cx="67273" cy="6605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5" h="54">
                      <a:moveTo>
                        <a:pt x="55" y="27"/>
                      </a:moveTo>
                      <a:cubicBezTo>
                        <a:pt x="55" y="42"/>
                        <a:pt x="42" y="54"/>
                        <a:pt x="27" y="54"/>
                      </a:cubicBezTo>
                      <a:cubicBezTo>
                        <a:pt x="13" y="54"/>
                        <a:pt x="0" y="42"/>
                        <a:pt x="0" y="27"/>
                      </a:cubicBezTo>
                      <a:cubicBezTo>
                        <a:pt x="0" y="12"/>
                        <a:pt x="13" y="0"/>
                        <a:pt x="27" y="0"/>
                      </a:cubicBezTo>
                      <a:cubicBezTo>
                        <a:pt x="42" y="0"/>
                        <a:pt x="55" y="12"/>
                        <a:pt x="55" y="27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92" name="Freeform 91">
                  <a:extLst>
                    <a:ext uri="{FF2B5EF4-FFF2-40B4-BE49-F238E27FC236}">
                      <a16:creationId xmlns:a16="http://schemas.microsoft.com/office/drawing/2014/main" id="{21098062-F22F-4D46-8776-6227A1046419}"/>
                    </a:ext>
                  </a:extLst>
                </p:cNvPr>
                <p:cNvSpPr/>
                <p:nvPr/>
              </p:nvSpPr>
              <p:spPr>
                <a:xfrm>
                  <a:off x="14235665" y="6006825"/>
                  <a:ext cx="114613" cy="6106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93" h="50">
                      <a:moveTo>
                        <a:pt x="80" y="50"/>
                      </a:moveTo>
                      <a:lnTo>
                        <a:pt x="46" y="50"/>
                      </a:lnTo>
                      <a:lnTo>
                        <a:pt x="13" y="50"/>
                      </a:lnTo>
                      <a:cubicBezTo>
                        <a:pt x="9" y="50"/>
                        <a:pt x="6" y="49"/>
                        <a:pt x="4" y="46"/>
                      </a:cubicBezTo>
                      <a:cubicBezTo>
                        <a:pt x="1" y="44"/>
                        <a:pt x="0" y="41"/>
                        <a:pt x="0" y="37"/>
                      </a:cubicBezTo>
                      <a:lnTo>
                        <a:pt x="0" y="25"/>
                      </a:lnTo>
                      <a:lnTo>
                        <a:pt x="0" y="13"/>
                      </a:lnTo>
                      <a:cubicBezTo>
                        <a:pt x="0" y="9"/>
                        <a:pt x="1" y="6"/>
                        <a:pt x="4" y="4"/>
                      </a:cubicBezTo>
                      <a:cubicBezTo>
                        <a:pt x="6" y="2"/>
                        <a:pt x="9" y="0"/>
                        <a:pt x="13" y="0"/>
                      </a:cubicBezTo>
                      <a:lnTo>
                        <a:pt x="46" y="0"/>
                      </a:lnTo>
                      <a:lnTo>
                        <a:pt x="80" y="0"/>
                      </a:lnTo>
                      <a:cubicBezTo>
                        <a:pt x="83" y="0"/>
                        <a:pt x="87" y="2"/>
                        <a:pt x="89" y="4"/>
                      </a:cubicBezTo>
                      <a:cubicBezTo>
                        <a:pt x="91" y="6"/>
                        <a:pt x="93" y="9"/>
                        <a:pt x="93" y="13"/>
                      </a:cubicBezTo>
                      <a:lnTo>
                        <a:pt x="93" y="25"/>
                      </a:lnTo>
                      <a:lnTo>
                        <a:pt x="93" y="37"/>
                      </a:lnTo>
                      <a:cubicBezTo>
                        <a:pt x="93" y="41"/>
                        <a:pt x="91" y="44"/>
                        <a:pt x="89" y="46"/>
                      </a:cubicBezTo>
                      <a:cubicBezTo>
                        <a:pt x="87" y="49"/>
                        <a:pt x="83" y="50"/>
                        <a:pt x="80" y="5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93" name="Freeform 92">
                  <a:extLst>
                    <a:ext uri="{FF2B5EF4-FFF2-40B4-BE49-F238E27FC236}">
                      <a16:creationId xmlns:a16="http://schemas.microsoft.com/office/drawing/2014/main" id="{DD536129-3E8F-EB48-8E86-18781C1E43C9}"/>
                    </a:ext>
                  </a:extLst>
                </p:cNvPr>
                <p:cNvSpPr/>
                <p:nvPr/>
              </p:nvSpPr>
              <p:spPr>
                <a:xfrm>
                  <a:off x="14367719" y="6016795"/>
                  <a:ext cx="37374" cy="4237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1" h="35">
                      <a:moveTo>
                        <a:pt x="20" y="35"/>
                      </a:moveTo>
                      <a:lnTo>
                        <a:pt x="0" y="35"/>
                      </a:lnTo>
                      <a:lnTo>
                        <a:pt x="0" y="0"/>
                      </a:lnTo>
                      <a:lnTo>
                        <a:pt x="20" y="0"/>
                      </a:lnTo>
                      <a:cubicBezTo>
                        <a:pt x="23" y="0"/>
                        <a:pt x="26" y="1"/>
                        <a:pt x="28" y="3"/>
                      </a:cubicBezTo>
                      <a:cubicBezTo>
                        <a:pt x="30" y="5"/>
                        <a:pt x="31" y="8"/>
                        <a:pt x="31" y="11"/>
                      </a:cubicBezTo>
                      <a:lnTo>
                        <a:pt x="31" y="24"/>
                      </a:lnTo>
                      <a:cubicBezTo>
                        <a:pt x="31" y="26"/>
                        <a:pt x="30" y="29"/>
                        <a:pt x="28" y="31"/>
                      </a:cubicBezTo>
                      <a:cubicBezTo>
                        <a:pt x="26" y="33"/>
                        <a:pt x="23" y="35"/>
                        <a:pt x="20" y="35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65" name="Freeform 364">
                  <a:extLst>
                    <a:ext uri="{FF2B5EF4-FFF2-40B4-BE49-F238E27FC236}">
                      <a16:creationId xmlns:a16="http://schemas.microsoft.com/office/drawing/2014/main" id="{6A54E6C7-1AC4-FE46-AEB1-BA2C125889CF}"/>
                    </a:ext>
                  </a:extLst>
                </p:cNvPr>
                <p:cNvSpPr/>
                <p:nvPr/>
              </p:nvSpPr>
              <p:spPr>
                <a:xfrm>
                  <a:off x="14104077" y="6278043"/>
                  <a:ext cx="222946" cy="223535"/>
                </a:xfrm>
                <a:custGeom>
                  <a:avLst/>
                  <a:gdLst>
                    <a:gd name="connsiteX0" fmla="*/ 102372 w 222946"/>
                    <a:gd name="connsiteY0" fmla="*/ 15415 h 223535"/>
                    <a:gd name="connsiteX1" fmla="*/ 36765 w 222946"/>
                    <a:gd name="connsiteY1" fmla="*/ 50087 h 223535"/>
                    <a:gd name="connsiteX2" fmla="*/ 15722 w 222946"/>
                    <a:gd name="connsiteY2" fmla="*/ 121908 h 223535"/>
                    <a:gd name="connsiteX3" fmla="*/ 50382 w 222946"/>
                    <a:gd name="connsiteY3" fmla="*/ 187538 h 223535"/>
                    <a:gd name="connsiteX4" fmla="*/ 120940 w 222946"/>
                    <a:gd name="connsiteY4" fmla="*/ 208589 h 223535"/>
                    <a:gd name="connsiteX5" fmla="*/ 186547 w 222946"/>
                    <a:gd name="connsiteY5" fmla="*/ 173917 h 223535"/>
                    <a:gd name="connsiteX6" fmla="*/ 208828 w 222946"/>
                    <a:gd name="connsiteY6" fmla="*/ 103334 h 223535"/>
                    <a:gd name="connsiteX7" fmla="*/ 172930 w 222946"/>
                    <a:gd name="connsiteY7" fmla="*/ 37705 h 223535"/>
                    <a:gd name="connsiteX8" fmla="*/ 112275 w 222946"/>
                    <a:gd name="connsiteY8" fmla="*/ 15415 h 223535"/>
                    <a:gd name="connsiteX9" fmla="*/ 102372 w 222946"/>
                    <a:gd name="connsiteY9" fmla="*/ 15415 h 223535"/>
                    <a:gd name="connsiteX10" fmla="*/ 101123 w 222946"/>
                    <a:gd name="connsiteY10" fmla="*/ 460 h 223535"/>
                    <a:gd name="connsiteX11" fmla="*/ 182888 w 222946"/>
                    <a:gd name="connsiteY11" fmla="*/ 25246 h 223535"/>
                    <a:gd name="connsiteX12" fmla="*/ 222532 w 222946"/>
                    <a:gd name="connsiteY12" fmla="*/ 99605 h 223535"/>
                    <a:gd name="connsiteX13" fmla="*/ 197755 w 222946"/>
                    <a:gd name="connsiteY13" fmla="*/ 181399 h 223535"/>
                    <a:gd name="connsiteX14" fmla="*/ 123422 w 222946"/>
                    <a:gd name="connsiteY14" fmla="*/ 222296 h 223535"/>
                    <a:gd name="connsiteX15" fmla="*/ 111033 w 222946"/>
                    <a:gd name="connsiteY15" fmla="*/ 223535 h 223535"/>
                    <a:gd name="connsiteX16" fmla="*/ 40418 w 222946"/>
                    <a:gd name="connsiteY16" fmla="*/ 197510 h 223535"/>
                    <a:gd name="connsiteX17" fmla="*/ 774 w 222946"/>
                    <a:gd name="connsiteY17" fmla="*/ 121912 h 223535"/>
                    <a:gd name="connsiteX18" fmla="*/ 25551 w 222946"/>
                    <a:gd name="connsiteY18" fmla="*/ 41357 h 223535"/>
                    <a:gd name="connsiteX19" fmla="*/ 101123 w 222946"/>
                    <a:gd name="connsiteY19" fmla="*/ 460 h 223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222946" h="223535">
                      <a:moveTo>
                        <a:pt x="102372" y="15415"/>
                      </a:moveTo>
                      <a:cubicBezTo>
                        <a:pt x="76377" y="17892"/>
                        <a:pt x="52858" y="31513"/>
                        <a:pt x="36765" y="50087"/>
                      </a:cubicBezTo>
                      <a:cubicBezTo>
                        <a:pt x="19435" y="71138"/>
                        <a:pt x="12008" y="95904"/>
                        <a:pt x="15722" y="121908"/>
                      </a:cubicBezTo>
                      <a:cubicBezTo>
                        <a:pt x="16960" y="147913"/>
                        <a:pt x="29338" y="170202"/>
                        <a:pt x="50382" y="187538"/>
                      </a:cubicBezTo>
                      <a:cubicBezTo>
                        <a:pt x="70188" y="204874"/>
                        <a:pt x="94945" y="212304"/>
                        <a:pt x="120940" y="208589"/>
                      </a:cubicBezTo>
                      <a:cubicBezTo>
                        <a:pt x="146935" y="206112"/>
                        <a:pt x="170454" y="194968"/>
                        <a:pt x="186547" y="173917"/>
                      </a:cubicBezTo>
                      <a:cubicBezTo>
                        <a:pt x="202639" y="154104"/>
                        <a:pt x="210066" y="128100"/>
                        <a:pt x="208828" y="103334"/>
                      </a:cubicBezTo>
                      <a:cubicBezTo>
                        <a:pt x="206352" y="77330"/>
                        <a:pt x="192736" y="53802"/>
                        <a:pt x="172930" y="37705"/>
                      </a:cubicBezTo>
                      <a:cubicBezTo>
                        <a:pt x="155600" y="22845"/>
                        <a:pt x="134556" y="15415"/>
                        <a:pt x="112275" y="15415"/>
                      </a:cubicBezTo>
                      <a:cubicBezTo>
                        <a:pt x="108561" y="15415"/>
                        <a:pt x="104848" y="15415"/>
                        <a:pt x="102372" y="15415"/>
                      </a:cubicBezTo>
                      <a:close/>
                      <a:moveTo>
                        <a:pt x="101123" y="460"/>
                      </a:moveTo>
                      <a:cubicBezTo>
                        <a:pt x="130855" y="-2019"/>
                        <a:pt x="159350" y="5417"/>
                        <a:pt x="182888" y="25246"/>
                      </a:cubicBezTo>
                      <a:cubicBezTo>
                        <a:pt x="205188" y="43836"/>
                        <a:pt x="220054" y="69861"/>
                        <a:pt x="222532" y="99605"/>
                      </a:cubicBezTo>
                      <a:cubicBezTo>
                        <a:pt x="225010" y="129348"/>
                        <a:pt x="216338" y="159091"/>
                        <a:pt x="197755" y="181399"/>
                      </a:cubicBezTo>
                      <a:cubicBezTo>
                        <a:pt x="179171" y="204946"/>
                        <a:pt x="151916" y="218578"/>
                        <a:pt x="123422" y="222296"/>
                      </a:cubicBezTo>
                      <a:cubicBezTo>
                        <a:pt x="118467" y="223535"/>
                        <a:pt x="114750" y="223535"/>
                        <a:pt x="111033" y="223535"/>
                      </a:cubicBezTo>
                      <a:cubicBezTo>
                        <a:pt x="86256" y="223535"/>
                        <a:pt x="61479" y="213621"/>
                        <a:pt x="40418" y="197510"/>
                      </a:cubicBezTo>
                      <a:cubicBezTo>
                        <a:pt x="18118" y="177681"/>
                        <a:pt x="3252" y="151656"/>
                        <a:pt x="774" y="121912"/>
                      </a:cubicBezTo>
                      <a:cubicBezTo>
                        <a:pt x="-2943" y="92169"/>
                        <a:pt x="6968" y="63665"/>
                        <a:pt x="25551" y="41357"/>
                      </a:cubicBezTo>
                      <a:cubicBezTo>
                        <a:pt x="45373" y="17811"/>
                        <a:pt x="71390" y="2939"/>
                        <a:pt x="101123" y="46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96" name="Freeform 95">
                  <a:extLst>
                    <a:ext uri="{FF2B5EF4-FFF2-40B4-BE49-F238E27FC236}">
                      <a16:creationId xmlns:a16="http://schemas.microsoft.com/office/drawing/2014/main" id="{C411550C-B983-1D4C-AADE-0B196ADE0063}"/>
                    </a:ext>
                  </a:extLst>
                </p:cNvPr>
                <p:cNvSpPr/>
                <p:nvPr/>
              </p:nvSpPr>
              <p:spPr>
                <a:xfrm>
                  <a:off x="14289235" y="6449237"/>
                  <a:ext cx="120842" cy="10219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98" h="83">
                      <a:moveTo>
                        <a:pt x="93" y="83"/>
                      </a:moveTo>
                      <a:cubicBezTo>
                        <a:pt x="91" y="83"/>
                        <a:pt x="90" y="83"/>
                        <a:pt x="89" y="82"/>
                      </a:cubicBezTo>
                      <a:lnTo>
                        <a:pt x="2" y="10"/>
                      </a:lnTo>
                      <a:cubicBezTo>
                        <a:pt x="0" y="8"/>
                        <a:pt x="-1" y="4"/>
                        <a:pt x="1" y="2"/>
                      </a:cubicBezTo>
                      <a:cubicBezTo>
                        <a:pt x="3" y="-1"/>
                        <a:pt x="7" y="-1"/>
                        <a:pt x="9" y="2"/>
                      </a:cubicBezTo>
                      <a:lnTo>
                        <a:pt x="96" y="73"/>
                      </a:lnTo>
                      <a:cubicBezTo>
                        <a:pt x="99" y="75"/>
                        <a:pt x="99" y="79"/>
                        <a:pt x="97" y="81"/>
                      </a:cubicBezTo>
                      <a:cubicBezTo>
                        <a:pt x="96" y="82"/>
                        <a:pt x="94" y="83"/>
                        <a:pt x="93" y="8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97" name="Freeform 96">
                  <a:extLst>
                    <a:ext uri="{FF2B5EF4-FFF2-40B4-BE49-F238E27FC236}">
                      <a16:creationId xmlns:a16="http://schemas.microsoft.com/office/drawing/2014/main" id="{8B0806B9-E2F1-DF42-9E35-BEBDFE604467}"/>
                    </a:ext>
                  </a:extLst>
                </p:cNvPr>
                <p:cNvSpPr/>
                <p:nvPr/>
              </p:nvSpPr>
              <p:spPr>
                <a:xfrm>
                  <a:off x="13545497" y="6292212"/>
                  <a:ext cx="275320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22" h="11">
                      <a:moveTo>
                        <a:pt x="216" y="11"/>
                      </a:moveTo>
                      <a:lnTo>
                        <a:pt x="6" y="11"/>
                      </a:lnTo>
                      <a:cubicBezTo>
                        <a:pt x="3" y="11"/>
                        <a:pt x="0" y="9"/>
                        <a:pt x="0" y="5"/>
                      </a:cubicBezTo>
                      <a:cubicBezTo>
                        <a:pt x="0" y="3"/>
                        <a:pt x="3" y="0"/>
                        <a:pt x="6" y="0"/>
                      </a:cubicBezTo>
                      <a:lnTo>
                        <a:pt x="216" y="0"/>
                      </a:lnTo>
                      <a:cubicBezTo>
                        <a:pt x="219" y="0"/>
                        <a:pt x="222" y="3"/>
                        <a:pt x="222" y="5"/>
                      </a:cubicBezTo>
                      <a:cubicBezTo>
                        <a:pt x="222" y="9"/>
                        <a:pt x="219" y="11"/>
                        <a:pt x="216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98" name="Freeform 97">
                  <a:extLst>
                    <a:ext uri="{FF2B5EF4-FFF2-40B4-BE49-F238E27FC236}">
                      <a16:creationId xmlns:a16="http://schemas.microsoft.com/office/drawing/2014/main" id="{2FEF92D8-8670-C54D-81C5-51DBB289D070}"/>
                    </a:ext>
                  </a:extLst>
                </p:cNvPr>
                <p:cNvSpPr/>
                <p:nvPr/>
              </p:nvSpPr>
              <p:spPr>
                <a:xfrm>
                  <a:off x="13545497" y="6409357"/>
                  <a:ext cx="275320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22" h="11">
                      <a:moveTo>
                        <a:pt x="216" y="11"/>
                      </a:moveTo>
                      <a:lnTo>
                        <a:pt x="6" y="11"/>
                      </a:lnTo>
                      <a:cubicBezTo>
                        <a:pt x="3" y="11"/>
                        <a:pt x="0" y="9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lnTo>
                        <a:pt x="216" y="0"/>
                      </a:lnTo>
                      <a:cubicBezTo>
                        <a:pt x="219" y="0"/>
                        <a:pt x="222" y="3"/>
                        <a:pt x="222" y="6"/>
                      </a:cubicBezTo>
                      <a:cubicBezTo>
                        <a:pt x="222" y="9"/>
                        <a:pt x="219" y="11"/>
                        <a:pt x="216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99" name="Freeform 98">
                  <a:extLst>
                    <a:ext uri="{FF2B5EF4-FFF2-40B4-BE49-F238E27FC236}">
                      <a16:creationId xmlns:a16="http://schemas.microsoft.com/office/drawing/2014/main" id="{7EC76EE1-9F64-1D4C-A31C-CB95A0C5A18C}"/>
                    </a:ext>
                  </a:extLst>
                </p:cNvPr>
                <p:cNvSpPr/>
                <p:nvPr/>
              </p:nvSpPr>
              <p:spPr>
                <a:xfrm>
                  <a:off x="13545497" y="6526503"/>
                  <a:ext cx="275320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22" h="11">
                      <a:moveTo>
                        <a:pt x="216" y="11"/>
                      </a:moveTo>
                      <a:lnTo>
                        <a:pt x="6" y="11"/>
                      </a:lnTo>
                      <a:cubicBezTo>
                        <a:pt x="3" y="11"/>
                        <a:pt x="0" y="9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lnTo>
                        <a:pt x="216" y="0"/>
                      </a:lnTo>
                      <a:cubicBezTo>
                        <a:pt x="219" y="0"/>
                        <a:pt x="222" y="3"/>
                        <a:pt x="222" y="6"/>
                      </a:cubicBezTo>
                      <a:cubicBezTo>
                        <a:pt x="222" y="9"/>
                        <a:pt x="219" y="11"/>
                        <a:pt x="216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00" name="Freeform 99">
                  <a:extLst>
                    <a:ext uri="{FF2B5EF4-FFF2-40B4-BE49-F238E27FC236}">
                      <a16:creationId xmlns:a16="http://schemas.microsoft.com/office/drawing/2014/main" id="{5ABF9085-EDC8-944D-9399-E5B39B30D22D}"/>
                    </a:ext>
                  </a:extLst>
                </p:cNvPr>
                <p:cNvSpPr/>
                <p:nvPr/>
              </p:nvSpPr>
              <p:spPr>
                <a:xfrm>
                  <a:off x="13525564" y="6862985"/>
                  <a:ext cx="910674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32" h="11">
                      <a:moveTo>
                        <a:pt x="726" y="11"/>
                      </a:moveTo>
                      <a:lnTo>
                        <a:pt x="6" y="11"/>
                      </a:lnTo>
                      <a:cubicBezTo>
                        <a:pt x="3" y="11"/>
                        <a:pt x="0" y="9"/>
                        <a:pt x="0" y="5"/>
                      </a:cubicBezTo>
                      <a:cubicBezTo>
                        <a:pt x="0" y="2"/>
                        <a:pt x="3" y="0"/>
                        <a:pt x="6" y="0"/>
                      </a:cubicBezTo>
                      <a:lnTo>
                        <a:pt x="726" y="0"/>
                      </a:lnTo>
                      <a:cubicBezTo>
                        <a:pt x="729" y="0"/>
                        <a:pt x="732" y="2"/>
                        <a:pt x="732" y="5"/>
                      </a:cubicBezTo>
                      <a:cubicBezTo>
                        <a:pt x="732" y="9"/>
                        <a:pt x="729" y="11"/>
                        <a:pt x="726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01" name="Freeform 100">
                  <a:extLst>
                    <a:ext uri="{FF2B5EF4-FFF2-40B4-BE49-F238E27FC236}">
                      <a16:creationId xmlns:a16="http://schemas.microsoft.com/office/drawing/2014/main" id="{92028DFC-630C-154A-B518-83E12A86E346}"/>
                    </a:ext>
                  </a:extLst>
                </p:cNvPr>
                <p:cNvSpPr/>
                <p:nvPr/>
              </p:nvSpPr>
              <p:spPr>
                <a:xfrm>
                  <a:off x="13525564" y="7000070"/>
                  <a:ext cx="910674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32" h="11">
                      <a:moveTo>
                        <a:pt x="726" y="11"/>
                      </a:moveTo>
                      <a:lnTo>
                        <a:pt x="6" y="11"/>
                      </a:lnTo>
                      <a:cubicBezTo>
                        <a:pt x="3" y="11"/>
                        <a:pt x="0" y="9"/>
                        <a:pt x="0" y="6"/>
                      </a:cubicBezTo>
                      <a:cubicBezTo>
                        <a:pt x="0" y="2"/>
                        <a:pt x="3" y="0"/>
                        <a:pt x="6" y="0"/>
                      </a:cubicBezTo>
                      <a:lnTo>
                        <a:pt x="726" y="0"/>
                      </a:lnTo>
                      <a:cubicBezTo>
                        <a:pt x="729" y="0"/>
                        <a:pt x="732" y="2"/>
                        <a:pt x="732" y="6"/>
                      </a:cubicBezTo>
                      <a:cubicBezTo>
                        <a:pt x="732" y="9"/>
                        <a:pt x="729" y="11"/>
                        <a:pt x="726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66" name="Freeform 365">
                  <a:extLst>
                    <a:ext uri="{FF2B5EF4-FFF2-40B4-BE49-F238E27FC236}">
                      <a16:creationId xmlns:a16="http://schemas.microsoft.com/office/drawing/2014/main" id="{807E358E-3FE1-3A41-8CCA-66F9BCF66A1D}"/>
                    </a:ext>
                  </a:extLst>
                </p:cNvPr>
                <p:cNvSpPr/>
                <p:nvPr/>
              </p:nvSpPr>
              <p:spPr>
                <a:xfrm>
                  <a:off x="13525564" y="7115969"/>
                  <a:ext cx="910674" cy="150794"/>
                </a:xfrm>
                <a:custGeom>
                  <a:avLst/>
                  <a:gdLst>
                    <a:gd name="connsiteX0" fmla="*/ 75908 w 910674"/>
                    <a:gd name="connsiteY0" fmla="*/ 14955 h 150794"/>
                    <a:gd name="connsiteX1" fmla="*/ 32366 w 910674"/>
                    <a:gd name="connsiteY1" fmla="*/ 32226 h 150794"/>
                    <a:gd name="connsiteX2" fmla="*/ 14950 w 910674"/>
                    <a:gd name="connsiteY2" fmla="*/ 75403 h 150794"/>
                    <a:gd name="connsiteX3" fmla="*/ 32366 w 910674"/>
                    <a:gd name="connsiteY3" fmla="*/ 118581 h 150794"/>
                    <a:gd name="connsiteX4" fmla="*/ 75908 w 910674"/>
                    <a:gd name="connsiteY4" fmla="*/ 137085 h 150794"/>
                    <a:gd name="connsiteX5" fmla="*/ 834767 w 910674"/>
                    <a:gd name="connsiteY5" fmla="*/ 137085 h 150794"/>
                    <a:gd name="connsiteX6" fmla="*/ 878309 w 910674"/>
                    <a:gd name="connsiteY6" fmla="*/ 118581 h 150794"/>
                    <a:gd name="connsiteX7" fmla="*/ 895725 w 910674"/>
                    <a:gd name="connsiteY7" fmla="*/ 75403 h 150794"/>
                    <a:gd name="connsiteX8" fmla="*/ 878309 w 910674"/>
                    <a:gd name="connsiteY8" fmla="*/ 32226 h 150794"/>
                    <a:gd name="connsiteX9" fmla="*/ 834767 w 910674"/>
                    <a:gd name="connsiteY9" fmla="*/ 14955 h 150794"/>
                    <a:gd name="connsiteX10" fmla="*/ 75890 w 910674"/>
                    <a:gd name="connsiteY10" fmla="*/ 0 h 150794"/>
                    <a:gd name="connsiteX11" fmla="*/ 834784 w 910674"/>
                    <a:gd name="connsiteY11" fmla="*/ 0 h 150794"/>
                    <a:gd name="connsiteX12" fmla="*/ 888280 w 910674"/>
                    <a:gd name="connsiteY12" fmla="*/ 22249 h 150794"/>
                    <a:gd name="connsiteX13" fmla="*/ 910674 w 910674"/>
                    <a:gd name="connsiteY13" fmla="*/ 75397 h 150794"/>
                    <a:gd name="connsiteX14" fmla="*/ 888280 w 910674"/>
                    <a:gd name="connsiteY14" fmla="*/ 128546 h 150794"/>
                    <a:gd name="connsiteX15" fmla="*/ 834784 w 910674"/>
                    <a:gd name="connsiteY15" fmla="*/ 150794 h 150794"/>
                    <a:gd name="connsiteX16" fmla="*/ 75890 w 910674"/>
                    <a:gd name="connsiteY16" fmla="*/ 150794 h 150794"/>
                    <a:gd name="connsiteX17" fmla="*/ 22394 w 910674"/>
                    <a:gd name="connsiteY17" fmla="*/ 128546 h 150794"/>
                    <a:gd name="connsiteX18" fmla="*/ 0 w 910674"/>
                    <a:gd name="connsiteY18" fmla="*/ 75397 h 150794"/>
                    <a:gd name="connsiteX19" fmla="*/ 22394 w 910674"/>
                    <a:gd name="connsiteY19" fmla="*/ 22249 h 150794"/>
                    <a:gd name="connsiteX20" fmla="*/ 75890 w 910674"/>
                    <a:gd name="connsiteY20" fmla="*/ 0 h 1507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910674" h="150794">
                      <a:moveTo>
                        <a:pt x="75908" y="14955"/>
                      </a:moveTo>
                      <a:cubicBezTo>
                        <a:pt x="58491" y="14955"/>
                        <a:pt x="43563" y="21123"/>
                        <a:pt x="32366" y="32226"/>
                      </a:cubicBezTo>
                      <a:cubicBezTo>
                        <a:pt x="21170" y="44563"/>
                        <a:pt x="14950" y="59366"/>
                        <a:pt x="14950" y="75403"/>
                      </a:cubicBezTo>
                      <a:cubicBezTo>
                        <a:pt x="14950" y="91441"/>
                        <a:pt x="21170" y="107478"/>
                        <a:pt x="32366" y="118581"/>
                      </a:cubicBezTo>
                      <a:cubicBezTo>
                        <a:pt x="43563" y="130917"/>
                        <a:pt x="58491" y="137085"/>
                        <a:pt x="75908" y="137085"/>
                      </a:cubicBezTo>
                      <a:lnTo>
                        <a:pt x="834767" y="137085"/>
                      </a:lnTo>
                      <a:cubicBezTo>
                        <a:pt x="850940" y="137085"/>
                        <a:pt x="865868" y="130917"/>
                        <a:pt x="878309" y="118581"/>
                      </a:cubicBezTo>
                      <a:cubicBezTo>
                        <a:pt x="889505" y="107478"/>
                        <a:pt x="895725" y="91441"/>
                        <a:pt x="895725" y="75403"/>
                      </a:cubicBezTo>
                      <a:cubicBezTo>
                        <a:pt x="895725" y="59366"/>
                        <a:pt x="889505" y="44563"/>
                        <a:pt x="878309" y="32226"/>
                      </a:cubicBezTo>
                      <a:cubicBezTo>
                        <a:pt x="865868" y="21123"/>
                        <a:pt x="850940" y="14955"/>
                        <a:pt x="834767" y="14955"/>
                      </a:cubicBezTo>
                      <a:close/>
                      <a:moveTo>
                        <a:pt x="75890" y="0"/>
                      </a:moveTo>
                      <a:lnTo>
                        <a:pt x="834784" y="0"/>
                      </a:lnTo>
                      <a:cubicBezTo>
                        <a:pt x="854690" y="0"/>
                        <a:pt x="873351" y="8652"/>
                        <a:pt x="888280" y="22249"/>
                      </a:cubicBezTo>
                      <a:cubicBezTo>
                        <a:pt x="901965" y="37081"/>
                        <a:pt x="910674" y="55621"/>
                        <a:pt x="910674" y="75397"/>
                      </a:cubicBezTo>
                      <a:cubicBezTo>
                        <a:pt x="910674" y="95174"/>
                        <a:pt x="901965" y="114950"/>
                        <a:pt x="888280" y="128546"/>
                      </a:cubicBezTo>
                      <a:cubicBezTo>
                        <a:pt x="873351" y="143378"/>
                        <a:pt x="854690" y="150794"/>
                        <a:pt x="834784" y="150794"/>
                      </a:cubicBezTo>
                      <a:lnTo>
                        <a:pt x="75890" y="150794"/>
                      </a:lnTo>
                      <a:cubicBezTo>
                        <a:pt x="54740" y="150794"/>
                        <a:pt x="37323" y="143378"/>
                        <a:pt x="22394" y="128546"/>
                      </a:cubicBezTo>
                      <a:cubicBezTo>
                        <a:pt x="8709" y="114950"/>
                        <a:pt x="0" y="95174"/>
                        <a:pt x="0" y="75397"/>
                      </a:cubicBezTo>
                      <a:cubicBezTo>
                        <a:pt x="0" y="55621"/>
                        <a:pt x="8709" y="37081"/>
                        <a:pt x="22394" y="22249"/>
                      </a:cubicBezTo>
                      <a:cubicBezTo>
                        <a:pt x="37323" y="8652"/>
                        <a:pt x="54740" y="0"/>
                        <a:pt x="7589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07EFF515-3A6D-F747-BB3B-7260FEEC96D3}"/>
                  </a:ext>
                </a:extLst>
              </p:cNvPr>
              <p:cNvGrpSpPr/>
              <p:nvPr/>
            </p:nvGrpSpPr>
            <p:grpSpPr>
              <a:xfrm>
                <a:off x="11613274" y="5853539"/>
                <a:ext cx="1457576" cy="2433886"/>
                <a:chOff x="11613274" y="5853539"/>
                <a:chExt cx="1457576" cy="2433886"/>
              </a:xfrm>
            </p:grpSpPr>
            <p:sp>
              <p:nvSpPr>
                <p:cNvPr id="367" name="Freeform 366">
                  <a:extLst>
                    <a:ext uri="{FF2B5EF4-FFF2-40B4-BE49-F238E27FC236}">
                      <a16:creationId xmlns:a16="http://schemas.microsoft.com/office/drawing/2014/main" id="{6DADFB93-B4DF-6042-9135-4B1C918F4388}"/>
                    </a:ext>
                  </a:extLst>
                </p:cNvPr>
                <p:cNvSpPr/>
                <p:nvPr/>
              </p:nvSpPr>
              <p:spPr>
                <a:xfrm>
                  <a:off x="11613274" y="5853539"/>
                  <a:ext cx="1457576" cy="2433886"/>
                </a:xfrm>
                <a:custGeom>
                  <a:avLst/>
                  <a:gdLst>
                    <a:gd name="connsiteX0" fmla="*/ 171782 w 1457576"/>
                    <a:gd name="connsiteY0" fmla="*/ 13709 h 2433886"/>
                    <a:gd name="connsiteX1" fmla="*/ 61003 w 1457576"/>
                    <a:gd name="connsiteY1" fmla="*/ 61041 h 2433886"/>
                    <a:gd name="connsiteX2" fmla="*/ 13704 w 1457576"/>
                    <a:gd name="connsiteY2" fmla="*/ 173144 h 2433886"/>
                    <a:gd name="connsiteX3" fmla="*/ 13704 w 1457576"/>
                    <a:gd name="connsiteY3" fmla="*/ 2261985 h 2433886"/>
                    <a:gd name="connsiteX4" fmla="*/ 61003 w 1457576"/>
                    <a:gd name="connsiteY4" fmla="*/ 2372842 h 2433886"/>
                    <a:gd name="connsiteX5" fmla="*/ 171782 w 1457576"/>
                    <a:gd name="connsiteY5" fmla="*/ 2420174 h 2433886"/>
                    <a:gd name="connsiteX6" fmla="*/ 1284550 w 1457576"/>
                    <a:gd name="connsiteY6" fmla="*/ 2420174 h 2433886"/>
                    <a:gd name="connsiteX7" fmla="*/ 1396574 w 1457576"/>
                    <a:gd name="connsiteY7" fmla="*/ 2372842 h 2433886"/>
                    <a:gd name="connsiteX8" fmla="*/ 1443873 w 1457576"/>
                    <a:gd name="connsiteY8" fmla="*/ 2261985 h 2433886"/>
                    <a:gd name="connsiteX9" fmla="*/ 1443873 w 1457576"/>
                    <a:gd name="connsiteY9" fmla="*/ 173144 h 2433886"/>
                    <a:gd name="connsiteX10" fmla="*/ 1396574 w 1457576"/>
                    <a:gd name="connsiteY10" fmla="*/ 61041 h 2433886"/>
                    <a:gd name="connsiteX11" fmla="*/ 1284550 w 1457576"/>
                    <a:gd name="connsiteY11" fmla="*/ 13709 h 2433886"/>
                    <a:gd name="connsiteX12" fmla="*/ 171772 w 1457576"/>
                    <a:gd name="connsiteY12" fmla="*/ 0 h 2433886"/>
                    <a:gd name="connsiteX13" fmla="*/ 1284559 w 1457576"/>
                    <a:gd name="connsiteY13" fmla="*/ 0 h 2433886"/>
                    <a:gd name="connsiteX14" fmla="*/ 1406542 w 1457576"/>
                    <a:gd name="connsiteY14" fmla="*/ 51070 h 2433886"/>
                    <a:gd name="connsiteX15" fmla="*/ 1457576 w 1457576"/>
                    <a:gd name="connsiteY15" fmla="*/ 173137 h 2433886"/>
                    <a:gd name="connsiteX16" fmla="*/ 1457576 w 1457576"/>
                    <a:gd name="connsiteY16" fmla="*/ 2261994 h 2433886"/>
                    <a:gd name="connsiteX17" fmla="*/ 1406542 w 1457576"/>
                    <a:gd name="connsiteY17" fmla="*/ 2382817 h 2433886"/>
                    <a:gd name="connsiteX18" fmla="*/ 1284559 w 1457576"/>
                    <a:gd name="connsiteY18" fmla="*/ 2433886 h 2433886"/>
                    <a:gd name="connsiteX19" fmla="*/ 171772 w 1457576"/>
                    <a:gd name="connsiteY19" fmla="*/ 2433886 h 2433886"/>
                    <a:gd name="connsiteX20" fmla="*/ 49789 w 1457576"/>
                    <a:gd name="connsiteY20" fmla="*/ 2382817 h 2433886"/>
                    <a:gd name="connsiteX21" fmla="*/ 0 w 1457576"/>
                    <a:gd name="connsiteY21" fmla="*/ 2261994 h 2433886"/>
                    <a:gd name="connsiteX22" fmla="*/ 0 w 1457576"/>
                    <a:gd name="connsiteY22" fmla="*/ 173137 h 2433886"/>
                    <a:gd name="connsiteX23" fmla="*/ 49789 w 1457576"/>
                    <a:gd name="connsiteY23" fmla="*/ 51070 h 2433886"/>
                    <a:gd name="connsiteX24" fmla="*/ 171772 w 1457576"/>
                    <a:gd name="connsiteY24" fmla="*/ 0 h 24338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457576" h="2433886">
                      <a:moveTo>
                        <a:pt x="171782" y="13709"/>
                      </a:moveTo>
                      <a:cubicBezTo>
                        <a:pt x="130707" y="13709"/>
                        <a:pt x="90876" y="31147"/>
                        <a:pt x="61003" y="61041"/>
                      </a:cubicBezTo>
                      <a:cubicBezTo>
                        <a:pt x="31130" y="90935"/>
                        <a:pt x="13704" y="129548"/>
                        <a:pt x="13704" y="173144"/>
                      </a:cubicBezTo>
                      <a:lnTo>
                        <a:pt x="13704" y="2261985"/>
                      </a:lnTo>
                      <a:cubicBezTo>
                        <a:pt x="13704" y="2303089"/>
                        <a:pt x="31130" y="2344194"/>
                        <a:pt x="61003" y="2372842"/>
                      </a:cubicBezTo>
                      <a:cubicBezTo>
                        <a:pt x="90876" y="2402736"/>
                        <a:pt x="130707" y="2420174"/>
                        <a:pt x="171782" y="2420174"/>
                      </a:cubicBezTo>
                      <a:lnTo>
                        <a:pt x="1284550" y="2420174"/>
                      </a:lnTo>
                      <a:cubicBezTo>
                        <a:pt x="1326870" y="2420174"/>
                        <a:pt x="1367946" y="2402736"/>
                        <a:pt x="1396574" y="2372842"/>
                      </a:cubicBezTo>
                      <a:cubicBezTo>
                        <a:pt x="1426447" y="2344194"/>
                        <a:pt x="1443873" y="2303089"/>
                        <a:pt x="1443873" y="2261985"/>
                      </a:cubicBezTo>
                      <a:lnTo>
                        <a:pt x="1443873" y="173144"/>
                      </a:lnTo>
                      <a:cubicBezTo>
                        <a:pt x="1443873" y="129548"/>
                        <a:pt x="1426447" y="90935"/>
                        <a:pt x="1396574" y="61041"/>
                      </a:cubicBezTo>
                      <a:cubicBezTo>
                        <a:pt x="1367946" y="31147"/>
                        <a:pt x="1326870" y="13709"/>
                        <a:pt x="1284550" y="13709"/>
                      </a:cubicBezTo>
                      <a:close/>
                      <a:moveTo>
                        <a:pt x="171772" y="0"/>
                      </a:moveTo>
                      <a:lnTo>
                        <a:pt x="1284559" y="0"/>
                      </a:lnTo>
                      <a:cubicBezTo>
                        <a:pt x="1330614" y="0"/>
                        <a:pt x="1374179" y="17439"/>
                        <a:pt x="1406542" y="51070"/>
                      </a:cubicBezTo>
                      <a:cubicBezTo>
                        <a:pt x="1440150" y="82209"/>
                        <a:pt x="1457576" y="125805"/>
                        <a:pt x="1457576" y="173137"/>
                      </a:cubicBezTo>
                      <a:lnTo>
                        <a:pt x="1457576" y="2261994"/>
                      </a:lnTo>
                      <a:cubicBezTo>
                        <a:pt x="1457576" y="2306836"/>
                        <a:pt x="1440150" y="2350431"/>
                        <a:pt x="1406542" y="2382817"/>
                      </a:cubicBezTo>
                      <a:cubicBezTo>
                        <a:pt x="1374179" y="2416448"/>
                        <a:pt x="1330614" y="2433886"/>
                        <a:pt x="1284559" y="2433886"/>
                      </a:cubicBezTo>
                      <a:lnTo>
                        <a:pt x="171772" y="2433886"/>
                      </a:lnTo>
                      <a:cubicBezTo>
                        <a:pt x="126962" y="2433886"/>
                        <a:pt x="83397" y="2416448"/>
                        <a:pt x="49789" y="2382817"/>
                      </a:cubicBezTo>
                      <a:cubicBezTo>
                        <a:pt x="17426" y="2350431"/>
                        <a:pt x="0" y="2306836"/>
                        <a:pt x="0" y="2261994"/>
                      </a:cubicBezTo>
                      <a:lnTo>
                        <a:pt x="0" y="173137"/>
                      </a:lnTo>
                      <a:cubicBezTo>
                        <a:pt x="0" y="125805"/>
                        <a:pt x="17426" y="82209"/>
                        <a:pt x="49789" y="51070"/>
                      </a:cubicBezTo>
                      <a:cubicBezTo>
                        <a:pt x="83397" y="17439"/>
                        <a:pt x="126962" y="0"/>
                        <a:pt x="17177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06" name="Freeform 105">
                  <a:extLst>
                    <a:ext uri="{FF2B5EF4-FFF2-40B4-BE49-F238E27FC236}">
                      <a16:creationId xmlns:a16="http://schemas.microsoft.com/office/drawing/2014/main" id="{E1470CFD-B8F9-FF48-B74E-89DC96D44272}"/>
                    </a:ext>
                  </a:extLst>
                </p:cNvPr>
                <p:cNvSpPr/>
                <p:nvPr/>
              </p:nvSpPr>
              <p:spPr>
                <a:xfrm>
                  <a:off x="11838762" y="6934020"/>
                  <a:ext cx="1006600" cy="1370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809" h="12">
                      <a:moveTo>
                        <a:pt x="803" y="12"/>
                      </a:moveTo>
                      <a:lnTo>
                        <a:pt x="6" y="12"/>
                      </a:lnTo>
                      <a:cubicBezTo>
                        <a:pt x="2" y="12"/>
                        <a:pt x="0" y="9"/>
                        <a:pt x="0" y="6"/>
                      </a:cubicBezTo>
                      <a:cubicBezTo>
                        <a:pt x="0" y="3"/>
                        <a:pt x="2" y="0"/>
                        <a:pt x="6" y="0"/>
                      </a:cubicBezTo>
                      <a:lnTo>
                        <a:pt x="803" y="0"/>
                      </a:lnTo>
                      <a:cubicBezTo>
                        <a:pt x="806" y="0"/>
                        <a:pt x="809" y="3"/>
                        <a:pt x="809" y="6"/>
                      </a:cubicBezTo>
                      <a:cubicBezTo>
                        <a:pt x="809" y="9"/>
                        <a:pt x="806" y="12"/>
                        <a:pt x="803" y="1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07" name="Freeform 106">
                  <a:extLst>
                    <a:ext uri="{FF2B5EF4-FFF2-40B4-BE49-F238E27FC236}">
                      <a16:creationId xmlns:a16="http://schemas.microsoft.com/office/drawing/2014/main" id="{7DB03ABB-E146-C945-BAF1-5518F11726D7}"/>
                    </a:ext>
                  </a:extLst>
                </p:cNvPr>
                <p:cNvSpPr/>
                <p:nvPr/>
              </p:nvSpPr>
              <p:spPr>
                <a:xfrm>
                  <a:off x="11838762" y="7097276"/>
                  <a:ext cx="1006600" cy="1370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809" h="12">
                      <a:moveTo>
                        <a:pt x="803" y="12"/>
                      </a:moveTo>
                      <a:lnTo>
                        <a:pt x="6" y="12"/>
                      </a:lnTo>
                      <a:cubicBezTo>
                        <a:pt x="2" y="12"/>
                        <a:pt x="0" y="9"/>
                        <a:pt x="0" y="6"/>
                      </a:cubicBezTo>
                      <a:cubicBezTo>
                        <a:pt x="0" y="3"/>
                        <a:pt x="2" y="0"/>
                        <a:pt x="6" y="0"/>
                      </a:cubicBezTo>
                      <a:lnTo>
                        <a:pt x="803" y="0"/>
                      </a:lnTo>
                      <a:cubicBezTo>
                        <a:pt x="806" y="0"/>
                        <a:pt x="809" y="3"/>
                        <a:pt x="809" y="6"/>
                      </a:cubicBezTo>
                      <a:cubicBezTo>
                        <a:pt x="809" y="9"/>
                        <a:pt x="806" y="12"/>
                        <a:pt x="803" y="1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08" name="Freeform 107">
                  <a:extLst>
                    <a:ext uri="{FF2B5EF4-FFF2-40B4-BE49-F238E27FC236}">
                      <a16:creationId xmlns:a16="http://schemas.microsoft.com/office/drawing/2014/main" id="{7E2690B2-84E8-044F-A830-14A142D7C1FF}"/>
                    </a:ext>
                  </a:extLst>
                </p:cNvPr>
                <p:cNvSpPr/>
                <p:nvPr/>
              </p:nvSpPr>
              <p:spPr>
                <a:xfrm>
                  <a:off x="11838762" y="7260532"/>
                  <a:ext cx="1006600" cy="1370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809" h="12">
                      <a:moveTo>
                        <a:pt x="803" y="12"/>
                      </a:moveTo>
                      <a:lnTo>
                        <a:pt x="6" y="12"/>
                      </a:lnTo>
                      <a:cubicBezTo>
                        <a:pt x="2" y="12"/>
                        <a:pt x="0" y="9"/>
                        <a:pt x="0" y="6"/>
                      </a:cubicBezTo>
                      <a:cubicBezTo>
                        <a:pt x="0" y="3"/>
                        <a:pt x="2" y="0"/>
                        <a:pt x="6" y="0"/>
                      </a:cubicBezTo>
                      <a:lnTo>
                        <a:pt x="803" y="0"/>
                      </a:lnTo>
                      <a:cubicBezTo>
                        <a:pt x="806" y="0"/>
                        <a:pt x="809" y="3"/>
                        <a:pt x="809" y="6"/>
                      </a:cubicBezTo>
                      <a:cubicBezTo>
                        <a:pt x="809" y="9"/>
                        <a:pt x="806" y="12"/>
                        <a:pt x="803" y="1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09" name="Freeform 108">
                  <a:extLst>
                    <a:ext uri="{FF2B5EF4-FFF2-40B4-BE49-F238E27FC236}">
                      <a16:creationId xmlns:a16="http://schemas.microsoft.com/office/drawing/2014/main" id="{8681F999-410C-3644-A89E-EDDAB60F1B50}"/>
                    </a:ext>
                  </a:extLst>
                </p:cNvPr>
                <p:cNvSpPr/>
                <p:nvPr/>
              </p:nvSpPr>
              <p:spPr>
                <a:xfrm>
                  <a:off x="11838762" y="7560873"/>
                  <a:ext cx="1006600" cy="1370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809" h="12">
                      <a:moveTo>
                        <a:pt x="803" y="12"/>
                      </a:moveTo>
                      <a:lnTo>
                        <a:pt x="6" y="12"/>
                      </a:lnTo>
                      <a:cubicBezTo>
                        <a:pt x="2" y="12"/>
                        <a:pt x="0" y="8"/>
                        <a:pt x="0" y="5"/>
                      </a:cubicBezTo>
                      <a:cubicBezTo>
                        <a:pt x="0" y="2"/>
                        <a:pt x="2" y="0"/>
                        <a:pt x="6" y="0"/>
                      </a:cubicBezTo>
                      <a:lnTo>
                        <a:pt x="803" y="0"/>
                      </a:lnTo>
                      <a:cubicBezTo>
                        <a:pt x="806" y="0"/>
                        <a:pt x="809" y="2"/>
                        <a:pt x="809" y="5"/>
                      </a:cubicBezTo>
                      <a:cubicBezTo>
                        <a:pt x="809" y="8"/>
                        <a:pt x="806" y="12"/>
                        <a:pt x="803" y="1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10" name="Freeform 109">
                  <a:extLst>
                    <a:ext uri="{FF2B5EF4-FFF2-40B4-BE49-F238E27FC236}">
                      <a16:creationId xmlns:a16="http://schemas.microsoft.com/office/drawing/2014/main" id="{13481393-272E-6848-82EE-164518672982}"/>
                    </a:ext>
                  </a:extLst>
                </p:cNvPr>
                <p:cNvSpPr/>
                <p:nvPr/>
              </p:nvSpPr>
              <p:spPr>
                <a:xfrm>
                  <a:off x="11838762" y="7724129"/>
                  <a:ext cx="1006600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809" h="11">
                      <a:moveTo>
                        <a:pt x="803" y="11"/>
                      </a:moveTo>
                      <a:lnTo>
                        <a:pt x="6" y="11"/>
                      </a:ln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2"/>
                        <a:pt x="2" y="0"/>
                        <a:pt x="6" y="0"/>
                      </a:cubicBezTo>
                      <a:lnTo>
                        <a:pt x="803" y="0"/>
                      </a:lnTo>
                      <a:cubicBezTo>
                        <a:pt x="806" y="0"/>
                        <a:pt x="809" y="2"/>
                        <a:pt x="809" y="5"/>
                      </a:cubicBezTo>
                      <a:cubicBezTo>
                        <a:pt x="809" y="8"/>
                        <a:pt x="806" y="11"/>
                        <a:pt x="803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11" name="Freeform 110">
                  <a:extLst>
                    <a:ext uri="{FF2B5EF4-FFF2-40B4-BE49-F238E27FC236}">
                      <a16:creationId xmlns:a16="http://schemas.microsoft.com/office/drawing/2014/main" id="{D031E249-2E9D-C044-B74B-86D9D3C0E698}"/>
                    </a:ext>
                  </a:extLst>
                </p:cNvPr>
                <p:cNvSpPr/>
                <p:nvPr/>
              </p:nvSpPr>
              <p:spPr>
                <a:xfrm>
                  <a:off x="11838762" y="7887385"/>
                  <a:ext cx="1006600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809" h="11">
                      <a:moveTo>
                        <a:pt x="803" y="11"/>
                      </a:moveTo>
                      <a:lnTo>
                        <a:pt x="6" y="11"/>
                      </a:lnTo>
                      <a:cubicBezTo>
                        <a:pt x="2" y="11"/>
                        <a:pt x="0" y="9"/>
                        <a:pt x="0" y="5"/>
                      </a:cubicBezTo>
                      <a:cubicBezTo>
                        <a:pt x="0" y="2"/>
                        <a:pt x="2" y="0"/>
                        <a:pt x="6" y="0"/>
                      </a:cubicBezTo>
                      <a:lnTo>
                        <a:pt x="803" y="0"/>
                      </a:lnTo>
                      <a:cubicBezTo>
                        <a:pt x="806" y="0"/>
                        <a:pt x="809" y="2"/>
                        <a:pt x="809" y="5"/>
                      </a:cubicBezTo>
                      <a:cubicBezTo>
                        <a:pt x="809" y="9"/>
                        <a:pt x="806" y="11"/>
                        <a:pt x="803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68" name="Freeform 367">
                  <a:extLst>
                    <a:ext uri="{FF2B5EF4-FFF2-40B4-BE49-F238E27FC236}">
                      <a16:creationId xmlns:a16="http://schemas.microsoft.com/office/drawing/2014/main" id="{9C2A7830-65BC-AE41-BBA9-4E954235BED1}"/>
                    </a:ext>
                  </a:extLst>
                </p:cNvPr>
                <p:cNvSpPr/>
                <p:nvPr/>
              </p:nvSpPr>
              <p:spPr>
                <a:xfrm>
                  <a:off x="11877382" y="6166343"/>
                  <a:ext cx="930606" cy="84744"/>
                </a:xfrm>
                <a:custGeom>
                  <a:avLst/>
                  <a:gdLst>
                    <a:gd name="connsiteX0" fmla="*/ 38584 w 930606"/>
                    <a:gd name="connsiteY0" fmla="*/ 14954 h 84744"/>
                    <a:gd name="connsiteX1" fmla="*/ 21167 w 930606"/>
                    <a:gd name="connsiteY1" fmla="*/ 23488 h 84744"/>
                    <a:gd name="connsiteX2" fmla="*/ 13703 w 930606"/>
                    <a:gd name="connsiteY2" fmla="*/ 41775 h 84744"/>
                    <a:gd name="connsiteX3" fmla="*/ 21167 w 930606"/>
                    <a:gd name="connsiteY3" fmla="*/ 62500 h 84744"/>
                    <a:gd name="connsiteX4" fmla="*/ 38584 w 930606"/>
                    <a:gd name="connsiteY4" fmla="*/ 71034 h 84744"/>
                    <a:gd name="connsiteX5" fmla="*/ 890775 w 930606"/>
                    <a:gd name="connsiteY5" fmla="*/ 71034 h 84744"/>
                    <a:gd name="connsiteX6" fmla="*/ 908192 w 930606"/>
                    <a:gd name="connsiteY6" fmla="*/ 62500 h 84744"/>
                    <a:gd name="connsiteX7" fmla="*/ 915656 w 930606"/>
                    <a:gd name="connsiteY7" fmla="*/ 41775 h 84744"/>
                    <a:gd name="connsiteX8" fmla="*/ 908192 w 930606"/>
                    <a:gd name="connsiteY8" fmla="*/ 23488 h 84744"/>
                    <a:gd name="connsiteX9" fmla="*/ 890775 w 930606"/>
                    <a:gd name="connsiteY9" fmla="*/ 14954 h 84744"/>
                    <a:gd name="connsiteX10" fmla="*/ 38568 w 930606"/>
                    <a:gd name="connsiteY10" fmla="*/ 0 h 84744"/>
                    <a:gd name="connsiteX11" fmla="*/ 890794 w 930606"/>
                    <a:gd name="connsiteY11" fmla="*/ 0 h 84744"/>
                    <a:gd name="connsiteX12" fmla="*/ 919409 w 930606"/>
                    <a:gd name="connsiteY12" fmla="*/ 13510 h 84744"/>
                    <a:gd name="connsiteX13" fmla="*/ 930606 w 930606"/>
                    <a:gd name="connsiteY13" fmla="*/ 41758 h 84744"/>
                    <a:gd name="connsiteX14" fmla="*/ 919409 w 930606"/>
                    <a:gd name="connsiteY14" fmla="*/ 72463 h 84744"/>
                    <a:gd name="connsiteX15" fmla="*/ 890794 w 930606"/>
                    <a:gd name="connsiteY15" fmla="*/ 84744 h 84744"/>
                    <a:gd name="connsiteX16" fmla="*/ 38568 w 930606"/>
                    <a:gd name="connsiteY16" fmla="*/ 84744 h 84744"/>
                    <a:gd name="connsiteX17" fmla="*/ 9953 w 930606"/>
                    <a:gd name="connsiteY17" fmla="*/ 72463 h 84744"/>
                    <a:gd name="connsiteX18" fmla="*/ 0 w 930606"/>
                    <a:gd name="connsiteY18" fmla="*/ 41758 h 84744"/>
                    <a:gd name="connsiteX19" fmla="*/ 9953 w 930606"/>
                    <a:gd name="connsiteY19" fmla="*/ 13510 h 84744"/>
                    <a:gd name="connsiteX20" fmla="*/ 38568 w 930606"/>
                    <a:gd name="connsiteY20" fmla="*/ 0 h 847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930606" h="84744">
                      <a:moveTo>
                        <a:pt x="38584" y="14954"/>
                      </a:moveTo>
                      <a:cubicBezTo>
                        <a:pt x="32364" y="14954"/>
                        <a:pt x="26144" y="17393"/>
                        <a:pt x="21167" y="23488"/>
                      </a:cubicBezTo>
                      <a:cubicBezTo>
                        <a:pt x="16191" y="28365"/>
                        <a:pt x="13703" y="34460"/>
                        <a:pt x="13703" y="41775"/>
                      </a:cubicBezTo>
                      <a:cubicBezTo>
                        <a:pt x="13703" y="50309"/>
                        <a:pt x="16191" y="57624"/>
                        <a:pt x="21167" y="62500"/>
                      </a:cubicBezTo>
                      <a:cubicBezTo>
                        <a:pt x="26144" y="67377"/>
                        <a:pt x="32364" y="71034"/>
                        <a:pt x="38584" y="71034"/>
                      </a:cubicBezTo>
                      <a:lnTo>
                        <a:pt x="890775" y="71034"/>
                      </a:lnTo>
                      <a:cubicBezTo>
                        <a:pt x="896995" y="71034"/>
                        <a:pt x="903215" y="67377"/>
                        <a:pt x="908192" y="62500"/>
                      </a:cubicBezTo>
                      <a:cubicBezTo>
                        <a:pt x="913168" y="57624"/>
                        <a:pt x="915656" y="50309"/>
                        <a:pt x="915656" y="41775"/>
                      </a:cubicBezTo>
                      <a:cubicBezTo>
                        <a:pt x="915656" y="34460"/>
                        <a:pt x="913168" y="28365"/>
                        <a:pt x="908192" y="23488"/>
                      </a:cubicBezTo>
                      <a:cubicBezTo>
                        <a:pt x="903215" y="17393"/>
                        <a:pt x="896995" y="14954"/>
                        <a:pt x="890775" y="14954"/>
                      </a:cubicBezTo>
                      <a:close/>
                      <a:moveTo>
                        <a:pt x="38568" y="0"/>
                      </a:moveTo>
                      <a:lnTo>
                        <a:pt x="890794" y="0"/>
                      </a:lnTo>
                      <a:cubicBezTo>
                        <a:pt x="900747" y="0"/>
                        <a:pt x="911944" y="4913"/>
                        <a:pt x="919409" y="13510"/>
                      </a:cubicBezTo>
                      <a:cubicBezTo>
                        <a:pt x="925630" y="20879"/>
                        <a:pt x="930606" y="30705"/>
                        <a:pt x="930606" y="41758"/>
                      </a:cubicBezTo>
                      <a:cubicBezTo>
                        <a:pt x="930606" y="52812"/>
                        <a:pt x="925630" y="63865"/>
                        <a:pt x="919409" y="72463"/>
                      </a:cubicBezTo>
                      <a:cubicBezTo>
                        <a:pt x="911944" y="79832"/>
                        <a:pt x="900747" y="84744"/>
                        <a:pt x="890794" y="84744"/>
                      </a:cubicBezTo>
                      <a:lnTo>
                        <a:pt x="38568" y="84744"/>
                      </a:lnTo>
                      <a:cubicBezTo>
                        <a:pt x="27371" y="84744"/>
                        <a:pt x="18662" y="79832"/>
                        <a:pt x="9953" y="72463"/>
                      </a:cubicBezTo>
                      <a:cubicBezTo>
                        <a:pt x="3732" y="63865"/>
                        <a:pt x="0" y="52812"/>
                        <a:pt x="0" y="41758"/>
                      </a:cubicBezTo>
                      <a:cubicBezTo>
                        <a:pt x="0" y="30705"/>
                        <a:pt x="3732" y="20879"/>
                        <a:pt x="9953" y="13510"/>
                      </a:cubicBezTo>
                      <a:cubicBezTo>
                        <a:pt x="18662" y="4913"/>
                        <a:pt x="27371" y="0"/>
                        <a:pt x="3856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14" name="Freeform 113">
                  <a:extLst>
                    <a:ext uri="{FF2B5EF4-FFF2-40B4-BE49-F238E27FC236}">
                      <a16:creationId xmlns:a16="http://schemas.microsoft.com/office/drawing/2014/main" id="{7B781D37-0C05-E04E-87EB-99FCF426228A}"/>
                    </a:ext>
                  </a:extLst>
                </p:cNvPr>
                <p:cNvSpPr/>
                <p:nvPr/>
              </p:nvSpPr>
              <p:spPr>
                <a:xfrm>
                  <a:off x="11883607" y="6173820"/>
                  <a:ext cx="916903" cy="6978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37" h="57">
                      <a:moveTo>
                        <a:pt x="711" y="57"/>
                      </a:moveTo>
                      <a:lnTo>
                        <a:pt x="368" y="57"/>
                      </a:lnTo>
                      <a:lnTo>
                        <a:pt x="26" y="57"/>
                      </a:lnTo>
                      <a:cubicBezTo>
                        <a:pt x="19" y="57"/>
                        <a:pt x="12" y="54"/>
                        <a:pt x="8" y="48"/>
                      </a:cubicBezTo>
                      <a:cubicBezTo>
                        <a:pt x="3" y="44"/>
                        <a:pt x="0" y="36"/>
                        <a:pt x="0" y="28"/>
                      </a:cubicBezTo>
                      <a:cubicBezTo>
                        <a:pt x="0" y="20"/>
                        <a:pt x="3" y="14"/>
                        <a:pt x="8" y="8"/>
                      </a:cubicBezTo>
                      <a:cubicBezTo>
                        <a:pt x="12" y="3"/>
                        <a:pt x="19" y="0"/>
                        <a:pt x="26" y="0"/>
                      </a:cubicBezTo>
                      <a:lnTo>
                        <a:pt x="368" y="0"/>
                      </a:lnTo>
                      <a:lnTo>
                        <a:pt x="711" y="0"/>
                      </a:lnTo>
                      <a:cubicBezTo>
                        <a:pt x="718" y="0"/>
                        <a:pt x="724" y="3"/>
                        <a:pt x="729" y="8"/>
                      </a:cubicBezTo>
                      <a:cubicBezTo>
                        <a:pt x="734" y="14"/>
                        <a:pt x="737" y="20"/>
                        <a:pt x="737" y="28"/>
                      </a:cubicBezTo>
                      <a:cubicBezTo>
                        <a:pt x="737" y="36"/>
                        <a:pt x="734" y="44"/>
                        <a:pt x="729" y="48"/>
                      </a:cubicBezTo>
                      <a:cubicBezTo>
                        <a:pt x="724" y="54"/>
                        <a:pt x="718" y="57"/>
                        <a:pt x="711" y="57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C1557835-1B08-3642-AC20-050D1B2E1CDE}"/>
                  </a:ext>
                </a:extLst>
              </p:cNvPr>
              <p:cNvGrpSpPr/>
              <p:nvPr/>
            </p:nvGrpSpPr>
            <p:grpSpPr>
              <a:xfrm>
                <a:off x="13478224" y="8611445"/>
                <a:ext cx="1108755" cy="259216"/>
                <a:chOff x="13478224" y="8611445"/>
                <a:chExt cx="1108755" cy="259216"/>
              </a:xfrm>
            </p:grpSpPr>
            <p:sp>
              <p:nvSpPr>
                <p:cNvPr id="369" name="Freeform 368">
                  <a:extLst>
                    <a:ext uri="{FF2B5EF4-FFF2-40B4-BE49-F238E27FC236}">
                      <a16:creationId xmlns:a16="http://schemas.microsoft.com/office/drawing/2014/main" id="{709E4A63-1FB0-754C-8AE9-016F6DF17107}"/>
                    </a:ext>
                  </a:extLst>
                </p:cNvPr>
                <p:cNvSpPr/>
                <p:nvPr/>
              </p:nvSpPr>
              <p:spPr>
                <a:xfrm>
                  <a:off x="13478224" y="8611445"/>
                  <a:ext cx="772391" cy="259216"/>
                </a:xfrm>
                <a:custGeom>
                  <a:avLst/>
                  <a:gdLst>
                    <a:gd name="connsiteX0" fmla="*/ 80864 w 772391"/>
                    <a:gd name="connsiteY0" fmla="*/ 13708 h 259216"/>
                    <a:gd name="connsiteX1" fmla="*/ 33603 w 772391"/>
                    <a:gd name="connsiteY1" fmla="*/ 33540 h 259216"/>
                    <a:gd name="connsiteX2" fmla="*/ 13704 w 772391"/>
                    <a:gd name="connsiteY2" fmla="*/ 79403 h 259216"/>
                    <a:gd name="connsiteX3" fmla="*/ 13704 w 772391"/>
                    <a:gd name="connsiteY3" fmla="*/ 178565 h 259216"/>
                    <a:gd name="connsiteX4" fmla="*/ 33603 w 772391"/>
                    <a:gd name="connsiteY4" fmla="*/ 225667 h 259216"/>
                    <a:gd name="connsiteX5" fmla="*/ 80864 w 772391"/>
                    <a:gd name="connsiteY5" fmla="*/ 244260 h 259216"/>
                    <a:gd name="connsiteX6" fmla="*/ 758687 w 772391"/>
                    <a:gd name="connsiteY6" fmla="*/ 244260 h 259216"/>
                    <a:gd name="connsiteX7" fmla="*/ 758687 w 772391"/>
                    <a:gd name="connsiteY7" fmla="*/ 13708 h 259216"/>
                    <a:gd name="connsiteX8" fmla="*/ 80846 w 772391"/>
                    <a:gd name="connsiteY8" fmla="*/ 0 h 259216"/>
                    <a:gd name="connsiteX9" fmla="*/ 764928 w 772391"/>
                    <a:gd name="connsiteY9" fmla="*/ 0 h 259216"/>
                    <a:gd name="connsiteX10" fmla="*/ 772391 w 772391"/>
                    <a:gd name="connsiteY10" fmla="*/ 6201 h 259216"/>
                    <a:gd name="connsiteX11" fmla="*/ 772391 w 772391"/>
                    <a:gd name="connsiteY11" fmla="*/ 251774 h 259216"/>
                    <a:gd name="connsiteX12" fmla="*/ 764928 w 772391"/>
                    <a:gd name="connsiteY12" fmla="*/ 259216 h 259216"/>
                    <a:gd name="connsiteX13" fmla="*/ 80846 w 772391"/>
                    <a:gd name="connsiteY13" fmla="*/ 259216 h 259216"/>
                    <a:gd name="connsiteX14" fmla="*/ 23632 w 772391"/>
                    <a:gd name="connsiteY14" fmla="*/ 235651 h 259216"/>
                    <a:gd name="connsiteX15" fmla="*/ 0 w 772391"/>
                    <a:gd name="connsiteY15" fmla="*/ 178599 h 259216"/>
                    <a:gd name="connsiteX16" fmla="*/ 0 w 772391"/>
                    <a:gd name="connsiteY16" fmla="*/ 79377 h 259216"/>
                    <a:gd name="connsiteX17" fmla="*/ 23632 w 772391"/>
                    <a:gd name="connsiteY17" fmla="*/ 23565 h 259216"/>
                    <a:gd name="connsiteX18" fmla="*/ 80846 w 772391"/>
                    <a:gd name="connsiteY18" fmla="*/ 0 h 2592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72391" h="259216">
                      <a:moveTo>
                        <a:pt x="80864" y="13708"/>
                      </a:moveTo>
                      <a:cubicBezTo>
                        <a:pt x="63452" y="13708"/>
                        <a:pt x="46040" y="21145"/>
                        <a:pt x="33603" y="33540"/>
                      </a:cubicBezTo>
                      <a:cubicBezTo>
                        <a:pt x="21166" y="45936"/>
                        <a:pt x="13704" y="62050"/>
                        <a:pt x="13704" y="79403"/>
                      </a:cubicBezTo>
                      <a:lnTo>
                        <a:pt x="13704" y="178565"/>
                      </a:lnTo>
                      <a:cubicBezTo>
                        <a:pt x="13704" y="195918"/>
                        <a:pt x="21166" y="212032"/>
                        <a:pt x="33603" y="225667"/>
                      </a:cubicBezTo>
                      <a:cubicBezTo>
                        <a:pt x="46040" y="238062"/>
                        <a:pt x="63452" y="244260"/>
                        <a:pt x="80864" y="244260"/>
                      </a:cubicBezTo>
                      <a:lnTo>
                        <a:pt x="758687" y="244260"/>
                      </a:lnTo>
                      <a:lnTo>
                        <a:pt x="758687" y="13708"/>
                      </a:lnTo>
                      <a:close/>
                      <a:moveTo>
                        <a:pt x="80846" y="0"/>
                      </a:moveTo>
                      <a:lnTo>
                        <a:pt x="764928" y="0"/>
                      </a:lnTo>
                      <a:cubicBezTo>
                        <a:pt x="768660" y="0"/>
                        <a:pt x="772391" y="2481"/>
                        <a:pt x="772391" y="6201"/>
                      </a:cubicBezTo>
                      <a:lnTo>
                        <a:pt x="772391" y="251774"/>
                      </a:lnTo>
                      <a:cubicBezTo>
                        <a:pt x="772391" y="255495"/>
                        <a:pt x="768660" y="259216"/>
                        <a:pt x="764928" y="259216"/>
                      </a:cubicBezTo>
                      <a:lnTo>
                        <a:pt x="80846" y="259216"/>
                      </a:lnTo>
                      <a:cubicBezTo>
                        <a:pt x="59702" y="259216"/>
                        <a:pt x="38557" y="250534"/>
                        <a:pt x="23632" y="235651"/>
                      </a:cubicBezTo>
                      <a:cubicBezTo>
                        <a:pt x="8707" y="219527"/>
                        <a:pt x="0" y="199683"/>
                        <a:pt x="0" y="178599"/>
                      </a:cubicBezTo>
                      <a:lnTo>
                        <a:pt x="0" y="79377"/>
                      </a:lnTo>
                      <a:cubicBezTo>
                        <a:pt x="0" y="58293"/>
                        <a:pt x="8707" y="38448"/>
                        <a:pt x="23632" y="23565"/>
                      </a:cubicBezTo>
                      <a:cubicBezTo>
                        <a:pt x="38557" y="7442"/>
                        <a:pt x="59702" y="0"/>
                        <a:pt x="8084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70" name="Freeform 369">
                  <a:extLst>
                    <a:ext uri="{FF2B5EF4-FFF2-40B4-BE49-F238E27FC236}">
                      <a16:creationId xmlns:a16="http://schemas.microsoft.com/office/drawing/2014/main" id="{2DFF9631-4C52-2745-A283-CFCED5856E69}"/>
                    </a:ext>
                  </a:extLst>
                </p:cNvPr>
                <p:cNvSpPr/>
                <p:nvPr/>
              </p:nvSpPr>
              <p:spPr>
                <a:xfrm>
                  <a:off x="14238157" y="8611445"/>
                  <a:ext cx="348822" cy="259216"/>
                </a:xfrm>
                <a:custGeom>
                  <a:avLst/>
                  <a:gdLst>
                    <a:gd name="connsiteX0" fmla="*/ 13704 w 348822"/>
                    <a:gd name="connsiteY0" fmla="*/ 13708 h 259216"/>
                    <a:gd name="connsiteX1" fmla="*/ 13704 w 348822"/>
                    <a:gd name="connsiteY1" fmla="*/ 244260 h 259216"/>
                    <a:gd name="connsiteX2" fmla="*/ 268101 w 348822"/>
                    <a:gd name="connsiteY2" fmla="*/ 244260 h 259216"/>
                    <a:gd name="connsiteX3" fmla="*/ 314017 w 348822"/>
                    <a:gd name="connsiteY3" fmla="*/ 225667 h 259216"/>
                    <a:gd name="connsiteX4" fmla="*/ 333872 w 348822"/>
                    <a:gd name="connsiteY4" fmla="*/ 178565 h 259216"/>
                    <a:gd name="connsiteX5" fmla="*/ 333872 w 348822"/>
                    <a:gd name="connsiteY5" fmla="*/ 79403 h 259216"/>
                    <a:gd name="connsiteX6" fmla="*/ 314017 w 348822"/>
                    <a:gd name="connsiteY6" fmla="*/ 33540 h 259216"/>
                    <a:gd name="connsiteX7" fmla="*/ 268101 w 348822"/>
                    <a:gd name="connsiteY7" fmla="*/ 13708 h 259216"/>
                    <a:gd name="connsiteX8" fmla="*/ 6207 w 348822"/>
                    <a:gd name="connsiteY8" fmla="*/ 0 h 259216"/>
                    <a:gd name="connsiteX9" fmla="*/ 268134 w 348822"/>
                    <a:gd name="connsiteY9" fmla="*/ 0 h 259216"/>
                    <a:gd name="connsiteX10" fmla="*/ 325236 w 348822"/>
                    <a:gd name="connsiteY10" fmla="*/ 23565 h 259216"/>
                    <a:gd name="connsiteX11" fmla="*/ 348822 w 348822"/>
                    <a:gd name="connsiteY11" fmla="*/ 79377 h 259216"/>
                    <a:gd name="connsiteX12" fmla="*/ 348822 w 348822"/>
                    <a:gd name="connsiteY12" fmla="*/ 178599 h 259216"/>
                    <a:gd name="connsiteX13" fmla="*/ 325236 w 348822"/>
                    <a:gd name="connsiteY13" fmla="*/ 235651 h 259216"/>
                    <a:gd name="connsiteX14" fmla="*/ 268134 w 348822"/>
                    <a:gd name="connsiteY14" fmla="*/ 259216 h 259216"/>
                    <a:gd name="connsiteX15" fmla="*/ 6207 w 348822"/>
                    <a:gd name="connsiteY15" fmla="*/ 259216 h 259216"/>
                    <a:gd name="connsiteX16" fmla="*/ 0 w 348822"/>
                    <a:gd name="connsiteY16" fmla="*/ 251774 h 259216"/>
                    <a:gd name="connsiteX17" fmla="*/ 0 w 348822"/>
                    <a:gd name="connsiteY17" fmla="*/ 6201 h 259216"/>
                    <a:gd name="connsiteX18" fmla="*/ 6207 w 348822"/>
                    <a:gd name="connsiteY18" fmla="*/ 0 h 2592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48822" h="259216">
                      <a:moveTo>
                        <a:pt x="13704" y="13708"/>
                      </a:moveTo>
                      <a:lnTo>
                        <a:pt x="13704" y="244260"/>
                      </a:lnTo>
                      <a:lnTo>
                        <a:pt x="268101" y="244260"/>
                      </a:lnTo>
                      <a:cubicBezTo>
                        <a:pt x="285475" y="244260"/>
                        <a:pt x="302848" y="238062"/>
                        <a:pt x="314017" y="225667"/>
                      </a:cubicBezTo>
                      <a:cubicBezTo>
                        <a:pt x="327667" y="212032"/>
                        <a:pt x="333872" y="195918"/>
                        <a:pt x="333872" y="178565"/>
                      </a:cubicBezTo>
                      <a:lnTo>
                        <a:pt x="333872" y="79403"/>
                      </a:lnTo>
                      <a:cubicBezTo>
                        <a:pt x="333872" y="62050"/>
                        <a:pt x="327667" y="45936"/>
                        <a:pt x="314017" y="33540"/>
                      </a:cubicBezTo>
                      <a:cubicBezTo>
                        <a:pt x="302848" y="21145"/>
                        <a:pt x="285475" y="13708"/>
                        <a:pt x="268101" y="13708"/>
                      </a:cubicBezTo>
                      <a:close/>
                      <a:moveTo>
                        <a:pt x="6207" y="0"/>
                      </a:moveTo>
                      <a:lnTo>
                        <a:pt x="268134" y="0"/>
                      </a:lnTo>
                      <a:cubicBezTo>
                        <a:pt x="289237" y="0"/>
                        <a:pt x="310340" y="7442"/>
                        <a:pt x="325236" y="23565"/>
                      </a:cubicBezTo>
                      <a:cubicBezTo>
                        <a:pt x="340132" y="38448"/>
                        <a:pt x="348822" y="58293"/>
                        <a:pt x="348822" y="79377"/>
                      </a:cubicBezTo>
                      <a:lnTo>
                        <a:pt x="348822" y="178599"/>
                      </a:lnTo>
                      <a:cubicBezTo>
                        <a:pt x="348822" y="199683"/>
                        <a:pt x="340132" y="219527"/>
                        <a:pt x="325236" y="235651"/>
                      </a:cubicBezTo>
                      <a:cubicBezTo>
                        <a:pt x="310340" y="250534"/>
                        <a:pt x="289237" y="259216"/>
                        <a:pt x="268134" y="259216"/>
                      </a:cubicBezTo>
                      <a:lnTo>
                        <a:pt x="6207" y="259216"/>
                      </a:lnTo>
                      <a:cubicBezTo>
                        <a:pt x="2483" y="259216"/>
                        <a:pt x="0" y="255495"/>
                        <a:pt x="0" y="251774"/>
                      </a:cubicBezTo>
                      <a:lnTo>
                        <a:pt x="0" y="6201"/>
                      </a:lnTo>
                      <a:cubicBezTo>
                        <a:pt x="0" y="2481"/>
                        <a:pt x="2483" y="0"/>
                        <a:pt x="620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19" name="Freeform 118">
                  <a:extLst>
                    <a:ext uri="{FF2B5EF4-FFF2-40B4-BE49-F238E27FC236}">
                      <a16:creationId xmlns:a16="http://schemas.microsoft.com/office/drawing/2014/main" id="{1673F859-5D07-5448-BB4F-4D5667C20E0A}"/>
                    </a:ext>
                  </a:extLst>
                </p:cNvPr>
                <p:cNvSpPr/>
                <p:nvPr/>
              </p:nvSpPr>
              <p:spPr>
                <a:xfrm>
                  <a:off x="14244386" y="8617676"/>
                  <a:ext cx="335118" cy="245507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70" h="198">
                      <a:moveTo>
                        <a:pt x="211" y="0"/>
                      </a:moveTo>
                      <a:cubicBezTo>
                        <a:pt x="227" y="0"/>
                        <a:pt x="242" y="7"/>
                        <a:pt x="253" y="17"/>
                      </a:cubicBezTo>
                      <a:cubicBezTo>
                        <a:pt x="263" y="28"/>
                        <a:pt x="270" y="43"/>
                        <a:pt x="270" y="59"/>
                      </a:cubicBezTo>
                      <a:lnTo>
                        <a:pt x="270" y="99"/>
                      </a:lnTo>
                      <a:lnTo>
                        <a:pt x="270" y="139"/>
                      </a:lnTo>
                      <a:cubicBezTo>
                        <a:pt x="270" y="155"/>
                        <a:pt x="263" y="170"/>
                        <a:pt x="253" y="181"/>
                      </a:cubicBezTo>
                      <a:cubicBezTo>
                        <a:pt x="242" y="192"/>
                        <a:pt x="227" y="198"/>
                        <a:pt x="211" y="198"/>
                      </a:cubicBezTo>
                      <a:lnTo>
                        <a:pt x="0" y="1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20" name="Freeform 119">
                  <a:extLst>
                    <a:ext uri="{FF2B5EF4-FFF2-40B4-BE49-F238E27FC236}">
                      <a16:creationId xmlns:a16="http://schemas.microsoft.com/office/drawing/2014/main" id="{2F0DF76F-A0EE-B441-B1A9-001A2B1D52E6}"/>
                    </a:ext>
                  </a:extLst>
                </p:cNvPr>
                <p:cNvSpPr/>
                <p:nvPr/>
              </p:nvSpPr>
              <p:spPr>
                <a:xfrm>
                  <a:off x="13560446" y="8734821"/>
                  <a:ext cx="242929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96" h="11">
                      <a:moveTo>
                        <a:pt x="191" y="11"/>
                      </a:moveTo>
                      <a:lnTo>
                        <a:pt x="6" y="11"/>
                      </a:ln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2"/>
                        <a:pt x="2" y="0"/>
                        <a:pt x="6" y="0"/>
                      </a:cubicBezTo>
                      <a:lnTo>
                        <a:pt x="191" y="0"/>
                      </a:lnTo>
                      <a:cubicBezTo>
                        <a:pt x="194" y="0"/>
                        <a:pt x="196" y="2"/>
                        <a:pt x="196" y="5"/>
                      </a:cubicBezTo>
                      <a:cubicBezTo>
                        <a:pt x="196" y="8"/>
                        <a:pt x="194" y="11"/>
                        <a:pt x="191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21" name="Freeform 120">
                  <a:extLst>
                    <a:ext uri="{FF2B5EF4-FFF2-40B4-BE49-F238E27FC236}">
                      <a16:creationId xmlns:a16="http://schemas.microsoft.com/office/drawing/2014/main" id="{863C6618-18B9-E74C-A072-4FFC48C1FBC2}"/>
                    </a:ext>
                  </a:extLst>
                </p:cNvPr>
                <p:cNvSpPr/>
                <p:nvPr/>
              </p:nvSpPr>
              <p:spPr>
                <a:xfrm>
                  <a:off x="13898056" y="8734821"/>
                  <a:ext cx="242929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96" h="11">
                      <a:moveTo>
                        <a:pt x="191" y="11"/>
                      </a:moveTo>
                      <a:lnTo>
                        <a:pt x="5" y="11"/>
                      </a:ln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lnTo>
                        <a:pt x="191" y="0"/>
                      </a:lnTo>
                      <a:cubicBezTo>
                        <a:pt x="194" y="0"/>
                        <a:pt x="196" y="2"/>
                        <a:pt x="196" y="5"/>
                      </a:cubicBezTo>
                      <a:cubicBezTo>
                        <a:pt x="196" y="8"/>
                        <a:pt x="194" y="11"/>
                        <a:pt x="191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FCC21F7-7859-804E-B97B-05DFB0115D8E}"/>
                  </a:ext>
                </a:extLst>
              </p:cNvPr>
              <p:cNvGrpSpPr/>
              <p:nvPr/>
            </p:nvGrpSpPr>
            <p:grpSpPr>
              <a:xfrm>
                <a:off x="13478224" y="8179003"/>
                <a:ext cx="1108755" cy="260462"/>
                <a:chOff x="13478224" y="8179003"/>
                <a:chExt cx="1108755" cy="260462"/>
              </a:xfrm>
            </p:grpSpPr>
            <p:sp>
              <p:nvSpPr>
                <p:cNvPr id="371" name="Freeform 370">
                  <a:extLst>
                    <a:ext uri="{FF2B5EF4-FFF2-40B4-BE49-F238E27FC236}">
                      <a16:creationId xmlns:a16="http://schemas.microsoft.com/office/drawing/2014/main" id="{5900DCD5-7BEE-2A4A-AA6A-52CD3558E4A4}"/>
                    </a:ext>
                  </a:extLst>
                </p:cNvPr>
                <p:cNvSpPr/>
                <p:nvPr/>
              </p:nvSpPr>
              <p:spPr>
                <a:xfrm>
                  <a:off x="13813342" y="8179003"/>
                  <a:ext cx="773637" cy="260462"/>
                </a:xfrm>
                <a:custGeom>
                  <a:avLst/>
                  <a:gdLst>
                    <a:gd name="connsiteX0" fmla="*/ 14950 w 773637"/>
                    <a:gd name="connsiteY0" fmla="*/ 14955 h 260462"/>
                    <a:gd name="connsiteX1" fmla="*/ 14950 w 773637"/>
                    <a:gd name="connsiteY1" fmla="*/ 246754 h 260462"/>
                    <a:gd name="connsiteX2" fmla="*/ 692771 w 773637"/>
                    <a:gd name="connsiteY2" fmla="*/ 246754 h 260462"/>
                    <a:gd name="connsiteX3" fmla="*/ 738789 w 773637"/>
                    <a:gd name="connsiteY3" fmla="*/ 226921 h 260462"/>
                    <a:gd name="connsiteX4" fmla="*/ 758688 w 773637"/>
                    <a:gd name="connsiteY4" fmla="*/ 179818 h 260462"/>
                    <a:gd name="connsiteX5" fmla="*/ 758688 w 773637"/>
                    <a:gd name="connsiteY5" fmla="*/ 80652 h 260462"/>
                    <a:gd name="connsiteX6" fmla="*/ 738789 w 773637"/>
                    <a:gd name="connsiteY6" fmla="*/ 34788 h 260462"/>
                    <a:gd name="connsiteX7" fmla="*/ 692771 w 773637"/>
                    <a:gd name="connsiteY7" fmla="*/ 14955 h 260462"/>
                    <a:gd name="connsiteX8" fmla="*/ 8707 w 773637"/>
                    <a:gd name="connsiteY8" fmla="*/ 0 h 260462"/>
                    <a:gd name="connsiteX9" fmla="*/ 692791 w 773637"/>
                    <a:gd name="connsiteY9" fmla="*/ 0 h 260462"/>
                    <a:gd name="connsiteX10" fmla="*/ 750005 w 773637"/>
                    <a:gd name="connsiteY10" fmla="*/ 23566 h 260462"/>
                    <a:gd name="connsiteX11" fmla="*/ 773637 w 773637"/>
                    <a:gd name="connsiteY11" fmla="*/ 80619 h 260462"/>
                    <a:gd name="connsiteX12" fmla="*/ 773637 w 773637"/>
                    <a:gd name="connsiteY12" fmla="*/ 179843 h 260462"/>
                    <a:gd name="connsiteX13" fmla="*/ 750005 w 773637"/>
                    <a:gd name="connsiteY13" fmla="*/ 236896 h 260462"/>
                    <a:gd name="connsiteX14" fmla="*/ 692791 w 773637"/>
                    <a:gd name="connsiteY14" fmla="*/ 260462 h 260462"/>
                    <a:gd name="connsiteX15" fmla="*/ 8707 w 773637"/>
                    <a:gd name="connsiteY15" fmla="*/ 260462 h 260462"/>
                    <a:gd name="connsiteX16" fmla="*/ 0 w 773637"/>
                    <a:gd name="connsiteY16" fmla="*/ 253020 h 260462"/>
                    <a:gd name="connsiteX17" fmla="*/ 0 w 773637"/>
                    <a:gd name="connsiteY17" fmla="*/ 8682 h 260462"/>
                    <a:gd name="connsiteX18" fmla="*/ 8707 w 773637"/>
                    <a:gd name="connsiteY18" fmla="*/ 0 h 260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73637" h="260462">
                      <a:moveTo>
                        <a:pt x="14950" y="14955"/>
                      </a:moveTo>
                      <a:lnTo>
                        <a:pt x="14950" y="246754"/>
                      </a:lnTo>
                      <a:lnTo>
                        <a:pt x="692771" y="246754"/>
                      </a:lnTo>
                      <a:cubicBezTo>
                        <a:pt x="710183" y="246754"/>
                        <a:pt x="727595" y="239317"/>
                        <a:pt x="738789" y="226921"/>
                      </a:cubicBezTo>
                      <a:cubicBezTo>
                        <a:pt x="752469" y="214525"/>
                        <a:pt x="758688" y="198411"/>
                        <a:pt x="758688" y="179818"/>
                      </a:cubicBezTo>
                      <a:lnTo>
                        <a:pt x="758688" y="80652"/>
                      </a:lnTo>
                      <a:cubicBezTo>
                        <a:pt x="758688" y="63298"/>
                        <a:pt x="752469" y="47184"/>
                        <a:pt x="738789" y="34788"/>
                      </a:cubicBezTo>
                      <a:cubicBezTo>
                        <a:pt x="727595" y="22393"/>
                        <a:pt x="710183" y="14955"/>
                        <a:pt x="692771" y="14955"/>
                      </a:cubicBezTo>
                      <a:close/>
                      <a:moveTo>
                        <a:pt x="8707" y="0"/>
                      </a:moveTo>
                      <a:lnTo>
                        <a:pt x="692791" y="0"/>
                      </a:lnTo>
                      <a:cubicBezTo>
                        <a:pt x="713935" y="0"/>
                        <a:pt x="735080" y="8682"/>
                        <a:pt x="750005" y="23566"/>
                      </a:cubicBezTo>
                      <a:cubicBezTo>
                        <a:pt x="764930" y="39690"/>
                        <a:pt x="773637" y="59534"/>
                        <a:pt x="773637" y="80619"/>
                      </a:cubicBezTo>
                      <a:lnTo>
                        <a:pt x="773637" y="179843"/>
                      </a:lnTo>
                      <a:cubicBezTo>
                        <a:pt x="773637" y="200928"/>
                        <a:pt x="764930" y="220773"/>
                        <a:pt x="750005" y="236896"/>
                      </a:cubicBezTo>
                      <a:cubicBezTo>
                        <a:pt x="735080" y="251780"/>
                        <a:pt x="713935" y="260462"/>
                        <a:pt x="692791" y="260462"/>
                      </a:cubicBezTo>
                      <a:lnTo>
                        <a:pt x="8707" y="260462"/>
                      </a:lnTo>
                      <a:cubicBezTo>
                        <a:pt x="4975" y="260462"/>
                        <a:pt x="0" y="256741"/>
                        <a:pt x="0" y="253020"/>
                      </a:cubicBezTo>
                      <a:lnTo>
                        <a:pt x="0" y="8682"/>
                      </a:lnTo>
                      <a:cubicBezTo>
                        <a:pt x="0" y="4961"/>
                        <a:pt x="4975" y="0"/>
                        <a:pt x="870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24" name="Freeform 123">
                  <a:extLst>
                    <a:ext uri="{FF2B5EF4-FFF2-40B4-BE49-F238E27FC236}">
                      <a16:creationId xmlns:a16="http://schemas.microsoft.com/office/drawing/2014/main" id="{7E30B3B1-4BCE-3C4A-B730-1182F36B742B}"/>
                    </a:ext>
                  </a:extLst>
                </p:cNvPr>
                <p:cNvSpPr/>
                <p:nvPr/>
              </p:nvSpPr>
              <p:spPr>
                <a:xfrm>
                  <a:off x="13485699" y="8187727"/>
                  <a:ext cx="335118" cy="24426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70" h="197">
                      <a:moveTo>
                        <a:pt x="59" y="0"/>
                      </a:moveTo>
                      <a:cubicBezTo>
                        <a:pt x="43" y="0"/>
                        <a:pt x="28" y="6"/>
                        <a:pt x="17" y="17"/>
                      </a:cubicBezTo>
                      <a:cubicBezTo>
                        <a:pt x="7" y="27"/>
                        <a:pt x="0" y="42"/>
                        <a:pt x="0" y="58"/>
                      </a:cubicBezTo>
                      <a:lnTo>
                        <a:pt x="0" y="98"/>
                      </a:lnTo>
                      <a:lnTo>
                        <a:pt x="0" y="138"/>
                      </a:lnTo>
                      <a:cubicBezTo>
                        <a:pt x="0" y="154"/>
                        <a:pt x="7" y="169"/>
                        <a:pt x="17" y="180"/>
                      </a:cubicBezTo>
                      <a:cubicBezTo>
                        <a:pt x="28" y="190"/>
                        <a:pt x="43" y="197"/>
                        <a:pt x="59" y="197"/>
                      </a:cubicBezTo>
                      <a:lnTo>
                        <a:pt x="270" y="197"/>
                      </a:lnTo>
                      <a:lnTo>
                        <a:pt x="27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72" name="Freeform 371">
                  <a:extLst>
                    <a:ext uri="{FF2B5EF4-FFF2-40B4-BE49-F238E27FC236}">
                      <a16:creationId xmlns:a16="http://schemas.microsoft.com/office/drawing/2014/main" id="{DA606C7F-A402-7C4E-8CBE-A4E7A513BAB4}"/>
                    </a:ext>
                  </a:extLst>
                </p:cNvPr>
                <p:cNvSpPr/>
                <p:nvPr/>
              </p:nvSpPr>
              <p:spPr>
                <a:xfrm>
                  <a:off x="13478224" y="8179003"/>
                  <a:ext cx="348822" cy="260462"/>
                </a:xfrm>
                <a:custGeom>
                  <a:avLst/>
                  <a:gdLst>
                    <a:gd name="connsiteX0" fmla="*/ 80716 w 348822"/>
                    <a:gd name="connsiteY0" fmla="*/ 14955 h 260462"/>
                    <a:gd name="connsiteX1" fmla="*/ 33559 w 348822"/>
                    <a:gd name="connsiteY1" fmla="*/ 34788 h 260462"/>
                    <a:gd name="connsiteX2" fmla="*/ 13704 w 348822"/>
                    <a:gd name="connsiteY2" fmla="*/ 80652 h 260462"/>
                    <a:gd name="connsiteX3" fmla="*/ 13704 w 348822"/>
                    <a:gd name="connsiteY3" fmla="*/ 179818 h 260462"/>
                    <a:gd name="connsiteX4" fmla="*/ 33559 w 348822"/>
                    <a:gd name="connsiteY4" fmla="*/ 226921 h 260462"/>
                    <a:gd name="connsiteX5" fmla="*/ 80716 w 348822"/>
                    <a:gd name="connsiteY5" fmla="*/ 246754 h 260462"/>
                    <a:gd name="connsiteX6" fmla="*/ 333872 w 348822"/>
                    <a:gd name="connsiteY6" fmla="*/ 246754 h 260462"/>
                    <a:gd name="connsiteX7" fmla="*/ 333872 w 348822"/>
                    <a:gd name="connsiteY7" fmla="*/ 14955 h 260462"/>
                    <a:gd name="connsiteX8" fmla="*/ 80688 w 348822"/>
                    <a:gd name="connsiteY8" fmla="*/ 0 h 260462"/>
                    <a:gd name="connsiteX9" fmla="*/ 342615 w 348822"/>
                    <a:gd name="connsiteY9" fmla="*/ 0 h 260462"/>
                    <a:gd name="connsiteX10" fmla="*/ 348822 w 348822"/>
                    <a:gd name="connsiteY10" fmla="*/ 8682 h 260462"/>
                    <a:gd name="connsiteX11" fmla="*/ 348822 w 348822"/>
                    <a:gd name="connsiteY11" fmla="*/ 253020 h 260462"/>
                    <a:gd name="connsiteX12" fmla="*/ 342615 w 348822"/>
                    <a:gd name="connsiteY12" fmla="*/ 260462 h 260462"/>
                    <a:gd name="connsiteX13" fmla="*/ 80688 w 348822"/>
                    <a:gd name="connsiteY13" fmla="*/ 260462 h 260462"/>
                    <a:gd name="connsiteX14" fmla="*/ 23586 w 348822"/>
                    <a:gd name="connsiteY14" fmla="*/ 236896 h 260462"/>
                    <a:gd name="connsiteX15" fmla="*/ 0 w 348822"/>
                    <a:gd name="connsiteY15" fmla="*/ 179843 h 260462"/>
                    <a:gd name="connsiteX16" fmla="*/ 0 w 348822"/>
                    <a:gd name="connsiteY16" fmla="*/ 80619 h 260462"/>
                    <a:gd name="connsiteX17" fmla="*/ 23586 w 348822"/>
                    <a:gd name="connsiteY17" fmla="*/ 23566 h 260462"/>
                    <a:gd name="connsiteX18" fmla="*/ 80688 w 348822"/>
                    <a:gd name="connsiteY18" fmla="*/ 0 h 260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48822" h="260462">
                      <a:moveTo>
                        <a:pt x="80716" y="14955"/>
                      </a:moveTo>
                      <a:cubicBezTo>
                        <a:pt x="63342" y="14955"/>
                        <a:pt x="45969" y="22393"/>
                        <a:pt x="33559" y="34788"/>
                      </a:cubicBezTo>
                      <a:cubicBezTo>
                        <a:pt x="21150" y="47184"/>
                        <a:pt x="13704" y="63298"/>
                        <a:pt x="13704" y="80652"/>
                      </a:cubicBezTo>
                      <a:lnTo>
                        <a:pt x="13704" y="179818"/>
                      </a:lnTo>
                      <a:cubicBezTo>
                        <a:pt x="13704" y="198411"/>
                        <a:pt x="21150" y="214525"/>
                        <a:pt x="33559" y="226921"/>
                      </a:cubicBezTo>
                      <a:cubicBezTo>
                        <a:pt x="45969" y="239317"/>
                        <a:pt x="63342" y="246754"/>
                        <a:pt x="80716" y="246754"/>
                      </a:cubicBezTo>
                      <a:lnTo>
                        <a:pt x="333872" y="246754"/>
                      </a:lnTo>
                      <a:lnTo>
                        <a:pt x="333872" y="14955"/>
                      </a:lnTo>
                      <a:close/>
                      <a:moveTo>
                        <a:pt x="80688" y="0"/>
                      </a:moveTo>
                      <a:lnTo>
                        <a:pt x="342615" y="0"/>
                      </a:lnTo>
                      <a:cubicBezTo>
                        <a:pt x="346339" y="0"/>
                        <a:pt x="348822" y="4961"/>
                        <a:pt x="348822" y="8682"/>
                      </a:cubicBezTo>
                      <a:lnTo>
                        <a:pt x="348822" y="253020"/>
                      </a:lnTo>
                      <a:cubicBezTo>
                        <a:pt x="348822" y="256741"/>
                        <a:pt x="346339" y="260462"/>
                        <a:pt x="342615" y="260462"/>
                      </a:cubicBezTo>
                      <a:lnTo>
                        <a:pt x="80688" y="260462"/>
                      </a:lnTo>
                      <a:cubicBezTo>
                        <a:pt x="59585" y="260462"/>
                        <a:pt x="38482" y="251780"/>
                        <a:pt x="23586" y="236896"/>
                      </a:cubicBezTo>
                      <a:cubicBezTo>
                        <a:pt x="8690" y="220773"/>
                        <a:pt x="0" y="200928"/>
                        <a:pt x="0" y="179843"/>
                      </a:cubicBezTo>
                      <a:lnTo>
                        <a:pt x="0" y="80619"/>
                      </a:lnTo>
                      <a:cubicBezTo>
                        <a:pt x="0" y="59534"/>
                        <a:pt x="8690" y="39690"/>
                        <a:pt x="23586" y="23566"/>
                      </a:cubicBezTo>
                      <a:cubicBezTo>
                        <a:pt x="38482" y="8682"/>
                        <a:pt x="59585" y="0"/>
                        <a:pt x="8068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27" name="Freeform 126">
                  <a:extLst>
                    <a:ext uri="{FF2B5EF4-FFF2-40B4-BE49-F238E27FC236}">
                      <a16:creationId xmlns:a16="http://schemas.microsoft.com/office/drawing/2014/main" id="{15910BD5-A5E5-DD40-B2BB-E59DD29E549E}"/>
                    </a:ext>
                  </a:extLst>
                </p:cNvPr>
                <p:cNvSpPr/>
                <p:nvPr/>
              </p:nvSpPr>
              <p:spPr>
                <a:xfrm>
                  <a:off x="13919234" y="8302380"/>
                  <a:ext cx="578047" cy="1370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65" h="12">
                      <a:moveTo>
                        <a:pt x="459" y="12"/>
                      </a:moveTo>
                      <a:lnTo>
                        <a:pt x="6" y="12"/>
                      </a:lnTo>
                      <a:cubicBezTo>
                        <a:pt x="2" y="12"/>
                        <a:pt x="0" y="10"/>
                        <a:pt x="0" y="6"/>
                      </a:cubicBezTo>
                      <a:cubicBezTo>
                        <a:pt x="0" y="3"/>
                        <a:pt x="2" y="0"/>
                        <a:pt x="6" y="0"/>
                      </a:cubicBezTo>
                      <a:lnTo>
                        <a:pt x="459" y="0"/>
                      </a:lnTo>
                      <a:cubicBezTo>
                        <a:pt x="462" y="0"/>
                        <a:pt x="465" y="3"/>
                        <a:pt x="465" y="6"/>
                      </a:cubicBezTo>
                      <a:cubicBezTo>
                        <a:pt x="465" y="10"/>
                        <a:pt x="462" y="12"/>
                        <a:pt x="459" y="1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28" name="Freeform 127">
                  <a:extLst>
                    <a:ext uri="{FF2B5EF4-FFF2-40B4-BE49-F238E27FC236}">
                      <a16:creationId xmlns:a16="http://schemas.microsoft.com/office/drawing/2014/main" id="{45F69973-9924-3149-8D8D-F88BD28ECA8F}"/>
                    </a:ext>
                  </a:extLst>
                </p:cNvPr>
                <p:cNvSpPr/>
                <p:nvPr/>
              </p:nvSpPr>
              <p:spPr>
                <a:xfrm>
                  <a:off x="13576642" y="8258762"/>
                  <a:ext cx="143266" cy="10219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16" h="83">
                      <a:moveTo>
                        <a:pt x="39" y="83"/>
                      </a:moveTo>
                      <a:cubicBezTo>
                        <a:pt x="38" y="83"/>
                        <a:pt x="36" y="82"/>
                        <a:pt x="35" y="81"/>
                      </a:cubicBezTo>
                      <a:lnTo>
                        <a:pt x="1" y="47"/>
                      </a:lnTo>
                      <a:cubicBezTo>
                        <a:pt x="0" y="45"/>
                        <a:pt x="0" y="42"/>
                        <a:pt x="1" y="39"/>
                      </a:cubicBezTo>
                      <a:cubicBezTo>
                        <a:pt x="3" y="37"/>
                        <a:pt x="7" y="37"/>
                        <a:pt x="10" y="39"/>
                      </a:cubicBezTo>
                      <a:lnTo>
                        <a:pt x="39" y="69"/>
                      </a:lnTo>
                      <a:lnTo>
                        <a:pt x="106" y="1"/>
                      </a:lnTo>
                      <a:cubicBezTo>
                        <a:pt x="109" y="0"/>
                        <a:pt x="112" y="0"/>
                        <a:pt x="114" y="1"/>
                      </a:cubicBezTo>
                      <a:cubicBezTo>
                        <a:pt x="116" y="4"/>
                        <a:pt x="116" y="7"/>
                        <a:pt x="114" y="10"/>
                      </a:cubicBezTo>
                      <a:lnTo>
                        <a:pt x="43" y="81"/>
                      </a:lnTo>
                      <a:cubicBezTo>
                        <a:pt x="42" y="82"/>
                        <a:pt x="41" y="83"/>
                        <a:pt x="39" y="8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4BA05D8-1906-F84C-B654-759704F1F574}"/>
                  </a:ext>
                </a:extLst>
              </p:cNvPr>
              <p:cNvGrpSpPr/>
              <p:nvPr/>
            </p:nvGrpSpPr>
            <p:grpSpPr>
              <a:xfrm>
                <a:off x="13478224" y="9041394"/>
                <a:ext cx="1108755" cy="259216"/>
                <a:chOff x="13478224" y="9041394"/>
                <a:chExt cx="1108755" cy="259216"/>
              </a:xfrm>
            </p:grpSpPr>
            <p:sp>
              <p:nvSpPr>
                <p:cNvPr id="373" name="Freeform 372">
                  <a:extLst>
                    <a:ext uri="{FF2B5EF4-FFF2-40B4-BE49-F238E27FC236}">
                      <a16:creationId xmlns:a16="http://schemas.microsoft.com/office/drawing/2014/main" id="{268E58A8-3127-8944-87B9-C1241E217644}"/>
                    </a:ext>
                  </a:extLst>
                </p:cNvPr>
                <p:cNvSpPr/>
                <p:nvPr/>
              </p:nvSpPr>
              <p:spPr>
                <a:xfrm>
                  <a:off x="13813342" y="9041394"/>
                  <a:ext cx="773637" cy="259216"/>
                </a:xfrm>
                <a:custGeom>
                  <a:avLst/>
                  <a:gdLst>
                    <a:gd name="connsiteX0" fmla="*/ 14950 w 773637"/>
                    <a:gd name="connsiteY0" fmla="*/ 14951 h 259216"/>
                    <a:gd name="connsiteX1" fmla="*/ 14950 w 773637"/>
                    <a:gd name="connsiteY1" fmla="*/ 245503 h 259216"/>
                    <a:gd name="connsiteX2" fmla="*/ 692771 w 773637"/>
                    <a:gd name="connsiteY2" fmla="*/ 245503 h 259216"/>
                    <a:gd name="connsiteX3" fmla="*/ 738789 w 773637"/>
                    <a:gd name="connsiteY3" fmla="*/ 225671 h 259216"/>
                    <a:gd name="connsiteX4" fmla="*/ 758688 w 773637"/>
                    <a:gd name="connsiteY4" fmla="*/ 179808 h 259216"/>
                    <a:gd name="connsiteX5" fmla="*/ 758688 w 773637"/>
                    <a:gd name="connsiteY5" fmla="*/ 80646 h 259216"/>
                    <a:gd name="connsiteX6" fmla="*/ 738789 w 773637"/>
                    <a:gd name="connsiteY6" fmla="*/ 34783 h 259216"/>
                    <a:gd name="connsiteX7" fmla="*/ 692771 w 773637"/>
                    <a:gd name="connsiteY7" fmla="*/ 14951 h 259216"/>
                    <a:gd name="connsiteX8" fmla="*/ 8707 w 773637"/>
                    <a:gd name="connsiteY8" fmla="*/ 0 h 259216"/>
                    <a:gd name="connsiteX9" fmla="*/ 692791 w 773637"/>
                    <a:gd name="connsiteY9" fmla="*/ 0 h 259216"/>
                    <a:gd name="connsiteX10" fmla="*/ 750005 w 773637"/>
                    <a:gd name="connsiteY10" fmla="*/ 23565 h 259216"/>
                    <a:gd name="connsiteX11" fmla="*/ 773637 w 773637"/>
                    <a:gd name="connsiteY11" fmla="*/ 80617 h 259216"/>
                    <a:gd name="connsiteX12" fmla="*/ 773637 w 773637"/>
                    <a:gd name="connsiteY12" fmla="*/ 179839 h 259216"/>
                    <a:gd name="connsiteX13" fmla="*/ 750005 w 773637"/>
                    <a:gd name="connsiteY13" fmla="*/ 235651 h 259216"/>
                    <a:gd name="connsiteX14" fmla="*/ 692791 w 773637"/>
                    <a:gd name="connsiteY14" fmla="*/ 259216 h 259216"/>
                    <a:gd name="connsiteX15" fmla="*/ 8707 w 773637"/>
                    <a:gd name="connsiteY15" fmla="*/ 259216 h 259216"/>
                    <a:gd name="connsiteX16" fmla="*/ 0 w 773637"/>
                    <a:gd name="connsiteY16" fmla="*/ 253015 h 259216"/>
                    <a:gd name="connsiteX17" fmla="*/ 0 w 773637"/>
                    <a:gd name="connsiteY17" fmla="*/ 7442 h 259216"/>
                    <a:gd name="connsiteX18" fmla="*/ 8707 w 773637"/>
                    <a:gd name="connsiteY18" fmla="*/ 0 h 2592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73637" h="259216">
                      <a:moveTo>
                        <a:pt x="14950" y="14951"/>
                      </a:moveTo>
                      <a:lnTo>
                        <a:pt x="14950" y="245503"/>
                      </a:lnTo>
                      <a:lnTo>
                        <a:pt x="692771" y="245503"/>
                      </a:lnTo>
                      <a:cubicBezTo>
                        <a:pt x="710183" y="245503"/>
                        <a:pt x="727595" y="239305"/>
                        <a:pt x="738789" y="225671"/>
                      </a:cubicBezTo>
                      <a:cubicBezTo>
                        <a:pt x="752469" y="214515"/>
                        <a:pt x="758688" y="197161"/>
                        <a:pt x="758688" y="179808"/>
                      </a:cubicBezTo>
                      <a:lnTo>
                        <a:pt x="758688" y="80646"/>
                      </a:lnTo>
                      <a:cubicBezTo>
                        <a:pt x="758688" y="63293"/>
                        <a:pt x="752469" y="47179"/>
                        <a:pt x="738789" y="34783"/>
                      </a:cubicBezTo>
                      <a:cubicBezTo>
                        <a:pt x="727595" y="21149"/>
                        <a:pt x="710183" y="14951"/>
                        <a:pt x="692771" y="14951"/>
                      </a:cubicBezTo>
                      <a:close/>
                      <a:moveTo>
                        <a:pt x="8707" y="0"/>
                      </a:moveTo>
                      <a:lnTo>
                        <a:pt x="692791" y="0"/>
                      </a:lnTo>
                      <a:cubicBezTo>
                        <a:pt x="713935" y="0"/>
                        <a:pt x="735080" y="8682"/>
                        <a:pt x="750005" y="23565"/>
                      </a:cubicBezTo>
                      <a:cubicBezTo>
                        <a:pt x="764930" y="38448"/>
                        <a:pt x="773637" y="59533"/>
                        <a:pt x="773637" y="80617"/>
                      </a:cubicBezTo>
                      <a:lnTo>
                        <a:pt x="773637" y="179839"/>
                      </a:lnTo>
                      <a:cubicBezTo>
                        <a:pt x="773637" y="200923"/>
                        <a:pt x="764930" y="220768"/>
                        <a:pt x="750005" y="235651"/>
                      </a:cubicBezTo>
                      <a:cubicBezTo>
                        <a:pt x="735080" y="251774"/>
                        <a:pt x="713935" y="259216"/>
                        <a:pt x="692791" y="259216"/>
                      </a:cubicBezTo>
                      <a:lnTo>
                        <a:pt x="8707" y="259216"/>
                      </a:lnTo>
                      <a:cubicBezTo>
                        <a:pt x="4975" y="259216"/>
                        <a:pt x="0" y="256735"/>
                        <a:pt x="0" y="253015"/>
                      </a:cubicBezTo>
                      <a:lnTo>
                        <a:pt x="0" y="7442"/>
                      </a:lnTo>
                      <a:cubicBezTo>
                        <a:pt x="0" y="3721"/>
                        <a:pt x="4975" y="0"/>
                        <a:pt x="870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74" name="Freeform 373">
                  <a:extLst>
                    <a:ext uri="{FF2B5EF4-FFF2-40B4-BE49-F238E27FC236}">
                      <a16:creationId xmlns:a16="http://schemas.microsoft.com/office/drawing/2014/main" id="{3DF23403-DE23-D740-9814-3FEDA2EEC2E0}"/>
                    </a:ext>
                  </a:extLst>
                </p:cNvPr>
                <p:cNvSpPr/>
                <p:nvPr/>
              </p:nvSpPr>
              <p:spPr>
                <a:xfrm>
                  <a:off x="13478224" y="9041394"/>
                  <a:ext cx="348822" cy="259216"/>
                </a:xfrm>
                <a:custGeom>
                  <a:avLst/>
                  <a:gdLst>
                    <a:gd name="connsiteX0" fmla="*/ 80716 w 348822"/>
                    <a:gd name="connsiteY0" fmla="*/ 14951 h 259216"/>
                    <a:gd name="connsiteX1" fmla="*/ 33559 w 348822"/>
                    <a:gd name="connsiteY1" fmla="*/ 34783 h 259216"/>
                    <a:gd name="connsiteX2" fmla="*/ 13704 w 348822"/>
                    <a:gd name="connsiteY2" fmla="*/ 80646 h 259216"/>
                    <a:gd name="connsiteX3" fmla="*/ 13704 w 348822"/>
                    <a:gd name="connsiteY3" fmla="*/ 179808 h 259216"/>
                    <a:gd name="connsiteX4" fmla="*/ 33559 w 348822"/>
                    <a:gd name="connsiteY4" fmla="*/ 225671 h 259216"/>
                    <a:gd name="connsiteX5" fmla="*/ 80716 w 348822"/>
                    <a:gd name="connsiteY5" fmla="*/ 245503 h 259216"/>
                    <a:gd name="connsiteX6" fmla="*/ 333872 w 348822"/>
                    <a:gd name="connsiteY6" fmla="*/ 245503 h 259216"/>
                    <a:gd name="connsiteX7" fmla="*/ 333872 w 348822"/>
                    <a:gd name="connsiteY7" fmla="*/ 14951 h 259216"/>
                    <a:gd name="connsiteX8" fmla="*/ 80688 w 348822"/>
                    <a:gd name="connsiteY8" fmla="*/ 0 h 259216"/>
                    <a:gd name="connsiteX9" fmla="*/ 342615 w 348822"/>
                    <a:gd name="connsiteY9" fmla="*/ 0 h 259216"/>
                    <a:gd name="connsiteX10" fmla="*/ 348822 w 348822"/>
                    <a:gd name="connsiteY10" fmla="*/ 7442 h 259216"/>
                    <a:gd name="connsiteX11" fmla="*/ 348822 w 348822"/>
                    <a:gd name="connsiteY11" fmla="*/ 253015 h 259216"/>
                    <a:gd name="connsiteX12" fmla="*/ 342615 w 348822"/>
                    <a:gd name="connsiteY12" fmla="*/ 259216 h 259216"/>
                    <a:gd name="connsiteX13" fmla="*/ 80688 w 348822"/>
                    <a:gd name="connsiteY13" fmla="*/ 259216 h 259216"/>
                    <a:gd name="connsiteX14" fmla="*/ 23586 w 348822"/>
                    <a:gd name="connsiteY14" fmla="*/ 235651 h 259216"/>
                    <a:gd name="connsiteX15" fmla="*/ 0 w 348822"/>
                    <a:gd name="connsiteY15" fmla="*/ 179839 h 259216"/>
                    <a:gd name="connsiteX16" fmla="*/ 0 w 348822"/>
                    <a:gd name="connsiteY16" fmla="*/ 80617 h 259216"/>
                    <a:gd name="connsiteX17" fmla="*/ 23586 w 348822"/>
                    <a:gd name="connsiteY17" fmla="*/ 23565 h 259216"/>
                    <a:gd name="connsiteX18" fmla="*/ 80688 w 348822"/>
                    <a:gd name="connsiteY18" fmla="*/ 0 h 25921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348822" h="259216">
                      <a:moveTo>
                        <a:pt x="80716" y="14951"/>
                      </a:moveTo>
                      <a:cubicBezTo>
                        <a:pt x="63342" y="14951"/>
                        <a:pt x="45969" y="21149"/>
                        <a:pt x="33559" y="34783"/>
                      </a:cubicBezTo>
                      <a:cubicBezTo>
                        <a:pt x="21150" y="47179"/>
                        <a:pt x="13704" y="63293"/>
                        <a:pt x="13704" y="80646"/>
                      </a:cubicBezTo>
                      <a:lnTo>
                        <a:pt x="13704" y="179808"/>
                      </a:lnTo>
                      <a:cubicBezTo>
                        <a:pt x="13704" y="197161"/>
                        <a:pt x="21150" y="214515"/>
                        <a:pt x="33559" y="225671"/>
                      </a:cubicBezTo>
                      <a:cubicBezTo>
                        <a:pt x="45969" y="239305"/>
                        <a:pt x="63342" y="245503"/>
                        <a:pt x="80716" y="245503"/>
                      </a:cubicBezTo>
                      <a:lnTo>
                        <a:pt x="333872" y="245503"/>
                      </a:lnTo>
                      <a:lnTo>
                        <a:pt x="333872" y="14951"/>
                      </a:lnTo>
                      <a:close/>
                      <a:moveTo>
                        <a:pt x="80688" y="0"/>
                      </a:moveTo>
                      <a:lnTo>
                        <a:pt x="342615" y="0"/>
                      </a:lnTo>
                      <a:cubicBezTo>
                        <a:pt x="346339" y="0"/>
                        <a:pt x="348822" y="3721"/>
                        <a:pt x="348822" y="7442"/>
                      </a:cubicBezTo>
                      <a:lnTo>
                        <a:pt x="348822" y="253015"/>
                      </a:lnTo>
                      <a:cubicBezTo>
                        <a:pt x="348822" y="256735"/>
                        <a:pt x="346339" y="259216"/>
                        <a:pt x="342615" y="259216"/>
                      </a:cubicBezTo>
                      <a:lnTo>
                        <a:pt x="80688" y="259216"/>
                      </a:lnTo>
                      <a:cubicBezTo>
                        <a:pt x="59585" y="259216"/>
                        <a:pt x="38482" y="251774"/>
                        <a:pt x="23586" y="235651"/>
                      </a:cubicBezTo>
                      <a:cubicBezTo>
                        <a:pt x="8690" y="220768"/>
                        <a:pt x="0" y="200923"/>
                        <a:pt x="0" y="179839"/>
                      </a:cubicBezTo>
                      <a:lnTo>
                        <a:pt x="0" y="80617"/>
                      </a:lnTo>
                      <a:cubicBezTo>
                        <a:pt x="0" y="59533"/>
                        <a:pt x="8690" y="38448"/>
                        <a:pt x="23586" y="23565"/>
                      </a:cubicBezTo>
                      <a:cubicBezTo>
                        <a:pt x="38482" y="8682"/>
                        <a:pt x="59585" y="0"/>
                        <a:pt x="8068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33" name="Freeform 132">
                  <a:extLst>
                    <a:ext uri="{FF2B5EF4-FFF2-40B4-BE49-F238E27FC236}">
                      <a16:creationId xmlns:a16="http://schemas.microsoft.com/office/drawing/2014/main" id="{8785CC00-AEE3-2C4A-ABEA-8641B47AAF3C}"/>
                    </a:ext>
                  </a:extLst>
                </p:cNvPr>
                <p:cNvSpPr/>
                <p:nvPr/>
              </p:nvSpPr>
              <p:spPr>
                <a:xfrm>
                  <a:off x="13919234" y="9164770"/>
                  <a:ext cx="578047" cy="1370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65" h="12">
                      <a:moveTo>
                        <a:pt x="459" y="12"/>
                      </a:moveTo>
                      <a:lnTo>
                        <a:pt x="6" y="12"/>
                      </a:lnTo>
                      <a:cubicBezTo>
                        <a:pt x="2" y="12"/>
                        <a:pt x="0" y="9"/>
                        <a:pt x="0" y="6"/>
                      </a:cubicBezTo>
                      <a:cubicBezTo>
                        <a:pt x="0" y="3"/>
                        <a:pt x="2" y="0"/>
                        <a:pt x="6" y="0"/>
                      </a:cubicBezTo>
                      <a:lnTo>
                        <a:pt x="459" y="0"/>
                      </a:lnTo>
                      <a:cubicBezTo>
                        <a:pt x="462" y="0"/>
                        <a:pt x="465" y="3"/>
                        <a:pt x="465" y="6"/>
                      </a:cubicBezTo>
                      <a:cubicBezTo>
                        <a:pt x="465" y="9"/>
                        <a:pt x="462" y="12"/>
                        <a:pt x="459" y="1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34" name="Freeform 133">
                  <a:extLst>
                    <a:ext uri="{FF2B5EF4-FFF2-40B4-BE49-F238E27FC236}">
                      <a16:creationId xmlns:a16="http://schemas.microsoft.com/office/drawing/2014/main" id="{226BEF86-2687-9F43-AE66-762EC3CB910A}"/>
                    </a:ext>
                  </a:extLst>
                </p:cNvPr>
                <p:cNvSpPr/>
                <p:nvPr/>
              </p:nvSpPr>
              <p:spPr>
                <a:xfrm>
                  <a:off x="13605295" y="9124891"/>
                  <a:ext cx="94680" cy="93467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7" h="76">
                      <a:moveTo>
                        <a:pt x="77" y="38"/>
                      </a:moveTo>
                      <a:cubicBezTo>
                        <a:pt x="77" y="59"/>
                        <a:pt x="60" y="76"/>
                        <a:pt x="39" y="76"/>
                      </a:cubicBezTo>
                      <a:cubicBezTo>
                        <a:pt x="18" y="76"/>
                        <a:pt x="0" y="59"/>
                        <a:pt x="0" y="38"/>
                      </a:cubicBezTo>
                      <a:cubicBezTo>
                        <a:pt x="0" y="17"/>
                        <a:pt x="18" y="0"/>
                        <a:pt x="39" y="0"/>
                      </a:cubicBezTo>
                      <a:cubicBezTo>
                        <a:pt x="60" y="0"/>
                        <a:pt x="77" y="17"/>
                        <a:pt x="77" y="38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75" name="Freeform 374">
                  <a:extLst>
                    <a:ext uri="{FF2B5EF4-FFF2-40B4-BE49-F238E27FC236}">
                      <a16:creationId xmlns:a16="http://schemas.microsoft.com/office/drawing/2014/main" id="{2E8852F7-02CF-8347-B68E-CD94E3A28D3D}"/>
                    </a:ext>
                  </a:extLst>
                </p:cNvPr>
                <p:cNvSpPr/>
                <p:nvPr/>
              </p:nvSpPr>
              <p:spPr>
                <a:xfrm>
                  <a:off x="13597820" y="9117414"/>
                  <a:ext cx="109630" cy="108422"/>
                </a:xfrm>
                <a:custGeom>
                  <a:avLst/>
                  <a:gdLst>
                    <a:gd name="connsiteX0" fmla="*/ 55438 w 109630"/>
                    <a:gd name="connsiteY0" fmla="*/ 13708 h 108422"/>
                    <a:gd name="connsiteX1" fmla="*/ 14950 w 109630"/>
                    <a:gd name="connsiteY1" fmla="*/ 54210 h 108422"/>
                    <a:gd name="connsiteX2" fmla="*/ 55438 w 109630"/>
                    <a:gd name="connsiteY2" fmla="*/ 94713 h 108422"/>
                    <a:gd name="connsiteX3" fmla="*/ 95926 w 109630"/>
                    <a:gd name="connsiteY3" fmla="*/ 54210 h 108422"/>
                    <a:gd name="connsiteX4" fmla="*/ 55438 w 109630"/>
                    <a:gd name="connsiteY4" fmla="*/ 13708 h 108422"/>
                    <a:gd name="connsiteX5" fmla="*/ 55431 w 109630"/>
                    <a:gd name="connsiteY5" fmla="*/ 0 h 108422"/>
                    <a:gd name="connsiteX6" fmla="*/ 109630 w 109630"/>
                    <a:gd name="connsiteY6" fmla="*/ 54211 h 108422"/>
                    <a:gd name="connsiteX7" fmla="*/ 55431 w 109630"/>
                    <a:gd name="connsiteY7" fmla="*/ 108422 h 108422"/>
                    <a:gd name="connsiteX8" fmla="*/ 0 w 109630"/>
                    <a:gd name="connsiteY8" fmla="*/ 54211 h 108422"/>
                    <a:gd name="connsiteX9" fmla="*/ 55431 w 109630"/>
                    <a:gd name="connsiteY9" fmla="*/ 0 h 10842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109630" h="108422">
                      <a:moveTo>
                        <a:pt x="55438" y="13708"/>
                      </a:moveTo>
                      <a:cubicBezTo>
                        <a:pt x="33354" y="13708"/>
                        <a:pt x="14950" y="32118"/>
                        <a:pt x="14950" y="54210"/>
                      </a:cubicBezTo>
                      <a:cubicBezTo>
                        <a:pt x="14950" y="76303"/>
                        <a:pt x="33354" y="94713"/>
                        <a:pt x="55438" y="94713"/>
                      </a:cubicBezTo>
                      <a:cubicBezTo>
                        <a:pt x="77522" y="94713"/>
                        <a:pt x="95926" y="76303"/>
                        <a:pt x="95926" y="54210"/>
                      </a:cubicBezTo>
                      <a:cubicBezTo>
                        <a:pt x="95926" y="32118"/>
                        <a:pt x="77522" y="13708"/>
                        <a:pt x="55438" y="13708"/>
                      </a:cubicBezTo>
                      <a:close/>
                      <a:moveTo>
                        <a:pt x="55431" y="0"/>
                      </a:moveTo>
                      <a:cubicBezTo>
                        <a:pt x="84994" y="0"/>
                        <a:pt x="109630" y="24641"/>
                        <a:pt x="109630" y="54211"/>
                      </a:cubicBezTo>
                      <a:cubicBezTo>
                        <a:pt x="109630" y="83781"/>
                        <a:pt x="84994" y="108422"/>
                        <a:pt x="55431" y="108422"/>
                      </a:cubicBezTo>
                      <a:cubicBezTo>
                        <a:pt x="24636" y="108422"/>
                        <a:pt x="0" y="83781"/>
                        <a:pt x="0" y="54211"/>
                      </a:cubicBezTo>
                      <a:cubicBezTo>
                        <a:pt x="0" y="24641"/>
                        <a:pt x="24636" y="0"/>
                        <a:pt x="5543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3174BC3-D6F8-0C4E-8D63-E1345297036A}"/>
                </a:ext>
              </a:extLst>
            </p:cNvPr>
            <p:cNvGrpSpPr/>
            <p:nvPr/>
          </p:nvGrpSpPr>
          <p:grpSpPr>
            <a:xfrm>
              <a:off x="14945768" y="5416113"/>
              <a:ext cx="3372357" cy="4304476"/>
              <a:chOff x="14945768" y="5416113"/>
              <a:chExt cx="3372357" cy="430447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F391D934-2B46-A542-87D0-3275FC364D40}"/>
                  </a:ext>
                </a:extLst>
              </p:cNvPr>
              <p:cNvGrpSpPr/>
              <p:nvPr/>
            </p:nvGrpSpPr>
            <p:grpSpPr>
              <a:xfrm>
                <a:off x="14945768" y="5416113"/>
                <a:ext cx="3372357" cy="4304476"/>
                <a:chOff x="14945768" y="5416113"/>
                <a:chExt cx="3372357" cy="4304476"/>
              </a:xfrm>
            </p:grpSpPr>
            <p:sp>
              <p:nvSpPr>
                <p:cNvPr id="137" name="Freeform 136">
                  <a:extLst>
                    <a:ext uri="{FF2B5EF4-FFF2-40B4-BE49-F238E27FC236}">
                      <a16:creationId xmlns:a16="http://schemas.microsoft.com/office/drawing/2014/main" id="{B734030E-EC39-1149-8AD3-EB328A809542}"/>
                    </a:ext>
                  </a:extLst>
                </p:cNvPr>
                <p:cNvSpPr/>
                <p:nvPr/>
              </p:nvSpPr>
              <p:spPr>
                <a:xfrm>
                  <a:off x="14951996" y="5423590"/>
                  <a:ext cx="3358651" cy="428952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697" h="3443">
                      <a:moveTo>
                        <a:pt x="141" y="3443"/>
                      </a:moveTo>
                      <a:lnTo>
                        <a:pt x="1349" y="3443"/>
                      </a:lnTo>
                      <a:lnTo>
                        <a:pt x="2557" y="3443"/>
                      </a:lnTo>
                      <a:cubicBezTo>
                        <a:pt x="2596" y="3443"/>
                        <a:pt x="2631" y="3428"/>
                        <a:pt x="2656" y="3403"/>
                      </a:cubicBezTo>
                      <a:cubicBezTo>
                        <a:pt x="2681" y="3377"/>
                        <a:pt x="2697" y="3342"/>
                        <a:pt x="2697" y="3303"/>
                      </a:cubicBezTo>
                      <a:lnTo>
                        <a:pt x="2697" y="1721"/>
                      </a:lnTo>
                      <a:lnTo>
                        <a:pt x="2697" y="140"/>
                      </a:lnTo>
                      <a:cubicBezTo>
                        <a:pt x="2697" y="101"/>
                        <a:pt x="2681" y="66"/>
                        <a:pt x="2656" y="41"/>
                      </a:cubicBezTo>
                      <a:cubicBezTo>
                        <a:pt x="2631" y="15"/>
                        <a:pt x="2596" y="0"/>
                        <a:pt x="2557" y="0"/>
                      </a:cubicBezTo>
                      <a:lnTo>
                        <a:pt x="1349" y="0"/>
                      </a:lnTo>
                      <a:lnTo>
                        <a:pt x="141" y="0"/>
                      </a:lnTo>
                      <a:cubicBezTo>
                        <a:pt x="102" y="0"/>
                        <a:pt x="67" y="15"/>
                        <a:pt x="41" y="41"/>
                      </a:cubicBezTo>
                      <a:cubicBezTo>
                        <a:pt x="16" y="66"/>
                        <a:pt x="0" y="101"/>
                        <a:pt x="0" y="140"/>
                      </a:cubicBezTo>
                      <a:lnTo>
                        <a:pt x="0" y="1721"/>
                      </a:lnTo>
                      <a:lnTo>
                        <a:pt x="0" y="3303"/>
                      </a:lnTo>
                      <a:cubicBezTo>
                        <a:pt x="0" y="3342"/>
                        <a:pt x="16" y="3377"/>
                        <a:pt x="41" y="3403"/>
                      </a:cubicBezTo>
                      <a:cubicBezTo>
                        <a:pt x="67" y="3428"/>
                        <a:pt x="102" y="3443"/>
                        <a:pt x="141" y="3443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76" name="Freeform 375">
                  <a:extLst>
                    <a:ext uri="{FF2B5EF4-FFF2-40B4-BE49-F238E27FC236}">
                      <a16:creationId xmlns:a16="http://schemas.microsoft.com/office/drawing/2014/main" id="{9F0B70BD-CD76-A843-9DB6-1EC17D4FD1A1}"/>
                    </a:ext>
                  </a:extLst>
                </p:cNvPr>
                <p:cNvSpPr/>
                <p:nvPr/>
              </p:nvSpPr>
              <p:spPr>
                <a:xfrm>
                  <a:off x="14945768" y="5416113"/>
                  <a:ext cx="3372357" cy="4304476"/>
                </a:xfrm>
                <a:custGeom>
                  <a:avLst/>
                  <a:gdLst>
                    <a:gd name="connsiteX0" fmla="*/ 181822 w 3372357"/>
                    <a:gd name="connsiteY0" fmla="*/ 13708 h 4304476"/>
                    <a:gd name="connsiteX1" fmla="*/ 62271 w 3372357"/>
                    <a:gd name="connsiteY1" fmla="*/ 63543 h 4304476"/>
                    <a:gd name="connsiteX2" fmla="*/ 13703 w 3372357"/>
                    <a:gd name="connsiteY2" fmla="*/ 181900 h 4304476"/>
                    <a:gd name="connsiteX3" fmla="*/ 13703 w 3372357"/>
                    <a:gd name="connsiteY3" fmla="*/ 4123817 h 4304476"/>
                    <a:gd name="connsiteX4" fmla="*/ 62271 w 3372357"/>
                    <a:gd name="connsiteY4" fmla="*/ 4240929 h 4304476"/>
                    <a:gd name="connsiteX5" fmla="*/ 181822 w 3372357"/>
                    <a:gd name="connsiteY5" fmla="*/ 4289517 h 4304476"/>
                    <a:gd name="connsiteX6" fmla="*/ 3190533 w 3372357"/>
                    <a:gd name="connsiteY6" fmla="*/ 4289517 h 4304476"/>
                    <a:gd name="connsiteX7" fmla="*/ 3308841 w 3372357"/>
                    <a:gd name="connsiteY7" fmla="*/ 4240929 h 4304476"/>
                    <a:gd name="connsiteX8" fmla="*/ 3357409 w 3372357"/>
                    <a:gd name="connsiteY8" fmla="*/ 4123817 h 4304476"/>
                    <a:gd name="connsiteX9" fmla="*/ 3357409 w 3372357"/>
                    <a:gd name="connsiteY9" fmla="*/ 181900 h 4304476"/>
                    <a:gd name="connsiteX10" fmla="*/ 3308841 w 3372357"/>
                    <a:gd name="connsiteY10" fmla="*/ 63543 h 4304476"/>
                    <a:gd name="connsiteX11" fmla="*/ 3190533 w 3372357"/>
                    <a:gd name="connsiteY11" fmla="*/ 13708 h 4304476"/>
                    <a:gd name="connsiteX12" fmla="*/ 181818 w 3372357"/>
                    <a:gd name="connsiteY12" fmla="*/ 0 h 4304476"/>
                    <a:gd name="connsiteX13" fmla="*/ 3190539 w 3372357"/>
                    <a:gd name="connsiteY13" fmla="*/ 0 h 4304476"/>
                    <a:gd name="connsiteX14" fmla="*/ 3318809 w 3372357"/>
                    <a:gd name="connsiteY14" fmla="*/ 52327 h 4304476"/>
                    <a:gd name="connsiteX15" fmla="*/ 3372357 w 3372357"/>
                    <a:gd name="connsiteY15" fmla="*/ 181897 h 4304476"/>
                    <a:gd name="connsiteX16" fmla="*/ 3372357 w 3372357"/>
                    <a:gd name="connsiteY16" fmla="*/ 4122579 h 4304476"/>
                    <a:gd name="connsiteX17" fmla="*/ 3318809 w 3372357"/>
                    <a:gd name="connsiteY17" fmla="*/ 4250903 h 4304476"/>
                    <a:gd name="connsiteX18" fmla="*/ 3190539 w 3372357"/>
                    <a:gd name="connsiteY18" fmla="*/ 4304476 h 4304476"/>
                    <a:gd name="connsiteX19" fmla="*/ 181818 w 3372357"/>
                    <a:gd name="connsiteY19" fmla="*/ 4304476 h 4304476"/>
                    <a:gd name="connsiteX20" fmla="*/ 53549 w 3372357"/>
                    <a:gd name="connsiteY20" fmla="*/ 4250903 h 4304476"/>
                    <a:gd name="connsiteX21" fmla="*/ 0 w 3372357"/>
                    <a:gd name="connsiteY21" fmla="*/ 4122579 h 4304476"/>
                    <a:gd name="connsiteX22" fmla="*/ 0 w 3372357"/>
                    <a:gd name="connsiteY22" fmla="*/ 181897 h 4304476"/>
                    <a:gd name="connsiteX23" fmla="*/ 53549 w 3372357"/>
                    <a:gd name="connsiteY23" fmla="*/ 52327 h 4304476"/>
                    <a:gd name="connsiteX24" fmla="*/ 181818 w 3372357"/>
                    <a:gd name="connsiteY24" fmla="*/ 0 h 430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372357" h="4304476">
                      <a:moveTo>
                        <a:pt x="181822" y="13708"/>
                      </a:moveTo>
                      <a:cubicBezTo>
                        <a:pt x="136990" y="13708"/>
                        <a:pt x="94649" y="31150"/>
                        <a:pt x="62271" y="63543"/>
                      </a:cubicBezTo>
                      <a:cubicBezTo>
                        <a:pt x="32383" y="94689"/>
                        <a:pt x="13703" y="137049"/>
                        <a:pt x="13703" y="181900"/>
                      </a:cubicBezTo>
                      <a:lnTo>
                        <a:pt x="13703" y="4123817"/>
                      </a:lnTo>
                      <a:cubicBezTo>
                        <a:pt x="13703" y="4167422"/>
                        <a:pt x="32383" y="4209781"/>
                        <a:pt x="62271" y="4240929"/>
                      </a:cubicBezTo>
                      <a:cubicBezTo>
                        <a:pt x="94649" y="4273321"/>
                        <a:pt x="136990" y="4289517"/>
                        <a:pt x="181822" y="4289517"/>
                      </a:cubicBezTo>
                      <a:lnTo>
                        <a:pt x="3190533" y="4289517"/>
                      </a:lnTo>
                      <a:cubicBezTo>
                        <a:pt x="3235365" y="4289517"/>
                        <a:pt x="3277707" y="4273321"/>
                        <a:pt x="3308841" y="4240929"/>
                      </a:cubicBezTo>
                      <a:cubicBezTo>
                        <a:pt x="3341219" y="4209781"/>
                        <a:pt x="3357409" y="4167422"/>
                        <a:pt x="3357409" y="4123817"/>
                      </a:cubicBezTo>
                      <a:lnTo>
                        <a:pt x="3357409" y="181900"/>
                      </a:lnTo>
                      <a:cubicBezTo>
                        <a:pt x="3357409" y="137049"/>
                        <a:pt x="3341219" y="94689"/>
                        <a:pt x="3308841" y="63543"/>
                      </a:cubicBezTo>
                      <a:cubicBezTo>
                        <a:pt x="3277707" y="31150"/>
                        <a:pt x="3235365" y="13708"/>
                        <a:pt x="3190533" y="13708"/>
                      </a:cubicBezTo>
                      <a:close/>
                      <a:moveTo>
                        <a:pt x="181818" y="0"/>
                      </a:moveTo>
                      <a:lnTo>
                        <a:pt x="3190539" y="0"/>
                      </a:lnTo>
                      <a:cubicBezTo>
                        <a:pt x="3239107" y="0"/>
                        <a:pt x="3285185" y="18688"/>
                        <a:pt x="3318809" y="52327"/>
                      </a:cubicBezTo>
                      <a:cubicBezTo>
                        <a:pt x="3352433" y="87211"/>
                        <a:pt x="3372357" y="133308"/>
                        <a:pt x="3372357" y="181897"/>
                      </a:cubicBezTo>
                      <a:lnTo>
                        <a:pt x="3372357" y="4122579"/>
                      </a:lnTo>
                      <a:cubicBezTo>
                        <a:pt x="3372357" y="4171168"/>
                        <a:pt x="3352433" y="4217265"/>
                        <a:pt x="3318809" y="4250903"/>
                      </a:cubicBezTo>
                      <a:cubicBezTo>
                        <a:pt x="3285185" y="4285788"/>
                        <a:pt x="3239107" y="4304476"/>
                        <a:pt x="3190539" y="4304476"/>
                      </a:cubicBezTo>
                      <a:lnTo>
                        <a:pt x="181818" y="4304476"/>
                      </a:lnTo>
                      <a:cubicBezTo>
                        <a:pt x="133250" y="4304476"/>
                        <a:pt x="87173" y="4285788"/>
                        <a:pt x="53549" y="4250903"/>
                      </a:cubicBezTo>
                      <a:cubicBezTo>
                        <a:pt x="18680" y="4217265"/>
                        <a:pt x="0" y="4171168"/>
                        <a:pt x="0" y="4122579"/>
                      </a:cubicBezTo>
                      <a:lnTo>
                        <a:pt x="0" y="181897"/>
                      </a:lnTo>
                      <a:cubicBezTo>
                        <a:pt x="0" y="133308"/>
                        <a:pt x="18680" y="87211"/>
                        <a:pt x="53549" y="52327"/>
                      </a:cubicBezTo>
                      <a:cubicBezTo>
                        <a:pt x="87173" y="18688"/>
                        <a:pt x="133250" y="0"/>
                        <a:pt x="18181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1F270A1-C58D-6D45-9AF5-AE8268142E6E}"/>
                  </a:ext>
                </a:extLst>
              </p:cNvPr>
              <p:cNvGrpSpPr/>
              <p:nvPr/>
            </p:nvGrpSpPr>
            <p:grpSpPr>
              <a:xfrm>
                <a:off x="15308292" y="5736394"/>
                <a:ext cx="2646062" cy="2452579"/>
                <a:chOff x="15308292" y="5736394"/>
                <a:chExt cx="2646062" cy="2452579"/>
              </a:xfrm>
            </p:grpSpPr>
            <p:sp>
              <p:nvSpPr>
                <p:cNvPr id="377" name="Freeform 376">
                  <a:extLst>
                    <a:ext uri="{FF2B5EF4-FFF2-40B4-BE49-F238E27FC236}">
                      <a16:creationId xmlns:a16="http://schemas.microsoft.com/office/drawing/2014/main" id="{F658F2B9-3F09-F14D-8170-4B9A1BBDBFD6}"/>
                    </a:ext>
                  </a:extLst>
                </p:cNvPr>
                <p:cNvSpPr/>
                <p:nvPr/>
              </p:nvSpPr>
              <p:spPr>
                <a:xfrm>
                  <a:off x="15308292" y="5736394"/>
                  <a:ext cx="2646062" cy="2065002"/>
                </a:xfrm>
                <a:custGeom>
                  <a:avLst/>
                  <a:gdLst>
                    <a:gd name="connsiteX0" fmla="*/ 131999 w 2646062"/>
                    <a:gd name="connsiteY0" fmla="*/ 14954 h 2065002"/>
                    <a:gd name="connsiteX1" fmla="*/ 49816 w 2646062"/>
                    <a:gd name="connsiteY1" fmla="*/ 48582 h 2065002"/>
                    <a:gd name="connsiteX2" fmla="*/ 14950 w 2646062"/>
                    <a:gd name="connsiteY2" fmla="*/ 130782 h 2065002"/>
                    <a:gd name="connsiteX3" fmla="*/ 14950 w 2646062"/>
                    <a:gd name="connsiteY3" fmla="*/ 2033846 h 2065002"/>
                    <a:gd name="connsiteX4" fmla="*/ 597703 w 2646062"/>
                    <a:gd name="connsiteY4" fmla="*/ 1957873 h 2065002"/>
                    <a:gd name="connsiteX5" fmla="*/ 1019826 w 2646062"/>
                    <a:gd name="connsiteY5" fmla="*/ 1467162 h 2065002"/>
                    <a:gd name="connsiteX6" fmla="*/ 1636198 w 2646062"/>
                    <a:gd name="connsiteY6" fmla="*/ 1495807 h 2065002"/>
                    <a:gd name="connsiteX7" fmla="*/ 1974892 w 2646062"/>
                    <a:gd name="connsiteY7" fmla="*/ 1049932 h 2065002"/>
                    <a:gd name="connsiteX8" fmla="*/ 2632358 w 2646062"/>
                    <a:gd name="connsiteY8" fmla="*/ 1028759 h 2065002"/>
                    <a:gd name="connsiteX9" fmla="*/ 2632358 w 2646062"/>
                    <a:gd name="connsiteY9" fmla="*/ 130782 h 2065002"/>
                    <a:gd name="connsiteX10" fmla="*/ 2598738 w 2646062"/>
                    <a:gd name="connsiteY10" fmla="*/ 48582 h 2065002"/>
                    <a:gd name="connsiteX11" fmla="*/ 2515310 w 2646062"/>
                    <a:gd name="connsiteY11" fmla="*/ 14954 h 2065002"/>
                    <a:gd name="connsiteX12" fmla="*/ 131992 w 2646062"/>
                    <a:gd name="connsiteY12" fmla="*/ 0 h 2065002"/>
                    <a:gd name="connsiteX13" fmla="*/ 2515316 w 2646062"/>
                    <a:gd name="connsiteY13" fmla="*/ 0 h 2065002"/>
                    <a:gd name="connsiteX14" fmla="*/ 2608706 w 2646062"/>
                    <a:gd name="connsiteY14" fmla="*/ 38610 h 2065002"/>
                    <a:gd name="connsiteX15" fmla="*/ 2646062 w 2646062"/>
                    <a:gd name="connsiteY15" fmla="*/ 130775 h 2065002"/>
                    <a:gd name="connsiteX16" fmla="*/ 2646062 w 2646062"/>
                    <a:gd name="connsiteY16" fmla="*/ 1048692 h 2065002"/>
                    <a:gd name="connsiteX17" fmla="*/ 2637346 w 2646062"/>
                    <a:gd name="connsiteY17" fmla="*/ 1046201 h 2065002"/>
                    <a:gd name="connsiteX18" fmla="*/ 1981122 w 2646062"/>
                    <a:gd name="connsiteY18" fmla="*/ 1062393 h 2065002"/>
                    <a:gd name="connsiteX19" fmla="*/ 1647408 w 2646062"/>
                    <a:gd name="connsiteY19" fmla="*/ 1507028 h 2065002"/>
                    <a:gd name="connsiteX20" fmla="*/ 1644916 w 2646062"/>
                    <a:gd name="connsiteY20" fmla="*/ 1515747 h 2065002"/>
                    <a:gd name="connsiteX21" fmla="*/ 1637446 w 2646062"/>
                    <a:gd name="connsiteY21" fmla="*/ 1513256 h 2065002"/>
                    <a:gd name="connsiteX22" fmla="*/ 1026049 w 2646062"/>
                    <a:gd name="connsiteY22" fmla="*/ 1479628 h 2065002"/>
                    <a:gd name="connsiteX23" fmla="*/ 607660 w 2646062"/>
                    <a:gd name="connsiteY23" fmla="*/ 1970346 h 2065002"/>
                    <a:gd name="connsiteX24" fmla="*/ 606415 w 2646062"/>
                    <a:gd name="connsiteY24" fmla="*/ 1977819 h 2065002"/>
                    <a:gd name="connsiteX25" fmla="*/ 598944 w 2646062"/>
                    <a:gd name="connsiteY25" fmla="*/ 1974082 h 2065002"/>
                    <a:gd name="connsiteX26" fmla="*/ 12452 w 2646062"/>
                    <a:gd name="connsiteY26" fmla="*/ 2053793 h 2065002"/>
                    <a:gd name="connsiteX27" fmla="*/ 0 w 2646062"/>
                    <a:gd name="connsiteY27" fmla="*/ 2065002 h 2065002"/>
                    <a:gd name="connsiteX28" fmla="*/ 0 w 2646062"/>
                    <a:gd name="connsiteY28" fmla="*/ 130775 h 2065002"/>
                    <a:gd name="connsiteX29" fmla="*/ 38601 w 2646062"/>
                    <a:gd name="connsiteY29" fmla="*/ 38610 h 2065002"/>
                    <a:gd name="connsiteX30" fmla="*/ 131992 w 2646062"/>
                    <a:gd name="connsiteY30" fmla="*/ 0 h 20650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</a:cxnLst>
                  <a:rect l="l" t="t" r="r" b="b"/>
                  <a:pathLst>
                    <a:path w="2646062" h="2065002">
                      <a:moveTo>
                        <a:pt x="131999" y="14954"/>
                      </a:moveTo>
                      <a:cubicBezTo>
                        <a:pt x="100869" y="14954"/>
                        <a:pt x="70984" y="27409"/>
                        <a:pt x="49816" y="48582"/>
                      </a:cubicBezTo>
                      <a:cubicBezTo>
                        <a:pt x="27402" y="71000"/>
                        <a:pt x="14950" y="99646"/>
                        <a:pt x="14950" y="130782"/>
                      </a:cubicBezTo>
                      <a:lnTo>
                        <a:pt x="14950" y="2033846"/>
                      </a:lnTo>
                      <a:cubicBezTo>
                        <a:pt x="129508" y="1932964"/>
                        <a:pt x="321269" y="1845782"/>
                        <a:pt x="597703" y="1957873"/>
                      </a:cubicBezTo>
                      <a:cubicBezTo>
                        <a:pt x="615136" y="1906809"/>
                        <a:pt x="738411" y="1592953"/>
                        <a:pt x="1019826" y="1467162"/>
                      </a:cubicBezTo>
                      <a:cubicBezTo>
                        <a:pt x="1199134" y="1386207"/>
                        <a:pt x="1407082" y="1396170"/>
                        <a:pt x="1636198" y="1495807"/>
                      </a:cubicBezTo>
                      <a:cubicBezTo>
                        <a:pt x="1649896" y="1447234"/>
                        <a:pt x="1733324" y="1183196"/>
                        <a:pt x="1974892" y="1049932"/>
                      </a:cubicBezTo>
                      <a:cubicBezTo>
                        <a:pt x="2152956" y="950295"/>
                        <a:pt x="2373356" y="944068"/>
                        <a:pt x="2632358" y="1028759"/>
                      </a:cubicBezTo>
                      <a:lnTo>
                        <a:pt x="2632358" y="130782"/>
                      </a:lnTo>
                      <a:cubicBezTo>
                        <a:pt x="2632358" y="99646"/>
                        <a:pt x="2619906" y="71000"/>
                        <a:pt x="2598738" y="48582"/>
                      </a:cubicBezTo>
                      <a:cubicBezTo>
                        <a:pt x="2576324" y="27409"/>
                        <a:pt x="2546440" y="14954"/>
                        <a:pt x="2515310" y="14954"/>
                      </a:cubicBezTo>
                      <a:close/>
                      <a:moveTo>
                        <a:pt x="131992" y="0"/>
                      </a:moveTo>
                      <a:lnTo>
                        <a:pt x="2515316" y="0"/>
                      </a:lnTo>
                      <a:cubicBezTo>
                        <a:pt x="2550182" y="0"/>
                        <a:pt x="2582556" y="13701"/>
                        <a:pt x="2608706" y="38610"/>
                      </a:cubicBezTo>
                      <a:cubicBezTo>
                        <a:pt x="2632364" y="63520"/>
                        <a:pt x="2646062" y="95902"/>
                        <a:pt x="2646062" y="130775"/>
                      </a:cubicBezTo>
                      <a:lnTo>
                        <a:pt x="2646062" y="1048692"/>
                      </a:lnTo>
                      <a:lnTo>
                        <a:pt x="2637346" y="1046201"/>
                      </a:lnTo>
                      <a:cubicBezTo>
                        <a:pt x="2378342" y="959018"/>
                        <a:pt x="2157942" y="964000"/>
                        <a:pt x="1981122" y="1062393"/>
                      </a:cubicBezTo>
                      <a:cubicBezTo>
                        <a:pt x="1722120" y="1205623"/>
                        <a:pt x="1647408" y="1504537"/>
                        <a:pt x="1647408" y="1507028"/>
                      </a:cubicBezTo>
                      <a:lnTo>
                        <a:pt x="1644916" y="1515747"/>
                      </a:lnTo>
                      <a:lnTo>
                        <a:pt x="1637446" y="1513256"/>
                      </a:lnTo>
                      <a:cubicBezTo>
                        <a:pt x="1408328" y="1411126"/>
                        <a:pt x="1202869" y="1401163"/>
                        <a:pt x="1026049" y="1479628"/>
                      </a:cubicBezTo>
                      <a:cubicBezTo>
                        <a:pt x="725955" y="1614139"/>
                        <a:pt x="608906" y="1966609"/>
                        <a:pt x="607660" y="1970346"/>
                      </a:cubicBezTo>
                      <a:lnTo>
                        <a:pt x="606415" y="1977819"/>
                      </a:lnTo>
                      <a:lnTo>
                        <a:pt x="598944" y="1974082"/>
                      </a:lnTo>
                      <a:cubicBezTo>
                        <a:pt x="316282" y="1855762"/>
                        <a:pt x="124521" y="1952909"/>
                        <a:pt x="12452" y="2053793"/>
                      </a:cubicBezTo>
                      <a:lnTo>
                        <a:pt x="0" y="2065002"/>
                      </a:lnTo>
                      <a:lnTo>
                        <a:pt x="0" y="130775"/>
                      </a:lnTo>
                      <a:cubicBezTo>
                        <a:pt x="0" y="95902"/>
                        <a:pt x="13697" y="63520"/>
                        <a:pt x="38601" y="38610"/>
                      </a:cubicBezTo>
                      <a:cubicBezTo>
                        <a:pt x="63505" y="13701"/>
                        <a:pt x="97126" y="0"/>
                        <a:pt x="1319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78" name="Freeform 377">
                  <a:extLst>
                    <a:ext uri="{FF2B5EF4-FFF2-40B4-BE49-F238E27FC236}">
                      <a16:creationId xmlns:a16="http://schemas.microsoft.com/office/drawing/2014/main" id="{0A0B96FC-C905-6E4A-991D-D7FFA31E50E2}"/>
                    </a:ext>
                  </a:extLst>
                </p:cNvPr>
                <p:cNvSpPr/>
                <p:nvPr/>
              </p:nvSpPr>
              <p:spPr>
                <a:xfrm>
                  <a:off x="15308292" y="6707393"/>
                  <a:ext cx="2646062" cy="1481580"/>
                </a:xfrm>
                <a:custGeom>
                  <a:avLst/>
                  <a:gdLst>
                    <a:gd name="connsiteX0" fmla="*/ 2276388 w 2646062"/>
                    <a:gd name="connsiteY0" fmla="*/ 13367 h 1481580"/>
                    <a:gd name="connsiteX1" fmla="*/ 1981120 w 2646062"/>
                    <a:gd name="connsiteY1" fmla="*/ 90722 h 1481580"/>
                    <a:gd name="connsiteX2" fmla="*/ 1647406 w 2646062"/>
                    <a:gd name="connsiteY2" fmla="*/ 535244 h 1481580"/>
                    <a:gd name="connsiteX3" fmla="*/ 1644916 w 2646062"/>
                    <a:gd name="connsiteY3" fmla="*/ 543961 h 1481580"/>
                    <a:gd name="connsiteX4" fmla="*/ 1637444 w 2646062"/>
                    <a:gd name="connsiteY4" fmla="*/ 541470 h 1481580"/>
                    <a:gd name="connsiteX5" fmla="*/ 1026052 w 2646062"/>
                    <a:gd name="connsiteY5" fmla="*/ 507851 h 1481580"/>
                    <a:gd name="connsiteX6" fmla="*/ 607665 w 2646062"/>
                    <a:gd name="connsiteY6" fmla="*/ 998444 h 1481580"/>
                    <a:gd name="connsiteX7" fmla="*/ 606419 w 2646062"/>
                    <a:gd name="connsiteY7" fmla="*/ 1005915 h 1481580"/>
                    <a:gd name="connsiteX8" fmla="*/ 598948 w 2646062"/>
                    <a:gd name="connsiteY8" fmla="*/ 1002180 h 1481580"/>
                    <a:gd name="connsiteX9" fmla="*/ 14950 w 2646062"/>
                    <a:gd name="connsiteY9" fmla="*/ 1080625 h 1481580"/>
                    <a:gd name="connsiteX10" fmla="*/ 14950 w 2646062"/>
                    <a:gd name="connsiteY10" fmla="*/ 1349579 h 1481580"/>
                    <a:gd name="connsiteX11" fmla="*/ 49816 w 2646062"/>
                    <a:gd name="connsiteY11" fmla="*/ 1431760 h 1481580"/>
                    <a:gd name="connsiteX12" fmla="*/ 131999 w 2646062"/>
                    <a:gd name="connsiteY12" fmla="*/ 1465379 h 1481580"/>
                    <a:gd name="connsiteX13" fmla="*/ 2515310 w 2646062"/>
                    <a:gd name="connsiteY13" fmla="*/ 1465379 h 1481580"/>
                    <a:gd name="connsiteX14" fmla="*/ 2598738 w 2646062"/>
                    <a:gd name="connsiteY14" fmla="*/ 1431760 h 1481580"/>
                    <a:gd name="connsiteX15" fmla="*/ 2632358 w 2646062"/>
                    <a:gd name="connsiteY15" fmla="*/ 1349579 h 1481580"/>
                    <a:gd name="connsiteX16" fmla="*/ 2632358 w 2646062"/>
                    <a:gd name="connsiteY16" fmla="*/ 73290 h 1481580"/>
                    <a:gd name="connsiteX17" fmla="*/ 2276388 w 2646062"/>
                    <a:gd name="connsiteY17" fmla="*/ 13367 h 1481580"/>
                    <a:gd name="connsiteX18" fmla="*/ 2276702 w 2646062"/>
                    <a:gd name="connsiteY18" fmla="*/ 280 h 1481580"/>
                    <a:gd name="connsiteX19" fmla="*/ 2641082 w 2646062"/>
                    <a:gd name="connsiteY19" fmla="*/ 62072 h 1481580"/>
                    <a:gd name="connsiteX20" fmla="*/ 2646062 w 2646062"/>
                    <a:gd name="connsiteY20" fmla="*/ 63318 h 1481580"/>
                    <a:gd name="connsiteX21" fmla="*/ 2646062 w 2646062"/>
                    <a:gd name="connsiteY21" fmla="*/ 1350836 h 1481580"/>
                    <a:gd name="connsiteX22" fmla="*/ 2608706 w 2646062"/>
                    <a:gd name="connsiteY22" fmla="*/ 1442980 h 1481580"/>
                    <a:gd name="connsiteX23" fmla="*/ 2515316 w 2646062"/>
                    <a:gd name="connsiteY23" fmla="*/ 1481580 h 1481580"/>
                    <a:gd name="connsiteX24" fmla="*/ 131992 w 2646062"/>
                    <a:gd name="connsiteY24" fmla="*/ 1481580 h 1481580"/>
                    <a:gd name="connsiteX25" fmla="*/ 38601 w 2646062"/>
                    <a:gd name="connsiteY25" fmla="*/ 1442980 h 1481580"/>
                    <a:gd name="connsiteX26" fmla="*/ 0 w 2646062"/>
                    <a:gd name="connsiteY26" fmla="*/ 1350836 h 1481580"/>
                    <a:gd name="connsiteX27" fmla="*/ 0 w 2646062"/>
                    <a:gd name="connsiteY27" fmla="*/ 1074406 h 1481580"/>
                    <a:gd name="connsiteX28" fmla="*/ 2490 w 2646062"/>
                    <a:gd name="connsiteY28" fmla="*/ 1073160 h 1481580"/>
                    <a:gd name="connsiteX29" fmla="*/ 597699 w 2646062"/>
                    <a:gd name="connsiteY29" fmla="*/ 987243 h 1481580"/>
                    <a:gd name="connsiteX30" fmla="*/ 1019823 w 2646062"/>
                    <a:gd name="connsiteY30" fmla="*/ 496641 h 1481580"/>
                    <a:gd name="connsiteX31" fmla="*/ 1636200 w 2646062"/>
                    <a:gd name="connsiteY31" fmla="*/ 525280 h 1481580"/>
                    <a:gd name="connsiteX32" fmla="*/ 1974896 w 2646062"/>
                    <a:gd name="connsiteY32" fmla="*/ 79505 h 1481580"/>
                    <a:gd name="connsiteX33" fmla="*/ 2276702 w 2646062"/>
                    <a:gd name="connsiteY33" fmla="*/ 280 h 14815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</a:cxnLst>
                  <a:rect l="l" t="t" r="r" b="b"/>
                  <a:pathLst>
                    <a:path w="2646062" h="1481580">
                      <a:moveTo>
                        <a:pt x="2276388" y="13367"/>
                      </a:moveTo>
                      <a:cubicBezTo>
                        <a:pt x="2167588" y="16324"/>
                        <a:pt x="2068906" y="42161"/>
                        <a:pt x="1981120" y="90722"/>
                      </a:cubicBezTo>
                      <a:cubicBezTo>
                        <a:pt x="1722118" y="233916"/>
                        <a:pt x="1647406" y="532754"/>
                        <a:pt x="1647406" y="535244"/>
                      </a:cubicBezTo>
                      <a:lnTo>
                        <a:pt x="1644916" y="543961"/>
                      </a:lnTo>
                      <a:lnTo>
                        <a:pt x="1637444" y="541470"/>
                      </a:lnTo>
                      <a:cubicBezTo>
                        <a:pt x="1408328" y="439367"/>
                        <a:pt x="1202870" y="429406"/>
                        <a:pt x="1026052" y="507851"/>
                      </a:cubicBezTo>
                      <a:cubicBezTo>
                        <a:pt x="725959" y="642328"/>
                        <a:pt x="608910" y="994709"/>
                        <a:pt x="607665" y="998444"/>
                      </a:cubicBezTo>
                      <a:lnTo>
                        <a:pt x="606419" y="1005915"/>
                      </a:lnTo>
                      <a:lnTo>
                        <a:pt x="598948" y="1002180"/>
                      </a:lnTo>
                      <a:cubicBezTo>
                        <a:pt x="318779" y="885134"/>
                        <a:pt x="127018" y="978522"/>
                        <a:pt x="14950" y="1080625"/>
                      </a:cubicBezTo>
                      <a:lnTo>
                        <a:pt x="14950" y="1349579"/>
                      </a:lnTo>
                      <a:cubicBezTo>
                        <a:pt x="14950" y="1380708"/>
                        <a:pt x="27402" y="1410592"/>
                        <a:pt x="49816" y="1431760"/>
                      </a:cubicBezTo>
                      <a:cubicBezTo>
                        <a:pt x="70984" y="1452928"/>
                        <a:pt x="100869" y="1465379"/>
                        <a:pt x="131999" y="1465379"/>
                      </a:cubicBezTo>
                      <a:lnTo>
                        <a:pt x="2515310" y="1465379"/>
                      </a:lnTo>
                      <a:cubicBezTo>
                        <a:pt x="2546440" y="1465379"/>
                        <a:pt x="2576324" y="1452928"/>
                        <a:pt x="2598738" y="1431760"/>
                      </a:cubicBezTo>
                      <a:cubicBezTo>
                        <a:pt x="2619906" y="1410592"/>
                        <a:pt x="2632358" y="1380708"/>
                        <a:pt x="2632358" y="1349579"/>
                      </a:cubicBezTo>
                      <a:lnTo>
                        <a:pt x="2632358" y="73290"/>
                      </a:lnTo>
                      <a:cubicBezTo>
                        <a:pt x="2504102" y="30332"/>
                        <a:pt x="2385186" y="10409"/>
                        <a:pt x="2276388" y="13367"/>
                      </a:cubicBezTo>
                      <a:close/>
                      <a:moveTo>
                        <a:pt x="2276702" y="280"/>
                      </a:moveTo>
                      <a:cubicBezTo>
                        <a:pt x="2387992" y="-2678"/>
                        <a:pt x="2509712" y="17868"/>
                        <a:pt x="2641082" y="62072"/>
                      </a:cubicBezTo>
                      <a:lnTo>
                        <a:pt x="2646062" y="63318"/>
                      </a:lnTo>
                      <a:lnTo>
                        <a:pt x="2646062" y="1350836"/>
                      </a:lnTo>
                      <a:cubicBezTo>
                        <a:pt x="2646062" y="1385701"/>
                        <a:pt x="2632364" y="1418076"/>
                        <a:pt x="2608706" y="1442980"/>
                      </a:cubicBezTo>
                      <a:cubicBezTo>
                        <a:pt x="2582556" y="1467883"/>
                        <a:pt x="2550182" y="1481580"/>
                        <a:pt x="2515316" y="1481580"/>
                      </a:cubicBezTo>
                      <a:lnTo>
                        <a:pt x="131992" y="1481580"/>
                      </a:lnTo>
                      <a:cubicBezTo>
                        <a:pt x="97126" y="1481580"/>
                        <a:pt x="63505" y="1467883"/>
                        <a:pt x="38601" y="1442980"/>
                      </a:cubicBezTo>
                      <a:cubicBezTo>
                        <a:pt x="13697" y="1418076"/>
                        <a:pt x="0" y="1385701"/>
                        <a:pt x="0" y="1350836"/>
                      </a:cubicBezTo>
                      <a:lnTo>
                        <a:pt x="0" y="1074406"/>
                      </a:lnTo>
                      <a:lnTo>
                        <a:pt x="2490" y="1073160"/>
                      </a:lnTo>
                      <a:cubicBezTo>
                        <a:pt x="115804" y="968565"/>
                        <a:pt x="312547" y="870196"/>
                        <a:pt x="597699" y="987243"/>
                      </a:cubicBezTo>
                      <a:cubicBezTo>
                        <a:pt x="615132" y="936190"/>
                        <a:pt x="738407" y="622404"/>
                        <a:pt x="1019823" y="496641"/>
                      </a:cubicBezTo>
                      <a:cubicBezTo>
                        <a:pt x="1199133" y="416949"/>
                        <a:pt x="1407082" y="425666"/>
                        <a:pt x="1636200" y="525280"/>
                      </a:cubicBezTo>
                      <a:cubicBezTo>
                        <a:pt x="1649898" y="476718"/>
                        <a:pt x="1733326" y="212739"/>
                        <a:pt x="1974896" y="79505"/>
                      </a:cubicBezTo>
                      <a:cubicBezTo>
                        <a:pt x="2064550" y="29698"/>
                        <a:pt x="2165412" y="3237"/>
                        <a:pt x="2276702" y="28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44" name="Freeform 143">
                  <a:extLst>
                    <a:ext uri="{FF2B5EF4-FFF2-40B4-BE49-F238E27FC236}">
                      <a16:creationId xmlns:a16="http://schemas.microsoft.com/office/drawing/2014/main" id="{80C50411-186E-EB45-B1B3-2AD855B741B1}"/>
                    </a:ext>
                  </a:extLst>
                </p:cNvPr>
                <p:cNvSpPr/>
                <p:nvPr/>
              </p:nvSpPr>
              <p:spPr>
                <a:xfrm>
                  <a:off x="15315767" y="6713437"/>
                  <a:ext cx="2631109" cy="146681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113" h="1178">
                      <a:moveTo>
                        <a:pt x="1311" y="424"/>
                      </a:moveTo>
                      <a:cubicBezTo>
                        <a:pt x="686" y="148"/>
                        <a:pt x="477" y="796"/>
                        <a:pt x="477" y="796"/>
                      </a:cubicBezTo>
                      <a:cubicBezTo>
                        <a:pt x="246" y="698"/>
                        <a:pt x="89" y="780"/>
                        <a:pt x="0" y="860"/>
                      </a:cubicBezTo>
                      <a:lnTo>
                        <a:pt x="0" y="1079"/>
                      </a:lnTo>
                      <a:cubicBezTo>
                        <a:pt x="0" y="1106"/>
                        <a:pt x="11" y="1131"/>
                        <a:pt x="29" y="1149"/>
                      </a:cubicBezTo>
                      <a:cubicBezTo>
                        <a:pt x="47" y="1167"/>
                        <a:pt x="72" y="1178"/>
                        <a:pt x="100" y="1178"/>
                      </a:cubicBezTo>
                      <a:lnTo>
                        <a:pt x="1057" y="1178"/>
                      </a:lnTo>
                      <a:lnTo>
                        <a:pt x="2014" y="1178"/>
                      </a:lnTo>
                      <a:cubicBezTo>
                        <a:pt x="2042" y="1178"/>
                        <a:pt x="2066" y="1167"/>
                        <a:pt x="2084" y="1149"/>
                      </a:cubicBezTo>
                      <a:cubicBezTo>
                        <a:pt x="2102" y="1131"/>
                        <a:pt x="2113" y="1106"/>
                        <a:pt x="2113" y="1079"/>
                      </a:cubicBezTo>
                      <a:lnTo>
                        <a:pt x="2113" y="200"/>
                      </a:lnTo>
                      <a:lnTo>
                        <a:pt x="2113" y="49"/>
                      </a:lnTo>
                      <a:cubicBezTo>
                        <a:pt x="1453" y="-173"/>
                        <a:pt x="1311" y="424"/>
                        <a:pt x="1311" y="424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79" name="Freeform 378">
                  <a:extLst>
                    <a:ext uri="{FF2B5EF4-FFF2-40B4-BE49-F238E27FC236}">
                      <a16:creationId xmlns:a16="http://schemas.microsoft.com/office/drawing/2014/main" id="{68A43A84-24D1-E944-ACC9-BC4B34766378}"/>
                    </a:ext>
                  </a:extLst>
                </p:cNvPr>
                <p:cNvSpPr/>
                <p:nvPr/>
              </p:nvSpPr>
              <p:spPr>
                <a:xfrm>
                  <a:off x="15766744" y="6125217"/>
                  <a:ext cx="331381" cy="331497"/>
                </a:xfrm>
                <a:custGeom>
                  <a:avLst/>
                  <a:gdLst>
                    <a:gd name="connsiteX0" fmla="*/ 166312 w 331381"/>
                    <a:gd name="connsiteY0" fmla="*/ 14955 h 331497"/>
                    <a:gd name="connsiteX1" fmla="*/ 14949 w 331381"/>
                    <a:gd name="connsiteY1" fmla="*/ 165131 h 331497"/>
                    <a:gd name="connsiteX2" fmla="*/ 166312 w 331381"/>
                    <a:gd name="connsiteY2" fmla="*/ 317789 h 331497"/>
                    <a:gd name="connsiteX3" fmla="*/ 317676 w 331381"/>
                    <a:gd name="connsiteY3" fmla="*/ 165131 h 331497"/>
                    <a:gd name="connsiteX4" fmla="*/ 166312 w 331381"/>
                    <a:gd name="connsiteY4" fmla="*/ 14955 h 331497"/>
                    <a:gd name="connsiteX5" fmla="*/ 166311 w 331381"/>
                    <a:gd name="connsiteY5" fmla="*/ 0 h 331497"/>
                    <a:gd name="connsiteX6" fmla="*/ 331381 w 331381"/>
                    <a:gd name="connsiteY6" fmla="*/ 165128 h 331497"/>
                    <a:gd name="connsiteX7" fmla="*/ 166311 w 331381"/>
                    <a:gd name="connsiteY7" fmla="*/ 331497 h 331497"/>
                    <a:gd name="connsiteX8" fmla="*/ 0 w 331381"/>
                    <a:gd name="connsiteY8" fmla="*/ 165128 h 331497"/>
                    <a:gd name="connsiteX9" fmla="*/ 166311 w 331381"/>
                    <a:gd name="connsiteY9" fmla="*/ 0 h 3314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31381" h="331497">
                      <a:moveTo>
                        <a:pt x="166312" y="14955"/>
                      </a:moveTo>
                      <a:cubicBezTo>
                        <a:pt x="83187" y="14955"/>
                        <a:pt x="14949" y="81976"/>
                        <a:pt x="14949" y="165131"/>
                      </a:cubicBezTo>
                      <a:cubicBezTo>
                        <a:pt x="14949" y="249527"/>
                        <a:pt x="83187" y="317789"/>
                        <a:pt x="166312" y="317789"/>
                      </a:cubicBezTo>
                      <a:cubicBezTo>
                        <a:pt x="249438" y="317789"/>
                        <a:pt x="317676" y="249527"/>
                        <a:pt x="317676" y="165131"/>
                      </a:cubicBezTo>
                      <a:cubicBezTo>
                        <a:pt x="317676" y="81976"/>
                        <a:pt x="249438" y="14955"/>
                        <a:pt x="166312" y="14955"/>
                      </a:cubicBezTo>
                      <a:close/>
                      <a:moveTo>
                        <a:pt x="166311" y="0"/>
                      </a:moveTo>
                      <a:cubicBezTo>
                        <a:pt x="256913" y="0"/>
                        <a:pt x="331381" y="74494"/>
                        <a:pt x="331381" y="165128"/>
                      </a:cubicBezTo>
                      <a:cubicBezTo>
                        <a:pt x="331381" y="257004"/>
                        <a:pt x="256913" y="331497"/>
                        <a:pt x="166311" y="331497"/>
                      </a:cubicBezTo>
                      <a:cubicBezTo>
                        <a:pt x="74468" y="331497"/>
                        <a:pt x="0" y="257004"/>
                        <a:pt x="0" y="165128"/>
                      </a:cubicBezTo>
                      <a:cubicBezTo>
                        <a:pt x="0" y="74494"/>
                        <a:pt x="74468" y="0"/>
                        <a:pt x="166311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DEDF2EF-D370-5445-9F6A-59B6666DC384}"/>
                  </a:ext>
                </a:extLst>
              </p:cNvPr>
              <p:cNvGrpSpPr/>
              <p:nvPr/>
            </p:nvGrpSpPr>
            <p:grpSpPr>
              <a:xfrm>
                <a:off x="15308292" y="8494299"/>
                <a:ext cx="2646062" cy="904762"/>
                <a:chOff x="15308292" y="8494299"/>
                <a:chExt cx="2646062" cy="904762"/>
              </a:xfrm>
            </p:grpSpPr>
            <p:sp>
              <p:nvSpPr>
                <p:cNvPr id="380" name="Freeform 379">
                  <a:extLst>
                    <a:ext uri="{FF2B5EF4-FFF2-40B4-BE49-F238E27FC236}">
                      <a16:creationId xmlns:a16="http://schemas.microsoft.com/office/drawing/2014/main" id="{D9AD19ED-D76F-974F-81AB-67F2841E5993}"/>
                    </a:ext>
                  </a:extLst>
                </p:cNvPr>
                <p:cNvSpPr/>
                <p:nvPr/>
              </p:nvSpPr>
              <p:spPr>
                <a:xfrm>
                  <a:off x="15308292" y="8494299"/>
                  <a:ext cx="2646062" cy="904762"/>
                </a:xfrm>
                <a:custGeom>
                  <a:avLst/>
                  <a:gdLst>
                    <a:gd name="connsiteX0" fmla="*/ 131999 w 2646062"/>
                    <a:gd name="connsiteY0" fmla="*/ 14955 h 904762"/>
                    <a:gd name="connsiteX1" fmla="*/ 49816 w 2646062"/>
                    <a:gd name="connsiteY1" fmla="*/ 48555 h 904762"/>
                    <a:gd name="connsiteX2" fmla="*/ 14950 w 2646062"/>
                    <a:gd name="connsiteY2" fmla="*/ 130689 h 904762"/>
                    <a:gd name="connsiteX3" fmla="*/ 14950 w 2646062"/>
                    <a:gd name="connsiteY3" fmla="*/ 772829 h 904762"/>
                    <a:gd name="connsiteX4" fmla="*/ 49816 w 2646062"/>
                    <a:gd name="connsiteY4" fmla="*/ 856208 h 904762"/>
                    <a:gd name="connsiteX5" fmla="*/ 131999 w 2646062"/>
                    <a:gd name="connsiteY5" fmla="*/ 889808 h 904762"/>
                    <a:gd name="connsiteX6" fmla="*/ 2515310 w 2646062"/>
                    <a:gd name="connsiteY6" fmla="*/ 889808 h 904762"/>
                    <a:gd name="connsiteX7" fmla="*/ 2598738 w 2646062"/>
                    <a:gd name="connsiteY7" fmla="*/ 856208 h 904762"/>
                    <a:gd name="connsiteX8" fmla="*/ 2632358 w 2646062"/>
                    <a:gd name="connsiteY8" fmla="*/ 772829 h 904762"/>
                    <a:gd name="connsiteX9" fmla="*/ 2632358 w 2646062"/>
                    <a:gd name="connsiteY9" fmla="*/ 130689 h 904762"/>
                    <a:gd name="connsiteX10" fmla="*/ 2598738 w 2646062"/>
                    <a:gd name="connsiteY10" fmla="*/ 48555 h 904762"/>
                    <a:gd name="connsiteX11" fmla="*/ 2515310 w 2646062"/>
                    <a:gd name="connsiteY11" fmla="*/ 14955 h 904762"/>
                    <a:gd name="connsiteX12" fmla="*/ 131992 w 2646062"/>
                    <a:gd name="connsiteY12" fmla="*/ 0 h 904762"/>
                    <a:gd name="connsiteX13" fmla="*/ 2515316 w 2646062"/>
                    <a:gd name="connsiteY13" fmla="*/ 0 h 904762"/>
                    <a:gd name="connsiteX14" fmla="*/ 2608706 w 2646062"/>
                    <a:gd name="connsiteY14" fmla="*/ 38580 h 904762"/>
                    <a:gd name="connsiteX15" fmla="*/ 2646062 w 2646062"/>
                    <a:gd name="connsiteY15" fmla="*/ 130674 h 904762"/>
                    <a:gd name="connsiteX16" fmla="*/ 2646062 w 2646062"/>
                    <a:gd name="connsiteY16" fmla="*/ 772843 h 904762"/>
                    <a:gd name="connsiteX17" fmla="*/ 2608706 w 2646062"/>
                    <a:gd name="connsiteY17" fmla="*/ 866182 h 904762"/>
                    <a:gd name="connsiteX18" fmla="*/ 2515316 w 2646062"/>
                    <a:gd name="connsiteY18" fmla="*/ 904762 h 904762"/>
                    <a:gd name="connsiteX19" fmla="*/ 131992 w 2646062"/>
                    <a:gd name="connsiteY19" fmla="*/ 904762 h 904762"/>
                    <a:gd name="connsiteX20" fmla="*/ 38601 w 2646062"/>
                    <a:gd name="connsiteY20" fmla="*/ 866182 h 904762"/>
                    <a:gd name="connsiteX21" fmla="*/ 0 w 2646062"/>
                    <a:gd name="connsiteY21" fmla="*/ 772843 h 904762"/>
                    <a:gd name="connsiteX22" fmla="*/ 0 w 2646062"/>
                    <a:gd name="connsiteY22" fmla="*/ 130674 h 904762"/>
                    <a:gd name="connsiteX23" fmla="*/ 38601 w 2646062"/>
                    <a:gd name="connsiteY23" fmla="*/ 38580 h 904762"/>
                    <a:gd name="connsiteX24" fmla="*/ 131992 w 2646062"/>
                    <a:gd name="connsiteY24" fmla="*/ 0 h 9047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646062" h="904762">
                      <a:moveTo>
                        <a:pt x="131999" y="14955"/>
                      </a:moveTo>
                      <a:cubicBezTo>
                        <a:pt x="100869" y="14955"/>
                        <a:pt x="70984" y="27400"/>
                        <a:pt x="49816" y="48555"/>
                      </a:cubicBezTo>
                      <a:cubicBezTo>
                        <a:pt x="27402" y="70956"/>
                        <a:pt x="14950" y="99578"/>
                        <a:pt x="14950" y="130689"/>
                      </a:cubicBezTo>
                      <a:lnTo>
                        <a:pt x="14950" y="772829"/>
                      </a:lnTo>
                      <a:cubicBezTo>
                        <a:pt x="14950" y="803941"/>
                        <a:pt x="27402" y="833807"/>
                        <a:pt x="49816" y="856208"/>
                      </a:cubicBezTo>
                      <a:cubicBezTo>
                        <a:pt x="70984" y="877363"/>
                        <a:pt x="100869" y="889808"/>
                        <a:pt x="131999" y="889808"/>
                      </a:cubicBezTo>
                      <a:lnTo>
                        <a:pt x="2515310" y="889808"/>
                      </a:lnTo>
                      <a:cubicBezTo>
                        <a:pt x="2546440" y="889808"/>
                        <a:pt x="2576324" y="877363"/>
                        <a:pt x="2598738" y="856208"/>
                      </a:cubicBezTo>
                      <a:cubicBezTo>
                        <a:pt x="2619906" y="833807"/>
                        <a:pt x="2632358" y="803941"/>
                        <a:pt x="2632358" y="772829"/>
                      </a:cubicBezTo>
                      <a:lnTo>
                        <a:pt x="2632358" y="130689"/>
                      </a:lnTo>
                      <a:cubicBezTo>
                        <a:pt x="2632358" y="99578"/>
                        <a:pt x="2619906" y="70956"/>
                        <a:pt x="2598738" y="48555"/>
                      </a:cubicBezTo>
                      <a:cubicBezTo>
                        <a:pt x="2576324" y="27400"/>
                        <a:pt x="2546440" y="14955"/>
                        <a:pt x="2515310" y="14955"/>
                      </a:cubicBezTo>
                      <a:close/>
                      <a:moveTo>
                        <a:pt x="131992" y="0"/>
                      </a:moveTo>
                      <a:lnTo>
                        <a:pt x="2515316" y="0"/>
                      </a:lnTo>
                      <a:cubicBezTo>
                        <a:pt x="2550182" y="0"/>
                        <a:pt x="2582556" y="13690"/>
                        <a:pt x="2608706" y="38580"/>
                      </a:cubicBezTo>
                      <a:cubicBezTo>
                        <a:pt x="2632364" y="63470"/>
                        <a:pt x="2646062" y="95828"/>
                        <a:pt x="2646062" y="130674"/>
                      </a:cubicBezTo>
                      <a:lnTo>
                        <a:pt x="2646062" y="772843"/>
                      </a:lnTo>
                      <a:cubicBezTo>
                        <a:pt x="2646062" y="808934"/>
                        <a:pt x="2632364" y="841292"/>
                        <a:pt x="2608706" y="866182"/>
                      </a:cubicBezTo>
                      <a:cubicBezTo>
                        <a:pt x="2582556" y="891072"/>
                        <a:pt x="2550182" y="904762"/>
                        <a:pt x="2515316" y="904762"/>
                      </a:cubicBezTo>
                      <a:lnTo>
                        <a:pt x="131992" y="904762"/>
                      </a:lnTo>
                      <a:cubicBezTo>
                        <a:pt x="97126" y="904762"/>
                        <a:pt x="63505" y="891072"/>
                        <a:pt x="38601" y="866182"/>
                      </a:cubicBezTo>
                      <a:cubicBezTo>
                        <a:pt x="13697" y="841292"/>
                        <a:pt x="0" y="808934"/>
                        <a:pt x="0" y="772843"/>
                      </a:cubicBezTo>
                      <a:lnTo>
                        <a:pt x="0" y="130674"/>
                      </a:lnTo>
                      <a:cubicBezTo>
                        <a:pt x="0" y="95828"/>
                        <a:pt x="13697" y="63470"/>
                        <a:pt x="38601" y="38580"/>
                      </a:cubicBezTo>
                      <a:cubicBezTo>
                        <a:pt x="63505" y="13690"/>
                        <a:pt x="97126" y="0"/>
                        <a:pt x="13199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FC05DA2A-CA61-DE40-B698-BA33A3F698CD}"/>
                    </a:ext>
                  </a:extLst>
                </p:cNvPr>
                <p:cNvSpPr/>
                <p:nvPr/>
              </p:nvSpPr>
              <p:spPr>
                <a:xfrm>
                  <a:off x="15557451" y="8925494"/>
                  <a:ext cx="828451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66" h="11">
                      <a:moveTo>
                        <a:pt x="660" y="11"/>
                      </a:moveTo>
                      <a:lnTo>
                        <a:pt x="5" y="11"/>
                      </a:ln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lnTo>
                        <a:pt x="660" y="0"/>
                      </a:lnTo>
                      <a:cubicBezTo>
                        <a:pt x="663" y="0"/>
                        <a:pt x="666" y="3"/>
                        <a:pt x="666" y="6"/>
                      </a:cubicBezTo>
                      <a:cubicBezTo>
                        <a:pt x="666" y="9"/>
                        <a:pt x="663" y="11"/>
                        <a:pt x="660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8E6929C0-7D09-DF4B-ACE1-0D5C7EDCBE6C}"/>
                    </a:ext>
                  </a:extLst>
                </p:cNvPr>
                <p:cNvSpPr/>
                <p:nvPr/>
              </p:nvSpPr>
              <p:spPr>
                <a:xfrm>
                  <a:off x="15557451" y="9075042"/>
                  <a:ext cx="828451" cy="1370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66" h="12">
                      <a:moveTo>
                        <a:pt x="660" y="12"/>
                      </a:moveTo>
                      <a:lnTo>
                        <a:pt x="5" y="12"/>
                      </a:lnTo>
                      <a:cubicBezTo>
                        <a:pt x="2" y="12"/>
                        <a:pt x="0" y="9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lnTo>
                        <a:pt x="660" y="0"/>
                      </a:lnTo>
                      <a:cubicBezTo>
                        <a:pt x="663" y="0"/>
                        <a:pt x="666" y="3"/>
                        <a:pt x="666" y="6"/>
                      </a:cubicBezTo>
                      <a:cubicBezTo>
                        <a:pt x="666" y="9"/>
                        <a:pt x="663" y="12"/>
                        <a:pt x="660" y="1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51" name="Freeform 150">
                  <a:extLst>
                    <a:ext uri="{FF2B5EF4-FFF2-40B4-BE49-F238E27FC236}">
                      <a16:creationId xmlns:a16="http://schemas.microsoft.com/office/drawing/2014/main" id="{F0634A93-4228-7846-B239-9F2F49FA7BA2}"/>
                    </a:ext>
                  </a:extLst>
                </p:cNvPr>
                <p:cNvSpPr/>
                <p:nvPr/>
              </p:nvSpPr>
              <p:spPr>
                <a:xfrm>
                  <a:off x="15557451" y="9225836"/>
                  <a:ext cx="828451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66" h="11">
                      <a:moveTo>
                        <a:pt x="660" y="11"/>
                      </a:moveTo>
                      <a:lnTo>
                        <a:pt x="5" y="11"/>
                      </a:ln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lnTo>
                        <a:pt x="660" y="0"/>
                      </a:lnTo>
                      <a:cubicBezTo>
                        <a:pt x="663" y="0"/>
                        <a:pt x="666" y="2"/>
                        <a:pt x="666" y="5"/>
                      </a:cubicBezTo>
                      <a:cubicBezTo>
                        <a:pt x="666" y="8"/>
                        <a:pt x="663" y="11"/>
                        <a:pt x="660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52" name="Freeform 151">
                  <a:extLst>
                    <a:ext uri="{FF2B5EF4-FFF2-40B4-BE49-F238E27FC236}">
                      <a16:creationId xmlns:a16="http://schemas.microsoft.com/office/drawing/2014/main" id="{3D9DE60A-DEA8-3845-9DCE-2489FE941404}"/>
                    </a:ext>
                  </a:extLst>
                </p:cNvPr>
                <p:cNvSpPr/>
                <p:nvPr/>
              </p:nvSpPr>
              <p:spPr>
                <a:xfrm>
                  <a:off x="16877990" y="8925494"/>
                  <a:ext cx="828451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66" h="11">
                      <a:moveTo>
                        <a:pt x="660" y="11"/>
                      </a:moveTo>
                      <a:lnTo>
                        <a:pt x="5" y="11"/>
                      </a:ln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lnTo>
                        <a:pt x="660" y="0"/>
                      </a:lnTo>
                      <a:cubicBezTo>
                        <a:pt x="663" y="0"/>
                        <a:pt x="666" y="3"/>
                        <a:pt x="666" y="6"/>
                      </a:cubicBezTo>
                      <a:cubicBezTo>
                        <a:pt x="666" y="9"/>
                        <a:pt x="663" y="11"/>
                        <a:pt x="660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53" name="Freeform 152">
                  <a:extLst>
                    <a:ext uri="{FF2B5EF4-FFF2-40B4-BE49-F238E27FC236}">
                      <a16:creationId xmlns:a16="http://schemas.microsoft.com/office/drawing/2014/main" id="{536D538D-9100-F54A-A208-4F1E7360BF71}"/>
                    </a:ext>
                  </a:extLst>
                </p:cNvPr>
                <p:cNvSpPr/>
                <p:nvPr/>
              </p:nvSpPr>
              <p:spPr>
                <a:xfrm>
                  <a:off x="16877990" y="9075042"/>
                  <a:ext cx="828451" cy="1370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66" h="12">
                      <a:moveTo>
                        <a:pt x="660" y="12"/>
                      </a:moveTo>
                      <a:lnTo>
                        <a:pt x="5" y="12"/>
                      </a:lnTo>
                      <a:cubicBezTo>
                        <a:pt x="2" y="12"/>
                        <a:pt x="0" y="9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lnTo>
                        <a:pt x="660" y="0"/>
                      </a:lnTo>
                      <a:cubicBezTo>
                        <a:pt x="663" y="0"/>
                        <a:pt x="666" y="3"/>
                        <a:pt x="666" y="6"/>
                      </a:cubicBezTo>
                      <a:cubicBezTo>
                        <a:pt x="666" y="9"/>
                        <a:pt x="663" y="12"/>
                        <a:pt x="660" y="1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54" name="Freeform 153">
                  <a:extLst>
                    <a:ext uri="{FF2B5EF4-FFF2-40B4-BE49-F238E27FC236}">
                      <a16:creationId xmlns:a16="http://schemas.microsoft.com/office/drawing/2014/main" id="{95C22B5D-381F-9B4F-A42B-32AA1AA55CAF}"/>
                    </a:ext>
                  </a:extLst>
                </p:cNvPr>
                <p:cNvSpPr/>
                <p:nvPr/>
              </p:nvSpPr>
              <p:spPr>
                <a:xfrm>
                  <a:off x="16877990" y="9225836"/>
                  <a:ext cx="828451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666" h="11">
                      <a:moveTo>
                        <a:pt x="660" y="11"/>
                      </a:moveTo>
                      <a:lnTo>
                        <a:pt x="5" y="11"/>
                      </a:ln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2"/>
                        <a:pt x="2" y="0"/>
                        <a:pt x="5" y="0"/>
                      </a:cubicBezTo>
                      <a:lnTo>
                        <a:pt x="660" y="0"/>
                      </a:lnTo>
                      <a:cubicBezTo>
                        <a:pt x="663" y="0"/>
                        <a:pt x="666" y="2"/>
                        <a:pt x="666" y="5"/>
                      </a:cubicBezTo>
                      <a:cubicBezTo>
                        <a:pt x="666" y="8"/>
                        <a:pt x="663" y="11"/>
                        <a:pt x="660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55" name="Freeform 154">
                  <a:extLst>
                    <a:ext uri="{FF2B5EF4-FFF2-40B4-BE49-F238E27FC236}">
                      <a16:creationId xmlns:a16="http://schemas.microsoft.com/office/drawing/2014/main" id="{670CB0BD-1C4D-C144-A9DD-CFAE6FB2DBF7}"/>
                    </a:ext>
                  </a:extLst>
                </p:cNvPr>
                <p:cNvSpPr/>
                <p:nvPr/>
              </p:nvSpPr>
              <p:spPr>
                <a:xfrm>
                  <a:off x="15558696" y="8641354"/>
                  <a:ext cx="2146499" cy="123377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724" h="100">
                      <a:moveTo>
                        <a:pt x="1674" y="0"/>
                      </a:moveTo>
                      <a:lnTo>
                        <a:pt x="862" y="0"/>
                      </a:lnTo>
                      <a:lnTo>
                        <a:pt x="50" y="0"/>
                      </a:lnTo>
                      <a:cubicBezTo>
                        <a:pt x="36" y="0"/>
                        <a:pt x="23" y="6"/>
                        <a:pt x="15" y="15"/>
                      </a:cubicBezTo>
                      <a:cubicBezTo>
                        <a:pt x="6" y="24"/>
                        <a:pt x="0" y="36"/>
                        <a:pt x="0" y="50"/>
                      </a:cubicBezTo>
                      <a:cubicBezTo>
                        <a:pt x="0" y="64"/>
                        <a:pt x="6" y="76"/>
                        <a:pt x="15" y="85"/>
                      </a:cubicBezTo>
                      <a:cubicBezTo>
                        <a:pt x="23" y="94"/>
                        <a:pt x="36" y="100"/>
                        <a:pt x="50" y="100"/>
                      </a:cubicBezTo>
                      <a:lnTo>
                        <a:pt x="862" y="100"/>
                      </a:lnTo>
                      <a:lnTo>
                        <a:pt x="1674" y="100"/>
                      </a:lnTo>
                      <a:cubicBezTo>
                        <a:pt x="1688" y="100"/>
                        <a:pt x="1700" y="94"/>
                        <a:pt x="1709" y="85"/>
                      </a:cubicBezTo>
                      <a:cubicBezTo>
                        <a:pt x="1718" y="76"/>
                        <a:pt x="1724" y="64"/>
                        <a:pt x="1724" y="50"/>
                      </a:cubicBezTo>
                      <a:cubicBezTo>
                        <a:pt x="1724" y="36"/>
                        <a:pt x="1718" y="24"/>
                        <a:pt x="1709" y="15"/>
                      </a:cubicBezTo>
                      <a:cubicBezTo>
                        <a:pt x="1700" y="6"/>
                        <a:pt x="1688" y="0"/>
                        <a:pt x="1674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81" name="Freeform 380">
                  <a:extLst>
                    <a:ext uri="{FF2B5EF4-FFF2-40B4-BE49-F238E27FC236}">
                      <a16:creationId xmlns:a16="http://schemas.microsoft.com/office/drawing/2014/main" id="{7361F260-2322-A247-B296-2BC832188CB7}"/>
                    </a:ext>
                  </a:extLst>
                </p:cNvPr>
                <p:cNvSpPr/>
                <p:nvPr/>
              </p:nvSpPr>
              <p:spPr>
                <a:xfrm>
                  <a:off x="15551221" y="8635123"/>
                  <a:ext cx="2161450" cy="135839"/>
                </a:xfrm>
                <a:custGeom>
                  <a:avLst/>
                  <a:gdLst>
                    <a:gd name="connsiteX0" fmla="*/ 69732 w 2161450"/>
                    <a:gd name="connsiteY0" fmla="*/ 13709 h 135839"/>
                    <a:gd name="connsiteX1" fmla="*/ 29890 w 2161450"/>
                    <a:gd name="connsiteY1" fmla="*/ 29726 h 135839"/>
                    <a:gd name="connsiteX2" fmla="*/ 14949 w 2161450"/>
                    <a:gd name="connsiteY2" fmla="*/ 67920 h 135839"/>
                    <a:gd name="connsiteX3" fmla="*/ 29890 w 2161450"/>
                    <a:gd name="connsiteY3" fmla="*/ 107346 h 135839"/>
                    <a:gd name="connsiteX4" fmla="*/ 69732 w 2161450"/>
                    <a:gd name="connsiteY4" fmla="*/ 122131 h 135839"/>
                    <a:gd name="connsiteX5" fmla="*/ 2091716 w 2161450"/>
                    <a:gd name="connsiteY5" fmla="*/ 122131 h 135839"/>
                    <a:gd name="connsiteX6" fmla="*/ 2130314 w 2161450"/>
                    <a:gd name="connsiteY6" fmla="*/ 107346 h 135839"/>
                    <a:gd name="connsiteX7" fmla="*/ 2146498 w 2161450"/>
                    <a:gd name="connsiteY7" fmla="*/ 67920 h 135839"/>
                    <a:gd name="connsiteX8" fmla="*/ 2130314 w 2161450"/>
                    <a:gd name="connsiteY8" fmla="*/ 29726 h 135839"/>
                    <a:gd name="connsiteX9" fmla="*/ 2091716 w 2161450"/>
                    <a:gd name="connsiteY9" fmla="*/ 13709 h 135839"/>
                    <a:gd name="connsiteX10" fmla="*/ 69724 w 2161450"/>
                    <a:gd name="connsiteY10" fmla="*/ 0 h 135839"/>
                    <a:gd name="connsiteX11" fmla="*/ 2091724 w 2161450"/>
                    <a:gd name="connsiteY11" fmla="*/ 0 h 135839"/>
                    <a:gd name="connsiteX12" fmla="*/ 2140282 w 2161450"/>
                    <a:gd name="connsiteY12" fmla="*/ 18523 h 135839"/>
                    <a:gd name="connsiteX13" fmla="*/ 2161450 w 2161450"/>
                    <a:gd name="connsiteY13" fmla="*/ 67919 h 135839"/>
                    <a:gd name="connsiteX14" fmla="*/ 2140282 w 2161450"/>
                    <a:gd name="connsiteY14" fmla="*/ 116081 h 135839"/>
                    <a:gd name="connsiteX15" fmla="*/ 2091724 w 2161450"/>
                    <a:gd name="connsiteY15" fmla="*/ 135839 h 135839"/>
                    <a:gd name="connsiteX16" fmla="*/ 69724 w 2161450"/>
                    <a:gd name="connsiteY16" fmla="*/ 135839 h 135839"/>
                    <a:gd name="connsiteX17" fmla="*/ 19921 w 2161450"/>
                    <a:gd name="connsiteY17" fmla="*/ 116081 h 135839"/>
                    <a:gd name="connsiteX18" fmla="*/ 0 w 2161450"/>
                    <a:gd name="connsiteY18" fmla="*/ 67919 h 135839"/>
                    <a:gd name="connsiteX19" fmla="*/ 19921 w 2161450"/>
                    <a:gd name="connsiteY19" fmla="*/ 18523 h 135839"/>
                    <a:gd name="connsiteX20" fmla="*/ 69724 w 2161450"/>
                    <a:gd name="connsiteY20" fmla="*/ 0 h 135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2161450" h="135839">
                      <a:moveTo>
                        <a:pt x="69732" y="13709"/>
                      </a:moveTo>
                      <a:cubicBezTo>
                        <a:pt x="54791" y="13709"/>
                        <a:pt x="41095" y="18637"/>
                        <a:pt x="29890" y="29726"/>
                      </a:cubicBezTo>
                      <a:cubicBezTo>
                        <a:pt x="19929" y="39582"/>
                        <a:pt x="14949" y="53135"/>
                        <a:pt x="14949" y="67920"/>
                      </a:cubicBezTo>
                      <a:cubicBezTo>
                        <a:pt x="14949" y="82705"/>
                        <a:pt x="19929" y="96258"/>
                        <a:pt x="29890" y="107346"/>
                      </a:cubicBezTo>
                      <a:cubicBezTo>
                        <a:pt x="41095" y="115971"/>
                        <a:pt x="54791" y="122131"/>
                        <a:pt x="69732" y="122131"/>
                      </a:cubicBezTo>
                      <a:lnTo>
                        <a:pt x="2091716" y="122131"/>
                      </a:lnTo>
                      <a:cubicBezTo>
                        <a:pt x="2106658" y="122131"/>
                        <a:pt x="2120352" y="115971"/>
                        <a:pt x="2130314" y="107346"/>
                      </a:cubicBezTo>
                      <a:cubicBezTo>
                        <a:pt x="2141518" y="96258"/>
                        <a:pt x="2146498" y="82705"/>
                        <a:pt x="2146498" y="67920"/>
                      </a:cubicBezTo>
                      <a:cubicBezTo>
                        <a:pt x="2146498" y="53135"/>
                        <a:pt x="2141518" y="39582"/>
                        <a:pt x="2130314" y="29726"/>
                      </a:cubicBezTo>
                      <a:cubicBezTo>
                        <a:pt x="2120352" y="18637"/>
                        <a:pt x="2106658" y="13709"/>
                        <a:pt x="2091716" y="13709"/>
                      </a:cubicBezTo>
                      <a:close/>
                      <a:moveTo>
                        <a:pt x="69724" y="0"/>
                      </a:moveTo>
                      <a:lnTo>
                        <a:pt x="2091724" y="0"/>
                      </a:lnTo>
                      <a:cubicBezTo>
                        <a:pt x="2109156" y="0"/>
                        <a:pt x="2127832" y="6175"/>
                        <a:pt x="2140282" y="18523"/>
                      </a:cubicBezTo>
                      <a:cubicBezTo>
                        <a:pt x="2152734" y="32107"/>
                        <a:pt x="2161450" y="49396"/>
                        <a:pt x="2161450" y="67919"/>
                      </a:cubicBezTo>
                      <a:cubicBezTo>
                        <a:pt x="2161450" y="86443"/>
                        <a:pt x="2152734" y="103732"/>
                        <a:pt x="2140282" y="116081"/>
                      </a:cubicBezTo>
                      <a:cubicBezTo>
                        <a:pt x="2127832" y="129665"/>
                        <a:pt x="2109156" y="135839"/>
                        <a:pt x="2091724" y="135839"/>
                      </a:cubicBezTo>
                      <a:lnTo>
                        <a:pt x="69724" y="135839"/>
                      </a:lnTo>
                      <a:cubicBezTo>
                        <a:pt x="51048" y="135839"/>
                        <a:pt x="33617" y="129665"/>
                        <a:pt x="19921" y="116081"/>
                      </a:cubicBezTo>
                      <a:cubicBezTo>
                        <a:pt x="7470" y="103732"/>
                        <a:pt x="0" y="86443"/>
                        <a:pt x="0" y="67919"/>
                      </a:cubicBezTo>
                      <a:cubicBezTo>
                        <a:pt x="0" y="49396"/>
                        <a:pt x="7470" y="32107"/>
                        <a:pt x="19921" y="18523"/>
                      </a:cubicBezTo>
                      <a:cubicBezTo>
                        <a:pt x="33617" y="6175"/>
                        <a:pt x="51048" y="0"/>
                        <a:pt x="6972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FC0AF54-8347-884C-8BCA-255F416CE990}"/>
                </a:ext>
              </a:extLst>
            </p:cNvPr>
            <p:cNvGrpSpPr/>
            <p:nvPr/>
          </p:nvGrpSpPr>
          <p:grpSpPr>
            <a:xfrm>
              <a:off x="18419033" y="5416113"/>
              <a:ext cx="3343706" cy="4304476"/>
              <a:chOff x="18419033" y="5416113"/>
              <a:chExt cx="3343706" cy="4304476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192EC20-5A42-494B-A950-6B6731E20701}"/>
                  </a:ext>
                </a:extLst>
              </p:cNvPr>
              <p:cNvGrpSpPr/>
              <p:nvPr/>
            </p:nvGrpSpPr>
            <p:grpSpPr>
              <a:xfrm>
                <a:off x="18419033" y="5416113"/>
                <a:ext cx="3343706" cy="4304476"/>
                <a:chOff x="18419033" y="5416113"/>
                <a:chExt cx="3343706" cy="4304476"/>
              </a:xfrm>
            </p:grpSpPr>
            <p:sp>
              <p:nvSpPr>
                <p:cNvPr id="158" name="Freeform 157">
                  <a:extLst>
                    <a:ext uri="{FF2B5EF4-FFF2-40B4-BE49-F238E27FC236}">
                      <a16:creationId xmlns:a16="http://schemas.microsoft.com/office/drawing/2014/main" id="{5A8FA9A4-7252-B642-8605-5A7C7DC9E5DC}"/>
                    </a:ext>
                  </a:extLst>
                </p:cNvPr>
                <p:cNvSpPr/>
                <p:nvPr/>
              </p:nvSpPr>
              <p:spPr>
                <a:xfrm>
                  <a:off x="18425260" y="5423590"/>
                  <a:ext cx="3330001" cy="428952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674" h="3443">
                      <a:moveTo>
                        <a:pt x="0" y="140"/>
                      </a:moveTo>
                      <a:lnTo>
                        <a:pt x="0" y="1721"/>
                      </a:lnTo>
                      <a:lnTo>
                        <a:pt x="0" y="3303"/>
                      </a:lnTo>
                      <a:cubicBezTo>
                        <a:pt x="0" y="3342"/>
                        <a:pt x="16" y="3377"/>
                        <a:pt x="42" y="3403"/>
                      </a:cubicBezTo>
                      <a:cubicBezTo>
                        <a:pt x="67" y="3428"/>
                        <a:pt x="102" y="3443"/>
                        <a:pt x="141" y="3443"/>
                      </a:cubicBezTo>
                      <a:lnTo>
                        <a:pt x="1337" y="3443"/>
                      </a:lnTo>
                      <a:lnTo>
                        <a:pt x="2534" y="3443"/>
                      </a:lnTo>
                      <a:cubicBezTo>
                        <a:pt x="2573" y="3443"/>
                        <a:pt x="2607" y="3428"/>
                        <a:pt x="2633" y="3403"/>
                      </a:cubicBezTo>
                      <a:cubicBezTo>
                        <a:pt x="2658" y="3377"/>
                        <a:pt x="2674" y="3342"/>
                        <a:pt x="2674" y="3303"/>
                      </a:cubicBezTo>
                      <a:lnTo>
                        <a:pt x="2674" y="1721"/>
                      </a:lnTo>
                      <a:lnTo>
                        <a:pt x="2674" y="140"/>
                      </a:lnTo>
                      <a:cubicBezTo>
                        <a:pt x="2674" y="101"/>
                        <a:pt x="2658" y="66"/>
                        <a:pt x="2633" y="41"/>
                      </a:cubicBezTo>
                      <a:cubicBezTo>
                        <a:pt x="2607" y="15"/>
                        <a:pt x="2573" y="0"/>
                        <a:pt x="2534" y="0"/>
                      </a:cubicBezTo>
                      <a:lnTo>
                        <a:pt x="1337" y="0"/>
                      </a:lnTo>
                      <a:lnTo>
                        <a:pt x="141" y="0"/>
                      </a:lnTo>
                      <a:cubicBezTo>
                        <a:pt x="102" y="0"/>
                        <a:pt x="67" y="15"/>
                        <a:pt x="42" y="41"/>
                      </a:cubicBezTo>
                      <a:cubicBezTo>
                        <a:pt x="16" y="66"/>
                        <a:pt x="0" y="101"/>
                        <a:pt x="0" y="14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82" name="Freeform 381">
                  <a:extLst>
                    <a:ext uri="{FF2B5EF4-FFF2-40B4-BE49-F238E27FC236}">
                      <a16:creationId xmlns:a16="http://schemas.microsoft.com/office/drawing/2014/main" id="{04C973C4-E424-9B46-B89E-93BA55139EFF}"/>
                    </a:ext>
                  </a:extLst>
                </p:cNvPr>
                <p:cNvSpPr/>
                <p:nvPr/>
              </p:nvSpPr>
              <p:spPr>
                <a:xfrm>
                  <a:off x="18419033" y="5416113"/>
                  <a:ext cx="3343706" cy="4304476"/>
                </a:xfrm>
                <a:custGeom>
                  <a:avLst/>
                  <a:gdLst>
                    <a:gd name="connsiteX0" fmla="*/ 181822 w 3343706"/>
                    <a:gd name="connsiteY0" fmla="*/ 13708 h 4304476"/>
                    <a:gd name="connsiteX1" fmla="*/ 63516 w 3343706"/>
                    <a:gd name="connsiteY1" fmla="*/ 63543 h 4304476"/>
                    <a:gd name="connsiteX2" fmla="*/ 13704 w 3343706"/>
                    <a:gd name="connsiteY2" fmla="*/ 181900 h 4304476"/>
                    <a:gd name="connsiteX3" fmla="*/ 13704 w 3343706"/>
                    <a:gd name="connsiteY3" fmla="*/ 4123817 h 4304476"/>
                    <a:gd name="connsiteX4" fmla="*/ 63516 w 3343706"/>
                    <a:gd name="connsiteY4" fmla="*/ 4240929 h 4304476"/>
                    <a:gd name="connsiteX5" fmla="*/ 181822 w 3343706"/>
                    <a:gd name="connsiteY5" fmla="*/ 4289517 h 4304476"/>
                    <a:gd name="connsiteX6" fmla="*/ 3161884 w 3343706"/>
                    <a:gd name="connsiteY6" fmla="*/ 4289517 h 4304476"/>
                    <a:gd name="connsiteX7" fmla="*/ 3280190 w 3343706"/>
                    <a:gd name="connsiteY7" fmla="*/ 4240929 h 4304476"/>
                    <a:gd name="connsiteX8" fmla="*/ 3330002 w 3343706"/>
                    <a:gd name="connsiteY8" fmla="*/ 4123817 h 4304476"/>
                    <a:gd name="connsiteX9" fmla="*/ 3330002 w 3343706"/>
                    <a:gd name="connsiteY9" fmla="*/ 181900 h 4304476"/>
                    <a:gd name="connsiteX10" fmla="*/ 3280190 w 3343706"/>
                    <a:gd name="connsiteY10" fmla="*/ 63543 h 4304476"/>
                    <a:gd name="connsiteX11" fmla="*/ 3161884 w 3343706"/>
                    <a:gd name="connsiteY11" fmla="*/ 13708 h 4304476"/>
                    <a:gd name="connsiteX12" fmla="*/ 181818 w 3343706"/>
                    <a:gd name="connsiteY12" fmla="*/ 0 h 4304476"/>
                    <a:gd name="connsiteX13" fmla="*/ 3161888 w 3343706"/>
                    <a:gd name="connsiteY13" fmla="*/ 0 h 4304476"/>
                    <a:gd name="connsiteX14" fmla="*/ 3290156 w 3343706"/>
                    <a:gd name="connsiteY14" fmla="*/ 52327 h 4304476"/>
                    <a:gd name="connsiteX15" fmla="*/ 3343706 w 3343706"/>
                    <a:gd name="connsiteY15" fmla="*/ 181897 h 4304476"/>
                    <a:gd name="connsiteX16" fmla="*/ 3343706 w 3343706"/>
                    <a:gd name="connsiteY16" fmla="*/ 4122579 h 4304476"/>
                    <a:gd name="connsiteX17" fmla="*/ 3290156 w 3343706"/>
                    <a:gd name="connsiteY17" fmla="*/ 4250903 h 4304476"/>
                    <a:gd name="connsiteX18" fmla="*/ 3161888 w 3343706"/>
                    <a:gd name="connsiteY18" fmla="*/ 4304476 h 4304476"/>
                    <a:gd name="connsiteX19" fmla="*/ 181818 w 3343706"/>
                    <a:gd name="connsiteY19" fmla="*/ 4304476 h 4304476"/>
                    <a:gd name="connsiteX20" fmla="*/ 53550 w 3343706"/>
                    <a:gd name="connsiteY20" fmla="*/ 4250903 h 4304476"/>
                    <a:gd name="connsiteX21" fmla="*/ 0 w 3343706"/>
                    <a:gd name="connsiteY21" fmla="*/ 4122579 h 4304476"/>
                    <a:gd name="connsiteX22" fmla="*/ 0 w 3343706"/>
                    <a:gd name="connsiteY22" fmla="*/ 181897 h 4304476"/>
                    <a:gd name="connsiteX23" fmla="*/ 53550 w 3343706"/>
                    <a:gd name="connsiteY23" fmla="*/ 52327 h 4304476"/>
                    <a:gd name="connsiteX24" fmla="*/ 181818 w 3343706"/>
                    <a:gd name="connsiteY24" fmla="*/ 0 h 43044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3343706" h="4304476">
                      <a:moveTo>
                        <a:pt x="181822" y="13708"/>
                      </a:moveTo>
                      <a:cubicBezTo>
                        <a:pt x="136992" y="13708"/>
                        <a:pt x="94650" y="31150"/>
                        <a:pt x="63516" y="63543"/>
                      </a:cubicBezTo>
                      <a:cubicBezTo>
                        <a:pt x="32384" y="94689"/>
                        <a:pt x="13704" y="137049"/>
                        <a:pt x="13704" y="181900"/>
                      </a:cubicBezTo>
                      <a:lnTo>
                        <a:pt x="13704" y="4123817"/>
                      </a:lnTo>
                      <a:cubicBezTo>
                        <a:pt x="13704" y="4167422"/>
                        <a:pt x="32384" y="4209781"/>
                        <a:pt x="63516" y="4240929"/>
                      </a:cubicBezTo>
                      <a:cubicBezTo>
                        <a:pt x="94650" y="4273321"/>
                        <a:pt x="136992" y="4289517"/>
                        <a:pt x="181822" y="4289517"/>
                      </a:cubicBezTo>
                      <a:lnTo>
                        <a:pt x="3161884" y="4289517"/>
                      </a:lnTo>
                      <a:cubicBezTo>
                        <a:pt x="3206714" y="4289517"/>
                        <a:pt x="3249056" y="4273321"/>
                        <a:pt x="3280190" y="4240929"/>
                      </a:cubicBezTo>
                      <a:cubicBezTo>
                        <a:pt x="3312568" y="4209781"/>
                        <a:pt x="3330002" y="4167422"/>
                        <a:pt x="3330002" y="4123817"/>
                      </a:cubicBezTo>
                      <a:lnTo>
                        <a:pt x="3330002" y="181900"/>
                      </a:lnTo>
                      <a:cubicBezTo>
                        <a:pt x="3330002" y="137049"/>
                        <a:pt x="3312568" y="94689"/>
                        <a:pt x="3280190" y="63543"/>
                      </a:cubicBezTo>
                      <a:cubicBezTo>
                        <a:pt x="3249056" y="31150"/>
                        <a:pt x="3206714" y="13708"/>
                        <a:pt x="3161884" y="13708"/>
                      </a:cubicBezTo>
                      <a:close/>
                      <a:moveTo>
                        <a:pt x="181818" y="0"/>
                      </a:moveTo>
                      <a:lnTo>
                        <a:pt x="3161888" y="0"/>
                      </a:lnTo>
                      <a:cubicBezTo>
                        <a:pt x="3210454" y="0"/>
                        <a:pt x="3255286" y="18688"/>
                        <a:pt x="3290156" y="52327"/>
                      </a:cubicBezTo>
                      <a:cubicBezTo>
                        <a:pt x="3323780" y="87211"/>
                        <a:pt x="3343706" y="133308"/>
                        <a:pt x="3343706" y="181897"/>
                      </a:cubicBezTo>
                      <a:lnTo>
                        <a:pt x="3343706" y="4122579"/>
                      </a:lnTo>
                      <a:cubicBezTo>
                        <a:pt x="3343706" y="4171168"/>
                        <a:pt x="3323780" y="4217265"/>
                        <a:pt x="3290156" y="4250903"/>
                      </a:cubicBezTo>
                      <a:cubicBezTo>
                        <a:pt x="3255286" y="4285788"/>
                        <a:pt x="3210454" y="4304476"/>
                        <a:pt x="3161888" y="4304476"/>
                      </a:cubicBezTo>
                      <a:lnTo>
                        <a:pt x="181818" y="4304476"/>
                      </a:lnTo>
                      <a:cubicBezTo>
                        <a:pt x="133250" y="4304476"/>
                        <a:pt x="87172" y="4285788"/>
                        <a:pt x="53550" y="4250903"/>
                      </a:cubicBezTo>
                      <a:cubicBezTo>
                        <a:pt x="18680" y="4217265"/>
                        <a:pt x="0" y="4171168"/>
                        <a:pt x="0" y="4122579"/>
                      </a:cubicBezTo>
                      <a:lnTo>
                        <a:pt x="0" y="181897"/>
                      </a:lnTo>
                      <a:cubicBezTo>
                        <a:pt x="0" y="133308"/>
                        <a:pt x="18680" y="87211"/>
                        <a:pt x="53550" y="52327"/>
                      </a:cubicBezTo>
                      <a:cubicBezTo>
                        <a:pt x="87172" y="18688"/>
                        <a:pt x="133250" y="0"/>
                        <a:pt x="18181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EA66977B-F9B9-AE4F-9CB7-74FAF48702DF}"/>
                  </a:ext>
                </a:extLst>
              </p:cNvPr>
              <p:cNvGrpSpPr/>
              <p:nvPr/>
            </p:nvGrpSpPr>
            <p:grpSpPr>
              <a:xfrm>
                <a:off x="18760379" y="8653816"/>
                <a:ext cx="1820101" cy="751476"/>
                <a:chOff x="18760379" y="8653816"/>
                <a:chExt cx="1820101" cy="751476"/>
              </a:xfrm>
            </p:grpSpPr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6E3892C9-2705-954D-8CB4-810063BB57D5}"/>
                    </a:ext>
                  </a:extLst>
                </p:cNvPr>
                <p:cNvSpPr/>
                <p:nvPr/>
              </p:nvSpPr>
              <p:spPr>
                <a:xfrm>
                  <a:off x="19136607" y="8843243"/>
                  <a:ext cx="1443873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160" h="11">
                      <a:moveTo>
                        <a:pt x="1155" y="11"/>
                      </a:moveTo>
                      <a:lnTo>
                        <a:pt x="5" y="11"/>
                      </a:lnTo>
                      <a:cubicBezTo>
                        <a:pt x="3" y="11"/>
                        <a:pt x="0" y="9"/>
                        <a:pt x="0" y="6"/>
                      </a:cubicBezTo>
                      <a:cubicBezTo>
                        <a:pt x="0" y="3"/>
                        <a:pt x="3" y="0"/>
                        <a:pt x="5" y="0"/>
                      </a:cubicBezTo>
                      <a:lnTo>
                        <a:pt x="1155" y="0"/>
                      </a:lnTo>
                      <a:cubicBezTo>
                        <a:pt x="1158" y="0"/>
                        <a:pt x="1160" y="3"/>
                        <a:pt x="1160" y="6"/>
                      </a:cubicBezTo>
                      <a:cubicBezTo>
                        <a:pt x="1160" y="9"/>
                        <a:pt x="1158" y="11"/>
                        <a:pt x="1155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83" name="Freeform 382">
                  <a:extLst>
                    <a:ext uri="{FF2B5EF4-FFF2-40B4-BE49-F238E27FC236}">
                      <a16:creationId xmlns:a16="http://schemas.microsoft.com/office/drawing/2014/main" id="{196FB499-1D57-514D-83F7-87218B92C92A}"/>
                    </a:ext>
                  </a:extLst>
                </p:cNvPr>
                <p:cNvSpPr/>
                <p:nvPr/>
              </p:nvSpPr>
              <p:spPr>
                <a:xfrm>
                  <a:off x="18760379" y="8653816"/>
                  <a:ext cx="389934" cy="390070"/>
                </a:xfrm>
                <a:custGeom>
                  <a:avLst/>
                  <a:gdLst>
                    <a:gd name="connsiteX0" fmla="*/ 193724 w 389934"/>
                    <a:gd name="connsiteY0" fmla="*/ 14955 h 390070"/>
                    <a:gd name="connsiteX1" fmla="*/ 13704 w 389934"/>
                    <a:gd name="connsiteY1" fmla="*/ 196279 h 390070"/>
                    <a:gd name="connsiteX2" fmla="*/ 193724 w 389934"/>
                    <a:gd name="connsiteY2" fmla="*/ 376362 h 390070"/>
                    <a:gd name="connsiteX3" fmla="*/ 374984 w 389934"/>
                    <a:gd name="connsiteY3" fmla="*/ 196279 h 390070"/>
                    <a:gd name="connsiteX4" fmla="*/ 193724 w 389934"/>
                    <a:gd name="connsiteY4" fmla="*/ 14955 h 390070"/>
                    <a:gd name="connsiteX5" fmla="*/ 193726 w 389934"/>
                    <a:gd name="connsiteY5" fmla="*/ 0 h 390070"/>
                    <a:gd name="connsiteX6" fmla="*/ 389934 w 389934"/>
                    <a:gd name="connsiteY6" fmla="*/ 196277 h 390070"/>
                    <a:gd name="connsiteX7" fmla="*/ 193726 w 389934"/>
                    <a:gd name="connsiteY7" fmla="*/ 390070 h 390070"/>
                    <a:gd name="connsiteX8" fmla="*/ 0 w 389934"/>
                    <a:gd name="connsiteY8" fmla="*/ 196277 h 390070"/>
                    <a:gd name="connsiteX9" fmla="*/ 193726 w 389934"/>
                    <a:gd name="connsiteY9" fmla="*/ 0 h 390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89934" h="390070">
                      <a:moveTo>
                        <a:pt x="193724" y="14955"/>
                      </a:moveTo>
                      <a:cubicBezTo>
                        <a:pt x="94404" y="14955"/>
                        <a:pt x="13704" y="96924"/>
                        <a:pt x="13704" y="196279"/>
                      </a:cubicBezTo>
                      <a:cubicBezTo>
                        <a:pt x="13704" y="295635"/>
                        <a:pt x="94404" y="376362"/>
                        <a:pt x="193724" y="376362"/>
                      </a:cubicBezTo>
                      <a:cubicBezTo>
                        <a:pt x="294286" y="376362"/>
                        <a:pt x="374984" y="295635"/>
                        <a:pt x="374984" y="196279"/>
                      </a:cubicBezTo>
                      <a:cubicBezTo>
                        <a:pt x="374984" y="96924"/>
                        <a:pt x="294286" y="14955"/>
                        <a:pt x="193724" y="14955"/>
                      </a:cubicBezTo>
                      <a:close/>
                      <a:moveTo>
                        <a:pt x="193726" y="0"/>
                      </a:moveTo>
                      <a:cubicBezTo>
                        <a:pt x="301764" y="0"/>
                        <a:pt x="389934" y="88201"/>
                        <a:pt x="389934" y="196277"/>
                      </a:cubicBezTo>
                      <a:cubicBezTo>
                        <a:pt x="389934" y="303112"/>
                        <a:pt x="301764" y="390070"/>
                        <a:pt x="193726" y="390070"/>
                      </a:cubicBezTo>
                      <a:cubicBezTo>
                        <a:pt x="86928" y="390070"/>
                        <a:pt x="0" y="303112"/>
                        <a:pt x="0" y="196277"/>
                      </a:cubicBezTo>
                      <a:cubicBezTo>
                        <a:pt x="0" y="88201"/>
                        <a:pt x="86928" y="0"/>
                        <a:pt x="19372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64" name="Freeform 163">
                  <a:extLst>
                    <a:ext uri="{FF2B5EF4-FFF2-40B4-BE49-F238E27FC236}">
                      <a16:creationId xmlns:a16="http://schemas.microsoft.com/office/drawing/2014/main" id="{1197203F-14A4-FD49-B798-4FCE5700A4D3}"/>
                    </a:ext>
                  </a:extLst>
                </p:cNvPr>
                <p:cNvSpPr/>
                <p:nvPr/>
              </p:nvSpPr>
              <p:spPr>
                <a:xfrm>
                  <a:off x="18767856" y="8662540"/>
                  <a:ext cx="373738" cy="37511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01" h="302">
                      <a:moveTo>
                        <a:pt x="301" y="151"/>
                      </a:moveTo>
                      <a:cubicBezTo>
                        <a:pt x="301" y="234"/>
                        <a:pt x="234" y="302"/>
                        <a:pt x="150" y="302"/>
                      </a:cubicBezTo>
                      <a:cubicBezTo>
                        <a:pt x="67" y="302"/>
                        <a:pt x="0" y="234"/>
                        <a:pt x="0" y="151"/>
                      </a:cubicBezTo>
                      <a:cubicBezTo>
                        <a:pt x="0" y="67"/>
                        <a:pt x="67" y="0"/>
                        <a:pt x="150" y="0"/>
                      </a:cubicBezTo>
                      <a:cubicBezTo>
                        <a:pt x="234" y="0"/>
                        <a:pt x="301" y="67"/>
                        <a:pt x="301" y="151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65" name="Freeform 164">
                  <a:extLst>
                    <a:ext uri="{FF2B5EF4-FFF2-40B4-BE49-F238E27FC236}">
                      <a16:creationId xmlns:a16="http://schemas.microsoft.com/office/drawing/2014/main" id="{90D250EA-CB1B-7145-A58F-09A49CAD8980}"/>
                    </a:ext>
                  </a:extLst>
                </p:cNvPr>
                <p:cNvSpPr/>
                <p:nvPr/>
              </p:nvSpPr>
              <p:spPr>
                <a:xfrm>
                  <a:off x="19694725" y="8662540"/>
                  <a:ext cx="376229" cy="37511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03" h="302">
                      <a:moveTo>
                        <a:pt x="303" y="151"/>
                      </a:moveTo>
                      <a:cubicBezTo>
                        <a:pt x="303" y="234"/>
                        <a:pt x="235" y="302"/>
                        <a:pt x="152" y="302"/>
                      </a:cubicBezTo>
                      <a:cubicBezTo>
                        <a:pt x="68" y="302"/>
                        <a:pt x="0" y="234"/>
                        <a:pt x="0" y="151"/>
                      </a:cubicBezTo>
                      <a:cubicBezTo>
                        <a:pt x="0" y="67"/>
                        <a:pt x="68" y="0"/>
                        <a:pt x="152" y="0"/>
                      </a:cubicBezTo>
                      <a:cubicBezTo>
                        <a:pt x="235" y="0"/>
                        <a:pt x="303" y="67"/>
                        <a:pt x="303" y="15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84" name="Freeform 383">
                  <a:extLst>
                    <a:ext uri="{FF2B5EF4-FFF2-40B4-BE49-F238E27FC236}">
                      <a16:creationId xmlns:a16="http://schemas.microsoft.com/office/drawing/2014/main" id="{06F73507-C5A0-A741-9F58-6A1E63982932}"/>
                    </a:ext>
                  </a:extLst>
                </p:cNvPr>
                <p:cNvSpPr/>
                <p:nvPr/>
              </p:nvSpPr>
              <p:spPr>
                <a:xfrm>
                  <a:off x="19688495" y="8653816"/>
                  <a:ext cx="388688" cy="390070"/>
                </a:xfrm>
                <a:custGeom>
                  <a:avLst/>
                  <a:gdLst>
                    <a:gd name="connsiteX0" fmla="*/ 194964 w 388688"/>
                    <a:gd name="connsiteY0" fmla="*/ 14955 h 390070"/>
                    <a:gd name="connsiteX1" fmla="*/ 13704 w 388688"/>
                    <a:gd name="connsiteY1" fmla="*/ 196279 h 390070"/>
                    <a:gd name="connsiteX2" fmla="*/ 194964 w 388688"/>
                    <a:gd name="connsiteY2" fmla="*/ 376362 h 390070"/>
                    <a:gd name="connsiteX3" fmla="*/ 374984 w 388688"/>
                    <a:gd name="connsiteY3" fmla="*/ 196279 h 390070"/>
                    <a:gd name="connsiteX4" fmla="*/ 194964 w 388688"/>
                    <a:gd name="connsiteY4" fmla="*/ 14955 h 390070"/>
                    <a:gd name="connsiteX5" fmla="*/ 194964 w 388688"/>
                    <a:gd name="connsiteY5" fmla="*/ 0 h 390070"/>
                    <a:gd name="connsiteX6" fmla="*/ 388688 w 388688"/>
                    <a:gd name="connsiteY6" fmla="*/ 196277 h 390070"/>
                    <a:gd name="connsiteX7" fmla="*/ 194964 w 388688"/>
                    <a:gd name="connsiteY7" fmla="*/ 390070 h 390070"/>
                    <a:gd name="connsiteX8" fmla="*/ 0 w 388688"/>
                    <a:gd name="connsiteY8" fmla="*/ 196277 h 390070"/>
                    <a:gd name="connsiteX9" fmla="*/ 194964 w 388688"/>
                    <a:gd name="connsiteY9" fmla="*/ 0 h 39007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88688" h="390070">
                      <a:moveTo>
                        <a:pt x="194964" y="14955"/>
                      </a:moveTo>
                      <a:cubicBezTo>
                        <a:pt x="94402" y="14955"/>
                        <a:pt x="13704" y="96924"/>
                        <a:pt x="13704" y="196279"/>
                      </a:cubicBezTo>
                      <a:cubicBezTo>
                        <a:pt x="13704" y="295635"/>
                        <a:pt x="94402" y="376362"/>
                        <a:pt x="194964" y="376362"/>
                      </a:cubicBezTo>
                      <a:cubicBezTo>
                        <a:pt x="294286" y="376362"/>
                        <a:pt x="374984" y="295635"/>
                        <a:pt x="374984" y="196279"/>
                      </a:cubicBezTo>
                      <a:cubicBezTo>
                        <a:pt x="374984" y="96924"/>
                        <a:pt x="294286" y="14955"/>
                        <a:pt x="194964" y="14955"/>
                      </a:cubicBezTo>
                      <a:close/>
                      <a:moveTo>
                        <a:pt x="194964" y="0"/>
                      </a:moveTo>
                      <a:cubicBezTo>
                        <a:pt x="301760" y="0"/>
                        <a:pt x="388688" y="88201"/>
                        <a:pt x="388688" y="196277"/>
                      </a:cubicBezTo>
                      <a:cubicBezTo>
                        <a:pt x="388688" y="303112"/>
                        <a:pt x="301760" y="390070"/>
                        <a:pt x="194964" y="390070"/>
                      </a:cubicBezTo>
                      <a:cubicBezTo>
                        <a:pt x="86926" y="390070"/>
                        <a:pt x="0" y="303112"/>
                        <a:pt x="0" y="196277"/>
                      </a:cubicBezTo>
                      <a:cubicBezTo>
                        <a:pt x="0" y="88201"/>
                        <a:pt x="86926" y="0"/>
                        <a:pt x="19496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68" name="Freeform 167">
                  <a:extLst>
                    <a:ext uri="{FF2B5EF4-FFF2-40B4-BE49-F238E27FC236}">
                      <a16:creationId xmlns:a16="http://schemas.microsoft.com/office/drawing/2014/main" id="{0A51527B-0765-9642-8D64-75134C9250B9}"/>
                    </a:ext>
                  </a:extLst>
                </p:cNvPr>
                <p:cNvSpPr/>
                <p:nvPr/>
              </p:nvSpPr>
              <p:spPr>
                <a:xfrm>
                  <a:off x="19791893" y="8780932"/>
                  <a:ext cx="184377" cy="13833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49" h="112">
                      <a:moveTo>
                        <a:pt x="41" y="112"/>
                      </a:moveTo>
                      <a:cubicBezTo>
                        <a:pt x="39" y="112"/>
                        <a:pt x="38" y="111"/>
                        <a:pt x="37" y="110"/>
                      </a:cubicBezTo>
                      <a:lnTo>
                        <a:pt x="1" y="75"/>
                      </a:lnTo>
                      <a:cubicBezTo>
                        <a:pt x="0" y="73"/>
                        <a:pt x="0" y="69"/>
                        <a:pt x="1" y="67"/>
                      </a:cubicBezTo>
                      <a:cubicBezTo>
                        <a:pt x="4" y="64"/>
                        <a:pt x="7" y="64"/>
                        <a:pt x="9" y="67"/>
                      </a:cubicBezTo>
                      <a:lnTo>
                        <a:pt x="41" y="98"/>
                      </a:lnTo>
                      <a:lnTo>
                        <a:pt x="138" y="1"/>
                      </a:lnTo>
                      <a:cubicBezTo>
                        <a:pt x="140" y="0"/>
                        <a:pt x="144" y="0"/>
                        <a:pt x="146" y="1"/>
                      </a:cubicBezTo>
                      <a:cubicBezTo>
                        <a:pt x="149" y="3"/>
                        <a:pt x="149" y="7"/>
                        <a:pt x="146" y="9"/>
                      </a:cubicBezTo>
                      <a:lnTo>
                        <a:pt x="45" y="110"/>
                      </a:lnTo>
                      <a:cubicBezTo>
                        <a:pt x="44" y="111"/>
                        <a:pt x="42" y="112"/>
                        <a:pt x="41" y="11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69" name="Freeform 168">
                  <a:extLst>
                    <a:ext uri="{FF2B5EF4-FFF2-40B4-BE49-F238E27FC236}">
                      <a16:creationId xmlns:a16="http://schemas.microsoft.com/office/drawing/2014/main" id="{BB3FBD67-B2DB-D845-994A-1F6EC3F335BE}"/>
                    </a:ext>
                  </a:extLst>
                </p:cNvPr>
                <p:cNvSpPr/>
                <p:nvPr/>
              </p:nvSpPr>
              <p:spPr>
                <a:xfrm>
                  <a:off x="18760381" y="9217112"/>
                  <a:ext cx="1316802" cy="1370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058" h="12">
                      <a:moveTo>
                        <a:pt x="1053" y="12"/>
                      </a:moveTo>
                      <a:lnTo>
                        <a:pt x="6" y="12"/>
                      </a:lnTo>
                      <a:cubicBezTo>
                        <a:pt x="2" y="12"/>
                        <a:pt x="0" y="10"/>
                        <a:pt x="0" y="7"/>
                      </a:cubicBezTo>
                      <a:cubicBezTo>
                        <a:pt x="0" y="3"/>
                        <a:pt x="2" y="0"/>
                        <a:pt x="6" y="0"/>
                      </a:cubicBezTo>
                      <a:lnTo>
                        <a:pt x="1053" y="0"/>
                      </a:lnTo>
                      <a:cubicBezTo>
                        <a:pt x="1056" y="0"/>
                        <a:pt x="1058" y="3"/>
                        <a:pt x="1058" y="7"/>
                      </a:cubicBezTo>
                      <a:cubicBezTo>
                        <a:pt x="1058" y="10"/>
                        <a:pt x="1056" y="12"/>
                        <a:pt x="1053" y="1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70" name="Freeform 169">
                  <a:extLst>
                    <a:ext uri="{FF2B5EF4-FFF2-40B4-BE49-F238E27FC236}">
                      <a16:creationId xmlns:a16="http://schemas.microsoft.com/office/drawing/2014/main" id="{9D73966F-1BF2-E34E-BE37-AC5E4B27477A}"/>
                    </a:ext>
                  </a:extLst>
                </p:cNvPr>
                <p:cNvSpPr/>
                <p:nvPr/>
              </p:nvSpPr>
              <p:spPr>
                <a:xfrm>
                  <a:off x="18760381" y="9392830"/>
                  <a:ext cx="1316802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058" h="11">
                      <a:moveTo>
                        <a:pt x="1053" y="11"/>
                      </a:moveTo>
                      <a:lnTo>
                        <a:pt x="6" y="11"/>
                      </a:ln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3"/>
                        <a:pt x="2" y="0"/>
                        <a:pt x="6" y="0"/>
                      </a:cubicBezTo>
                      <a:lnTo>
                        <a:pt x="1053" y="0"/>
                      </a:lnTo>
                      <a:cubicBezTo>
                        <a:pt x="1056" y="0"/>
                        <a:pt x="1058" y="3"/>
                        <a:pt x="1058" y="6"/>
                      </a:cubicBezTo>
                      <a:cubicBezTo>
                        <a:pt x="1058" y="9"/>
                        <a:pt x="1056" y="11"/>
                        <a:pt x="1053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368C20F8-EAB7-334E-8904-306C624BCACC}"/>
                  </a:ext>
                </a:extLst>
              </p:cNvPr>
              <p:cNvGrpSpPr/>
              <p:nvPr/>
            </p:nvGrpSpPr>
            <p:grpSpPr>
              <a:xfrm>
                <a:off x="18749168" y="5730162"/>
                <a:ext cx="1306835" cy="1510430"/>
                <a:chOff x="18749168" y="5730162"/>
                <a:chExt cx="1306835" cy="1510430"/>
              </a:xfrm>
            </p:grpSpPr>
            <p:sp>
              <p:nvSpPr>
                <p:cNvPr id="171" name="Freeform 170">
                  <a:extLst>
                    <a:ext uri="{FF2B5EF4-FFF2-40B4-BE49-F238E27FC236}">
                      <a16:creationId xmlns:a16="http://schemas.microsoft.com/office/drawing/2014/main" id="{C06A35CE-CA1A-974D-A77E-16EB40F68BDA}"/>
                    </a:ext>
                  </a:extLst>
                </p:cNvPr>
                <p:cNvSpPr/>
                <p:nvPr/>
              </p:nvSpPr>
              <p:spPr>
                <a:xfrm>
                  <a:off x="18860044" y="5736394"/>
                  <a:ext cx="909428" cy="1330973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31" h="1069">
                      <a:moveTo>
                        <a:pt x="0" y="1069"/>
                      </a:moveTo>
                      <a:lnTo>
                        <a:pt x="731" y="1069"/>
                      </a:lnTo>
                      <a:lnTo>
                        <a:pt x="73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85" name="Freeform 384">
                  <a:extLst>
                    <a:ext uri="{FF2B5EF4-FFF2-40B4-BE49-F238E27FC236}">
                      <a16:creationId xmlns:a16="http://schemas.microsoft.com/office/drawing/2014/main" id="{3B428996-C288-0243-994D-28A18A1062E6}"/>
                    </a:ext>
                  </a:extLst>
                </p:cNvPr>
                <p:cNvSpPr/>
                <p:nvPr/>
              </p:nvSpPr>
              <p:spPr>
                <a:xfrm>
                  <a:off x="18853816" y="5730162"/>
                  <a:ext cx="923132" cy="1343435"/>
                </a:xfrm>
                <a:custGeom>
                  <a:avLst/>
                  <a:gdLst>
                    <a:gd name="connsiteX0" fmla="*/ 13704 w 923132"/>
                    <a:gd name="connsiteY0" fmla="*/ 13709 h 1343435"/>
                    <a:gd name="connsiteX1" fmla="*/ 13704 w 923132"/>
                    <a:gd name="connsiteY1" fmla="*/ 1329727 h 1343435"/>
                    <a:gd name="connsiteX2" fmla="*/ 909428 w 923132"/>
                    <a:gd name="connsiteY2" fmla="*/ 1329727 h 1343435"/>
                    <a:gd name="connsiteX3" fmla="*/ 909428 w 923132"/>
                    <a:gd name="connsiteY3" fmla="*/ 13709 h 1343435"/>
                    <a:gd name="connsiteX4" fmla="*/ 0 w 923132"/>
                    <a:gd name="connsiteY4" fmla="*/ 0 h 1343435"/>
                    <a:gd name="connsiteX5" fmla="*/ 923132 w 923132"/>
                    <a:gd name="connsiteY5" fmla="*/ 0 h 1343435"/>
                    <a:gd name="connsiteX6" fmla="*/ 923132 w 923132"/>
                    <a:gd name="connsiteY6" fmla="*/ 1343435 h 1343435"/>
                    <a:gd name="connsiteX7" fmla="*/ 0 w 923132"/>
                    <a:gd name="connsiteY7" fmla="*/ 1343435 h 1343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923132" h="1343435">
                      <a:moveTo>
                        <a:pt x="13704" y="13709"/>
                      </a:moveTo>
                      <a:lnTo>
                        <a:pt x="13704" y="1329727"/>
                      </a:lnTo>
                      <a:lnTo>
                        <a:pt x="909428" y="1329727"/>
                      </a:lnTo>
                      <a:lnTo>
                        <a:pt x="909428" y="13709"/>
                      </a:lnTo>
                      <a:close/>
                      <a:moveTo>
                        <a:pt x="0" y="0"/>
                      </a:moveTo>
                      <a:lnTo>
                        <a:pt x="923132" y="0"/>
                      </a:lnTo>
                      <a:lnTo>
                        <a:pt x="923132" y="1343435"/>
                      </a:lnTo>
                      <a:lnTo>
                        <a:pt x="0" y="134343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74" name="Freeform 173">
                  <a:extLst>
                    <a:ext uri="{FF2B5EF4-FFF2-40B4-BE49-F238E27FC236}">
                      <a16:creationId xmlns:a16="http://schemas.microsoft.com/office/drawing/2014/main" id="{33D30FC7-83AA-5246-84F0-EE9A0E0C8D86}"/>
                    </a:ext>
                  </a:extLst>
                </p:cNvPr>
                <p:cNvSpPr/>
                <p:nvPr/>
              </p:nvSpPr>
              <p:spPr>
                <a:xfrm>
                  <a:off x="18756644" y="5736394"/>
                  <a:ext cx="102155" cy="1330973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83" h="1069">
                      <a:moveTo>
                        <a:pt x="0" y="44"/>
                      </a:moveTo>
                      <a:lnTo>
                        <a:pt x="0" y="534"/>
                      </a:lnTo>
                      <a:lnTo>
                        <a:pt x="0" y="1025"/>
                      </a:lnTo>
                      <a:cubicBezTo>
                        <a:pt x="0" y="1037"/>
                        <a:pt x="5" y="1048"/>
                        <a:pt x="13" y="1056"/>
                      </a:cubicBezTo>
                      <a:cubicBezTo>
                        <a:pt x="20" y="1064"/>
                        <a:pt x="31" y="1069"/>
                        <a:pt x="43" y="1069"/>
                      </a:cubicBezTo>
                      <a:lnTo>
                        <a:pt x="63" y="1069"/>
                      </a:lnTo>
                      <a:lnTo>
                        <a:pt x="83" y="1069"/>
                      </a:lnTo>
                      <a:lnTo>
                        <a:pt x="83" y="534"/>
                      </a:lnTo>
                      <a:lnTo>
                        <a:pt x="83" y="0"/>
                      </a:lnTo>
                      <a:lnTo>
                        <a:pt x="63" y="0"/>
                      </a:lnTo>
                      <a:lnTo>
                        <a:pt x="43" y="0"/>
                      </a:lnTo>
                      <a:cubicBezTo>
                        <a:pt x="31" y="0"/>
                        <a:pt x="20" y="5"/>
                        <a:pt x="13" y="13"/>
                      </a:cubicBezTo>
                      <a:cubicBezTo>
                        <a:pt x="5" y="21"/>
                        <a:pt x="0" y="31"/>
                        <a:pt x="0" y="4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86" name="Freeform 385">
                  <a:extLst>
                    <a:ext uri="{FF2B5EF4-FFF2-40B4-BE49-F238E27FC236}">
                      <a16:creationId xmlns:a16="http://schemas.microsoft.com/office/drawing/2014/main" id="{A8A6AFCF-D97D-184C-8FAA-A9102E5C26C6}"/>
                    </a:ext>
                  </a:extLst>
                </p:cNvPr>
                <p:cNvSpPr/>
                <p:nvPr/>
              </p:nvSpPr>
              <p:spPr>
                <a:xfrm>
                  <a:off x="18749168" y="5730162"/>
                  <a:ext cx="117104" cy="1343435"/>
                </a:xfrm>
                <a:custGeom>
                  <a:avLst/>
                  <a:gdLst>
                    <a:gd name="connsiteX0" fmla="*/ 60392 w 117104"/>
                    <a:gd name="connsiteY0" fmla="*/ 13709 h 1343435"/>
                    <a:gd name="connsiteX1" fmla="*/ 27216 w 117104"/>
                    <a:gd name="connsiteY1" fmla="*/ 27405 h 1343435"/>
                    <a:gd name="connsiteX2" fmla="*/ 13700 w 117104"/>
                    <a:gd name="connsiteY2" fmla="*/ 61021 h 1343435"/>
                    <a:gd name="connsiteX3" fmla="*/ 13700 w 117104"/>
                    <a:gd name="connsiteY3" fmla="*/ 1282415 h 1343435"/>
                    <a:gd name="connsiteX4" fmla="*/ 27216 w 117104"/>
                    <a:gd name="connsiteY4" fmla="*/ 1316032 h 1343435"/>
                    <a:gd name="connsiteX5" fmla="*/ 60392 w 117104"/>
                    <a:gd name="connsiteY5" fmla="*/ 1329727 h 1343435"/>
                    <a:gd name="connsiteX6" fmla="*/ 103398 w 117104"/>
                    <a:gd name="connsiteY6" fmla="*/ 1329727 h 1343435"/>
                    <a:gd name="connsiteX7" fmla="*/ 103398 w 117104"/>
                    <a:gd name="connsiteY7" fmla="*/ 13709 h 1343435"/>
                    <a:gd name="connsiteX8" fmla="*/ 60402 w 117104"/>
                    <a:gd name="connsiteY8" fmla="*/ 0 h 1343435"/>
                    <a:gd name="connsiteX9" fmla="*/ 117104 w 117104"/>
                    <a:gd name="connsiteY9" fmla="*/ 0 h 1343435"/>
                    <a:gd name="connsiteX10" fmla="*/ 117104 w 117104"/>
                    <a:gd name="connsiteY10" fmla="*/ 1343435 h 1343435"/>
                    <a:gd name="connsiteX11" fmla="*/ 60402 w 117104"/>
                    <a:gd name="connsiteY11" fmla="*/ 1343435 h 1343435"/>
                    <a:gd name="connsiteX12" fmla="*/ 18492 w 117104"/>
                    <a:gd name="connsiteY12" fmla="*/ 1326004 h 1343435"/>
                    <a:gd name="connsiteX13" fmla="*/ 0 w 117104"/>
                    <a:gd name="connsiteY13" fmla="*/ 1282427 h 1343435"/>
                    <a:gd name="connsiteX14" fmla="*/ 0 w 117104"/>
                    <a:gd name="connsiteY14" fmla="*/ 61009 h 1343435"/>
                    <a:gd name="connsiteX15" fmla="*/ 18492 w 117104"/>
                    <a:gd name="connsiteY15" fmla="*/ 17431 h 1343435"/>
                    <a:gd name="connsiteX16" fmla="*/ 60402 w 117104"/>
                    <a:gd name="connsiteY16" fmla="*/ 0 h 1343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117104" h="1343435">
                      <a:moveTo>
                        <a:pt x="60392" y="13709"/>
                      </a:moveTo>
                      <a:cubicBezTo>
                        <a:pt x="48106" y="13709"/>
                        <a:pt x="37046" y="18689"/>
                        <a:pt x="27216" y="27405"/>
                      </a:cubicBezTo>
                      <a:cubicBezTo>
                        <a:pt x="19844" y="36120"/>
                        <a:pt x="13700" y="48571"/>
                        <a:pt x="13700" y="61021"/>
                      </a:cubicBezTo>
                      <a:lnTo>
                        <a:pt x="13700" y="1282415"/>
                      </a:lnTo>
                      <a:cubicBezTo>
                        <a:pt x="13700" y="1294866"/>
                        <a:pt x="19844" y="1307316"/>
                        <a:pt x="27216" y="1316032"/>
                      </a:cubicBezTo>
                      <a:cubicBezTo>
                        <a:pt x="37046" y="1324747"/>
                        <a:pt x="48106" y="1329727"/>
                        <a:pt x="60392" y="1329727"/>
                      </a:cubicBezTo>
                      <a:lnTo>
                        <a:pt x="103398" y="1329727"/>
                      </a:lnTo>
                      <a:lnTo>
                        <a:pt x="103398" y="13709"/>
                      </a:lnTo>
                      <a:close/>
                      <a:moveTo>
                        <a:pt x="60402" y="0"/>
                      </a:moveTo>
                      <a:lnTo>
                        <a:pt x="117104" y="0"/>
                      </a:lnTo>
                      <a:lnTo>
                        <a:pt x="117104" y="1343435"/>
                      </a:lnTo>
                      <a:lnTo>
                        <a:pt x="60402" y="1343435"/>
                      </a:lnTo>
                      <a:cubicBezTo>
                        <a:pt x="44378" y="1343435"/>
                        <a:pt x="28352" y="1337210"/>
                        <a:pt x="18492" y="1326004"/>
                      </a:cubicBezTo>
                      <a:cubicBezTo>
                        <a:pt x="6164" y="1313553"/>
                        <a:pt x="0" y="1298613"/>
                        <a:pt x="0" y="1282427"/>
                      </a:cubicBezTo>
                      <a:lnTo>
                        <a:pt x="0" y="61009"/>
                      </a:lnTo>
                      <a:cubicBezTo>
                        <a:pt x="0" y="44823"/>
                        <a:pt x="6164" y="29882"/>
                        <a:pt x="18492" y="17431"/>
                      </a:cubicBezTo>
                      <a:cubicBezTo>
                        <a:pt x="28352" y="6226"/>
                        <a:pt x="44378" y="0"/>
                        <a:pt x="6040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77" name="Freeform 176">
                  <a:extLst>
                    <a:ext uri="{FF2B5EF4-FFF2-40B4-BE49-F238E27FC236}">
                      <a16:creationId xmlns:a16="http://schemas.microsoft.com/office/drawing/2014/main" id="{F48C134B-2FF6-064B-B549-C29952338D80}"/>
                    </a:ext>
                  </a:extLst>
                </p:cNvPr>
                <p:cNvSpPr/>
                <p:nvPr/>
              </p:nvSpPr>
              <p:spPr>
                <a:xfrm>
                  <a:off x="19963816" y="5736394"/>
                  <a:ext cx="85960" cy="1330973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0" h="1069">
                      <a:moveTo>
                        <a:pt x="0" y="0"/>
                      </a:moveTo>
                      <a:lnTo>
                        <a:pt x="0" y="534"/>
                      </a:lnTo>
                      <a:lnTo>
                        <a:pt x="0" y="1069"/>
                      </a:lnTo>
                      <a:lnTo>
                        <a:pt x="12" y="1069"/>
                      </a:lnTo>
                      <a:lnTo>
                        <a:pt x="24" y="1069"/>
                      </a:lnTo>
                      <a:cubicBezTo>
                        <a:pt x="37" y="1069"/>
                        <a:pt x="48" y="1063"/>
                        <a:pt x="56" y="1055"/>
                      </a:cubicBezTo>
                      <a:cubicBezTo>
                        <a:pt x="65" y="1047"/>
                        <a:pt x="70" y="1035"/>
                        <a:pt x="70" y="1022"/>
                      </a:cubicBezTo>
                      <a:lnTo>
                        <a:pt x="70" y="534"/>
                      </a:lnTo>
                      <a:lnTo>
                        <a:pt x="70" y="46"/>
                      </a:lnTo>
                      <a:cubicBezTo>
                        <a:pt x="70" y="34"/>
                        <a:pt x="65" y="22"/>
                        <a:pt x="56" y="14"/>
                      </a:cubicBezTo>
                      <a:cubicBezTo>
                        <a:pt x="48" y="6"/>
                        <a:pt x="37" y="0"/>
                        <a:pt x="24" y="0"/>
                      </a:cubicBez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87" name="Freeform 386">
                  <a:extLst>
                    <a:ext uri="{FF2B5EF4-FFF2-40B4-BE49-F238E27FC236}">
                      <a16:creationId xmlns:a16="http://schemas.microsoft.com/office/drawing/2014/main" id="{2DAB668F-DC22-2F40-907D-BFC5819FF18E}"/>
                    </a:ext>
                  </a:extLst>
                </p:cNvPr>
                <p:cNvSpPr/>
                <p:nvPr/>
              </p:nvSpPr>
              <p:spPr>
                <a:xfrm>
                  <a:off x="19956339" y="5730162"/>
                  <a:ext cx="99664" cy="1343435"/>
                </a:xfrm>
                <a:custGeom>
                  <a:avLst/>
                  <a:gdLst>
                    <a:gd name="connsiteX0" fmla="*/ 14952 w 99664"/>
                    <a:gd name="connsiteY0" fmla="*/ 13709 h 1343435"/>
                    <a:gd name="connsiteX1" fmla="*/ 14952 w 99664"/>
                    <a:gd name="connsiteY1" fmla="*/ 1329727 h 1343435"/>
                    <a:gd name="connsiteX2" fmla="*/ 36988 w 99664"/>
                    <a:gd name="connsiteY2" fmla="*/ 1329727 h 1343435"/>
                    <a:gd name="connsiteX3" fmla="*/ 71270 w 99664"/>
                    <a:gd name="connsiteY3" fmla="*/ 1314787 h 1343435"/>
                    <a:gd name="connsiteX4" fmla="*/ 85960 w 99664"/>
                    <a:gd name="connsiteY4" fmla="*/ 1278680 h 1343435"/>
                    <a:gd name="connsiteX5" fmla="*/ 85960 w 99664"/>
                    <a:gd name="connsiteY5" fmla="*/ 63511 h 1343435"/>
                    <a:gd name="connsiteX6" fmla="*/ 71270 w 99664"/>
                    <a:gd name="connsiteY6" fmla="*/ 28650 h 1343435"/>
                    <a:gd name="connsiteX7" fmla="*/ 36988 w 99664"/>
                    <a:gd name="connsiteY7" fmla="*/ 13709 h 1343435"/>
                    <a:gd name="connsiteX8" fmla="*/ 0 w 99664"/>
                    <a:gd name="connsiteY8" fmla="*/ 0 h 1343435"/>
                    <a:gd name="connsiteX9" fmla="*/ 36914 w 99664"/>
                    <a:gd name="connsiteY9" fmla="*/ 0 h 1343435"/>
                    <a:gd name="connsiteX10" fmla="*/ 82438 w 99664"/>
                    <a:gd name="connsiteY10" fmla="*/ 18676 h 1343435"/>
                    <a:gd name="connsiteX11" fmla="*/ 99664 w 99664"/>
                    <a:gd name="connsiteY11" fmla="*/ 63499 h 1343435"/>
                    <a:gd name="connsiteX12" fmla="*/ 99664 w 99664"/>
                    <a:gd name="connsiteY12" fmla="*/ 1278691 h 1343435"/>
                    <a:gd name="connsiteX13" fmla="*/ 82438 w 99664"/>
                    <a:gd name="connsiteY13" fmla="*/ 1324759 h 1343435"/>
                    <a:gd name="connsiteX14" fmla="*/ 36914 w 99664"/>
                    <a:gd name="connsiteY14" fmla="*/ 1343435 h 1343435"/>
                    <a:gd name="connsiteX15" fmla="*/ 0 w 99664"/>
                    <a:gd name="connsiteY15" fmla="*/ 1343435 h 1343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99664" h="1343435">
                      <a:moveTo>
                        <a:pt x="14952" y="13709"/>
                      </a:moveTo>
                      <a:lnTo>
                        <a:pt x="14952" y="1329727"/>
                      </a:lnTo>
                      <a:lnTo>
                        <a:pt x="36988" y="1329727"/>
                      </a:lnTo>
                      <a:cubicBezTo>
                        <a:pt x="50456" y="1329727"/>
                        <a:pt x="62700" y="1323502"/>
                        <a:pt x="71270" y="1314787"/>
                      </a:cubicBezTo>
                      <a:cubicBezTo>
                        <a:pt x="81064" y="1304826"/>
                        <a:pt x="85960" y="1292376"/>
                        <a:pt x="85960" y="1278680"/>
                      </a:cubicBezTo>
                      <a:lnTo>
                        <a:pt x="85960" y="63511"/>
                      </a:lnTo>
                      <a:cubicBezTo>
                        <a:pt x="85960" y="51061"/>
                        <a:pt x="81064" y="37365"/>
                        <a:pt x="71270" y="28650"/>
                      </a:cubicBezTo>
                      <a:cubicBezTo>
                        <a:pt x="62700" y="19935"/>
                        <a:pt x="50456" y="13709"/>
                        <a:pt x="36988" y="13709"/>
                      </a:cubicBezTo>
                      <a:close/>
                      <a:moveTo>
                        <a:pt x="0" y="0"/>
                      </a:moveTo>
                      <a:lnTo>
                        <a:pt x="36914" y="0"/>
                      </a:lnTo>
                      <a:cubicBezTo>
                        <a:pt x="54138" y="0"/>
                        <a:pt x="70134" y="6226"/>
                        <a:pt x="82438" y="18676"/>
                      </a:cubicBezTo>
                      <a:cubicBezTo>
                        <a:pt x="93512" y="31127"/>
                        <a:pt x="99664" y="46068"/>
                        <a:pt x="99664" y="63499"/>
                      </a:cubicBezTo>
                      <a:lnTo>
                        <a:pt x="99664" y="1278691"/>
                      </a:lnTo>
                      <a:cubicBezTo>
                        <a:pt x="99664" y="1296122"/>
                        <a:pt x="93512" y="1312308"/>
                        <a:pt x="82438" y="1324759"/>
                      </a:cubicBezTo>
                      <a:cubicBezTo>
                        <a:pt x="70134" y="1337210"/>
                        <a:pt x="54138" y="1343435"/>
                        <a:pt x="36914" y="1343435"/>
                      </a:cubicBezTo>
                      <a:lnTo>
                        <a:pt x="0" y="134343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0" name="Freeform 179">
                  <a:extLst>
                    <a:ext uri="{FF2B5EF4-FFF2-40B4-BE49-F238E27FC236}">
                      <a16:creationId xmlns:a16="http://schemas.microsoft.com/office/drawing/2014/main" id="{78AD34ED-23BF-004D-A6DE-65DED251236C}"/>
                    </a:ext>
                  </a:extLst>
                </p:cNvPr>
                <p:cNvSpPr/>
                <p:nvPr/>
              </p:nvSpPr>
              <p:spPr>
                <a:xfrm>
                  <a:off x="19770718" y="5736394"/>
                  <a:ext cx="191852" cy="1330973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55" h="1069">
                      <a:moveTo>
                        <a:pt x="0" y="1069"/>
                      </a:moveTo>
                      <a:lnTo>
                        <a:pt x="155" y="1069"/>
                      </a:lnTo>
                      <a:lnTo>
                        <a:pt x="15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88" name="Freeform 387">
                  <a:extLst>
                    <a:ext uri="{FF2B5EF4-FFF2-40B4-BE49-F238E27FC236}">
                      <a16:creationId xmlns:a16="http://schemas.microsoft.com/office/drawing/2014/main" id="{CAB94D8F-D5F2-A647-B475-153FFD237453}"/>
                    </a:ext>
                  </a:extLst>
                </p:cNvPr>
                <p:cNvSpPr/>
                <p:nvPr/>
              </p:nvSpPr>
              <p:spPr>
                <a:xfrm>
                  <a:off x="19764488" y="5730162"/>
                  <a:ext cx="205556" cy="1343435"/>
                </a:xfrm>
                <a:custGeom>
                  <a:avLst/>
                  <a:gdLst>
                    <a:gd name="connsiteX0" fmla="*/ 13704 w 205556"/>
                    <a:gd name="connsiteY0" fmla="*/ 13709 h 1343435"/>
                    <a:gd name="connsiteX1" fmla="*/ 13704 w 205556"/>
                    <a:gd name="connsiteY1" fmla="*/ 1329727 h 1343435"/>
                    <a:gd name="connsiteX2" fmla="*/ 190608 w 205556"/>
                    <a:gd name="connsiteY2" fmla="*/ 1329727 h 1343435"/>
                    <a:gd name="connsiteX3" fmla="*/ 190608 w 205556"/>
                    <a:gd name="connsiteY3" fmla="*/ 13709 h 1343435"/>
                    <a:gd name="connsiteX4" fmla="*/ 0 w 205556"/>
                    <a:gd name="connsiteY4" fmla="*/ 0 h 1343435"/>
                    <a:gd name="connsiteX5" fmla="*/ 205556 w 205556"/>
                    <a:gd name="connsiteY5" fmla="*/ 0 h 1343435"/>
                    <a:gd name="connsiteX6" fmla="*/ 205556 w 205556"/>
                    <a:gd name="connsiteY6" fmla="*/ 1343435 h 1343435"/>
                    <a:gd name="connsiteX7" fmla="*/ 0 w 205556"/>
                    <a:gd name="connsiteY7" fmla="*/ 1343435 h 13434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205556" h="1343435">
                      <a:moveTo>
                        <a:pt x="13704" y="13709"/>
                      </a:moveTo>
                      <a:lnTo>
                        <a:pt x="13704" y="1329727"/>
                      </a:lnTo>
                      <a:lnTo>
                        <a:pt x="190608" y="1329727"/>
                      </a:lnTo>
                      <a:lnTo>
                        <a:pt x="190608" y="13709"/>
                      </a:lnTo>
                      <a:close/>
                      <a:moveTo>
                        <a:pt x="0" y="0"/>
                      </a:moveTo>
                      <a:lnTo>
                        <a:pt x="205556" y="0"/>
                      </a:lnTo>
                      <a:lnTo>
                        <a:pt x="205556" y="1343435"/>
                      </a:lnTo>
                      <a:lnTo>
                        <a:pt x="0" y="1343435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3" name="Freeform 182">
                  <a:extLst>
                    <a:ext uri="{FF2B5EF4-FFF2-40B4-BE49-F238E27FC236}">
                      <a16:creationId xmlns:a16="http://schemas.microsoft.com/office/drawing/2014/main" id="{FC1F1DC2-1495-5B42-84C7-4E87C763C809}"/>
                    </a:ext>
                  </a:extLst>
                </p:cNvPr>
                <p:cNvSpPr/>
                <p:nvPr/>
              </p:nvSpPr>
              <p:spPr>
                <a:xfrm>
                  <a:off x="19826779" y="5730162"/>
                  <a:ext cx="12458" cy="67794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1" h="545">
                      <a:moveTo>
                        <a:pt x="6" y="545"/>
                      </a:moveTo>
                      <a:cubicBezTo>
                        <a:pt x="2" y="545"/>
                        <a:pt x="0" y="543"/>
                        <a:pt x="0" y="539"/>
                      </a:cubicBezTo>
                      <a:lnTo>
                        <a:pt x="0" y="5"/>
                      </a:lnTo>
                      <a:cubicBezTo>
                        <a:pt x="0" y="2"/>
                        <a:pt x="2" y="0"/>
                        <a:pt x="6" y="0"/>
                      </a:cubicBezTo>
                      <a:cubicBezTo>
                        <a:pt x="9" y="0"/>
                        <a:pt x="11" y="2"/>
                        <a:pt x="11" y="5"/>
                      </a:cubicBezTo>
                      <a:lnTo>
                        <a:pt x="11" y="539"/>
                      </a:lnTo>
                      <a:cubicBezTo>
                        <a:pt x="11" y="543"/>
                        <a:pt x="9" y="545"/>
                        <a:pt x="6" y="54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4" name="Freeform 183">
                  <a:extLst>
                    <a:ext uri="{FF2B5EF4-FFF2-40B4-BE49-F238E27FC236}">
                      <a16:creationId xmlns:a16="http://schemas.microsoft.com/office/drawing/2014/main" id="{F412DBA3-C838-AC4C-BF73-EFB83F82562E}"/>
                    </a:ext>
                  </a:extLst>
                </p:cNvPr>
                <p:cNvSpPr/>
                <p:nvPr/>
              </p:nvSpPr>
              <p:spPr>
                <a:xfrm>
                  <a:off x="19894052" y="6491609"/>
                  <a:ext cx="12458" cy="58198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1" h="468">
                      <a:moveTo>
                        <a:pt x="5" y="468"/>
                      </a:moveTo>
                      <a:cubicBezTo>
                        <a:pt x="2" y="468"/>
                        <a:pt x="0" y="466"/>
                        <a:pt x="0" y="463"/>
                      </a:cubicBezTo>
                      <a:lnTo>
                        <a:pt x="0" y="6"/>
                      </a:lnTo>
                      <a:cubicBezTo>
                        <a:pt x="0" y="3"/>
                        <a:pt x="2" y="0"/>
                        <a:pt x="5" y="0"/>
                      </a:cubicBezTo>
                      <a:cubicBezTo>
                        <a:pt x="9" y="0"/>
                        <a:pt x="11" y="3"/>
                        <a:pt x="11" y="6"/>
                      </a:cubicBezTo>
                      <a:lnTo>
                        <a:pt x="11" y="463"/>
                      </a:lnTo>
                      <a:cubicBezTo>
                        <a:pt x="11" y="466"/>
                        <a:pt x="9" y="468"/>
                        <a:pt x="5" y="46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5" name="Freeform 184">
                  <a:extLst>
                    <a:ext uri="{FF2B5EF4-FFF2-40B4-BE49-F238E27FC236}">
                      <a16:creationId xmlns:a16="http://schemas.microsoft.com/office/drawing/2014/main" id="{A47DE0A3-F539-7B4D-98DD-7DA127F6A079}"/>
                    </a:ext>
                  </a:extLst>
                </p:cNvPr>
                <p:cNvSpPr/>
                <p:nvPr/>
              </p:nvSpPr>
              <p:spPr>
                <a:xfrm>
                  <a:off x="18997081" y="5995606"/>
                  <a:ext cx="635354" cy="14830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11" h="120">
                      <a:moveTo>
                        <a:pt x="451" y="120"/>
                      </a:moveTo>
                      <a:lnTo>
                        <a:pt x="256" y="120"/>
                      </a:lnTo>
                      <a:lnTo>
                        <a:pt x="60" y="120"/>
                      </a:lnTo>
                      <a:cubicBezTo>
                        <a:pt x="43" y="120"/>
                        <a:pt x="29" y="113"/>
                        <a:pt x="18" y="102"/>
                      </a:cubicBezTo>
                      <a:cubicBezTo>
                        <a:pt x="7" y="91"/>
                        <a:pt x="0" y="77"/>
                        <a:pt x="0" y="60"/>
                      </a:cubicBezTo>
                      <a:cubicBezTo>
                        <a:pt x="0" y="43"/>
                        <a:pt x="7" y="28"/>
                        <a:pt x="18" y="17"/>
                      </a:cubicBezTo>
                      <a:cubicBezTo>
                        <a:pt x="29" y="7"/>
                        <a:pt x="43" y="0"/>
                        <a:pt x="60" y="0"/>
                      </a:cubicBezTo>
                      <a:lnTo>
                        <a:pt x="256" y="0"/>
                      </a:lnTo>
                      <a:lnTo>
                        <a:pt x="451" y="0"/>
                      </a:lnTo>
                      <a:cubicBezTo>
                        <a:pt x="468" y="0"/>
                        <a:pt x="483" y="7"/>
                        <a:pt x="494" y="17"/>
                      </a:cubicBezTo>
                      <a:cubicBezTo>
                        <a:pt x="505" y="28"/>
                        <a:pt x="511" y="43"/>
                        <a:pt x="511" y="60"/>
                      </a:cubicBezTo>
                      <a:cubicBezTo>
                        <a:pt x="511" y="77"/>
                        <a:pt x="505" y="91"/>
                        <a:pt x="494" y="102"/>
                      </a:cubicBezTo>
                      <a:cubicBezTo>
                        <a:pt x="483" y="113"/>
                        <a:pt x="468" y="120"/>
                        <a:pt x="451" y="12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89" name="Freeform 388">
                  <a:extLst>
                    <a:ext uri="{FF2B5EF4-FFF2-40B4-BE49-F238E27FC236}">
                      <a16:creationId xmlns:a16="http://schemas.microsoft.com/office/drawing/2014/main" id="{B5409D01-C697-0B4C-8DAF-4C0FABA72F5C}"/>
                    </a:ext>
                  </a:extLst>
                </p:cNvPr>
                <p:cNvSpPr/>
                <p:nvPr/>
              </p:nvSpPr>
              <p:spPr>
                <a:xfrm>
                  <a:off x="18990847" y="5988132"/>
                  <a:ext cx="649058" cy="163256"/>
                </a:xfrm>
                <a:custGeom>
                  <a:avLst/>
                  <a:gdLst>
                    <a:gd name="connsiteX0" fmla="*/ 80846 w 649058"/>
                    <a:gd name="connsiteY0" fmla="*/ 14955 h 163256"/>
                    <a:gd name="connsiteX1" fmla="*/ 33600 w 649058"/>
                    <a:gd name="connsiteY1" fmla="*/ 34710 h 163256"/>
                    <a:gd name="connsiteX2" fmla="*/ 13708 w 649058"/>
                    <a:gd name="connsiteY2" fmla="*/ 81629 h 163256"/>
                    <a:gd name="connsiteX3" fmla="*/ 33600 w 649058"/>
                    <a:gd name="connsiteY3" fmla="*/ 128547 h 163256"/>
                    <a:gd name="connsiteX4" fmla="*/ 80846 w 649058"/>
                    <a:gd name="connsiteY4" fmla="*/ 148302 h 163256"/>
                    <a:gd name="connsiteX5" fmla="*/ 566974 w 649058"/>
                    <a:gd name="connsiteY5" fmla="*/ 148302 h 163256"/>
                    <a:gd name="connsiteX6" fmla="*/ 614220 w 649058"/>
                    <a:gd name="connsiteY6" fmla="*/ 128547 h 163256"/>
                    <a:gd name="connsiteX7" fmla="*/ 634112 w 649058"/>
                    <a:gd name="connsiteY7" fmla="*/ 81629 h 163256"/>
                    <a:gd name="connsiteX8" fmla="*/ 614220 w 649058"/>
                    <a:gd name="connsiteY8" fmla="*/ 34710 h 163256"/>
                    <a:gd name="connsiteX9" fmla="*/ 566974 w 649058"/>
                    <a:gd name="connsiteY9" fmla="*/ 14955 h 163256"/>
                    <a:gd name="connsiteX10" fmla="*/ 80822 w 649058"/>
                    <a:gd name="connsiteY10" fmla="*/ 0 h 163256"/>
                    <a:gd name="connsiteX11" fmla="*/ 566994 w 649058"/>
                    <a:gd name="connsiteY11" fmla="*/ 0 h 163256"/>
                    <a:gd name="connsiteX12" fmla="*/ 625434 w 649058"/>
                    <a:gd name="connsiteY12" fmla="*/ 24736 h 163256"/>
                    <a:gd name="connsiteX13" fmla="*/ 649058 w 649058"/>
                    <a:gd name="connsiteY13" fmla="*/ 81628 h 163256"/>
                    <a:gd name="connsiteX14" fmla="*/ 625434 w 649058"/>
                    <a:gd name="connsiteY14" fmla="*/ 138520 h 163256"/>
                    <a:gd name="connsiteX15" fmla="*/ 566994 w 649058"/>
                    <a:gd name="connsiteY15" fmla="*/ 163256 h 163256"/>
                    <a:gd name="connsiteX16" fmla="*/ 80822 w 649058"/>
                    <a:gd name="connsiteY16" fmla="*/ 163256 h 163256"/>
                    <a:gd name="connsiteX17" fmla="*/ 22382 w 649058"/>
                    <a:gd name="connsiteY17" fmla="*/ 138520 h 163256"/>
                    <a:gd name="connsiteX18" fmla="*/ 0 w 649058"/>
                    <a:gd name="connsiteY18" fmla="*/ 81628 h 163256"/>
                    <a:gd name="connsiteX19" fmla="*/ 22382 w 649058"/>
                    <a:gd name="connsiteY19" fmla="*/ 24736 h 163256"/>
                    <a:gd name="connsiteX20" fmla="*/ 80822 w 649058"/>
                    <a:gd name="connsiteY20" fmla="*/ 0 h 1632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649058" h="163256">
                      <a:moveTo>
                        <a:pt x="80846" y="14955"/>
                      </a:moveTo>
                      <a:cubicBezTo>
                        <a:pt x="63440" y="14955"/>
                        <a:pt x="46034" y="21129"/>
                        <a:pt x="33600" y="34710"/>
                      </a:cubicBezTo>
                      <a:cubicBezTo>
                        <a:pt x="21168" y="47057"/>
                        <a:pt x="13708" y="64343"/>
                        <a:pt x="13708" y="81629"/>
                      </a:cubicBezTo>
                      <a:cubicBezTo>
                        <a:pt x="13708" y="98914"/>
                        <a:pt x="21168" y="116200"/>
                        <a:pt x="33600" y="128547"/>
                      </a:cubicBezTo>
                      <a:cubicBezTo>
                        <a:pt x="46034" y="142129"/>
                        <a:pt x="63440" y="148302"/>
                        <a:pt x="80846" y="148302"/>
                      </a:cubicBezTo>
                      <a:lnTo>
                        <a:pt x="566974" y="148302"/>
                      </a:lnTo>
                      <a:cubicBezTo>
                        <a:pt x="585624" y="148302"/>
                        <a:pt x="601786" y="142129"/>
                        <a:pt x="614220" y="128547"/>
                      </a:cubicBezTo>
                      <a:cubicBezTo>
                        <a:pt x="627896" y="116200"/>
                        <a:pt x="634112" y="98914"/>
                        <a:pt x="634112" y="81629"/>
                      </a:cubicBezTo>
                      <a:cubicBezTo>
                        <a:pt x="634112" y="64343"/>
                        <a:pt x="627896" y="47057"/>
                        <a:pt x="614220" y="34710"/>
                      </a:cubicBezTo>
                      <a:cubicBezTo>
                        <a:pt x="601786" y="21129"/>
                        <a:pt x="585624" y="14955"/>
                        <a:pt x="566974" y="14955"/>
                      </a:cubicBezTo>
                      <a:close/>
                      <a:moveTo>
                        <a:pt x="80822" y="0"/>
                      </a:moveTo>
                      <a:lnTo>
                        <a:pt x="566994" y="0"/>
                      </a:lnTo>
                      <a:cubicBezTo>
                        <a:pt x="589374" y="0"/>
                        <a:pt x="609270" y="8658"/>
                        <a:pt x="625434" y="24736"/>
                      </a:cubicBezTo>
                      <a:cubicBezTo>
                        <a:pt x="640354" y="39577"/>
                        <a:pt x="649058" y="59366"/>
                        <a:pt x="649058" y="81628"/>
                      </a:cubicBezTo>
                      <a:cubicBezTo>
                        <a:pt x="649058" y="102654"/>
                        <a:pt x="640354" y="123679"/>
                        <a:pt x="625434" y="138520"/>
                      </a:cubicBezTo>
                      <a:cubicBezTo>
                        <a:pt x="609270" y="154599"/>
                        <a:pt x="589374" y="163256"/>
                        <a:pt x="566994" y="163256"/>
                      </a:cubicBezTo>
                      <a:lnTo>
                        <a:pt x="80822" y="163256"/>
                      </a:lnTo>
                      <a:cubicBezTo>
                        <a:pt x="59684" y="163256"/>
                        <a:pt x="38546" y="154599"/>
                        <a:pt x="22382" y="138520"/>
                      </a:cubicBezTo>
                      <a:cubicBezTo>
                        <a:pt x="7462" y="123679"/>
                        <a:pt x="0" y="102654"/>
                        <a:pt x="0" y="81628"/>
                      </a:cubicBezTo>
                      <a:cubicBezTo>
                        <a:pt x="0" y="59366"/>
                        <a:pt x="7462" y="39577"/>
                        <a:pt x="22382" y="24736"/>
                      </a:cubicBezTo>
                      <a:cubicBezTo>
                        <a:pt x="38546" y="8658"/>
                        <a:pt x="59684" y="0"/>
                        <a:pt x="80822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8" name="Freeform 187">
                  <a:extLst>
                    <a:ext uri="{FF2B5EF4-FFF2-40B4-BE49-F238E27FC236}">
                      <a16:creationId xmlns:a16="http://schemas.microsoft.com/office/drawing/2014/main" id="{2590DCFD-BED3-1943-B880-1BD56C294D08}"/>
                    </a:ext>
                  </a:extLst>
                </p:cNvPr>
                <p:cNvSpPr/>
                <p:nvPr/>
              </p:nvSpPr>
              <p:spPr>
                <a:xfrm>
                  <a:off x="19105465" y="6062906"/>
                  <a:ext cx="404882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6" h="11">
                      <a:moveTo>
                        <a:pt x="320" y="11"/>
                      </a:moveTo>
                      <a:lnTo>
                        <a:pt x="6" y="11"/>
                      </a:lnTo>
                      <a:cubicBezTo>
                        <a:pt x="3" y="11"/>
                        <a:pt x="0" y="9"/>
                        <a:pt x="0" y="6"/>
                      </a:cubicBezTo>
                      <a:cubicBezTo>
                        <a:pt x="0" y="3"/>
                        <a:pt x="3" y="0"/>
                        <a:pt x="6" y="0"/>
                      </a:cubicBezTo>
                      <a:lnTo>
                        <a:pt x="320" y="0"/>
                      </a:lnTo>
                      <a:cubicBezTo>
                        <a:pt x="323" y="0"/>
                        <a:pt x="326" y="3"/>
                        <a:pt x="326" y="6"/>
                      </a:cubicBezTo>
                      <a:cubicBezTo>
                        <a:pt x="326" y="9"/>
                        <a:pt x="323" y="11"/>
                        <a:pt x="320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89" name="Freeform 188">
                  <a:extLst>
                    <a:ext uri="{FF2B5EF4-FFF2-40B4-BE49-F238E27FC236}">
                      <a16:creationId xmlns:a16="http://schemas.microsoft.com/office/drawing/2014/main" id="{A1FE090A-2D47-B44D-9060-65E825571F99}"/>
                    </a:ext>
                  </a:extLst>
                </p:cNvPr>
                <p:cNvSpPr/>
                <p:nvPr/>
              </p:nvSpPr>
              <p:spPr>
                <a:xfrm>
                  <a:off x="19038189" y="6289719"/>
                  <a:ext cx="539428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34" h="11">
                      <a:moveTo>
                        <a:pt x="429" y="11"/>
                      </a:moveTo>
                      <a:lnTo>
                        <a:pt x="6" y="11"/>
                      </a:lnTo>
                      <a:cubicBezTo>
                        <a:pt x="3" y="11"/>
                        <a:pt x="0" y="8"/>
                        <a:pt x="0" y="5"/>
                      </a:cubicBezTo>
                      <a:cubicBezTo>
                        <a:pt x="0" y="2"/>
                        <a:pt x="3" y="0"/>
                        <a:pt x="6" y="0"/>
                      </a:cubicBezTo>
                      <a:lnTo>
                        <a:pt x="429" y="0"/>
                      </a:lnTo>
                      <a:cubicBezTo>
                        <a:pt x="432" y="0"/>
                        <a:pt x="434" y="2"/>
                        <a:pt x="434" y="5"/>
                      </a:cubicBezTo>
                      <a:cubicBezTo>
                        <a:pt x="434" y="8"/>
                        <a:pt x="432" y="11"/>
                        <a:pt x="429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90" name="Freeform 189">
                  <a:extLst>
                    <a:ext uri="{FF2B5EF4-FFF2-40B4-BE49-F238E27FC236}">
                      <a16:creationId xmlns:a16="http://schemas.microsoft.com/office/drawing/2014/main" id="{C9A80D9D-CD82-8048-9469-36AE3084D5C3}"/>
                    </a:ext>
                  </a:extLst>
                </p:cNvPr>
                <p:cNvSpPr/>
                <p:nvPr/>
              </p:nvSpPr>
              <p:spPr>
                <a:xfrm>
                  <a:off x="19038189" y="6420574"/>
                  <a:ext cx="539428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34" h="11">
                      <a:moveTo>
                        <a:pt x="429" y="11"/>
                      </a:moveTo>
                      <a:lnTo>
                        <a:pt x="6" y="11"/>
                      </a:lnTo>
                      <a:cubicBezTo>
                        <a:pt x="3" y="11"/>
                        <a:pt x="0" y="9"/>
                        <a:pt x="0" y="6"/>
                      </a:cubicBezTo>
                      <a:cubicBezTo>
                        <a:pt x="0" y="2"/>
                        <a:pt x="3" y="0"/>
                        <a:pt x="6" y="0"/>
                      </a:cubicBezTo>
                      <a:lnTo>
                        <a:pt x="429" y="0"/>
                      </a:lnTo>
                      <a:cubicBezTo>
                        <a:pt x="432" y="0"/>
                        <a:pt x="434" y="2"/>
                        <a:pt x="434" y="6"/>
                      </a:cubicBezTo>
                      <a:cubicBezTo>
                        <a:pt x="434" y="9"/>
                        <a:pt x="432" y="11"/>
                        <a:pt x="429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90" name="Freeform 389">
                  <a:extLst>
                    <a:ext uri="{FF2B5EF4-FFF2-40B4-BE49-F238E27FC236}">
                      <a16:creationId xmlns:a16="http://schemas.microsoft.com/office/drawing/2014/main" id="{BAF05D44-528D-D84D-A093-0501DF519803}"/>
                    </a:ext>
                  </a:extLst>
                </p:cNvPr>
                <p:cNvSpPr/>
                <p:nvPr/>
              </p:nvSpPr>
              <p:spPr>
                <a:xfrm>
                  <a:off x="19029471" y="7059889"/>
                  <a:ext cx="188116" cy="180703"/>
                </a:xfrm>
                <a:custGeom>
                  <a:avLst/>
                  <a:gdLst>
                    <a:gd name="connsiteX0" fmla="*/ 14946 w 188116"/>
                    <a:gd name="connsiteY0" fmla="*/ 13709 h 180703"/>
                    <a:gd name="connsiteX1" fmla="*/ 14946 w 188116"/>
                    <a:gd name="connsiteY1" fmla="*/ 145972 h 180703"/>
                    <a:gd name="connsiteX2" fmla="*/ 26070 w 188116"/>
                    <a:gd name="connsiteY2" fmla="*/ 164513 h 180703"/>
                    <a:gd name="connsiteX3" fmla="*/ 47084 w 188116"/>
                    <a:gd name="connsiteY3" fmla="*/ 162041 h 180703"/>
                    <a:gd name="connsiteX4" fmla="*/ 94054 w 188116"/>
                    <a:gd name="connsiteY4" fmla="*/ 123722 h 180703"/>
                    <a:gd name="connsiteX5" fmla="*/ 141024 w 188116"/>
                    <a:gd name="connsiteY5" fmla="*/ 162041 h 180703"/>
                    <a:gd name="connsiteX6" fmla="*/ 162038 w 188116"/>
                    <a:gd name="connsiteY6" fmla="*/ 164513 h 180703"/>
                    <a:gd name="connsiteX7" fmla="*/ 173162 w 188116"/>
                    <a:gd name="connsiteY7" fmla="*/ 145972 h 180703"/>
                    <a:gd name="connsiteX8" fmla="*/ 173162 w 188116"/>
                    <a:gd name="connsiteY8" fmla="*/ 13709 h 180703"/>
                    <a:gd name="connsiteX9" fmla="*/ 0 w 188116"/>
                    <a:gd name="connsiteY9" fmla="*/ 0 h 180703"/>
                    <a:gd name="connsiteX10" fmla="*/ 188116 w 188116"/>
                    <a:gd name="connsiteY10" fmla="*/ 0 h 180703"/>
                    <a:gd name="connsiteX11" fmla="*/ 188116 w 188116"/>
                    <a:gd name="connsiteY11" fmla="*/ 146048 h 180703"/>
                    <a:gd name="connsiteX12" fmla="*/ 168314 w 188116"/>
                    <a:gd name="connsiteY12" fmla="*/ 176990 h 180703"/>
                    <a:gd name="connsiteX13" fmla="*/ 153462 w 188116"/>
                    <a:gd name="connsiteY13" fmla="*/ 180703 h 180703"/>
                    <a:gd name="connsiteX14" fmla="*/ 132424 w 188116"/>
                    <a:gd name="connsiteY14" fmla="*/ 173277 h 180703"/>
                    <a:gd name="connsiteX15" fmla="*/ 94058 w 188116"/>
                    <a:gd name="connsiteY15" fmla="*/ 142335 h 180703"/>
                    <a:gd name="connsiteX16" fmla="*/ 56930 w 188116"/>
                    <a:gd name="connsiteY16" fmla="*/ 173277 h 180703"/>
                    <a:gd name="connsiteX17" fmla="*/ 19802 w 188116"/>
                    <a:gd name="connsiteY17" fmla="*/ 176990 h 180703"/>
                    <a:gd name="connsiteX18" fmla="*/ 0 w 188116"/>
                    <a:gd name="connsiteY18" fmla="*/ 146048 h 1807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88116" h="180703">
                      <a:moveTo>
                        <a:pt x="14946" y="13709"/>
                      </a:moveTo>
                      <a:lnTo>
                        <a:pt x="14946" y="145972"/>
                      </a:lnTo>
                      <a:cubicBezTo>
                        <a:pt x="14946" y="154624"/>
                        <a:pt x="19890" y="160805"/>
                        <a:pt x="26070" y="164513"/>
                      </a:cubicBezTo>
                      <a:cubicBezTo>
                        <a:pt x="33486" y="166985"/>
                        <a:pt x="40904" y="166985"/>
                        <a:pt x="47084" y="162041"/>
                      </a:cubicBezTo>
                      <a:lnTo>
                        <a:pt x="94054" y="123722"/>
                      </a:lnTo>
                      <a:lnTo>
                        <a:pt x="141024" y="162041"/>
                      </a:lnTo>
                      <a:cubicBezTo>
                        <a:pt x="147204" y="166985"/>
                        <a:pt x="154622" y="166985"/>
                        <a:pt x="162038" y="164513"/>
                      </a:cubicBezTo>
                      <a:cubicBezTo>
                        <a:pt x="169454" y="160805"/>
                        <a:pt x="173162" y="154624"/>
                        <a:pt x="173162" y="145972"/>
                      </a:cubicBezTo>
                      <a:lnTo>
                        <a:pt x="173162" y="13709"/>
                      </a:lnTo>
                      <a:close/>
                      <a:moveTo>
                        <a:pt x="0" y="0"/>
                      </a:moveTo>
                      <a:lnTo>
                        <a:pt x="188116" y="0"/>
                      </a:lnTo>
                      <a:lnTo>
                        <a:pt x="188116" y="146048"/>
                      </a:lnTo>
                      <a:cubicBezTo>
                        <a:pt x="188116" y="159662"/>
                        <a:pt x="179452" y="170802"/>
                        <a:pt x="168314" y="176990"/>
                      </a:cubicBezTo>
                      <a:cubicBezTo>
                        <a:pt x="163364" y="179466"/>
                        <a:pt x="158412" y="180703"/>
                        <a:pt x="153462" y="180703"/>
                      </a:cubicBezTo>
                      <a:cubicBezTo>
                        <a:pt x="146036" y="180703"/>
                        <a:pt x="138612" y="178228"/>
                        <a:pt x="132424" y="173277"/>
                      </a:cubicBezTo>
                      <a:lnTo>
                        <a:pt x="94058" y="142335"/>
                      </a:lnTo>
                      <a:lnTo>
                        <a:pt x="56930" y="173277"/>
                      </a:lnTo>
                      <a:cubicBezTo>
                        <a:pt x="45792" y="180703"/>
                        <a:pt x="32178" y="181941"/>
                        <a:pt x="19802" y="176990"/>
                      </a:cubicBezTo>
                      <a:cubicBezTo>
                        <a:pt x="8664" y="170802"/>
                        <a:pt x="0" y="159662"/>
                        <a:pt x="0" y="14604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93" name="Freeform 192">
                  <a:extLst>
                    <a:ext uri="{FF2B5EF4-FFF2-40B4-BE49-F238E27FC236}">
                      <a16:creationId xmlns:a16="http://schemas.microsoft.com/office/drawing/2014/main" id="{D5133477-73B5-DB45-B624-5C196D9EBCA9}"/>
                    </a:ext>
                  </a:extLst>
                </p:cNvPr>
                <p:cNvSpPr/>
                <p:nvPr/>
              </p:nvSpPr>
              <p:spPr>
                <a:xfrm>
                  <a:off x="19038189" y="7067363"/>
                  <a:ext cx="171919" cy="16574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39" h="134">
                      <a:moveTo>
                        <a:pt x="104" y="129"/>
                      </a:moveTo>
                      <a:lnTo>
                        <a:pt x="86" y="115"/>
                      </a:lnTo>
                      <a:lnTo>
                        <a:pt x="69" y="101"/>
                      </a:lnTo>
                      <a:lnTo>
                        <a:pt x="52" y="115"/>
                      </a:lnTo>
                      <a:lnTo>
                        <a:pt x="35" y="129"/>
                      </a:lnTo>
                      <a:cubicBezTo>
                        <a:pt x="28" y="135"/>
                        <a:pt x="19" y="135"/>
                        <a:pt x="12" y="132"/>
                      </a:cubicBezTo>
                      <a:cubicBezTo>
                        <a:pt x="4" y="129"/>
                        <a:pt x="0" y="121"/>
                        <a:pt x="0" y="112"/>
                      </a:cubicBezTo>
                      <a:lnTo>
                        <a:pt x="0" y="56"/>
                      </a:lnTo>
                      <a:lnTo>
                        <a:pt x="0" y="0"/>
                      </a:lnTo>
                      <a:lnTo>
                        <a:pt x="69" y="0"/>
                      </a:lnTo>
                      <a:lnTo>
                        <a:pt x="139" y="0"/>
                      </a:lnTo>
                      <a:lnTo>
                        <a:pt x="139" y="56"/>
                      </a:lnTo>
                      <a:lnTo>
                        <a:pt x="139" y="112"/>
                      </a:lnTo>
                      <a:cubicBezTo>
                        <a:pt x="139" y="121"/>
                        <a:pt x="133" y="129"/>
                        <a:pt x="127" y="132"/>
                      </a:cubicBezTo>
                      <a:cubicBezTo>
                        <a:pt x="119" y="135"/>
                        <a:pt x="111" y="135"/>
                        <a:pt x="104" y="129"/>
                      </a:cubicBezTo>
                      <a:close/>
                    </a:path>
                  </a:pathLst>
                </a:custGeom>
                <a:solidFill>
                  <a:schemeClr val="accent2">
                    <a:alpha val="20000"/>
                  </a:schemeClr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6CC22B8-CA1A-574A-BA72-64AB750BC422}"/>
                  </a:ext>
                </a:extLst>
              </p:cNvPr>
              <p:cNvGrpSpPr/>
              <p:nvPr/>
            </p:nvGrpSpPr>
            <p:grpSpPr>
              <a:xfrm>
                <a:off x="20513210" y="5836092"/>
                <a:ext cx="919394" cy="419979"/>
                <a:chOff x="20513210" y="5836092"/>
                <a:chExt cx="919394" cy="419979"/>
              </a:xfrm>
            </p:grpSpPr>
            <p:sp>
              <p:nvSpPr>
                <p:cNvPr id="194" name="Freeform 193">
                  <a:extLst>
                    <a:ext uri="{FF2B5EF4-FFF2-40B4-BE49-F238E27FC236}">
                      <a16:creationId xmlns:a16="http://schemas.microsoft.com/office/drawing/2014/main" id="{4404F072-9382-8A47-BEE4-10A166E2A970}"/>
                    </a:ext>
                  </a:extLst>
                </p:cNvPr>
                <p:cNvSpPr/>
                <p:nvPr/>
              </p:nvSpPr>
              <p:spPr>
                <a:xfrm>
                  <a:off x="20513210" y="6069137"/>
                  <a:ext cx="919394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39" h="11">
                      <a:moveTo>
                        <a:pt x="733" y="11"/>
                      </a:moveTo>
                      <a:lnTo>
                        <a:pt x="6" y="11"/>
                      </a:lnTo>
                      <a:cubicBezTo>
                        <a:pt x="2" y="11"/>
                        <a:pt x="0" y="8"/>
                        <a:pt x="0" y="5"/>
                      </a:cubicBezTo>
                      <a:cubicBezTo>
                        <a:pt x="0" y="2"/>
                        <a:pt x="2" y="0"/>
                        <a:pt x="6" y="0"/>
                      </a:cubicBezTo>
                      <a:lnTo>
                        <a:pt x="733" y="0"/>
                      </a:lnTo>
                      <a:cubicBezTo>
                        <a:pt x="736" y="0"/>
                        <a:pt x="739" y="2"/>
                        <a:pt x="739" y="5"/>
                      </a:cubicBezTo>
                      <a:cubicBezTo>
                        <a:pt x="739" y="8"/>
                        <a:pt x="736" y="11"/>
                        <a:pt x="733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91" name="Freeform 390">
                  <a:extLst>
                    <a:ext uri="{FF2B5EF4-FFF2-40B4-BE49-F238E27FC236}">
                      <a16:creationId xmlns:a16="http://schemas.microsoft.com/office/drawing/2014/main" id="{FA1BED13-C9A7-8845-8002-2B478D525BF4}"/>
                    </a:ext>
                  </a:extLst>
                </p:cNvPr>
                <p:cNvSpPr/>
                <p:nvPr/>
              </p:nvSpPr>
              <p:spPr>
                <a:xfrm>
                  <a:off x="20717519" y="5836092"/>
                  <a:ext cx="510776" cy="98452"/>
                </a:xfrm>
                <a:custGeom>
                  <a:avLst/>
                  <a:gdLst>
                    <a:gd name="connsiteX0" fmla="*/ 49738 w 510776"/>
                    <a:gd name="connsiteY0" fmla="*/ 14955 h 98452"/>
                    <a:gd name="connsiteX1" fmla="*/ 24888 w 510776"/>
                    <a:gd name="connsiteY1" fmla="*/ 24753 h 98452"/>
                    <a:gd name="connsiteX2" fmla="*/ 13704 w 510776"/>
                    <a:gd name="connsiteY2" fmla="*/ 50473 h 98452"/>
                    <a:gd name="connsiteX3" fmla="*/ 24888 w 510776"/>
                    <a:gd name="connsiteY3" fmla="*/ 74968 h 98452"/>
                    <a:gd name="connsiteX4" fmla="*/ 49738 w 510776"/>
                    <a:gd name="connsiteY4" fmla="*/ 85990 h 98452"/>
                    <a:gd name="connsiteX5" fmla="*/ 461032 w 510776"/>
                    <a:gd name="connsiteY5" fmla="*/ 85990 h 98452"/>
                    <a:gd name="connsiteX6" fmla="*/ 485884 w 510776"/>
                    <a:gd name="connsiteY6" fmla="*/ 74968 h 98452"/>
                    <a:gd name="connsiteX7" fmla="*/ 495824 w 510776"/>
                    <a:gd name="connsiteY7" fmla="*/ 50473 h 98452"/>
                    <a:gd name="connsiteX8" fmla="*/ 485884 w 510776"/>
                    <a:gd name="connsiteY8" fmla="*/ 24753 h 98452"/>
                    <a:gd name="connsiteX9" fmla="*/ 461032 w 510776"/>
                    <a:gd name="connsiteY9" fmla="*/ 14955 h 98452"/>
                    <a:gd name="connsiteX10" fmla="*/ 49710 w 510776"/>
                    <a:gd name="connsiteY10" fmla="*/ 0 h 98452"/>
                    <a:gd name="connsiteX11" fmla="*/ 461064 w 510776"/>
                    <a:gd name="connsiteY11" fmla="*/ 0 h 98452"/>
                    <a:gd name="connsiteX12" fmla="*/ 495862 w 510776"/>
                    <a:gd name="connsiteY12" fmla="*/ 14768 h 98452"/>
                    <a:gd name="connsiteX13" fmla="*/ 510776 w 510776"/>
                    <a:gd name="connsiteY13" fmla="*/ 50457 h 98452"/>
                    <a:gd name="connsiteX14" fmla="*/ 495862 w 510776"/>
                    <a:gd name="connsiteY14" fmla="*/ 84915 h 98452"/>
                    <a:gd name="connsiteX15" fmla="*/ 461064 w 510776"/>
                    <a:gd name="connsiteY15" fmla="*/ 98452 h 98452"/>
                    <a:gd name="connsiteX16" fmla="*/ 49710 w 510776"/>
                    <a:gd name="connsiteY16" fmla="*/ 98452 h 98452"/>
                    <a:gd name="connsiteX17" fmla="*/ 14914 w 510776"/>
                    <a:gd name="connsiteY17" fmla="*/ 84915 h 98452"/>
                    <a:gd name="connsiteX18" fmla="*/ 0 w 510776"/>
                    <a:gd name="connsiteY18" fmla="*/ 50457 h 98452"/>
                    <a:gd name="connsiteX19" fmla="*/ 14914 w 510776"/>
                    <a:gd name="connsiteY19" fmla="*/ 14768 h 98452"/>
                    <a:gd name="connsiteX20" fmla="*/ 49710 w 510776"/>
                    <a:gd name="connsiteY20" fmla="*/ 0 h 984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10776" h="98452">
                      <a:moveTo>
                        <a:pt x="49738" y="14955"/>
                      </a:moveTo>
                      <a:cubicBezTo>
                        <a:pt x="39798" y="14955"/>
                        <a:pt x="31100" y="18629"/>
                        <a:pt x="24888" y="24753"/>
                      </a:cubicBezTo>
                      <a:cubicBezTo>
                        <a:pt x="17432" y="32102"/>
                        <a:pt x="13704" y="40675"/>
                        <a:pt x="13704" y="50473"/>
                      </a:cubicBezTo>
                      <a:cubicBezTo>
                        <a:pt x="13704" y="59046"/>
                        <a:pt x="17432" y="67619"/>
                        <a:pt x="24888" y="74968"/>
                      </a:cubicBezTo>
                      <a:cubicBezTo>
                        <a:pt x="31100" y="81091"/>
                        <a:pt x="39798" y="85990"/>
                        <a:pt x="49738" y="85990"/>
                      </a:cubicBezTo>
                      <a:lnTo>
                        <a:pt x="461032" y="85990"/>
                      </a:lnTo>
                      <a:cubicBezTo>
                        <a:pt x="469730" y="85990"/>
                        <a:pt x="479672" y="81091"/>
                        <a:pt x="485884" y="74968"/>
                      </a:cubicBezTo>
                      <a:cubicBezTo>
                        <a:pt x="492098" y="67619"/>
                        <a:pt x="495824" y="59046"/>
                        <a:pt x="495824" y="50473"/>
                      </a:cubicBezTo>
                      <a:cubicBezTo>
                        <a:pt x="495824" y="40675"/>
                        <a:pt x="492098" y="32102"/>
                        <a:pt x="485884" y="24753"/>
                      </a:cubicBezTo>
                      <a:cubicBezTo>
                        <a:pt x="479672" y="18629"/>
                        <a:pt x="469730" y="14955"/>
                        <a:pt x="461032" y="14955"/>
                      </a:cubicBezTo>
                      <a:close/>
                      <a:moveTo>
                        <a:pt x="49710" y="0"/>
                      </a:moveTo>
                      <a:lnTo>
                        <a:pt x="461064" y="0"/>
                      </a:lnTo>
                      <a:cubicBezTo>
                        <a:pt x="474734" y="0"/>
                        <a:pt x="485920" y="6153"/>
                        <a:pt x="495862" y="14768"/>
                      </a:cubicBezTo>
                      <a:cubicBezTo>
                        <a:pt x="505804" y="24613"/>
                        <a:pt x="510776" y="36920"/>
                        <a:pt x="510776" y="50457"/>
                      </a:cubicBezTo>
                      <a:cubicBezTo>
                        <a:pt x="510776" y="62763"/>
                        <a:pt x="505804" y="75070"/>
                        <a:pt x="495862" y="84915"/>
                      </a:cubicBezTo>
                      <a:cubicBezTo>
                        <a:pt x="485920" y="93530"/>
                        <a:pt x="474734" y="98452"/>
                        <a:pt x="461064" y="98452"/>
                      </a:cubicBezTo>
                      <a:lnTo>
                        <a:pt x="49710" y="98452"/>
                      </a:lnTo>
                      <a:cubicBezTo>
                        <a:pt x="36040" y="98452"/>
                        <a:pt x="23612" y="93530"/>
                        <a:pt x="14914" y="84915"/>
                      </a:cubicBezTo>
                      <a:cubicBezTo>
                        <a:pt x="4972" y="75070"/>
                        <a:pt x="0" y="62763"/>
                        <a:pt x="0" y="50457"/>
                      </a:cubicBezTo>
                      <a:cubicBezTo>
                        <a:pt x="0" y="36920"/>
                        <a:pt x="4972" y="24613"/>
                        <a:pt x="14914" y="14768"/>
                      </a:cubicBezTo>
                      <a:cubicBezTo>
                        <a:pt x="23612" y="6153"/>
                        <a:pt x="36040" y="0"/>
                        <a:pt x="4971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197" name="Freeform 196">
                  <a:extLst>
                    <a:ext uri="{FF2B5EF4-FFF2-40B4-BE49-F238E27FC236}">
                      <a16:creationId xmlns:a16="http://schemas.microsoft.com/office/drawing/2014/main" id="{EEC2BD83-B32A-6543-92E6-77B9247831D7}"/>
                    </a:ext>
                  </a:extLst>
                </p:cNvPr>
                <p:cNvSpPr/>
                <p:nvPr/>
              </p:nvSpPr>
              <p:spPr>
                <a:xfrm>
                  <a:off x="20513210" y="6243609"/>
                  <a:ext cx="919394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739" h="11">
                      <a:moveTo>
                        <a:pt x="733" y="11"/>
                      </a:moveTo>
                      <a:lnTo>
                        <a:pt x="6" y="11"/>
                      </a:lnTo>
                      <a:cubicBezTo>
                        <a:pt x="2" y="11"/>
                        <a:pt x="0" y="9"/>
                        <a:pt x="0" y="5"/>
                      </a:cubicBezTo>
                      <a:cubicBezTo>
                        <a:pt x="0" y="2"/>
                        <a:pt x="2" y="0"/>
                        <a:pt x="6" y="0"/>
                      </a:cubicBezTo>
                      <a:lnTo>
                        <a:pt x="733" y="0"/>
                      </a:lnTo>
                      <a:cubicBezTo>
                        <a:pt x="736" y="0"/>
                        <a:pt x="739" y="2"/>
                        <a:pt x="739" y="5"/>
                      </a:cubicBezTo>
                      <a:cubicBezTo>
                        <a:pt x="739" y="9"/>
                        <a:pt x="736" y="11"/>
                        <a:pt x="733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802E8A5A-BFFF-6F4C-8AC1-CE1E98946EF1}"/>
                  </a:ext>
                </a:extLst>
              </p:cNvPr>
              <p:cNvGrpSpPr/>
              <p:nvPr/>
            </p:nvGrpSpPr>
            <p:grpSpPr>
              <a:xfrm>
                <a:off x="18754152" y="7593275"/>
                <a:ext cx="1293132" cy="714089"/>
                <a:chOff x="18754152" y="7593275"/>
                <a:chExt cx="1293132" cy="714089"/>
              </a:xfrm>
            </p:grpSpPr>
            <p:sp>
              <p:nvSpPr>
                <p:cNvPr id="392" name="Freeform 391">
                  <a:extLst>
                    <a:ext uri="{FF2B5EF4-FFF2-40B4-BE49-F238E27FC236}">
                      <a16:creationId xmlns:a16="http://schemas.microsoft.com/office/drawing/2014/main" id="{A5A564BC-CB25-8C40-AD8C-12BA90D5EE63}"/>
                    </a:ext>
                  </a:extLst>
                </p:cNvPr>
                <p:cNvSpPr/>
                <p:nvPr/>
              </p:nvSpPr>
              <p:spPr>
                <a:xfrm>
                  <a:off x="18754152" y="7593275"/>
                  <a:ext cx="1293132" cy="714089"/>
                </a:xfrm>
                <a:custGeom>
                  <a:avLst/>
                  <a:gdLst>
                    <a:gd name="connsiteX0" fmla="*/ 124470 w 1293132"/>
                    <a:gd name="connsiteY0" fmla="*/ 13709 h 714089"/>
                    <a:gd name="connsiteX1" fmla="*/ 46062 w 1293132"/>
                    <a:gd name="connsiteY1" fmla="*/ 47296 h 714089"/>
                    <a:gd name="connsiteX2" fmla="*/ 13704 w 1293132"/>
                    <a:gd name="connsiteY2" fmla="*/ 125666 h 714089"/>
                    <a:gd name="connsiteX3" fmla="*/ 13704 w 1293132"/>
                    <a:gd name="connsiteY3" fmla="*/ 589666 h 714089"/>
                    <a:gd name="connsiteX4" fmla="*/ 46062 w 1293132"/>
                    <a:gd name="connsiteY4" fmla="*/ 666792 h 714089"/>
                    <a:gd name="connsiteX5" fmla="*/ 124470 w 1293132"/>
                    <a:gd name="connsiteY5" fmla="*/ 699135 h 714089"/>
                    <a:gd name="connsiteX6" fmla="*/ 1167412 w 1293132"/>
                    <a:gd name="connsiteY6" fmla="*/ 699135 h 714089"/>
                    <a:gd name="connsiteX7" fmla="*/ 1245820 w 1293132"/>
                    <a:gd name="connsiteY7" fmla="*/ 666792 h 714089"/>
                    <a:gd name="connsiteX8" fmla="*/ 1278180 w 1293132"/>
                    <a:gd name="connsiteY8" fmla="*/ 589666 h 714089"/>
                    <a:gd name="connsiteX9" fmla="*/ 1278180 w 1293132"/>
                    <a:gd name="connsiteY9" fmla="*/ 125666 h 714089"/>
                    <a:gd name="connsiteX10" fmla="*/ 1245820 w 1293132"/>
                    <a:gd name="connsiteY10" fmla="*/ 47296 h 714089"/>
                    <a:gd name="connsiteX11" fmla="*/ 1167412 w 1293132"/>
                    <a:gd name="connsiteY11" fmla="*/ 13709 h 714089"/>
                    <a:gd name="connsiteX12" fmla="*/ 124460 w 1293132"/>
                    <a:gd name="connsiteY12" fmla="*/ 0 h 714089"/>
                    <a:gd name="connsiteX13" fmla="*/ 1167428 w 1293132"/>
                    <a:gd name="connsiteY13" fmla="*/ 0 h 714089"/>
                    <a:gd name="connsiteX14" fmla="*/ 1255794 w 1293132"/>
                    <a:gd name="connsiteY14" fmla="*/ 36078 h 714089"/>
                    <a:gd name="connsiteX15" fmla="*/ 1293132 w 1293132"/>
                    <a:gd name="connsiteY15" fmla="*/ 125650 h 714089"/>
                    <a:gd name="connsiteX16" fmla="*/ 1293132 w 1293132"/>
                    <a:gd name="connsiteY16" fmla="*/ 589683 h 714089"/>
                    <a:gd name="connsiteX17" fmla="*/ 1255794 w 1293132"/>
                    <a:gd name="connsiteY17" fmla="*/ 678012 h 714089"/>
                    <a:gd name="connsiteX18" fmla="*/ 1167428 w 1293132"/>
                    <a:gd name="connsiteY18" fmla="*/ 714089 h 714089"/>
                    <a:gd name="connsiteX19" fmla="*/ 124460 w 1293132"/>
                    <a:gd name="connsiteY19" fmla="*/ 714089 h 714089"/>
                    <a:gd name="connsiteX20" fmla="*/ 36094 w 1293132"/>
                    <a:gd name="connsiteY20" fmla="*/ 678012 h 714089"/>
                    <a:gd name="connsiteX21" fmla="*/ 0 w 1293132"/>
                    <a:gd name="connsiteY21" fmla="*/ 589683 h 714089"/>
                    <a:gd name="connsiteX22" fmla="*/ 0 w 1293132"/>
                    <a:gd name="connsiteY22" fmla="*/ 125650 h 714089"/>
                    <a:gd name="connsiteX23" fmla="*/ 36094 w 1293132"/>
                    <a:gd name="connsiteY23" fmla="*/ 36078 h 714089"/>
                    <a:gd name="connsiteX24" fmla="*/ 124460 w 1293132"/>
                    <a:gd name="connsiteY24" fmla="*/ 0 h 71408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1293132" h="714089">
                      <a:moveTo>
                        <a:pt x="124470" y="13709"/>
                      </a:moveTo>
                      <a:cubicBezTo>
                        <a:pt x="94600" y="13709"/>
                        <a:pt x="67220" y="26149"/>
                        <a:pt x="46062" y="47296"/>
                      </a:cubicBezTo>
                      <a:cubicBezTo>
                        <a:pt x="24906" y="67200"/>
                        <a:pt x="13704" y="95811"/>
                        <a:pt x="13704" y="125666"/>
                      </a:cubicBezTo>
                      <a:lnTo>
                        <a:pt x="13704" y="589666"/>
                      </a:lnTo>
                      <a:cubicBezTo>
                        <a:pt x="13704" y="618277"/>
                        <a:pt x="24906" y="645645"/>
                        <a:pt x="46062" y="666792"/>
                      </a:cubicBezTo>
                      <a:cubicBezTo>
                        <a:pt x="67220" y="687940"/>
                        <a:pt x="94600" y="699135"/>
                        <a:pt x="124470" y="699135"/>
                      </a:cubicBezTo>
                      <a:lnTo>
                        <a:pt x="1167412" y="699135"/>
                      </a:lnTo>
                      <a:cubicBezTo>
                        <a:pt x="1197282" y="699135"/>
                        <a:pt x="1225908" y="687940"/>
                        <a:pt x="1245820" y="666792"/>
                      </a:cubicBezTo>
                      <a:cubicBezTo>
                        <a:pt x="1266978" y="645645"/>
                        <a:pt x="1278180" y="618277"/>
                        <a:pt x="1278180" y="589666"/>
                      </a:cubicBezTo>
                      <a:lnTo>
                        <a:pt x="1278180" y="125666"/>
                      </a:lnTo>
                      <a:cubicBezTo>
                        <a:pt x="1278180" y="95811"/>
                        <a:pt x="1266978" y="67200"/>
                        <a:pt x="1245820" y="47296"/>
                      </a:cubicBezTo>
                      <a:cubicBezTo>
                        <a:pt x="1225908" y="26149"/>
                        <a:pt x="1197282" y="13709"/>
                        <a:pt x="1167412" y="13709"/>
                      </a:cubicBezTo>
                      <a:close/>
                      <a:moveTo>
                        <a:pt x="124460" y="0"/>
                      </a:moveTo>
                      <a:lnTo>
                        <a:pt x="1167428" y="0"/>
                      </a:lnTo>
                      <a:cubicBezTo>
                        <a:pt x="1201032" y="0"/>
                        <a:pt x="1232148" y="13685"/>
                        <a:pt x="1255794" y="36078"/>
                      </a:cubicBezTo>
                      <a:cubicBezTo>
                        <a:pt x="1279442" y="60959"/>
                        <a:pt x="1293132" y="92061"/>
                        <a:pt x="1293132" y="125650"/>
                      </a:cubicBezTo>
                      <a:lnTo>
                        <a:pt x="1293132" y="589683"/>
                      </a:lnTo>
                      <a:cubicBezTo>
                        <a:pt x="1293132" y="622029"/>
                        <a:pt x="1279442" y="654374"/>
                        <a:pt x="1255794" y="678012"/>
                      </a:cubicBezTo>
                      <a:cubicBezTo>
                        <a:pt x="1232148" y="700405"/>
                        <a:pt x="1201032" y="714089"/>
                        <a:pt x="1167428" y="714089"/>
                      </a:cubicBezTo>
                      <a:lnTo>
                        <a:pt x="124460" y="714089"/>
                      </a:lnTo>
                      <a:cubicBezTo>
                        <a:pt x="92100" y="714089"/>
                        <a:pt x="59740" y="700405"/>
                        <a:pt x="36094" y="678012"/>
                      </a:cubicBezTo>
                      <a:cubicBezTo>
                        <a:pt x="13690" y="654374"/>
                        <a:pt x="0" y="622029"/>
                        <a:pt x="0" y="589683"/>
                      </a:cubicBezTo>
                      <a:lnTo>
                        <a:pt x="0" y="125650"/>
                      </a:lnTo>
                      <a:cubicBezTo>
                        <a:pt x="0" y="92061"/>
                        <a:pt x="13690" y="60959"/>
                        <a:pt x="36094" y="36078"/>
                      </a:cubicBezTo>
                      <a:cubicBezTo>
                        <a:pt x="59740" y="13685"/>
                        <a:pt x="92100" y="0"/>
                        <a:pt x="124460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0" name="Freeform 199">
                  <a:extLst>
                    <a:ext uri="{FF2B5EF4-FFF2-40B4-BE49-F238E27FC236}">
                      <a16:creationId xmlns:a16="http://schemas.microsoft.com/office/drawing/2014/main" id="{E8F9B586-BFA1-2544-AED8-5E2F91832373}"/>
                    </a:ext>
                  </a:extLst>
                </p:cNvPr>
                <p:cNvSpPr/>
                <p:nvPr/>
              </p:nvSpPr>
              <p:spPr>
                <a:xfrm>
                  <a:off x="18959708" y="7750300"/>
                  <a:ext cx="398653" cy="398793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21" h="321">
                      <a:moveTo>
                        <a:pt x="321" y="161"/>
                      </a:moveTo>
                      <a:cubicBezTo>
                        <a:pt x="321" y="250"/>
                        <a:pt x="250" y="321"/>
                        <a:pt x="161" y="321"/>
                      </a:cubicBezTo>
                      <a:cubicBezTo>
                        <a:pt x="72" y="321"/>
                        <a:pt x="0" y="250"/>
                        <a:pt x="0" y="161"/>
                      </a:cubicBezTo>
                      <a:cubicBezTo>
                        <a:pt x="0" y="72"/>
                        <a:pt x="72" y="0"/>
                        <a:pt x="161" y="0"/>
                      </a:cubicBezTo>
                      <a:cubicBezTo>
                        <a:pt x="250" y="0"/>
                        <a:pt x="321" y="72"/>
                        <a:pt x="321" y="16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93" name="Freeform 392">
                  <a:extLst>
                    <a:ext uri="{FF2B5EF4-FFF2-40B4-BE49-F238E27FC236}">
                      <a16:creationId xmlns:a16="http://schemas.microsoft.com/office/drawing/2014/main" id="{8D0FAC26-183B-DA4C-B549-42005988462A}"/>
                    </a:ext>
                  </a:extLst>
                </p:cNvPr>
                <p:cNvSpPr/>
                <p:nvPr/>
              </p:nvSpPr>
              <p:spPr>
                <a:xfrm>
                  <a:off x="18953480" y="7744069"/>
                  <a:ext cx="412356" cy="412502"/>
                </a:xfrm>
                <a:custGeom>
                  <a:avLst/>
                  <a:gdLst>
                    <a:gd name="connsiteX0" fmla="*/ 206176 w 412356"/>
                    <a:gd name="connsiteY0" fmla="*/ 13709 h 412502"/>
                    <a:gd name="connsiteX1" fmla="*/ 13702 w 412356"/>
                    <a:gd name="connsiteY1" fmla="*/ 206252 h 412502"/>
                    <a:gd name="connsiteX2" fmla="*/ 206176 w 412356"/>
                    <a:gd name="connsiteY2" fmla="*/ 398794 h 412502"/>
                    <a:gd name="connsiteX3" fmla="*/ 398652 w 412356"/>
                    <a:gd name="connsiteY3" fmla="*/ 206252 h 412502"/>
                    <a:gd name="connsiteX4" fmla="*/ 206176 w 412356"/>
                    <a:gd name="connsiteY4" fmla="*/ 13709 h 412502"/>
                    <a:gd name="connsiteX5" fmla="*/ 206178 w 412356"/>
                    <a:gd name="connsiteY5" fmla="*/ 0 h 412502"/>
                    <a:gd name="connsiteX6" fmla="*/ 412356 w 412356"/>
                    <a:gd name="connsiteY6" fmla="*/ 206251 h 412502"/>
                    <a:gd name="connsiteX7" fmla="*/ 206178 w 412356"/>
                    <a:gd name="connsiteY7" fmla="*/ 412502 h 412502"/>
                    <a:gd name="connsiteX8" fmla="*/ 0 w 412356"/>
                    <a:gd name="connsiteY8" fmla="*/ 206251 h 412502"/>
                    <a:gd name="connsiteX9" fmla="*/ 206178 w 412356"/>
                    <a:gd name="connsiteY9" fmla="*/ 0 h 41250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2356" h="412502">
                      <a:moveTo>
                        <a:pt x="206176" y="13709"/>
                      </a:moveTo>
                      <a:cubicBezTo>
                        <a:pt x="99384" y="13709"/>
                        <a:pt x="13702" y="99422"/>
                        <a:pt x="13702" y="206252"/>
                      </a:cubicBezTo>
                      <a:cubicBezTo>
                        <a:pt x="13702" y="311840"/>
                        <a:pt x="99384" y="398794"/>
                        <a:pt x="206176" y="398794"/>
                      </a:cubicBezTo>
                      <a:cubicBezTo>
                        <a:pt x="311728" y="398794"/>
                        <a:pt x="398652" y="311840"/>
                        <a:pt x="398652" y="206252"/>
                      </a:cubicBezTo>
                      <a:cubicBezTo>
                        <a:pt x="398652" y="99422"/>
                        <a:pt x="311728" y="13709"/>
                        <a:pt x="206176" y="13709"/>
                      </a:cubicBezTo>
                      <a:close/>
                      <a:moveTo>
                        <a:pt x="206178" y="0"/>
                      </a:moveTo>
                      <a:cubicBezTo>
                        <a:pt x="320446" y="0"/>
                        <a:pt x="412356" y="91943"/>
                        <a:pt x="412356" y="206251"/>
                      </a:cubicBezTo>
                      <a:cubicBezTo>
                        <a:pt x="412356" y="320559"/>
                        <a:pt x="320446" y="412502"/>
                        <a:pt x="206178" y="412502"/>
                      </a:cubicBezTo>
                      <a:cubicBezTo>
                        <a:pt x="91910" y="412502"/>
                        <a:pt x="0" y="320559"/>
                        <a:pt x="0" y="206251"/>
                      </a:cubicBezTo>
                      <a:cubicBezTo>
                        <a:pt x="0" y="91943"/>
                        <a:pt x="91910" y="0"/>
                        <a:pt x="20617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3" name="Freeform 202">
                  <a:extLst>
                    <a:ext uri="{FF2B5EF4-FFF2-40B4-BE49-F238E27FC236}">
                      <a16:creationId xmlns:a16="http://schemas.microsoft.com/office/drawing/2014/main" id="{F36B63A5-1BA5-A84C-A72A-12490E1E1F40}"/>
                    </a:ext>
                  </a:extLst>
                </p:cNvPr>
                <p:cNvSpPr/>
                <p:nvPr/>
              </p:nvSpPr>
              <p:spPr>
                <a:xfrm>
                  <a:off x="18992095" y="7869938"/>
                  <a:ext cx="333872" cy="279155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69" h="225">
                      <a:moveTo>
                        <a:pt x="135" y="225"/>
                      </a:moveTo>
                      <a:cubicBezTo>
                        <a:pt x="191" y="225"/>
                        <a:pt x="241" y="197"/>
                        <a:pt x="269" y="152"/>
                      </a:cubicBezTo>
                      <a:cubicBezTo>
                        <a:pt x="250" y="123"/>
                        <a:pt x="221" y="100"/>
                        <a:pt x="188" y="88"/>
                      </a:cubicBezTo>
                      <a:cubicBezTo>
                        <a:pt x="190" y="81"/>
                        <a:pt x="192" y="73"/>
                        <a:pt x="192" y="65"/>
                      </a:cubicBezTo>
                      <a:cubicBezTo>
                        <a:pt x="192" y="29"/>
                        <a:pt x="166" y="0"/>
                        <a:pt x="135" y="0"/>
                      </a:cubicBezTo>
                      <a:cubicBezTo>
                        <a:pt x="103" y="0"/>
                        <a:pt x="78" y="29"/>
                        <a:pt x="78" y="65"/>
                      </a:cubicBezTo>
                      <a:cubicBezTo>
                        <a:pt x="78" y="73"/>
                        <a:pt x="79" y="81"/>
                        <a:pt x="82" y="88"/>
                      </a:cubicBezTo>
                      <a:cubicBezTo>
                        <a:pt x="48" y="100"/>
                        <a:pt x="19" y="123"/>
                        <a:pt x="0" y="152"/>
                      </a:cubicBezTo>
                      <a:cubicBezTo>
                        <a:pt x="29" y="197"/>
                        <a:pt x="79" y="225"/>
                        <a:pt x="135" y="225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94" name="Freeform 393">
                  <a:extLst>
                    <a:ext uri="{FF2B5EF4-FFF2-40B4-BE49-F238E27FC236}">
                      <a16:creationId xmlns:a16="http://schemas.microsoft.com/office/drawing/2014/main" id="{ABB418C9-93E4-0E4C-BEC7-D631B4653950}"/>
                    </a:ext>
                  </a:extLst>
                </p:cNvPr>
                <p:cNvSpPr/>
                <p:nvPr/>
              </p:nvSpPr>
              <p:spPr>
                <a:xfrm>
                  <a:off x="18984619" y="7862461"/>
                  <a:ext cx="350068" cy="294110"/>
                </a:xfrm>
                <a:custGeom>
                  <a:avLst/>
                  <a:gdLst>
                    <a:gd name="connsiteX0" fmla="*/ 175034 w 350068"/>
                    <a:gd name="connsiteY0" fmla="*/ 14951 h 294110"/>
                    <a:gd name="connsiteX1" fmla="*/ 111748 w 350068"/>
                    <a:gd name="connsiteY1" fmla="*/ 88135 h 294110"/>
                    <a:gd name="connsiteX2" fmla="*/ 115472 w 350068"/>
                    <a:gd name="connsiteY2" fmla="*/ 115424 h 294110"/>
                    <a:gd name="connsiteX3" fmla="*/ 117954 w 350068"/>
                    <a:gd name="connsiteY3" fmla="*/ 121626 h 294110"/>
                    <a:gd name="connsiteX4" fmla="*/ 111748 w 350068"/>
                    <a:gd name="connsiteY4" fmla="*/ 124107 h 294110"/>
                    <a:gd name="connsiteX5" fmla="*/ 16200 w 350068"/>
                    <a:gd name="connsiteY5" fmla="*/ 196051 h 294110"/>
                    <a:gd name="connsiteX6" fmla="*/ 175034 w 350068"/>
                    <a:gd name="connsiteY6" fmla="*/ 280398 h 294110"/>
                    <a:gd name="connsiteX7" fmla="*/ 332630 w 350068"/>
                    <a:gd name="connsiteY7" fmla="*/ 196051 h 294110"/>
                    <a:gd name="connsiteX8" fmla="*/ 238322 w 350068"/>
                    <a:gd name="connsiteY8" fmla="*/ 124107 h 294110"/>
                    <a:gd name="connsiteX9" fmla="*/ 230876 w 350068"/>
                    <a:gd name="connsiteY9" fmla="*/ 121626 h 294110"/>
                    <a:gd name="connsiteX10" fmla="*/ 233358 w 350068"/>
                    <a:gd name="connsiteY10" fmla="*/ 115424 h 294110"/>
                    <a:gd name="connsiteX11" fmla="*/ 238322 w 350068"/>
                    <a:gd name="connsiteY11" fmla="*/ 88135 h 294110"/>
                    <a:gd name="connsiteX12" fmla="*/ 175034 w 350068"/>
                    <a:gd name="connsiteY12" fmla="*/ 14951 h 294110"/>
                    <a:gd name="connsiteX13" fmla="*/ 175034 w 350068"/>
                    <a:gd name="connsiteY13" fmla="*/ 0 h 294110"/>
                    <a:gd name="connsiteX14" fmla="*/ 251998 w 350068"/>
                    <a:gd name="connsiteY14" fmla="*/ 88109 h 294110"/>
                    <a:gd name="connsiteX15" fmla="*/ 249516 w 350068"/>
                    <a:gd name="connsiteY15" fmla="*/ 112929 h 294110"/>
                    <a:gd name="connsiteX16" fmla="*/ 347584 w 350068"/>
                    <a:gd name="connsiteY16" fmla="*/ 193592 h 294110"/>
                    <a:gd name="connsiteX17" fmla="*/ 350068 w 350068"/>
                    <a:gd name="connsiteY17" fmla="*/ 196074 h 294110"/>
                    <a:gd name="connsiteX18" fmla="*/ 347584 w 350068"/>
                    <a:gd name="connsiteY18" fmla="*/ 201037 h 294110"/>
                    <a:gd name="connsiteX19" fmla="*/ 175034 w 350068"/>
                    <a:gd name="connsiteY19" fmla="*/ 294110 h 294110"/>
                    <a:gd name="connsiteX20" fmla="*/ 1242 w 350068"/>
                    <a:gd name="connsiteY20" fmla="*/ 201037 h 294110"/>
                    <a:gd name="connsiteX21" fmla="*/ 0 w 350068"/>
                    <a:gd name="connsiteY21" fmla="*/ 196074 h 294110"/>
                    <a:gd name="connsiteX22" fmla="*/ 1242 w 350068"/>
                    <a:gd name="connsiteY22" fmla="*/ 193592 h 294110"/>
                    <a:gd name="connsiteX23" fmla="*/ 100552 w 350068"/>
                    <a:gd name="connsiteY23" fmla="*/ 112929 h 294110"/>
                    <a:gd name="connsiteX24" fmla="*/ 96828 w 350068"/>
                    <a:gd name="connsiteY24" fmla="*/ 88109 h 294110"/>
                    <a:gd name="connsiteX25" fmla="*/ 175034 w 350068"/>
                    <a:gd name="connsiteY25" fmla="*/ 0 h 2941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350068" h="294110">
                      <a:moveTo>
                        <a:pt x="175034" y="14951"/>
                      </a:moveTo>
                      <a:cubicBezTo>
                        <a:pt x="139048" y="14951"/>
                        <a:pt x="111748" y="47202"/>
                        <a:pt x="111748" y="88135"/>
                      </a:cubicBezTo>
                      <a:cubicBezTo>
                        <a:pt x="111748" y="96818"/>
                        <a:pt x="112990" y="106741"/>
                        <a:pt x="115472" y="115424"/>
                      </a:cubicBezTo>
                      <a:lnTo>
                        <a:pt x="117954" y="121626"/>
                      </a:lnTo>
                      <a:lnTo>
                        <a:pt x="111748" y="124107"/>
                      </a:lnTo>
                      <a:cubicBezTo>
                        <a:pt x="73280" y="137751"/>
                        <a:pt x="39776" y="163800"/>
                        <a:pt x="16200" y="196051"/>
                      </a:cubicBezTo>
                      <a:cubicBezTo>
                        <a:pt x="52186" y="249388"/>
                        <a:pt x="111748" y="280398"/>
                        <a:pt x="175034" y="280398"/>
                      </a:cubicBezTo>
                      <a:cubicBezTo>
                        <a:pt x="238322" y="280398"/>
                        <a:pt x="297884" y="249388"/>
                        <a:pt x="332630" y="196051"/>
                      </a:cubicBezTo>
                      <a:cubicBezTo>
                        <a:pt x="310294" y="163800"/>
                        <a:pt x="275548" y="137751"/>
                        <a:pt x="238322" y="124107"/>
                      </a:cubicBezTo>
                      <a:lnTo>
                        <a:pt x="230876" y="121626"/>
                      </a:lnTo>
                      <a:lnTo>
                        <a:pt x="233358" y="115424"/>
                      </a:lnTo>
                      <a:cubicBezTo>
                        <a:pt x="235840" y="106741"/>
                        <a:pt x="238322" y="96818"/>
                        <a:pt x="238322" y="88135"/>
                      </a:cubicBezTo>
                      <a:cubicBezTo>
                        <a:pt x="238322" y="47202"/>
                        <a:pt x="209780" y="14951"/>
                        <a:pt x="175034" y="14951"/>
                      </a:cubicBezTo>
                      <a:close/>
                      <a:moveTo>
                        <a:pt x="175034" y="0"/>
                      </a:moveTo>
                      <a:cubicBezTo>
                        <a:pt x="217240" y="0"/>
                        <a:pt x="251998" y="39711"/>
                        <a:pt x="251998" y="88109"/>
                      </a:cubicBezTo>
                      <a:cubicBezTo>
                        <a:pt x="251998" y="96796"/>
                        <a:pt x="250758" y="104242"/>
                        <a:pt x="249516" y="112929"/>
                      </a:cubicBezTo>
                      <a:cubicBezTo>
                        <a:pt x="289240" y="129061"/>
                        <a:pt x="323998" y="156363"/>
                        <a:pt x="347584" y="193592"/>
                      </a:cubicBezTo>
                      <a:lnTo>
                        <a:pt x="350068" y="196074"/>
                      </a:lnTo>
                      <a:lnTo>
                        <a:pt x="347584" y="201037"/>
                      </a:lnTo>
                      <a:cubicBezTo>
                        <a:pt x="309102" y="259363"/>
                        <a:pt x="244550" y="294110"/>
                        <a:pt x="175034" y="294110"/>
                      </a:cubicBezTo>
                      <a:cubicBezTo>
                        <a:pt x="105516" y="294110"/>
                        <a:pt x="39724" y="259363"/>
                        <a:pt x="1242" y="201037"/>
                      </a:cubicBezTo>
                      <a:lnTo>
                        <a:pt x="0" y="196074"/>
                      </a:lnTo>
                      <a:lnTo>
                        <a:pt x="1242" y="193592"/>
                      </a:lnTo>
                      <a:cubicBezTo>
                        <a:pt x="26068" y="156363"/>
                        <a:pt x="60828" y="129061"/>
                        <a:pt x="100552" y="112929"/>
                      </a:cubicBezTo>
                      <a:cubicBezTo>
                        <a:pt x="98068" y="104242"/>
                        <a:pt x="96828" y="96796"/>
                        <a:pt x="96828" y="88109"/>
                      </a:cubicBezTo>
                      <a:cubicBezTo>
                        <a:pt x="96828" y="39711"/>
                        <a:pt x="131586" y="0"/>
                        <a:pt x="17503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6" name="Freeform 205">
                  <a:extLst>
                    <a:ext uri="{FF2B5EF4-FFF2-40B4-BE49-F238E27FC236}">
                      <a16:creationId xmlns:a16="http://schemas.microsoft.com/office/drawing/2014/main" id="{AA392A6B-117C-164A-93E1-5E08DA4A876D}"/>
                    </a:ext>
                  </a:extLst>
                </p:cNvPr>
                <p:cNvSpPr/>
                <p:nvPr/>
              </p:nvSpPr>
              <p:spPr>
                <a:xfrm>
                  <a:off x="19531526" y="7820089"/>
                  <a:ext cx="316431" cy="1370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55" h="12">
                      <a:moveTo>
                        <a:pt x="249" y="12"/>
                      </a:moveTo>
                      <a:lnTo>
                        <a:pt x="5" y="12"/>
                      </a:lnTo>
                      <a:cubicBezTo>
                        <a:pt x="2" y="12"/>
                        <a:pt x="0" y="9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lnTo>
                        <a:pt x="249" y="0"/>
                      </a:lnTo>
                      <a:cubicBezTo>
                        <a:pt x="252" y="0"/>
                        <a:pt x="255" y="3"/>
                        <a:pt x="255" y="6"/>
                      </a:cubicBezTo>
                      <a:cubicBezTo>
                        <a:pt x="255" y="9"/>
                        <a:pt x="252" y="12"/>
                        <a:pt x="249" y="1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7" name="Freeform 206">
                  <a:extLst>
                    <a:ext uri="{FF2B5EF4-FFF2-40B4-BE49-F238E27FC236}">
                      <a16:creationId xmlns:a16="http://schemas.microsoft.com/office/drawing/2014/main" id="{451021AC-F6A3-E747-8CAD-CFDB0EE3EEDC}"/>
                    </a:ext>
                  </a:extLst>
                </p:cNvPr>
                <p:cNvSpPr/>
                <p:nvPr/>
              </p:nvSpPr>
              <p:spPr>
                <a:xfrm>
                  <a:off x="19531526" y="7943466"/>
                  <a:ext cx="316431" cy="1370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55" h="12">
                      <a:moveTo>
                        <a:pt x="249" y="12"/>
                      </a:moveTo>
                      <a:lnTo>
                        <a:pt x="5" y="12"/>
                      </a:lnTo>
                      <a:cubicBezTo>
                        <a:pt x="2" y="12"/>
                        <a:pt x="0" y="9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lnTo>
                        <a:pt x="249" y="0"/>
                      </a:lnTo>
                      <a:cubicBezTo>
                        <a:pt x="252" y="0"/>
                        <a:pt x="255" y="3"/>
                        <a:pt x="255" y="6"/>
                      </a:cubicBezTo>
                      <a:cubicBezTo>
                        <a:pt x="255" y="9"/>
                        <a:pt x="252" y="12"/>
                        <a:pt x="249" y="12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08" name="Freeform 207">
                  <a:extLst>
                    <a:ext uri="{FF2B5EF4-FFF2-40B4-BE49-F238E27FC236}">
                      <a16:creationId xmlns:a16="http://schemas.microsoft.com/office/drawing/2014/main" id="{5B59B697-BD79-7943-BD9A-725A41E67E5B}"/>
                    </a:ext>
                  </a:extLst>
                </p:cNvPr>
                <p:cNvSpPr/>
                <p:nvPr/>
              </p:nvSpPr>
              <p:spPr>
                <a:xfrm>
                  <a:off x="19531526" y="8066842"/>
                  <a:ext cx="316431" cy="1246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55" h="11">
                      <a:moveTo>
                        <a:pt x="249" y="11"/>
                      </a:moveTo>
                      <a:lnTo>
                        <a:pt x="5" y="11"/>
                      </a:lnTo>
                      <a:cubicBezTo>
                        <a:pt x="2" y="11"/>
                        <a:pt x="0" y="9"/>
                        <a:pt x="0" y="6"/>
                      </a:cubicBezTo>
                      <a:cubicBezTo>
                        <a:pt x="0" y="3"/>
                        <a:pt x="2" y="0"/>
                        <a:pt x="5" y="0"/>
                      </a:cubicBezTo>
                      <a:lnTo>
                        <a:pt x="249" y="0"/>
                      </a:lnTo>
                      <a:cubicBezTo>
                        <a:pt x="252" y="0"/>
                        <a:pt x="255" y="3"/>
                        <a:pt x="255" y="6"/>
                      </a:cubicBezTo>
                      <a:cubicBezTo>
                        <a:pt x="255" y="9"/>
                        <a:pt x="252" y="11"/>
                        <a:pt x="249" y="1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7072FEA-238A-5142-A9A8-9786E4EE1C28}"/>
                </a:ext>
              </a:extLst>
            </p:cNvPr>
            <p:cNvGrpSpPr/>
            <p:nvPr/>
          </p:nvGrpSpPr>
          <p:grpSpPr>
            <a:xfrm>
              <a:off x="10432263" y="7568351"/>
              <a:ext cx="12338420" cy="3403452"/>
              <a:chOff x="10432263" y="7568351"/>
              <a:chExt cx="12338420" cy="3403452"/>
            </a:xfrm>
          </p:grpSpPr>
          <p:sp>
            <p:nvSpPr>
              <p:cNvPr id="209" name="Freeform 208">
                <a:extLst>
                  <a:ext uri="{FF2B5EF4-FFF2-40B4-BE49-F238E27FC236}">
                    <a16:creationId xmlns:a16="http://schemas.microsoft.com/office/drawing/2014/main" id="{9DB22C0C-53A1-0B43-A1E2-51A82B62E847}"/>
                  </a:ext>
                </a:extLst>
              </p:cNvPr>
              <p:cNvSpPr/>
              <p:nvPr/>
            </p:nvSpPr>
            <p:spPr>
              <a:xfrm>
                <a:off x="10432263" y="10958091"/>
                <a:ext cx="12330846" cy="1246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899" h="11">
                    <a:moveTo>
                      <a:pt x="9894" y="11"/>
                    </a:moveTo>
                    <a:lnTo>
                      <a:pt x="6" y="11"/>
                    </a:lnTo>
                    <a:cubicBezTo>
                      <a:pt x="3" y="11"/>
                      <a:pt x="0" y="8"/>
                      <a:pt x="0" y="5"/>
                    </a:cubicBezTo>
                    <a:cubicBezTo>
                      <a:pt x="0" y="2"/>
                      <a:pt x="3" y="0"/>
                      <a:pt x="6" y="0"/>
                    </a:cubicBezTo>
                    <a:lnTo>
                      <a:pt x="9894" y="0"/>
                    </a:lnTo>
                    <a:cubicBezTo>
                      <a:pt x="9897" y="0"/>
                      <a:pt x="9899" y="2"/>
                      <a:pt x="9899" y="5"/>
                    </a:cubicBezTo>
                    <a:cubicBezTo>
                      <a:pt x="9899" y="8"/>
                      <a:pt x="9897" y="11"/>
                      <a:pt x="9894" y="1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52502A9C-235A-D04C-A145-E807FED1DD22}"/>
                  </a:ext>
                </a:extLst>
              </p:cNvPr>
              <p:cNvGrpSpPr/>
              <p:nvPr/>
            </p:nvGrpSpPr>
            <p:grpSpPr>
              <a:xfrm>
                <a:off x="10475345" y="8770312"/>
                <a:ext cx="1693548" cy="2200241"/>
                <a:chOff x="10475345" y="8770312"/>
                <a:chExt cx="1693548" cy="2200241"/>
              </a:xfrm>
            </p:grpSpPr>
            <p:sp>
              <p:nvSpPr>
                <p:cNvPr id="210" name="Freeform 209">
                  <a:extLst>
                    <a:ext uri="{FF2B5EF4-FFF2-40B4-BE49-F238E27FC236}">
                      <a16:creationId xmlns:a16="http://schemas.microsoft.com/office/drawing/2014/main" id="{C4C075D4-C97B-5447-B8DD-3561C0FD4F7F}"/>
                    </a:ext>
                  </a:extLst>
                </p:cNvPr>
                <p:cNvSpPr/>
                <p:nvPr/>
              </p:nvSpPr>
              <p:spPr>
                <a:xfrm>
                  <a:off x="10730004" y="10377352"/>
                  <a:ext cx="1431415" cy="170733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150" h="138">
                      <a:moveTo>
                        <a:pt x="1075" y="0"/>
                      </a:moveTo>
                      <a:lnTo>
                        <a:pt x="575" y="0"/>
                      </a:lnTo>
                      <a:lnTo>
                        <a:pt x="76" y="0"/>
                      </a:lnTo>
                      <a:cubicBezTo>
                        <a:pt x="55" y="0"/>
                        <a:pt x="36" y="9"/>
                        <a:pt x="22" y="23"/>
                      </a:cubicBezTo>
                      <a:cubicBezTo>
                        <a:pt x="8" y="36"/>
                        <a:pt x="0" y="55"/>
                        <a:pt x="0" y="76"/>
                      </a:cubicBezTo>
                      <a:lnTo>
                        <a:pt x="0" y="107"/>
                      </a:lnTo>
                      <a:lnTo>
                        <a:pt x="0" y="138"/>
                      </a:lnTo>
                      <a:lnTo>
                        <a:pt x="575" y="138"/>
                      </a:lnTo>
                      <a:lnTo>
                        <a:pt x="1150" y="138"/>
                      </a:lnTo>
                      <a:lnTo>
                        <a:pt x="1150" y="107"/>
                      </a:lnTo>
                      <a:lnTo>
                        <a:pt x="1150" y="76"/>
                      </a:lnTo>
                      <a:cubicBezTo>
                        <a:pt x="1150" y="55"/>
                        <a:pt x="1142" y="36"/>
                        <a:pt x="1128" y="23"/>
                      </a:cubicBezTo>
                      <a:cubicBezTo>
                        <a:pt x="1115" y="9"/>
                        <a:pt x="1096" y="0"/>
                        <a:pt x="1075" y="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95" name="Freeform 394">
                  <a:extLst>
                    <a:ext uri="{FF2B5EF4-FFF2-40B4-BE49-F238E27FC236}">
                      <a16:creationId xmlns:a16="http://schemas.microsoft.com/office/drawing/2014/main" id="{15590F14-184F-C94F-A703-CB61D7486D0A}"/>
                    </a:ext>
                  </a:extLst>
                </p:cNvPr>
                <p:cNvSpPr/>
                <p:nvPr/>
              </p:nvSpPr>
              <p:spPr>
                <a:xfrm>
                  <a:off x="10722529" y="10371117"/>
                  <a:ext cx="1446364" cy="183196"/>
                </a:xfrm>
                <a:custGeom>
                  <a:avLst/>
                  <a:gdLst>
                    <a:gd name="connsiteX0" fmla="*/ 102079 w 1446364"/>
                    <a:gd name="connsiteY0" fmla="*/ 13712 h 183196"/>
                    <a:gd name="connsiteX1" fmla="*/ 39844 w 1446364"/>
                    <a:gd name="connsiteY1" fmla="*/ 39675 h 183196"/>
                    <a:gd name="connsiteX2" fmla="*/ 14950 w 1446364"/>
                    <a:gd name="connsiteY2" fmla="*/ 100256 h 183196"/>
                    <a:gd name="connsiteX3" fmla="*/ 14950 w 1446364"/>
                    <a:gd name="connsiteY3" fmla="*/ 169491 h 183196"/>
                    <a:gd name="connsiteX4" fmla="*/ 1432661 w 1446364"/>
                    <a:gd name="connsiteY4" fmla="*/ 169491 h 183196"/>
                    <a:gd name="connsiteX5" fmla="*/ 1432661 w 1446364"/>
                    <a:gd name="connsiteY5" fmla="*/ 100256 h 183196"/>
                    <a:gd name="connsiteX6" fmla="*/ 1407767 w 1446364"/>
                    <a:gd name="connsiteY6" fmla="*/ 39675 h 183196"/>
                    <a:gd name="connsiteX7" fmla="*/ 1345532 w 1446364"/>
                    <a:gd name="connsiteY7" fmla="*/ 13712 h 183196"/>
                    <a:gd name="connsiteX8" fmla="*/ 102067 w 1446364"/>
                    <a:gd name="connsiteY8" fmla="*/ 0 h 183196"/>
                    <a:gd name="connsiteX9" fmla="*/ 1345542 w 1446364"/>
                    <a:gd name="connsiteY9" fmla="*/ 0 h 183196"/>
                    <a:gd name="connsiteX10" fmla="*/ 1416491 w 1446364"/>
                    <a:gd name="connsiteY10" fmla="*/ 28470 h 183196"/>
                    <a:gd name="connsiteX11" fmla="*/ 1446364 w 1446364"/>
                    <a:gd name="connsiteY11" fmla="*/ 100263 h 183196"/>
                    <a:gd name="connsiteX12" fmla="*/ 1446364 w 1446364"/>
                    <a:gd name="connsiteY12" fmla="*/ 177007 h 183196"/>
                    <a:gd name="connsiteX13" fmla="*/ 1438896 w 1446364"/>
                    <a:gd name="connsiteY13" fmla="*/ 183196 h 183196"/>
                    <a:gd name="connsiteX14" fmla="*/ 7468 w 1446364"/>
                    <a:gd name="connsiteY14" fmla="*/ 183196 h 183196"/>
                    <a:gd name="connsiteX15" fmla="*/ 0 w 1446364"/>
                    <a:gd name="connsiteY15" fmla="*/ 177007 h 183196"/>
                    <a:gd name="connsiteX16" fmla="*/ 0 w 1446364"/>
                    <a:gd name="connsiteY16" fmla="*/ 100263 h 183196"/>
                    <a:gd name="connsiteX17" fmla="*/ 29873 w 1446364"/>
                    <a:gd name="connsiteY17" fmla="*/ 28470 h 183196"/>
                    <a:gd name="connsiteX18" fmla="*/ 102067 w 1446364"/>
                    <a:gd name="connsiteY18" fmla="*/ 0 h 1831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1446364" h="183196">
                      <a:moveTo>
                        <a:pt x="102079" y="13712"/>
                      </a:moveTo>
                      <a:cubicBezTo>
                        <a:pt x="78430" y="13712"/>
                        <a:pt x="57270" y="23603"/>
                        <a:pt x="39844" y="39675"/>
                      </a:cubicBezTo>
                      <a:cubicBezTo>
                        <a:pt x="23663" y="55748"/>
                        <a:pt x="14950" y="76765"/>
                        <a:pt x="14950" y="100256"/>
                      </a:cubicBezTo>
                      <a:lnTo>
                        <a:pt x="14950" y="169491"/>
                      </a:lnTo>
                      <a:lnTo>
                        <a:pt x="1432661" y="169491"/>
                      </a:lnTo>
                      <a:lnTo>
                        <a:pt x="1432661" y="100256"/>
                      </a:lnTo>
                      <a:cubicBezTo>
                        <a:pt x="1432661" y="76765"/>
                        <a:pt x="1422703" y="55748"/>
                        <a:pt x="1407767" y="39675"/>
                      </a:cubicBezTo>
                      <a:cubicBezTo>
                        <a:pt x="1390341" y="23603"/>
                        <a:pt x="1367937" y="13712"/>
                        <a:pt x="1345532" y="13712"/>
                      </a:cubicBezTo>
                      <a:close/>
                      <a:moveTo>
                        <a:pt x="102067" y="0"/>
                      </a:moveTo>
                      <a:lnTo>
                        <a:pt x="1345542" y="0"/>
                      </a:lnTo>
                      <a:cubicBezTo>
                        <a:pt x="1371681" y="0"/>
                        <a:pt x="1397820" y="9902"/>
                        <a:pt x="1416491" y="28470"/>
                      </a:cubicBezTo>
                      <a:cubicBezTo>
                        <a:pt x="1436406" y="48275"/>
                        <a:pt x="1446364" y="73031"/>
                        <a:pt x="1446364" y="100263"/>
                      </a:cubicBezTo>
                      <a:lnTo>
                        <a:pt x="1446364" y="177007"/>
                      </a:lnTo>
                      <a:cubicBezTo>
                        <a:pt x="1446364" y="180720"/>
                        <a:pt x="1442630" y="183196"/>
                        <a:pt x="1438896" y="183196"/>
                      </a:cubicBezTo>
                      <a:lnTo>
                        <a:pt x="7468" y="183196"/>
                      </a:lnTo>
                      <a:cubicBezTo>
                        <a:pt x="3734" y="183196"/>
                        <a:pt x="0" y="180720"/>
                        <a:pt x="0" y="177007"/>
                      </a:cubicBezTo>
                      <a:lnTo>
                        <a:pt x="0" y="100263"/>
                      </a:lnTo>
                      <a:cubicBezTo>
                        <a:pt x="0" y="73031"/>
                        <a:pt x="11202" y="48275"/>
                        <a:pt x="29873" y="28470"/>
                      </a:cubicBezTo>
                      <a:cubicBezTo>
                        <a:pt x="48544" y="9902"/>
                        <a:pt x="73438" y="0"/>
                        <a:pt x="10206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13" name="Freeform 212">
                  <a:extLst>
                    <a:ext uri="{FF2B5EF4-FFF2-40B4-BE49-F238E27FC236}">
                      <a16:creationId xmlns:a16="http://schemas.microsoft.com/office/drawing/2014/main" id="{A0E13F1E-31A2-2647-B94A-D39B878CA56E}"/>
                    </a:ext>
                  </a:extLst>
                </p:cNvPr>
                <p:cNvSpPr/>
                <p:nvPr/>
              </p:nvSpPr>
              <p:spPr>
                <a:xfrm>
                  <a:off x="10730004" y="10549328"/>
                  <a:ext cx="1431415" cy="41374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150" h="333">
                      <a:moveTo>
                        <a:pt x="0" y="333"/>
                      </a:moveTo>
                      <a:lnTo>
                        <a:pt x="1150" y="333"/>
                      </a:lnTo>
                      <a:lnTo>
                        <a:pt x="1150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96" name="Freeform 395">
                  <a:extLst>
                    <a:ext uri="{FF2B5EF4-FFF2-40B4-BE49-F238E27FC236}">
                      <a16:creationId xmlns:a16="http://schemas.microsoft.com/office/drawing/2014/main" id="{B907F8D9-DF88-2042-8F64-0280959796EA}"/>
                    </a:ext>
                  </a:extLst>
                </p:cNvPr>
                <p:cNvSpPr/>
                <p:nvPr/>
              </p:nvSpPr>
              <p:spPr>
                <a:xfrm>
                  <a:off x="10722529" y="10541850"/>
                  <a:ext cx="1446364" cy="428703"/>
                </a:xfrm>
                <a:custGeom>
                  <a:avLst/>
                  <a:gdLst>
                    <a:gd name="connsiteX0" fmla="*/ 14950 w 1446364"/>
                    <a:gd name="connsiteY0" fmla="*/ 13712 h 428703"/>
                    <a:gd name="connsiteX1" fmla="*/ 14950 w 1446364"/>
                    <a:gd name="connsiteY1" fmla="*/ 414998 h 428703"/>
                    <a:gd name="connsiteX2" fmla="*/ 1432661 w 1446364"/>
                    <a:gd name="connsiteY2" fmla="*/ 414998 h 428703"/>
                    <a:gd name="connsiteX3" fmla="*/ 1432661 w 1446364"/>
                    <a:gd name="connsiteY3" fmla="*/ 13712 h 428703"/>
                    <a:gd name="connsiteX4" fmla="*/ 7468 w 1446364"/>
                    <a:gd name="connsiteY4" fmla="*/ 0 h 428703"/>
                    <a:gd name="connsiteX5" fmla="*/ 1438896 w 1446364"/>
                    <a:gd name="connsiteY5" fmla="*/ 0 h 428703"/>
                    <a:gd name="connsiteX6" fmla="*/ 1446364 w 1446364"/>
                    <a:gd name="connsiteY6" fmla="*/ 7456 h 428703"/>
                    <a:gd name="connsiteX7" fmla="*/ 1446364 w 1446364"/>
                    <a:gd name="connsiteY7" fmla="*/ 421247 h 428703"/>
                    <a:gd name="connsiteX8" fmla="*/ 1438896 w 1446364"/>
                    <a:gd name="connsiteY8" fmla="*/ 428703 h 428703"/>
                    <a:gd name="connsiteX9" fmla="*/ 7468 w 1446364"/>
                    <a:gd name="connsiteY9" fmla="*/ 428703 h 428703"/>
                    <a:gd name="connsiteX10" fmla="*/ 0 w 1446364"/>
                    <a:gd name="connsiteY10" fmla="*/ 421247 h 428703"/>
                    <a:gd name="connsiteX11" fmla="*/ 0 w 1446364"/>
                    <a:gd name="connsiteY11" fmla="*/ 7456 h 428703"/>
                    <a:gd name="connsiteX12" fmla="*/ 7468 w 1446364"/>
                    <a:gd name="connsiteY12" fmla="*/ 0 h 4287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446364" h="428703">
                      <a:moveTo>
                        <a:pt x="14950" y="13712"/>
                      </a:moveTo>
                      <a:lnTo>
                        <a:pt x="14950" y="414998"/>
                      </a:lnTo>
                      <a:lnTo>
                        <a:pt x="1432661" y="414998"/>
                      </a:lnTo>
                      <a:lnTo>
                        <a:pt x="1432661" y="13712"/>
                      </a:lnTo>
                      <a:close/>
                      <a:moveTo>
                        <a:pt x="7468" y="0"/>
                      </a:moveTo>
                      <a:lnTo>
                        <a:pt x="1438896" y="0"/>
                      </a:lnTo>
                      <a:cubicBezTo>
                        <a:pt x="1442630" y="0"/>
                        <a:pt x="1446364" y="3728"/>
                        <a:pt x="1446364" y="7456"/>
                      </a:cubicBezTo>
                      <a:lnTo>
                        <a:pt x="1446364" y="421247"/>
                      </a:lnTo>
                      <a:cubicBezTo>
                        <a:pt x="1446364" y="424975"/>
                        <a:pt x="1442630" y="428703"/>
                        <a:pt x="1438896" y="428703"/>
                      </a:cubicBezTo>
                      <a:lnTo>
                        <a:pt x="7468" y="428703"/>
                      </a:lnTo>
                      <a:cubicBezTo>
                        <a:pt x="3734" y="428703"/>
                        <a:pt x="0" y="424975"/>
                        <a:pt x="0" y="421247"/>
                      </a:cubicBezTo>
                      <a:lnTo>
                        <a:pt x="0" y="7456"/>
                      </a:lnTo>
                      <a:cubicBezTo>
                        <a:pt x="0" y="3728"/>
                        <a:pt x="3734" y="0"/>
                        <a:pt x="7468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16" name="Freeform 215">
                  <a:extLst>
                    <a:ext uri="{FF2B5EF4-FFF2-40B4-BE49-F238E27FC236}">
                      <a16:creationId xmlns:a16="http://schemas.microsoft.com/office/drawing/2014/main" id="{395FB12C-8A49-D049-B624-FA2CA7EBB185}"/>
                    </a:ext>
                  </a:extLst>
                </p:cNvPr>
                <p:cNvSpPr/>
                <p:nvPr/>
              </p:nvSpPr>
              <p:spPr>
                <a:xfrm>
                  <a:off x="11154823" y="8777193"/>
                  <a:ext cx="586768" cy="117145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72" h="941">
                      <a:moveTo>
                        <a:pt x="462" y="418"/>
                      </a:moveTo>
                      <a:cubicBezTo>
                        <a:pt x="417" y="687"/>
                        <a:pt x="210" y="959"/>
                        <a:pt x="130" y="940"/>
                      </a:cubicBezTo>
                      <a:cubicBezTo>
                        <a:pt x="49" y="920"/>
                        <a:pt x="-48" y="643"/>
                        <a:pt x="28" y="318"/>
                      </a:cubicBezTo>
                      <a:cubicBezTo>
                        <a:pt x="75" y="117"/>
                        <a:pt x="210" y="-24"/>
                        <a:pt x="329" y="4"/>
                      </a:cubicBezTo>
                      <a:cubicBezTo>
                        <a:pt x="449" y="32"/>
                        <a:pt x="495" y="214"/>
                        <a:pt x="462" y="418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97" name="Freeform 396">
                  <a:extLst>
                    <a:ext uri="{FF2B5EF4-FFF2-40B4-BE49-F238E27FC236}">
                      <a16:creationId xmlns:a16="http://schemas.microsoft.com/office/drawing/2014/main" id="{02F26A58-2D54-7F4B-BCF2-4638216A2D16}"/>
                    </a:ext>
                  </a:extLst>
                </p:cNvPr>
                <p:cNvSpPr/>
                <p:nvPr/>
              </p:nvSpPr>
              <p:spPr>
                <a:xfrm>
                  <a:off x="11148758" y="8770312"/>
                  <a:ext cx="600688" cy="1185815"/>
                </a:xfrm>
                <a:custGeom>
                  <a:avLst/>
                  <a:gdLst>
                    <a:gd name="connsiteX0" fmla="*/ 376521 w 600688"/>
                    <a:gd name="connsiteY0" fmla="*/ 13113 h 1185815"/>
                    <a:gd name="connsiteX1" fmla="*/ 48345 w 600688"/>
                    <a:gd name="connsiteY1" fmla="*/ 402763 h 1185815"/>
                    <a:gd name="connsiteX2" fmla="*/ 38401 w 600688"/>
                    <a:gd name="connsiteY2" fmla="*/ 930596 h 1185815"/>
                    <a:gd name="connsiteX3" fmla="*/ 168925 w 600688"/>
                    <a:gd name="connsiteY3" fmla="*/ 1169615 h 1185815"/>
                    <a:gd name="connsiteX4" fmla="*/ 232323 w 600688"/>
                    <a:gd name="connsiteY4" fmla="*/ 1149697 h 1185815"/>
                    <a:gd name="connsiteX5" fmla="*/ 572929 w 600688"/>
                    <a:gd name="connsiteY5" fmla="*/ 524762 h 1185815"/>
                    <a:gd name="connsiteX6" fmla="*/ 562984 w 600688"/>
                    <a:gd name="connsiteY6" fmla="*/ 188642 h 1185815"/>
                    <a:gd name="connsiteX7" fmla="*/ 413814 w 600688"/>
                    <a:gd name="connsiteY7" fmla="*/ 18093 h 1185815"/>
                    <a:gd name="connsiteX8" fmla="*/ 376521 w 600688"/>
                    <a:gd name="connsiteY8" fmla="*/ 13113 h 1185815"/>
                    <a:gd name="connsiteX9" fmla="*/ 359953 w 600688"/>
                    <a:gd name="connsiteY9" fmla="*/ 969 h 1185815"/>
                    <a:gd name="connsiteX10" fmla="*/ 417556 w 600688"/>
                    <a:gd name="connsiteY10" fmla="*/ 4385 h 1185815"/>
                    <a:gd name="connsiteX11" fmla="*/ 586633 w 600688"/>
                    <a:gd name="connsiteY11" fmla="*/ 527252 h 1185815"/>
                    <a:gd name="connsiteX12" fmla="*/ 239776 w 600688"/>
                    <a:gd name="connsiteY12" fmla="*/ 1162161 h 1185815"/>
                    <a:gd name="connsiteX13" fmla="*/ 177616 w 600688"/>
                    <a:gd name="connsiteY13" fmla="*/ 1185815 h 1185815"/>
                    <a:gd name="connsiteX14" fmla="*/ 165183 w 600688"/>
                    <a:gd name="connsiteY14" fmla="*/ 1183325 h 1185815"/>
                    <a:gd name="connsiteX15" fmla="*/ 24700 w 600688"/>
                    <a:gd name="connsiteY15" fmla="*/ 933096 h 1185815"/>
                    <a:gd name="connsiteX16" fmla="*/ 34646 w 600688"/>
                    <a:gd name="connsiteY16" fmla="*/ 399025 h 1185815"/>
                    <a:gd name="connsiteX17" fmla="*/ 359953 w 600688"/>
                    <a:gd name="connsiteY17" fmla="*/ 969 h 11858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600688" h="1185815">
                      <a:moveTo>
                        <a:pt x="376521" y="13113"/>
                      </a:moveTo>
                      <a:cubicBezTo>
                        <a:pt x="243510" y="13113"/>
                        <a:pt x="100555" y="177438"/>
                        <a:pt x="48345" y="402763"/>
                      </a:cubicBezTo>
                      <a:cubicBezTo>
                        <a:pt x="-8837" y="645517"/>
                        <a:pt x="17268" y="837230"/>
                        <a:pt x="38401" y="930596"/>
                      </a:cubicBezTo>
                      <a:cubicBezTo>
                        <a:pt x="70721" y="1082473"/>
                        <a:pt x="127903" y="1160901"/>
                        <a:pt x="168925" y="1169615"/>
                      </a:cubicBezTo>
                      <a:cubicBezTo>
                        <a:pt x="185085" y="1174595"/>
                        <a:pt x="206218" y="1167125"/>
                        <a:pt x="232323" y="1149697"/>
                      </a:cubicBezTo>
                      <a:cubicBezTo>
                        <a:pt x="396410" y="1040147"/>
                        <a:pt x="540609" y="712741"/>
                        <a:pt x="572929" y="524762"/>
                      </a:cubicBezTo>
                      <a:cubicBezTo>
                        <a:pt x="594062" y="399029"/>
                        <a:pt x="590332" y="280764"/>
                        <a:pt x="562984" y="188642"/>
                      </a:cubicBezTo>
                      <a:cubicBezTo>
                        <a:pt x="533150" y="91541"/>
                        <a:pt x="482184" y="33031"/>
                        <a:pt x="413814" y="18093"/>
                      </a:cubicBezTo>
                      <a:cubicBezTo>
                        <a:pt x="402626" y="14358"/>
                        <a:pt x="390195" y="13113"/>
                        <a:pt x="376521" y="13113"/>
                      </a:cubicBezTo>
                      <a:close/>
                      <a:moveTo>
                        <a:pt x="359953" y="969"/>
                      </a:moveTo>
                      <a:cubicBezTo>
                        <a:pt x="379308" y="-1023"/>
                        <a:pt x="398597" y="28"/>
                        <a:pt x="417556" y="4385"/>
                      </a:cubicBezTo>
                      <a:cubicBezTo>
                        <a:pt x="563012" y="37998"/>
                        <a:pt x="632632" y="253369"/>
                        <a:pt x="586633" y="527252"/>
                      </a:cubicBezTo>
                      <a:cubicBezTo>
                        <a:pt x="541877" y="796155"/>
                        <a:pt x="367827" y="1077507"/>
                        <a:pt x="239776" y="1162161"/>
                      </a:cubicBezTo>
                      <a:cubicBezTo>
                        <a:pt x="217398" y="1177101"/>
                        <a:pt x="196264" y="1185815"/>
                        <a:pt x="177616" y="1185815"/>
                      </a:cubicBezTo>
                      <a:cubicBezTo>
                        <a:pt x="173886" y="1185815"/>
                        <a:pt x="168913" y="1185815"/>
                        <a:pt x="165183" y="1183325"/>
                      </a:cubicBezTo>
                      <a:cubicBezTo>
                        <a:pt x="110482" y="1170876"/>
                        <a:pt x="54537" y="1072527"/>
                        <a:pt x="24700" y="933096"/>
                      </a:cubicBezTo>
                      <a:cubicBezTo>
                        <a:pt x="3566" y="838482"/>
                        <a:pt x="-22542" y="644274"/>
                        <a:pt x="34646" y="399025"/>
                      </a:cubicBezTo>
                      <a:cubicBezTo>
                        <a:pt x="85773" y="177896"/>
                        <a:pt x="224469" y="14908"/>
                        <a:pt x="359953" y="96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19" name="Freeform 218">
                  <a:extLst>
                    <a:ext uri="{FF2B5EF4-FFF2-40B4-BE49-F238E27FC236}">
                      <a16:creationId xmlns:a16="http://schemas.microsoft.com/office/drawing/2014/main" id="{F3C7AB2A-129D-1A46-8390-F62AC2043D58}"/>
                    </a:ext>
                  </a:extLst>
                </p:cNvPr>
                <p:cNvSpPr/>
                <p:nvPr/>
              </p:nvSpPr>
              <p:spPr>
                <a:xfrm>
                  <a:off x="10716304" y="8908047"/>
                  <a:ext cx="317677" cy="569527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56" h="458">
                      <a:moveTo>
                        <a:pt x="254" y="173"/>
                      </a:moveTo>
                      <a:cubicBezTo>
                        <a:pt x="264" y="291"/>
                        <a:pt x="231" y="460"/>
                        <a:pt x="161" y="458"/>
                      </a:cubicBezTo>
                      <a:cubicBezTo>
                        <a:pt x="91" y="457"/>
                        <a:pt x="-1" y="264"/>
                        <a:pt x="0" y="169"/>
                      </a:cubicBezTo>
                      <a:cubicBezTo>
                        <a:pt x="3" y="52"/>
                        <a:pt x="60" y="-2"/>
                        <a:pt x="130" y="0"/>
                      </a:cubicBezTo>
                      <a:cubicBezTo>
                        <a:pt x="200" y="1"/>
                        <a:pt x="246" y="78"/>
                        <a:pt x="254" y="173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98" name="Freeform 397">
                  <a:extLst>
                    <a:ext uri="{FF2B5EF4-FFF2-40B4-BE49-F238E27FC236}">
                      <a16:creationId xmlns:a16="http://schemas.microsoft.com/office/drawing/2014/main" id="{05924029-D8B6-3D45-A9B9-A7B912CDE288}"/>
                    </a:ext>
                  </a:extLst>
                </p:cNvPr>
                <p:cNvSpPr/>
                <p:nvPr/>
              </p:nvSpPr>
              <p:spPr>
                <a:xfrm>
                  <a:off x="10710005" y="8900512"/>
                  <a:ext cx="331323" cy="584540"/>
                </a:xfrm>
                <a:custGeom>
                  <a:avLst/>
                  <a:gdLst>
                    <a:gd name="connsiteX0" fmla="*/ 163897 w 331323"/>
                    <a:gd name="connsiteY0" fmla="*/ 13766 h 584540"/>
                    <a:gd name="connsiteX1" fmla="*/ 13774 w 331323"/>
                    <a:gd name="connsiteY1" fmla="*/ 217692 h 584540"/>
                    <a:gd name="connsiteX2" fmla="*/ 145287 w 331323"/>
                    <a:gd name="connsiteY2" fmla="*/ 534771 h 584540"/>
                    <a:gd name="connsiteX3" fmla="*/ 206080 w 331323"/>
                    <a:gd name="connsiteY3" fmla="*/ 570831 h 584540"/>
                    <a:gd name="connsiteX4" fmla="*/ 207321 w 331323"/>
                    <a:gd name="connsiteY4" fmla="*/ 570831 h 584540"/>
                    <a:gd name="connsiteX5" fmla="*/ 248263 w 331323"/>
                    <a:gd name="connsiteY5" fmla="*/ 549692 h 584540"/>
                    <a:gd name="connsiteX6" fmla="*/ 314020 w 331323"/>
                    <a:gd name="connsiteY6" fmla="*/ 222665 h 584540"/>
                    <a:gd name="connsiteX7" fmla="*/ 167619 w 331323"/>
                    <a:gd name="connsiteY7" fmla="*/ 13766 h 584540"/>
                    <a:gd name="connsiteX8" fmla="*/ 163897 w 331323"/>
                    <a:gd name="connsiteY8" fmla="*/ 13766 h 584540"/>
                    <a:gd name="connsiteX9" fmla="*/ 167618 w 331323"/>
                    <a:gd name="connsiteY9" fmla="*/ 58 h 584540"/>
                    <a:gd name="connsiteX10" fmla="*/ 328965 w 331323"/>
                    <a:gd name="connsiteY10" fmla="*/ 222659 h 584540"/>
                    <a:gd name="connsiteX11" fmla="*/ 258220 w 331323"/>
                    <a:gd name="connsiteY11" fmla="*/ 559668 h 584540"/>
                    <a:gd name="connsiteX12" fmla="*/ 207334 w 331323"/>
                    <a:gd name="connsiteY12" fmla="*/ 584540 h 584540"/>
                    <a:gd name="connsiteX13" fmla="*/ 206093 w 331323"/>
                    <a:gd name="connsiteY13" fmla="*/ 584540 h 584540"/>
                    <a:gd name="connsiteX14" fmla="*/ 135349 w 331323"/>
                    <a:gd name="connsiteY14" fmla="*/ 544746 h 584540"/>
                    <a:gd name="connsiteX15" fmla="*/ 66 w 331323"/>
                    <a:gd name="connsiteY15" fmla="*/ 217684 h 584540"/>
                    <a:gd name="connsiteX16" fmla="*/ 50952 w 331323"/>
                    <a:gd name="connsiteY16" fmla="*/ 52288 h 584540"/>
                    <a:gd name="connsiteX17" fmla="*/ 167618 w 331323"/>
                    <a:gd name="connsiteY17" fmla="*/ 58 h 5845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331323" h="584540">
                      <a:moveTo>
                        <a:pt x="163897" y="13766"/>
                      </a:moveTo>
                      <a:cubicBezTo>
                        <a:pt x="73327" y="13766"/>
                        <a:pt x="17496" y="89616"/>
                        <a:pt x="13774" y="217692"/>
                      </a:cubicBezTo>
                      <a:cubicBezTo>
                        <a:pt x="12533" y="307220"/>
                        <a:pt x="77049" y="462651"/>
                        <a:pt x="145287" y="534771"/>
                      </a:cubicBezTo>
                      <a:cubicBezTo>
                        <a:pt x="167619" y="557153"/>
                        <a:pt x="187470" y="569588"/>
                        <a:pt x="206080" y="570831"/>
                      </a:cubicBezTo>
                      <a:lnTo>
                        <a:pt x="207321" y="570831"/>
                      </a:lnTo>
                      <a:cubicBezTo>
                        <a:pt x="220968" y="570831"/>
                        <a:pt x="234616" y="563370"/>
                        <a:pt x="248263" y="549692"/>
                      </a:cubicBezTo>
                      <a:cubicBezTo>
                        <a:pt x="300372" y="492494"/>
                        <a:pt x="323945" y="335819"/>
                        <a:pt x="314020" y="222665"/>
                      </a:cubicBezTo>
                      <a:cubicBezTo>
                        <a:pt x="301613" y="79669"/>
                        <a:pt x="230894" y="15009"/>
                        <a:pt x="167619" y="13766"/>
                      </a:cubicBezTo>
                      <a:cubicBezTo>
                        <a:pt x="166378" y="13766"/>
                        <a:pt x="165137" y="13766"/>
                        <a:pt x="163897" y="13766"/>
                      </a:cubicBezTo>
                      <a:close/>
                      <a:moveTo>
                        <a:pt x="167618" y="58"/>
                      </a:moveTo>
                      <a:cubicBezTo>
                        <a:pt x="252015" y="1302"/>
                        <a:pt x="316553" y="90839"/>
                        <a:pt x="328965" y="222659"/>
                      </a:cubicBezTo>
                      <a:cubicBezTo>
                        <a:pt x="341376" y="371888"/>
                        <a:pt x="302901" y="511169"/>
                        <a:pt x="258220" y="559668"/>
                      </a:cubicBezTo>
                      <a:cubicBezTo>
                        <a:pt x="242086" y="575835"/>
                        <a:pt x="225951" y="584540"/>
                        <a:pt x="207334" y="584540"/>
                      </a:cubicBezTo>
                      <a:cubicBezTo>
                        <a:pt x="206093" y="584540"/>
                        <a:pt x="206093" y="584540"/>
                        <a:pt x="206093" y="584540"/>
                      </a:cubicBezTo>
                      <a:cubicBezTo>
                        <a:pt x="184994" y="584540"/>
                        <a:pt x="160171" y="570861"/>
                        <a:pt x="135349" y="544746"/>
                      </a:cubicBezTo>
                      <a:cubicBezTo>
                        <a:pt x="64605" y="471374"/>
                        <a:pt x="-2416" y="309709"/>
                        <a:pt x="66" y="217684"/>
                      </a:cubicBezTo>
                      <a:cubicBezTo>
                        <a:pt x="1307" y="146800"/>
                        <a:pt x="18683" y="90839"/>
                        <a:pt x="50952" y="52288"/>
                      </a:cubicBezTo>
                      <a:cubicBezTo>
                        <a:pt x="79498" y="17468"/>
                        <a:pt x="120455" y="-1186"/>
                        <a:pt x="167618" y="5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22" name="Freeform 221">
                  <a:extLst>
                    <a:ext uri="{FF2B5EF4-FFF2-40B4-BE49-F238E27FC236}">
                      <a16:creationId xmlns:a16="http://schemas.microsoft.com/office/drawing/2014/main" id="{2D27CA49-62E5-9D41-96A9-64656B7E2EBF}"/>
                    </a:ext>
                  </a:extLst>
                </p:cNvPr>
                <p:cNvSpPr/>
                <p:nvPr/>
              </p:nvSpPr>
              <p:spPr>
                <a:xfrm>
                  <a:off x="11702971" y="9435202"/>
                  <a:ext cx="423569" cy="69664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41" h="560">
                      <a:moveTo>
                        <a:pt x="328" y="250"/>
                      </a:moveTo>
                      <a:cubicBezTo>
                        <a:pt x="279" y="413"/>
                        <a:pt x="114" y="579"/>
                        <a:pt x="47" y="558"/>
                      </a:cubicBezTo>
                      <a:cubicBezTo>
                        <a:pt x="-18" y="536"/>
                        <a:pt x="-12" y="321"/>
                        <a:pt x="41" y="160"/>
                      </a:cubicBezTo>
                      <a:cubicBezTo>
                        <a:pt x="78" y="50"/>
                        <a:pt x="168" y="-20"/>
                        <a:pt x="247" y="5"/>
                      </a:cubicBezTo>
                      <a:cubicBezTo>
                        <a:pt x="327" y="30"/>
                        <a:pt x="361" y="139"/>
                        <a:pt x="328" y="25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399" name="Freeform 398">
                  <a:extLst>
                    <a:ext uri="{FF2B5EF4-FFF2-40B4-BE49-F238E27FC236}">
                      <a16:creationId xmlns:a16="http://schemas.microsoft.com/office/drawing/2014/main" id="{17999DF7-83CC-0C43-81EB-7D72AC2AFC98}"/>
                    </a:ext>
                  </a:extLst>
                </p:cNvPr>
                <p:cNvSpPr/>
                <p:nvPr/>
              </p:nvSpPr>
              <p:spPr>
                <a:xfrm>
                  <a:off x="11696766" y="9427657"/>
                  <a:ext cx="437468" cy="711664"/>
                </a:xfrm>
                <a:custGeom>
                  <a:avLst/>
                  <a:gdLst>
                    <a:gd name="connsiteX0" fmla="*/ 272016 w 437468"/>
                    <a:gd name="connsiteY0" fmla="*/ 15022 h 711664"/>
                    <a:gd name="connsiteX1" fmla="*/ 63359 w 437468"/>
                    <a:gd name="connsiteY1" fmla="*/ 209079 h 711664"/>
                    <a:gd name="connsiteX2" fmla="*/ 36035 w 437468"/>
                    <a:gd name="connsiteY2" fmla="*/ 663122 h 711664"/>
                    <a:gd name="connsiteX3" fmla="*/ 68327 w 437468"/>
                    <a:gd name="connsiteY3" fmla="*/ 695465 h 711664"/>
                    <a:gd name="connsiteX4" fmla="*/ 131670 w 437468"/>
                    <a:gd name="connsiteY4" fmla="*/ 681782 h 711664"/>
                    <a:gd name="connsiteX5" fmla="*/ 406153 w 437468"/>
                    <a:gd name="connsiteY5" fmla="*/ 317303 h 711664"/>
                    <a:gd name="connsiteX6" fmla="*/ 310518 w 437468"/>
                    <a:gd name="connsiteY6" fmla="*/ 19998 h 711664"/>
                    <a:gd name="connsiteX7" fmla="*/ 272016 w 437468"/>
                    <a:gd name="connsiteY7" fmla="*/ 15022 h 711664"/>
                    <a:gd name="connsiteX8" fmla="*/ 239070 w 437468"/>
                    <a:gd name="connsiteY8" fmla="*/ 4149 h 711664"/>
                    <a:gd name="connsiteX9" fmla="*/ 316749 w 437468"/>
                    <a:gd name="connsiteY9" fmla="*/ 6287 h 711664"/>
                    <a:gd name="connsiteX10" fmla="*/ 421099 w 437468"/>
                    <a:gd name="connsiteY10" fmla="*/ 321032 h 711664"/>
                    <a:gd name="connsiteX11" fmla="*/ 139107 w 437468"/>
                    <a:gd name="connsiteY11" fmla="*/ 694247 h 711664"/>
                    <a:gd name="connsiteX12" fmla="*/ 83206 w 437468"/>
                    <a:gd name="connsiteY12" fmla="*/ 711664 h 711664"/>
                    <a:gd name="connsiteX13" fmla="*/ 64572 w 437468"/>
                    <a:gd name="connsiteY13" fmla="*/ 707932 h 711664"/>
                    <a:gd name="connsiteX14" fmla="*/ 26062 w 437468"/>
                    <a:gd name="connsiteY14" fmla="*/ 669366 h 711664"/>
                    <a:gd name="connsiteX15" fmla="*/ 52150 w 437468"/>
                    <a:gd name="connsiteY15" fmla="*/ 205335 h 711664"/>
                    <a:gd name="connsiteX16" fmla="*/ 239070 w 437468"/>
                    <a:gd name="connsiteY16" fmla="*/ 4149 h 71166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</a:cxnLst>
                  <a:rect l="l" t="t" r="r" b="b"/>
                  <a:pathLst>
                    <a:path w="437468" h="711664">
                      <a:moveTo>
                        <a:pt x="272016" y="15022"/>
                      </a:moveTo>
                      <a:cubicBezTo>
                        <a:pt x="188802" y="15022"/>
                        <a:pt x="103103" y="92147"/>
                        <a:pt x="63359" y="209079"/>
                      </a:cubicBezTo>
                      <a:cubicBezTo>
                        <a:pt x="8711" y="375769"/>
                        <a:pt x="-2467" y="583509"/>
                        <a:pt x="36035" y="663122"/>
                      </a:cubicBezTo>
                      <a:cubicBezTo>
                        <a:pt x="45971" y="679294"/>
                        <a:pt x="55907" y="690489"/>
                        <a:pt x="68327" y="695465"/>
                      </a:cubicBezTo>
                      <a:cubicBezTo>
                        <a:pt x="83231" y="699197"/>
                        <a:pt x="105587" y="695465"/>
                        <a:pt x="131670" y="681782"/>
                      </a:cubicBezTo>
                      <a:cubicBezTo>
                        <a:pt x="226062" y="633267"/>
                        <a:pt x="358957" y="474041"/>
                        <a:pt x="406153" y="317303"/>
                      </a:cubicBezTo>
                      <a:cubicBezTo>
                        <a:pt x="447139" y="181712"/>
                        <a:pt x="403669" y="49853"/>
                        <a:pt x="310518" y="19998"/>
                      </a:cubicBezTo>
                      <a:cubicBezTo>
                        <a:pt x="298098" y="16266"/>
                        <a:pt x="285678" y="15022"/>
                        <a:pt x="272016" y="15022"/>
                      </a:cubicBezTo>
                      <a:close/>
                      <a:moveTo>
                        <a:pt x="239070" y="4149"/>
                      </a:moveTo>
                      <a:cubicBezTo>
                        <a:pt x="264963" y="-1877"/>
                        <a:pt x="291283" y="-1488"/>
                        <a:pt x="316749" y="6287"/>
                      </a:cubicBezTo>
                      <a:cubicBezTo>
                        <a:pt x="418614" y="39877"/>
                        <a:pt x="464578" y="176722"/>
                        <a:pt x="421099" y="321032"/>
                      </a:cubicBezTo>
                      <a:cubicBezTo>
                        <a:pt x="372651" y="481515"/>
                        <a:pt x="236003" y="643241"/>
                        <a:pt x="139107" y="694247"/>
                      </a:cubicBezTo>
                      <a:cubicBezTo>
                        <a:pt x="117989" y="705444"/>
                        <a:pt x="99355" y="711664"/>
                        <a:pt x="83206" y="711664"/>
                      </a:cubicBezTo>
                      <a:cubicBezTo>
                        <a:pt x="76995" y="711664"/>
                        <a:pt x="70783" y="710420"/>
                        <a:pt x="64572" y="707932"/>
                      </a:cubicBezTo>
                      <a:cubicBezTo>
                        <a:pt x="49665" y="702956"/>
                        <a:pt x="36000" y="689271"/>
                        <a:pt x="26062" y="669366"/>
                      </a:cubicBezTo>
                      <a:cubicBezTo>
                        <a:pt x="-17417" y="584771"/>
                        <a:pt x="-4994" y="377014"/>
                        <a:pt x="52150" y="205335"/>
                      </a:cubicBezTo>
                      <a:cubicBezTo>
                        <a:pt x="87554" y="98036"/>
                        <a:pt x="161390" y="22227"/>
                        <a:pt x="239070" y="414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26" name="Freeform 225">
                  <a:extLst>
                    <a:ext uri="{FF2B5EF4-FFF2-40B4-BE49-F238E27FC236}">
                      <a16:creationId xmlns:a16="http://schemas.microsoft.com/office/drawing/2014/main" id="{845B6F45-A084-7544-864D-C0CC84437AE2}"/>
                    </a:ext>
                  </a:extLst>
                </p:cNvPr>
                <p:cNvSpPr/>
                <p:nvPr/>
              </p:nvSpPr>
              <p:spPr>
                <a:xfrm>
                  <a:off x="10868290" y="9091243"/>
                  <a:ext cx="585522" cy="1292340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71" h="1038">
                      <a:moveTo>
                        <a:pt x="424" y="1038"/>
                      </a:moveTo>
                      <a:cubicBezTo>
                        <a:pt x="423" y="1038"/>
                        <a:pt x="422" y="1038"/>
                        <a:pt x="420" y="1037"/>
                      </a:cubicBezTo>
                      <a:cubicBezTo>
                        <a:pt x="320" y="944"/>
                        <a:pt x="177" y="764"/>
                        <a:pt x="77" y="428"/>
                      </a:cubicBezTo>
                      <a:cubicBezTo>
                        <a:pt x="17" y="227"/>
                        <a:pt x="0" y="63"/>
                        <a:pt x="0" y="62"/>
                      </a:cubicBezTo>
                      <a:cubicBezTo>
                        <a:pt x="-1" y="59"/>
                        <a:pt x="2" y="56"/>
                        <a:pt x="4" y="56"/>
                      </a:cubicBezTo>
                      <a:cubicBezTo>
                        <a:pt x="8" y="56"/>
                        <a:pt x="11" y="58"/>
                        <a:pt x="11" y="61"/>
                      </a:cubicBezTo>
                      <a:cubicBezTo>
                        <a:pt x="11" y="67"/>
                        <a:pt x="79" y="684"/>
                        <a:pt x="406" y="1008"/>
                      </a:cubicBezTo>
                      <a:cubicBezTo>
                        <a:pt x="391" y="970"/>
                        <a:pt x="366" y="895"/>
                        <a:pt x="354" y="779"/>
                      </a:cubicBezTo>
                      <a:cubicBezTo>
                        <a:pt x="337" y="623"/>
                        <a:pt x="342" y="362"/>
                        <a:pt x="460" y="4"/>
                      </a:cubicBezTo>
                      <a:cubicBezTo>
                        <a:pt x="461" y="0"/>
                        <a:pt x="464" y="-1"/>
                        <a:pt x="467" y="0"/>
                      </a:cubicBezTo>
                      <a:cubicBezTo>
                        <a:pt x="470" y="1"/>
                        <a:pt x="472" y="4"/>
                        <a:pt x="470" y="7"/>
                      </a:cubicBezTo>
                      <a:cubicBezTo>
                        <a:pt x="353" y="363"/>
                        <a:pt x="348" y="623"/>
                        <a:pt x="365" y="777"/>
                      </a:cubicBezTo>
                      <a:cubicBezTo>
                        <a:pt x="383" y="944"/>
                        <a:pt x="429" y="1029"/>
                        <a:pt x="429" y="1030"/>
                      </a:cubicBezTo>
                      <a:cubicBezTo>
                        <a:pt x="430" y="1032"/>
                        <a:pt x="430" y="1035"/>
                        <a:pt x="428" y="1037"/>
                      </a:cubicBezTo>
                      <a:cubicBezTo>
                        <a:pt x="427" y="1038"/>
                        <a:pt x="425" y="1038"/>
                        <a:pt x="424" y="10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27" name="Freeform 226">
                  <a:extLst>
                    <a:ext uri="{FF2B5EF4-FFF2-40B4-BE49-F238E27FC236}">
                      <a16:creationId xmlns:a16="http://schemas.microsoft.com/office/drawing/2014/main" id="{5DBFE1F3-53E3-D64E-BD18-FC501A3AD479}"/>
                    </a:ext>
                  </a:extLst>
                </p:cNvPr>
                <p:cNvSpPr/>
                <p:nvPr/>
              </p:nvSpPr>
              <p:spPr>
                <a:xfrm>
                  <a:off x="11696742" y="9607182"/>
                  <a:ext cx="279057" cy="77640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25" h="624">
                      <a:moveTo>
                        <a:pt x="6" y="624"/>
                      </a:moveTo>
                      <a:cubicBezTo>
                        <a:pt x="3" y="624"/>
                        <a:pt x="0" y="622"/>
                        <a:pt x="0" y="619"/>
                      </a:cubicBezTo>
                      <a:cubicBezTo>
                        <a:pt x="0" y="616"/>
                        <a:pt x="-2" y="371"/>
                        <a:pt x="214" y="2"/>
                      </a:cubicBezTo>
                      <a:cubicBezTo>
                        <a:pt x="216" y="0"/>
                        <a:pt x="219" y="-1"/>
                        <a:pt x="223" y="1"/>
                      </a:cubicBezTo>
                      <a:cubicBezTo>
                        <a:pt x="225" y="2"/>
                        <a:pt x="226" y="5"/>
                        <a:pt x="224" y="9"/>
                      </a:cubicBezTo>
                      <a:cubicBezTo>
                        <a:pt x="10" y="374"/>
                        <a:pt x="11" y="616"/>
                        <a:pt x="11" y="618"/>
                      </a:cubicBezTo>
                      <a:cubicBezTo>
                        <a:pt x="11" y="621"/>
                        <a:pt x="9" y="624"/>
                        <a:pt x="6" y="62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28" name="Freeform 227">
                  <a:extLst>
                    <a:ext uri="{FF2B5EF4-FFF2-40B4-BE49-F238E27FC236}">
                      <a16:creationId xmlns:a16="http://schemas.microsoft.com/office/drawing/2014/main" id="{E2C00743-357C-4A48-B116-04FD7773A6E1}"/>
                    </a:ext>
                  </a:extLst>
                </p:cNvPr>
                <p:cNvSpPr/>
                <p:nvPr/>
              </p:nvSpPr>
              <p:spPr>
                <a:xfrm>
                  <a:off x="10483341" y="9599705"/>
                  <a:ext cx="519495" cy="539617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18" h="434">
                      <a:moveTo>
                        <a:pt x="334" y="93"/>
                      </a:moveTo>
                      <a:cubicBezTo>
                        <a:pt x="398" y="172"/>
                        <a:pt x="455" y="393"/>
                        <a:pt x="387" y="426"/>
                      </a:cubicBezTo>
                      <a:cubicBezTo>
                        <a:pt x="319" y="459"/>
                        <a:pt x="108" y="380"/>
                        <a:pt x="32" y="253"/>
                      </a:cubicBezTo>
                      <a:cubicBezTo>
                        <a:pt x="-33" y="145"/>
                        <a:pt x="11" y="45"/>
                        <a:pt x="77" y="14"/>
                      </a:cubicBezTo>
                      <a:cubicBezTo>
                        <a:pt x="144" y="-18"/>
                        <a:pt x="258" y="2"/>
                        <a:pt x="334" y="93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400" name="Freeform 399">
                  <a:extLst>
                    <a:ext uri="{FF2B5EF4-FFF2-40B4-BE49-F238E27FC236}">
                      <a16:creationId xmlns:a16="http://schemas.microsoft.com/office/drawing/2014/main" id="{C17E99BF-02E1-C44E-A60F-B8585734E2F7}"/>
                    </a:ext>
                  </a:extLst>
                </p:cNvPr>
                <p:cNvSpPr/>
                <p:nvPr/>
              </p:nvSpPr>
              <p:spPr>
                <a:xfrm>
                  <a:off x="10475345" y="9592059"/>
                  <a:ext cx="533083" cy="553494"/>
                </a:xfrm>
                <a:custGeom>
                  <a:avLst/>
                  <a:gdLst>
                    <a:gd name="connsiteX0" fmla="*/ 186964 w 533083"/>
                    <a:gd name="connsiteY0" fmla="*/ 13877 h 553494"/>
                    <a:gd name="connsiteX1" fmla="*/ 106187 w 533083"/>
                    <a:gd name="connsiteY1" fmla="*/ 31283 h 553494"/>
                    <a:gd name="connsiteX2" fmla="*/ 21681 w 533083"/>
                    <a:gd name="connsiteY2" fmla="*/ 133232 h 553494"/>
                    <a:gd name="connsiteX3" fmla="*/ 52750 w 533083"/>
                    <a:gd name="connsiteY3" fmla="*/ 318481 h 553494"/>
                    <a:gd name="connsiteX4" fmla="*/ 485220 w 533083"/>
                    <a:gd name="connsiteY4" fmla="*/ 531083 h 553494"/>
                    <a:gd name="connsiteX5" fmla="*/ 515045 w 533083"/>
                    <a:gd name="connsiteY5" fmla="*/ 483838 h 553494"/>
                    <a:gd name="connsiteX6" fmla="*/ 416869 w 533083"/>
                    <a:gd name="connsiteY6" fmla="*/ 128259 h 553494"/>
                    <a:gd name="connsiteX7" fmla="*/ 186964 w 533083"/>
                    <a:gd name="connsiteY7" fmla="*/ 13877 h 553494"/>
                    <a:gd name="connsiteX8" fmla="*/ 174992 w 533083"/>
                    <a:gd name="connsiteY8" fmla="*/ 323 h 553494"/>
                    <a:gd name="connsiteX9" fmla="*/ 260285 w 533083"/>
                    <a:gd name="connsiteY9" fmla="*/ 10115 h 553494"/>
                    <a:gd name="connsiteX10" fmla="*/ 426832 w 533083"/>
                    <a:gd name="connsiteY10" fmla="*/ 119537 h 553494"/>
                    <a:gd name="connsiteX11" fmla="*/ 528748 w 533083"/>
                    <a:gd name="connsiteY11" fmla="*/ 486349 h 553494"/>
                    <a:gd name="connsiteX12" fmla="*/ 491462 w 533083"/>
                    <a:gd name="connsiteY12" fmla="*/ 543547 h 553494"/>
                    <a:gd name="connsiteX13" fmla="*/ 438018 w 533083"/>
                    <a:gd name="connsiteY13" fmla="*/ 553494 h 553494"/>
                    <a:gd name="connsiteX14" fmla="*/ 40293 w 533083"/>
                    <a:gd name="connsiteY14" fmla="*/ 325946 h 553494"/>
                    <a:gd name="connsiteX15" fmla="*/ 7978 w 533083"/>
                    <a:gd name="connsiteY15" fmla="*/ 129485 h 553494"/>
                    <a:gd name="connsiteX16" fmla="*/ 99952 w 533083"/>
                    <a:gd name="connsiteY16" fmla="*/ 17576 h 553494"/>
                    <a:gd name="connsiteX17" fmla="*/ 174992 w 533083"/>
                    <a:gd name="connsiteY17" fmla="*/ 323 h 553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533083" h="553494">
                      <a:moveTo>
                        <a:pt x="186964" y="13877"/>
                      </a:moveTo>
                      <a:cubicBezTo>
                        <a:pt x="157139" y="13877"/>
                        <a:pt x="129799" y="20093"/>
                        <a:pt x="106187" y="31283"/>
                      </a:cubicBezTo>
                      <a:cubicBezTo>
                        <a:pt x="67662" y="48689"/>
                        <a:pt x="35351" y="85987"/>
                        <a:pt x="21681" y="133232"/>
                      </a:cubicBezTo>
                      <a:cubicBezTo>
                        <a:pt x="4283" y="190423"/>
                        <a:pt x="15468" y="256317"/>
                        <a:pt x="52750" y="318481"/>
                      </a:cubicBezTo>
                      <a:cubicBezTo>
                        <a:pt x="145954" y="471405"/>
                        <a:pt x="403199" y="569625"/>
                        <a:pt x="485220" y="531083"/>
                      </a:cubicBezTo>
                      <a:cubicBezTo>
                        <a:pt x="498890" y="523623"/>
                        <a:pt x="510074" y="507461"/>
                        <a:pt x="515045" y="483838"/>
                      </a:cubicBezTo>
                      <a:cubicBezTo>
                        <a:pt x="536171" y="388105"/>
                        <a:pt x="477763" y="202856"/>
                        <a:pt x="416869" y="128259"/>
                      </a:cubicBezTo>
                      <a:cubicBezTo>
                        <a:pt x="352247" y="49932"/>
                        <a:pt x="262771" y="13877"/>
                        <a:pt x="186964" y="13877"/>
                      </a:cubicBezTo>
                      <a:close/>
                      <a:moveTo>
                        <a:pt x="174992" y="323"/>
                      </a:moveTo>
                      <a:cubicBezTo>
                        <a:pt x="202491" y="-1075"/>
                        <a:pt x="231699" y="2033"/>
                        <a:pt x="260285" y="10115"/>
                      </a:cubicBezTo>
                      <a:cubicBezTo>
                        <a:pt x="305029" y="21306"/>
                        <a:pt x="370902" y="51149"/>
                        <a:pt x="426832" y="119537"/>
                      </a:cubicBezTo>
                      <a:cubicBezTo>
                        <a:pt x="490219" y="196630"/>
                        <a:pt x="549878" y="388118"/>
                        <a:pt x="528748" y="486349"/>
                      </a:cubicBezTo>
                      <a:cubicBezTo>
                        <a:pt x="522534" y="514948"/>
                        <a:pt x="510105" y="534843"/>
                        <a:pt x="491462" y="543547"/>
                      </a:cubicBezTo>
                      <a:cubicBezTo>
                        <a:pt x="477790" y="549764"/>
                        <a:pt x="459147" y="553494"/>
                        <a:pt x="438018" y="553494"/>
                      </a:cubicBezTo>
                      <a:cubicBezTo>
                        <a:pt x="324915" y="553494"/>
                        <a:pt x="124810" y="463967"/>
                        <a:pt x="40293" y="325946"/>
                      </a:cubicBezTo>
                      <a:cubicBezTo>
                        <a:pt x="1764" y="261288"/>
                        <a:pt x="-9422" y="190413"/>
                        <a:pt x="7978" y="129485"/>
                      </a:cubicBezTo>
                      <a:cubicBezTo>
                        <a:pt x="24136" y="78504"/>
                        <a:pt x="56451" y="38714"/>
                        <a:pt x="99952" y="17576"/>
                      </a:cubicBezTo>
                      <a:cubicBezTo>
                        <a:pt x="121703" y="7629"/>
                        <a:pt x="147493" y="1722"/>
                        <a:pt x="174992" y="32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31" name="Freeform 230">
                  <a:extLst>
                    <a:ext uri="{FF2B5EF4-FFF2-40B4-BE49-F238E27FC236}">
                      <a16:creationId xmlns:a16="http://schemas.microsoft.com/office/drawing/2014/main" id="{F942C569-6875-CC44-8118-868F60ABA448}"/>
                    </a:ext>
                  </a:extLst>
                </p:cNvPr>
                <p:cNvSpPr/>
                <p:nvPr/>
              </p:nvSpPr>
              <p:spPr>
                <a:xfrm>
                  <a:off x="10721284" y="9837734"/>
                  <a:ext cx="388687" cy="54584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313" h="439">
                      <a:moveTo>
                        <a:pt x="307" y="439"/>
                      </a:moveTo>
                      <a:cubicBezTo>
                        <a:pt x="305" y="439"/>
                        <a:pt x="302" y="438"/>
                        <a:pt x="301" y="434"/>
                      </a:cubicBezTo>
                      <a:cubicBezTo>
                        <a:pt x="244" y="170"/>
                        <a:pt x="6" y="12"/>
                        <a:pt x="3" y="10"/>
                      </a:cubicBezTo>
                      <a:cubicBezTo>
                        <a:pt x="0" y="9"/>
                        <a:pt x="-1" y="5"/>
                        <a:pt x="1" y="2"/>
                      </a:cubicBezTo>
                      <a:cubicBezTo>
                        <a:pt x="3" y="0"/>
                        <a:pt x="7" y="-1"/>
                        <a:pt x="9" y="1"/>
                      </a:cubicBezTo>
                      <a:cubicBezTo>
                        <a:pt x="12" y="2"/>
                        <a:pt x="254" y="163"/>
                        <a:pt x="313" y="432"/>
                      </a:cubicBezTo>
                      <a:cubicBezTo>
                        <a:pt x="314" y="436"/>
                        <a:pt x="311" y="439"/>
                        <a:pt x="308" y="43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C271081-3704-8645-A5A8-E9F454E25BE0}"/>
                  </a:ext>
                </a:extLst>
              </p:cNvPr>
              <p:cNvGrpSpPr/>
              <p:nvPr/>
            </p:nvGrpSpPr>
            <p:grpSpPr>
              <a:xfrm>
                <a:off x="13563718" y="10492507"/>
                <a:ext cx="3683131" cy="479296"/>
                <a:chOff x="13563718" y="10492507"/>
                <a:chExt cx="3683131" cy="479296"/>
              </a:xfrm>
            </p:grpSpPr>
            <p:sp>
              <p:nvSpPr>
                <p:cNvPr id="232" name="Freeform 231">
                  <a:extLst>
                    <a:ext uri="{FF2B5EF4-FFF2-40B4-BE49-F238E27FC236}">
                      <a16:creationId xmlns:a16="http://schemas.microsoft.com/office/drawing/2014/main" id="{178CB17C-51BC-794A-AD04-E23BDA0FC3CB}"/>
                    </a:ext>
                  </a:extLst>
                </p:cNvPr>
                <p:cNvSpPr/>
                <p:nvPr/>
              </p:nvSpPr>
              <p:spPr>
                <a:xfrm>
                  <a:off x="13570413" y="10499482"/>
                  <a:ext cx="3668857" cy="464844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946" h="374">
                      <a:moveTo>
                        <a:pt x="0" y="374"/>
                      </a:moveTo>
                      <a:lnTo>
                        <a:pt x="2946" y="374"/>
                      </a:lnTo>
                      <a:cubicBezTo>
                        <a:pt x="2946" y="374"/>
                        <a:pt x="2963" y="69"/>
                        <a:pt x="2568" y="38"/>
                      </a:cubicBezTo>
                      <a:cubicBezTo>
                        <a:pt x="2174" y="6"/>
                        <a:pt x="1452" y="334"/>
                        <a:pt x="1450" y="181"/>
                      </a:cubicBezTo>
                      <a:cubicBezTo>
                        <a:pt x="1448" y="19"/>
                        <a:pt x="1216" y="-203"/>
                        <a:pt x="0" y="37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401" name="Freeform 400">
                  <a:extLst>
                    <a:ext uri="{FF2B5EF4-FFF2-40B4-BE49-F238E27FC236}">
                      <a16:creationId xmlns:a16="http://schemas.microsoft.com/office/drawing/2014/main" id="{EED44111-3686-AE44-96F9-07BE2ACEE102}"/>
                    </a:ext>
                  </a:extLst>
                </p:cNvPr>
                <p:cNvSpPr/>
                <p:nvPr/>
              </p:nvSpPr>
              <p:spPr>
                <a:xfrm>
                  <a:off x="13563718" y="10492507"/>
                  <a:ext cx="3683131" cy="479296"/>
                </a:xfrm>
                <a:custGeom>
                  <a:avLst/>
                  <a:gdLst>
                    <a:gd name="connsiteX0" fmla="*/ 1506124 w 3683131"/>
                    <a:gd name="connsiteY0" fmla="*/ 14449 h 479296"/>
                    <a:gd name="connsiteX1" fmla="*/ 1199764 w 3683131"/>
                    <a:gd name="connsiteY1" fmla="*/ 41790 h 479296"/>
                    <a:gd name="connsiteX2" fmla="*/ 39085 w 3683131"/>
                    <a:gd name="connsiteY2" fmla="*/ 464341 h 479296"/>
                    <a:gd name="connsiteX3" fmla="*/ 3669322 w 3683131"/>
                    <a:gd name="connsiteY3" fmla="*/ 464341 h 479296"/>
                    <a:gd name="connsiteX4" fmla="*/ 3618262 w 3683131"/>
                    <a:gd name="connsiteY4" fmla="*/ 279164 h 479296"/>
                    <a:gd name="connsiteX5" fmla="*/ 3204801 w 3683131"/>
                    <a:gd name="connsiteY5" fmla="*/ 59189 h 479296"/>
                    <a:gd name="connsiteX6" fmla="*/ 2357953 w 3683131"/>
                    <a:gd name="connsiteY6" fmla="*/ 197140 h 479296"/>
                    <a:gd name="connsiteX7" fmla="*/ 1824938 w 3683131"/>
                    <a:gd name="connsiteY7" fmla="*/ 270465 h 479296"/>
                    <a:gd name="connsiteX8" fmla="*/ 1806257 w 3683131"/>
                    <a:gd name="connsiteY8" fmla="*/ 230695 h 479296"/>
                    <a:gd name="connsiteX9" fmla="*/ 1711609 w 3683131"/>
                    <a:gd name="connsiteY9" fmla="*/ 69132 h 479296"/>
                    <a:gd name="connsiteX10" fmla="*/ 1506124 w 3683131"/>
                    <a:gd name="connsiteY10" fmla="*/ 14449 h 479296"/>
                    <a:gd name="connsiteX11" fmla="*/ 1395830 w 3683131"/>
                    <a:gd name="connsiteY11" fmla="*/ 2071 h 479296"/>
                    <a:gd name="connsiteX12" fmla="*/ 1719076 w 3683131"/>
                    <a:gd name="connsiteY12" fmla="*/ 57919 h 479296"/>
                    <a:gd name="connsiteX13" fmla="*/ 1819950 w 3683131"/>
                    <a:gd name="connsiteY13" fmla="*/ 231939 h 479296"/>
                    <a:gd name="connsiteX14" fmla="*/ 1833650 w 3683131"/>
                    <a:gd name="connsiteY14" fmla="*/ 259285 h 479296"/>
                    <a:gd name="connsiteX15" fmla="*/ 2355459 w 3683131"/>
                    <a:gd name="connsiteY15" fmla="*/ 184705 h 479296"/>
                    <a:gd name="connsiteX16" fmla="*/ 3206046 w 3683131"/>
                    <a:gd name="connsiteY16" fmla="*/ 46732 h 479296"/>
                    <a:gd name="connsiteX17" fmla="*/ 3630718 w 3683131"/>
                    <a:gd name="connsiteY17" fmla="*/ 274201 h 479296"/>
                    <a:gd name="connsiteX18" fmla="*/ 3683022 w 3683131"/>
                    <a:gd name="connsiteY18" fmla="*/ 473081 h 479296"/>
                    <a:gd name="connsiteX19" fmla="*/ 3675550 w 3683131"/>
                    <a:gd name="connsiteY19" fmla="*/ 479296 h 479296"/>
                    <a:gd name="connsiteX20" fmla="*/ 6693 w 3683131"/>
                    <a:gd name="connsiteY20" fmla="*/ 479296 h 479296"/>
                    <a:gd name="connsiteX21" fmla="*/ 466 w 3683131"/>
                    <a:gd name="connsiteY21" fmla="*/ 473081 h 479296"/>
                    <a:gd name="connsiteX22" fmla="*/ 4202 w 3683131"/>
                    <a:gd name="connsiteY22" fmla="*/ 465623 h 479296"/>
                    <a:gd name="connsiteX23" fmla="*/ 1395830 w 3683131"/>
                    <a:gd name="connsiteY23" fmla="*/ 2071 h 4792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</a:cxnLst>
                  <a:rect l="l" t="t" r="r" b="b"/>
                  <a:pathLst>
                    <a:path w="3683131" h="479296">
                      <a:moveTo>
                        <a:pt x="1506124" y="14449"/>
                      </a:moveTo>
                      <a:cubicBezTo>
                        <a:pt x="1420505" y="10099"/>
                        <a:pt x="1318074" y="19420"/>
                        <a:pt x="1199764" y="41790"/>
                      </a:cubicBezTo>
                      <a:cubicBezTo>
                        <a:pt x="903368" y="98959"/>
                        <a:pt x="513569" y="240638"/>
                        <a:pt x="39085" y="464341"/>
                      </a:cubicBezTo>
                      <a:lnTo>
                        <a:pt x="3669322" y="464341"/>
                      </a:lnTo>
                      <a:cubicBezTo>
                        <a:pt x="3668076" y="440728"/>
                        <a:pt x="3664340" y="361189"/>
                        <a:pt x="3618262" y="279164"/>
                      </a:cubicBezTo>
                      <a:cubicBezTo>
                        <a:pt x="3546030" y="151156"/>
                        <a:pt x="3402814" y="75346"/>
                        <a:pt x="3204801" y="59189"/>
                      </a:cubicBezTo>
                      <a:cubicBezTo>
                        <a:pt x="2969427" y="40548"/>
                        <a:pt x="2644387" y="123815"/>
                        <a:pt x="2357953" y="197140"/>
                      </a:cubicBezTo>
                      <a:cubicBezTo>
                        <a:pt x="2095182" y="264251"/>
                        <a:pt x="1885960" y="317691"/>
                        <a:pt x="1824938" y="270465"/>
                      </a:cubicBezTo>
                      <a:cubicBezTo>
                        <a:pt x="1812484" y="260522"/>
                        <a:pt x="1806257" y="246852"/>
                        <a:pt x="1806257" y="230695"/>
                      </a:cubicBezTo>
                      <a:cubicBezTo>
                        <a:pt x="1805012" y="183469"/>
                        <a:pt x="1787576" y="116358"/>
                        <a:pt x="1711609" y="69132"/>
                      </a:cubicBezTo>
                      <a:cubicBezTo>
                        <a:pt x="1660549" y="36819"/>
                        <a:pt x="1591743" y="18799"/>
                        <a:pt x="1506124" y="14449"/>
                      </a:cubicBezTo>
                      <a:close/>
                      <a:moveTo>
                        <a:pt x="1395830" y="2071"/>
                      </a:moveTo>
                      <a:cubicBezTo>
                        <a:pt x="1555504" y="-7805"/>
                        <a:pt x="1656029" y="18765"/>
                        <a:pt x="1719076" y="57919"/>
                      </a:cubicBezTo>
                      <a:cubicBezTo>
                        <a:pt x="1782590" y="97695"/>
                        <a:pt x="1818705" y="159845"/>
                        <a:pt x="1819950" y="231939"/>
                      </a:cubicBezTo>
                      <a:cubicBezTo>
                        <a:pt x="1819950" y="244369"/>
                        <a:pt x="1824932" y="253070"/>
                        <a:pt x="1833650" y="259285"/>
                      </a:cubicBezTo>
                      <a:cubicBezTo>
                        <a:pt x="1889691" y="302790"/>
                        <a:pt x="2105140" y="248098"/>
                        <a:pt x="2355459" y="184705"/>
                      </a:cubicBezTo>
                      <a:cubicBezTo>
                        <a:pt x="2643140" y="111368"/>
                        <a:pt x="2968181" y="26844"/>
                        <a:pt x="3206046" y="46732"/>
                      </a:cubicBezTo>
                      <a:cubicBezTo>
                        <a:pt x="3462592" y="66620"/>
                        <a:pt x="3578412" y="180976"/>
                        <a:pt x="3630718" y="274201"/>
                      </a:cubicBezTo>
                      <a:cubicBezTo>
                        <a:pt x="3688004" y="374884"/>
                        <a:pt x="3683022" y="468109"/>
                        <a:pt x="3683022" y="473081"/>
                      </a:cubicBezTo>
                      <a:cubicBezTo>
                        <a:pt x="3683022" y="476810"/>
                        <a:pt x="3680532" y="479296"/>
                        <a:pt x="3675550" y="479296"/>
                      </a:cubicBezTo>
                      <a:lnTo>
                        <a:pt x="6693" y="479296"/>
                      </a:lnTo>
                      <a:cubicBezTo>
                        <a:pt x="4202" y="479296"/>
                        <a:pt x="466" y="476810"/>
                        <a:pt x="466" y="473081"/>
                      </a:cubicBezTo>
                      <a:cubicBezTo>
                        <a:pt x="-779" y="470595"/>
                        <a:pt x="466" y="466866"/>
                        <a:pt x="4202" y="465623"/>
                      </a:cubicBezTo>
                      <a:cubicBezTo>
                        <a:pt x="699274" y="136228"/>
                        <a:pt x="1129705" y="18531"/>
                        <a:pt x="1395830" y="207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3FFB44CF-76C1-BC47-B1FD-FC14A1FCF184}"/>
                  </a:ext>
                </a:extLst>
              </p:cNvPr>
              <p:cNvGrpSpPr/>
              <p:nvPr/>
            </p:nvGrpSpPr>
            <p:grpSpPr>
              <a:xfrm>
                <a:off x="18161913" y="10620167"/>
                <a:ext cx="2245405" cy="350386"/>
                <a:chOff x="18161913" y="10620167"/>
                <a:chExt cx="2245405" cy="350386"/>
              </a:xfrm>
            </p:grpSpPr>
            <p:sp>
              <p:nvSpPr>
                <p:cNvPr id="235" name="Freeform 234">
                  <a:extLst>
                    <a:ext uri="{FF2B5EF4-FFF2-40B4-BE49-F238E27FC236}">
                      <a16:creationId xmlns:a16="http://schemas.microsoft.com/office/drawing/2014/main" id="{8477B750-B8E9-124B-A516-79DEF1180C0F}"/>
                    </a:ext>
                  </a:extLst>
                </p:cNvPr>
                <p:cNvSpPr/>
                <p:nvPr/>
              </p:nvSpPr>
              <p:spPr>
                <a:xfrm>
                  <a:off x="18168630" y="10627840"/>
                  <a:ext cx="2232459" cy="33523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793" h="270">
                      <a:moveTo>
                        <a:pt x="0" y="270"/>
                      </a:moveTo>
                      <a:lnTo>
                        <a:pt x="1793" y="270"/>
                      </a:lnTo>
                      <a:cubicBezTo>
                        <a:pt x="1793" y="270"/>
                        <a:pt x="1698" y="35"/>
                        <a:pt x="1317" y="103"/>
                      </a:cubicBezTo>
                      <a:cubicBezTo>
                        <a:pt x="1317" y="103"/>
                        <a:pt x="1320" y="10"/>
                        <a:pt x="1250" y="1"/>
                      </a:cubicBezTo>
                      <a:cubicBezTo>
                        <a:pt x="1115" y="-16"/>
                        <a:pt x="896" y="159"/>
                        <a:pt x="856" y="80"/>
                      </a:cubicBezTo>
                      <a:cubicBezTo>
                        <a:pt x="784" y="-59"/>
                        <a:pt x="415" y="2"/>
                        <a:pt x="0" y="27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402" name="Freeform 401">
                  <a:extLst>
                    <a:ext uri="{FF2B5EF4-FFF2-40B4-BE49-F238E27FC236}">
                      <a16:creationId xmlns:a16="http://schemas.microsoft.com/office/drawing/2014/main" id="{BB148D3C-DDBF-6A43-B804-2053EB065F54}"/>
                    </a:ext>
                  </a:extLst>
                </p:cNvPr>
                <p:cNvSpPr/>
                <p:nvPr/>
              </p:nvSpPr>
              <p:spPr>
                <a:xfrm>
                  <a:off x="18161913" y="10620167"/>
                  <a:ext cx="2245405" cy="350386"/>
                </a:xfrm>
                <a:custGeom>
                  <a:avLst/>
                  <a:gdLst>
                    <a:gd name="connsiteX0" fmla="*/ 1563089 w 2245405"/>
                    <a:gd name="connsiteY0" fmla="*/ 16395 h 350386"/>
                    <a:gd name="connsiteX1" fmla="*/ 1295395 w 2245405"/>
                    <a:gd name="connsiteY1" fmla="*/ 85915 h 350386"/>
                    <a:gd name="connsiteX2" fmla="*/ 1066299 w 2245405"/>
                    <a:gd name="connsiteY2" fmla="*/ 109502 h 350386"/>
                    <a:gd name="connsiteX3" fmla="*/ 961711 w 2245405"/>
                    <a:gd name="connsiteY3" fmla="*/ 36258 h 350386"/>
                    <a:gd name="connsiteX4" fmla="*/ 31633 w 2245405"/>
                    <a:gd name="connsiteY4" fmla="*/ 336681 h 350386"/>
                    <a:gd name="connsiteX5" fmla="*/ 2227963 w 2245405"/>
                    <a:gd name="connsiteY5" fmla="*/ 336681 h 350386"/>
                    <a:gd name="connsiteX6" fmla="*/ 2115907 w 2245405"/>
                    <a:gd name="connsiteY6" fmla="*/ 213781 h 350386"/>
                    <a:gd name="connsiteX7" fmla="*/ 1647755 w 2245405"/>
                    <a:gd name="connsiteY7" fmla="*/ 143020 h 350386"/>
                    <a:gd name="connsiteX8" fmla="*/ 1641529 w 2245405"/>
                    <a:gd name="connsiteY8" fmla="*/ 141779 h 350386"/>
                    <a:gd name="connsiteX9" fmla="*/ 1640283 w 2245405"/>
                    <a:gd name="connsiteY9" fmla="*/ 135571 h 350386"/>
                    <a:gd name="connsiteX10" fmla="*/ 1630323 w 2245405"/>
                    <a:gd name="connsiteY10" fmla="*/ 78466 h 350386"/>
                    <a:gd name="connsiteX11" fmla="*/ 1563089 w 2245405"/>
                    <a:gd name="connsiteY11" fmla="*/ 16395 h 350386"/>
                    <a:gd name="connsiteX12" fmla="*/ 1564335 w 2245405"/>
                    <a:gd name="connsiteY12" fmla="*/ 1438 h 350386"/>
                    <a:gd name="connsiteX13" fmla="*/ 1644021 w 2245405"/>
                    <a:gd name="connsiteY13" fmla="*/ 74705 h 350386"/>
                    <a:gd name="connsiteX14" fmla="*/ 1653983 w 2245405"/>
                    <a:gd name="connsiteY14" fmla="*/ 128102 h 350386"/>
                    <a:gd name="connsiteX15" fmla="*/ 2124631 w 2245405"/>
                    <a:gd name="connsiteY15" fmla="*/ 201369 h 350386"/>
                    <a:gd name="connsiteX16" fmla="*/ 2245405 w 2245405"/>
                    <a:gd name="connsiteY16" fmla="*/ 340452 h 350386"/>
                    <a:gd name="connsiteX17" fmla="*/ 2244159 w 2245405"/>
                    <a:gd name="connsiteY17" fmla="*/ 346661 h 350386"/>
                    <a:gd name="connsiteX18" fmla="*/ 2239179 w 2245405"/>
                    <a:gd name="connsiteY18" fmla="*/ 350386 h 350386"/>
                    <a:gd name="connsiteX19" fmla="*/ 6713 w 2245405"/>
                    <a:gd name="connsiteY19" fmla="*/ 350386 h 350386"/>
                    <a:gd name="connsiteX20" fmla="*/ 487 w 2245405"/>
                    <a:gd name="connsiteY20" fmla="*/ 345419 h 350386"/>
                    <a:gd name="connsiteX21" fmla="*/ 2979 w 2245405"/>
                    <a:gd name="connsiteY21" fmla="*/ 336726 h 350386"/>
                    <a:gd name="connsiteX22" fmla="*/ 965441 w 2245405"/>
                    <a:gd name="connsiteY22" fmla="*/ 22549 h 350386"/>
                    <a:gd name="connsiteX23" fmla="*/ 1078745 w 2245405"/>
                    <a:gd name="connsiteY23" fmla="*/ 103266 h 350386"/>
                    <a:gd name="connsiteX24" fmla="*/ 1290413 w 2245405"/>
                    <a:gd name="connsiteY24" fmla="*/ 72221 h 350386"/>
                    <a:gd name="connsiteX25" fmla="*/ 1564335 w 2245405"/>
                    <a:gd name="connsiteY25" fmla="*/ 1438 h 3503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</a:cxnLst>
                  <a:rect l="l" t="t" r="r" b="b"/>
                  <a:pathLst>
                    <a:path w="2245405" h="350386">
                      <a:moveTo>
                        <a:pt x="1563089" y="16395"/>
                      </a:moveTo>
                      <a:cubicBezTo>
                        <a:pt x="1485893" y="6464"/>
                        <a:pt x="1385041" y="48672"/>
                        <a:pt x="1295395" y="85915"/>
                      </a:cubicBezTo>
                      <a:cubicBezTo>
                        <a:pt x="1188317" y="129364"/>
                        <a:pt x="1096181" y="167848"/>
                        <a:pt x="1066299" y="109502"/>
                      </a:cubicBezTo>
                      <a:cubicBezTo>
                        <a:pt x="1047623" y="74742"/>
                        <a:pt x="1012761" y="49914"/>
                        <a:pt x="961711" y="36258"/>
                      </a:cubicBezTo>
                      <a:cubicBezTo>
                        <a:pt x="768723" y="-14640"/>
                        <a:pt x="397689" y="104536"/>
                        <a:pt x="31633" y="336681"/>
                      </a:cubicBezTo>
                      <a:lnTo>
                        <a:pt x="2227963" y="336681"/>
                      </a:lnTo>
                      <a:cubicBezTo>
                        <a:pt x="2215513" y="314335"/>
                        <a:pt x="2183141" y="259713"/>
                        <a:pt x="2115907" y="213781"/>
                      </a:cubicBezTo>
                      <a:cubicBezTo>
                        <a:pt x="1971477" y="111985"/>
                        <a:pt x="1780979" y="119433"/>
                        <a:pt x="1647755" y="143020"/>
                      </a:cubicBezTo>
                      <a:cubicBezTo>
                        <a:pt x="1645263" y="143020"/>
                        <a:pt x="1644019" y="143020"/>
                        <a:pt x="1641529" y="141779"/>
                      </a:cubicBezTo>
                      <a:cubicBezTo>
                        <a:pt x="1640283" y="140537"/>
                        <a:pt x="1640283" y="138054"/>
                        <a:pt x="1640283" y="135571"/>
                      </a:cubicBezTo>
                      <a:cubicBezTo>
                        <a:pt x="1640283" y="135571"/>
                        <a:pt x="1640283" y="108260"/>
                        <a:pt x="1630323" y="78466"/>
                      </a:cubicBezTo>
                      <a:cubicBezTo>
                        <a:pt x="1617871" y="41224"/>
                        <a:pt x="1595461" y="20120"/>
                        <a:pt x="1563089" y="16395"/>
                      </a:cubicBezTo>
                      <a:close/>
                      <a:moveTo>
                        <a:pt x="1564335" y="1438"/>
                      </a:moveTo>
                      <a:cubicBezTo>
                        <a:pt x="1601687" y="6405"/>
                        <a:pt x="1630325" y="31241"/>
                        <a:pt x="1644021" y="74705"/>
                      </a:cubicBezTo>
                      <a:cubicBezTo>
                        <a:pt x="1651491" y="95815"/>
                        <a:pt x="1652737" y="116926"/>
                        <a:pt x="1653983" y="128102"/>
                      </a:cubicBezTo>
                      <a:cubicBezTo>
                        <a:pt x="1789699" y="104508"/>
                        <a:pt x="1978953" y="99541"/>
                        <a:pt x="2124631" y="201369"/>
                      </a:cubicBezTo>
                      <a:cubicBezTo>
                        <a:pt x="2214277" y="264701"/>
                        <a:pt x="2244159" y="337968"/>
                        <a:pt x="2245405" y="340452"/>
                      </a:cubicBezTo>
                      <a:cubicBezTo>
                        <a:pt x="2245405" y="342935"/>
                        <a:pt x="2245405" y="345419"/>
                        <a:pt x="2244159" y="346661"/>
                      </a:cubicBezTo>
                      <a:cubicBezTo>
                        <a:pt x="2244159" y="349144"/>
                        <a:pt x="2241669" y="350386"/>
                        <a:pt x="2239179" y="350386"/>
                      </a:cubicBezTo>
                      <a:lnTo>
                        <a:pt x="6713" y="350386"/>
                      </a:lnTo>
                      <a:cubicBezTo>
                        <a:pt x="4223" y="350386"/>
                        <a:pt x="487" y="349144"/>
                        <a:pt x="487" y="345419"/>
                      </a:cubicBezTo>
                      <a:cubicBezTo>
                        <a:pt x="-757" y="342935"/>
                        <a:pt x="487" y="339210"/>
                        <a:pt x="2979" y="336726"/>
                      </a:cubicBezTo>
                      <a:cubicBezTo>
                        <a:pt x="377753" y="95815"/>
                        <a:pt x="764979" y="-30849"/>
                        <a:pt x="965441" y="22549"/>
                      </a:cubicBezTo>
                      <a:cubicBezTo>
                        <a:pt x="1020225" y="37450"/>
                        <a:pt x="1058823" y="64770"/>
                        <a:pt x="1078745" y="103266"/>
                      </a:cubicBezTo>
                      <a:cubicBezTo>
                        <a:pt x="1102403" y="150455"/>
                        <a:pt x="1189559" y="114442"/>
                        <a:pt x="1290413" y="72221"/>
                      </a:cubicBezTo>
                      <a:cubicBezTo>
                        <a:pt x="1380059" y="34967"/>
                        <a:pt x="1483403" y="-8497"/>
                        <a:pt x="1564335" y="143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34C4076A-05F5-CC41-9C07-03385A081FB5}"/>
                  </a:ext>
                </a:extLst>
              </p:cNvPr>
              <p:cNvGrpSpPr/>
              <p:nvPr/>
            </p:nvGrpSpPr>
            <p:grpSpPr>
              <a:xfrm>
                <a:off x="21604957" y="7568351"/>
                <a:ext cx="1165726" cy="3402205"/>
                <a:chOff x="21604957" y="7568351"/>
                <a:chExt cx="1165726" cy="3402205"/>
              </a:xfrm>
            </p:grpSpPr>
            <p:sp>
              <p:nvSpPr>
                <p:cNvPr id="238" name="Freeform 237">
                  <a:extLst>
                    <a:ext uri="{FF2B5EF4-FFF2-40B4-BE49-F238E27FC236}">
                      <a16:creationId xmlns:a16="http://schemas.microsoft.com/office/drawing/2014/main" id="{4086E76B-C40F-B94A-8A04-46BA90C9EB59}"/>
                    </a:ext>
                  </a:extLst>
                </p:cNvPr>
                <p:cNvSpPr/>
                <p:nvPr/>
              </p:nvSpPr>
              <p:spPr>
                <a:xfrm>
                  <a:off x="21687992" y="9470097"/>
                  <a:ext cx="740000" cy="18319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95" h="148">
                      <a:moveTo>
                        <a:pt x="595" y="0"/>
                      </a:moveTo>
                      <a:lnTo>
                        <a:pt x="0" y="0"/>
                      </a:lnTo>
                      <a:lnTo>
                        <a:pt x="0" y="148"/>
                      </a:lnTo>
                      <a:lnTo>
                        <a:pt x="595" y="148"/>
                      </a:ln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403" name="Freeform 402">
                  <a:extLst>
                    <a:ext uri="{FF2B5EF4-FFF2-40B4-BE49-F238E27FC236}">
                      <a16:creationId xmlns:a16="http://schemas.microsoft.com/office/drawing/2014/main" id="{6BF34210-120C-AF48-A781-B819E18A68D9}"/>
                    </a:ext>
                  </a:extLst>
                </p:cNvPr>
                <p:cNvSpPr/>
                <p:nvPr/>
              </p:nvSpPr>
              <p:spPr>
                <a:xfrm>
                  <a:off x="21679268" y="9463866"/>
                  <a:ext cx="756196" cy="198150"/>
                </a:xfrm>
                <a:custGeom>
                  <a:avLst/>
                  <a:gdLst>
                    <a:gd name="connsiteX0" fmla="*/ 14952 w 756196"/>
                    <a:gd name="connsiteY0" fmla="*/ 13708 h 198150"/>
                    <a:gd name="connsiteX1" fmla="*/ 14952 w 756196"/>
                    <a:gd name="connsiteY1" fmla="*/ 183195 h 198150"/>
                    <a:gd name="connsiteX2" fmla="*/ 741250 w 756196"/>
                    <a:gd name="connsiteY2" fmla="*/ 183195 h 198150"/>
                    <a:gd name="connsiteX3" fmla="*/ 741250 w 756196"/>
                    <a:gd name="connsiteY3" fmla="*/ 13708 h 198150"/>
                    <a:gd name="connsiteX4" fmla="*/ 8706 w 756196"/>
                    <a:gd name="connsiteY4" fmla="*/ 0 h 198150"/>
                    <a:gd name="connsiteX5" fmla="*/ 748734 w 756196"/>
                    <a:gd name="connsiteY5" fmla="*/ 0 h 198150"/>
                    <a:gd name="connsiteX6" fmla="*/ 756196 w 756196"/>
                    <a:gd name="connsiteY6" fmla="*/ 6192 h 198150"/>
                    <a:gd name="connsiteX7" fmla="*/ 756196 w 756196"/>
                    <a:gd name="connsiteY7" fmla="*/ 189481 h 198150"/>
                    <a:gd name="connsiteX8" fmla="*/ 748734 w 756196"/>
                    <a:gd name="connsiteY8" fmla="*/ 198150 h 198150"/>
                    <a:gd name="connsiteX9" fmla="*/ 8706 w 756196"/>
                    <a:gd name="connsiteY9" fmla="*/ 198150 h 198150"/>
                    <a:gd name="connsiteX10" fmla="*/ 0 w 756196"/>
                    <a:gd name="connsiteY10" fmla="*/ 189481 h 198150"/>
                    <a:gd name="connsiteX11" fmla="*/ 0 w 756196"/>
                    <a:gd name="connsiteY11" fmla="*/ 6192 h 198150"/>
                    <a:gd name="connsiteX12" fmla="*/ 8706 w 756196"/>
                    <a:gd name="connsiteY12" fmla="*/ 0 h 1981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6196" h="198150">
                      <a:moveTo>
                        <a:pt x="14952" y="13708"/>
                      </a:moveTo>
                      <a:lnTo>
                        <a:pt x="14952" y="183195"/>
                      </a:lnTo>
                      <a:lnTo>
                        <a:pt x="741250" y="183195"/>
                      </a:lnTo>
                      <a:lnTo>
                        <a:pt x="741250" y="13708"/>
                      </a:lnTo>
                      <a:close/>
                      <a:moveTo>
                        <a:pt x="8706" y="0"/>
                      </a:moveTo>
                      <a:lnTo>
                        <a:pt x="748734" y="0"/>
                      </a:lnTo>
                      <a:cubicBezTo>
                        <a:pt x="752464" y="0"/>
                        <a:pt x="756196" y="3715"/>
                        <a:pt x="756196" y="6192"/>
                      </a:cubicBezTo>
                      <a:lnTo>
                        <a:pt x="756196" y="189481"/>
                      </a:lnTo>
                      <a:cubicBezTo>
                        <a:pt x="756196" y="194435"/>
                        <a:pt x="752464" y="198150"/>
                        <a:pt x="748734" y="198150"/>
                      </a:cubicBezTo>
                      <a:lnTo>
                        <a:pt x="8706" y="198150"/>
                      </a:lnTo>
                      <a:cubicBezTo>
                        <a:pt x="3732" y="198150"/>
                        <a:pt x="0" y="194435"/>
                        <a:pt x="0" y="189481"/>
                      </a:cubicBezTo>
                      <a:lnTo>
                        <a:pt x="0" y="6192"/>
                      </a:lnTo>
                      <a:cubicBezTo>
                        <a:pt x="0" y="3715"/>
                        <a:pt x="3732" y="0"/>
                        <a:pt x="87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41" name="Freeform 240">
                  <a:extLst>
                    <a:ext uri="{FF2B5EF4-FFF2-40B4-BE49-F238E27FC236}">
                      <a16:creationId xmlns:a16="http://schemas.microsoft.com/office/drawing/2014/main" id="{55F642C0-0A1B-BA42-81F7-8857729E6D2D}"/>
                    </a:ext>
                  </a:extLst>
                </p:cNvPr>
                <p:cNvSpPr/>
                <p:nvPr/>
              </p:nvSpPr>
              <p:spPr>
                <a:xfrm>
                  <a:off x="21687992" y="9305594"/>
                  <a:ext cx="740000" cy="163256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95" h="132">
                      <a:moveTo>
                        <a:pt x="518" y="0"/>
                      </a:moveTo>
                      <a:lnTo>
                        <a:pt x="297" y="0"/>
                      </a:lnTo>
                      <a:lnTo>
                        <a:pt x="77" y="0"/>
                      </a:lnTo>
                      <a:cubicBezTo>
                        <a:pt x="55" y="0"/>
                        <a:pt x="36" y="9"/>
                        <a:pt x="22" y="23"/>
                      </a:cubicBezTo>
                      <a:cubicBezTo>
                        <a:pt x="8" y="37"/>
                        <a:pt x="0" y="56"/>
                        <a:pt x="0" y="78"/>
                      </a:cubicBezTo>
                      <a:lnTo>
                        <a:pt x="0" y="105"/>
                      </a:lnTo>
                      <a:lnTo>
                        <a:pt x="0" y="132"/>
                      </a:lnTo>
                      <a:lnTo>
                        <a:pt x="297" y="132"/>
                      </a:lnTo>
                      <a:lnTo>
                        <a:pt x="595" y="132"/>
                      </a:lnTo>
                      <a:lnTo>
                        <a:pt x="595" y="105"/>
                      </a:lnTo>
                      <a:lnTo>
                        <a:pt x="595" y="78"/>
                      </a:lnTo>
                      <a:cubicBezTo>
                        <a:pt x="595" y="56"/>
                        <a:pt x="586" y="37"/>
                        <a:pt x="573" y="23"/>
                      </a:cubicBezTo>
                      <a:cubicBezTo>
                        <a:pt x="558" y="9"/>
                        <a:pt x="539" y="0"/>
                        <a:pt x="518" y="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404" name="Freeform 403">
                  <a:extLst>
                    <a:ext uri="{FF2B5EF4-FFF2-40B4-BE49-F238E27FC236}">
                      <a16:creationId xmlns:a16="http://schemas.microsoft.com/office/drawing/2014/main" id="{8DC2D2C8-717C-C542-8421-6DD635ABA090}"/>
                    </a:ext>
                  </a:extLst>
                </p:cNvPr>
                <p:cNvSpPr/>
                <p:nvPr/>
              </p:nvSpPr>
              <p:spPr>
                <a:xfrm>
                  <a:off x="21679268" y="9298117"/>
                  <a:ext cx="756196" cy="178211"/>
                </a:xfrm>
                <a:custGeom>
                  <a:avLst/>
                  <a:gdLst>
                    <a:gd name="connsiteX0" fmla="*/ 104496 w 756196"/>
                    <a:gd name="connsiteY0" fmla="*/ 14955 h 178211"/>
                    <a:gd name="connsiteX1" fmla="*/ 41070 w 756196"/>
                    <a:gd name="connsiteY1" fmla="*/ 40910 h 178211"/>
                    <a:gd name="connsiteX2" fmla="*/ 14952 w 756196"/>
                    <a:gd name="connsiteY2" fmla="*/ 103942 h 178211"/>
                    <a:gd name="connsiteX3" fmla="*/ 14952 w 756196"/>
                    <a:gd name="connsiteY3" fmla="*/ 164503 h 178211"/>
                    <a:gd name="connsiteX4" fmla="*/ 741250 w 756196"/>
                    <a:gd name="connsiteY4" fmla="*/ 164503 h 178211"/>
                    <a:gd name="connsiteX5" fmla="*/ 741250 w 756196"/>
                    <a:gd name="connsiteY5" fmla="*/ 103942 h 178211"/>
                    <a:gd name="connsiteX6" fmla="*/ 715134 w 756196"/>
                    <a:gd name="connsiteY6" fmla="*/ 40910 h 178211"/>
                    <a:gd name="connsiteX7" fmla="*/ 652950 w 756196"/>
                    <a:gd name="connsiteY7" fmla="*/ 14955 h 178211"/>
                    <a:gd name="connsiteX8" fmla="*/ 104474 w 756196"/>
                    <a:gd name="connsiteY8" fmla="*/ 0 h 178211"/>
                    <a:gd name="connsiteX9" fmla="*/ 652966 w 756196"/>
                    <a:gd name="connsiteY9" fmla="*/ 0 h 178211"/>
                    <a:gd name="connsiteX10" fmla="*/ 725102 w 756196"/>
                    <a:gd name="connsiteY10" fmla="*/ 30939 h 178211"/>
                    <a:gd name="connsiteX11" fmla="*/ 756196 w 756196"/>
                    <a:gd name="connsiteY11" fmla="*/ 103956 h 178211"/>
                    <a:gd name="connsiteX12" fmla="*/ 756196 w 756196"/>
                    <a:gd name="connsiteY12" fmla="*/ 170786 h 178211"/>
                    <a:gd name="connsiteX13" fmla="*/ 748734 w 756196"/>
                    <a:gd name="connsiteY13" fmla="*/ 178211 h 178211"/>
                    <a:gd name="connsiteX14" fmla="*/ 8706 w 756196"/>
                    <a:gd name="connsiteY14" fmla="*/ 178211 h 178211"/>
                    <a:gd name="connsiteX15" fmla="*/ 0 w 756196"/>
                    <a:gd name="connsiteY15" fmla="*/ 170786 h 178211"/>
                    <a:gd name="connsiteX16" fmla="*/ 0 w 756196"/>
                    <a:gd name="connsiteY16" fmla="*/ 103956 h 178211"/>
                    <a:gd name="connsiteX17" fmla="*/ 31094 w 756196"/>
                    <a:gd name="connsiteY17" fmla="*/ 30939 h 178211"/>
                    <a:gd name="connsiteX18" fmla="*/ 104474 w 756196"/>
                    <a:gd name="connsiteY18" fmla="*/ 0 h 17821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</a:cxnLst>
                  <a:rect l="l" t="t" r="r" b="b"/>
                  <a:pathLst>
                    <a:path w="756196" h="178211">
                      <a:moveTo>
                        <a:pt x="104496" y="14955"/>
                      </a:moveTo>
                      <a:cubicBezTo>
                        <a:pt x="79624" y="14955"/>
                        <a:pt x="57238" y="23607"/>
                        <a:pt x="41070" y="40910"/>
                      </a:cubicBezTo>
                      <a:cubicBezTo>
                        <a:pt x="23658" y="56977"/>
                        <a:pt x="14952" y="79224"/>
                        <a:pt x="14952" y="103942"/>
                      </a:cubicBezTo>
                      <a:lnTo>
                        <a:pt x="14952" y="164503"/>
                      </a:lnTo>
                      <a:lnTo>
                        <a:pt x="741250" y="164503"/>
                      </a:lnTo>
                      <a:lnTo>
                        <a:pt x="741250" y="103942"/>
                      </a:lnTo>
                      <a:cubicBezTo>
                        <a:pt x="741250" y="79224"/>
                        <a:pt x="732544" y="56977"/>
                        <a:pt x="715134" y="40910"/>
                      </a:cubicBezTo>
                      <a:cubicBezTo>
                        <a:pt x="698966" y="23607"/>
                        <a:pt x="676580" y="14955"/>
                        <a:pt x="652950" y="14955"/>
                      </a:cubicBezTo>
                      <a:close/>
                      <a:moveTo>
                        <a:pt x="104474" y="0"/>
                      </a:moveTo>
                      <a:lnTo>
                        <a:pt x="652966" y="0"/>
                      </a:lnTo>
                      <a:cubicBezTo>
                        <a:pt x="680328" y="0"/>
                        <a:pt x="706446" y="11138"/>
                        <a:pt x="725102" y="30939"/>
                      </a:cubicBezTo>
                      <a:cubicBezTo>
                        <a:pt x="745002" y="49503"/>
                        <a:pt x="756196" y="75492"/>
                        <a:pt x="756196" y="103956"/>
                      </a:cubicBezTo>
                      <a:lnTo>
                        <a:pt x="756196" y="170786"/>
                      </a:lnTo>
                      <a:cubicBezTo>
                        <a:pt x="756196" y="175736"/>
                        <a:pt x="752464" y="178211"/>
                        <a:pt x="748734" y="178211"/>
                      </a:cubicBezTo>
                      <a:lnTo>
                        <a:pt x="8706" y="178211"/>
                      </a:lnTo>
                      <a:cubicBezTo>
                        <a:pt x="3732" y="178211"/>
                        <a:pt x="0" y="175736"/>
                        <a:pt x="0" y="170786"/>
                      </a:cubicBezTo>
                      <a:lnTo>
                        <a:pt x="0" y="103956"/>
                      </a:lnTo>
                      <a:cubicBezTo>
                        <a:pt x="0" y="75492"/>
                        <a:pt x="11194" y="49503"/>
                        <a:pt x="31094" y="30939"/>
                      </a:cubicBezTo>
                      <a:cubicBezTo>
                        <a:pt x="49750" y="11138"/>
                        <a:pt x="75868" y="0"/>
                        <a:pt x="104474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44" name="Freeform 243">
                  <a:extLst>
                    <a:ext uri="{FF2B5EF4-FFF2-40B4-BE49-F238E27FC236}">
                      <a16:creationId xmlns:a16="http://schemas.microsoft.com/office/drawing/2014/main" id="{61E35BD1-2B72-3349-83D2-E19A61185908}"/>
                    </a:ext>
                  </a:extLst>
                </p:cNvPr>
                <p:cNvSpPr/>
                <p:nvPr/>
              </p:nvSpPr>
              <p:spPr>
                <a:xfrm>
                  <a:off x="21687992" y="9654539"/>
                  <a:ext cx="740000" cy="1308541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95" h="1051">
                      <a:moveTo>
                        <a:pt x="0" y="1051"/>
                      </a:moveTo>
                      <a:lnTo>
                        <a:pt x="595" y="1051"/>
                      </a:lnTo>
                      <a:lnTo>
                        <a:pt x="59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405" name="Freeform 404">
                  <a:extLst>
                    <a:ext uri="{FF2B5EF4-FFF2-40B4-BE49-F238E27FC236}">
                      <a16:creationId xmlns:a16="http://schemas.microsoft.com/office/drawing/2014/main" id="{3D538849-2EF2-EA48-94F4-20B5B58CB793}"/>
                    </a:ext>
                  </a:extLst>
                </p:cNvPr>
                <p:cNvSpPr/>
                <p:nvPr/>
              </p:nvSpPr>
              <p:spPr>
                <a:xfrm>
                  <a:off x="21679268" y="9648307"/>
                  <a:ext cx="756196" cy="1322249"/>
                </a:xfrm>
                <a:custGeom>
                  <a:avLst/>
                  <a:gdLst>
                    <a:gd name="connsiteX0" fmla="*/ 14952 w 756196"/>
                    <a:gd name="connsiteY0" fmla="*/ 14955 h 1322249"/>
                    <a:gd name="connsiteX1" fmla="*/ 14952 w 756196"/>
                    <a:gd name="connsiteY1" fmla="*/ 1308541 h 1322249"/>
                    <a:gd name="connsiteX2" fmla="*/ 741250 w 756196"/>
                    <a:gd name="connsiteY2" fmla="*/ 1308541 h 1322249"/>
                    <a:gd name="connsiteX3" fmla="*/ 741250 w 756196"/>
                    <a:gd name="connsiteY3" fmla="*/ 14955 h 1322249"/>
                    <a:gd name="connsiteX4" fmla="*/ 8706 w 756196"/>
                    <a:gd name="connsiteY4" fmla="*/ 0 h 1322249"/>
                    <a:gd name="connsiteX5" fmla="*/ 748734 w 756196"/>
                    <a:gd name="connsiteY5" fmla="*/ 0 h 1322249"/>
                    <a:gd name="connsiteX6" fmla="*/ 756196 w 756196"/>
                    <a:gd name="connsiteY6" fmla="*/ 6225 h 1322249"/>
                    <a:gd name="connsiteX7" fmla="*/ 756196 w 756196"/>
                    <a:gd name="connsiteY7" fmla="*/ 1314779 h 1322249"/>
                    <a:gd name="connsiteX8" fmla="*/ 748734 w 756196"/>
                    <a:gd name="connsiteY8" fmla="*/ 1322249 h 1322249"/>
                    <a:gd name="connsiteX9" fmla="*/ 8706 w 756196"/>
                    <a:gd name="connsiteY9" fmla="*/ 1322249 h 1322249"/>
                    <a:gd name="connsiteX10" fmla="*/ 0 w 756196"/>
                    <a:gd name="connsiteY10" fmla="*/ 1314779 h 1322249"/>
                    <a:gd name="connsiteX11" fmla="*/ 0 w 756196"/>
                    <a:gd name="connsiteY11" fmla="*/ 6225 h 1322249"/>
                    <a:gd name="connsiteX12" fmla="*/ 8706 w 756196"/>
                    <a:gd name="connsiteY12" fmla="*/ 0 h 132224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756196" h="1322249">
                      <a:moveTo>
                        <a:pt x="14952" y="14955"/>
                      </a:moveTo>
                      <a:lnTo>
                        <a:pt x="14952" y="1308541"/>
                      </a:lnTo>
                      <a:lnTo>
                        <a:pt x="741250" y="1308541"/>
                      </a:lnTo>
                      <a:lnTo>
                        <a:pt x="741250" y="14955"/>
                      </a:lnTo>
                      <a:close/>
                      <a:moveTo>
                        <a:pt x="8706" y="0"/>
                      </a:moveTo>
                      <a:lnTo>
                        <a:pt x="748734" y="0"/>
                      </a:lnTo>
                      <a:cubicBezTo>
                        <a:pt x="752464" y="0"/>
                        <a:pt x="756196" y="2490"/>
                        <a:pt x="756196" y="6225"/>
                      </a:cubicBezTo>
                      <a:lnTo>
                        <a:pt x="756196" y="1314779"/>
                      </a:lnTo>
                      <a:cubicBezTo>
                        <a:pt x="756196" y="1318514"/>
                        <a:pt x="752464" y="1322249"/>
                        <a:pt x="748734" y="1322249"/>
                      </a:cubicBezTo>
                      <a:lnTo>
                        <a:pt x="8706" y="1322249"/>
                      </a:lnTo>
                      <a:cubicBezTo>
                        <a:pt x="3732" y="1322249"/>
                        <a:pt x="0" y="1318514"/>
                        <a:pt x="0" y="1314779"/>
                      </a:cubicBezTo>
                      <a:lnTo>
                        <a:pt x="0" y="6225"/>
                      </a:lnTo>
                      <a:cubicBezTo>
                        <a:pt x="0" y="2490"/>
                        <a:pt x="3732" y="0"/>
                        <a:pt x="8706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47" name="Freeform 246">
                  <a:extLst>
                    <a:ext uri="{FF2B5EF4-FFF2-40B4-BE49-F238E27FC236}">
                      <a16:creationId xmlns:a16="http://schemas.microsoft.com/office/drawing/2014/main" id="{E23CF994-53E4-3E4F-8AA1-1F32C9228A5D}"/>
                    </a:ext>
                  </a:extLst>
                </p:cNvPr>
                <p:cNvSpPr/>
                <p:nvPr/>
              </p:nvSpPr>
              <p:spPr>
                <a:xfrm>
                  <a:off x="21611998" y="7575828"/>
                  <a:ext cx="585522" cy="1266169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471" h="1017">
                      <a:moveTo>
                        <a:pt x="319" y="0"/>
                      </a:moveTo>
                      <a:cubicBezTo>
                        <a:pt x="229" y="0"/>
                        <a:pt x="155" y="84"/>
                        <a:pt x="155" y="188"/>
                      </a:cubicBezTo>
                      <a:cubicBezTo>
                        <a:pt x="155" y="230"/>
                        <a:pt x="178" y="284"/>
                        <a:pt x="205" y="341"/>
                      </a:cubicBezTo>
                      <a:cubicBezTo>
                        <a:pt x="217" y="364"/>
                        <a:pt x="221" y="389"/>
                        <a:pt x="219" y="414"/>
                      </a:cubicBezTo>
                      <a:cubicBezTo>
                        <a:pt x="216" y="439"/>
                        <a:pt x="206" y="464"/>
                        <a:pt x="189" y="485"/>
                      </a:cubicBezTo>
                      <a:cubicBezTo>
                        <a:pt x="112" y="577"/>
                        <a:pt x="41" y="664"/>
                        <a:pt x="26" y="689"/>
                      </a:cubicBezTo>
                      <a:cubicBezTo>
                        <a:pt x="-28" y="780"/>
                        <a:pt x="6" y="850"/>
                        <a:pt x="88" y="905"/>
                      </a:cubicBezTo>
                      <a:cubicBezTo>
                        <a:pt x="212" y="990"/>
                        <a:pt x="354" y="1103"/>
                        <a:pt x="340" y="916"/>
                      </a:cubicBezTo>
                      <a:cubicBezTo>
                        <a:pt x="319" y="645"/>
                        <a:pt x="481" y="481"/>
                        <a:pt x="470" y="206"/>
                      </a:cubicBezTo>
                      <a:cubicBezTo>
                        <a:pt x="465" y="82"/>
                        <a:pt x="409" y="0"/>
                        <a:pt x="319" y="0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406" name="Freeform 405">
                  <a:extLst>
                    <a:ext uri="{FF2B5EF4-FFF2-40B4-BE49-F238E27FC236}">
                      <a16:creationId xmlns:a16="http://schemas.microsoft.com/office/drawing/2014/main" id="{C56E1152-9BC1-A142-8F09-6831CBEE8A59}"/>
                    </a:ext>
                  </a:extLst>
                </p:cNvPr>
                <p:cNvSpPr/>
                <p:nvPr/>
              </p:nvSpPr>
              <p:spPr>
                <a:xfrm>
                  <a:off x="21604957" y="7568351"/>
                  <a:ext cx="599373" cy="1281124"/>
                </a:xfrm>
                <a:custGeom>
                  <a:avLst/>
                  <a:gdLst>
                    <a:gd name="connsiteX0" fmla="*/ 403599 w 599373"/>
                    <a:gd name="connsiteY0" fmla="*/ 13708 h 1281124"/>
                    <a:gd name="connsiteX1" fmla="*/ 207193 w 599373"/>
                    <a:gd name="connsiteY1" fmla="*/ 241541 h 1281124"/>
                    <a:gd name="connsiteX2" fmla="*/ 269347 w 599373"/>
                    <a:gd name="connsiteY2" fmla="*/ 429534 h 1281124"/>
                    <a:gd name="connsiteX3" fmla="*/ 286751 w 599373"/>
                    <a:gd name="connsiteY3" fmla="*/ 522908 h 1281124"/>
                    <a:gd name="connsiteX4" fmla="*/ 246971 w 599373"/>
                    <a:gd name="connsiteY4" fmla="*/ 616282 h 1281124"/>
                    <a:gd name="connsiteX5" fmla="*/ 223353 w 599373"/>
                    <a:gd name="connsiteY5" fmla="*/ 646162 h 1281124"/>
                    <a:gd name="connsiteX6" fmla="*/ 45593 w 599373"/>
                    <a:gd name="connsiteY6" fmla="*/ 869014 h 1281124"/>
                    <a:gd name="connsiteX7" fmla="*/ 118935 w 599373"/>
                    <a:gd name="connsiteY7" fmla="*/ 1127971 h 1281124"/>
                    <a:gd name="connsiteX8" fmla="*/ 154983 w 599373"/>
                    <a:gd name="connsiteY8" fmla="*/ 1152871 h 1281124"/>
                    <a:gd name="connsiteX9" fmla="*/ 396141 w 599373"/>
                    <a:gd name="connsiteY9" fmla="*/ 1261185 h 1281124"/>
                    <a:gd name="connsiteX10" fmla="*/ 422245 w 599373"/>
                    <a:gd name="connsiteY10" fmla="*/ 1147891 h 1281124"/>
                    <a:gd name="connsiteX11" fmla="*/ 501803 w 599373"/>
                    <a:gd name="connsiteY11" fmla="*/ 697206 h 1281124"/>
                    <a:gd name="connsiteX12" fmla="*/ 585089 w 599373"/>
                    <a:gd name="connsiteY12" fmla="*/ 263951 h 1281124"/>
                    <a:gd name="connsiteX13" fmla="*/ 403599 w 599373"/>
                    <a:gd name="connsiteY13" fmla="*/ 13708 h 1281124"/>
                    <a:gd name="connsiteX14" fmla="*/ 403609 w 599373"/>
                    <a:gd name="connsiteY14" fmla="*/ 0 h 1281124"/>
                    <a:gd name="connsiteX15" fmla="*/ 598793 w 599373"/>
                    <a:gd name="connsiteY15" fmla="*/ 262699 h 1281124"/>
                    <a:gd name="connsiteX16" fmla="*/ 515499 w 599373"/>
                    <a:gd name="connsiteY16" fmla="*/ 702191 h 1281124"/>
                    <a:gd name="connsiteX17" fmla="*/ 437177 w 599373"/>
                    <a:gd name="connsiteY17" fmla="*/ 1146662 h 1281124"/>
                    <a:gd name="connsiteX18" fmla="*/ 402367 w 599373"/>
                    <a:gd name="connsiteY18" fmla="*/ 1273654 h 1281124"/>
                    <a:gd name="connsiteX19" fmla="*/ 372529 w 599373"/>
                    <a:gd name="connsiteY19" fmla="*/ 1281124 h 1281124"/>
                    <a:gd name="connsiteX20" fmla="*/ 147509 w 599373"/>
                    <a:gd name="connsiteY20" fmla="*/ 1165337 h 1281124"/>
                    <a:gd name="connsiteX21" fmla="*/ 111455 w 599373"/>
                    <a:gd name="connsiteY21" fmla="*/ 1140437 h 1281124"/>
                    <a:gd name="connsiteX22" fmla="*/ 33133 w 599373"/>
                    <a:gd name="connsiteY22" fmla="*/ 861553 h 1281124"/>
                    <a:gd name="connsiteX23" fmla="*/ 212155 w 599373"/>
                    <a:gd name="connsiteY23" fmla="*/ 636205 h 1281124"/>
                    <a:gd name="connsiteX24" fmla="*/ 237019 w 599373"/>
                    <a:gd name="connsiteY24" fmla="*/ 606324 h 1281124"/>
                    <a:gd name="connsiteX25" fmla="*/ 273073 w 599373"/>
                    <a:gd name="connsiteY25" fmla="*/ 521663 h 1281124"/>
                    <a:gd name="connsiteX26" fmla="*/ 256911 w 599373"/>
                    <a:gd name="connsiteY26" fmla="*/ 435757 h 1281124"/>
                    <a:gd name="connsiteX27" fmla="*/ 193507 w 599373"/>
                    <a:gd name="connsiteY27" fmla="*/ 241534 h 1281124"/>
                    <a:gd name="connsiteX28" fmla="*/ 403609 w 599373"/>
                    <a:gd name="connsiteY28" fmla="*/ 0 h 128112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599373" h="1281124">
                      <a:moveTo>
                        <a:pt x="403599" y="13708"/>
                      </a:moveTo>
                      <a:cubicBezTo>
                        <a:pt x="295451" y="13708"/>
                        <a:pt x="207193" y="117042"/>
                        <a:pt x="207193" y="241541"/>
                      </a:cubicBezTo>
                      <a:cubicBezTo>
                        <a:pt x="207193" y="295075"/>
                        <a:pt x="239513" y="366040"/>
                        <a:pt x="269347" y="429534"/>
                      </a:cubicBezTo>
                      <a:cubicBezTo>
                        <a:pt x="283021" y="458169"/>
                        <a:pt x="289237" y="490538"/>
                        <a:pt x="286751" y="522908"/>
                      </a:cubicBezTo>
                      <a:cubicBezTo>
                        <a:pt x="283021" y="557768"/>
                        <a:pt x="269347" y="588892"/>
                        <a:pt x="246971" y="616282"/>
                      </a:cubicBezTo>
                      <a:lnTo>
                        <a:pt x="223353" y="646162"/>
                      </a:lnTo>
                      <a:cubicBezTo>
                        <a:pt x="140067" y="745761"/>
                        <a:pt x="61753" y="840379"/>
                        <a:pt x="45593" y="869014"/>
                      </a:cubicBezTo>
                      <a:cubicBezTo>
                        <a:pt x="-12831" y="968613"/>
                        <a:pt x="10787" y="1054517"/>
                        <a:pt x="118935" y="1127971"/>
                      </a:cubicBezTo>
                      <a:cubicBezTo>
                        <a:pt x="131365" y="1136686"/>
                        <a:pt x="143797" y="1144156"/>
                        <a:pt x="154983" y="1152871"/>
                      </a:cubicBezTo>
                      <a:cubicBezTo>
                        <a:pt x="250701" y="1218855"/>
                        <a:pt x="350147" y="1287330"/>
                        <a:pt x="396141" y="1261185"/>
                      </a:cubicBezTo>
                      <a:cubicBezTo>
                        <a:pt x="418517" y="1247490"/>
                        <a:pt x="427219" y="1210141"/>
                        <a:pt x="422245" y="1147891"/>
                      </a:cubicBezTo>
                      <a:cubicBezTo>
                        <a:pt x="409815" y="974838"/>
                        <a:pt x="455809" y="834155"/>
                        <a:pt x="501803" y="697206"/>
                      </a:cubicBezTo>
                      <a:cubicBezTo>
                        <a:pt x="545311" y="566482"/>
                        <a:pt x="591305" y="430779"/>
                        <a:pt x="585089" y="263951"/>
                      </a:cubicBezTo>
                      <a:cubicBezTo>
                        <a:pt x="578873" y="109572"/>
                        <a:pt x="509261" y="13708"/>
                        <a:pt x="403599" y="13708"/>
                      </a:cubicBezTo>
                      <a:close/>
                      <a:moveTo>
                        <a:pt x="403609" y="0"/>
                      </a:moveTo>
                      <a:cubicBezTo>
                        <a:pt x="517985" y="0"/>
                        <a:pt x="592577" y="100847"/>
                        <a:pt x="598793" y="262699"/>
                      </a:cubicBezTo>
                      <a:cubicBezTo>
                        <a:pt x="605009" y="432022"/>
                        <a:pt x="560253" y="568974"/>
                        <a:pt x="515499" y="702191"/>
                      </a:cubicBezTo>
                      <a:cubicBezTo>
                        <a:pt x="468257" y="842877"/>
                        <a:pt x="423501" y="976095"/>
                        <a:pt x="437177" y="1146662"/>
                      </a:cubicBezTo>
                      <a:cubicBezTo>
                        <a:pt x="442149" y="1216383"/>
                        <a:pt x="430959" y="1257469"/>
                        <a:pt x="402367" y="1273654"/>
                      </a:cubicBezTo>
                      <a:cubicBezTo>
                        <a:pt x="393663" y="1278634"/>
                        <a:pt x="383719" y="1281124"/>
                        <a:pt x="372529" y="1281124"/>
                      </a:cubicBezTo>
                      <a:cubicBezTo>
                        <a:pt x="315341" y="1281124"/>
                        <a:pt x="233291" y="1225098"/>
                        <a:pt x="147509" y="1165337"/>
                      </a:cubicBezTo>
                      <a:cubicBezTo>
                        <a:pt x="135077" y="1156622"/>
                        <a:pt x="123887" y="1147907"/>
                        <a:pt x="111455" y="1140437"/>
                      </a:cubicBezTo>
                      <a:cubicBezTo>
                        <a:pt x="-4163" y="1062001"/>
                        <a:pt x="-29027" y="968624"/>
                        <a:pt x="33133" y="861553"/>
                      </a:cubicBezTo>
                      <a:cubicBezTo>
                        <a:pt x="50539" y="831672"/>
                        <a:pt x="125131" y="742031"/>
                        <a:pt x="212155" y="636205"/>
                      </a:cubicBezTo>
                      <a:lnTo>
                        <a:pt x="237019" y="606324"/>
                      </a:lnTo>
                      <a:cubicBezTo>
                        <a:pt x="256911" y="582669"/>
                        <a:pt x="269343" y="552788"/>
                        <a:pt x="273073" y="521663"/>
                      </a:cubicBezTo>
                      <a:cubicBezTo>
                        <a:pt x="274315" y="491783"/>
                        <a:pt x="269343" y="461902"/>
                        <a:pt x="256911" y="435757"/>
                      </a:cubicBezTo>
                      <a:cubicBezTo>
                        <a:pt x="224587" y="371016"/>
                        <a:pt x="193507" y="297560"/>
                        <a:pt x="193507" y="241534"/>
                      </a:cubicBezTo>
                      <a:cubicBezTo>
                        <a:pt x="193507" y="108317"/>
                        <a:pt x="287991" y="0"/>
                        <a:pt x="403609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50" name="Freeform 249">
                  <a:extLst>
                    <a:ext uri="{FF2B5EF4-FFF2-40B4-BE49-F238E27FC236}">
                      <a16:creationId xmlns:a16="http://schemas.microsoft.com/office/drawing/2014/main" id="{99EF732D-6C3D-3544-AEC9-2628871F702C}"/>
                    </a:ext>
                  </a:extLst>
                </p:cNvPr>
                <p:cNvSpPr/>
                <p:nvPr/>
              </p:nvSpPr>
              <p:spPr>
                <a:xfrm>
                  <a:off x="22136477" y="7994561"/>
                  <a:ext cx="626633" cy="985767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504" h="792">
                      <a:moveTo>
                        <a:pt x="367" y="511"/>
                      </a:moveTo>
                      <a:cubicBezTo>
                        <a:pt x="354" y="505"/>
                        <a:pt x="236" y="464"/>
                        <a:pt x="363" y="331"/>
                      </a:cubicBezTo>
                      <a:cubicBezTo>
                        <a:pt x="482" y="209"/>
                        <a:pt x="535" y="85"/>
                        <a:pt x="486" y="28"/>
                      </a:cubicBezTo>
                      <a:cubicBezTo>
                        <a:pt x="433" y="-33"/>
                        <a:pt x="285" y="7"/>
                        <a:pt x="156" y="119"/>
                      </a:cubicBezTo>
                      <a:cubicBezTo>
                        <a:pt x="27" y="230"/>
                        <a:pt x="-34" y="370"/>
                        <a:pt x="19" y="432"/>
                      </a:cubicBezTo>
                      <a:cubicBezTo>
                        <a:pt x="25" y="438"/>
                        <a:pt x="32" y="444"/>
                        <a:pt x="40" y="448"/>
                      </a:cubicBezTo>
                      <a:lnTo>
                        <a:pt x="40" y="449"/>
                      </a:lnTo>
                      <a:cubicBezTo>
                        <a:pt x="152" y="523"/>
                        <a:pt x="-24" y="583"/>
                        <a:pt x="18" y="671"/>
                      </a:cubicBezTo>
                      <a:cubicBezTo>
                        <a:pt x="41" y="720"/>
                        <a:pt x="159" y="799"/>
                        <a:pt x="195" y="791"/>
                      </a:cubicBezTo>
                      <a:cubicBezTo>
                        <a:pt x="230" y="783"/>
                        <a:pt x="455" y="550"/>
                        <a:pt x="367" y="511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407" name="Freeform 406">
                  <a:extLst>
                    <a:ext uri="{FF2B5EF4-FFF2-40B4-BE49-F238E27FC236}">
                      <a16:creationId xmlns:a16="http://schemas.microsoft.com/office/drawing/2014/main" id="{C33C7F05-EA84-A645-A5F6-AF22B1BF32CF}"/>
                    </a:ext>
                  </a:extLst>
                </p:cNvPr>
                <p:cNvSpPr/>
                <p:nvPr/>
              </p:nvSpPr>
              <p:spPr>
                <a:xfrm>
                  <a:off x="22129155" y="7986494"/>
                  <a:ext cx="641528" cy="1000066"/>
                </a:xfrm>
                <a:custGeom>
                  <a:avLst/>
                  <a:gdLst>
                    <a:gd name="connsiteX0" fmla="*/ 496445 w 641528"/>
                    <a:gd name="connsiteY0" fmla="*/ 16945 h 1000066"/>
                    <a:gd name="connsiteX1" fmla="*/ 443723 w 641528"/>
                    <a:gd name="connsiteY1" fmla="*/ 26747 h 1000066"/>
                    <a:gd name="connsiteX2" fmla="*/ 206259 w 641528"/>
                    <a:gd name="connsiteY2" fmla="*/ 162412 h 1000066"/>
                    <a:gd name="connsiteX3" fmla="*/ 38419 w 641528"/>
                    <a:gd name="connsiteY3" fmla="*/ 377733 h 1000066"/>
                    <a:gd name="connsiteX4" fmla="*/ 35931 w 641528"/>
                    <a:gd name="connsiteY4" fmla="*/ 542024 h 1000066"/>
                    <a:gd name="connsiteX5" fmla="*/ 59553 w 641528"/>
                    <a:gd name="connsiteY5" fmla="*/ 560694 h 1000066"/>
                    <a:gd name="connsiteX6" fmla="*/ 60797 w 641528"/>
                    <a:gd name="connsiteY6" fmla="*/ 560694 h 1000066"/>
                    <a:gd name="connsiteX7" fmla="*/ 62041 w 641528"/>
                    <a:gd name="connsiteY7" fmla="*/ 561938 h 1000066"/>
                    <a:gd name="connsiteX8" fmla="*/ 110527 w 641528"/>
                    <a:gd name="connsiteY8" fmla="*/ 622925 h 1000066"/>
                    <a:gd name="connsiteX9" fmla="*/ 70743 w 641528"/>
                    <a:gd name="connsiteY9" fmla="*/ 718762 h 1000066"/>
                    <a:gd name="connsiteX10" fmla="*/ 35931 w 641528"/>
                    <a:gd name="connsiteY10" fmla="*/ 840736 h 1000066"/>
                    <a:gd name="connsiteX11" fmla="*/ 248529 w 641528"/>
                    <a:gd name="connsiteY11" fmla="*/ 986358 h 1000066"/>
                    <a:gd name="connsiteX12" fmla="*/ 481021 w 641528"/>
                    <a:gd name="connsiteY12" fmla="*/ 692625 h 1000066"/>
                    <a:gd name="connsiteX13" fmla="*/ 459885 w 641528"/>
                    <a:gd name="connsiteY13" fmla="*/ 651552 h 1000066"/>
                    <a:gd name="connsiteX14" fmla="*/ 457399 w 641528"/>
                    <a:gd name="connsiteY14" fmla="*/ 650307 h 1000066"/>
                    <a:gd name="connsiteX15" fmla="*/ 380317 w 641528"/>
                    <a:gd name="connsiteY15" fmla="*/ 571896 h 1000066"/>
                    <a:gd name="connsiteX16" fmla="*/ 453669 w 641528"/>
                    <a:gd name="connsiteY16" fmla="*/ 417561 h 1000066"/>
                    <a:gd name="connsiteX17" fmla="*/ 606591 w 641528"/>
                    <a:gd name="connsiteY17" fmla="*/ 49150 h 1000066"/>
                    <a:gd name="connsiteX18" fmla="*/ 496445 w 641528"/>
                    <a:gd name="connsiteY18" fmla="*/ 16945 h 1000066"/>
                    <a:gd name="connsiteX19" fmla="*/ 496965 w 641528"/>
                    <a:gd name="connsiteY19" fmla="*/ 999 h 1000066"/>
                    <a:gd name="connsiteX20" fmla="*/ 616563 w 641528"/>
                    <a:gd name="connsiteY20" fmla="*/ 37931 h 1000066"/>
                    <a:gd name="connsiteX21" fmla="*/ 463627 w 641528"/>
                    <a:gd name="connsiteY21" fmla="*/ 426270 h 1000066"/>
                    <a:gd name="connsiteX22" fmla="*/ 395241 w 641528"/>
                    <a:gd name="connsiteY22" fmla="*/ 568163 h 1000066"/>
                    <a:gd name="connsiteX23" fmla="*/ 463627 w 641528"/>
                    <a:gd name="connsiteY23" fmla="*/ 635376 h 1000066"/>
                    <a:gd name="connsiteX24" fmla="*/ 466113 w 641528"/>
                    <a:gd name="connsiteY24" fmla="*/ 637865 h 1000066"/>
                    <a:gd name="connsiteX25" fmla="*/ 494711 w 641528"/>
                    <a:gd name="connsiteY25" fmla="*/ 692631 h 1000066"/>
                    <a:gd name="connsiteX26" fmla="*/ 251009 w 641528"/>
                    <a:gd name="connsiteY26" fmla="*/ 998821 h 1000066"/>
                    <a:gd name="connsiteX27" fmla="*/ 242305 w 641528"/>
                    <a:gd name="connsiteY27" fmla="*/ 1000066 h 1000066"/>
                    <a:gd name="connsiteX28" fmla="*/ 22227 w 641528"/>
                    <a:gd name="connsiteY28" fmla="*/ 845726 h 1000066"/>
                    <a:gd name="connsiteX29" fmla="*/ 59529 w 641528"/>
                    <a:gd name="connsiteY29" fmla="*/ 708812 h 1000066"/>
                    <a:gd name="connsiteX30" fmla="*/ 95587 w 641528"/>
                    <a:gd name="connsiteY30" fmla="*/ 624173 h 1000066"/>
                    <a:gd name="connsiteX31" fmla="*/ 53313 w 641528"/>
                    <a:gd name="connsiteY31" fmla="*/ 571897 h 1000066"/>
                    <a:gd name="connsiteX32" fmla="*/ 24715 w 641528"/>
                    <a:gd name="connsiteY32" fmla="*/ 549493 h 1000066"/>
                    <a:gd name="connsiteX33" fmla="*/ 24715 w 641528"/>
                    <a:gd name="connsiteY33" fmla="*/ 371504 h 1000066"/>
                    <a:gd name="connsiteX34" fmla="*/ 197545 w 641528"/>
                    <a:gd name="connsiteY34" fmla="*/ 149952 h 1000066"/>
                    <a:gd name="connsiteX35" fmla="*/ 440003 w 641528"/>
                    <a:gd name="connsiteY35" fmla="*/ 11792 h 1000066"/>
                    <a:gd name="connsiteX36" fmla="*/ 496965 w 641528"/>
                    <a:gd name="connsiteY36" fmla="*/ 999 h 10000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  <a:cxn ang="0">
                      <a:pos x="connsiteX29" y="connsiteY29"/>
                    </a:cxn>
                    <a:cxn ang="0">
                      <a:pos x="connsiteX30" y="connsiteY30"/>
                    </a:cxn>
                    <a:cxn ang="0">
                      <a:pos x="connsiteX31" y="connsiteY31"/>
                    </a:cxn>
                    <a:cxn ang="0">
                      <a:pos x="connsiteX32" y="connsiteY32"/>
                    </a:cxn>
                    <a:cxn ang="0">
                      <a:pos x="connsiteX33" y="connsiteY33"/>
                    </a:cxn>
                    <a:cxn ang="0">
                      <a:pos x="connsiteX34" y="connsiteY34"/>
                    </a:cxn>
                    <a:cxn ang="0">
                      <a:pos x="connsiteX35" y="connsiteY35"/>
                    </a:cxn>
                    <a:cxn ang="0">
                      <a:pos x="connsiteX36" y="connsiteY36"/>
                    </a:cxn>
                  </a:cxnLst>
                  <a:rect l="l" t="t" r="r" b="b"/>
                  <a:pathLst>
                    <a:path w="641528" h="1000066">
                      <a:moveTo>
                        <a:pt x="496445" y="16945"/>
                      </a:moveTo>
                      <a:cubicBezTo>
                        <a:pt x="480011" y="18501"/>
                        <a:pt x="462371" y="21768"/>
                        <a:pt x="443723" y="26747"/>
                      </a:cubicBezTo>
                      <a:cubicBezTo>
                        <a:pt x="366641" y="47906"/>
                        <a:pt x="283341" y="95202"/>
                        <a:pt x="206259" y="162412"/>
                      </a:cubicBezTo>
                      <a:cubicBezTo>
                        <a:pt x="129177" y="228377"/>
                        <a:pt x="69499" y="305545"/>
                        <a:pt x="38419" y="377733"/>
                      </a:cubicBezTo>
                      <a:cubicBezTo>
                        <a:pt x="7337" y="448677"/>
                        <a:pt x="6093" y="507175"/>
                        <a:pt x="35931" y="542024"/>
                      </a:cubicBezTo>
                      <a:cubicBezTo>
                        <a:pt x="43391" y="549492"/>
                        <a:pt x="50851" y="555715"/>
                        <a:pt x="59553" y="560694"/>
                      </a:cubicBezTo>
                      <a:cubicBezTo>
                        <a:pt x="60797" y="560694"/>
                        <a:pt x="60797" y="560694"/>
                        <a:pt x="60797" y="560694"/>
                      </a:cubicBezTo>
                      <a:cubicBezTo>
                        <a:pt x="60797" y="561938"/>
                        <a:pt x="62041" y="561938"/>
                        <a:pt x="62041" y="561938"/>
                      </a:cubicBezTo>
                      <a:cubicBezTo>
                        <a:pt x="90635" y="580608"/>
                        <a:pt x="106797" y="601767"/>
                        <a:pt x="110527" y="622925"/>
                      </a:cubicBezTo>
                      <a:cubicBezTo>
                        <a:pt x="116743" y="656530"/>
                        <a:pt x="94365" y="686402"/>
                        <a:pt x="70743" y="718762"/>
                      </a:cubicBezTo>
                      <a:cubicBezTo>
                        <a:pt x="43391" y="757346"/>
                        <a:pt x="13553" y="795929"/>
                        <a:pt x="35931" y="840736"/>
                      </a:cubicBezTo>
                      <a:cubicBezTo>
                        <a:pt x="64527" y="902968"/>
                        <a:pt x="208745" y="995070"/>
                        <a:pt x="248529" y="986358"/>
                      </a:cubicBezTo>
                      <a:cubicBezTo>
                        <a:pt x="278369" y="980135"/>
                        <a:pt x="471075" y="789706"/>
                        <a:pt x="481021" y="692625"/>
                      </a:cubicBezTo>
                      <a:cubicBezTo>
                        <a:pt x="483507" y="672711"/>
                        <a:pt x="476047" y="659020"/>
                        <a:pt x="459885" y="651552"/>
                      </a:cubicBezTo>
                      <a:lnTo>
                        <a:pt x="457399" y="650307"/>
                      </a:lnTo>
                      <a:cubicBezTo>
                        <a:pt x="413885" y="631638"/>
                        <a:pt x="387775" y="605501"/>
                        <a:pt x="380317" y="571896"/>
                      </a:cubicBezTo>
                      <a:cubicBezTo>
                        <a:pt x="371613" y="529578"/>
                        <a:pt x="396479" y="476059"/>
                        <a:pt x="453669" y="417561"/>
                      </a:cubicBezTo>
                      <a:cubicBezTo>
                        <a:pt x="602861" y="263227"/>
                        <a:pt x="663781" y="115116"/>
                        <a:pt x="606591" y="49150"/>
                      </a:cubicBezTo>
                      <a:cubicBezTo>
                        <a:pt x="584213" y="23013"/>
                        <a:pt x="545749" y="12278"/>
                        <a:pt x="496445" y="16945"/>
                      </a:cubicBezTo>
                      <a:close/>
                      <a:moveTo>
                        <a:pt x="496965" y="999"/>
                      </a:moveTo>
                      <a:cubicBezTo>
                        <a:pt x="550119" y="-3844"/>
                        <a:pt x="591385" y="8992"/>
                        <a:pt x="616563" y="37931"/>
                      </a:cubicBezTo>
                      <a:cubicBezTo>
                        <a:pt x="679975" y="111367"/>
                        <a:pt x="620293" y="263217"/>
                        <a:pt x="463627" y="426270"/>
                      </a:cubicBezTo>
                      <a:cubicBezTo>
                        <a:pt x="410161" y="481036"/>
                        <a:pt x="386537" y="529578"/>
                        <a:pt x="395241" y="568163"/>
                      </a:cubicBezTo>
                      <a:cubicBezTo>
                        <a:pt x="400215" y="596790"/>
                        <a:pt x="423839" y="620439"/>
                        <a:pt x="463627" y="635376"/>
                      </a:cubicBezTo>
                      <a:lnTo>
                        <a:pt x="466113" y="637865"/>
                      </a:lnTo>
                      <a:cubicBezTo>
                        <a:pt x="487251" y="647822"/>
                        <a:pt x="498441" y="666492"/>
                        <a:pt x="494711" y="692631"/>
                      </a:cubicBezTo>
                      <a:cubicBezTo>
                        <a:pt x="486007" y="795939"/>
                        <a:pt x="290797" y="990109"/>
                        <a:pt x="251009" y="998821"/>
                      </a:cubicBezTo>
                      <a:cubicBezTo>
                        <a:pt x="248523" y="1000066"/>
                        <a:pt x="246035" y="1000066"/>
                        <a:pt x="242305" y="1000066"/>
                      </a:cubicBezTo>
                      <a:cubicBezTo>
                        <a:pt x="187597" y="1000066"/>
                        <a:pt x="50825" y="906715"/>
                        <a:pt x="22227" y="845726"/>
                      </a:cubicBezTo>
                      <a:cubicBezTo>
                        <a:pt x="-2639" y="793450"/>
                        <a:pt x="30931" y="748641"/>
                        <a:pt x="59529" y="708812"/>
                      </a:cubicBezTo>
                      <a:cubicBezTo>
                        <a:pt x="80667" y="678939"/>
                        <a:pt x="101803" y="651556"/>
                        <a:pt x="95587" y="624173"/>
                      </a:cubicBezTo>
                      <a:cubicBezTo>
                        <a:pt x="93101" y="606748"/>
                        <a:pt x="79423" y="589322"/>
                        <a:pt x="53313" y="571897"/>
                      </a:cubicBezTo>
                      <a:cubicBezTo>
                        <a:pt x="42121" y="565674"/>
                        <a:pt x="32175" y="558206"/>
                        <a:pt x="24715" y="549493"/>
                      </a:cubicBezTo>
                      <a:cubicBezTo>
                        <a:pt x="-7613" y="509663"/>
                        <a:pt x="-8857" y="447429"/>
                        <a:pt x="24715" y="371504"/>
                      </a:cubicBezTo>
                      <a:cubicBezTo>
                        <a:pt x="57043" y="296823"/>
                        <a:pt x="119211" y="218409"/>
                        <a:pt x="197545" y="149952"/>
                      </a:cubicBezTo>
                      <a:cubicBezTo>
                        <a:pt x="275877" y="82739"/>
                        <a:pt x="361669" y="32952"/>
                        <a:pt x="440003" y="11792"/>
                      </a:cubicBezTo>
                      <a:cubicBezTo>
                        <a:pt x="460207" y="6191"/>
                        <a:pt x="479247" y="2613"/>
                        <a:pt x="496965" y="999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square" lIns="90000" tIns="45000" rIns="90000" bIns="45000" anchor="ctr" anchorCtr="1" compatLnSpc="0">
                  <a:noAutofit/>
                </a:bodyPr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53" name="Freeform 252">
                  <a:extLst>
                    <a:ext uri="{FF2B5EF4-FFF2-40B4-BE49-F238E27FC236}">
                      <a16:creationId xmlns:a16="http://schemas.microsoft.com/office/drawing/2014/main" id="{1094BFF4-2F17-8F49-922F-6BF6B1674D8D}"/>
                    </a:ext>
                  </a:extLst>
                </p:cNvPr>
                <p:cNvSpPr/>
                <p:nvPr/>
              </p:nvSpPr>
              <p:spPr>
                <a:xfrm>
                  <a:off x="22208733" y="8332289"/>
                  <a:ext cx="285286" cy="980782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230" h="788">
                      <a:moveTo>
                        <a:pt x="7" y="788"/>
                      </a:moveTo>
                      <a:cubicBezTo>
                        <a:pt x="4" y="788"/>
                        <a:pt x="2" y="786"/>
                        <a:pt x="0" y="784"/>
                      </a:cubicBezTo>
                      <a:cubicBezTo>
                        <a:pt x="0" y="781"/>
                        <a:pt x="2" y="777"/>
                        <a:pt x="5" y="777"/>
                      </a:cubicBezTo>
                      <a:cubicBezTo>
                        <a:pt x="7" y="776"/>
                        <a:pt x="140" y="736"/>
                        <a:pt x="125" y="446"/>
                      </a:cubicBezTo>
                      <a:cubicBezTo>
                        <a:pt x="109" y="148"/>
                        <a:pt x="219" y="4"/>
                        <a:pt x="220" y="3"/>
                      </a:cubicBezTo>
                      <a:cubicBezTo>
                        <a:pt x="222" y="0"/>
                        <a:pt x="225" y="0"/>
                        <a:pt x="228" y="1"/>
                      </a:cubicBezTo>
                      <a:cubicBezTo>
                        <a:pt x="230" y="3"/>
                        <a:pt x="231" y="7"/>
                        <a:pt x="229" y="9"/>
                      </a:cubicBezTo>
                      <a:cubicBezTo>
                        <a:pt x="229" y="10"/>
                        <a:pt x="202" y="45"/>
                        <a:pt x="177" y="116"/>
                      </a:cubicBezTo>
                      <a:cubicBezTo>
                        <a:pt x="154" y="181"/>
                        <a:pt x="128" y="292"/>
                        <a:pt x="137" y="446"/>
                      </a:cubicBezTo>
                      <a:cubicBezTo>
                        <a:pt x="153" y="746"/>
                        <a:pt x="14" y="786"/>
                        <a:pt x="8" y="788"/>
                      </a:cubicBezTo>
                      <a:cubicBezTo>
                        <a:pt x="7" y="788"/>
                        <a:pt x="7" y="788"/>
                        <a:pt x="7" y="788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  <p:sp>
              <p:nvSpPr>
                <p:cNvPr id="254" name="Freeform 253">
                  <a:extLst>
                    <a:ext uri="{FF2B5EF4-FFF2-40B4-BE49-F238E27FC236}">
                      <a16:creationId xmlns:a16="http://schemas.microsoft.com/office/drawing/2014/main" id="{34EA3CE8-E159-C94B-BE29-9AE8BCD00AF4}"/>
                    </a:ext>
                  </a:extLst>
                </p:cNvPr>
                <p:cNvSpPr/>
                <p:nvPr/>
              </p:nvSpPr>
              <p:spPr>
                <a:xfrm>
                  <a:off x="21889810" y="7899848"/>
                  <a:ext cx="203064" cy="1411978"/>
                </a:xfrm>
                <a:custGeom>
                  <a:avLst/>
                  <a:gdLst/>
                  <a:ahLst/>
                  <a:cxnLst>
                    <a:cxn ang="3cd4">
                      <a:pos x="hc" y="t"/>
                    </a:cxn>
                    <a:cxn ang="cd2">
                      <a:pos x="l" y="vc"/>
                    </a:cxn>
                    <a:cxn ang="cd4">
                      <a:pos x="hc" y="b"/>
                    </a:cxn>
                    <a:cxn ang="0">
                      <a:pos x="r" y="vc"/>
                    </a:cxn>
                  </a:cxnLst>
                  <a:rect l="l" t="t" r="r" b="b"/>
                  <a:pathLst>
                    <a:path w="164" h="1134">
                      <a:moveTo>
                        <a:pt x="122" y="1134"/>
                      </a:moveTo>
                      <a:cubicBezTo>
                        <a:pt x="121" y="1134"/>
                        <a:pt x="120" y="1134"/>
                        <a:pt x="119" y="1133"/>
                      </a:cubicBezTo>
                      <a:cubicBezTo>
                        <a:pt x="116" y="1132"/>
                        <a:pt x="116" y="1128"/>
                        <a:pt x="117" y="1125"/>
                      </a:cubicBezTo>
                      <a:cubicBezTo>
                        <a:pt x="118" y="1123"/>
                        <a:pt x="225" y="944"/>
                        <a:pt x="59" y="687"/>
                      </a:cubicBezTo>
                      <a:cubicBezTo>
                        <a:pt x="-40" y="533"/>
                        <a:pt x="4" y="418"/>
                        <a:pt x="52" y="295"/>
                      </a:cubicBezTo>
                      <a:cubicBezTo>
                        <a:pt x="86" y="207"/>
                        <a:pt x="122" y="115"/>
                        <a:pt x="99" y="6"/>
                      </a:cubicBezTo>
                      <a:cubicBezTo>
                        <a:pt x="98" y="3"/>
                        <a:pt x="100" y="0"/>
                        <a:pt x="103" y="0"/>
                      </a:cubicBezTo>
                      <a:cubicBezTo>
                        <a:pt x="106" y="-1"/>
                        <a:pt x="109" y="1"/>
                        <a:pt x="110" y="4"/>
                      </a:cubicBezTo>
                      <a:cubicBezTo>
                        <a:pt x="134" y="116"/>
                        <a:pt x="97" y="209"/>
                        <a:pt x="62" y="300"/>
                      </a:cubicBezTo>
                      <a:cubicBezTo>
                        <a:pt x="17" y="419"/>
                        <a:pt x="-27" y="532"/>
                        <a:pt x="69" y="681"/>
                      </a:cubicBezTo>
                      <a:cubicBezTo>
                        <a:pt x="239" y="944"/>
                        <a:pt x="128" y="1130"/>
                        <a:pt x="127" y="1132"/>
                      </a:cubicBezTo>
                      <a:cubicBezTo>
                        <a:pt x="125" y="1133"/>
                        <a:pt x="124" y="1134"/>
                        <a:pt x="122" y="1134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flat">
                  <a:noFill/>
                  <a:prstDash val="solid"/>
                </a:ln>
              </p:spPr>
              <p:txBody>
                <a:bodyPr vert="horz" wrap="none" lIns="90000" tIns="45000" rIns="90000" bIns="45000" anchor="ctr" anchorCtr="1" compatLnSpc="0"/>
                <a:lstStyle/>
                <a:p>
                  <a:pPr marL="0" marR="0" lvl="0" indent="0" rtl="0" hangingPunct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None/>
                    <a:tabLst/>
                  </a:pPr>
                  <a:endParaRPr lang="en-none" sz="1800" b="0" i="0" u="none" strike="noStrike" kern="1200">
                    <a:ln>
                      <a:noFill/>
                    </a:ln>
                    <a:latin typeface="Arial" pitchFamily="18"/>
                    <a:ea typeface="Arial Unicode MS" pitchFamily="2"/>
                    <a:cs typeface="Arial Unicode MS" pitchFamily="2"/>
                  </a:endParaRPr>
                </a:p>
              </p:txBody>
            </p:sp>
          </p:grp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878AAE5B-AE89-B344-8399-DBFBD8EC9969}"/>
                </a:ext>
              </a:extLst>
            </p:cNvPr>
            <p:cNvGrpSpPr/>
            <p:nvPr/>
          </p:nvGrpSpPr>
          <p:grpSpPr>
            <a:xfrm>
              <a:off x="11938661" y="6151388"/>
              <a:ext cx="2048628" cy="4819169"/>
              <a:chOff x="11938661" y="6151388"/>
              <a:chExt cx="2048628" cy="4819169"/>
            </a:xfrm>
          </p:grpSpPr>
          <p:sp>
            <p:nvSpPr>
              <p:cNvPr id="255" name="Freeform 254">
                <a:extLst>
                  <a:ext uri="{FF2B5EF4-FFF2-40B4-BE49-F238E27FC236}">
                    <a16:creationId xmlns:a16="http://schemas.microsoft.com/office/drawing/2014/main" id="{83F6AF9C-B144-F947-A11F-6BDF908235FF}"/>
                  </a:ext>
                </a:extLst>
              </p:cNvPr>
              <p:cNvSpPr/>
              <p:nvPr/>
            </p:nvSpPr>
            <p:spPr>
              <a:xfrm>
                <a:off x="12317146" y="8338520"/>
                <a:ext cx="330135" cy="30781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6" h="248">
                    <a:moveTo>
                      <a:pt x="0" y="113"/>
                    </a:moveTo>
                    <a:lnTo>
                      <a:pt x="99" y="248"/>
                    </a:lnTo>
                    <a:lnTo>
                      <a:pt x="266" y="142"/>
                    </a:lnTo>
                    <a:lnTo>
                      <a:pt x="162" y="0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B307DFAD-25E6-594E-AADB-287A55515D3E}"/>
                  </a:ext>
                </a:extLst>
              </p:cNvPr>
              <p:cNvSpPr/>
              <p:nvPr/>
            </p:nvSpPr>
            <p:spPr>
              <a:xfrm>
                <a:off x="12310403" y="8330993"/>
                <a:ext cx="343107" cy="322823"/>
              </a:xfrm>
              <a:custGeom>
                <a:avLst/>
                <a:gdLst>
                  <a:gd name="connsiteX0" fmla="*/ 206550 w 343107"/>
                  <a:gd name="connsiteY0" fmla="*/ 17497 h 322823"/>
                  <a:gd name="connsiteX1" fmla="*/ 16710 w 343107"/>
                  <a:gd name="connsiteY1" fmla="*/ 150271 h 322823"/>
                  <a:gd name="connsiteX2" fmla="*/ 132103 w 343107"/>
                  <a:gd name="connsiteY2" fmla="*/ 306622 h 322823"/>
                  <a:gd name="connsiteX3" fmla="*/ 325666 w 343107"/>
                  <a:gd name="connsiteY3" fmla="*/ 182534 h 322823"/>
                  <a:gd name="connsiteX4" fmla="*/ 204084 w 343107"/>
                  <a:gd name="connsiteY4" fmla="*/ 1292 h 322823"/>
                  <a:gd name="connsiteX5" fmla="*/ 214014 w 343107"/>
                  <a:gd name="connsiteY5" fmla="*/ 3775 h 322823"/>
                  <a:gd name="connsiteX6" fmla="*/ 341866 w 343107"/>
                  <a:gd name="connsiteY6" fmla="*/ 180058 h 322823"/>
                  <a:gd name="connsiteX7" fmla="*/ 343107 w 343107"/>
                  <a:gd name="connsiteY7" fmla="*/ 185024 h 322823"/>
                  <a:gd name="connsiteX8" fmla="*/ 340624 w 343107"/>
                  <a:gd name="connsiteY8" fmla="*/ 189989 h 322823"/>
                  <a:gd name="connsiteX9" fmla="*/ 134572 w 343107"/>
                  <a:gd name="connsiteY9" fmla="*/ 321582 h 322823"/>
                  <a:gd name="connsiteX10" fmla="*/ 129607 w 343107"/>
                  <a:gd name="connsiteY10" fmla="*/ 322823 h 322823"/>
                  <a:gd name="connsiteX11" fmla="*/ 124642 w 343107"/>
                  <a:gd name="connsiteY11" fmla="*/ 320340 h 322823"/>
                  <a:gd name="connsiteX12" fmla="*/ 1755 w 343107"/>
                  <a:gd name="connsiteY12" fmla="*/ 151505 h 322823"/>
                  <a:gd name="connsiteX13" fmla="*/ 514 w 343107"/>
                  <a:gd name="connsiteY13" fmla="*/ 146539 h 322823"/>
                  <a:gd name="connsiteX14" fmla="*/ 2997 w 343107"/>
                  <a:gd name="connsiteY14" fmla="*/ 142815 h 322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43107" h="322823">
                    <a:moveTo>
                      <a:pt x="206550" y="17497"/>
                    </a:moveTo>
                    <a:lnTo>
                      <a:pt x="16710" y="150271"/>
                    </a:lnTo>
                    <a:lnTo>
                      <a:pt x="132103" y="306622"/>
                    </a:lnTo>
                    <a:lnTo>
                      <a:pt x="325666" y="182534"/>
                    </a:lnTo>
                    <a:close/>
                    <a:moveTo>
                      <a:pt x="204084" y="1292"/>
                    </a:moveTo>
                    <a:cubicBezTo>
                      <a:pt x="207808" y="-1192"/>
                      <a:pt x="211531" y="50"/>
                      <a:pt x="214014" y="3775"/>
                    </a:cubicBezTo>
                    <a:lnTo>
                      <a:pt x="341866" y="180058"/>
                    </a:lnTo>
                    <a:cubicBezTo>
                      <a:pt x="343107" y="181299"/>
                      <a:pt x="343107" y="183782"/>
                      <a:pt x="343107" y="185024"/>
                    </a:cubicBezTo>
                    <a:cubicBezTo>
                      <a:pt x="343107" y="187507"/>
                      <a:pt x="341866" y="189989"/>
                      <a:pt x="340624" y="189989"/>
                    </a:cubicBezTo>
                    <a:lnTo>
                      <a:pt x="134572" y="321582"/>
                    </a:lnTo>
                    <a:cubicBezTo>
                      <a:pt x="132090" y="321582"/>
                      <a:pt x="130848" y="322823"/>
                      <a:pt x="129607" y="322823"/>
                    </a:cubicBezTo>
                    <a:cubicBezTo>
                      <a:pt x="128366" y="322823"/>
                      <a:pt x="125883" y="321582"/>
                      <a:pt x="124642" y="320340"/>
                    </a:cubicBezTo>
                    <a:lnTo>
                      <a:pt x="1755" y="151505"/>
                    </a:lnTo>
                    <a:cubicBezTo>
                      <a:pt x="514" y="150264"/>
                      <a:pt x="-727" y="149022"/>
                      <a:pt x="514" y="146539"/>
                    </a:cubicBezTo>
                    <a:cubicBezTo>
                      <a:pt x="514" y="145298"/>
                      <a:pt x="1755" y="144056"/>
                      <a:pt x="2997" y="14281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58" name="Freeform 257">
                <a:extLst>
                  <a:ext uri="{FF2B5EF4-FFF2-40B4-BE49-F238E27FC236}">
                    <a16:creationId xmlns:a16="http://schemas.microsoft.com/office/drawing/2014/main" id="{C1697380-0B77-634C-9C30-F5EB411DCA41}"/>
                  </a:ext>
                </a:extLst>
              </p:cNvPr>
              <p:cNvSpPr/>
              <p:nvPr/>
            </p:nvSpPr>
            <p:spPr>
              <a:xfrm>
                <a:off x="12228695" y="6362001"/>
                <a:ext cx="604209" cy="84245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86" h="677">
                    <a:moveTo>
                      <a:pt x="367" y="46"/>
                    </a:moveTo>
                    <a:cubicBezTo>
                      <a:pt x="321" y="-33"/>
                      <a:pt x="243" y="6"/>
                      <a:pt x="152" y="41"/>
                    </a:cubicBezTo>
                    <a:cubicBezTo>
                      <a:pt x="61" y="75"/>
                      <a:pt x="-35" y="149"/>
                      <a:pt x="13" y="283"/>
                    </a:cubicBezTo>
                    <a:cubicBezTo>
                      <a:pt x="37" y="352"/>
                      <a:pt x="79" y="397"/>
                      <a:pt x="127" y="427"/>
                    </a:cubicBezTo>
                    <a:lnTo>
                      <a:pt x="152" y="677"/>
                    </a:lnTo>
                    <a:lnTo>
                      <a:pt x="379" y="654"/>
                    </a:lnTo>
                    <a:lnTo>
                      <a:pt x="360" y="466"/>
                    </a:lnTo>
                    <a:cubicBezTo>
                      <a:pt x="411" y="459"/>
                      <a:pt x="448" y="441"/>
                      <a:pt x="462" y="429"/>
                    </a:cubicBezTo>
                    <a:cubicBezTo>
                      <a:pt x="538" y="364"/>
                      <a:pt x="414" y="126"/>
                      <a:pt x="367" y="4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09" name="Freeform 408">
                <a:extLst>
                  <a:ext uri="{FF2B5EF4-FFF2-40B4-BE49-F238E27FC236}">
                    <a16:creationId xmlns:a16="http://schemas.microsoft.com/office/drawing/2014/main" id="{DD09B3EE-089D-E049-9891-9FD23543BE84}"/>
                  </a:ext>
                </a:extLst>
              </p:cNvPr>
              <p:cNvSpPr/>
              <p:nvPr/>
            </p:nvSpPr>
            <p:spPr>
              <a:xfrm>
                <a:off x="12222597" y="6356186"/>
                <a:ext cx="617778" cy="855745"/>
              </a:xfrm>
              <a:custGeom>
                <a:avLst/>
                <a:gdLst>
                  <a:gd name="connsiteX0" fmla="*/ 367874 w 617778"/>
                  <a:gd name="connsiteY0" fmla="*/ 13293 h 855745"/>
                  <a:gd name="connsiteX1" fmla="*/ 224911 w 617778"/>
                  <a:gd name="connsiteY1" fmla="*/ 53113 h 855745"/>
                  <a:gd name="connsiteX2" fmla="*/ 197561 w 617778"/>
                  <a:gd name="connsiteY2" fmla="*/ 64312 h 855745"/>
                  <a:gd name="connsiteX3" fmla="*/ 28491 w 617778"/>
                  <a:gd name="connsiteY3" fmla="*/ 356736 h 855745"/>
                  <a:gd name="connsiteX4" fmla="*/ 166482 w 617778"/>
                  <a:gd name="connsiteY4" fmla="*/ 532191 h 855745"/>
                  <a:gd name="connsiteX5" fmla="*/ 170211 w 617778"/>
                  <a:gd name="connsiteY5" fmla="*/ 537168 h 855745"/>
                  <a:gd name="connsiteX6" fmla="*/ 202534 w 617778"/>
                  <a:gd name="connsiteY6" fmla="*/ 842036 h 855745"/>
                  <a:gd name="connsiteX7" fmla="*/ 469814 w 617778"/>
                  <a:gd name="connsiteY7" fmla="*/ 814660 h 855745"/>
                  <a:gd name="connsiteX8" fmla="*/ 446194 w 617778"/>
                  <a:gd name="connsiteY8" fmla="*/ 586943 h 855745"/>
                  <a:gd name="connsiteX9" fmla="*/ 452409 w 617778"/>
                  <a:gd name="connsiteY9" fmla="*/ 579476 h 855745"/>
                  <a:gd name="connsiteX10" fmla="*/ 575482 w 617778"/>
                  <a:gd name="connsiteY10" fmla="*/ 535924 h 855745"/>
                  <a:gd name="connsiteX11" fmla="*/ 571753 w 617778"/>
                  <a:gd name="connsiteY11" fmla="*/ 311939 h 855745"/>
                  <a:gd name="connsiteX12" fmla="*/ 456139 w 617778"/>
                  <a:gd name="connsiteY12" fmla="*/ 68045 h 855745"/>
                  <a:gd name="connsiteX13" fmla="*/ 367874 w 617778"/>
                  <a:gd name="connsiteY13" fmla="*/ 13293 h 855745"/>
                  <a:gd name="connsiteX14" fmla="*/ 360733 w 617778"/>
                  <a:gd name="connsiteY14" fmla="*/ 208 h 855745"/>
                  <a:gd name="connsiteX15" fmla="*/ 468588 w 617778"/>
                  <a:gd name="connsiteY15" fmla="*/ 60562 h 855745"/>
                  <a:gd name="connsiteX16" fmla="*/ 585457 w 617778"/>
                  <a:gd name="connsiteY16" fmla="*/ 547129 h 855745"/>
                  <a:gd name="connsiteX17" fmla="*/ 461128 w 617778"/>
                  <a:gd name="connsiteY17" fmla="*/ 593173 h 855745"/>
                  <a:gd name="connsiteX18" fmla="*/ 483507 w 617778"/>
                  <a:gd name="connsiteY18" fmla="*/ 819657 h 855745"/>
                  <a:gd name="connsiteX19" fmla="*/ 482264 w 617778"/>
                  <a:gd name="connsiteY19" fmla="*/ 824635 h 855745"/>
                  <a:gd name="connsiteX20" fmla="*/ 477291 w 617778"/>
                  <a:gd name="connsiteY20" fmla="*/ 828368 h 855745"/>
                  <a:gd name="connsiteX21" fmla="*/ 196308 w 617778"/>
                  <a:gd name="connsiteY21" fmla="*/ 855745 h 855745"/>
                  <a:gd name="connsiteX22" fmla="*/ 195065 w 617778"/>
                  <a:gd name="connsiteY22" fmla="*/ 855745 h 855745"/>
                  <a:gd name="connsiteX23" fmla="*/ 190092 w 617778"/>
                  <a:gd name="connsiteY23" fmla="*/ 854501 h 855745"/>
                  <a:gd name="connsiteX24" fmla="*/ 188848 w 617778"/>
                  <a:gd name="connsiteY24" fmla="*/ 849523 h 855745"/>
                  <a:gd name="connsiteX25" fmla="*/ 156523 w 617778"/>
                  <a:gd name="connsiteY25" fmla="*/ 542152 h 855745"/>
                  <a:gd name="connsiteX26" fmla="*/ 16032 w 617778"/>
                  <a:gd name="connsiteY26" fmla="*/ 361711 h 855745"/>
                  <a:gd name="connsiteX27" fmla="*/ 191335 w 617778"/>
                  <a:gd name="connsiteY27" fmla="*/ 50606 h 855745"/>
                  <a:gd name="connsiteX28" fmla="*/ 221174 w 617778"/>
                  <a:gd name="connsiteY28" fmla="*/ 40651 h 855745"/>
                  <a:gd name="connsiteX29" fmla="*/ 360733 w 617778"/>
                  <a:gd name="connsiteY29" fmla="*/ 208 h 855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617778" h="855745">
                    <a:moveTo>
                      <a:pt x="367874" y="13293"/>
                    </a:moveTo>
                    <a:cubicBezTo>
                      <a:pt x="326850" y="13293"/>
                      <a:pt x="279610" y="31959"/>
                      <a:pt x="224911" y="53113"/>
                    </a:cubicBezTo>
                    <a:cubicBezTo>
                      <a:pt x="216208" y="56846"/>
                      <a:pt x="207506" y="60579"/>
                      <a:pt x="197561" y="64312"/>
                    </a:cubicBezTo>
                    <a:cubicBezTo>
                      <a:pt x="-11290" y="143951"/>
                      <a:pt x="2385" y="282075"/>
                      <a:pt x="28491" y="356736"/>
                    </a:cubicBezTo>
                    <a:cubicBezTo>
                      <a:pt x="55841" y="433887"/>
                      <a:pt x="101838" y="493616"/>
                      <a:pt x="166482" y="532191"/>
                    </a:cubicBezTo>
                    <a:cubicBezTo>
                      <a:pt x="168968" y="533435"/>
                      <a:pt x="170211" y="534680"/>
                      <a:pt x="170211" y="537168"/>
                    </a:cubicBezTo>
                    <a:lnTo>
                      <a:pt x="202534" y="842036"/>
                    </a:lnTo>
                    <a:lnTo>
                      <a:pt x="469814" y="814660"/>
                    </a:lnTo>
                    <a:lnTo>
                      <a:pt x="446194" y="586943"/>
                    </a:lnTo>
                    <a:cubicBezTo>
                      <a:pt x="446194" y="584454"/>
                      <a:pt x="448680" y="580721"/>
                      <a:pt x="452409" y="579476"/>
                    </a:cubicBezTo>
                    <a:cubicBezTo>
                      <a:pt x="512081" y="572010"/>
                      <a:pt x="558078" y="550856"/>
                      <a:pt x="575482" y="535924"/>
                    </a:cubicBezTo>
                    <a:cubicBezTo>
                      <a:pt x="614020" y="503571"/>
                      <a:pt x="612777" y="426420"/>
                      <a:pt x="571753" y="311939"/>
                    </a:cubicBezTo>
                    <a:cubicBezTo>
                      <a:pt x="534458" y="204925"/>
                      <a:pt x="473543" y="97910"/>
                      <a:pt x="456139" y="68045"/>
                    </a:cubicBezTo>
                    <a:cubicBezTo>
                      <a:pt x="432519" y="28226"/>
                      <a:pt x="403926" y="13293"/>
                      <a:pt x="367874" y="13293"/>
                    </a:cubicBezTo>
                    <a:close/>
                    <a:moveTo>
                      <a:pt x="360733" y="208"/>
                    </a:moveTo>
                    <a:cubicBezTo>
                      <a:pt x="403315" y="-1971"/>
                      <a:pt x="440614" y="12652"/>
                      <a:pt x="468588" y="60562"/>
                    </a:cubicBezTo>
                    <a:cubicBezTo>
                      <a:pt x="507130" y="126516"/>
                      <a:pt x="691136" y="456287"/>
                      <a:pt x="585457" y="547129"/>
                    </a:cubicBezTo>
                    <a:cubicBezTo>
                      <a:pt x="566807" y="563307"/>
                      <a:pt x="520806" y="584462"/>
                      <a:pt x="461128" y="593173"/>
                    </a:cubicBezTo>
                    <a:lnTo>
                      <a:pt x="483507" y="819657"/>
                    </a:lnTo>
                    <a:cubicBezTo>
                      <a:pt x="484750" y="822146"/>
                      <a:pt x="483507" y="823390"/>
                      <a:pt x="482264" y="824635"/>
                    </a:cubicBezTo>
                    <a:cubicBezTo>
                      <a:pt x="482264" y="827124"/>
                      <a:pt x="479777" y="827124"/>
                      <a:pt x="477291" y="828368"/>
                    </a:cubicBezTo>
                    <a:lnTo>
                      <a:pt x="196308" y="855745"/>
                    </a:lnTo>
                    <a:lnTo>
                      <a:pt x="195065" y="855745"/>
                    </a:lnTo>
                    <a:cubicBezTo>
                      <a:pt x="193822" y="855745"/>
                      <a:pt x="191335" y="855745"/>
                      <a:pt x="190092" y="854501"/>
                    </a:cubicBezTo>
                    <a:cubicBezTo>
                      <a:pt x="188848" y="854501"/>
                      <a:pt x="188848" y="852012"/>
                      <a:pt x="188848" y="849523"/>
                    </a:cubicBezTo>
                    <a:lnTo>
                      <a:pt x="156523" y="542152"/>
                    </a:lnTo>
                    <a:cubicBezTo>
                      <a:pt x="90629" y="501086"/>
                      <a:pt x="43384" y="441354"/>
                      <a:pt x="16032" y="361711"/>
                    </a:cubicBezTo>
                    <a:cubicBezTo>
                      <a:pt x="-52349" y="167582"/>
                      <a:pt x="115495" y="80472"/>
                      <a:pt x="191335" y="50606"/>
                    </a:cubicBezTo>
                    <a:cubicBezTo>
                      <a:pt x="202525" y="46873"/>
                      <a:pt x="211228" y="43140"/>
                      <a:pt x="221174" y="40651"/>
                    </a:cubicBezTo>
                    <a:cubicBezTo>
                      <a:pt x="270284" y="21363"/>
                      <a:pt x="318150" y="2385"/>
                      <a:pt x="360733" y="20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1" name="Freeform 260">
                <a:extLst>
                  <a:ext uri="{FF2B5EF4-FFF2-40B4-BE49-F238E27FC236}">
                    <a16:creationId xmlns:a16="http://schemas.microsoft.com/office/drawing/2014/main" id="{30D1776C-5200-5B42-901B-6BB1ED94248C}"/>
                  </a:ext>
                </a:extLst>
              </p:cNvPr>
              <p:cNvSpPr/>
              <p:nvPr/>
            </p:nvSpPr>
            <p:spPr>
              <a:xfrm>
                <a:off x="12611150" y="6935266"/>
                <a:ext cx="75993" cy="747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" h="61">
                    <a:moveTo>
                      <a:pt x="57" y="6"/>
                    </a:moveTo>
                    <a:cubicBezTo>
                      <a:pt x="57" y="4"/>
                      <a:pt x="57" y="3"/>
                      <a:pt x="56" y="2"/>
                    </a:cubicBezTo>
                    <a:cubicBezTo>
                      <a:pt x="54" y="1"/>
                      <a:pt x="52" y="0"/>
                      <a:pt x="51" y="0"/>
                    </a:cubicBezTo>
                    <a:cubicBezTo>
                      <a:pt x="51" y="0"/>
                      <a:pt x="28" y="4"/>
                      <a:pt x="7" y="0"/>
                    </a:cubicBezTo>
                    <a:cubicBezTo>
                      <a:pt x="5" y="-1"/>
                      <a:pt x="4" y="0"/>
                      <a:pt x="2" y="1"/>
                    </a:cubicBezTo>
                    <a:cubicBezTo>
                      <a:pt x="1" y="2"/>
                      <a:pt x="0" y="4"/>
                      <a:pt x="0" y="5"/>
                    </a:cubicBezTo>
                    <a:cubicBezTo>
                      <a:pt x="0" y="6"/>
                      <a:pt x="2" y="54"/>
                      <a:pt x="56" y="61"/>
                    </a:cubicBezTo>
                    <a:lnTo>
                      <a:pt x="57" y="61"/>
                    </a:lnTo>
                    <a:cubicBezTo>
                      <a:pt x="59" y="61"/>
                      <a:pt x="60" y="60"/>
                      <a:pt x="61" y="59"/>
                    </a:cubicBezTo>
                    <a:cubicBezTo>
                      <a:pt x="62" y="58"/>
                      <a:pt x="63" y="56"/>
                      <a:pt x="62" y="5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2" name="Freeform 261">
                <a:extLst>
                  <a:ext uri="{FF2B5EF4-FFF2-40B4-BE49-F238E27FC236}">
                    <a16:creationId xmlns:a16="http://schemas.microsoft.com/office/drawing/2014/main" id="{A5155186-7482-7941-A6A2-3CED7A3EABEA}"/>
                  </a:ext>
                </a:extLst>
              </p:cNvPr>
              <p:cNvSpPr/>
              <p:nvPr/>
            </p:nvSpPr>
            <p:spPr>
              <a:xfrm>
                <a:off x="12115325" y="6151388"/>
                <a:ext cx="631616" cy="82251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8" h="661">
                    <a:moveTo>
                      <a:pt x="489" y="96"/>
                    </a:moveTo>
                    <a:cubicBezTo>
                      <a:pt x="471" y="77"/>
                      <a:pt x="446" y="72"/>
                      <a:pt x="435" y="71"/>
                    </a:cubicBezTo>
                    <a:cubicBezTo>
                      <a:pt x="435" y="55"/>
                      <a:pt x="430" y="15"/>
                      <a:pt x="391" y="4"/>
                    </a:cubicBezTo>
                    <a:cubicBezTo>
                      <a:pt x="301" y="-20"/>
                      <a:pt x="207" y="71"/>
                      <a:pt x="148" y="166"/>
                    </a:cubicBezTo>
                    <a:cubicBezTo>
                      <a:pt x="131" y="174"/>
                      <a:pt x="-15" y="248"/>
                      <a:pt x="1" y="394"/>
                    </a:cubicBezTo>
                    <a:cubicBezTo>
                      <a:pt x="6" y="448"/>
                      <a:pt x="38" y="491"/>
                      <a:pt x="64" y="519"/>
                    </a:cubicBezTo>
                    <a:cubicBezTo>
                      <a:pt x="87" y="543"/>
                      <a:pt x="108" y="559"/>
                      <a:pt x="115" y="564"/>
                    </a:cubicBezTo>
                    <a:cubicBezTo>
                      <a:pt x="116" y="572"/>
                      <a:pt x="118" y="594"/>
                      <a:pt x="133" y="607"/>
                    </a:cubicBezTo>
                    <a:cubicBezTo>
                      <a:pt x="143" y="616"/>
                      <a:pt x="155" y="619"/>
                      <a:pt x="170" y="618"/>
                    </a:cubicBezTo>
                    <a:cubicBezTo>
                      <a:pt x="169" y="627"/>
                      <a:pt x="169" y="641"/>
                      <a:pt x="178" y="651"/>
                    </a:cubicBezTo>
                    <a:cubicBezTo>
                      <a:pt x="184" y="657"/>
                      <a:pt x="193" y="661"/>
                      <a:pt x="205" y="661"/>
                    </a:cubicBezTo>
                    <a:cubicBezTo>
                      <a:pt x="210" y="661"/>
                      <a:pt x="215" y="660"/>
                      <a:pt x="221" y="659"/>
                    </a:cubicBezTo>
                    <a:cubicBezTo>
                      <a:pt x="233" y="657"/>
                      <a:pt x="244" y="656"/>
                      <a:pt x="255" y="654"/>
                    </a:cubicBezTo>
                    <a:cubicBezTo>
                      <a:pt x="302" y="647"/>
                      <a:pt x="343" y="641"/>
                      <a:pt x="340" y="603"/>
                    </a:cubicBezTo>
                    <a:cubicBezTo>
                      <a:pt x="337" y="558"/>
                      <a:pt x="331" y="534"/>
                      <a:pt x="319" y="525"/>
                    </a:cubicBezTo>
                    <a:cubicBezTo>
                      <a:pt x="314" y="520"/>
                      <a:pt x="308" y="519"/>
                      <a:pt x="302" y="520"/>
                    </a:cubicBezTo>
                    <a:cubicBezTo>
                      <a:pt x="274" y="523"/>
                      <a:pt x="254" y="517"/>
                      <a:pt x="241" y="504"/>
                    </a:cubicBezTo>
                    <a:cubicBezTo>
                      <a:pt x="226" y="489"/>
                      <a:pt x="221" y="462"/>
                      <a:pt x="227" y="426"/>
                    </a:cubicBezTo>
                    <a:cubicBezTo>
                      <a:pt x="233" y="397"/>
                      <a:pt x="242" y="377"/>
                      <a:pt x="256" y="368"/>
                    </a:cubicBezTo>
                    <a:cubicBezTo>
                      <a:pt x="268" y="361"/>
                      <a:pt x="282" y="360"/>
                      <a:pt x="303" y="366"/>
                    </a:cubicBezTo>
                    <a:cubicBezTo>
                      <a:pt x="334" y="374"/>
                      <a:pt x="326" y="435"/>
                      <a:pt x="325" y="435"/>
                    </a:cubicBezTo>
                    <a:cubicBezTo>
                      <a:pt x="325" y="437"/>
                      <a:pt x="326" y="438"/>
                      <a:pt x="326" y="440"/>
                    </a:cubicBezTo>
                    <a:cubicBezTo>
                      <a:pt x="328" y="441"/>
                      <a:pt x="329" y="441"/>
                      <a:pt x="331" y="441"/>
                    </a:cubicBezTo>
                    <a:cubicBezTo>
                      <a:pt x="333" y="442"/>
                      <a:pt x="379" y="444"/>
                      <a:pt x="399" y="422"/>
                    </a:cubicBezTo>
                    <a:cubicBezTo>
                      <a:pt x="406" y="413"/>
                      <a:pt x="409" y="403"/>
                      <a:pt x="407" y="391"/>
                    </a:cubicBezTo>
                    <a:cubicBezTo>
                      <a:pt x="401" y="354"/>
                      <a:pt x="410" y="351"/>
                      <a:pt x="421" y="347"/>
                    </a:cubicBezTo>
                    <a:cubicBezTo>
                      <a:pt x="423" y="346"/>
                      <a:pt x="426" y="345"/>
                      <a:pt x="428" y="344"/>
                    </a:cubicBezTo>
                    <a:cubicBezTo>
                      <a:pt x="439" y="337"/>
                      <a:pt x="445" y="330"/>
                      <a:pt x="449" y="319"/>
                    </a:cubicBezTo>
                    <a:cubicBezTo>
                      <a:pt x="452" y="303"/>
                      <a:pt x="446" y="282"/>
                      <a:pt x="430" y="257"/>
                    </a:cubicBezTo>
                    <a:cubicBezTo>
                      <a:pt x="425" y="249"/>
                      <a:pt x="423" y="243"/>
                      <a:pt x="424" y="239"/>
                    </a:cubicBezTo>
                    <a:cubicBezTo>
                      <a:pt x="426" y="232"/>
                      <a:pt x="438" y="227"/>
                      <a:pt x="450" y="222"/>
                    </a:cubicBezTo>
                    <a:cubicBezTo>
                      <a:pt x="474" y="211"/>
                      <a:pt x="507" y="197"/>
                      <a:pt x="508" y="155"/>
                    </a:cubicBezTo>
                    <a:cubicBezTo>
                      <a:pt x="509" y="131"/>
                      <a:pt x="503" y="111"/>
                      <a:pt x="489" y="96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382DFA2D-5115-504A-8444-FA42D42F7FA0}"/>
                  </a:ext>
                </a:extLst>
              </p:cNvPr>
              <p:cNvSpPr/>
              <p:nvPr/>
            </p:nvSpPr>
            <p:spPr>
              <a:xfrm>
                <a:off x="11945974" y="7081075"/>
                <a:ext cx="1862385" cy="1433164"/>
              </a:xfrm>
              <a:custGeom>
                <a:avLst/>
                <a:gdLst>
                  <a:gd name="connsiteX0" fmla="*/ 352303 w 1862385"/>
                  <a:gd name="connsiteY0" fmla="*/ 795094 h 1433164"/>
                  <a:gd name="connsiteX1" fmla="*/ 333798 w 1862385"/>
                  <a:gd name="connsiteY1" fmla="*/ 946573 h 1433164"/>
                  <a:gd name="connsiteX2" fmla="*/ 460869 w 1862385"/>
                  <a:gd name="connsiteY2" fmla="*/ 1131576 h 1433164"/>
                  <a:gd name="connsiteX3" fmla="*/ 460869 w 1862385"/>
                  <a:gd name="connsiteY3" fmla="*/ 1033487 h 1433164"/>
                  <a:gd name="connsiteX4" fmla="*/ 1637047 w 1862385"/>
                  <a:gd name="connsiteY4" fmla="*/ 0 h 1433164"/>
                  <a:gd name="connsiteX5" fmla="*/ 1862385 w 1862385"/>
                  <a:gd name="connsiteY5" fmla="*/ 115799 h 1433164"/>
                  <a:gd name="connsiteX6" fmla="*/ 1279744 w 1862385"/>
                  <a:gd name="connsiteY6" fmla="*/ 1050904 h 1433164"/>
                  <a:gd name="connsiteX7" fmla="*/ 1279744 w 1862385"/>
                  <a:gd name="connsiteY7" fmla="*/ 1433164 h 1433164"/>
                  <a:gd name="connsiteX8" fmla="*/ 463051 w 1862385"/>
                  <a:gd name="connsiteY8" fmla="*/ 1433164 h 1433164"/>
                  <a:gd name="connsiteX9" fmla="*/ 463051 w 1862385"/>
                  <a:gd name="connsiteY9" fmla="*/ 1334797 h 1433164"/>
                  <a:gd name="connsiteX10" fmla="*/ 372169 w 1862385"/>
                  <a:gd name="connsiteY10" fmla="*/ 1397055 h 1433164"/>
                  <a:gd name="connsiteX11" fmla="*/ 4906 w 1862385"/>
                  <a:gd name="connsiteY11" fmla="*/ 859152 h 1433164"/>
                  <a:gd name="connsiteX12" fmla="*/ 585057 w 1862385"/>
                  <a:gd name="connsiteY12" fmla="*/ 64748 h 1433164"/>
                  <a:gd name="connsiteX13" fmla="*/ 1293439 w 1862385"/>
                  <a:gd name="connsiteY13" fmla="*/ 556581 h 14331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62385" h="1433164">
                    <a:moveTo>
                      <a:pt x="352303" y="795094"/>
                    </a:moveTo>
                    <a:lnTo>
                      <a:pt x="333798" y="946573"/>
                    </a:lnTo>
                    <a:lnTo>
                      <a:pt x="460869" y="1131576"/>
                    </a:lnTo>
                    <a:lnTo>
                      <a:pt x="460869" y="1033487"/>
                    </a:lnTo>
                    <a:close/>
                    <a:moveTo>
                      <a:pt x="1637047" y="0"/>
                    </a:moveTo>
                    <a:lnTo>
                      <a:pt x="1862385" y="115799"/>
                    </a:lnTo>
                    <a:cubicBezTo>
                      <a:pt x="1862385" y="115799"/>
                      <a:pt x="1632068" y="1099465"/>
                      <a:pt x="1279744" y="1050904"/>
                    </a:cubicBezTo>
                    <a:lnTo>
                      <a:pt x="1279744" y="1433164"/>
                    </a:lnTo>
                    <a:lnTo>
                      <a:pt x="463051" y="1433164"/>
                    </a:lnTo>
                    <a:lnTo>
                      <a:pt x="463051" y="1334797"/>
                    </a:lnTo>
                    <a:lnTo>
                      <a:pt x="372169" y="1397055"/>
                    </a:lnTo>
                    <a:cubicBezTo>
                      <a:pt x="372169" y="1397055"/>
                      <a:pt x="-49872" y="1156742"/>
                      <a:pt x="4906" y="859152"/>
                    </a:cubicBezTo>
                    <a:cubicBezTo>
                      <a:pt x="50969" y="608877"/>
                      <a:pt x="58439" y="85915"/>
                      <a:pt x="585057" y="64748"/>
                    </a:cubicBezTo>
                    <a:cubicBezTo>
                      <a:pt x="1111675" y="44826"/>
                      <a:pt x="1065611" y="136966"/>
                      <a:pt x="1293439" y="55658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0" name="Freeform 409">
                <a:extLst>
                  <a:ext uri="{FF2B5EF4-FFF2-40B4-BE49-F238E27FC236}">
                    <a16:creationId xmlns:a16="http://schemas.microsoft.com/office/drawing/2014/main" id="{F0A3A72C-C833-E14C-B490-7AA87571C02F}"/>
                  </a:ext>
                </a:extLst>
              </p:cNvPr>
              <p:cNvSpPr/>
              <p:nvPr/>
            </p:nvSpPr>
            <p:spPr>
              <a:xfrm>
                <a:off x="11938661" y="7075054"/>
                <a:ext cx="1876258" cy="1447905"/>
              </a:xfrm>
              <a:custGeom>
                <a:avLst/>
                <a:gdLst>
                  <a:gd name="connsiteX0" fmla="*/ 1646845 w 1876258"/>
                  <a:gd name="connsiteY0" fmla="*/ 15992 h 1447905"/>
                  <a:gd name="connsiteX1" fmla="*/ 1306974 w 1876258"/>
                  <a:gd name="connsiteY1" fmla="*/ 566342 h 1447905"/>
                  <a:gd name="connsiteX2" fmla="*/ 1299504 w 1876258"/>
                  <a:gd name="connsiteY2" fmla="*/ 570077 h 1447905"/>
                  <a:gd name="connsiteX3" fmla="*/ 1293279 w 1876258"/>
                  <a:gd name="connsiteY3" fmla="*/ 566342 h 1447905"/>
                  <a:gd name="connsiteX4" fmla="*/ 1207377 w 1876258"/>
                  <a:gd name="connsiteY4" fmla="*/ 400739 h 1447905"/>
                  <a:gd name="connsiteX5" fmla="*/ 1015655 w 1876258"/>
                  <a:gd name="connsiteY5" fmla="*/ 129299 h 1447905"/>
                  <a:gd name="connsiteX6" fmla="*/ 593616 w 1876258"/>
                  <a:gd name="connsiteY6" fmla="*/ 78249 h 1447905"/>
                  <a:gd name="connsiteX7" fmla="*/ 34633 w 1876258"/>
                  <a:gd name="connsiteY7" fmla="*/ 769299 h 1447905"/>
                  <a:gd name="connsiteX8" fmla="*/ 19694 w 1876258"/>
                  <a:gd name="connsiteY8" fmla="*/ 866419 h 1447905"/>
                  <a:gd name="connsiteX9" fmla="*/ 379485 w 1876258"/>
                  <a:gd name="connsiteY9" fmla="*/ 1395601 h 1447905"/>
                  <a:gd name="connsiteX10" fmla="*/ 466631 w 1876258"/>
                  <a:gd name="connsiteY10" fmla="*/ 1335835 h 1447905"/>
                  <a:gd name="connsiteX11" fmla="*/ 472856 w 1876258"/>
                  <a:gd name="connsiteY11" fmla="*/ 1334589 h 1447905"/>
                  <a:gd name="connsiteX12" fmla="*/ 476591 w 1876258"/>
                  <a:gd name="connsiteY12" fmla="*/ 1340815 h 1447905"/>
                  <a:gd name="connsiteX13" fmla="*/ 476591 w 1876258"/>
                  <a:gd name="connsiteY13" fmla="*/ 1432955 h 1447905"/>
                  <a:gd name="connsiteX14" fmla="*/ 1279585 w 1876258"/>
                  <a:gd name="connsiteY14" fmla="*/ 1432955 h 1447905"/>
                  <a:gd name="connsiteX15" fmla="*/ 1279585 w 1876258"/>
                  <a:gd name="connsiteY15" fmla="*/ 1056925 h 1447905"/>
                  <a:gd name="connsiteX16" fmla="*/ 1283319 w 1876258"/>
                  <a:gd name="connsiteY16" fmla="*/ 1050699 h 1447905"/>
                  <a:gd name="connsiteX17" fmla="*/ 1288299 w 1876258"/>
                  <a:gd name="connsiteY17" fmla="*/ 1049454 h 1447905"/>
                  <a:gd name="connsiteX18" fmla="*/ 1860977 w 1876258"/>
                  <a:gd name="connsiteY18" fmla="*/ 125564 h 1447905"/>
                  <a:gd name="connsiteX19" fmla="*/ 1648098 w 1876258"/>
                  <a:gd name="connsiteY19" fmla="*/ 1032 h 1447905"/>
                  <a:gd name="connsiteX20" fmla="*/ 1872192 w 1876258"/>
                  <a:gd name="connsiteY20" fmla="*/ 116832 h 1447905"/>
                  <a:gd name="connsiteX21" fmla="*/ 1875927 w 1876258"/>
                  <a:gd name="connsiteY21" fmla="*/ 124303 h 1447905"/>
                  <a:gd name="connsiteX22" fmla="*/ 1716571 w 1876258"/>
                  <a:gd name="connsiteY22" fmla="*/ 611159 h 1447905"/>
                  <a:gd name="connsiteX23" fmla="*/ 1313203 w 1876258"/>
                  <a:gd name="connsiteY23" fmla="*/ 1066887 h 1447905"/>
                  <a:gd name="connsiteX24" fmla="*/ 1294528 w 1876258"/>
                  <a:gd name="connsiteY24" fmla="*/ 1065642 h 1447905"/>
                  <a:gd name="connsiteX25" fmla="*/ 1294528 w 1876258"/>
                  <a:gd name="connsiteY25" fmla="*/ 1440434 h 1447905"/>
                  <a:gd name="connsiteX26" fmla="*/ 1287059 w 1876258"/>
                  <a:gd name="connsiteY26" fmla="*/ 1447905 h 1447905"/>
                  <a:gd name="connsiteX27" fmla="*/ 470362 w 1876258"/>
                  <a:gd name="connsiteY27" fmla="*/ 1447905 h 1447905"/>
                  <a:gd name="connsiteX28" fmla="*/ 462892 w 1876258"/>
                  <a:gd name="connsiteY28" fmla="*/ 1440434 h 1447905"/>
                  <a:gd name="connsiteX29" fmla="*/ 462892 w 1876258"/>
                  <a:gd name="connsiteY29" fmla="*/ 1355763 h 1447905"/>
                  <a:gd name="connsiteX30" fmla="*/ 384459 w 1876258"/>
                  <a:gd name="connsiteY30" fmla="*/ 1410550 h 1447905"/>
                  <a:gd name="connsiteX31" fmla="*/ 375744 w 1876258"/>
                  <a:gd name="connsiteY31" fmla="*/ 1410550 h 1447905"/>
                  <a:gd name="connsiteX32" fmla="*/ 170325 w 1876258"/>
                  <a:gd name="connsiteY32" fmla="*/ 1252415 h 1447905"/>
                  <a:gd name="connsiteX33" fmla="*/ 4745 w 1876258"/>
                  <a:gd name="connsiteY33" fmla="*/ 865172 h 1447905"/>
                  <a:gd name="connsiteX34" fmla="*/ 19684 w 1876258"/>
                  <a:gd name="connsiteY34" fmla="*/ 769294 h 1447905"/>
                  <a:gd name="connsiteX35" fmla="*/ 592368 w 1876258"/>
                  <a:gd name="connsiteY35" fmla="*/ 65781 h 1447905"/>
                  <a:gd name="connsiteX36" fmla="*/ 1221075 w 1876258"/>
                  <a:gd name="connsiteY36" fmla="*/ 395747 h 1447905"/>
                  <a:gd name="connsiteX37" fmla="*/ 1300753 w 1876258"/>
                  <a:gd name="connsiteY37" fmla="*/ 550147 h 1447905"/>
                  <a:gd name="connsiteX38" fmla="*/ 1638139 w 1876258"/>
                  <a:gd name="connsiteY38" fmla="*/ 3523 h 1447905"/>
                  <a:gd name="connsiteX39" fmla="*/ 1648098 w 1876258"/>
                  <a:gd name="connsiteY39" fmla="*/ 1032 h 14479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876258" h="1447905">
                    <a:moveTo>
                      <a:pt x="1646845" y="15992"/>
                    </a:moveTo>
                    <a:lnTo>
                      <a:pt x="1306974" y="566342"/>
                    </a:lnTo>
                    <a:cubicBezTo>
                      <a:pt x="1304484" y="567587"/>
                      <a:pt x="1303239" y="570077"/>
                      <a:pt x="1299504" y="570077"/>
                    </a:cubicBezTo>
                    <a:cubicBezTo>
                      <a:pt x="1297014" y="570077"/>
                      <a:pt x="1295769" y="567587"/>
                      <a:pt x="1293279" y="566342"/>
                    </a:cubicBezTo>
                    <a:cubicBezTo>
                      <a:pt x="1259665" y="504085"/>
                      <a:pt x="1232277" y="449299"/>
                      <a:pt x="1207377" y="400739"/>
                    </a:cubicBezTo>
                    <a:cubicBezTo>
                      <a:pt x="1137660" y="260039"/>
                      <a:pt x="1095332" y="176615"/>
                      <a:pt x="1015655" y="129299"/>
                    </a:cubicBezTo>
                    <a:cubicBezTo>
                      <a:pt x="938468" y="81984"/>
                      <a:pt x="823932" y="68288"/>
                      <a:pt x="593616" y="78249"/>
                    </a:cubicBezTo>
                    <a:cubicBezTo>
                      <a:pt x="132984" y="95681"/>
                      <a:pt x="74472" y="501595"/>
                      <a:pt x="34633" y="769299"/>
                    </a:cubicBezTo>
                    <a:cubicBezTo>
                      <a:pt x="29653" y="804162"/>
                      <a:pt x="24674" y="837781"/>
                      <a:pt x="19694" y="866419"/>
                    </a:cubicBezTo>
                    <a:cubicBezTo>
                      <a:pt x="-31349" y="1140349"/>
                      <a:pt x="337156" y="1369453"/>
                      <a:pt x="379485" y="1395601"/>
                    </a:cubicBezTo>
                    <a:lnTo>
                      <a:pt x="466631" y="1335835"/>
                    </a:lnTo>
                    <a:cubicBezTo>
                      <a:pt x="467876" y="1334589"/>
                      <a:pt x="470366" y="1333344"/>
                      <a:pt x="472856" y="1334589"/>
                    </a:cubicBezTo>
                    <a:cubicBezTo>
                      <a:pt x="475346" y="1337080"/>
                      <a:pt x="476591" y="1339570"/>
                      <a:pt x="476591" y="1340815"/>
                    </a:cubicBezTo>
                    <a:lnTo>
                      <a:pt x="476591" y="1432955"/>
                    </a:lnTo>
                    <a:lnTo>
                      <a:pt x="1279585" y="1432955"/>
                    </a:lnTo>
                    <a:lnTo>
                      <a:pt x="1279585" y="1056925"/>
                    </a:lnTo>
                    <a:cubicBezTo>
                      <a:pt x="1279585" y="1054434"/>
                      <a:pt x="1282075" y="1053189"/>
                      <a:pt x="1283319" y="1050699"/>
                    </a:cubicBezTo>
                    <a:cubicBezTo>
                      <a:pt x="1284565" y="1050699"/>
                      <a:pt x="1285809" y="1049454"/>
                      <a:pt x="1288299" y="1049454"/>
                    </a:cubicBezTo>
                    <a:cubicBezTo>
                      <a:pt x="1616967" y="1095524"/>
                      <a:pt x="1842303" y="204008"/>
                      <a:pt x="1860977" y="125564"/>
                    </a:cubicBezTo>
                    <a:close/>
                    <a:moveTo>
                      <a:pt x="1648098" y="1032"/>
                    </a:moveTo>
                    <a:lnTo>
                      <a:pt x="1872192" y="116832"/>
                    </a:lnTo>
                    <a:cubicBezTo>
                      <a:pt x="1874682" y="118077"/>
                      <a:pt x="1877172" y="120568"/>
                      <a:pt x="1875927" y="124303"/>
                    </a:cubicBezTo>
                    <a:cubicBezTo>
                      <a:pt x="1875927" y="126793"/>
                      <a:pt x="1817414" y="373334"/>
                      <a:pt x="1716571" y="611159"/>
                    </a:cubicBezTo>
                    <a:cubicBezTo>
                      <a:pt x="1589585" y="913733"/>
                      <a:pt x="1453884" y="1066887"/>
                      <a:pt x="1313203" y="1066887"/>
                    </a:cubicBezTo>
                    <a:cubicBezTo>
                      <a:pt x="1306978" y="1066887"/>
                      <a:pt x="1300753" y="1066887"/>
                      <a:pt x="1294528" y="1065642"/>
                    </a:cubicBezTo>
                    <a:lnTo>
                      <a:pt x="1294528" y="1440434"/>
                    </a:lnTo>
                    <a:cubicBezTo>
                      <a:pt x="1294528" y="1445415"/>
                      <a:pt x="1290793" y="1447905"/>
                      <a:pt x="1287059" y="1447905"/>
                    </a:cubicBezTo>
                    <a:lnTo>
                      <a:pt x="470362" y="1447905"/>
                    </a:lnTo>
                    <a:cubicBezTo>
                      <a:pt x="466627" y="1447905"/>
                      <a:pt x="462892" y="1445415"/>
                      <a:pt x="462892" y="1440434"/>
                    </a:cubicBezTo>
                    <a:lnTo>
                      <a:pt x="462892" y="1355763"/>
                    </a:lnTo>
                    <a:lnTo>
                      <a:pt x="384459" y="1410550"/>
                    </a:lnTo>
                    <a:cubicBezTo>
                      <a:pt x="381969" y="1413041"/>
                      <a:pt x="378234" y="1413041"/>
                      <a:pt x="375744" y="1410550"/>
                    </a:cubicBezTo>
                    <a:cubicBezTo>
                      <a:pt x="375744" y="1410550"/>
                      <a:pt x="268677" y="1349538"/>
                      <a:pt x="170325" y="1252415"/>
                    </a:cubicBezTo>
                    <a:cubicBezTo>
                      <a:pt x="39604" y="1122919"/>
                      <a:pt x="-17665" y="989687"/>
                      <a:pt x="4745" y="865172"/>
                    </a:cubicBezTo>
                    <a:cubicBezTo>
                      <a:pt x="9725" y="836533"/>
                      <a:pt x="15950" y="802914"/>
                      <a:pt x="19684" y="769294"/>
                    </a:cubicBezTo>
                    <a:cubicBezTo>
                      <a:pt x="59523" y="495360"/>
                      <a:pt x="120527" y="83213"/>
                      <a:pt x="592368" y="65781"/>
                    </a:cubicBezTo>
                    <a:cubicBezTo>
                      <a:pt x="1045535" y="47103"/>
                      <a:pt x="1079149" y="114342"/>
                      <a:pt x="1221075" y="395747"/>
                    </a:cubicBezTo>
                    <a:cubicBezTo>
                      <a:pt x="1243485" y="440573"/>
                      <a:pt x="1269629" y="491624"/>
                      <a:pt x="1300753" y="550147"/>
                    </a:cubicBezTo>
                    <a:lnTo>
                      <a:pt x="1638139" y="3523"/>
                    </a:lnTo>
                    <a:cubicBezTo>
                      <a:pt x="1639384" y="1032"/>
                      <a:pt x="1644363" y="-1458"/>
                      <a:pt x="1648098" y="103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72673E03-775D-5B41-A2D0-144D6698D3B0}"/>
                  </a:ext>
                </a:extLst>
              </p:cNvPr>
              <p:cNvSpPr/>
              <p:nvPr/>
            </p:nvSpPr>
            <p:spPr>
              <a:xfrm>
                <a:off x="12272298" y="7869608"/>
                <a:ext cx="140774" cy="350520"/>
              </a:xfrm>
              <a:custGeom>
                <a:avLst/>
                <a:gdLst>
                  <a:gd name="connsiteX0" fmla="*/ 29722 w 140774"/>
                  <a:gd name="connsiteY0" fmla="*/ 32732 h 350520"/>
                  <a:gd name="connsiteX1" fmla="*/ 13703 w 140774"/>
                  <a:gd name="connsiteY1" fmla="*/ 156816 h 350520"/>
                  <a:gd name="connsiteX2" fmla="*/ 127070 w 140774"/>
                  <a:gd name="connsiteY2" fmla="*/ 319365 h 350520"/>
                  <a:gd name="connsiteX3" fmla="*/ 127070 w 140774"/>
                  <a:gd name="connsiteY3" fmla="*/ 246156 h 350520"/>
                  <a:gd name="connsiteX4" fmla="*/ 24697 w 140774"/>
                  <a:gd name="connsiteY4" fmla="*/ 330 h 350520"/>
                  <a:gd name="connsiteX5" fmla="*/ 33341 w 140774"/>
                  <a:gd name="connsiteY5" fmla="*/ 4056 h 350520"/>
                  <a:gd name="connsiteX6" fmla="*/ 139539 w 140774"/>
                  <a:gd name="connsiteY6" fmla="*/ 241241 h 350520"/>
                  <a:gd name="connsiteX7" fmla="*/ 140774 w 140774"/>
                  <a:gd name="connsiteY7" fmla="*/ 244967 h 350520"/>
                  <a:gd name="connsiteX8" fmla="*/ 140774 w 140774"/>
                  <a:gd name="connsiteY8" fmla="*/ 343069 h 350520"/>
                  <a:gd name="connsiteX9" fmla="*/ 137069 w 140774"/>
                  <a:gd name="connsiteY9" fmla="*/ 349278 h 350520"/>
                  <a:gd name="connsiteX10" fmla="*/ 134600 w 140774"/>
                  <a:gd name="connsiteY10" fmla="*/ 350520 h 350520"/>
                  <a:gd name="connsiteX11" fmla="*/ 128425 w 140774"/>
                  <a:gd name="connsiteY11" fmla="*/ 346795 h 350520"/>
                  <a:gd name="connsiteX12" fmla="*/ 1235 w 140774"/>
                  <a:gd name="connsiteY12" fmla="*/ 161765 h 350520"/>
                  <a:gd name="connsiteX13" fmla="*/ 0 w 140774"/>
                  <a:gd name="connsiteY13" fmla="*/ 158040 h 350520"/>
                  <a:gd name="connsiteX14" fmla="*/ 19758 w 140774"/>
                  <a:gd name="connsiteY14" fmla="*/ 5297 h 350520"/>
                  <a:gd name="connsiteX15" fmla="*/ 24697 w 140774"/>
                  <a:gd name="connsiteY15" fmla="*/ 330 h 3505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40774" h="350520">
                    <a:moveTo>
                      <a:pt x="29722" y="32732"/>
                    </a:moveTo>
                    <a:lnTo>
                      <a:pt x="13703" y="156816"/>
                    </a:lnTo>
                    <a:lnTo>
                      <a:pt x="127070" y="319365"/>
                    </a:lnTo>
                    <a:lnTo>
                      <a:pt x="127070" y="246156"/>
                    </a:lnTo>
                    <a:close/>
                    <a:moveTo>
                      <a:pt x="24697" y="330"/>
                    </a:moveTo>
                    <a:cubicBezTo>
                      <a:pt x="28402" y="-912"/>
                      <a:pt x="30871" y="1572"/>
                      <a:pt x="33341" y="4056"/>
                    </a:cubicBezTo>
                    <a:lnTo>
                      <a:pt x="139539" y="241241"/>
                    </a:lnTo>
                    <a:cubicBezTo>
                      <a:pt x="140774" y="242483"/>
                      <a:pt x="140774" y="242483"/>
                      <a:pt x="140774" y="244967"/>
                    </a:cubicBezTo>
                    <a:lnTo>
                      <a:pt x="140774" y="343069"/>
                    </a:lnTo>
                    <a:cubicBezTo>
                      <a:pt x="140774" y="345553"/>
                      <a:pt x="139539" y="348037"/>
                      <a:pt x="137069" y="349278"/>
                    </a:cubicBezTo>
                    <a:cubicBezTo>
                      <a:pt x="135835" y="349278"/>
                      <a:pt x="134600" y="350520"/>
                      <a:pt x="134600" y="350520"/>
                    </a:cubicBezTo>
                    <a:cubicBezTo>
                      <a:pt x="132130" y="350520"/>
                      <a:pt x="129660" y="348037"/>
                      <a:pt x="128425" y="346795"/>
                    </a:cubicBezTo>
                    <a:lnTo>
                      <a:pt x="1235" y="161765"/>
                    </a:lnTo>
                    <a:cubicBezTo>
                      <a:pt x="0" y="161765"/>
                      <a:pt x="0" y="159282"/>
                      <a:pt x="0" y="158040"/>
                    </a:cubicBezTo>
                    <a:lnTo>
                      <a:pt x="19758" y="5297"/>
                    </a:lnTo>
                    <a:cubicBezTo>
                      <a:pt x="19758" y="2814"/>
                      <a:pt x="22227" y="330"/>
                      <a:pt x="24697" y="33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69" name="Freeform 268">
                <a:extLst>
                  <a:ext uri="{FF2B5EF4-FFF2-40B4-BE49-F238E27FC236}">
                    <a16:creationId xmlns:a16="http://schemas.microsoft.com/office/drawing/2014/main" id="{72391990-3B6F-9540-88B3-DD15B17F3626}"/>
                  </a:ext>
                </a:extLst>
              </p:cNvPr>
              <p:cNvSpPr/>
              <p:nvPr/>
            </p:nvSpPr>
            <p:spPr>
              <a:xfrm>
                <a:off x="12905160" y="7864950"/>
                <a:ext cx="326397" cy="27417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63" h="221">
                    <a:moveTo>
                      <a:pt x="257" y="221"/>
                    </a:moveTo>
                    <a:cubicBezTo>
                      <a:pt x="256" y="221"/>
                      <a:pt x="87" y="214"/>
                      <a:pt x="0" y="7"/>
                    </a:cubicBezTo>
                    <a:cubicBezTo>
                      <a:pt x="-1" y="4"/>
                      <a:pt x="0" y="1"/>
                      <a:pt x="4" y="0"/>
                    </a:cubicBezTo>
                    <a:cubicBezTo>
                      <a:pt x="7" y="-1"/>
                      <a:pt x="10" y="0"/>
                      <a:pt x="11" y="3"/>
                    </a:cubicBezTo>
                    <a:cubicBezTo>
                      <a:pt x="95" y="203"/>
                      <a:pt x="256" y="209"/>
                      <a:pt x="257" y="209"/>
                    </a:cubicBezTo>
                    <a:cubicBezTo>
                      <a:pt x="260" y="209"/>
                      <a:pt x="263" y="212"/>
                      <a:pt x="263" y="215"/>
                    </a:cubicBezTo>
                    <a:cubicBezTo>
                      <a:pt x="263" y="218"/>
                      <a:pt x="260" y="221"/>
                      <a:pt x="257" y="221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0" name="Freeform 269">
                <a:extLst>
                  <a:ext uri="{FF2B5EF4-FFF2-40B4-BE49-F238E27FC236}">
                    <a16:creationId xmlns:a16="http://schemas.microsoft.com/office/drawing/2014/main" id="{B366DED8-302E-BD4D-AE69-26B50CE79F79}"/>
                  </a:ext>
                </a:extLst>
              </p:cNvPr>
              <p:cNvSpPr/>
              <p:nvPr/>
            </p:nvSpPr>
            <p:spPr>
              <a:xfrm>
                <a:off x="12010681" y="8515485"/>
                <a:ext cx="1326768" cy="219585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66" h="1763">
                    <a:moveTo>
                      <a:pt x="1066" y="1000"/>
                    </a:moveTo>
                    <a:cubicBezTo>
                      <a:pt x="1069" y="653"/>
                      <a:pt x="976" y="0"/>
                      <a:pt x="976" y="0"/>
                    </a:cubicBezTo>
                    <a:lnTo>
                      <a:pt x="320" y="0"/>
                    </a:lnTo>
                    <a:cubicBezTo>
                      <a:pt x="320" y="0"/>
                      <a:pt x="217" y="282"/>
                      <a:pt x="197" y="944"/>
                    </a:cubicBezTo>
                    <a:cubicBezTo>
                      <a:pt x="197" y="944"/>
                      <a:pt x="79" y="1294"/>
                      <a:pt x="0" y="1763"/>
                    </a:cubicBezTo>
                    <a:lnTo>
                      <a:pt x="263" y="1763"/>
                    </a:lnTo>
                    <a:cubicBezTo>
                      <a:pt x="257" y="1723"/>
                      <a:pt x="285" y="1675"/>
                      <a:pt x="303" y="1632"/>
                    </a:cubicBezTo>
                    <a:cubicBezTo>
                      <a:pt x="337" y="1550"/>
                      <a:pt x="551" y="999"/>
                      <a:pt x="574" y="922"/>
                    </a:cubicBezTo>
                    <a:cubicBezTo>
                      <a:pt x="597" y="846"/>
                      <a:pt x="630" y="615"/>
                      <a:pt x="630" y="615"/>
                    </a:cubicBezTo>
                    <a:lnTo>
                      <a:pt x="755" y="1046"/>
                    </a:lnTo>
                    <a:lnTo>
                      <a:pt x="727" y="1763"/>
                    </a:lnTo>
                    <a:lnTo>
                      <a:pt x="954" y="1763"/>
                    </a:lnTo>
                    <a:cubicBezTo>
                      <a:pt x="947" y="1735"/>
                      <a:pt x="1064" y="1214"/>
                      <a:pt x="1066" y="100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4E739A9-152A-4441-B7A5-371B5B48F543}"/>
                  </a:ext>
                </a:extLst>
              </p:cNvPr>
              <p:cNvSpPr/>
              <p:nvPr/>
            </p:nvSpPr>
            <p:spPr>
              <a:xfrm>
                <a:off x="12002688" y="8509254"/>
                <a:ext cx="1339831" cy="2208318"/>
              </a:xfrm>
              <a:custGeom>
                <a:avLst/>
                <a:gdLst>
                  <a:gd name="connsiteX0" fmla="*/ 411252 w 1339831"/>
                  <a:gd name="connsiteY0" fmla="*/ 13708 h 2208318"/>
                  <a:gd name="connsiteX1" fmla="*/ 260654 w 1339831"/>
                  <a:gd name="connsiteY1" fmla="*/ 1182003 h 2208318"/>
                  <a:gd name="connsiteX2" fmla="*/ 259410 w 1339831"/>
                  <a:gd name="connsiteY2" fmla="*/ 1184494 h 2208318"/>
                  <a:gd name="connsiteX3" fmla="*/ 16711 w 1339831"/>
                  <a:gd name="connsiteY3" fmla="*/ 2194609 h 2208318"/>
                  <a:gd name="connsiteX4" fmla="*/ 327863 w 1339831"/>
                  <a:gd name="connsiteY4" fmla="*/ 2194609 h 2208318"/>
                  <a:gd name="connsiteX5" fmla="*/ 363957 w 1339831"/>
                  <a:gd name="connsiteY5" fmla="*/ 2068812 h 2208318"/>
                  <a:gd name="connsiteX6" fmla="*/ 378892 w 1339831"/>
                  <a:gd name="connsiteY6" fmla="*/ 2035183 h 2208318"/>
                  <a:gd name="connsiteX7" fmla="*/ 716181 w 1339831"/>
                  <a:gd name="connsiteY7" fmla="*/ 1153356 h 2208318"/>
                  <a:gd name="connsiteX8" fmla="*/ 785879 w 1339831"/>
                  <a:gd name="connsiteY8" fmla="*/ 772228 h 2208318"/>
                  <a:gd name="connsiteX9" fmla="*/ 792102 w 1339831"/>
                  <a:gd name="connsiteY9" fmla="*/ 766000 h 2208318"/>
                  <a:gd name="connsiteX10" fmla="*/ 799570 w 1339831"/>
                  <a:gd name="connsiteY10" fmla="*/ 770983 h 2208318"/>
                  <a:gd name="connsiteX11" fmla="*/ 953901 w 1339831"/>
                  <a:gd name="connsiteY11" fmla="*/ 1306555 h 2208318"/>
                  <a:gd name="connsiteX12" fmla="*/ 953901 w 1339831"/>
                  <a:gd name="connsiteY12" fmla="*/ 1309046 h 2208318"/>
                  <a:gd name="connsiteX13" fmla="*/ 919052 w 1339831"/>
                  <a:gd name="connsiteY13" fmla="*/ 2194609 h 2208318"/>
                  <a:gd name="connsiteX14" fmla="*/ 1187888 w 1339831"/>
                  <a:gd name="connsiteY14" fmla="*/ 2194609 h 2208318"/>
                  <a:gd name="connsiteX15" fmla="*/ 1225226 w 1339831"/>
                  <a:gd name="connsiteY15" fmla="*/ 1969170 h 2208318"/>
                  <a:gd name="connsiteX16" fmla="*/ 1327284 w 1339831"/>
                  <a:gd name="connsiteY16" fmla="*/ 1251752 h 2208318"/>
                  <a:gd name="connsiteX17" fmla="*/ 1217758 w 1339831"/>
                  <a:gd name="connsiteY17" fmla="*/ 13708 h 2208318"/>
                  <a:gd name="connsiteX18" fmla="*/ 405021 w 1339831"/>
                  <a:gd name="connsiteY18" fmla="*/ 0 h 2208318"/>
                  <a:gd name="connsiteX19" fmla="*/ 1221501 w 1339831"/>
                  <a:gd name="connsiteY19" fmla="*/ 0 h 2208318"/>
                  <a:gd name="connsiteX20" fmla="*/ 1228969 w 1339831"/>
                  <a:gd name="connsiteY20" fmla="*/ 6228 h 2208318"/>
                  <a:gd name="connsiteX21" fmla="*/ 1339741 w 1339831"/>
                  <a:gd name="connsiteY21" fmla="*/ 1251754 h 2208318"/>
                  <a:gd name="connsiteX22" fmla="*/ 1237681 w 1339831"/>
                  <a:gd name="connsiteY22" fmla="*/ 1970422 h 2208318"/>
                  <a:gd name="connsiteX23" fmla="*/ 1200342 w 1339831"/>
                  <a:gd name="connsiteY23" fmla="*/ 2199599 h 2208318"/>
                  <a:gd name="connsiteX24" fmla="*/ 1200342 w 1339831"/>
                  <a:gd name="connsiteY24" fmla="*/ 2205827 h 2208318"/>
                  <a:gd name="connsiteX25" fmla="*/ 1194119 w 1339831"/>
                  <a:gd name="connsiteY25" fmla="*/ 2208318 h 2208318"/>
                  <a:gd name="connsiteX26" fmla="*/ 911587 w 1339831"/>
                  <a:gd name="connsiteY26" fmla="*/ 2208318 h 2208318"/>
                  <a:gd name="connsiteX27" fmla="*/ 906608 w 1339831"/>
                  <a:gd name="connsiteY27" fmla="*/ 2205827 h 2208318"/>
                  <a:gd name="connsiteX28" fmla="*/ 904119 w 1339831"/>
                  <a:gd name="connsiteY28" fmla="*/ 2200845 h 2208318"/>
                  <a:gd name="connsiteX29" fmla="*/ 938969 w 1339831"/>
                  <a:gd name="connsiteY29" fmla="*/ 1310294 h 2208318"/>
                  <a:gd name="connsiteX30" fmla="*/ 793347 w 1339831"/>
                  <a:gd name="connsiteY30" fmla="*/ 805855 h 2208318"/>
                  <a:gd name="connsiteX31" fmla="*/ 728626 w 1339831"/>
                  <a:gd name="connsiteY31" fmla="*/ 1157094 h 2208318"/>
                  <a:gd name="connsiteX32" fmla="*/ 390085 w 1339831"/>
                  <a:gd name="connsiteY32" fmla="*/ 2041418 h 2208318"/>
                  <a:gd name="connsiteX33" fmla="*/ 375150 w 1339831"/>
                  <a:gd name="connsiteY33" fmla="*/ 2075047 h 2208318"/>
                  <a:gd name="connsiteX34" fmla="*/ 340300 w 1339831"/>
                  <a:gd name="connsiteY34" fmla="*/ 2199599 h 2208318"/>
                  <a:gd name="connsiteX35" fmla="*/ 339055 w 1339831"/>
                  <a:gd name="connsiteY35" fmla="*/ 2205827 h 2208318"/>
                  <a:gd name="connsiteX36" fmla="*/ 334077 w 1339831"/>
                  <a:gd name="connsiteY36" fmla="*/ 2208318 h 2208318"/>
                  <a:gd name="connsiteX37" fmla="*/ 6738 w 1339831"/>
                  <a:gd name="connsiteY37" fmla="*/ 2208318 h 2208318"/>
                  <a:gd name="connsiteX38" fmla="*/ 1760 w 1339831"/>
                  <a:gd name="connsiteY38" fmla="*/ 2205827 h 2208318"/>
                  <a:gd name="connsiteX39" fmla="*/ 515 w 1339831"/>
                  <a:gd name="connsiteY39" fmla="*/ 2199599 h 2208318"/>
                  <a:gd name="connsiteX40" fmla="*/ 244463 w 1339831"/>
                  <a:gd name="connsiteY40" fmla="*/ 1180759 h 2208318"/>
                  <a:gd name="connsiteX41" fmla="*/ 397553 w 1339831"/>
                  <a:gd name="connsiteY41" fmla="*/ 3737 h 2208318"/>
                  <a:gd name="connsiteX42" fmla="*/ 405021 w 1339831"/>
                  <a:gd name="connsiteY42" fmla="*/ 0 h 2208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</a:cxnLst>
                <a:rect l="l" t="t" r="r" b="b"/>
                <a:pathLst>
                  <a:path w="1339831" h="2208318">
                    <a:moveTo>
                      <a:pt x="411252" y="13708"/>
                    </a:moveTo>
                    <a:cubicBezTo>
                      <a:pt x="396317" y="58547"/>
                      <a:pt x="283057" y="418501"/>
                      <a:pt x="260654" y="1182003"/>
                    </a:cubicBezTo>
                    <a:cubicBezTo>
                      <a:pt x="260654" y="1182003"/>
                      <a:pt x="260654" y="1183249"/>
                      <a:pt x="259410" y="1184494"/>
                    </a:cubicBezTo>
                    <a:cubicBezTo>
                      <a:pt x="258165" y="1188231"/>
                      <a:pt x="115035" y="1622916"/>
                      <a:pt x="16711" y="2194609"/>
                    </a:cubicBezTo>
                    <a:lnTo>
                      <a:pt x="327863" y="2194609"/>
                    </a:lnTo>
                    <a:cubicBezTo>
                      <a:pt x="324129" y="2154752"/>
                      <a:pt x="344043" y="2111159"/>
                      <a:pt x="363957" y="2068812"/>
                    </a:cubicBezTo>
                    <a:cubicBezTo>
                      <a:pt x="368935" y="2057602"/>
                      <a:pt x="373914" y="2046392"/>
                      <a:pt x="378892" y="2035183"/>
                    </a:cubicBezTo>
                    <a:cubicBezTo>
                      <a:pt x="423698" y="1925577"/>
                      <a:pt x="687555" y="1245525"/>
                      <a:pt x="716181" y="1153356"/>
                    </a:cubicBezTo>
                    <a:cubicBezTo>
                      <a:pt x="744807" y="1059943"/>
                      <a:pt x="784635" y="774719"/>
                      <a:pt x="785879" y="772228"/>
                    </a:cubicBezTo>
                    <a:cubicBezTo>
                      <a:pt x="785879" y="768492"/>
                      <a:pt x="788368" y="766000"/>
                      <a:pt x="792102" y="766000"/>
                    </a:cubicBezTo>
                    <a:cubicBezTo>
                      <a:pt x="795836" y="764755"/>
                      <a:pt x="798325" y="767246"/>
                      <a:pt x="799570" y="770983"/>
                    </a:cubicBezTo>
                    <a:lnTo>
                      <a:pt x="953901" y="1306555"/>
                    </a:lnTo>
                    <a:cubicBezTo>
                      <a:pt x="953901" y="1307801"/>
                      <a:pt x="953901" y="1307801"/>
                      <a:pt x="953901" y="1309046"/>
                    </a:cubicBezTo>
                    <a:lnTo>
                      <a:pt x="919052" y="2194609"/>
                    </a:lnTo>
                    <a:lnTo>
                      <a:pt x="1187888" y="2194609"/>
                    </a:lnTo>
                    <a:cubicBezTo>
                      <a:pt x="1189132" y="2168453"/>
                      <a:pt x="1201578" y="2097459"/>
                      <a:pt x="1225226" y="1969170"/>
                    </a:cubicBezTo>
                    <a:cubicBezTo>
                      <a:pt x="1265054" y="1751205"/>
                      <a:pt x="1326039" y="1421143"/>
                      <a:pt x="1327284" y="1251752"/>
                    </a:cubicBezTo>
                    <a:cubicBezTo>
                      <a:pt x="1331018" y="844468"/>
                      <a:pt x="1226471" y="89685"/>
                      <a:pt x="1217758" y="13708"/>
                    </a:cubicBezTo>
                    <a:close/>
                    <a:moveTo>
                      <a:pt x="405021" y="0"/>
                    </a:moveTo>
                    <a:lnTo>
                      <a:pt x="1221501" y="0"/>
                    </a:lnTo>
                    <a:cubicBezTo>
                      <a:pt x="1225235" y="0"/>
                      <a:pt x="1227724" y="1246"/>
                      <a:pt x="1228969" y="6228"/>
                    </a:cubicBezTo>
                    <a:cubicBezTo>
                      <a:pt x="1230213" y="13701"/>
                      <a:pt x="1343475" y="824538"/>
                      <a:pt x="1339741" y="1251754"/>
                    </a:cubicBezTo>
                    <a:cubicBezTo>
                      <a:pt x="1338496" y="1422391"/>
                      <a:pt x="1278754" y="1752455"/>
                      <a:pt x="1237681" y="1970422"/>
                    </a:cubicBezTo>
                    <a:cubicBezTo>
                      <a:pt x="1217767" y="2082520"/>
                      <a:pt x="1199097" y="2188390"/>
                      <a:pt x="1200342" y="2199599"/>
                    </a:cubicBezTo>
                    <a:cubicBezTo>
                      <a:pt x="1201587" y="2202090"/>
                      <a:pt x="1200342" y="2204582"/>
                      <a:pt x="1200342" y="2205827"/>
                    </a:cubicBezTo>
                    <a:cubicBezTo>
                      <a:pt x="1199097" y="2208318"/>
                      <a:pt x="1196608" y="2208318"/>
                      <a:pt x="1194119" y="2208318"/>
                    </a:cubicBezTo>
                    <a:lnTo>
                      <a:pt x="911587" y="2208318"/>
                    </a:lnTo>
                    <a:cubicBezTo>
                      <a:pt x="909098" y="2208318"/>
                      <a:pt x="907853" y="2208318"/>
                      <a:pt x="906608" y="2205827"/>
                    </a:cubicBezTo>
                    <a:cubicBezTo>
                      <a:pt x="904119" y="2204582"/>
                      <a:pt x="904119" y="2203336"/>
                      <a:pt x="904119" y="2200845"/>
                    </a:cubicBezTo>
                    <a:lnTo>
                      <a:pt x="938969" y="1310294"/>
                    </a:lnTo>
                    <a:lnTo>
                      <a:pt x="793347" y="805855"/>
                    </a:lnTo>
                    <a:cubicBezTo>
                      <a:pt x="782145" y="884324"/>
                      <a:pt x="751029" y="1079871"/>
                      <a:pt x="728626" y="1157094"/>
                    </a:cubicBezTo>
                    <a:cubicBezTo>
                      <a:pt x="699999" y="1249263"/>
                      <a:pt x="436137" y="1931811"/>
                      <a:pt x="390085" y="2041418"/>
                    </a:cubicBezTo>
                    <a:cubicBezTo>
                      <a:pt x="385107" y="2052627"/>
                      <a:pt x="380128" y="2063837"/>
                      <a:pt x="375150" y="2075047"/>
                    </a:cubicBezTo>
                    <a:cubicBezTo>
                      <a:pt x="356480" y="2118640"/>
                      <a:pt x="335322" y="2163479"/>
                      <a:pt x="340300" y="2199599"/>
                    </a:cubicBezTo>
                    <a:cubicBezTo>
                      <a:pt x="341545" y="2202090"/>
                      <a:pt x="340300" y="2204582"/>
                      <a:pt x="339055" y="2205827"/>
                    </a:cubicBezTo>
                    <a:cubicBezTo>
                      <a:pt x="337811" y="2208318"/>
                      <a:pt x="336566" y="2208318"/>
                      <a:pt x="334077" y="2208318"/>
                    </a:cubicBezTo>
                    <a:lnTo>
                      <a:pt x="6738" y="2208318"/>
                    </a:lnTo>
                    <a:cubicBezTo>
                      <a:pt x="5494" y="2208318"/>
                      <a:pt x="3004" y="2208318"/>
                      <a:pt x="1760" y="2205827"/>
                    </a:cubicBezTo>
                    <a:cubicBezTo>
                      <a:pt x="515" y="2204582"/>
                      <a:pt x="-730" y="2202090"/>
                      <a:pt x="515" y="2199599"/>
                    </a:cubicBezTo>
                    <a:cubicBezTo>
                      <a:pt x="95107" y="1636622"/>
                      <a:pt x="236995" y="1204424"/>
                      <a:pt x="244463" y="1180759"/>
                    </a:cubicBezTo>
                    <a:cubicBezTo>
                      <a:pt x="269356" y="364939"/>
                      <a:pt x="396309" y="7473"/>
                      <a:pt x="397553" y="3737"/>
                    </a:cubicBezTo>
                    <a:cubicBezTo>
                      <a:pt x="398798" y="1246"/>
                      <a:pt x="401287" y="0"/>
                      <a:pt x="40502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3" name="Freeform 272">
                <a:extLst>
                  <a:ext uri="{FF2B5EF4-FFF2-40B4-BE49-F238E27FC236}">
                    <a16:creationId xmlns:a16="http://schemas.microsoft.com/office/drawing/2014/main" id="{CCB33626-8BCE-1944-8F96-F5DA22ED1265}"/>
                  </a:ext>
                </a:extLst>
              </p:cNvPr>
              <p:cNvSpPr/>
              <p:nvPr/>
            </p:nvSpPr>
            <p:spPr>
              <a:xfrm>
                <a:off x="11980779" y="10712587"/>
                <a:ext cx="505791" cy="1931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7" h="156">
                    <a:moveTo>
                      <a:pt x="0" y="156"/>
                    </a:moveTo>
                    <a:lnTo>
                      <a:pt x="407" y="156"/>
                    </a:lnTo>
                    <a:cubicBezTo>
                      <a:pt x="403" y="124"/>
                      <a:pt x="388" y="88"/>
                      <a:pt x="346" y="76"/>
                    </a:cubicBezTo>
                    <a:cubicBezTo>
                      <a:pt x="309" y="65"/>
                      <a:pt x="292" y="36"/>
                      <a:pt x="287" y="0"/>
                    </a:cubicBezTo>
                    <a:lnTo>
                      <a:pt x="24" y="0"/>
                    </a:lnTo>
                    <a:cubicBezTo>
                      <a:pt x="16" y="50"/>
                      <a:pt x="8" y="102"/>
                      <a:pt x="0" y="15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86EEAFB-DB86-044B-82AC-BA92DAF4B60A}"/>
                  </a:ext>
                </a:extLst>
              </p:cNvPr>
              <p:cNvSpPr/>
              <p:nvPr/>
            </p:nvSpPr>
            <p:spPr>
              <a:xfrm>
                <a:off x="11974554" y="10705110"/>
                <a:ext cx="519495" cy="206874"/>
              </a:xfrm>
              <a:custGeom>
                <a:avLst/>
                <a:gdLst>
                  <a:gd name="connsiteX0" fmla="*/ 42287 w 519495"/>
                  <a:gd name="connsiteY0" fmla="*/ 13705 h 206874"/>
                  <a:gd name="connsiteX1" fmla="*/ 14949 w 519495"/>
                  <a:gd name="connsiteY1" fmla="*/ 193162 h 206874"/>
                  <a:gd name="connsiteX2" fmla="*/ 503299 w 519495"/>
                  <a:gd name="connsiteY2" fmla="*/ 193162 h 206874"/>
                  <a:gd name="connsiteX3" fmla="*/ 433712 w 519495"/>
                  <a:gd name="connsiteY3" fmla="*/ 107765 h 206874"/>
                  <a:gd name="connsiteX4" fmla="*/ 356670 w 519495"/>
                  <a:gd name="connsiteY4" fmla="*/ 13705 h 206874"/>
                  <a:gd name="connsiteX5" fmla="*/ 36042 w 519495"/>
                  <a:gd name="connsiteY5" fmla="*/ 0 h 206874"/>
                  <a:gd name="connsiteX6" fmla="*/ 362901 w 519495"/>
                  <a:gd name="connsiteY6" fmla="*/ 0 h 206874"/>
                  <a:gd name="connsiteX7" fmla="*/ 369115 w 519495"/>
                  <a:gd name="connsiteY7" fmla="*/ 4955 h 206874"/>
                  <a:gd name="connsiteX8" fmla="*/ 438712 w 519495"/>
                  <a:gd name="connsiteY8" fmla="*/ 94146 h 206874"/>
                  <a:gd name="connsiteX9" fmla="*/ 519495 w 519495"/>
                  <a:gd name="connsiteY9" fmla="*/ 199441 h 206874"/>
                  <a:gd name="connsiteX10" fmla="*/ 517009 w 519495"/>
                  <a:gd name="connsiteY10" fmla="*/ 204396 h 206874"/>
                  <a:gd name="connsiteX11" fmla="*/ 512038 w 519495"/>
                  <a:gd name="connsiteY11" fmla="*/ 206874 h 206874"/>
                  <a:gd name="connsiteX12" fmla="*/ 6214 w 519495"/>
                  <a:gd name="connsiteY12" fmla="*/ 206874 h 206874"/>
                  <a:gd name="connsiteX13" fmla="*/ 1243 w 519495"/>
                  <a:gd name="connsiteY13" fmla="*/ 204396 h 206874"/>
                  <a:gd name="connsiteX14" fmla="*/ 0 w 519495"/>
                  <a:gd name="connsiteY14" fmla="*/ 199441 h 206874"/>
                  <a:gd name="connsiteX15" fmla="*/ 29827 w 519495"/>
                  <a:gd name="connsiteY15" fmla="*/ 4955 h 206874"/>
                  <a:gd name="connsiteX16" fmla="*/ 36042 w 519495"/>
                  <a:gd name="connsiteY16" fmla="*/ 0 h 20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519495" h="206874">
                    <a:moveTo>
                      <a:pt x="42287" y="13705"/>
                    </a:moveTo>
                    <a:cubicBezTo>
                      <a:pt x="32346" y="73111"/>
                      <a:pt x="22405" y="133756"/>
                      <a:pt x="14949" y="193162"/>
                    </a:cubicBezTo>
                    <a:lnTo>
                      <a:pt x="503299" y="193162"/>
                    </a:lnTo>
                    <a:cubicBezTo>
                      <a:pt x="497086" y="159746"/>
                      <a:pt x="479689" y="121379"/>
                      <a:pt x="433712" y="107765"/>
                    </a:cubicBezTo>
                    <a:cubicBezTo>
                      <a:pt x="392706" y="95389"/>
                      <a:pt x="365368" y="63210"/>
                      <a:pt x="356670" y="13705"/>
                    </a:cubicBezTo>
                    <a:close/>
                    <a:moveTo>
                      <a:pt x="36042" y="0"/>
                    </a:moveTo>
                    <a:lnTo>
                      <a:pt x="362901" y="0"/>
                    </a:lnTo>
                    <a:cubicBezTo>
                      <a:pt x="366629" y="0"/>
                      <a:pt x="369115" y="2478"/>
                      <a:pt x="369115" y="4955"/>
                    </a:cubicBezTo>
                    <a:cubicBezTo>
                      <a:pt x="376572" y="53267"/>
                      <a:pt x="400185" y="82997"/>
                      <a:pt x="438712" y="94146"/>
                    </a:cubicBezTo>
                    <a:cubicBezTo>
                      <a:pt x="482211" y="107773"/>
                      <a:pt x="510795" y="143697"/>
                      <a:pt x="519495" y="199441"/>
                    </a:cubicBezTo>
                    <a:cubicBezTo>
                      <a:pt x="519495" y="200680"/>
                      <a:pt x="519495" y="203158"/>
                      <a:pt x="517009" y="204396"/>
                    </a:cubicBezTo>
                    <a:cubicBezTo>
                      <a:pt x="517009" y="206874"/>
                      <a:pt x="514524" y="206874"/>
                      <a:pt x="512038" y="206874"/>
                    </a:cubicBezTo>
                    <a:lnTo>
                      <a:pt x="6214" y="206874"/>
                    </a:lnTo>
                    <a:cubicBezTo>
                      <a:pt x="4971" y="206874"/>
                      <a:pt x="2486" y="206874"/>
                      <a:pt x="1243" y="204396"/>
                    </a:cubicBezTo>
                    <a:cubicBezTo>
                      <a:pt x="0" y="203158"/>
                      <a:pt x="0" y="200680"/>
                      <a:pt x="0" y="199441"/>
                    </a:cubicBezTo>
                    <a:cubicBezTo>
                      <a:pt x="8700" y="135026"/>
                      <a:pt x="18642" y="70610"/>
                      <a:pt x="29827" y="4955"/>
                    </a:cubicBezTo>
                    <a:cubicBezTo>
                      <a:pt x="29827" y="2478"/>
                      <a:pt x="32313" y="0"/>
                      <a:pt x="3604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6" name="Freeform 275">
                <a:extLst>
                  <a:ext uri="{FF2B5EF4-FFF2-40B4-BE49-F238E27FC236}">
                    <a16:creationId xmlns:a16="http://schemas.microsoft.com/office/drawing/2014/main" id="{600D5616-15EC-DC47-90D6-69247C6828E2}"/>
                  </a:ext>
                </a:extLst>
              </p:cNvPr>
              <p:cNvSpPr/>
              <p:nvPr/>
            </p:nvSpPr>
            <p:spPr>
              <a:xfrm>
                <a:off x="11973308" y="10906999"/>
                <a:ext cx="515758" cy="56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5" h="46">
                    <a:moveTo>
                      <a:pt x="0" y="46"/>
                    </a:moveTo>
                    <a:lnTo>
                      <a:pt x="415" y="46"/>
                    </a:lnTo>
                    <a:cubicBezTo>
                      <a:pt x="415" y="46"/>
                      <a:pt x="417" y="25"/>
                      <a:pt x="413" y="0"/>
                    </a:cubicBezTo>
                    <a:lnTo>
                      <a:pt x="6" y="0"/>
                    </a:lnTo>
                    <a:cubicBezTo>
                      <a:pt x="4" y="15"/>
                      <a:pt x="2" y="30"/>
                      <a:pt x="0" y="4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5" name="Freeform 414">
                <a:extLst>
                  <a:ext uri="{FF2B5EF4-FFF2-40B4-BE49-F238E27FC236}">
                    <a16:creationId xmlns:a16="http://schemas.microsoft.com/office/drawing/2014/main" id="{7AC1EAB9-C24A-6443-BA24-008845820D90}"/>
                  </a:ext>
                </a:extLst>
              </p:cNvPr>
              <p:cNvSpPr/>
              <p:nvPr/>
            </p:nvSpPr>
            <p:spPr>
              <a:xfrm>
                <a:off x="11965832" y="10899522"/>
                <a:ext cx="530806" cy="71035"/>
              </a:xfrm>
              <a:custGeom>
                <a:avLst/>
                <a:gdLst>
                  <a:gd name="connsiteX0" fmla="*/ 22408 w 530806"/>
                  <a:gd name="connsiteY0" fmla="*/ 13708 h 71035"/>
                  <a:gd name="connsiteX1" fmla="*/ 16195 w 530806"/>
                  <a:gd name="connsiteY1" fmla="*/ 57326 h 71035"/>
                  <a:gd name="connsiteX2" fmla="*/ 515760 w 530806"/>
                  <a:gd name="connsiteY2" fmla="*/ 57326 h 71035"/>
                  <a:gd name="connsiteX3" fmla="*/ 514518 w 530806"/>
                  <a:gd name="connsiteY3" fmla="*/ 13708 h 71035"/>
                  <a:gd name="connsiteX4" fmla="*/ 14914 w 530806"/>
                  <a:gd name="connsiteY4" fmla="*/ 0 h 71035"/>
                  <a:gd name="connsiteX5" fmla="*/ 520764 w 530806"/>
                  <a:gd name="connsiteY5" fmla="*/ 0 h 71035"/>
                  <a:gd name="connsiteX6" fmla="*/ 528221 w 530806"/>
                  <a:gd name="connsiteY6" fmla="*/ 6124 h 71035"/>
                  <a:gd name="connsiteX7" fmla="*/ 529464 w 530806"/>
                  <a:gd name="connsiteY7" fmla="*/ 64911 h 71035"/>
                  <a:gd name="connsiteX8" fmla="*/ 523250 w 530806"/>
                  <a:gd name="connsiteY8" fmla="*/ 71035 h 71035"/>
                  <a:gd name="connsiteX9" fmla="*/ 7457 w 530806"/>
                  <a:gd name="connsiteY9" fmla="*/ 71035 h 71035"/>
                  <a:gd name="connsiteX10" fmla="*/ 2486 w 530806"/>
                  <a:gd name="connsiteY10" fmla="*/ 68586 h 71035"/>
                  <a:gd name="connsiteX11" fmla="*/ 0 w 530806"/>
                  <a:gd name="connsiteY11" fmla="*/ 63687 h 71035"/>
                  <a:gd name="connsiteX12" fmla="*/ 8700 w 530806"/>
                  <a:gd name="connsiteY12" fmla="*/ 6124 h 71035"/>
                  <a:gd name="connsiteX13" fmla="*/ 14914 w 530806"/>
                  <a:gd name="connsiteY13" fmla="*/ 0 h 71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30806" h="71035">
                    <a:moveTo>
                      <a:pt x="22408" y="13708"/>
                    </a:moveTo>
                    <a:cubicBezTo>
                      <a:pt x="18680" y="28247"/>
                      <a:pt x="17438" y="41575"/>
                      <a:pt x="16195" y="57326"/>
                    </a:cubicBezTo>
                    <a:lnTo>
                      <a:pt x="515760" y="57326"/>
                    </a:lnTo>
                    <a:cubicBezTo>
                      <a:pt x="517003" y="48845"/>
                      <a:pt x="517003" y="31882"/>
                      <a:pt x="514518" y="13708"/>
                    </a:cubicBezTo>
                    <a:close/>
                    <a:moveTo>
                      <a:pt x="14914" y="0"/>
                    </a:moveTo>
                    <a:lnTo>
                      <a:pt x="520764" y="0"/>
                    </a:lnTo>
                    <a:cubicBezTo>
                      <a:pt x="524493" y="0"/>
                      <a:pt x="528221" y="2449"/>
                      <a:pt x="528221" y="6124"/>
                    </a:cubicBezTo>
                    <a:cubicBezTo>
                      <a:pt x="533193" y="37967"/>
                      <a:pt x="529464" y="63687"/>
                      <a:pt x="529464" y="64911"/>
                    </a:cubicBezTo>
                    <a:cubicBezTo>
                      <a:pt x="528221" y="68586"/>
                      <a:pt x="525735" y="71035"/>
                      <a:pt x="523250" y="71035"/>
                    </a:cubicBezTo>
                    <a:lnTo>
                      <a:pt x="7457" y="71035"/>
                    </a:lnTo>
                    <a:cubicBezTo>
                      <a:pt x="4971" y="71035"/>
                      <a:pt x="3729" y="69810"/>
                      <a:pt x="2486" y="68586"/>
                    </a:cubicBezTo>
                    <a:cubicBezTo>
                      <a:pt x="0" y="66136"/>
                      <a:pt x="0" y="64911"/>
                      <a:pt x="0" y="63687"/>
                    </a:cubicBezTo>
                    <a:cubicBezTo>
                      <a:pt x="2486" y="44091"/>
                      <a:pt x="6214" y="24495"/>
                      <a:pt x="8700" y="6124"/>
                    </a:cubicBezTo>
                    <a:cubicBezTo>
                      <a:pt x="8700" y="2449"/>
                      <a:pt x="11186" y="0"/>
                      <a:pt x="1491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79" name="Freeform 278">
                <a:extLst>
                  <a:ext uri="{FF2B5EF4-FFF2-40B4-BE49-F238E27FC236}">
                    <a16:creationId xmlns:a16="http://schemas.microsoft.com/office/drawing/2014/main" id="{EB10A117-691B-7B4B-B5CC-E7ED30547A38}"/>
                  </a:ext>
                </a:extLst>
              </p:cNvPr>
              <p:cNvSpPr/>
              <p:nvPr/>
            </p:nvSpPr>
            <p:spPr>
              <a:xfrm>
                <a:off x="12903914" y="10906999"/>
                <a:ext cx="467172" cy="5608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6" h="46">
                    <a:moveTo>
                      <a:pt x="2" y="0"/>
                    </a:moveTo>
                    <a:lnTo>
                      <a:pt x="0" y="46"/>
                    </a:lnTo>
                    <a:lnTo>
                      <a:pt x="374" y="46"/>
                    </a:lnTo>
                    <a:cubicBezTo>
                      <a:pt x="374" y="46"/>
                      <a:pt x="378" y="25"/>
                      <a:pt x="37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54B81BFF-FE33-FA43-8B85-10C24EAF6530}"/>
                  </a:ext>
                </a:extLst>
              </p:cNvPr>
              <p:cNvSpPr/>
              <p:nvPr/>
            </p:nvSpPr>
            <p:spPr>
              <a:xfrm>
                <a:off x="12897686" y="10899522"/>
                <a:ext cx="480487" cy="71035"/>
              </a:xfrm>
              <a:custGeom>
                <a:avLst/>
                <a:gdLst>
                  <a:gd name="connsiteX0" fmla="*/ 16189 w 480487"/>
                  <a:gd name="connsiteY0" fmla="*/ 13708 h 71035"/>
                  <a:gd name="connsiteX1" fmla="*/ 13704 w 480487"/>
                  <a:gd name="connsiteY1" fmla="*/ 57326 h 71035"/>
                  <a:gd name="connsiteX2" fmla="*/ 464684 w 480487"/>
                  <a:gd name="connsiteY2" fmla="*/ 57326 h 71035"/>
                  <a:gd name="connsiteX3" fmla="*/ 465926 w 480487"/>
                  <a:gd name="connsiteY3" fmla="*/ 13708 h 71035"/>
                  <a:gd name="connsiteX4" fmla="*/ 8698 w 480487"/>
                  <a:gd name="connsiteY4" fmla="*/ 0 h 71035"/>
                  <a:gd name="connsiteX5" fmla="*/ 472178 w 480487"/>
                  <a:gd name="connsiteY5" fmla="*/ 0 h 71035"/>
                  <a:gd name="connsiteX6" fmla="*/ 479633 w 480487"/>
                  <a:gd name="connsiteY6" fmla="*/ 6124 h 71035"/>
                  <a:gd name="connsiteX7" fmla="*/ 478391 w 480487"/>
                  <a:gd name="connsiteY7" fmla="*/ 64911 h 71035"/>
                  <a:gd name="connsiteX8" fmla="*/ 470935 w 480487"/>
                  <a:gd name="connsiteY8" fmla="*/ 71035 h 71035"/>
                  <a:gd name="connsiteX9" fmla="*/ 6213 w 480487"/>
                  <a:gd name="connsiteY9" fmla="*/ 71035 h 71035"/>
                  <a:gd name="connsiteX10" fmla="*/ 2485 w 480487"/>
                  <a:gd name="connsiteY10" fmla="*/ 69810 h 71035"/>
                  <a:gd name="connsiteX11" fmla="*/ 0 w 480487"/>
                  <a:gd name="connsiteY11" fmla="*/ 63687 h 71035"/>
                  <a:gd name="connsiteX12" fmla="*/ 2485 w 480487"/>
                  <a:gd name="connsiteY12" fmla="*/ 6124 h 71035"/>
                  <a:gd name="connsiteX13" fmla="*/ 8698 w 480487"/>
                  <a:gd name="connsiteY13" fmla="*/ 0 h 710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80487" h="71035">
                    <a:moveTo>
                      <a:pt x="16189" y="13708"/>
                    </a:moveTo>
                    <a:lnTo>
                      <a:pt x="13704" y="57326"/>
                    </a:lnTo>
                    <a:lnTo>
                      <a:pt x="464684" y="57326"/>
                    </a:lnTo>
                    <a:cubicBezTo>
                      <a:pt x="465926" y="48845"/>
                      <a:pt x="467168" y="31882"/>
                      <a:pt x="465926" y="13708"/>
                    </a:cubicBezTo>
                    <a:close/>
                    <a:moveTo>
                      <a:pt x="8698" y="0"/>
                    </a:moveTo>
                    <a:lnTo>
                      <a:pt x="472178" y="0"/>
                    </a:lnTo>
                    <a:cubicBezTo>
                      <a:pt x="475906" y="0"/>
                      <a:pt x="479633" y="2449"/>
                      <a:pt x="479633" y="6124"/>
                    </a:cubicBezTo>
                    <a:cubicBezTo>
                      <a:pt x="482119" y="37967"/>
                      <a:pt x="478391" y="63687"/>
                      <a:pt x="478391" y="64911"/>
                    </a:cubicBezTo>
                    <a:cubicBezTo>
                      <a:pt x="478391" y="68586"/>
                      <a:pt x="474663" y="71035"/>
                      <a:pt x="470935" y="71035"/>
                    </a:cubicBezTo>
                    <a:lnTo>
                      <a:pt x="6213" y="71035"/>
                    </a:lnTo>
                    <a:cubicBezTo>
                      <a:pt x="4970" y="71035"/>
                      <a:pt x="2485" y="69810"/>
                      <a:pt x="2485" y="69810"/>
                    </a:cubicBezTo>
                    <a:cubicBezTo>
                      <a:pt x="0" y="67361"/>
                      <a:pt x="0" y="64911"/>
                      <a:pt x="0" y="63687"/>
                    </a:cubicBezTo>
                    <a:lnTo>
                      <a:pt x="2485" y="6124"/>
                    </a:lnTo>
                    <a:cubicBezTo>
                      <a:pt x="2485" y="2449"/>
                      <a:pt x="4970" y="0"/>
                      <a:pt x="869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2" name="Freeform 281">
                <a:extLst>
                  <a:ext uri="{FF2B5EF4-FFF2-40B4-BE49-F238E27FC236}">
                    <a16:creationId xmlns:a16="http://schemas.microsoft.com/office/drawing/2014/main" id="{05894681-3903-1247-937E-86F3C177659C}"/>
                  </a:ext>
                </a:extLst>
              </p:cNvPr>
              <p:cNvSpPr/>
              <p:nvPr/>
            </p:nvSpPr>
            <p:spPr>
              <a:xfrm>
                <a:off x="12906406" y="10712587"/>
                <a:ext cx="463435" cy="19316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3" h="156">
                    <a:moveTo>
                      <a:pt x="307" y="61"/>
                    </a:moveTo>
                    <a:cubicBezTo>
                      <a:pt x="261" y="48"/>
                      <a:pt x="241" y="29"/>
                      <a:pt x="234" y="0"/>
                    </a:cubicBezTo>
                    <a:lnTo>
                      <a:pt x="7" y="0"/>
                    </a:lnTo>
                    <a:lnTo>
                      <a:pt x="0" y="156"/>
                    </a:lnTo>
                    <a:lnTo>
                      <a:pt x="373" y="156"/>
                    </a:lnTo>
                    <a:cubicBezTo>
                      <a:pt x="370" y="120"/>
                      <a:pt x="355" y="75"/>
                      <a:pt x="307" y="6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7" name="Freeform 416">
                <a:extLst>
                  <a:ext uri="{FF2B5EF4-FFF2-40B4-BE49-F238E27FC236}">
                    <a16:creationId xmlns:a16="http://schemas.microsoft.com/office/drawing/2014/main" id="{DA3900BA-569C-D44B-BD53-1D47656DBFC5}"/>
                  </a:ext>
                </a:extLst>
              </p:cNvPr>
              <p:cNvSpPr/>
              <p:nvPr/>
            </p:nvSpPr>
            <p:spPr>
              <a:xfrm>
                <a:off x="12900177" y="10705110"/>
                <a:ext cx="477138" cy="206874"/>
              </a:xfrm>
              <a:custGeom>
                <a:avLst/>
                <a:gdLst>
                  <a:gd name="connsiteX0" fmla="*/ 21157 w 477138"/>
                  <a:gd name="connsiteY0" fmla="*/ 13705 h 206874"/>
                  <a:gd name="connsiteX1" fmla="*/ 13703 w 477138"/>
                  <a:gd name="connsiteY1" fmla="*/ 193162 h 206874"/>
                  <a:gd name="connsiteX2" fmla="*/ 462188 w 477138"/>
                  <a:gd name="connsiteY2" fmla="*/ 193162 h 206874"/>
                  <a:gd name="connsiteX3" fmla="*/ 385163 w 477138"/>
                  <a:gd name="connsiteY3" fmla="*/ 89201 h 206874"/>
                  <a:gd name="connsiteX4" fmla="*/ 290745 w 477138"/>
                  <a:gd name="connsiteY4" fmla="*/ 13705 h 206874"/>
                  <a:gd name="connsiteX5" fmla="*/ 14911 w 477138"/>
                  <a:gd name="connsiteY5" fmla="*/ 0 h 206874"/>
                  <a:gd name="connsiteX6" fmla="*/ 296969 w 477138"/>
                  <a:gd name="connsiteY6" fmla="*/ 0 h 206874"/>
                  <a:gd name="connsiteX7" fmla="*/ 303181 w 477138"/>
                  <a:gd name="connsiteY7" fmla="*/ 4955 h 206874"/>
                  <a:gd name="connsiteX8" fmla="*/ 388917 w 477138"/>
                  <a:gd name="connsiteY8" fmla="*/ 75565 h 206874"/>
                  <a:gd name="connsiteX9" fmla="*/ 477138 w 477138"/>
                  <a:gd name="connsiteY9" fmla="*/ 199441 h 206874"/>
                  <a:gd name="connsiteX10" fmla="*/ 475895 w 477138"/>
                  <a:gd name="connsiteY10" fmla="*/ 204396 h 206874"/>
                  <a:gd name="connsiteX11" fmla="*/ 469683 w 477138"/>
                  <a:gd name="connsiteY11" fmla="*/ 206874 h 206874"/>
                  <a:gd name="connsiteX12" fmla="*/ 6213 w 477138"/>
                  <a:gd name="connsiteY12" fmla="*/ 206874 h 206874"/>
                  <a:gd name="connsiteX13" fmla="*/ 2485 w 477138"/>
                  <a:gd name="connsiteY13" fmla="*/ 204396 h 206874"/>
                  <a:gd name="connsiteX14" fmla="*/ 0 w 477138"/>
                  <a:gd name="connsiteY14" fmla="*/ 199441 h 206874"/>
                  <a:gd name="connsiteX15" fmla="*/ 7455 w 477138"/>
                  <a:gd name="connsiteY15" fmla="*/ 6194 h 206874"/>
                  <a:gd name="connsiteX16" fmla="*/ 14911 w 477138"/>
                  <a:gd name="connsiteY16" fmla="*/ 0 h 206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77138" h="206874">
                    <a:moveTo>
                      <a:pt x="21157" y="13705"/>
                    </a:moveTo>
                    <a:lnTo>
                      <a:pt x="13703" y="193162"/>
                    </a:lnTo>
                    <a:lnTo>
                      <a:pt x="462188" y="193162"/>
                    </a:lnTo>
                    <a:cubicBezTo>
                      <a:pt x="457219" y="152320"/>
                      <a:pt x="438584" y="105290"/>
                      <a:pt x="385163" y="89201"/>
                    </a:cubicBezTo>
                    <a:cubicBezTo>
                      <a:pt x="330500" y="74349"/>
                      <a:pt x="303168" y="50834"/>
                      <a:pt x="290745" y="13705"/>
                    </a:cubicBezTo>
                    <a:close/>
                    <a:moveTo>
                      <a:pt x="14911" y="0"/>
                    </a:moveTo>
                    <a:lnTo>
                      <a:pt x="296969" y="0"/>
                    </a:lnTo>
                    <a:cubicBezTo>
                      <a:pt x="300696" y="0"/>
                      <a:pt x="303181" y="1239"/>
                      <a:pt x="303181" y="4955"/>
                    </a:cubicBezTo>
                    <a:cubicBezTo>
                      <a:pt x="313122" y="40879"/>
                      <a:pt x="336730" y="60700"/>
                      <a:pt x="388917" y="75565"/>
                    </a:cubicBezTo>
                    <a:cubicBezTo>
                      <a:pt x="453530" y="95385"/>
                      <a:pt x="473410" y="153607"/>
                      <a:pt x="477138" y="199441"/>
                    </a:cubicBezTo>
                    <a:cubicBezTo>
                      <a:pt x="477138" y="200680"/>
                      <a:pt x="477138" y="203158"/>
                      <a:pt x="475895" y="204396"/>
                    </a:cubicBezTo>
                    <a:cubicBezTo>
                      <a:pt x="473410" y="206874"/>
                      <a:pt x="472168" y="206874"/>
                      <a:pt x="469683" y="206874"/>
                    </a:cubicBezTo>
                    <a:lnTo>
                      <a:pt x="6213" y="206874"/>
                    </a:lnTo>
                    <a:cubicBezTo>
                      <a:pt x="4970" y="206874"/>
                      <a:pt x="2485" y="206874"/>
                      <a:pt x="2485" y="204396"/>
                    </a:cubicBezTo>
                    <a:cubicBezTo>
                      <a:pt x="0" y="203158"/>
                      <a:pt x="0" y="201919"/>
                      <a:pt x="0" y="199441"/>
                    </a:cubicBezTo>
                    <a:lnTo>
                      <a:pt x="7455" y="6194"/>
                    </a:lnTo>
                    <a:cubicBezTo>
                      <a:pt x="7455" y="2478"/>
                      <a:pt x="11183" y="0"/>
                      <a:pt x="1491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5" name="Freeform 284">
                <a:extLst>
                  <a:ext uri="{FF2B5EF4-FFF2-40B4-BE49-F238E27FC236}">
                    <a16:creationId xmlns:a16="http://schemas.microsoft.com/office/drawing/2014/main" id="{66C34EB8-FFB8-E044-8EEB-8B28B34A87CE}"/>
                  </a:ext>
                </a:extLst>
              </p:cNvPr>
              <p:cNvSpPr/>
              <p:nvPr/>
            </p:nvSpPr>
            <p:spPr>
              <a:xfrm>
                <a:off x="11973308" y="10712587"/>
                <a:ext cx="515758" cy="2504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5" h="202">
                    <a:moveTo>
                      <a:pt x="413" y="156"/>
                    </a:moveTo>
                    <a:cubicBezTo>
                      <a:pt x="409" y="124"/>
                      <a:pt x="394" y="88"/>
                      <a:pt x="352" y="76"/>
                    </a:cubicBezTo>
                    <a:cubicBezTo>
                      <a:pt x="315" y="65"/>
                      <a:pt x="298" y="36"/>
                      <a:pt x="293" y="0"/>
                    </a:cubicBezTo>
                    <a:lnTo>
                      <a:pt x="30" y="0"/>
                    </a:lnTo>
                    <a:cubicBezTo>
                      <a:pt x="22" y="50"/>
                      <a:pt x="14" y="102"/>
                      <a:pt x="6" y="156"/>
                    </a:cubicBezTo>
                    <a:cubicBezTo>
                      <a:pt x="4" y="171"/>
                      <a:pt x="2" y="186"/>
                      <a:pt x="0" y="202"/>
                    </a:cubicBezTo>
                    <a:lnTo>
                      <a:pt x="415" y="202"/>
                    </a:lnTo>
                    <a:cubicBezTo>
                      <a:pt x="415" y="202"/>
                      <a:pt x="417" y="181"/>
                      <a:pt x="413" y="15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6" name="Freeform 285">
                <a:extLst>
                  <a:ext uri="{FF2B5EF4-FFF2-40B4-BE49-F238E27FC236}">
                    <a16:creationId xmlns:a16="http://schemas.microsoft.com/office/drawing/2014/main" id="{F36B87F1-8815-2942-A935-06F66AC90918}"/>
                  </a:ext>
                </a:extLst>
              </p:cNvPr>
              <p:cNvSpPr/>
              <p:nvPr/>
            </p:nvSpPr>
            <p:spPr>
              <a:xfrm>
                <a:off x="12903914" y="10712587"/>
                <a:ext cx="467172" cy="25049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76" h="202">
                    <a:moveTo>
                      <a:pt x="375" y="156"/>
                    </a:moveTo>
                    <a:cubicBezTo>
                      <a:pt x="372" y="120"/>
                      <a:pt x="357" y="75"/>
                      <a:pt x="309" y="61"/>
                    </a:cubicBezTo>
                    <a:cubicBezTo>
                      <a:pt x="263" y="48"/>
                      <a:pt x="243" y="29"/>
                      <a:pt x="236" y="0"/>
                    </a:cubicBezTo>
                    <a:lnTo>
                      <a:pt x="9" y="0"/>
                    </a:lnTo>
                    <a:lnTo>
                      <a:pt x="2" y="156"/>
                    </a:lnTo>
                    <a:lnTo>
                      <a:pt x="0" y="202"/>
                    </a:lnTo>
                    <a:lnTo>
                      <a:pt x="374" y="202"/>
                    </a:lnTo>
                    <a:cubicBezTo>
                      <a:pt x="374" y="202"/>
                      <a:pt x="378" y="181"/>
                      <a:pt x="375" y="156"/>
                    </a:cubicBezTo>
                    <a:close/>
                  </a:path>
                </a:pathLst>
              </a:custGeom>
              <a:solidFill>
                <a:schemeClr val="accent2">
                  <a:alpha val="20000"/>
                </a:schemeClr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7" name="Freeform 286">
                <a:extLst>
                  <a:ext uri="{FF2B5EF4-FFF2-40B4-BE49-F238E27FC236}">
                    <a16:creationId xmlns:a16="http://schemas.microsoft.com/office/drawing/2014/main" id="{36CDFEDE-0202-234D-B71C-96D1C668BC78}"/>
                  </a:ext>
                </a:extLst>
              </p:cNvPr>
              <p:cNvSpPr/>
              <p:nvPr/>
            </p:nvSpPr>
            <p:spPr>
              <a:xfrm>
                <a:off x="12745695" y="9117414"/>
                <a:ext cx="56061" cy="17073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6" h="138">
                    <a:moveTo>
                      <a:pt x="39" y="138"/>
                    </a:moveTo>
                    <a:cubicBezTo>
                      <a:pt x="37" y="138"/>
                      <a:pt x="35" y="137"/>
                      <a:pt x="34" y="134"/>
                    </a:cubicBezTo>
                    <a:lnTo>
                      <a:pt x="0" y="7"/>
                    </a:lnTo>
                    <a:cubicBezTo>
                      <a:pt x="-1" y="4"/>
                      <a:pt x="0" y="1"/>
                      <a:pt x="3" y="0"/>
                    </a:cubicBezTo>
                    <a:cubicBezTo>
                      <a:pt x="6" y="-1"/>
                      <a:pt x="10" y="1"/>
                      <a:pt x="11" y="4"/>
                    </a:cubicBezTo>
                    <a:lnTo>
                      <a:pt x="45" y="131"/>
                    </a:lnTo>
                    <a:cubicBezTo>
                      <a:pt x="46" y="134"/>
                      <a:pt x="44" y="137"/>
                      <a:pt x="41" y="138"/>
                    </a:cubicBezTo>
                    <a:cubicBezTo>
                      <a:pt x="41" y="138"/>
                      <a:pt x="40" y="138"/>
                      <a:pt x="39" y="13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88" name="Freeform 287">
                <a:extLst>
                  <a:ext uri="{FF2B5EF4-FFF2-40B4-BE49-F238E27FC236}">
                    <a16:creationId xmlns:a16="http://schemas.microsoft.com/office/drawing/2014/main" id="{FE104924-6ACB-9845-A4C3-006369AF7112}"/>
                  </a:ext>
                </a:extLst>
              </p:cNvPr>
              <p:cNvSpPr/>
              <p:nvPr/>
            </p:nvSpPr>
            <p:spPr>
              <a:xfrm>
                <a:off x="13609032" y="6531484"/>
                <a:ext cx="370000" cy="66548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98" h="535">
                    <a:moveTo>
                      <a:pt x="160" y="535"/>
                    </a:moveTo>
                    <a:lnTo>
                      <a:pt x="200" y="439"/>
                    </a:lnTo>
                    <a:cubicBezTo>
                      <a:pt x="200" y="439"/>
                      <a:pt x="252" y="420"/>
                      <a:pt x="294" y="288"/>
                    </a:cubicBezTo>
                    <a:cubicBezTo>
                      <a:pt x="299" y="272"/>
                      <a:pt x="308" y="214"/>
                      <a:pt x="257" y="231"/>
                    </a:cubicBezTo>
                    <a:cubicBezTo>
                      <a:pt x="257" y="231"/>
                      <a:pt x="251" y="182"/>
                      <a:pt x="210" y="201"/>
                    </a:cubicBezTo>
                    <a:cubicBezTo>
                      <a:pt x="210" y="201"/>
                      <a:pt x="208" y="149"/>
                      <a:pt x="162" y="175"/>
                    </a:cubicBezTo>
                    <a:cubicBezTo>
                      <a:pt x="162" y="175"/>
                      <a:pt x="230" y="15"/>
                      <a:pt x="208" y="2"/>
                    </a:cubicBezTo>
                    <a:cubicBezTo>
                      <a:pt x="187" y="-11"/>
                      <a:pt x="145" y="54"/>
                      <a:pt x="105" y="162"/>
                    </a:cubicBezTo>
                    <a:cubicBezTo>
                      <a:pt x="105" y="162"/>
                      <a:pt x="33" y="229"/>
                      <a:pt x="32" y="277"/>
                    </a:cubicBezTo>
                    <a:cubicBezTo>
                      <a:pt x="32" y="324"/>
                      <a:pt x="39" y="361"/>
                      <a:pt x="39" y="361"/>
                    </a:cubicBezTo>
                    <a:lnTo>
                      <a:pt x="0" y="453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8" name="Freeform 417">
                <a:extLst>
                  <a:ext uri="{FF2B5EF4-FFF2-40B4-BE49-F238E27FC236}">
                    <a16:creationId xmlns:a16="http://schemas.microsoft.com/office/drawing/2014/main" id="{2AAEF579-D835-5C48-A840-7237105416AE}"/>
                  </a:ext>
                </a:extLst>
              </p:cNvPr>
              <p:cNvSpPr/>
              <p:nvPr/>
            </p:nvSpPr>
            <p:spPr>
              <a:xfrm>
                <a:off x="13603016" y="6524245"/>
                <a:ext cx="384273" cy="680207"/>
              </a:xfrm>
              <a:custGeom>
                <a:avLst/>
                <a:gdLst>
                  <a:gd name="connsiteX0" fmla="*/ 253091 w 384273"/>
                  <a:gd name="connsiteY0" fmla="*/ 14717 h 680207"/>
                  <a:gd name="connsiteX1" fmla="*/ 142606 w 384273"/>
                  <a:gd name="connsiteY1" fmla="*/ 211243 h 680207"/>
                  <a:gd name="connsiteX2" fmla="*/ 141365 w 384273"/>
                  <a:gd name="connsiteY2" fmla="*/ 213730 h 680207"/>
                  <a:gd name="connsiteX3" fmla="*/ 53225 w 384273"/>
                  <a:gd name="connsiteY3" fmla="*/ 351796 h 680207"/>
                  <a:gd name="connsiteX4" fmla="*/ 61915 w 384273"/>
                  <a:gd name="connsiteY4" fmla="*/ 455034 h 680207"/>
                  <a:gd name="connsiteX5" fmla="*/ 60674 w 384273"/>
                  <a:gd name="connsiteY5" fmla="*/ 458766 h 680207"/>
                  <a:gd name="connsiteX6" fmla="*/ 15983 w 384273"/>
                  <a:gd name="connsiteY6" fmla="*/ 566979 h 680207"/>
                  <a:gd name="connsiteX7" fmla="*/ 200952 w 384273"/>
                  <a:gd name="connsiteY7" fmla="*/ 661510 h 680207"/>
                  <a:gd name="connsiteX8" fmla="*/ 248126 w 384273"/>
                  <a:gd name="connsiteY8" fmla="*/ 550809 h 680207"/>
                  <a:gd name="connsiteX9" fmla="*/ 251850 w 384273"/>
                  <a:gd name="connsiteY9" fmla="*/ 547078 h 680207"/>
                  <a:gd name="connsiteX10" fmla="*/ 363576 w 384273"/>
                  <a:gd name="connsiteY10" fmla="*/ 362990 h 680207"/>
                  <a:gd name="connsiteX11" fmla="*/ 361094 w 384273"/>
                  <a:gd name="connsiteY11" fmla="*/ 303286 h 680207"/>
                  <a:gd name="connsiteX12" fmla="*/ 328817 w 384273"/>
                  <a:gd name="connsiteY12" fmla="*/ 302043 h 680207"/>
                  <a:gd name="connsiteX13" fmla="*/ 322610 w 384273"/>
                  <a:gd name="connsiteY13" fmla="*/ 300799 h 680207"/>
                  <a:gd name="connsiteX14" fmla="*/ 318886 w 384273"/>
                  <a:gd name="connsiteY14" fmla="*/ 295823 h 680207"/>
                  <a:gd name="connsiteX15" fmla="*/ 299023 w 384273"/>
                  <a:gd name="connsiteY15" fmla="*/ 260996 h 680207"/>
                  <a:gd name="connsiteX16" fmla="*/ 269230 w 384273"/>
                  <a:gd name="connsiteY16" fmla="*/ 263484 h 680207"/>
                  <a:gd name="connsiteX17" fmla="*/ 263023 w 384273"/>
                  <a:gd name="connsiteY17" fmla="*/ 263484 h 680207"/>
                  <a:gd name="connsiteX18" fmla="*/ 259298 w 384273"/>
                  <a:gd name="connsiteY18" fmla="*/ 257265 h 680207"/>
                  <a:gd name="connsiteX19" fmla="*/ 244402 w 384273"/>
                  <a:gd name="connsiteY19" fmla="*/ 224925 h 680207"/>
                  <a:gd name="connsiteX20" fmla="*/ 209642 w 384273"/>
                  <a:gd name="connsiteY20" fmla="*/ 231144 h 680207"/>
                  <a:gd name="connsiteX21" fmla="*/ 202194 w 384273"/>
                  <a:gd name="connsiteY21" fmla="*/ 229900 h 680207"/>
                  <a:gd name="connsiteX22" fmla="*/ 200952 w 384273"/>
                  <a:gd name="connsiteY22" fmla="*/ 222437 h 680207"/>
                  <a:gd name="connsiteX23" fmla="*/ 260540 w 384273"/>
                  <a:gd name="connsiteY23" fmla="*/ 15961 h 680207"/>
                  <a:gd name="connsiteX24" fmla="*/ 253091 w 384273"/>
                  <a:gd name="connsiteY24" fmla="*/ 14717 h 680207"/>
                  <a:gd name="connsiteX25" fmla="*/ 249381 w 384273"/>
                  <a:gd name="connsiteY25" fmla="*/ 2254 h 680207"/>
                  <a:gd name="connsiteX26" fmla="*/ 269249 w 384273"/>
                  <a:gd name="connsiteY26" fmla="*/ 3498 h 680207"/>
                  <a:gd name="connsiteX27" fmla="*/ 254348 w 384273"/>
                  <a:gd name="connsiteY27" fmla="*/ 125405 h 680207"/>
                  <a:gd name="connsiteX28" fmla="*/ 222062 w 384273"/>
                  <a:gd name="connsiteY28" fmla="*/ 211238 h 680207"/>
                  <a:gd name="connsiteX29" fmla="*/ 253106 w 384273"/>
                  <a:gd name="connsiteY29" fmla="*/ 213726 h 680207"/>
                  <a:gd name="connsiteX30" fmla="*/ 274216 w 384273"/>
                  <a:gd name="connsiteY30" fmla="*/ 247312 h 680207"/>
                  <a:gd name="connsiteX31" fmla="*/ 307744 w 384273"/>
                  <a:gd name="connsiteY31" fmla="*/ 249800 h 680207"/>
                  <a:gd name="connsiteX32" fmla="*/ 332579 w 384273"/>
                  <a:gd name="connsiteY32" fmla="*/ 285875 h 680207"/>
                  <a:gd name="connsiteX33" fmla="*/ 372315 w 384273"/>
                  <a:gd name="connsiteY33" fmla="*/ 293339 h 680207"/>
                  <a:gd name="connsiteX34" fmla="*/ 378524 w 384273"/>
                  <a:gd name="connsiteY34" fmla="*/ 367976 h 680207"/>
                  <a:gd name="connsiteX35" fmla="*/ 261798 w 384273"/>
                  <a:gd name="connsiteY35" fmla="*/ 559544 h 680207"/>
                  <a:gd name="connsiteX36" fmla="*/ 212128 w 384273"/>
                  <a:gd name="connsiteY36" fmla="*/ 675231 h 680207"/>
                  <a:gd name="connsiteX37" fmla="*/ 208403 w 384273"/>
                  <a:gd name="connsiteY37" fmla="*/ 678963 h 680207"/>
                  <a:gd name="connsiteX38" fmla="*/ 205919 w 384273"/>
                  <a:gd name="connsiteY38" fmla="*/ 680207 h 680207"/>
                  <a:gd name="connsiteX39" fmla="*/ 202194 w 384273"/>
                  <a:gd name="connsiteY39" fmla="*/ 678963 h 680207"/>
                  <a:gd name="connsiteX40" fmla="*/ 3512 w 384273"/>
                  <a:gd name="connsiteY40" fmla="*/ 576959 h 680207"/>
                  <a:gd name="connsiteX41" fmla="*/ 1029 w 384273"/>
                  <a:gd name="connsiteY41" fmla="*/ 568252 h 680207"/>
                  <a:gd name="connsiteX42" fmla="*/ 48216 w 384273"/>
                  <a:gd name="connsiteY42" fmla="*/ 455052 h 680207"/>
                  <a:gd name="connsiteX43" fmla="*/ 40765 w 384273"/>
                  <a:gd name="connsiteY43" fmla="*/ 351804 h 680207"/>
                  <a:gd name="connsiteX44" fmla="*/ 131414 w 384273"/>
                  <a:gd name="connsiteY44" fmla="*/ 203774 h 680207"/>
                  <a:gd name="connsiteX45" fmla="*/ 249381 w 384273"/>
                  <a:gd name="connsiteY45" fmla="*/ 2254 h 680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</a:cxnLst>
                <a:rect l="l" t="t" r="r" b="b"/>
                <a:pathLst>
                  <a:path w="384273" h="680207">
                    <a:moveTo>
                      <a:pt x="253091" y="14717"/>
                    </a:moveTo>
                    <a:cubicBezTo>
                      <a:pt x="234470" y="22180"/>
                      <a:pt x="193504" y="76909"/>
                      <a:pt x="142606" y="211243"/>
                    </a:cubicBezTo>
                    <a:cubicBezTo>
                      <a:pt x="142606" y="211243"/>
                      <a:pt x="142606" y="212487"/>
                      <a:pt x="141365" y="213730"/>
                    </a:cubicBezTo>
                    <a:cubicBezTo>
                      <a:pt x="140123" y="213730"/>
                      <a:pt x="53225" y="295823"/>
                      <a:pt x="53225" y="351796"/>
                    </a:cubicBezTo>
                    <a:cubicBezTo>
                      <a:pt x="53225" y="407768"/>
                      <a:pt x="61915" y="453790"/>
                      <a:pt x="61915" y="455034"/>
                    </a:cubicBezTo>
                    <a:cubicBezTo>
                      <a:pt x="61915" y="456278"/>
                      <a:pt x="61915" y="457522"/>
                      <a:pt x="60674" y="458766"/>
                    </a:cubicBezTo>
                    <a:lnTo>
                      <a:pt x="15983" y="566979"/>
                    </a:lnTo>
                    <a:lnTo>
                      <a:pt x="200952" y="661510"/>
                    </a:lnTo>
                    <a:lnTo>
                      <a:pt x="248126" y="550809"/>
                    </a:lnTo>
                    <a:cubicBezTo>
                      <a:pt x="249367" y="548321"/>
                      <a:pt x="250609" y="547078"/>
                      <a:pt x="251850" y="547078"/>
                    </a:cubicBezTo>
                    <a:cubicBezTo>
                      <a:pt x="253091" y="547078"/>
                      <a:pt x="313920" y="519713"/>
                      <a:pt x="363576" y="362990"/>
                    </a:cubicBezTo>
                    <a:cubicBezTo>
                      <a:pt x="368542" y="349308"/>
                      <a:pt x="373508" y="315725"/>
                      <a:pt x="361094" y="303286"/>
                    </a:cubicBezTo>
                    <a:cubicBezTo>
                      <a:pt x="353645" y="297067"/>
                      <a:pt x="343714" y="295823"/>
                      <a:pt x="328817" y="302043"/>
                    </a:cubicBezTo>
                    <a:cubicBezTo>
                      <a:pt x="325093" y="302043"/>
                      <a:pt x="323851" y="302043"/>
                      <a:pt x="322610" y="300799"/>
                    </a:cubicBezTo>
                    <a:cubicBezTo>
                      <a:pt x="320127" y="300799"/>
                      <a:pt x="318886" y="298311"/>
                      <a:pt x="318886" y="295823"/>
                    </a:cubicBezTo>
                    <a:cubicBezTo>
                      <a:pt x="318886" y="295823"/>
                      <a:pt x="315162" y="270947"/>
                      <a:pt x="299023" y="260996"/>
                    </a:cubicBezTo>
                    <a:cubicBezTo>
                      <a:pt x="291575" y="257265"/>
                      <a:pt x="280402" y="257265"/>
                      <a:pt x="269230" y="263484"/>
                    </a:cubicBezTo>
                    <a:cubicBezTo>
                      <a:pt x="266747" y="264728"/>
                      <a:pt x="265505" y="264728"/>
                      <a:pt x="263023" y="263484"/>
                    </a:cubicBezTo>
                    <a:cubicBezTo>
                      <a:pt x="260540" y="260996"/>
                      <a:pt x="259298" y="259752"/>
                      <a:pt x="259298" y="257265"/>
                    </a:cubicBezTo>
                    <a:cubicBezTo>
                      <a:pt x="259298" y="251045"/>
                      <a:pt x="255574" y="231144"/>
                      <a:pt x="244402" y="224925"/>
                    </a:cubicBezTo>
                    <a:cubicBezTo>
                      <a:pt x="236953" y="221193"/>
                      <a:pt x="225780" y="223681"/>
                      <a:pt x="209642" y="231144"/>
                    </a:cubicBezTo>
                    <a:cubicBezTo>
                      <a:pt x="208401" y="232388"/>
                      <a:pt x="204677" y="232388"/>
                      <a:pt x="202194" y="229900"/>
                    </a:cubicBezTo>
                    <a:cubicBezTo>
                      <a:pt x="199711" y="228656"/>
                      <a:pt x="198470" y="224925"/>
                      <a:pt x="200952" y="222437"/>
                    </a:cubicBezTo>
                    <a:cubicBezTo>
                      <a:pt x="244402" y="119199"/>
                      <a:pt x="271712" y="24668"/>
                      <a:pt x="260540" y="15961"/>
                    </a:cubicBezTo>
                    <a:cubicBezTo>
                      <a:pt x="259298" y="14717"/>
                      <a:pt x="258057" y="14717"/>
                      <a:pt x="253091" y="14717"/>
                    </a:cubicBezTo>
                    <a:close/>
                    <a:moveTo>
                      <a:pt x="249381" y="2254"/>
                    </a:moveTo>
                    <a:cubicBezTo>
                      <a:pt x="256831" y="-1478"/>
                      <a:pt x="263040" y="-234"/>
                      <a:pt x="269249" y="3498"/>
                    </a:cubicBezTo>
                    <a:cubicBezTo>
                      <a:pt x="280425" y="9718"/>
                      <a:pt x="286634" y="29621"/>
                      <a:pt x="254348" y="125405"/>
                    </a:cubicBezTo>
                    <a:cubicBezTo>
                      <a:pt x="241930" y="158992"/>
                      <a:pt x="229513" y="192579"/>
                      <a:pt x="222062" y="211238"/>
                    </a:cubicBezTo>
                    <a:cubicBezTo>
                      <a:pt x="233238" y="207506"/>
                      <a:pt x="244414" y="208750"/>
                      <a:pt x="253106" y="213726"/>
                    </a:cubicBezTo>
                    <a:cubicBezTo>
                      <a:pt x="266766" y="221189"/>
                      <a:pt x="271733" y="236117"/>
                      <a:pt x="274216" y="247312"/>
                    </a:cubicBezTo>
                    <a:cubicBezTo>
                      <a:pt x="286634" y="243581"/>
                      <a:pt x="297810" y="243581"/>
                      <a:pt x="307744" y="249800"/>
                    </a:cubicBezTo>
                    <a:cubicBezTo>
                      <a:pt x="322645" y="257264"/>
                      <a:pt x="330095" y="275923"/>
                      <a:pt x="332579" y="285875"/>
                    </a:cubicBezTo>
                    <a:cubicBezTo>
                      <a:pt x="348722" y="282143"/>
                      <a:pt x="362381" y="284631"/>
                      <a:pt x="372315" y="293339"/>
                    </a:cubicBezTo>
                    <a:cubicBezTo>
                      <a:pt x="390942" y="311998"/>
                      <a:pt x="383491" y="353048"/>
                      <a:pt x="378524" y="367976"/>
                    </a:cubicBezTo>
                    <a:cubicBezTo>
                      <a:pt x="331337" y="514762"/>
                      <a:pt x="275458" y="552080"/>
                      <a:pt x="261798" y="559544"/>
                    </a:cubicBezTo>
                    <a:lnTo>
                      <a:pt x="212128" y="675231"/>
                    </a:lnTo>
                    <a:cubicBezTo>
                      <a:pt x="210886" y="676475"/>
                      <a:pt x="209645" y="678963"/>
                      <a:pt x="208403" y="678963"/>
                    </a:cubicBezTo>
                    <a:cubicBezTo>
                      <a:pt x="207161" y="678963"/>
                      <a:pt x="205919" y="680207"/>
                      <a:pt x="205919" y="680207"/>
                    </a:cubicBezTo>
                    <a:cubicBezTo>
                      <a:pt x="204677" y="680207"/>
                      <a:pt x="203436" y="678963"/>
                      <a:pt x="202194" y="678963"/>
                    </a:cubicBezTo>
                    <a:lnTo>
                      <a:pt x="3512" y="576959"/>
                    </a:lnTo>
                    <a:cubicBezTo>
                      <a:pt x="1029" y="575715"/>
                      <a:pt x="-1455" y="570740"/>
                      <a:pt x="1029" y="568252"/>
                    </a:cubicBezTo>
                    <a:lnTo>
                      <a:pt x="48216" y="455052"/>
                    </a:lnTo>
                    <a:cubicBezTo>
                      <a:pt x="46974" y="445101"/>
                      <a:pt x="39523" y="402806"/>
                      <a:pt x="40765" y="351804"/>
                    </a:cubicBezTo>
                    <a:cubicBezTo>
                      <a:pt x="40765" y="292095"/>
                      <a:pt x="118996" y="214970"/>
                      <a:pt x="131414" y="203774"/>
                    </a:cubicBezTo>
                    <a:cubicBezTo>
                      <a:pt x="152524" y="146552"/>
                      <a:pt x="205919" y="17182"/>
                      <a:pt x="249381" y="225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1" name="Freeform 290">
                <a:extLst>
                  <a:ext uri="{FF2B5EF4-FFF2-40B4-BE49-F238E27FC236}">
                    <a16:creationId xmlns:a16="http://schemas.microsoft.com/office/drawing/2014/main" id="{FEDE71F3-FE97-6745-9766-E0001AE7C078}"/>
                  </a:ext>
                </a:extLst>
              </p:cNvPr>
              <p:cNvSpPr/>
              <p:nvPr/>
            </p:nvSpPr>
            <p:spPr>
              <a:xfrm>
                <a:off x="12221220" y="7714160"/>
                <a:ext cx="193098" cy="7091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56" h="570">
                    <a:moveTo>
                      <a:pt x="151" y="570"/>
                    </a:moveTo>
                    <a:cubicBezTo>
                      <a:pt x="148" y="570"/>
                      <a:pt x="145" y="567"/>
                      <a:pt x="145" y="564"/>
                    </a:cubicBezTo>
                    <a:lnTo>
                      <a:pt x="145" y="323"/>
                    </a:lnTo>
                    <a:lnTo>
                      <a:pt x="1" y="8"/>
                    </a:lnTo>
                    <a:cubicBezTo>
                      <a:pt x="-1" y="5"/>
                      <a:pt x="1" y="2"/>
                      <a:pt x="4" y="0"/>
                    </a:cubicBezTo>
                    <a:cubicBezTo>
                      <a:pt x="7" y="-1"/>
                      <a:pt x="10" y="0"/>
                      <a:pt x="11" y="3"/>
                    </a:cubicBezTo>
                    <a:lnTo>
                      <a:pt x="155" y="319"/>
                    </a:lnTo>
                    <a:cubicBezTo>
                      <a:pt x="156" y="320"/>
                      <a:pt x="156" y="320"/>
                      <a:pt x="156" y="322"/>
                    </a:cubicBezTo>
                    <a:lnTo>
                      <a:pt x="156" y="564"/>
                    </a:lnTo>
                    <a:cubicBezTo>
                      <a:pt x="156" y="567"/>
                      <a:pt x="154" y="570"/>
                      <a:pt x="151" y="57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69BDA6F-6C84-7E48-A978-D7405FF0586B}"/>
                </a:ext>
              </a:extLst>
            </p:cNvPr>
            <p:cNvGrpSpPr/>
            <p:nvPr/>
          </p:nvGrpSpPr>
          <p:grpSpPr>
            <a:xfrm>
              <a:off x="15418935" y="6089077"/>
              <a:ext cx="2423297" cy="4881479"/>
              <a:chOff x="15418935" y="6089077"/>
              <a:chExt cx="2423297" cy="4881479"/>
            </a:xfrm>
          </p:grpSpPr>
          <p:sp>
            <p:nvSpPr>
              <p:cNvPr id="292" name="Freeform 291">
                <a:extLst>
                  <a:ext uri="{FF2B5EF4-FFF2-40B4-BE49-F238E27FC236}">
                    <a16:creationId xmlns:a16="http://schemas.microsoft.com/office/drawing/2014/main" id="{4B89F43A-C166-CF44-87B3-A3A806B22735}"/>
                  </a:ext>
                </a:extLst>
              </p:cNvPr>
              <p:cNvSpPr/>
              <p:nvPr/>
            </p:nvSpPr>
            <p:spPr>
              <a:xfrm>
                <a:off x="16702333" y="6277257"/>
                <a:ext cx="499562" cy="7091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2" h="570">
                    <a:moveTo>
                      <a:pt x="336" y="570"/>
                    </a:moveTo>
                    <a:lnTo>
                      <a:pt x="137" y="570"/>
                    </a:lnTo>
                    <a:lnTo>
                      <a:pt x="137" y="429"/>
                    </a:lnTo>
                    <a:cubicBezTo>
                      <a:pt x="91" y="439"/>
                      <a:pt x="55" y="436"/>
                      <a:pt x="35" y="422"/>
                    </a:cubicBezTo>
                    <a:cubicBezTo>
                      <a:pt x="8" y="400"/>
                      <a:pt x="-4" y="345"/>
                      <a:pt x="2" y="257"/>
                    </a:cubicBezTo>
                    <a:cubicBezTo>
                      <a:pt x="5" y="191"/>
                      <a:pt x="18" y="120"/>
                      <a:pt x="25" y="84"/>
                    </a:cubicBezTo>
                    <a:cubicBezTo>
                      <a:pt x="31" y="58"/>
                      <a:pt x="48" y="37"/>
                      <a:pt x="76" y="23"/>
                    </a:cubicBezTo>
                    <a:cubicBezTo>
                      <a:pt x="165" y="-21"/>
                      <a:pt x="333" y="9"/>
                      <a:pt x="365" y="23"/>
                    </a:cubicBezTo>
                    <a:cubicBezTo>
                      <a:pt x="407" y="43"/>
                      <a:pt x="404" y="150"/>
                      <a:pt x="397" y="249"/>
                    </a:cubicBezTo>
                    <a:cubicBezTo>
                      <a:pt x="394" y="305"/>
                      <a:pt x="363" y="338"/>
                      <a:pt x="336" y="35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B64E83E1-7D20-8A41-8DD2-555246589191}"/>
                  </a:ext>
                </a:extLst>
              </p:cNvPr>
              <p:cNvSpPr/>
              <p:nvPr/>
            </p:nvSpPr>
            <p:spPr>
              <a:xfrm>
                <a:off x="16702936" y="6277192"/>
                <a:ext cx="497902" cy="709169"/>
              </a:xfrm>
              <a:custGeom>
                <a:avLst/>
                <a:gdLst>
                  <a:gd name="connsiteX0" fmla="*/ 299810 w 497902"/>
                  <a:gd name="connsiteY0" fmla="*/ 16109 h 709169"/>
                  <a:gd name="connsiteX1" fmla="*/ 101318 w 497902"/>
                  <a:gd name="connsiteY1" fmla="*/ 41143 h 709169"/>
                  <a:gd name="connsiteX2" fmla="*/ 45406 w 497902"/>
                  <a:gd name="connsiteY2" fmla="*/ 107072 h 709169"/>
                  <a:gd name="connsiteX3" fmla="*/ 51619 w 497902"/>
                  <a:gd name="connsiteY3" fmla="*/ 512599 h 709169"/>
                  <a:gd name="connsiteX4" fmla="*/ 174626 w 497902"/>
                  <a:gd name="connsiteY4" fmla="*/ 517575 h 709169"/>
                  <a:gd name="connsiteX5" fmla="*/ 184566 w 497902"/>
                  <a:gd name="connsiteY5" fmla="*/ 516331 h 709169"/>
                  <a:gd name="connsiteX6" fmla="*/ 184566 w 497902"/>
                  <a:gd name="connsiteY6" fmla="*/ 694215 h 709169"/>
                  <a:gd name="connsiteX7" fmla="*/ 404490 w 497902"/>
                  <a:gd name="connsiteY7" fmla="*/ 694215 h 709169"/>
                  <a:gd name="connsiteX8" fmla="*/ 404490 w 497902"/>
                  <a:gd name="connsiteY8" fmla="*/ 426767 h 709169"/>
                  <a:gd name="connsiteX9" fmla="*/ 408218 w 497902"/>
                  <a:gd name="connsiteY9" fmla="*/ 425523 h 709169"/>
                  <a:gd name="connsiteX10" fmla="*/ 480282 w 497902"/>
                  <a:gd name="connsiteY10" fmla="*/ 308592 h 709169"/>
                  <a:gd name="connsiteX11" fmla="*/ 447978 w 497902"/>
                  <a:gd name="connsiteY11" fmla="*/ 42387 h 709169"/>
                  <a:gd name="connsiteX12" fmla="*/ 299810 w 497902"/>
                  <a:gd name="connsiteY12" fmla="*/ 16109 h 709169"/>
                  <a:gd name="connsiteX13" fmla="*/ 299974 w 497902"/>
                  <a:gd name="connsiteY13" fmla="*/ 1620 h 709169"/>
                  <a:gd name="connsiteX14" fmla="*/ 452980 w 497902"/>
                  <a:gd name="connsiteY14" fmla="*/ 28678 h 709169"/>
                  <a:gd name="connsiteX15" fmla="*/ 492746 w 497902"/>
                  <a:gd name="connsiteY15" fmla="*/ 309832 h 709169"/>
                  <a:gd name="connsiteX16" fmla="*/ 416942 w 497902"/>
                  <a:gd name="connsiteY16" fmla="*/ 436724 h 709169"/>
                  <a:gd name="connsiteX17" fmla="*/ 416942 w 497902"/>
                  <a:gd name="connsiteY17" fmla="*/ 709169 h 709169"/>
                  <a:gd name="connsiteX18" fmla="*/ 169646 w 497902"/>
                  <a:gd name="connsiteY18" fmla="*/ 709169 h 709169"/>
                  <a:gd name="connsiteX19" fmla="*/ 169646 w 497902"/>
                  <a:gd name="connsiteY19" fmla="*/ 533759 h 709169"/>
                  <a:gd name="connsiteX20" fmla="*/ 42891 w 497902"/>
                  <a:gd name="connsiteY20" fmla="*/ 525051 h 709169"/>
                  <a:gd name="connsiteX21" fmla="*/ 1882 w 497902"/>
                  <a:gd name="connsiteY21" fmla="*/ 319784 h 709169"/>
                  <a:gd name="connsiteX22" fmla="*/ 30464 w 497902"/>
                  <a:gd name="connsiteY22" fmla="*/ 104565 h 709169"/>
                  <a:gd name="connsiteX23" fmla="*/ 93842 w 497902"/>
                  <a:gd name="connsiteY23" fmla="*/ 28678 h 709169"/>
                  <a:gd name="connsiteX24" fmla="*/ 299974 w 497902"/>
                  <a:gd name="connsiteY24" fmla="*/ 1620 h 7091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97902" h="709169">
                    <a:moveTo>
                      <a:pt x="299810" y="16109"/>
                    </a:moveTo>
                    <a:cubicBezTo>
                      <a:pt x="230850" y="11599"/>
                      <a:pt x="153504" y="15642"/>
                      <a:pt x="101318" y="41143"/>
                    </a:cubicBezTo>
                    <a:cubicBezTo>
                      <a:pt x="70256" y="57314"/>
                      <a:pt x="50376" y="79705"/>
                      <a:pt x="45406" y="107072"/>
                    </a:cubicBezTo>
                    <a:cubicBezTo>
                      <a:pt x="29254" y="189173"/>
                      <a:pt x="-20447" y="457865"/>
                      <a:pt x="51619" y="512599"/>
                    </a:cubicBezTo>
                    <a:cubicBezTo>
                      <a:pt x="73984" y="530014"/>
                      <a:pt x="118714" y="531258"/>
                      <a:pt x="174626" y="517575"/>
                    </a:cubicBezTo>
                    <a:lnTo>
                      <a:pt x="184566" y="516331"/>
                    </a:lnTo>
                    <a:lnTo>
                      <a:pt x="184566" y="694215"/>
                    </a:lnTo>
                    <a:lnTo>
                      <a:pt x="404490" y="694215"/>
                    </a:lnTo>
                    <a:lnTo>
                      <a:pt x="404490" y="426767"/>
                    </a:lnTo>
                    <a:lnTo>
                      <a:pt x="408218" y="425523"/>
                    </a:lnTo>
                    <a:cubicBezTo>
                      <a:pt x="439280" y="413083"/>
                      <a:pt x="475312" y="375765"/>
                      <a:pt x="480282" y="308592"/>
                    </a:cubicBezTo>
                    <a:cubicBezTo>
                      <a:pt x="485252" y="230223"/>
                      <a:pt x="496436" y="63534"/>
                      <a:pt x="447978" y="42387"/>
                    </a:cubicBezTo>
                    <a:cubicBezTo>
                      <a:pt x="429340" y="33680"/>
                      <a:pt x="368768" y="20618"/>
                      <a:pt x="299810" y="16109"/>
                    </a:cubicBezTo>
                    <a:close/>
                    <a:moveTo>
                      <a:pt x="299974" y="1620"/>
                    </a:moveTo>
                    <a:cubicBezTo>
                      <a:pt x="370962" y="6286"/>
                      <a:pt x="433098" y="19970"/>
                      <a:pt x="452980" y="28678"/>
                    </a:cubicBezTo>
                    <a:cubicBezTo>
                      <a:pt x="505172" y="53559"/>
                      <a:pt x="501444" y="186672"/>
                      <a:pt x="492746" y="309832"/>
                    </a:cubicBezTo>
                    <a:cubicBezTo>
                      <a:pt x="489018" y="379498"/>
                      <a:pt x="450494" y="420551"/>
                      <a:pt x="416942" y="436724"/>
                    </a:cubicBezTo>
                    <a:lnTo>
                      <a:pt x="416942" y="709169"/>
                    </a:lnTo>
                    <a:lnTo>
                      <a:pt x="169646" y="709169"/>
                    </a:lnTo>
                    <a:lnTo>
                      <a:pt x="169646" y="533759"/>
                    </a:lnTo>
                    <a:cubicBezTo>
                      <a:pt x="112482" y="546200"/>
                      <a:pt x="67745" y="542468"/>
                      <a:pt x="42891" y="525051"/>
                    </a:cubicBezTo>
                    <a:cubicBezTo>
                      <a:pt x="9339" y="497682"/>
                      <a:pt x="-5574" y="429260"/>
                      <a:pt x="1882" y="319784"/>
                    </a:cubicBezTo>
                    <a:cubicBezTo>
                      <a:pt x="5610" y="237677"/>
                      <a:pt x="21765" y="149350"/>
                      <a:pt x="30464" y="104565"/>
                    </a:cubicBezTo>
                    <a:cubicBezTo>
                      <a:pt x="37920" y="72220"/>
                      <a:pt x="59046" y="46095"/>
                      <a:pt x="93842" y="28678"/>
                    </a:cubicBezTo>
                    <a:cubicBezTo>
                      <a:pt x="149142" y="1309"/>
                      <a:pt x="228986" y="-3045"/>
                      <a:pt x="299974" y="162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5" name="Freeform 294">
                <a:extLst>
                  <a:ext uri="{FF2B5EF4-FFF2-40B4-BE49-F238E27FC236}">
                    <a16:creationId xmlns:a16="http://schemas.microsoft.com/office/drawing/2014/main" id="{407C20A7-B5D8-0746-AD91-06F8459FD13B}"/>
                  </a:ext>
                </a:extLst>
              </p:cNvPr>
              <p:cNvSpPr/>
              <p:nvPr/>
            </p:nvSpPr>
            <p:spPr>
              <a:xfrm>
                <a:off x="16871761" y="6775749"/>
                <a:ext cx="59798" cy="922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" h="75">
                    <a:moveTo>
                      <a:pt x="49" y="5"/>
                    </a:moveTo>
                    <a:cubicBezTo>
                      <a:pt x="49" y="3"/>
                      <a:pt x="48" y="1"/>
                      <a:pt x="45" y="0"/>
                    </a:cubicBezTo>
                    <a:cubicBezTo>
                      <a:pt x="43" y="0"/>
                      <a:pt x="41" y="0"/>
                      <a:pt x="40" y="1"/>
                    </a:cubicBezTo>
                    <a:cubicBezTo>
                      <a:pt x="23" y="13"/>
                      <a:pt x="5" y="17"/>
                      <a:pt x="5" y="17"/>
                    </a:cubicBezTo>
                    <a:cubicBezTo>
                      <a:pt x="2" y="18"/>
                      <a:pt x="0" y="20"/>
                      <a:pt x="0" y="23"/>
                    </a:cubicBezTo>
                    <a:lnTo>
                      <a:pt x="0" y="70"/>
                    </a:lnTo>
                    <a:cubicBezTo>
                      <a:pt x="0" y="71"/>
                      <a:pt x="1" y="72"/>
                      <a:pt x="2" y="74"/>
                    </a:cubicBezTo>
                    <a:cubicBezTo>
                      <a:pt x="3" y="75"/>
                      <a:pt x="4" y="75"/>
                      <a:pt x="6" y="75"/>
                    </a:cubicBezTo>
                    <a:lnTo>
                      <a:pt x="7" y="75"/>
                    </a:lnTo>
                    <a:cubicBezTo>
                      <a:pt x="45" y="68"/>
                      <a:pt x="51" y="26"/>
                      <a:pt x="49" y="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6" name="Freeform 295">
                <a:extLst>
                  <a:ext uri="{FF2B5EF4-FFF2-40B4-BE49-F238E27FC236}">
                    <a16:creationId xmlns:a16="http://schemas.microsoft.com/office/drawing/2014/main" id="{87419BF6-AF1A-4649-B3C7-0449A0329FD7}"/>
                  </a:ext>
                </a:extLst>
              </p:cNvPr>
              <p:cNvSpPr/>
              <p:nvPr/>
            </p:nvSpPr>
            <p:spPr>
              <a:xfrm>
                <a:off x="16511727" y="10717572"/>
                <a:ext cx="540674" cy="17945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35" h="145">
                    <a:moveTo>
                      <a:pt x="161" y="9"/>
                    </a:moveTo>
                    <a:cubicBezTo>
                      <a:pt x="155" y="39"/>
                      <a:pt x="102" y="54"/>
                      <a:pt x="45" y="86"/>
                    </a:cubicBezTo>
                    <a:cubicBezTo>
                      <a:pt x="17" y="101"/>
                      <a:pt x="5" y="124"/>
                      <a:pt x="0" y="145"/>
                    </a:cubicBezTo>
                    <a:lnTo>
                      <a:pt x="435" y="145"/>
                    </a:lnTo>
                    <a:cubicBezTo>
                      <a:pt x="430" y="99"/>
                      <a:pt x="426" y="50"/>
                      <a:pt x="420" y="0"/>
                    </a:cubicBezTo>
                    <a:cubicBezTo>
                      <a:pt x="347" y="30"/>
                      <a:pt x="224" y="18"/>
                      <a:pt x="161" y="9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DA81687A-1E6D-894A-B066-D62F7F819029}"/>
                  </a:ext>
                </a:extLst>
              </p:cNvPr>
              <p:cNvSpPr/>
              <p:nvPr/>
            </p:nvSpPr>
            <p:spPr>
              <a:xfrm>
                <a:off x="16504984" y="10710405"/>
                <a:ext cx="553646" cy="194103"/>
              </a:xfrm>
              <a:custGeom>
                <a:avLst/>
                <a:gdLst>
                  <a:gd name="connsiteX0" fmla="*/ 523782 w 553646"/>
                  <a:gd name="connsiteY0" fmla="*/ 17138 h 194103"/>
                  <a:gd name="connsiteX1" fmla="*/ 211833 w 553646"/>
                  <a:gd name="connsiteY1" fmla="*/ 25796 h 194103"/>
                  <a:gd name="connsiteX2" fmla="*/ 121106 w 553646"/>
                  <a:gd name="connsiteY2" fmla="*/ 91345 h 194103"/>
                  <a:gd name="connsiteX3" fmla="*/ 65179 w 553646"/>
                  <a:gd name="connsiteY3" fmla="*/ 119791 h 194103"/>
                  <a:gd name="connsiteX4" fmla="*/ 16709 w 553646"/>
                  <a:gd name="connsiteY4" fmla="*/ 180394 h 194103"/>
                  <a:gd name="connsiteX5" fmla="*/ 538696 w 553646"/>
                  <a:gd name="connsiteY5" fmla="*/ 180394 h 194103"/>
                  <a:gd name="connsiteX6" fmla="*/ 523782 w 553646"/>
                  <a:gd name="connsiteY6" fmla="*/ 17138 h 194103"/>
                  <a:gd name="connsiteX7" fmla="*/ 526300 w 553646"/>
                  <a:gd name="connsiteY7" fmla="*/ 929 h 194103"/>
                  <a:gd name="connsiteX8" fmla="*/ 532516 w 553646"/>
                  <a:gd name="connsiteY8" fmla="*/ 929 h 194103"/>
                  <a:gd name="connsiteX9" fmla="*/ 537488 w 553646"/>
                  <a:gd name="connsiteY9" fmla="*/ 5882 h 194103"/>
                  <a:gd name="connsiteX10" fmla="*/ 553646 w 553646"/>
                  <a:gd name="connsiteY10" fmla="*/ 186673 h 194103"/>
                  <a:gd name="connsiteX11" fmla="*/ 552404 w 553646"/>
                  <a:gd name="connsiteY11" fmla="*/ 191626 h 194103"/>
                  <a:gd name="connsiteX12" fmla="*/ 547432 w 553646"/>
                  <a:gd name="connsiteY12" fmla="*/ 194103 h 194103"/>
                  <a:gd name="connsiteX13" fmla="*/ 6729 w 553646"/>
                  <a:gd name="connsiteY13" fmla="*/ 194103 h 194103"/>
                  <a:gd name="connsiteX14" fmla="*/ 1757 w 553646"/>
                  <a:gd name="connsiteY14" fmla="*/ 190388 h 194103"/>
                  <a:gd name="connsiteX15" fmla="*/ 514 w 553646"/>
                  <a:gd name="connsiteY15" fmla="*/ 185435 h 194103"/>
                  <a:gd name="connsiteX16" fmla="*/ 58935 w 553646"/>
                  <a:gd name="connsiteY16" fmla="*/ 107422 h 194103"/>
                  <a:gd name="connsiteX17" fmla="*/ 113626 w 553646"/>
                  <a:gd name="connsiteY17" fmla="*/ 78942 h 194103"/>
                  <a:gd name="connsiteX18" fmla="*/ 199393 w 553646"/>
                  <a:gd name="connsiteY18" fmla="*/ 15789 h 194103"/>
                  <a:gd name="connsiteX19" fmla="*/ 208094 w 553646"/>
                  <a:gd name="connsiteY19" fmla="*/ 9597 h 194103"/>
                  <a:gd name="connsiteX20" fmla="*/ 526300 w 553646"/>
                  <a:gd name="connsiteY20" fmla="*/ 929 h 194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53646" h="194103">
                    <a:moveTo>
                      <a:pt x="523782" y="17138"/>
                    </a:moveTo>
                    <a:cubicBezTo>
                      <a:pt x="433056" y="48058"/>
                      <a:pt x="292616" y="36927"/>
                      <a:pt x="211833" y="25796"/>
                    </a:cubicBezTo>
                    <a:cubicBezTo>
                      <a:pt x="201890" y="53005"/>
                      <a:pt x="165848" y="70320"/>
                      <a:pt x="121106" y="91345"/>
                    </a:cubicBezTo>
                    <a:cubicBezTo>
                      <a:pt x="102464" y="100003"/>
                      <a:pt x="83822" y="109897"/>
                      <a:pt x="65179" y="119791"/>
                    </a:cubicBezTo>
                    <a:cubicBezTo>
                      <a:pt x="40323" y="133396"/>
                      <a:pt x="24166" y="153185"/>
                      <a:pt x="16709" y="180394"/>
                    </a:cubicBezTo>
                    <a:lnTo>
                      <a:pt x="538696" y="180394"/>
                    </a:lnTo>
                    <a:cubicBezTo>
                      <a:pt x="533724" y="128449"/>
                      <a:pt x="528754" y="72793"/>
                      <a:pt x="523782" y="17138"/>
                    </a:cubicBezTo>
                    <a:close/>
                    <a:moveTo>
                      <a:pt x="526300" y="929"/>
                    </a:moveTo>
                    <a:cubicBezTo>
                      <a:pt x="528786" y="-309"/>
                      <a:pt x="531272" y="-309"/>
                      <a:pt x="532516" y="929"/>
                    </a:cubicBezTo>
                    <a:cubicBezTo>
                      <a:pt x="535002" y="2168"/>
                      <a:pt x="536244" y="4644"/>
                      <a:pt x="537488" y="5882"/>
                    </a:cubicBezTo>
                    <a:cubicBezTo>
                      <a:pt x="542460" y="69035"/>
                      <a:pt x="548674" y="128473"/>
                      <a:pt x="553646" y="186673"/>
                    </a:cubicBezTo>
                    <a:cubicBezTo>
                      <a:pt x="553646" y="187912"/>
                      <a:pt x="553646" y="190388"/>
                      <a:pt x="552404" y="191626"/>
                    </a:cubicBezTo>
                    <a:cubicBezTo>
                      <a:pt x="551160" y="194103"/>
                      <a:pt x="548674" y="194103"/>
                      <a:pt x="547432" y="194103"/>
                    </a:cubicBezTo>
                    <a:lnTo>
                      <a:pt x="6729" y="194103"/>
                    </a:lnTo>
                    <a:cubicBezTo>
                      <a:pt x="4243" y="194103"/>
                      <a:pt x="3000" y="194103"/>
                      <a:pt x="1757" y="190388"/>
                    </a:cubicBezTo>
                    <a:cubicBezTo>
                      <a:pt x="514" y="189150"/>
                      <a:pt x="-729" y="187912"/>
                      <a:pt x="514" y="185435"/>
                    </a:cubicBezTo>
                    <a:cubicBezTo>
                      <a:pt x="7972" y="150763"/>
                      <a:pt x="27860" y="124759"/>
                      <a:pt x="58935" y="107422"/>
                    </a:cubicBezTo>
                    <a:cubicBezTo>
                      <a:pt x="78823" y="96278"/>
                      <a:pt x="97467" y="87610"/>
                      <a:pt x="113626" y="78942"/>
                    </a:cubicBezTo>
                    <a:cubicBezTo>
                      <a:pt x="159617" y="57891"/>
                      <a:pt x="195664" y="40555"/>
                      <a:pt x="199393" y="15789"/>
                    </a:cubicBezTo>
                    <a:cubicBezTo>
                      <a:pt x="200636" y="12074"/>
                      <a:pt x="204365" y="9597"/>
                      <a:pt x="208094" y="9597"/>
                    </a:cubicBezTo>
                    <a:cubicBezTo>
                      <a:pt x="288888" y="21980"/>
                      <a:pt x="436804" y="36840"/>
                      <a:pt x="526300" y="92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299" name="Freeform 298">
                <a:extLst>
                  <a:ext uri="{FF2B5EF4-FFF2-40B4-BE49-F238E27FC236}">
                    <a16:creationId xmlns:a16="http://schemas.microsoft.com/office/drawing/2014/main" id="{97B6541A-257A-C54A-ABEB-2A495C37BC14}"/>
                  </a:ext>
                </a:extLst>
              </p:cNvPr>
              <p:cNvSpPr/>
              <p:nvPr/>
            </p:nvSpPr>
            <p:spPr>
              <a:xfrm>
                <a:off x="16509235" y="10898275"/>
                <a:ext cx="550640" cy="648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43" h="53">
                    <a:moveTo>
                      <a:pt x="3" y="53"/>
                    </a:moveTo>
                    <a:lnTo>
                      <a:pt x="443" y="53"/>
                    </a:lnTo>
                    <a:cubicBezTo>
                      <a:pt x="441" y="36"/>
                      <a:pt x="440" y="18"/>
                      <a:pt x="438" y="0"/>
                    </a:cubicBezTo>
                    <a:lnTo>
                      <a:pt x="3" y="0"/>
                    </a:lnTo>
                    <a:cubicBezTo>
                      <a:pt x="-3" y="28"/>
                      <a:pt x="3" y="53"/>
                      <a:pt x="3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24603920-1942-A34E-B9D2-ADD7BA31720D}"/>
                  </a:ext>
                </a:extLst>
              </p:cNvPr>
              <p:cNvSpPr/>
              <p:nvPr/>
            </p:nvSpPr>
            <p:spPr>
              <a:xfrm>
                <a:off x="16501620" y="10892044"/>
                <a:ext cx="563753" cy="78512"/>
              </a:xfrm>
              <a:custGeom>
                <a:avLst/>
                <a:gdLst>
                  <a:gd name="connsiteX0" fmla="*/ 15088 w 563753"/>
                  <a:gd name="connsiteY0" fmla="*/ 13709 h 78512"/>
                  <a:gd name="connsiteX1" fmla="*/ 16331 w 563753"/>
                  <a:gd name="connsiteY1" fmla="*/ 64804 h 78512"/>
                  <a:gd name="connsiteX2" fmla="*/ 549535 w 563753"/>
                  <a:gd name="connsiteY2" fmla="*/ 64804 h 78512"/>
                  <a:gd name="connsiteX3" fmla="*/ 543321 w 563753"/>
                  <a:gd name="connsiteY3" fmla="*/ 13709 h 78512"/>
                  <a:gd name="connsiteX4" fmla="*/ 10082 w 563753"/>
                  <a:gd name="connsiteY4" fmla="*/ 0 h 78512"/>
                  <a:gd name="connsiteX5" fmla="*/ 550809 w 563753"/>
                  <a:gd name="connsiteY5" fmla="*/ 0 h 78512"/>
                  <a:gd name="connsiteX6" fmla="*/ 557023 w 563753"/>
                  <a:gd name="connsiteY6" fmla="*/ 6134 h 78512"/>
                  <a:gd name="connsiteX7" fmla="*/ 563239 w 563753"/>
                  <a:gd name="connsiteY7" fmla="*/ 71152 h 78512"/>
                  <a:gd name="connsiteX8" fmla="*/ 561995 w 563753"/>
                  <a:gd name="connsiteY8" fmla="*/ 76058 h 78512"/>
                  <a:gd name="connsiteX9" fmla="*/ 557023 w 563753"/>
                  <a:gd name="connsiteY9" fmla="*/ 78512 h 78512"/>
                  <a:gd name="connsiteX10" fmla="*/ 10082 w 563753"/>
                  <a:gd name="connsiteY10" fmla="*/ 78512 h 78512"/>
                  <a:gd name="connsiteX11" fmla="*/ 3867 w 563753"/>
                  <a:gd name="connsiteY11" fmla="*/ 72378 h 78512"/>
                  <a:gd name="connsiteX12" fmla="*/ 3867 w 563753"/>
                  <a:gd name="connsiteY12" fmla="*/ 4907 h 78512"/>
                  <a:gd name="connsiteX13" fmla="*/ 10082 w 563753"/>
                  <a:gd name="connsiteY13" fmla="*/ 0 h 78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63753" h="78512">
                    <a:moveTo>
                      <a:pt x="15088" y="13709"/>
                    </a:moveTo>
                    <a:cubicBezTo>
                      <a:pt x="11359" y="35607"/>
                      <a:pt x="15088" y="55072"/>
                      <a:pt x="16331" y="64804"/>
                    </a:cubicBezTo>
                    <a:lnTo>
                      <a:pt x="549535" y="64804"/>
                    </a:lnTo>
                    <a:cubicBezTo>
                      <a:pt x="548293" y="47772"/>
                      <a:pt x="545807" y="30741"/>
                      <a:pt x="543321" y="13709"/>
                    </a:cubicBezTo>
                    <a:close/>
                    <a:moveTo>
                      <a:pt x="10082" y="0"/>
                    </a:moveTo>
                    <a:lnTo>
                      <a:pt x="550809" y="0"/>
                    </a:lnTo>
                    <a:cubicBezTo>
                      <a:pt x="553295" y="0"/>
                      <a:pt x="557023" y="2454"/>
                      <a:pt x="557023" y="6134"/>
                    </a:cubicBezTo>
                    <a:cubicBezTo>
                      <a:pt x="559509" y="28215"/>
                      <a:pt x="561995" y="49070"/>
                      <a:pt x="563239" y="71152"/>
                    </a:cubicBezTo>
                    <a:cubicBezTo>
                      <a:pt x="564481" y="72378"/>
                      <a:pt x="563239" y="73605"/>
                      <a:pt x="561995" y="76058"/>
                    </a:cubicBezTo>
                    <a:cubicBezTo>
                      <a:pt x="560753" y="77285"/>
                      <a:pt x="559509" y="78512"/>
                      <a:pt x="557023" y="78512"/>
                    </a:cubicBezTo>
                    <a:lnTo>
                      <a:pt x="10082" y="78512"/>
                    </a:lnTo>
                    <a:cubicBezTo>
                      <a:pt x="7596" y="78512"/>
                      <a:pt x="3867" y="77285"/>
                      <a:pt x="3867" y="72378"/>
                    </a:cubicBezTo>
                    <a:cubicBezTo>
                      <a:pt x="3867" y="72378"/>
                      <a:pt x="-4834" y="40483"/>
                      <a:pt x="3867" y="4907"/>
                    </a:cubicBezTo>
                    <a:cubicBezTo>
                      <a:pt x="3867" y="1227"/>
                      <a:pt x="6353" y="0"/>
                      <a:pt x="1008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2" name="Freeform 301">
                <a:extLst>
                  <a:ext uri="{FF2B5EF4-FFF2-40B4-BE49-F238E27FC236}">
                    <a16:creationId xmlns:a16="http://schemas.microsoft.com/office/drawing/2014/main" id="{6837BDAD-AA43-8947-8A12-078373C85CA1}"/>
                  </a:ext>
                </a:extLst>
              </p:cNvPr>
              <p:cNvSpPr/>
              <p:nvPr/>
            </p:nvSpPr>
            <p:spPr>
              <a:xfrm>
                <a:off x="17331458" y="10721311"/>
                <a:ext cx="500808" cy="175718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3" h="142">
                    <a:moveTo>
                      <a:pt x="387" y="0"/>
                    </a:moveTo>
                    <a:cubicBezTo>
                      <a:pt x="319" y="24"/>
                      <a:pt x="214" y="16"/>
                      <a:pt x="151" y="7"/>
                    </a:cubicBezTo>
                    <a:cubicBezTo>
                      <a:pt x="136" y="37"/>
                      <a:pt x="86" y="53"/>
                      <a:pt x="42" y="75"/>
                    </a:cubicBezTo>
                    <a:cubicBezTo>
                      <a:pt x="14" y="89"/>
                      <a:pt x="3" y="117"/>
                      <a:pt x="0" y="142"/>
                    </a:cubicBezTo>
                    <a:lnTo>
                      <a:pt x="403" y="142"/>
                    </a:lnTo>
                    <a:cubicBezTo>
                      <a:pt x="400" y="100"/>
                      <a:pt x="395" y="51"/>
                      <a:pt x="3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BC929CB8-6659-E641-9324-BFD4A0F9AC42}"/>
                  </a:ext>
                </a:extLst>
              </p:cNvPr>
              <p:cNvSpPr/>
              <p:nvPr/>
            </p:nvSpPr>
            <p:spPr>
              <a:xfrm>
                <a:off x="17323984" y="10714143"/>
                <a:ext cx="515756" cy="190364"/>
              </a:xfrm>
              <a:custGeom>
                <a:avLst/>
                <a:gdLst>
                  <a:gd name="connsiteX0" fmla="*/ 482166 w 515756"/>
                  <a:gd name="connsiteY0" fmla="*/ 15892 h 190364"/>
                  <a:gd name="connsiteX1" fmla="*/ 198854 w 515756"/>
                  <a:gd name="connsiteY1" fmla="*/ 23312 h 190364"/>
                  <a:gd name="connsiteX2" fmla="*/ 103174 w 515756"/>
                  <a:gd name="connsiteY2" fmla="*/ 87617 h 190364"/>
                  <a:gd name="connsiteX3" fmla="*/ 62168 w 515756"/>
                  <a:gd name="connsiteY3" fmla="*/ 106167 h 190364"/>
                  <a:gd name="connsiteX4" fmla="*/ 14948 w 515756"/>
                  <a:gd name="connsiteY4" fmla="*/ 176656 h 190364"/>
                  <a:gd name="connsiteX5" fmla="*/ 499562 w 515756"/>
                  <a:gd name="connsiteY5" fmla="*/ 176656 h 190364"/>
                  <a:gd name="connsiteX6" fmla="*/ 482166 w 515756"/>
                  <a:gd name="connsiteY6" fmla="*/ 15892 h 190364"/>
                  <a:gd name="connsiteX7" fmla="*/ 485930 w 515756"/>
                  <a:gd name="connsiteY7" fmla="*/ 929 h 190364"/>
                  <a:gd name="connsiteX8" fmla="*/ 492144 w 515756"/>
                  <a:gd name="connsiteY8" fmla="*/ 929 h 190364"/>
                  <a:gd name="connsiteX9" fmla="*/ 494630 w 515756"/>
                  <a:gd name="connsiteY9" fmla="*/ 5882 h 190364"/>
                  <a:gd name="connsiteX10" fmla="*/ 515756 w 515756"/>
                  <a:gd name="connsiteY10" fmla="*/ 182935 h 190364"/>
                  <a:gd name="connsiteX11" fmla="*/ 513272 w 515756"/>
                  <a:gd name="connsiteY11" fmla="*/ 187888 h 190364"/>
                  <a:gd name="connsiteX12" fmla="*/ 508300 w 515756"/>
                  <a:gd name="connsiteY12" fmla="*/ 190364 h 190364"/>
                  <a:gd name="connsiteX13" fmla="*/ 7456 w 515756"/>
                  <a:gd name="connsiteY13" fmla="*/ 190364 h 190364"/>
                  <a:gd name="connsiteX14" fmla="*/ 1242 w 515756"/>
                  <a:gd name="connsiteY14" fmla="*/ 187888 h 190364"/>
                  <a:gd name="connsiteX15" fmla="*/ 0 w 515756"/>
                  <a:gd name="connsiteY15" fmla="*/ 181697 h 190364"/>
                  <a:gd name="connsiteX16" fmla="*/ 55924 w 515756"/>
                  <a:gd name="connsiteY16" fmla="*/ 93789 h 190364"/>
                  <a:gd name="connsiteX17" fmla="*/ 96936 w 515756"/>
                  <a:gd name="connsiteY17" fmla="*/ 73979 h 190364"/>
                  <a:gd name="connsiteX18" fmla="*/ 187660 w 515756"/>
                  <a:gd name="connsiteY18" fmla="*/ 13311 h 190364"/>
                  <a:gd name="connsiteX19" fmla="*/ 195118 w 515756"/>
                  <a:gd name="connsiteY19" fmla="*/ 9596 h 190364"/>
                  <a:gd name="connsiteX20" fmla="*/ 485930 w 515756"/>
                  <a:gd name="connsiteY20" fmla="*/ 929 h 190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15756" h="190364">
                    <a:moveTo>
                      <a:pt x="482166" y="15892"/>
                    </a:moveTo>
                    <a:cubicBezTo>
                      <a:pt x="400154" y="41862"/>
                      <a:pt x="284592" y="35678"/>
                      <a:pt x="198854" y="23312"/>
                    </a:cubicBezTo>
                    <a:cubicBezTo>
                      <a:pt x="182700" y="50518"/>
                      <a:pt x="144180" y="69068"/>
                      <a:pt x="103174" y="87617"/>
                    </a:cubicBezTo>
                    <a:cubicBezTo>
                      <a:pt x="89504" y="93801"/>
                      <a:pt x="75836" y="99984"/>
                      <a:pt x="62168" y="106167"/>
                    </a:cubicBezTo>
                    <a:cubicBezTo>
                      <a:pt x="38558" y="119770"/>
                      <a:pt x="22404" y="143267"/>
                      <a:pt x="14948" y="176656"/>
                    </a:cubicBezTo>
                    <a:lnTo>
                      <a:pt x="499562" y="176656"/>
                    </a:lnTo>
                    <a:cubicBezTo>
                      <a:pt x="498320" y="129663"/>
                      <a:pt x="492106" y="76488"/>
                      <a:pt x="482166" y="15892"/>
                    </a:cubicBezTo>
                    <a:close/>
                    <a:moveTo>
                      <a:pt x="485930" y="929"/>
                    </a:moveTo>
                    <a:cubicBezTo>
                      <a:pt x="488416" y="-309"/>
                      <a:pt x="490902" y="-309"/>
                      <a:pt x="492144" y="929"/>
                    </a:cubicBezTo>
                    <a:cubicBezTo>
                      <a:pt x="493386" y="2167"/>
                      <a:pt x="494630" y="3405"/>
                      <a:pt x="494630" y="5882"/>
                    </a:cubicBezTo>
                    <a:cubicBezTo>
                      <a:pt x="505814" y="72741"/>
                      <a:pt x="512028" y="132172"/>
                      <a:pt x="515756" y="182935"/>
                    </a:cubicBezTo>
                    <a:cubicBezTo>
                      <a:pt x="515756" y="184173"/>
                      <a:pt x="514514" y="186650"/>
                      <a:pt x="513272" y="187888"/>
                    </a:cubicBezTo>
                    <a:cubicBezTo>
                      <a:pt x="512028" y="190364"/>
                      <a:pt x="509544" y="190364"/>
                      <a:pt x="508300" y="190364"/>
                    </a:cubicBezTo>
                    <a:lnTo>
                      <a:pt x="7456" y="190364"/>
                    </a:lnTo>
                    <a:cubicBezTo>
                      <a:pt x="4970" y="190364"/>
                      <a:pt x="2484" y="190364"/>
                      <a:pt x="1242" y="187888"/>
                    </a:cubicBezTo>
                    <a:cubicBezTo>
                      <a:pt x="0" y="186650"/>
                      <a:pt x="0" y="184173"/>
                      <a:pt x="0" y="181697"/>
                    </a:cubicBezTo>
                    <a:cubicBezTo>
                      <a:pt x="6212" y="140839"/>
                      <a:pt x="24854" y="108647"/>
                      <a:pt x="55924" y="93789"/>
                    </a:cubicBezTo>
                    <a:cubicBezTo>
                      <a:pt x="69596" y="86361"/>
                      <a:pt x="83266" y="80170"/>
                      <a:pt x="96936" y="73979"/>
                    </a:cubicBezTo>
                    <a:cubicBezTo>
                      <a:pt x="137948" y="56645"/>
                      <a:pt x="175232" y="38073"/>
                      <a:pt x="187660" y="13311"/>
                    </a:cubicBezTo>
                    <a:cubicBezTo>
                      <a:pt x="188904" y="10834"/>
                      <a:pt x="192632" y="9596"/>
                      <a:pt x="195118" y="9596"/>
                    </a:cubicBezTo>
                    <a:cubicBezTo>
                      <a:pt x="267198" y="18263"/>
                      <a:pt x="400178" y="29406"/>
                      <a:pt x="485930" y="92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5" name="Freeform 304">
                <a:extLst>
                  <a:ext uri="{FF2B5EF4-FFF2-40B4-BE49-F238E27FC236}">
                    <a16:creationId xmlns:a16="http://schemas.microsoft.com/office/drawing/2014/main" id="{2ECB2EAD-BACE-B748-8C41-E6BC51269C19}"/>
                  </a:ext>
                </a:extLst>
              </p:cNvPr>
              <p:cNvSpPr/>
              <p:nvPr/>
            </p:nvSpPr>
            <p:spPr>
              <a:xfrm>
                <a:off x="17330212" y="10898275"/>
                <a:ext cx="504546" cy="6480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06" h="53">
                    <a:moveTo>
                      <a:pt x="2" y="0"/>
                    </a:moveTo>
                    <a:cubicBezTo>
                      <a:pt x="-2" y="28"/>
                      <a:pt x="3" y="53"/>
                      <a:pt x="3" y="53"/>
                    </a:cubicBezTo>
                    <a:lnTo>
                      <a:pt x="406" y="53"/>
                    </a:lnTo>
                    <a:cubicBezTo>
                      <a:pt x="406" y="37"/>
                      <a:pt x="406" y="19"/>
                      <a:pt x="405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3" name="Freeform 422">
                <a:extLst>
                  <a:ext uri="{FF2B5EF4-FFF2-40B4-BE49-F238E27FC236}">
                    <a16:creationId xmlns:a16="http://schemas.microsoft.com/office/drawing/2014/main" id="{87915AF1-B560-2A4C-BA3F-FC589A7C4332}"/>
                  </a:ext>
                </a:extLst>
              </p:cNvPr>
              <p:cNvSpPr/>
              <p:nvPr/>
            </p:nvSpPr>
            <p:spPr>
              <a:xfrm>
                <a:off x="17323295" y="10892044"/>
                <a:ext cx="518937" cy="78512"/>
              </a:xfrm>
              <a:custGeom>
                <a:avLst/>
                <a:gdLst>
                  <a:gd name="connsiteX0" fmla="*/ 14389 w 518937"/>
                  <a:gd name="connsiteY0" fmla="*/ 13709 h 78512"/>
                  <a:gd name="connsiteX1" fmla="*/ 15631 w 518937"/>
                  <a:gd name="connsiteY1" fmla="*/ 64804 h 78512"/>
                  <a:gd name="connsiteX2" fmla="*/ 502741 w 518937"/>
                  <a:gd name="connsiteY2" fmla="*/ 64804 h 78512"/>
                  <a:gd name="connsiteX3" fmla="*/ 502741 w 518937"/>
                  <a:gd name="connsiteY3" fmla="*/ 13709 h 78512"/>
                  <a:gd name="connsiteX4" fmla="*/ 9385 w 518937"/>
                  <a:gd name="connsiteY4" fmla="*/ 0 h 78512"/>
                  <a:gd name="connsiteX5" fmla="*/ 510237 w 518937"/>
                  <a:gd name="connsiteY5" fmla="*/ 0 h 78512"/>
                  <a:gd name="connsiteX6" fmla="*/ 517695 w 518937"/>
                  <a:gd name="connsiteY6" fmla="*/ 6134 h 78512"/>
                  <a:gd name="connsiteX7" fmla="*/ 518937 w 518937"/>
                  <a:gd name="connsiteY7" fmla="*/ 71152 h 78512"/>
                  <a:gd name="connsiteX8" fmla="*/ 511481 w 518937"/>
                  <a:gd name="connsiteY8" fmla="*/ 78512 h 78512"/>
                  <a:gd name="connsiteX9" fmla="*/ 10627 w 518937"/>
                  <a:gd name="connsiteY9" fmla="*/ 78512 h 78512"/>
                  <a:gd name="connsiteX10" fmla="*/ 3171 w 518937"/>
                  <a:gd name="connsiteY10" fmla="*/ 72378 h 78512"/>
                  <a:gd name="connsiteX11" fmla="*/ 1927 w 518937"/>
                  <a:gd name="connsiteY11" fmla="*/ 4907 h 78512"/>
                  <a:gd name="connsiteX12" fmla="*/ 9385 w 518937"/>
                  <a:gd name="connsiteY12" fmla="*/ 0 h 785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18937" h="78512">
                    <a:moveTo>
                      <a:pt x="14389" y="13709"/>
                    </a:moveTo>
                    <a:cubicBezTo>
                      <a:pt x="11903" y="35607"/>
                      <a:pt x="14389" y="55072"/>
                      <a:pt x="15631" y="64804"/>
                    </a:cubicBezTo>
                    <a:lnTo>
                      <a:pt x="502741" y="64804"/>
                    </a:lnTo>
                    <a:cubicBezTo>
                      <a:pt x="502741" y="48989"/>
                      <a:pt x="502741" y="31957"/>
                      <a:pt x="502741" y="13709"/>
                    </a:cubicBezTo>
                    <a:close/>
                    <a:moveTo>
                      <a:pt x="9385" y="0"/>
                    </a:moveTo>
                    <a:lnTo>
                      <a:pt x="510237" y="0"/>
                    </a:lnTo>
                    <a:cubicBezTo>
                      <a:pt x="513965" y="0"/>
                      <a:pt x="516451" y="2454"/>
                      <a:pt x="517695" y="6134"/>
                    </a:cubicBezTo>
                    <a:cubicBezTo>
                      <a:pt x="518937" y="29442"/>
                      <a:pt x="518937" y="51524"/>
                      <a:pt x="518937" y="71152"/>
                    </a:cubicBezTo>
                    <a:cubicBezTo>
                      <a:pt x="518937" y="74832"/>
                      <a:pt x="516451" y="78512"/>
                      <a:pt x="511481" y="78512"/>
                    </a:cubicBezTo>
                    <a:lnTo>
                      <a:pt x="10627" y="78512"/>
                    </a:lnTo>
                    <a:cubicBezTo>
                      <a:pt x="6899" y="78512"/>
                      <a:pt x="3171" y="76058"/>
                      <a:pt x="3171" y="72378"/>
                    </a:cubicBezTo>
                    <a:cubicBezTo>
                      <a:pt x="3171" y="71152"/>
                      <a:pt x="-3043" y="40483"/>
                      <a:pt x="1927" y="4907"/>
                    </a:cubicBezTo>
                    <a:cubicBezTo>
                      <a:pt x="1927" y="2454"/>
                      <a:pt x="4413" y="0"/>
                      <a:pt x="938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08" name="Freeform 307">
                <a:extLst>
                  <a:ext uri="{FF2B5EF4-FFF2-40B4-BE49-F238E27FC236}">
                    <a16:creationId xmlns:a16="http://schemas.microsoft.com/office/drawing/2014/main" id="{5EBE73C0-5B9D-CA42-A4BF-42C59AB12D49}"/>
                  </a:ext>
                </a:extLst>
              </p:cNvPr>
              <p:cNvSpPr/>
              <p:nvPr/>
            </p:nvSpPr>
            <p:spPr>
              <a:xfrm>
                <a:off x="16512973" y="8120430"/>
                <a:ext cx="1299361" cy="261957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044" h="2103">
                    <a:moveTo>
                      <a:pt x="1044" y="2087"/>
                    </a:moveTo>
                    <a:cubicBezTo>
                      <a:pt x="989" y="1730"/>
                      <a:pt x="823" y="1199"/>
                      <a:pt x="823" y="1199"/>
                    </a:cubicBezTo>
                    <a:cubicBezTo>
                      <a:pt x="823" y="1199"/>
                      <a:pt x="804" y="790"/>
                      <a:pt x="817" y="426"/>
                    </a:cubicBezTo>
                    <a:cubicBezTo>
                      <a:pt x="823" y="244"/>
                      <a:pt x="761" y="118"/>
                      <a:pt x="715" y="10"/>
                    </a:cubicBezTo>
                    <a:cubicBezTo>
                      <a:pt x="443" y="144"/>
                      <a:pt x="176" y="39"/>
                      <a:pt x="96" y="0"/>
                    </a:cubicBezTo>
                    <a:cubicBezTo>
                      <a:pt x="60" y="322"/>
                      <a:pt x="-13" y="1020"/>
                      <a:pt x="2" y="1259"/>
                    </a:cubicBezTo>
                    <a:cubicBezTo>
                      <a:pt x="20" y="1571"/>
                      <a:pt x="154" y="2042"/>
                      <a:pt x="161" y="2081"/>
                    </a:cubicBezTo>
                    <a:cubicBezTo>
                      <a:pt x="161" y="2085"/>
                      <a:pt x="161" y="2089"/>
                      <a:pt x="160" y="2093"/>
                    </a:cubicBezTo>
                    <a:cubicBezTo>
                      <a:pt x="223" y="2102"/>
                      <a:pt x="346" y="2114"/>
                      <a:pt x="419" y="2084"/>
                    </a:cubicBezTo>
                    <a:cubicBezTo>
                      <a:pt x="383" y="1722"/>
                      <a:pt x="310" y="1310"/>
                      <a:pt x="310" y="1310"/>
                    </a:cubicBezTo>
                    <a:lnTo>
                      <a:pt x="428" y="818"/>
                    </a:lnTo>
                    <a:cubicBezTo>
                      <a:pt x="428" y="818"/>
                      <a:pt x="473" y="1147"/>
                      <a:pt x="501" y="1254"/>
                    </a:cubicBezTo>
                    <a:cubicBezTo>
                      <a:pt x="558" y="1461"/>
                      <a:pt x="788" y="2005"/>
                      <a:pt x="808" y="2059"/>
                    </a:cubicBezTo>
                    <a:cubicBezTo>
                      <a:pt x="813" y="2073"/>
                      <a:pt x="812" y="2085"/>
                      <a:pt x="808" y="2094"/>
                    </a:cubicBezTo>
                    <a:cubicBezTo>
                      <a:pt x="871" y="2103"/>
                      <a:pt x="976" y="2111"/>
                      <a:pt x="1044" y="2087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4" name="Freeform 423">
                <a:extLst>
                  <a:ext uri="{FF2B5EF4-FFF2-40B4-BE49-F238E27FC236}">
                    <a16:creationId xmlns:a16="http://schemas.microsoft.com/office/drawing/2014/main" id="{0F62FEF3-63D9-E04B-A9FC-5314F44F39AD}"/>
                  </a:ext>
                </a:extLst>
              </p:cNvPr>
              <p:cNvSpPr/>
              <p:nvPr/>
            </p:nvSpPr>
            <p:spPr>
              <a:xfrm>
                <a:off x="16505575" y="8114007"/>
                <a:ext cx="1313317" cy="2633475"/>
              </a:xfrm>
              <a:custGeom>
                <a:avLst/>
                <a:gdLst>
                  <a:gd name="connsiteX0" fmla="*/ 134353 w 1313317"/>
                  <a:gd name="connsiteY0" fmla="*/ 17639 h 2633475"/>
                  <a:gd name="connsiteX1" fmla="*/ 17362 w 1313317"/>
                  <a:gd name="connsiteY1" fmla="*/ 1573434 h 2633475"/>
                  <a:gd name="connsiteX2" fmla="*/ 192848 w 1313317"/>
                  <a:gd name="connsiteY2" fmla="*/ 2506413 h 2633475"/>
                  <a:gd name="connsiteX3" fmla="*/ 215251 w 1313317"/>
                  <a:gd name="connsiteY3" fmla="*/ 2597344 h 2633475"/>
                  <a:gd name="connsiteX4" fmla="*/ 216495 w 1313317"/>
                  <a:gd name="connsiteY4" fmla="*/ 2607309 h 2633475"/>
                  <a:gd name="connsiteX5" fmla="*/ 522663 w 1313317"/>
                  <a:gd name="connsiteY5" fmla="*/ 2597344 h 2633475"/>
                  <a:gd name="connsiteX6" fmla="*/ 387003 w 1313317"/>
                  <a:gd name="connsiteY6" fmla="*/ 1639453 h 2633475"/>
                  <a:gd name="connsiteX7" fmla="*/ 387003 w 1313317"/>
                  <a:gd name="connsiteY7" fmla="*/ 1636961 h 2633475"/>
                  <a:gd name="connsiteX8" fmla="*/ 535109 w 1313317"/>
                  <a:gd name="connsiteY8" fmla="*/ 1024110 h 2633475"/>
                  <a:gd name="connsiteX9" fmla="*/ 541331 w 1313317"/>
                  <a:gd name="connsiteY9" fmla="*/ 1017882 h 2633475"/>
                  <a:gd name="connsiteX10" fmla="*/ 548799 w 1313317"/>
                  <a:gd name="connsiteY10" fmla="*/ 1024110 h 2633475"/>
                  <a:gd name="connsiteX11" fmla="*/ 639653 w 1313317"/>
                  <a:gd name="connsiteY11" fmla="*/ 1565960 h 2633475"/>
                  <a:gd name="connsiteX12" fmla="*/ 974445 w 1313317"/>
                  <a:gd name="connsiteY12" fmla="*/ 2454097 h 2633475"/>
                  <a:gd name="connsiteX13" fmla="*/ 1020495 w 1313317"/>
                  <a:gd name="connsiteY13" fmla="*/ 2568695 h 2633475"/>
                  <a:gd name="connsiteX14" fmla="*/ 1024229 w 1313317"/>
                  <a:gd name="connsiteY14" fmla="*/ 2609801 h 2633475"/>
                  <a:gd name="connsiteX15" fmla="*/ 1299281 w 1313317"/>
                  <a:gd name="connsiteY15" fmla="*/ 2601081 h 2633475"/>
                  <a:gd name="connsiteX16" fmla="*/ 1025473 w 1313317"/>
                  <a:gd name="connsiteY16" fmla="*/ 1502433 h 2633475"/>
                  <a:gd name="connsiteX17" fmla="*/ 1025473 w 1313317"/>
                  <a:gd name="connsiteY17" fmla="*/ 1499942 h 2633475"/>
                  <a:gd name="connsiteX18" fmla="*/ 1018005 w 1313317"/>
                  <a:gd name="connsiteY18" fmla="*/ 537068 h 2633475"/>
                  <a:gd name="connsiteX19" fmla="*/ 905993 w 1313317"/>
                  <a:gd name="connsiteY19" fmla="*/ 53763 h 2633475"/>
                  <a:gd name="connsiteX20" fmla="*/ 894793 w 1313317"/>
                  <a:gd name="connsiteY20" fmla="*/ 28850 h 2633475"/>
                  <a:gd name="connsiteX21" fmla="*/ 134353 w 1313317"/>
                  <a:gd name="connsiteY21" fmla="*/ 17639 h 2633475"/>
                  <a:gd name="connsiteX22" fmla="*/ 123139 w 1313317"/>
                  <a:gd name="connsiteY22" fmla="*/ 1438 h 2633475"/>
                  <a:gd name="connsiteX23" fmla="*/ 129362 w 1313317"/>
                  <a:gd name="connsiteY23" fmla="*/ 1438 h 2633475"/>
                  <a:gd name="connsiteX24" fmla="*/ 893553 w 1313317"/>
                  <a:gd name="connsiteY24" fmla="*/ 12649 h 2633475"/>
                  <a:gd name="connsiteX25" fmla="*/ 898531 w 1313317"/>
                  <a:gd name="connsiteY25" fmla="*/ 12649 h 2633475"/>
                  <a:gd name="connsiteX26" fmla="*/ 903511 w 1313317"/>
                  <a:gd name="connsiteY26" fmla="*/ 16386 h 2633475"/>
                  <a:gd name="connsiteX27" fmla="*/ 917201 w 1313317"/>
                  <a:gd name="connsiteY27" fmla="*/ 47527 h 2633475"/>
                  <a:gd name="connsiteX28" fmla="*/ 1030461 w 1313317"/>
                  <a:gd name="connsiteY28" fmla="*/ 537063 h 2633475"/>
                  <a:gd name="connsiteX29" fmla="*/ 1039173 w 1313317"/>
                  <a:gd name="connsiteY29" fmla="*/ 1498697 h 2633475"/>
                  <a:gd name="connsiteX30" fmla="*/ 1312987 w 1313317"/>
                  <a:gd name="connsiteY30" fmla="*/ 2604825 h 2633475"/>
                  <a:gd name="connsiteX31" fmla="*/ 1309253 w 1313317"/>
                  <a:gd name="connsiteY31" fmla="*/ 2612299 h 2633475"/>
                  <a:gd name="connsiteX32" fmla="*/ 1158655 w 1313317"/>
                  <a:gd name="connsiteY32" fmla="*/ 2633475 h 2633475"/>
                  <a:gd name="connsiteX33" fmla="*/ 1011791 w 1313317"/>
                  <a:gd name="connsiteY33" fmla="*/ 2622264 h 2633475"/>
                  <a:gd name="connsiteX34" fmla="*/ 1006813 w 1313317"/>
                  <a:gd name="connsiteY34" fmla="*/ 2619773 h 2633475"/>
                  <a:gd name="connsiteX35" fmla="*/ 1005569 w 1313317"/>
                  <a:gd name="connsiteY35" fmla="*/ 2612299 h 2633475"/>
                  <a:gd name="connsiteX36" fmla="*/ 1006813 w 1313317"/>
                  <a:gd name="connsiteY36" fmla="*/ 2573684 h 2633475"/>
                  <a:gd name="connsiteX37" fmla="*/ 960763 w 1313317"/>
                  <a:gd name="connsiteY37" fmla="*/ 2460331 h 2633475"/>
                  <a:gd name="connsiteX38" fmla="*/ 624717 w 1313317"/>
                  <a:gd name="connsiteY38" fmla="*/ 1569698 h 2633475"/>
                  <a:gd name="connsiteX39" fmla="*/ 538839 w 1313317"/>
                  <a:gd name="connsiteY39" fmla="*/ 1063969 h 2633475"/>
                  <a:gd name="connsiteX40" fmla="*/ 400687 w 1313317"/>
                  <a:gd name="connsiteY40" fmla="*/ 1638209 h 2633475"/>
                  <a:gd name="connsiteX41" fmla="*/ 537595 w 1313317"/>
                  <a:gd name="connsiteY41" fmla="*/ 2601088 h 2633475"/>
                  <a:gd name="connsiteX42" fmla="*/ 532617 w 1313317"/>
                  <a:gd name="connsiteY42" fmla="*/ 2608562 h 2633475"/>
                  <a:gd name="connsiteX43" fmla="*/ 205284 w 1313317"/>
                  <a:gd name="connsiteY43" fmla="*/ 2619773 h 2633475"/>
                  <a:gd name="connsiteX44" fmla="*/ 201550 w 1313317"/>
                  <a:gd name="connsiteY44" fmla="*/ 2617282 h 2633475"/>
                  <a:gd name="connsiteX45" fmla="*/ 199061 w 1313317"/>
                  <a:gd name="connsiteY45" fmla="*/ 2611053 h 2633475"/>
                  <a:gd name="connsiteX46" fmla="*/ 199061 w 1313317"/>
                  <a:gd name="connsiteY46" fmla="*/ 2599843 h 2633475"/>
                  <a:gd name="connsiteX47" fmla="*/ 177902 w 1313317"/>
                  <a:gd name="connsiteY47" fmla="*/ 2508911 h 2633475"/>
                  <a:gd name="connsiteX48" fmla="*/ 2412 w 1313317"/>
                  <a:gd name="connsiteY48" fmla="*/ 1574681 h 2633475"/>
                  <a:gd name="connsiteX49" fmla="*/ 119406 w 1313317"/>
                  <a:gd name="connsiteY49" fmla="*/ 6420 h 2633475"/>
                  <a:gd name="connsiteX50" fmla="*/ 123139 w 1313317"/>
                  <a:gd name="connsiteY50" fmla="*/ 1438 h 2633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</a:cxnLst>
                <a:rect l="l" t="t" r="r" b="b"/>
                <a:pathLst>
                  <a:path w="1313317" h="2633475">
                    <a:moveTo>
                      <a:pt x="134353" y="17639"/>
                    </a:moveTo>
                    <a:cubicBezTo>
                      <a:pt x="92037" y="395066"/>
                      <a:pt x="-62" y="1276974"/>
                      <a:pt x="17362" y="1573434"/>
                    </a:cubicBezTo>
                    <a:cubicBezTo>
                      <a:pt x="36031" y="1882351"/>
                      <a:pt x="146799" y="2319568"/>
                      <a:pt x="192848" y="2506413"/>
                    </a:cubicBezTo>
                    <a:cubicBezTo>
                      <a:pt x="205294" y="2554993"/>
                      <a:pt x="214006" y="2587379"/>
                      <a:pt x="215251" y="2597344"/>
                    </a:cubicBezTo>
                    <a:cubicBezTo>
                      <a:pt x="215251" y="2601081"/>
                      <a:pt x="216495" y="2603573"/>
                      <a:pt x="216495" y="2607309"/>
                    </a:cubicBezTo>
                    <a:cubicBezTo>
                      <a:pt x="296149" y="2618520"/>
                      <a:pt x="435541" y="2630976"/>
                      <a:pt x="522663" y="2597344"/>
                    </a:cubicBezTo>
                    <a:cubicBezTo>
                      <a:pt x="477857" y="2153899"/>
                      <a:pt x="388247" y="1644435"/>
                      <a:pt x="387003" y="1639453"/>
                    </a:cubicBezTo>
                    <a:cubicBezTo>
                      <a:pt x="387003" y="1638207"/>
                      <a:pt x="387003" y="1636961"/>
                      <a:pt x="387003" y="1636961"/>
                    </a:cubicBezTo>
                    <a:lnTo>
                      <a:pt x="535109" y="1024110"/>
                    </a:lnTo>
                    <a:cubicBezTo>
                      <a:pt x="535109" y="1020373"/>
                      <a:pt x="538841" y="1017882"/>
                      <a:pt x="541331" y="1017882"/>
                    </a:cubicBezTo>
                    <a:cubicBezTo>
                      <a:pt x="546309" y="1017882"/>
                      <a:pt x="548799" y="1021619"/>
                      <a:pt x="548799" y="1024110"/>
                    </a:cubicBezTo>
                    <a:cubicBezTo>
                      <a:pt x="548799" y="1029093"/>
                      <a:pt x="604805" y="1435169"/>
                      <a:pt x="639653" y="1565960"/>
                    </a:cubicBezTo>
                    <a:cubicBezTo>
                      <a:pt x="694415" y="1770244"/>
                      <a:pt x="883591" y="2232374"/>
                      <a:pt x="974445" y="2454097"/>
                    </a:cubicBezTo>
                    <a:cubicBezTo>
                      <a:pt x="998093" y="2512641"/>
                      <a:pt x="1015517" y="2554993"/>
                      <a:pt x="1020495" y="2568695"/>
                    </a:cubicBezTo>
                    <a:cubicBezTo>
                      <a:pt x="1025473" y="2583642"/>
                      <a:pt x="1026717" y="2597344"/>
                      <a:pt x="1024229" y="2609801"/>
                    </a:cubicBezTo>
                    <a:cubicBezTo>
                      <a:pt x="1096415" y="2618520"/>
                      <a:pt x="1218383" y="2627239"/>
                      <a:pt x="1299281" y="2601081"/>
                    </a:cubicBezTo>
                    <a:cubicBezTo>
                      <a:pt x="1232073" y="2162619"/>
                      <a:pt x="1027963" y="1508661"/>
                      <a:pt x="1025473" y="1502433"/>
                    </a:cubicBezTo>
                    <a:cubicBezTo>
                      <a:pt x="1025473" y="1501187"/>
                      <a:pt x="1025473" y="1501187"/>
                      <a:pt x="1025473" y="1499942"/>
                    </a:cubicBezTo>
                    <a:cubicBezTo>
                      <a:pt x="1025473" y="1494959"/>
                      <a:pt x="1003071" y="986741"/>
                      <a:pt x="1018005" y="537068"/>
                    </a:cubicBezTo>
                    <a:cubicBezTo>
                      <a:pt x="1024229" y="330293"/>
                      <a:pt x="961999" y="183308"/>
                      <a:pt x="905993" y="53763"/>
                    </a:cubicBezTo>
                    <a:cubicBezTo>
                      <a:pt x="902259" y="45043"/>
                      <a:pt x="898525" y="37569"/>
                      <a:pt x="894793" y="28850"/>
                    </a:cubicBezTo>
                    <a:cubicBezTo>
                      <a:pt x="563733" y="187045"/>
                      <a:pt x="238898" y="66219"/>
                      <a:pt x="134353" y="17639"/>
                    </a:cubicBezTo>
                    <a:close/>
                    <a:moveTo>
                      <a:pt x="123139" y="1438"/>
                    </a:moveTo>
                    <a:cubicBezTo>
                      <a:pt x="125629" y="192"/>
                      <a:pt x="126873" y="-1054"/>
                      <a:pt x="129362" y="1438"/>
                    </a:cubicBezTo>
                    <a:cubicBezTo>
                      <a:pt x="223953" y="45035"/>
                      <a:pt x="556263" y="177073"/>
                      <a:pt x="893553" y="12649"/>
                    </a:cubicBezTo>
                    <a:cubicBezTo>
                      <a:pt x="896043" y="11403"/>
                      <a:pt x="897287" y="11403"/>
                      <a:pt x="898531" y="12649"/>
                    </a:cubicBezTo>
                    <a:cubicBezTo>
                      <a:pt x="901021" y="12649"/>
                      <a:pt x="903511" y="15140"/>
                      <a:pt x="903511" y="16386"/>
                    </a:cubicBezTo>
                    <a:cubicBezTo>
                      <a:pt x="908489" y="26351"/>
                      <a:pt x="912223" y="37561"/>
                      <a:pt x="917201" y="47527"/>
                    </a:cubicBezTo>
                    <a:cubicBezTo>
                      <a:pt x="970719" y="172091"/>
                      <a:pt x="1037929" y="326550"/>
                      <a:pt x="1030461" y="537063"/>
                    </a:cubicBezTo>
                    <a:cubicBezTo>
                      <a:pt x="1015525" y="976774"/>
                      <a:pt x="1037929" y="1473784"/>
                      <a:pt x="1039173" y="1498697"/>
                    </a:cubicBezTo>
                    <a:cubicBezTo>
                      <a:pt x="1046641" y="1526101"/>
                      <a:pt x="1247023" y="2171343"/>
                      <a:pt x="1312987" y="2604825"/>
                    </a:cubicBezTo>
                    <a:cubicBezTo>
                      <a:pt x="1314231" y="2608562"/>
                      <a:pt x="1311743" y="2611053"/>
                      <a:pt x="1309253" y="2612299"/>
                    </a:cubicBezTo>
                    <a:cubicBezTo>
                      <a:pt x="1265691" y="2627247"/>
                      <a:pt x="1212173" y="2633475"/>
                      <a:pt x="1158655" y="2633475"/>
                    </a:cubicBezTo>
                    <a:cubicBezTo>
                      <a:pt x="1106381" y="2633475"/>
                      <a:pt x="1055353" y="2628493"/>
                      <a:pt x="1011791" y="2622264"/>
                    </a:cubicBezTo>
                    <a:cubicBezTo>
                      <a:pt x="1009303" y="2622264"/>
                      <a:pt x="1006813" y="2621019"/>
                      <a:pt x="1006813" y="2619773"/>
                    </a:cubicBezTo>
                    <a:cubicBezTo>
                      <a:pt x="1004323" y="2617282"/>
                      <a:pt x="1004323" y="2614791"/>
                      <a:pt x="1005569" y="2612299"/>
                    </a:cubicBezTo>
                    <a:cubicBezTo>
                      <a:pt x="1011791" y="2601088"/>
                      <a:pt x="1011791" y="2588632"/>
                      <a:pt x="1006813" y="2573684"/>
                    </a:cubicBezTo>
                    <a:cubicBezTo>
                      <a:pt x="1001835" y="2559982"/>
                      <a:pt x="983165" y="2517631"/>
                      <a:pt x="960763" y="2460331"/>
                    </a:cubicBezTo>
                    <a:cubicBezTo>
                      <a:pt x="869905" y="2237361"/>
                      <a:pt x="680725" y="1775229"/>
                      <a:pt x="624717" y="1569698"/>
                    </a:cubicBezTo>
                    <a:cubicBezTo>
                      <a:pt x="596091" y="1461328"/>
                      <a:pt x="553775" y="1168602"/>
                      <a:pt x="538839" y="1063969"/>
                    </a:cubicBezTo>
                    <a:lnTo>
                      <a:pt x="400687" y="1638209"/>
                    </a:lnTo>
                    <a:cubicBezTo>
                      <a:pt x="405665" y="1669350"/>
                      <a:pt x="492789" y="2167606"/>
                      <a:pt x="537595" y="2601088"/>
                    </a:cubicBezTo>
                    <a:cubicBezTo>
                      <a:pt x="537595" y="2604825"/>
                      <a:pt x="535105" y="2607317"/>
                      <a:pt x="532617" y="2608562"/>
                    </a:cubicBezTo>
                    <a:cubicBezTo>
                      <a:pt x="439271" y="2647177"/>
                      <a:pt x="288673" y="2632229"/>
                      <a:pt x="205284" y="2619773"/>
                    </a:cubicBezTo>
                    <a:cubicBezTo>
                      <a:pt x="204039" y="2619773"/>
                      <a:pt x="201550" y="2618527"/>
                      <a:pt x="201550" y="2617282"/>
                    </a:cubicBezTo>
                    <a:cubicBezTo>
                      <a:pt x="199061" y="2614791"/>
                      <a:pt x="199061" y="2613545"/>
                      <a:pt x="199061" y="2611053"/>
                    </a:cubicBezTo>
                    <a:cubicBezTo>
                      <a:pt x="200305" y="2607317"/>
                      <a:pt x="200305" y="2603580"/>
                      <a:pt x="199061" y="2599843"/>
                    </a:cubicBezTo>
                    <a:cubicBezTo>
                      <a:pt x="199061" y="2589877"/>
                      <a:pt x="189104" y="2556245"/>
                      <a:pt x="177902" y="2508911"/>
                    </a:cubicBezTo>
                    <a:cubicBezTo>
                      <a:pt x="131852" y="2322065"/>
                      <a:pt x="21081" y="1884845"/>
                      <a:pt x="2412" y="1574681"/>
                    </a:cubicBezTo>
                    <a:cubicBezTo>
                      <a:pt x="-16257" y="1274482"/>
                      <a:pt x="78333" y="377621"/>
                      <a:pt x="119406" y="6420"/>
                    </a:cubicBezTo>
                    <a:cubicBezTo>
                      <a:pt x="119406" y="3929"/>
                      <a:pt x="120650" y="2684"/>
                      <a:pt x="123139" y="143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1" name="Freeform 310">
                <a:extLst>
                  <a:ext uri="{FF2B5EF4-FFF2-40B4-BE49-F238E27FC236}">
                    <a16:creationId xmlns:a16="http://schemas.microsoft.com/office/drawing/2014/main" id="{D05060C7-5CA7-1F4D-92AB-8E307A6F8278}"/>
                  </a:ext>
                </a:extLst>
              </p:cNvPr>
              <p:cNvSpPr/>
              <p:nvPr/>
            </p:nvSpPr>
            <p:spPr>
              <a:xfrm>
                <a:off x="15800380" y="6940251"/>
                <a:ext cx="1608317" cy="127364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292" h="1023">
                    <a:moveTo>
                      <a:pt x="1287" y="957"/>
                    </a:moveTo>
                    <a:cubicBezTo>
                      <a:pt x="1263" y="903"/>
                      <a:pt x="1245" y="853"/>
                      <a:pt x="1240" y="804"/>
                    </a:cubicBezTo>
                    <a:cubicBezTo>
                      <a:pt x="1236" y="755"/>
                      <a:pt x="1247" y="627"/>
                      <a:pt x="1265" y="540"/>
                    </a:cubicBezTo>
                    <a:cubicBezTo>
                      <a:pt x="1293" y="405"/>
                      <a:pt x="1297" y="302"/>
                      <a:pt x="1288" y="225"/>
                    </a:cubicBezTo>
                    <a:cubicBezTo>
                      <a:pt x="1282" y="164"/>
                      <a:pt x="1253" y="109"/>
                      <a:pt x="1211" y="69"/>
                    </a:cubicBezTo>
                    <a:cubicBezTo>
                      <a:pt x="1169" y="30"/>
                      <a:pt x="1115" y="6"/>
                      <a:pt x="1055" y="2"/>
                    </a:cubicBezTo>
                    <a:cubicBezTo>
                      <a:pt x="931" y="-6"/>
                      <a:pt x="769" y="5"/>
                      <a:pt x="708" y="103"/>
                    </a:cubicBezTo>
                    <a:cubicBezTo>
                      <a:pt x="646" y="200"/>
                      <a:pt x="503" y="519"/>
                      <a:pt x="503" y="519"/>
                    </a:cubicBezTo>
                    <a:lnTo>
                      <a:pt x="159" y="201"/>
                    </a:lnTo>
                    <a:lnTo>
                      <a:pt x="0" y="371"/>
                    </a:lnTo>
                    <a:cubicBezTo>
                      <a:pt x="0" y="371"/>
                      <a:pt x="140" y="549"/>
                      <a:pt x="348" y="784"/>
                    </a:cubicBezTo>
                    <a:cubicBezTo>
                      <a:pt x="557" y="1019"/>
                      <a:pt x="686" y="782"/>
                      <a:pt x="686" y="782"/>
                    </a:cubicBezTo>
                    <a:cubicBezTo>
                      <a:pt x="686" y="782"/>
                      <a:pt x="679" y="846"/>
                      <a:pt x="668" y="947"/>
                    </a:cubicBezTo>
                    <a:cubicBezTo>
                      <a:pt x="748" y="986"/>
                      <a:pt x="1015" y="1091"/>
                      <a:pt x="1287" y="957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5" name="Freeform 424">
                <a:extLst>
                  <a:ext uri="{FF2B5EF4-FFF2-40B4-BE49-F238E27FC236}">
                    <a16:creationId xmlns:a16="http://schemas.microsoft.com/office/drawing/2014/main" id="{41CD2EB9-A311-A941-A95B-2FD9B8FC7D8F}"/>
                  </a:ext>
                </a:extLst>
              </p:cNvPr>
              <p:cNvSpPr/>
              <p:nvPr/>
            </p:nvSpPr>
            <p:spPr>
              <a:xfrm>
                <a:off x="15794462" y="6934399"/>
                <a:ext cx="1621945" cy="1286972"/>
              </a:xfrm>
              <a:custGeom>
                <a:avLst/>
                <a:gdLst>
                  <a:gd name="connsiteX0" fmla="*/ 1197370 w 1621945"/>
                  <a:gd name="connsiteY0" fmla="*/ 14770 h 1286972"/>
                  <a:gd name="connsiteX1" fmla="*/ 893479 w 1621945"/>
                  <a:gd name="connsiteY1" fmla="*/ 139075 h 1286972"/>
                  <a:gd name="connsiteX2" fmla="*/ 638292 w 1621945"/>
                  <a:gd name="connsiteY2" fmla="*/ 656994 h 1286972"/>
                  <a:gd name="connsiteX3" fmla="*/ 633312 w 1621945"/>
                  <a:gd name="connsiteY3" fmla="*/ 660729 h 1286972"/>
                  <a:gd name="connsiteX4" fmla="*/ 627088 w 1621945"/>
                  <a:gd name="connsiteY4" fmla="*/ 659484 h 1286972"/>
                  <a:gd name="connsiteX5" fmla="*/ 203850 w 1621945"/>
                  <a:gd name="connsiteY5" fmla="*/ 267310 h 1286972"/>
                  <a:gd name="connsiteX6" fmla="*/ 14638 w 1621945"/>
                  <a:gd name="connsiteY6" fmla="*/ 468999 h 1286972"/>
                  <a:gd name="connsiteX7" fmla="*/ 444100 w 1621945"/>
                  <a:gd name="connsiteY7" fmla="*/ 978203 h 1286972"/>
                  <a:gd name="connsiteX8" fmla="*/ 681860 w 1621945"/>
                  <a:gd name="connsiteY8" fmla="*/ 1103948 h 1286972"/>
                  <a:gd name="connsiteX9" fmla="*/ 853645 w 1621945"/>
                  <a:gd name="connsiteY9" fmla="*/ 978203 h 1286972"/>
                  <a:gd name="connsiteX10" fmla="*/ 862359 w 1621945"/>
                  <a:gd name="connsiteY10" fmla="*/ 974468 h 1286972"/>
                  <a:gd name="connsiteX11" fmla="*/ 867338 w 1621945"/>
                  <a:gd name="connsiteY11" fmla="*/ 981938 h 1286972"/>
                  <a:gd name="connsiteX12" fmla="*/ 844932 w 1621945"/>
                  <a:gd name="connsiteY12" fmla="*/ 1182382 h 1286972"/>
                  <a:gd name="connsiteX13" fmla="*/ 1598046 w 1621945"/>
                  <a:gd name="connsiteY13" fmla="*/ 1194832 h 1286972"/>
                  <a:gd name="connsiteX14" fmla="*/ 1543274 w 1621945"/>
                  <a:gd name="connsiteY14" fmla="*/ 1009328 h 1286972"/>
                  <a:gd name="connsiteX15" fmla="*/ 1574394 w 1621945"/>
                  <a:gd name="connsiteY15" fmla="*/ 676914 h 1286972"/>
                  <a:gd name="connsiteX16" fmla="*/ 1601780 w 1621945"/>
                  <a:gd name="connsiteY16" fmla="*/ 288475 h 1286972"/>
                  <a:gd name="connsiteX17" fmla="*/ 1508420 w 1621945"/>
                  <a:gd name="connsiteY17" fmla="*/ 99235 h 1286972"/>
                  <a:gd name="connsiteX18" fmla="*/ 1317962 w 1621945"/>
                  <a:gd name="connsiteY18" fmla="*/ 15820 h 1286972"/>
                  <a:gd name="connsiteX19" fmla="*/ 1197370 w 1621945"/>
                  <a:gd name="connsiteY19" fmla="*/ 14770 h 1286972"/>
                  <a:gd name="connsiteX20" fmla="*/ 1195958 w 1621945"/>
                  <a:gd name="connsiteY20" fmla="*/ 1158 h 1286972"/>
                  <a:gd name="connsiteX21" fmla="*/ 1320460 w 1621945"/>
                  <a:gd name="connsiteY21" fmla="*/ 2111 h 1286972"/>
                  <a:gd name="connsiteX22" fmla="*/ 1517144 w 1621945"/>
                  <a:gd name="connsiteY22" fmla="*/ 88018 h 1286972"/>
                  <a:gd name="connsiteX23" fmla="*/ 1616732 w 1621945"/>
                  <a:gd name="connsiteY23" fmla="*/ 287221 h 1286972"/>
                  <a:gd name="connsiteX24" fmla="*/ 1588100 w 1621945"/>
                  <a:gd name="connsiteY24" fmla="*/ 679402 h 1286972"/>
                  <a:gd name="connsiteX25" fmla="*/ 1556980 w 1621945"/>
                  <a:gd name="connsiteY25" fmla="*/ 1008088 h 1286972"/>
                  <a:gd name="connsiteX26" fmla="*/ 1614242 w 1621945"/>
                  <a:gd name="connsiteY26" fmla="*/ 1196086 h 1286972"/>
                  <a:gd name="connsiteX27" fmla="*/ 1610508 w 1621945"/>
                  <a:gd name="connsiteY27" fmla="*/ 1204801 h 1286972"/>
                  <a:gd name="connsiteX28" fmla="*/ 1250750 w 1621945"/>
                  <a:gd name="connsiteY28" fmla="*/ 1286972 h 1286972"/>
                  <a:gd name="connsiteX29" fmla="*/ 833730 w 1621945"/>
                  <a:gd name="connsiteY29" fmla="*/ 1193596 h 1286972"/>
                  <a:gd name="connsiteX30" fmla="*/ 829995 w 1621945"/>
                  <a:gd name="connsiteY30" fmla="*/ 1186126 h 1286972"/>
                  <a:gd name="connsiteX31" fmla="*/ 849912 w 1621945"/>
                  <a:gd name="connsiteY31" fmla="*/ 1010578 h 1286972"/>
                  <a:gd name="connsiteX32" fmla="*/ 683104 w 1621945"/>
                  <a:gd name="connsiteY32" fmla="*/ 1118894 h 1286972"/>
                  <a:gd name="connsiteX33" fmla="*/ 434137 w 1621945"/>
                  <a:gd name="connsiteY33" fmla="*/ 988167 h 1286972"/>
                  <a:gd name="connsiteX34" fmla="*/ 934 w 1621945"/>
                  <a:gd name="connsiteY34" fmla="*/ 472729 h 1286972"/>
                  <a:gd name="connsiteX35" fmla="*/ 934 w 1621945"/>
                  <a:gd name="connsiteY35" fmla="*/ 464014 h 1286972"/>
                  <a:gd name="connsiteX36" fmla="*/ 198863 w 1621945"/>
                  <a:gd name="connsiteY36" fmla="*/ 252360 h 1286972"/>
                  <a:gd name="connsiteX37" fmla="*/ 207577 w 1621945"/>
                  <a:gd name="connsiteY37" fmla="*/ 252360 h 1286972"/>
                  <a:gd name="connsiteX38" fmla="*/ 629576 w 1621945"/>
                  <a:gd name="connsiteY38" fmla="*/ 642052 h 1286972"/>
                  <a:gd name="connsiteX39" fmla="*/ 881033 w 1621945"/>
                  <a:gd name="connsiteY39" fmla="*/ 131593 h 1286972"/>
                  <a:gd name="connsiteX40" fmla="*/ 1195958 w 1621945"/>
                  <a:gd name="connsiteY40" fmla="*/ 1158 h 1286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621945" h="1286972">
                    <a:moveTo>
                      <a:pt x="1197370" y="14770"/>
                    </a:moveTo>
                    <a:cubicBezTo>
                      <a:pt x="1073668" y="20489"/>
                      <a:pt x="948563" y="50369"/>
                      <a:pt x="893479" y="139075"/>
                    </a:cubicBezTo>
                    <a:cubicBezTo>
                      <a:pt x="818790" y="258595"/>
                      <a:pt x="639537" y="653259"/>
                      <a:pt x="638292" y="656994"/>
                    </a:cubicBezTo>
                    <a:cubicBezTo>
                      <a:pt x="637047" y="659484"/>
                      <a:pt x="635802" y="660729"/>
                      <a:pt x="633312" y="660729"/>
                    </a:cubicBezTo>
                    <a:cubicBezTo>
                      <a:pt x="630823" y="660729"/>
                      <a:pt x="628333" y="660729"/>
                      <a:pt x="627088" y="659484"/>
                    </a:cubicBezTo>
                    <a:lnTo>
                      <a:pt x="203850" y="267310"/>
                    </a:lnTo>
                    <a:lnTo>
                      <a:pt x="14638" y="468999"/>
                    </a:lnTo>
                    <a:cubicBezTo>
                      <a:pt x="42024" y="502614"/>
                      <a:pt x="210074" y="711774"/>
                      <a:pt x="444100" y="978203"/>
                    </a:cubicBezTo>
                    <a:cubicBezTo>
                      <a:pt x="526258" y="1071578"/>
                      <a:pt x="605926" y="1112663"/>
                      <a:pt x="681860" y="1103948"/>
                    </a:cubicBezTo>
                    <a:cubicBezTo>
                      <a:pt x="790160" y="1092743"/>
                      <a:pt x="853645" y="979448"/>
                      <a:pt x="853645" y="978203"/>
                    </a:cubicBezTo>
                    <a:cubicBezTo>
                      <a:pt x="856135" y="974468"/>
                      <a:pt x="858624" y="973223"/>
                      <a:pt x="862359" y="974468"/>
                    </a:cubicBezTo>
                    <a:cubicBezTo>
                      <a:pt x="866093" y="975713"/>
                      <a:pt x="867338" y="979448"/>
                      <a:pt x="867338" y="981938"/>
                    </a:cubicBezTo>
                    <a:cubicBezTo>
                      <a:pt x="867338" y="981938"/>
                      <a:pt x="857380" y="1060373"/>
                      <a:pt x="844932" y="1182382"/>
                    </a:cubicBezTo>
                    <a:cubicBezTo>
                      <a:pt x="943272" y="1228447"/>
                      <a:pt x="1268170" y="1352947"/>
                      <a:pt x="1598046" y="1194832"/>
                    </a:cubicBezTo>
                    <a:cubicBezTo>
                      <a:pt x="1571906" y="1135073"/>
                      <a:pt x="1548254" y="1071578"/>
                      <a:pt x="1543274" y="1009328"/>
                    </a:cubicBezTo>
                    <a:cubicBezTo>
                      <a:pt x="1538294" y="949568"/>
                      <a:pt x="1550744" y="787718"/>
                      <a:pt x="1574394" y="676914"/>
                    </a:cubicBezTo>
                    <a:cubicBezTo>
                      <a:pt x="1605516" y="530004"/>
                      <a:pt x="1614228" y="399279"/>
                      <a:pt x="1601780" y="288475"/>
                    </a:cubicBezTo>
                    <a:cubicBezTo>
                      <a:pt x="1594312" y="216265"/>
                      <a:pt x="1560702" y="147790"/>
                      <a:pt x="1508420" y="99235"/>
                    </a:cubicBezTo>
                    <a:cubicBezTo>
                      <a:pt x="1456138" y="49435"/>
                      <a:pt x="1388916" y="20800"/>
                      <a:pt x="1317962" y="15820"/>
                    </a:cubicBezTo>
                    <a:cubicBezTo>
                      <a:pt x="1279684" y="13642"/>
                      <a:pt x="1238606" y="12863"/>
                      <a:pt x="1197370" y="14770"/>
                    </a:cubicBezTo>
                    <a:close/>
                    <a:moveTo>
                      <a:pt x="1195958" y="1158"/>
                    </a:moveTo>
                    <a:cubicBezTo>
                      <a:pt x="1238534" y="-846"/>
                      <a:pt x="1280936" y="-67"/>
                      <a:pt x="1320460" y="2111"/>
                    </a:cubicBezTo>
                    <a:cubicBezTo>
                      <a:pt x="1392662" y="7091"/>
                      <a:pt x="1463616" y="36972"/>
                      <a:pt x="1517144" y="88018"/>
                    </a:cubicBezTo>
                    <a:cubicBezTo>
                      <a:pt x="1573162" y="140309"/>
                      <a:pt x="1608018" y="211275"/>
                      <a:pt x="1616732" y="287221"/>
                    </a:cubicBezTo>
                    <a:cubicBezTo>
                      <a:pt x="1629180" y="399273"/>
                      <a:pt x="1619222" y="531245"/>
                      <a:pt x="1588100" y="679402"/>
                    </a:cubicBezTo>
                    <a:cubicBezTo>
                      <a:pt x="1564448" y="790209"/>
                      <a:pt x="1552000" y="949572"/>
                      <a:pt x="1556980" y="1008088"/>
                    </a:cubicBezTo>
                    <a:cubicBezTo>
                      <a:pt x="1561958" y="1070339"/>
                      <a:pt x="1586856" y="1132590"/>
                      <a:pt x="1614242" y="1196086"/>
                    </a:cubicBezTo>
                    <a:cubicBezTo>
                      <a:pt x="1615486" y="1199821"/>
                      <a:pt x="1614242" y="1203556"/>
                      <a:pt x="1610508" y="1204801"/>
                    </a:cubicBezTo>
                    <a:cubicBezTo>
                      <a:pt x="1486024" y="1265807"/>
                      <a:pt x="1362786" y="1286972"/>
                      <a:pt x="1250750" y="1286972"/>
                    </a:cubicBezTo>
                    <a:cubicBezTo>
                      <a:pt x="1054066" y="1286972"/>
                      <a:pt x="894727" y="1222231"/>
                      <a:pt x="833730" y="1193596"/>
                    </a:cubicBezTo>
                    <a:cubicBezTo>
                      <a:pt x="831240" y="1192351"/>
                      <a:pt x="829995" y="1188616"/>
                      <a:pt x="829995" y="1186126"/>
                    </a:cubicBezTo>
                    <a:cubicBezTo>
                      <a:pt x="838709" y="1106444"/>
                      <a:pt x="844933" y="1044193"/>
                      <a:pt x="849912" y="1010578"/>
                    </a:cubicBezTo>
                    <a:cubicBezTo>
                      <a:pt x="823771" y="1046683"/>
                      <a:pt x="766508" y="1110179"/>
                      <a:pt x="683104" y="1118894"/>
                    </a:cubicBezTo>
                    <a:cubicBezTo>
                      <a:pt x="602190" y="1127610"/>
                      <a:pt x="518786" y="1084034"/>
                      <a:pt x="434137" y="988167"/>
                    </a:cubicBezTo>
                    <a:cubicBezTo>
                      <a:pt x="177701" y="698078"/>
                      <a:pt x="2179" y="473974"/>
                      <a:pt x="934" y="472729"/>
                    </a:cubicBezTo>
                    <a:cubicBezTo>
                      <a:pt x="-311" y="470239"/>
                      <a:pt x="-311" y="466504"/>
                      <a:pt x="934" y="464014"/>
                    </a:cubicBezTo>
                    <a:lnTo>
                      <a:pt x="198863" y="252360"/>
                    </a:lnTo>
                    <a:cubicBezTo>
                      <a:pt x="201353" y="249870"/>
                      <a:pt x="205087" y="249870"/>
                      <a:pt x="207577" y="252360"/>
                    </a:cubicBezTo>
                    <a:lnTo>
                      <a:pt x="629576" y="642052"/>
                    </a:lnTo>
                    <a:cubicBezTo>
                      <a:pt x="656963" y="582291"/>
                      <a:pt x="812567" y="242400"/>
                      <a:pt x="881033" y="131593"/>
                    </a:cubicBezTo>
                    <a:cubicBezTo>
                      <a:pt x="938918" y="38217"/>
                      <a:pt x="1068226" y="7169"/>
                      <a:pt x="1195958" y="115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4" name="Freeform 313">
                <a:extLst>
                  <a:ext uri="{FF2B5EF4-FFF2-40B4-BE49-F238E27FC236}">
                    <a16:creationId xmlns:a16="http://schemas.microsoft.com/office/drawing/2014/main" id="{B35D6B6B-A925-914F-B930-F0AAEAFCBE94}"/>
                  </a:ext>
                </a:extLst>
              </p:cNvPr>
              <p:cNvSpPr/>
              <p:nvPr/>
            </p:nvSpPr>
            <p:spPr>
              <a:xfrm>
                <a:off x="17039943" y="8886861"/>
                <a:ext cx="61044" cy="25921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50" h="209">
                    <a:moveTo>
                      <a:pt x="5" y="209"/>
                    </a:moveTo>
                    <a:lnTo>
                      <a:pt x="4" y="209"/>
                    </a:lnTo>
                    <a:cubicBezTo>
                      <a:pt x="1" y="208"/>
                      <a:pt x="-1" y="206"/>
                      <a:pt x="0" y="202"/>
                    </a:cubicBezTo>
                    <a:lnTo>
                      <a:pt x="39" y="4"/>
                    </a:lnTo>
                    <a:cubicBezTo>
                      <a:pt x="39" y="1"/>
                      <a:pt x="42" y="-1"/>
                      <a:pt x="45" y="0"/>
                    </a:cubicBezTo>
                    <a:cubicBezTo>
                      <a:pt x="48" y="0"/>
                      <a:pt x="50" y="3"/>
                      <a:pt x="50" y="6"/>
                    </a:cubicBezTo>
                    <a:lnTo>
                      <a:pt x="11" y="204"/>
                    </a:lnTo>
                    <a:cubicBezTo>
                      <a:pt x="10" y="207"/>
                      <a:pt x="8" y="209"/>
                      <a:pt x="5" y="20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5" name="Freeform 314">
                <a:extLst>
                  <a:ext uri="{FF2B5EF4-FFF2-40B4-BE49-F238E27FC236}">
                    <a16:creationId xmlns:a16="http://schemas.microsoft.com/office/drawing/2014/main" id="{F84F782E-D129-0944-B499-844B4540DBD5}"/>
                  </a:ext>
                </a:extLst>
              </p:cNvPr>
              <p:cNvSpPr/>
              <p:nvPr/>
            </p:nvSpPr>
            <p:spPr>
              <a:xfrm>
                <a:off x="16648764" y="6089077"/>
                <a:ext cx="1137408" cy="126367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" h="1015">
                    <a:moveTo>
                      <a:pt x="913" y="699"/>
                    </a:moveTo>
                    <a:cubicBezTo>
                      <a:pt x="910" y="670"/>
                      <a:pt x="881" y="651"/>
                      <a:pt x="869" y="644"/>
                    </a:cubicBezTo>
                    <a:cubicBezTo>
                      <a:pt x="885" y="616"/>
                      <a:pt x="888" y="592"/>
                      <a:pt x="879" y="571"/>
                    </a:cubicBezTo>
                    <a:cubicBezTo>
                      <a:pt x="868" y="545"/>
                      <a:pt x="839" y="534"/>
                      <a:pt x="827" y="529"/>
                    </a:cubicBezTo>
                    <a:cubicBezTo>
                      <a:pt x="836" y="496"/>
                      <a:pt x="833" y="470"/>
                      <a:pt x="818" y="454"/>
                    </a:cubicBezTo>
                    <a:cubicBezTo>
                      <a:pt x="801" y="434"/>
                      <a:pt x="771" y="434"/>
                      <a:pt x="758" y="434"/>
                    </a:cubicBezTo>
                    <a:cubicBezTo>
                      <a:pt x="755" y="407"/>
                      <a:pt x="746" y="388"/>
                      <a:pt x="729" y="376"/>
                    </a:cubicBezTo>
                    <a:cubicBezTo>
                      <a:pt x="705" y="360"/>
                      <a:pt x="672" y="366"/>
                      <a:pt x="659" y="369"/>
                    </a:cubicBezTo>
                    <a:cubicBezTo>
                      <a:pt x="653" y="346"/>
                      <a:pt x="641" y="330"/>
                      <a:pt x="623" y="321"/>
                    </a:cubicBezTo>
                    <a:cubicBezTo>
                      <a:pt x="596" y="308"/>
                      <a:pt x="563" y="315"/>
                      <a:pt x="545" y="321"/>
                    </a:cubicBezTo>
                    <a:cubicBezTo>
                      <a:pt x="549" y="306"/>
                      <a:pt x="549" y="293"/>
                      <a:pt x="544" y="281"/>
                    </a:cubicBezTo>
                    <a:cubicBezTo>
                      <a:pt x="537" y="264"/>
                      <a:pt x="523" y="254"/>
                      <a:pt x="515" y="249"/>
                    </a:cubicBezTo>
                    <a:cubicBezTo>
                      <a:pt x="529" y="213"/>
                      <a:pt x="529" y="184"/>
                      <a:pt x="515" y="165"/>
                    </a:cubicBezTo>
                    <a:cubicBezTo>
                      <a:pt x="502" y="144"/>
                      <a:pt x="479" y="139"/>
                      <a:pt x="467" y="138"/>
                    </a:cubicBezTo>
                    <a:cubicBezTo>
                      <a:pt x="470" y="112"/>
                      <a:pt x="464" y="92"/>
                      <a:pt x="451" y="79"/>
                    </a:cubicBezTo>
                    <a:cubicBezTo>
                      <a:pt x="431" y="59"/>
                      <a:pt x="400" y="59"/>
                      <a:pt x="387" y="61"/>
                    </a:cubicBezTo>
                    <a:cubicBezTo>
                      <a:pt x="380" y="38"/>
                      <a:pt x="368" y="23"/>
                      <a:pt x="351" y="17"/>
                    </a:cubicBezTo>
                    <a:cubicBezTo>
                      <a:pt x="320" y="4"/>
                      <a:pt x="283" y="22"/>
                      <a:pt x="271" y="29"/>
                    </a:cubicBezTo>
                    <a:cubicBezTo>
                      <a:pt x="254" y="9"/>
                      <a:pt x="236" y="-1"/>
                      <a:pt x="216" y="0"/>
                    </a:cubicBezTo>
                    <a:cubicBezTo>
                      <a:pt x="187" y="1"/>
                      <a:pt x="165" y="25"/>
                      <a:pt x="157" y="35"/>
                    </a:cubicBezTo>
                    <a:cubicBezTo>
                      <a:pt x="137" y="23"/>
                      <a:pt x="119" y="20"/>
                      <a:pt x="102" y="26"/>
                    </a:cubicBezTo>
                    <a:cubicBezTo>
                      <a:pt x="77" y="35"/>
                      <a:pt x="65" y="65"/>
                      <a:pt x="62" y="75"/>
                    </a:cubicBezTo>
                    <a:cubicBezTo>
                      <a:pt x="43" y="80"/>
                      <a:pt x="30" y="89"/>
                      <a:pt x="21" y="104"/>
                    </a:cubicBezTo>
                    <a:cubicBezTo>
                      <a:pt x="6" y="132"/>
                      <a:pt x="14" y="166"/>
                      <a:pt x="17" y="177"/>
                    </a:cubicBezTo>
                    <a:cubicBezTo>
                      <a:pt x="3" y="193"/>
                      <a:pt x="-2" y="211"/>
                      <a:pt x="0" y="229"/>
                    </a:cubicBezTo>
                    <a:cubicBezTo>
                      <a:pt x="7" y="271"/>
                      <a:pt x="57" y="301"/>
                      <a:pt x="60" y="303"/>
                    </a:cubicBezTo>
                    <a:cubicBezTo>
                      <a:pt x="61" y="303"/>
                      <a:pt x="63" y="303"/>
                      <a:pt x="65" y="303"/>
                    </a:cubicBezTo>
                    <a:cubicBezTo>
                      <a:pt x="66" y="302"/>
                      <a:pt x="67" y="300"/>
                      <a:pt x="67" y="298"/>
                    </a:cubicBezTo>
                    <a:lnTo>
                      <a:pt x="78" y="246"/>
                    </a:lnTo>
                    <a:cubicBezTo>
                      <a:pt x="81" y="250"/>
                      <a:pt x="84" y="254"/>
                      <a:pt x="89" y="258"/>
                    </a:cubicBezTo>
                    <a:cubicBezTo>
                      <a:pt x="104" y="269"/>
                      <a:pt x="125" y="273"/>
                      <a:pt x="152" y="269"/>
                    </a:cubicBezTo>
                    <a:cubicBezTo>
                      <a:pt x="154" y="280"/>
                      <a:pt x="158" y="303"/>
                      <a:pt x="175" y="316"/>
                    </a:cubicBezTo>
                    <a:cubicBezTo>
                      <a:pt x="186" y="325"/>
                      <a:pt x="200" y="328"/>
                      <a:pt x="217" y="325"/>
                    </a:cubicBezTo>
                    <a:cubicBezTo>
                      <a:pt x="220" y="340"/>
                      <a:pt x="230" y="378"/>
                      <a:pt x="263" y="382"/>
                    </a:cubicBezTo>
                    <a:cubicBezTo>
                      <a:pt x="272" y="383"/>
                      <a:pt x="278" y="382"/>
                      <a:pt x="283" y="378"/>
                    </a:cubicBezTo>
                    <a:cubicBezTo>
                      <a:pt x="290" y="372"/>
                      <a:pt x="290" y="364"/>
                      <a:pt x="291" y="356"/>
                    </a:cubicBezTo>
                    <a:cubicBezTo>
                      <a:pt x="292" y="345"/>
                      <a:pt x="293" y="334"/>
                      <a:pt x="305" y="325"/>
                    </a:cubicBezTo>
                    <a:cubicBezTo>
                      <a:pt x="317" y="317"/>
                      <a:pt x="332" y="315"/>
                      <a:pt x="345" y="322"/>
                    </a:cubicBezTo>
                    <a:cubicBezTo>
                      <a:pt x="356" y="327"/>
                      <a:pt x="373" y="344"/>
                      <a:pt x="371" y="393"/>
                    </a:cubicBezTo>
                    <a:cubicBezTo>
                      <a:pt x="371" y="416"/>
                      <a:pt x="364" y="432"/>
                      <a:pt x="352" y="440"/>
                    </a:cubicBezTo>
                    <a:cubicBezTo>
                      <a:pt x="335" y="453"/>
                      <a:pt x="311" y="445"/>
                      <a:pt x="311" y="445"/>
                    </a:cubicBezTo>
                    <a:cubicBezTo>
                      <a:pt x="308" y="443"/>
                      <a:pt x="305" y="445"/>
                      <a:pt x="304" y="448"/>
                    </a:cubicBezTo>
                    <a:cubicBezTo>
                      <a:pt x="303" y="449"/>
                      <a:pt x="293" y="478"/>
                      <a:pt x="306" y="498"/>
                    </a:cubicBezTo>
                    <a:cubicBezTo>
                      <a:pt x="313" y="509"/>
                      <a:pt x="326" y="515"/>
                      <a:pt x="343" y="517"/>
                    </a:cubicBezTo>
                    <a:cubicBezTo>
                      <a:pt x="342" y="537"/>
                      <a:pt x="348" y="570"/>
                      <a:pt x="377" y="578"/>
                    </a:cubicBezTo>
                    <a:cubicBezTo>
                      <a:pt x="399" y="585"/>
                      <a:pt x="423" y="571"/>
                      <a:pt x="442" y="558"/>
                    </a:cubicBezTo>
                    <a:cubicBezTo>
                      <a:pt x="431" y="581"/>
                      <a:pt x="428" y="604"/>
                      <a:pt x="432" y="625"/>
                    </a:cubicBezTo>
                    <a:cubicBezTo>
                      <a:pt x="438" y="651"/>
                      <a:pt x="455" y="667"/>
                      <a:pt x="464" y="674"/>
                    </a:cubicBezTo>
                    <a:cubicBezTo>
                      <a:pt x="444" y="692"/>
                      <a:pt x="434" y="712"/>
                      <a:pt x="434" y="734"/>
                    </a:cubicBezTo>
                    <a:cubicBezTo>
                      <a:pt x="433" y="769"/>
                      <a:pt x="456" y="798"/>
                      <a:pt x="466" y="808"/>
                    </a:cubicBezTo>
                    <a:cubicBezTo>
                      <a:pt x="444" y="837"/>
                      <a:pt x="436" y="863"/>
                      <a:pt x="441" y="887"/>
                    </a:cubicBezTo>
                    <a:cubicBezTo>
                      <a:pt x="449" y="915"/>
                      <a:pt x="475" y="931"/>
                      <a:pt x="485" y="936"/>
                    </a:cubicBezTo>
                    <a:cubicBezTo>
                      <a:pt x="485" y="967"/>
                      <a:pt x="494" y="988"/>
                      <a:pt x="512" y="1000"/>
                    </a:cubicBezTo>
                    <a:cubicBezTo>
                      <a:pt x="549" y="1026"/>
                      <a:pt x="610" y="1003"/>
                      <a:pt x="624" y="998"/>
                    </a:cubicBezTo>
                    <a:cubicBezTo>
                      <a:pt x="645" y="1009"/>
                      <a:pt x="664" y="1015"/>
                      <a:pt x="682" y="1015"/>
                    </a:cubicBezTo>
                    <a:cubicBezTo>
                      <a:pt x="692" y="1015"/>
                      <a:pt x="701" y="1013"/>
                      <a:pt x="710" y="1010"/>
                    </a:cubicBezTo>
                    <a:cubicBezTo>
                      <a:pt x="740" y="996"/>
                      <a:pt x="752" y="965"/>
                      <a:pt x="755" y="953"/>
                    </a:cubicBezTo>
                    <a:cubicBezTo>
                      <a:pt x="791" y="957"/>
                      <a:pt x="817" y="950"/>
                      <a:pt x="835" y="933"/>
                    </a:cubicBezTo>
                    <a:cubicBezTo>
                      <a:pt x="857" y="911"/>
                      <a:pt x="857" y="879"/>
                      <a:pt x="856" y="866"/>
                    </a:cubicBezTo>
                    <a:cubicBezTo>
                      <a:pt x="880" y="861"/>
                      <a:pt x="894" y="851"/>
                      <a:pt x="901" y="835"/>
                    </a:cubicBezTo>
                    <a:cubicBezTo>
                      <a:pt x="913" y="807"/>
                      <a:pt x="892" y="771"/>
                      <a:pt x="884" y="759"/>
                    </a:cubicBezTo>
                    <a:cubicBezTo>
                      <a:pt x="906" y="739"/>
                      <a:pt x="916" y="719"/>
                      <a:pt x="913" y="69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6" name="Freeform 315">
                <a:extLst>
                  <a:ext uri="{FF2B5EF4-FFF2-40B4-BE49-F238E27FC236}">
                    <a16:creationId xmlns:a16="http://schemas.microsoft.com/office/drawing/2014/main" id="{AE9BF5D9-7322-DE46-8834-58AD4953248D}"/>
                  </a:ext>
                </a:extLst>
              </p:cNvPr>
              <p:cNvSpPr/>
              <p:nvPr/>
            </p:nvSpPr>
            <p:spPr>
              <a:xfrm>
                <a:off x="16648764" y="7683004"/>
                <a:ext cx="137037" cy="23803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1" h="192">
                    <a:moveTo>
                      <a:pt x="5" y="192"/>
                    </a:moveTo>
                    <a:cubicBezTo>
                      <a:pt x="4" y="192"/>
                      <a:pt x="3" y="192"/>
                      <a:pt x="3" y="191"/>
                    </a:cubicBezTo>
                    <a:cubicBezTo>
                      <a:pt x="0" y="190"/>
                      <a:pt x="-1" y="186"/>
                      <a:pt x="0" y="184"/>
                    </a:cubicBezTo>
                    <a:lnTo>
                      <a:pt x="99" y="3"/>
                    </a:lnTo>
                    <a:cubicBezTo>
                      <a:pt x="101" y="0"/>
                      <a:pt x="104" y="-1"/>
                      <a:pt x="107" y="1"/>
                    </a:cubicBezTo>
                    <a:cubicBezTo>
                      <a:pt x="110" y="2"/>
                      <a:pt x="111" y="5"/>
                      <a:pt x="110" y="8"/>
                    </a:cubicBezTo>
                    <a:lnTo>
                      <a:pt x="11" y="189"/>
                    </a:lnTo>
                    <a:cubicBezTo>
                      <a:pt x="9" y="191"/>
                      <a:pt x="8" y="192"/>
                      <a:pt x="5" y="192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17" name="Freeform 316">
                <a:extLst>
                  <a:ext uri="{FF2B5EF4-FFF2-40B4-BE49-F238E27FC236}">
                    <a16:creationId xmlns:a16="http://schemas.microsoft.com/office/drawing/2014/main" id="{02632388-AE8B-A346-818A-67D342DD8B44}"/>
                  </a:ext>
                </a:extLst>
              </p:cNvPr>
              <p:cNvSpPr/>
              <p:nvPr/>
            </p:nvSpPr>
            <p:spPr>
              <a:xfrm>
                <a:off x="15426642" y="6995085"/>
                <a:ext cx="559360" cy="34520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50" h="278">
                    <a:moveTo>
                      <a:pt x="450" y="167"/>
                    </a:moveTo>
                    <a:lnTo>
                      <a:pt x="397" y="128"/>
                    </a:lnTo>
                    <a:cubicBezTo>
                      <a:pt x="397" y="128"/>
                      <a:pt x="380" y="58"/>
                      <a:pt x="312" y="39"/>
                    </a:cubicBezTo>
                    <a:cubicBezTo>
                      <a:pt x="235" y="17"/>
                      <a:pt x="189" y="-15"/>
                      <a:pt x="177" y="9"/>
                    </a:cubicBezTo>
                    <a:cubicBezTo>
                      <a:pt x="165" y="33"/>
                      <a:pt x="231" y="85"/>
                      <a:pt x="231" y="85"/>
                    </a:cubicBezTo>
                    <a:lnTo>
                      <a:pt x="160" y="106"/>
                    </a:lnTo>
                    <a:cubicBezTo>
                      <a:pt x="160" y="106"/>
                      <a:pt x="25" y="60"/>
                      <a:pt x="8" y="76"/>
                    </a:cubicBezTo>
                    <a:cubicBezTo>
                      <a:pt x="-20" y="101"/>
                      <a:pt x="27" y="131"/>
                      <a:pt x="92" y="167"/>
                    </a:cubicBezTo>
                    <a:lnTo>
                      <a:pt x="157" y="203"/>
                    </a:lnTo>
                    <a:lnTo>
                      <a:pt x="276" y="205"/>
                    </a:lnTo>
                    <a:lnTo>
                      <a:pt x="346" y="278"/>
                    </a:ln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6" name="Freeform 425">
                <a:extLst>
                  <a:ext uri="{FF2B5EF4-FFF2-40B4-BE49-F238E27FC236}">
                    <a16:creationId xmlns:a16="http://schemas.microsoft.com/office/drawing/2014/main" id="{F35AD8F9-CF35-8F48-9C79-C8D697B14C6C}"/>
                  </a:ext>
                </a:extLst>
              </p:cNvPr>
              <p:cNvSpPr/>
              <p:nvPr/>
            </p:nvSpPr>
            <p:spPr>
              <a:xfrm>
                <a:off x="15418935" y="6987280"/>
                <a:ext cx="574543" cy="359242"/>
              </a:xfrm>
              <a:custGeom>
                <a:avLst/>
                <a:gdLst>
                  <a:gd name="connsiteX0" fmla="*/ 257086 w 574543"/>
                  <a:gd name="connsiteY0" fmla="*/ 16525 h 359242"/>
                  <a:gd name="connsiteX1" fmla="*/ 233936 w 574543"/>
                  <a:gd name="connsiteY1" fmla="*/ 21491 h 359242"/>
                  <a:gd name="connsiteX2" fmla="*/ 299812 w 574543"/>
                  <a:gd name="connsiteY2" fmla="*/ 107154 h 359242"/>
                  <a:gd name="connsiteX3" fmla="*/ 302298 w 574543"/>
                  <a:gd name="connsiteY3" fmla="*/ 114602 h 359242"/>
                  <a:gd name="connsiteX4" fmla="*/ 297326 w 574543"/>
                  <a:gd name="connsiteY4" fmla="*/ 119568 h 359242"/>
                  <a:gd name="connsiteX5" fmla="*/ 207835 w 574543"/>
                  <a:gd name="connsiteY5" fmla="*/ 145640 h 359242"/>
                  <a:gd name="connsiteX6" fmla="*/ 204106 w 574543"/>
                  <a:gd name="connsiteY6" fmla="*/ 145640 h 359242"/>
                  <a:gd name="connsiteX7" fmla="*/ 21394 w 574543"/>
                  <a:gd name="connsiteY7" fmla="*/ 108395 h 359242"/>
                  <a:gd name="connsiteX8" fmla="*/ 13936 w 574543"/>
                  <a:gd name="connsiteY8" fmla="*/ 124534 h 359242"/>
                  <a:gd name="connsiteX9" fmla="*/ 125801 w 574543"/>
                  <a:gd name="connsiteY9" fmla="*/ 208956 h 359242"/>
                  <a:gd name="connsiteX10" fmla="*/ 205349 w 574543"/>
                  <a:gd name="connsiteY10" fmla="*/ 252408 h 359242"/>
                  <a:gd name="connsiteX11" fmla="*/ 350773 w 574543"/>
                  <a:gd name="connsiteY11" fmla="*/ 254891 h 359242"/>
                  <a:gd name="connsiteX12" fmla="*/ 355745 w 574543"/>
                  <a:gd name="connsiteY12" fmla="*/ 257374 h 359242"/>
                  <a:gd name="connsiteX13" fmla="*/ 437779 w 574543"/>
                  <a:gd name="connsiteY13" fmla="*/ 341795 h 359242"/>
                  <a:gd name="connsiteX14" fmla="*/ 557101 w 574543"/>
                  <a:gd name="connsiteY14" fmla="*/ 216405 h 359242"/>
                  <a:gd name="connsiteX15" fmla="*/ 496197 w 574543"/>
                  <a:gd name="connsiteY15" fmla="*/ 171711 h 359242"/>
                  <a:gd name="connsiteX16" fmla="*/ 493711 w 574543"/>
                  <a:gd name="connsiteY16" fmla="*/ 167987 h 359242"/>
                  <a:gd name="connsiteX17" fmla="*/ 394276 w 574543"/>
                  <a:gd name="connsiteY17" fmla="*/ 62460 h 359242"/>
                  <a:gd name="connsiteX18" fmla="*/ 307270 w 574543"/>
                  <a:gd name="connsiteY18" fmla="*/ 33906 h 359242"/>
                  <a:gd name="connsiteX19" fmla="*/ 257086 w 574543"/>
                  <a:gd name="connsiteY19" fmla="*/ 16525 h 359242"/>
                  <a:gd name="connsiteX20" fmla="*/ 254291 w 574543"/>
                  <a:gd name="connsiteY20" fmla="*/ 639 h 359242"/>
                  <a:gd name="connsiteX21" fmla="*/ 312250 w 574543"/>
                  <a:gd name="connsiteY21" fmla="*/ 18957 h 359242"/>
                  <a:gd name="connsiteX22" fmla="*/ 398023 w 574543"/>
                  <a:gd name="connsiteY22" fmla="*/ 47521 h 359242"/>
                  <a:gd name="connsiteX23" fmla="*/ 507416 w 574543"/>
                  <a:gd name="connsiteY23" fmla="*/ 160536 h 359242"/>
                  <a:gd name="connsiteX24" fmla="*/ 572057 w 574543"/>
                  <a:gd name="connsiteY24" fmla="*/ 208970 h 359242"/>
                  <a:gd name="connsiteX25" fmla="*/ 574543 w 574543"/>
                  <a:gd name="connsiteY25" fmla="*/ 213938 h 359242"/>
                  <a:gd name="connsiteX26" fmla="*/ 573300 w 574543"/>
                  <a:gd name="connsiteY26" fmla="*/ 218906 h 359242"/>
                  <a:gd name="connsiteX27" fmla="*/ 444018 w 574543"/>
                  <a:gd name="connsiteY27" fmla="*/ 356758 h 359242"/>
                  <a:gd name="connsiteX28" fmla="*/ 437803 w 574543"/>
                  <a:gd name="connsiteY28" fmla="*/ 359242 h 359242"/>
                  <a:gd name="connsiteX29" fmla="*/ 432830 w 574543"/>
                  <a:gd name="connsiteY29" fmla="*/ 356758 h 359242"/>
                  <a:gd name="connsiteX30" fmla="*/ 348300 w 574543"/>
                  <a:gd name="connsiteY30" fmla="*/ 268582 h 359242"/>
                  <a:gd name="connsiteX31" fmla="*/ 202858 w 574543"/>
                  <a:gd name="connsiteY31" fmla="*/ 266098 h 359242"/>
                  <a:gd name="connsiteX32" fmla="*/ 199128 w 574543"/>
                  <a:gd name="connsiteY32" fmla="*/ 264857 h 359242"/>
                  <a:gd name="connsiteX33" fmla="*/ 118327 w 574543"/>
                  <a:gd name="connsiteY33" fmla="*/ 220148 h 359242"/>
                  <a:gd name="connsiteX34" fmla="*/ 233 w 574543"/>
                  <a:gd name="connsiteY34" fmla="*/ 124520 h 359242"/>
                  <a:gd name="connsiteX35" fmla="*/ 11421 w 574543"/>
                  <a:gd name="connsiteY35" fmla="*/ 95956 h 359242"/>
                  <a:gd name="connsiteX36" fmla="*/ 206587 w 574543"/>
                  <a:gd name="connsiteY36" fmla="*/ 130730 h 359242"/>
                  <a:gd name="connsiteX37" fmla="*/ 279929 w 574543"/>
                  <a:gd name="connsiteY37" fmla="*/ 109617 h 359242"/>
                  <a:gd name="connsiteX38" fmla="*/ 221504 w 574543"/>
                  <a:gd name="connsiteY38" fmla="*/ 13989 h 359242"/>
                  <a:gd name="connsiteX39" fmla="*/ 254291 w 574543"/>
                  <a:gd name="connsiteY39" fmla="*/ 639 h 359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574543" h="359242">
                    <a:moveTo>
                      <a:pt x="257086" y="16525"/>
                    </a:moveTo>
                    <a:cubicBezTo>
                      <a:pt x="245123" y="14042"/>
                      <a:pt x="237665" y="15283"/>
                      <a:pt x="233936" y="21491"/>
                    </a:cubicBezTo>
                    <a:cubicBezTo>
                      <a:pt x="225236" y="38872"/>
                      <a:pt x="267496" y="82324"/>
                      <a:pt x="299812" y="107154"/>
                    </a:cubicBezTo>
                    <a:cubicBezTo>
                      <a:pt x="301055" y="109637"/>
                      <a:pt x="303541" y="112120"/>
                      <a:pt x="302298" y="114602"/>
                    </a:cubicBezTo>
                    <a:cubicBezTo>
                      <a:pt x="301055" y="117085"/>
                      <a:pt x="299812" y="119568"/>
                      <a:pt x="297326" y="119568"/>
                    </a:cubicBezTo>
                    <a:lnTo>
                      <a:pt x="207835" y="145640"/>
                    </a:lnTo>
                    <a:cubicBezTo>
                      <a:pt x="206592" y="145640"/>
                      <a:pt x="205349" y="145640"/>
                      <a:pt x="204106" y="145640"/>
                    </a:cubicBezTo>
                    <a:cubicBezTo>
                      <a:pt x="125801" y="119568"/>
                      <a:pt x="33823" y="97222"/>
                      <a:pt x="21394" y="108395"/>
                    </a:cubicBezTo>
                    <a:cubicBezTo>
                      <a:pt x="13936" y="114602"/>
                      <a:pt x="13936" y="119568"/>
                      <a:pt x="13936" y="124534"/>
                    </a:cubicBezTo>
                    <a:cubicBezTo>
                      <a:pt x="17665" y="146881"/>
                      <a:pt x="69868" y="177918"/>
                      <a:pt x="125801" y="208956"/>
                    </a:cubicBezTo>
                    <a:lnTo>
                      <a:pt x="205349" y="252408"/>
                    </a:lnTo>
                    <a:lnTo>
                      <a:pt x="350773" y="254891"/>
                    </a:lnTo>
                    <a:cubicBezTo>
                      <a:pt x="352016" y="256132"/>
                      <a:pt x="354502" y="256132"/>
                      <a:pt x="355745" y="257374"/>
                    </a:cubicBezTo>
                    <a:lnTo>
                      <a:pt x="437779" y="341795"/>
                    </a:lnTo>
                    <a:lnTo>
                      <a:pt x="557101" y="216405"/>
                    </a:lnTo>
                    <a:lnTo>
                      <a:pt x="496197" y="171711"/>
                    </a:lnTo>
                    <a:cubicBezTo>
                      <a:pt x="494954" y="170470"/>
                      <a:pt x="494954" y="169228"/>
                      <a:pt x="493711" y="167987"/>
                    </a:cubicBezTo>
                    <a:cubicBezTo>
                      <a:pt x="493711" y="166745"/>
                      <a:pt x="472581" y="84807"/>
                      <a:pt x="394276" y="62460"/>
                    </a:cubicBezTo>
                    <a:cubicBezTo>
                      <a:pt x="359473" y="53769"/>
                      <a:pt x="330886" y="42596"/>
                      <a:pt x="307270" y="33906"/>
                    </a:cubicBezTo>
                    <a:cubicBezTo>
                      <a:pt x="285519" y="25215"/>
                      <a:pt x="269050" y="19008"/>
                      <a:pt x="257086" y="16525"/>
                    </a:cubicBezTo>
                    <a:close/>
                    <a:moveTo>
                      <a:pt x="254291" y="639"/>
                    </a:moveTo>
                    <a:cubicBezTo>
                      <a:pt x="269674" y="2812"/>
                      <a:pt x="289253" y="10264"/>
                      <a:pt x="312250" y="18957"/>
                    </a:cubicBezTo>
                    <a:cubicBezTo>
                      <a:pt x="335869" y="27650"/>
                      <a:pt x="364460" y="38828"/>
                      <a:pt x="398023" y="47521"/>
                    </a:cubicBezTo>
                    <a:cubicBezTo>
                      <a:pt x="477582" y="69876"/>
                      <a:pt x="502443" y="145633"/>
                      <a:pt x="507416" y="160536"/>
                    </a:cubicBezTo>
                    <a:lnTo>
                      <a:pt x="572057" y="208970"/>
                    </a:lnTo>
                    <a:cubicBezTo>
                      <a:pt x="573300" y="210212"/>
                      <a:pt x="574543" y="211454"/>
                      <a:pt x="574543" y="213938"/>
                    </a:cubicBezTo>
                    <a:cubicBezTo>
                      <a:pt x="574543" y="215180"/>
                      <a:pt x="573300" y="217664"/>
                      <a:pt x="573300" y="218906"/>
                    </a:cubicBezTo>
                    <a:lnTo>
                      <a:pt x="444018" y="356758"/>
                    </a:lnTo>
                    <a:cubicBezTo>
                      <a:pt x="442775" y="358000"/>
                      <a:pt x="440289" y="359242"/>
                      <a:pt x="437803" y="359242"/>
                    </a:cubicBezTo>
                    <a:cubicBezTo>
                      <a:pt x="436559" y="359242"/>
                      <a:pt x="434073" y="358000"/>
                      <a:pt x="432830" y="356758"/>
                    </a:cubicBezTo>
                    <a:lnTo>
                      <a:pt x="348300" y="268582"/>
                    </a:lnTo>
                    <a:lnTo>
                      <a:pt x="202858" y="266098"/>
                    </a:lnTo>
                    <a:cubicBezTo>
                      <a:pt x="201614" y="266098"/>
                      <a:pt x="200371" y="266098"/>
                      <a:pt x="199128" y="264857"/>
                    </a:cubicBezTo>
                    <a:lnTo>
                      <a:pt x="118327" y="220148"/>
                    </a:lnTo>
                    <a:cubicBezTo>
                      <a:pt x="56172" y="185374"/>
                      <a:pt x="3962" y="154326"/>
                      <a:pt x="233" y="124520"/>
                    </a:cubicBezTo>
                    <a:cubicBezTo>
                      <a:pt x="-1010" y="114585"/>
                      <a:pt x="2719" y="104649"/>
                      <a:pt x="11421" y="95956"/>
                    </a:cubicBezTo>
                    <a:cubicBezTo>
                      <a:pt x="35040" y="74843"/>
                      <a:pt x="164322" y="115827"/>
                      <a:pt x="206587" y="130730"/>
                    </a:cubicBezTo>
                    <a:lnTo>
                      <a:pt x="279929" y="109617"/>
                    </a:lnTo>
                    <a:cubicBezTo>
                      <a:pt x="256311" y="88504"/>
                      <a:pt x="207830" y="42553"/>
                      <a:pt x="221504" y="13989"/>
                    </a:cubicBezTo>
                    <a:cubicBezTo>
                      <a:pt x="227720" y="1570"/>
                      <a:pt x="238907" y="-1535"/>
                      <a:pt x="254291" y="63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C0780A2-D81C-5F42-AFEE-060AF0B22615}"/>
                </a:ext>
              </a:extLst>
            </p:cNvPr>
            <p:cNvGrpSpPr/>
            <p:nvPr/>
          </p:nvGrpSpPr>
          <p:grpSpPr>
            <a:xfrm>
              <a:off x="20099061" y="6332088"/>
              <a:ext cx="1502604" cy="4638469"/>
              <a:chOff x="20099061" y="6332088"/>
              <a:chExt cx="1502604" cy="4638469"/>
            </a:xfrm>
          </p:grpSpPr>
          <p:sp>
            <p:nvSpPr>
              <p:cNvPr id="320" name="Freeform 319">
                <a:extLst>
                  <a:ext uri="{FF2B5EF4-FFF2-40B4-BE49-F238E27FC236}">
                    <a16:creationId xmlns:a16="http://schemas.microsoft.com/office/drawing/2014/main" id="{017A4E07-F13B-CD47-A2E8-132B6B2982E6}"/>
                  </a:ext>
                </a:extLst>
              </p:cNvPr>
              <p:cNvSpPr/>
              <p:nvPr/>
            </p:nvSpPr>
            <p:spPr>
              <a:xfrm>
                <a:off x="20107082" y="10804808"/>
                <a:ext cx="529461" cy="15827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6" h="128">
                    <a:moveTo>
                      <a:pt x="112" y="0"/>
                    </a:moveTo>
                    <a:cubicBezTo>
                      <a:pt x="101" y="3"/>
                      <a:pt x="88" y="7"/>
                      <a:pt x="74" y="11"/>
                    </a:cubicBezTo>
                    <a:cubicBezTo>
                      <a:pt x="-11" y="36"/>
                      <a:pt x="1" y="128"/>
                      <a:pt x="1" y="128"/>
                    </a:cubicBezTo>
                    <a:lnTo>
                      <a:pt x="416" y="128"/>
                    </a:lnTo>
                    <a:cubicBezTo>
                      <a:pt x="416" y="128"/>
                      <a:pt x="419" y="106"/>
                      <a:pt x="426" y="64"/>
                    </a:cubicBezTo>
                    <a:lnTo>
                      <a:pt x="146" y="64"/>
                    </a:lnTo>
                    <a:cubicBezTo>
                      <a:pt x="142" y="28"/>
                      <a:pt x="126" y="9"/>
                      <a:pt x="11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7" name="Freeform 426">
                <a:extLst>
                  <a:ext uri="{FF2B5EF4-FFF2-40B4-BE49-F238E27FC236}">
                    <a16:creationId xmlns:a16="http://schemas.microsoft.com/office/drawing/2014/main" id="{D861B0E7-4954-5747-BF58-537023638025}"/>
                  </a:ext>
                </a:extLst>
              </p:cNvPr>
              <p:cNvSpPr/>
              <p:nvPr/>
            </p:nvSpPr>
            <p:spPr>
              <a:xfrm>
                <a:off x="20099061" y="10796085"/>
                <a:ext cx="544957" cy="174472"/>
              </a:xfrm>
              <a:custGeom>
                <a:avLst/>
                <a:gdLst>
                  <a:gd name="connsiteX0" fmla="*/ 144741 w 544957"/>
                  <a:gd name="connsiteY0" fmla="*/ 16201 h 174472"/>
                  <a:gd name="connsiteX1" fmla="*/ 103729 w 544957"/>
                  <a:gd name="connsiteY1" fmla="*/ 28557 h 174472"/>
                  <a:gd name="connsiteX2" fmla="*/ 101245 w 544957"/>
                  <a:gd name="connsiteY2" fmla="*/ 29792 h 174472"/>
                  <a:gd name="connsiteX3" fmla="*/ 14251 w 544957"/>
                  <a:gd name="connsiteY3" fmla="*/ 160764 h 174472"/>
                  <a:gd name="connsiteX4" fmla="*/ 517573 w 544957"/>
                  <a:gd name="connsiteY4" fmla="*/ 160764 h 174472"/>
                  <a:gd name="connsiteX5" fmla="*/ 527515 w 544957"/>
                  <a:gd name="connsiteY5" fmla="*/ 95278 h 174472"/>
                  <a:gd name="connsiteX6" fmla="*/ 182025 w 544957"/>
                  <a:gd name="connsiteY6" fmla="*/ 95278 h 174472"/>
                  <a:gd name="connsiteX7" fmla="*/ 182025 w 544957"/>
                  <a:gd name="connsiteY7" fmla="*/ 89100 h 174472"/>
                  <a:gd name="connsiteX8" fmla="*/ 144741 w 544957"/>
                  <a:gd name="connsiteY8" fmla="*/ 16201 h 174472"/>
                  <a:gd name="connsiteX9" fmla="*/ 148457 w 544957"/>
                  <a:gd name="connsiteY9" fmla="*/ 0 h 174472"/>
                  <a:gd name="connsiteX10" fmla="*/ 150943 w 544957"/>
                  <a:gd name="connsiteY10" fmla="*/ 2475 h 174472"/>
                  <a:gd name="connsiteX11" fmla="*/ 194445 w 544957"/>
                  <a:gd name="connsiteY11" fmla="*/ 80430 h 174472"/>
                  <a:gd name="connsiteX12" fmla="*/ 544957 w 544957"/>
                  <a:gd name="connsiteY12" fmla="*/ 80430 h 174472"/>
                  <a:gd name="connsiteX13" fmla="*/ 543715 w 544957"/>
                  <a:gd name="connsiteY13" fmla="*/ 89092 h 174472"/>
                  <a:gd name="connsiteX14" fmla="*/ 531285 w 544957"/>
                  <a:gd name="connsiteY14" fmla="*/ 168285 h 174472"/>
                  <a:gd name="connsiteX15" fmla="*/ 530041 w 544957"/>
                  <a:gd name="connsiteY15" fmla="*/ 174472 h 174472"/>
                  <a:gd name="connsiteX16" fmla="*/ 1789 w 544957"/>
                  <a:gd name="connsiteY16" fmla="*/ 174472 h 174472"/>
                  <a:gd name="connsiteX17" fmla="*/ 547 w 544957"/>
                  <a:gd name="connsiteY17" fmla="*/ 168285 h 174472"/>
                  <a:gd name="connsiteX18" fmla="*/ 96253 w 544957"/>
                  <a:gd name="connsiteY18" fmla="*/ 16086 h 174472"/>
                  <a:gd name="connsiteX19" fmla="*/ 98739 w 544957"/>
                  <a:gd name="connsiteY19" fmla="*/ 14849 h 174472"/>
                  <a:gd name="connsiteX20" fmla="*/ 144727 w 544957"/>
                  <a:gd name="connsiteY20" fmla="*/ 1237 h 1744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544957" h="174472">
                    <a:moveTo>
                      <a:pt x="144741" y="16201"/>
                    </a:moveTo>
                    <a:cubicBezTo>
                      <a:pt x="132313" y="19908"/>
                      <a:pt x="118643" y="24850"/>
                      <a:pt x="103729" y="28557"/>
                    </a:cubicBezTo>
                    <a:lnTo>
                      <a:pt x="101245" y="29792"/>
                    </a:lnTo>
                    <a:cubicBezTo>
                      <a:pt x="16735" y="54504"/>
                      <a:pt x="13007" y="137288"/>
                      <a:pt x="14251" y="160764"/>
                    </a:cubicBezTo>
                    <a:lnTo>
                      <a:pt x="517573" y="160764"/>
                    </a:lnTo>
                    <a:cubicBezTo>
                      <a:pt x="520059" y="150879"/>
                      <a:pt x="522545" y="127403"/>
                      <a:pt x="527515" y="95278"/>
                    </a:cubicBezTo>
                    <a:lnTo>
                      <a:pt x="182025" y="95278"/>
                    </a:lnTo>
                    <a:lnTo>
                      <a:pt x="182025" y="89100"/>
                    </a:lnTo>
                    <a:cubicBezTo>
                      <a:pt x="177053" y="48326"/>
                      <a:pt x="159655" y="27321"/>
                      <a:pt x="144741" y="16201"/>
                    </a:cubicBezTo>
                    <a:close/>
                    <a:moveTo>
                      <a:pt x="148457" y="0"/>
                    </a:moveTo>
                    <a:lnTo>
                      <a:pt x="150943" y="2475"/>
                    </a:lnTo>
                    <a:cubicBezTo>
                      <a:pt x="168343" y="14849"/>
                      <a:pt x="188231" y="37122"/>
                      <a:pt x="194445" y="80430"/>
                    </a:cubicBezTo>
                    <a:lnTo>
                      <a:pt x="544957" y="80430"/>
                    </a:lnTo>
                    <a:lnTo>
                      <a:pt x="543715" y="89092"/>
                    </a:lnTo>
                    <a:cubicBezTo>
                      <a:pt x="536257" y="141062"/>
                      <a:pt x="531285" y="168285"/>
                      <a:pt x="531285" y="168285"/>
                    </a:cubicBezTo>
                    <a:lnTo>
                      <a:pt x="530041" y="174472"/>
                    </a:lnTo>
                    <a:lnTo>
                      <a:pt x="1789" y="174472"/>
                    </a:lnTo>
                    <a:lnTo>
                      <a:pt x="547" y="168285"/>
                    </a:lnTo>
                    <a:cubicBezTo>
                      <a:pt x="547" y="167048"/>
                      <a:pt x="-13127" y="48258"/>
                      <a:pt x="96253" y="16086"/>
                    </a:cubicBezTo>
                    <a:lnTo>
                      <a:pt x="98739" y="14849"/>
                    </a:lnTo>
                    <a:cubicBezTo>
                      <a:pt x="114897" y="11137"/>
                      <a:pt x="129813" y="6187"/>
                      <a:pt x="144727" y="12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3" name="Freeform 322">
                <a:extLst>
                  <a:ext uri="{FF2B5EF4-FFF2-40B4-BE49-F238E27FC236}">
                    <a16:creationId xmlns:a16="http://schemas.microsoft.com/office/drawing/2014/main" id="{3B2DA866-E277-A741-9C54-FF3F8D73F9D8}"/>
                  </a:ext>
                </a:extLst>
              </p:cNvPr>
              <p:cNvSpPr/>
              <p:nvPr/>
            </p:nvSpPr>
            <p:spPr>
              <a:xfrm>
                <a:off x="20245365" y="10696386"/>
                <a:ext cx="409865" cy="186934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30" h="151">
                    <a:moveTo>
                      <a:pt x="76" y="0"/>
                    </a:moveTo>
                    <a:cubicBezTo>
                      <a:pt x="75" y="3"/>
                      <a:pt x="75" y="6"/>
                      <a:pt x="75" y="8"/>
                    </a:cubicBezTo>
                    <a:cubicBezTo>
                      <a:pt x="72" y="55"/>
                      <a:pt x="47" y="71"/>
                      <a:pt x="0" y="87"/>
                    </a:cubicBezTo>
                    <a:cubicBezTo>
                      <a:pt x="14" y="96"/>
                      <a:pt x="30" y="115"/>
                      <a:pt x="34" y="151"/>
                    </a:cubicBezTo>
                    <a:lnTo>
                      <a:pt x="314" y="151"/>
                    </a:lnTo>
                    <a:cubicBezTo>
                      <a:pt x="318" y="123"/>
                      <a:pt x="323" y="87"/>
                      <a:pt x="330" y="43"/>
                    </a:cubicBezTo>
                    <a:cubicBezTo>
                      <a:pt x="173" y="63"/>
                      <a:pt x="101" y="22"/>
                      <a:pt x="76" y="0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8" name="Freeform 427">
                <a:extLst>
                  <a:ext uri="{FF2B5EF4-FFF2-40B4-BE49-F238E27FC236}">
                    <a16:creationId xmlns:a16="http://schemas.microsoft.com/office/drawing/2014/main" id="{C45B7E5A-A76C-9C45-A5C4-E72D29FC547A}"/>
                  </a:ext>
                </a:extLst>
              </p:cNvPr>
              <p:cNvSpPr/>
              <p:nvPr/>
            </p:nvSpPr>
            <p:spPr>
              <a:xfrm>
                <a:off x="20230412" y="10681432"/>
                <a:ext cx="432290" cy="209367"/>
              </a:xfrm>
              <a:custGeom>
                <a:avLst/>
                <a:gdLst>
                  <a:gd name="connsiteX0" fmla="*/ 115586 w 432290"/>
                  <a:gd name="connsiteY0" fmla="*/ 28663 h 209367"/>
                  <a:gd name="connsiteX1" fmla="*/ 29902 w 432290"/>
                  <a:gd name="connsiteY1" fmla="*/ 125144 h 209367"/>
                  <a:gd name="connsiteX2" fmla="*/ 63430 w 432290"/>
                  <a:gd name="connsiteY2" fmla="*/ 194412 h 209367"/>
                  <a:gd name="connsiteX3" fmla="*/ 398712 w 432290"/>
                  <a:gd name="connsiteY3" fmla="*/ 194412 h 209367"/>
                  <a:gd name="connsiteX4" fmla="*/ 416096 w 432290"/>
                  <a:gd name="connsiteY4" fmla="*/ 76903 h 209367"/>
                  <a:gd name="connsiteX5" fmla="*/ 115586 w 432290"/>
                  <a:gd name="connsiteY5" fmla="*/ 28663 h 209367"/>
                  <a:gd name="connsiteX6" fmla="*/ 103104 w 432290"/>
                  <a:gd name="connsiteY6" fmla="*/ 0 h 209367"/>
                  <a:gd name="connsiteX7" fmla="*/ 113042 w 432290"/>
                  <a:gd name="connsiteY7" fmla="*/ 9911 h 209367"/>
                  <a:gd name="connsiteX8" fmla="*/ 423594 w 432290"/>
                  <a:gd name="connsiteY8" fmla="*/ 61943 h 209367"/>
                  <a:gd name="connsiteX9" fmla="*/ 432290 w 432290"/>
                  <a:gd name="connsiteY9" fmla="*/ 60704 h 209367"/>
                  <a:gd name="connsiteX10" fmla="*/ 432290 w 432290"/>
                  <a:gd name="connsiteY10" fmla="*/ 69376 h 209367"/>
                  <a:gd name="connsiteX11" fmla="*/ 412414 w 432290"/>
                  <a:gd name="connsiteY11" fmla="*/ 203173 h 209367"/>
                  <a:gd name="connsiteX12" fmla="*/ 411172 w 432290"/>
                  <a:gd name="connsiteY12" fmla="*/ 209367 h 209367"/>
                  <a:gd name="connsiteX13" fmla="*/ 50930 w 432290"/>
                  <a:gd name="connsiteY13" fmla="*/ 209367 h 209367"/>
                  <a:gd name="connsiteX14" fmla="*/ 50930 w 432290"/>
                  <a:gd name="connsiteY14" fmla="*/ 203173 h 209367"/>
                  <a:gd name="connsiteX15" fmla="*/ 11180 w 432290"/>
                  <a:gd name="connsiteY15" fmla="*/ 127602 h 209367"/>
                  <a:gd name="connsiteX16" fmla="*/ 0 w 432290"/>
                  <a:gd name="connsiteY16" fmla="*/ 120169 h 209367"/>
                  <a:gd name="connsiteX17" fmla="*/ 13664 w 432290"/>
                  <a:gd name="connsiteY17" fmla="*/ 115214 h 209367"/>
                  <a:gd name="connsiteX18" fmla="*/ 100620 w 432290"/>
                  <a:gd name="connsiteY18" fmla="*/ 24777 h 2093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32290" h="209367">
                    <a:moveTo>
                      <a:pt x="115586" y="28663"/>
                    </a:moveTo>
                    <a:cubicBezTo>
                      <a:pt x="110618" y="83088"/>
                      <a:pt x="82056" y="106590"/>
                      <a:pt x="29902" y="125144"/>
                    </a:cubicBezTo>
                    <a:cubicBezTo>
                      <a:pt x="44804" y="138750"/>
                      <a:pt x="58464" y="159778"/>
                      <a:pt x="63430" y="194412"/>
                    </a:cubicBezTo>
                    <a:lnTo>
                      <a:pt x="398712" y="194412"/>
                    </a:lnTo>
                    <a:cubicBezTo>
                      <a:pt x="404920" y="157304"/>
                      <a:pt x="411130" y="117722"/>
                      <a:pt x="416096" y="76903"/>
                    </a:cubicBezTo>
                    <a:cubicBezTo>
                      <a:pt x="244730" y="95457"/>
                      <a:pt x="156564" y="58349"/>
                      <a:pt x="115586" y="28663"/>
                    </a:cubicBezTo>
                    <a:close/>
                    <a:moveTo>
                      <a:pt x="103104" y="0"/>
                    </a:moveTo>
                    <a:lnTo>
                      <a:pt x="113042" y="9911"/>
                    </a:lnTo>
                    <a:cubicBezTo>
                      <a:pt x="141612" y="33449"/>
                      <a:pt x="228568" y="85481"/>
                      <a:pt x="423594" y="61943"/>
                    </a:cubicBezTo>
                    <a:lnTo>
                      <a:pt x="432290" y="60704"/>
                    </a:lnTo>
                    <a:lnTo>
                      <a:pt x="432290" y="69376"/>
                    </a:lnTo>
                    <a:cubicBezTo>
                      <a:pt x="424836" y="116453"/>
                      <a:pt x="418626" y="161052"/>
                      <a:pt x="412414" y="203173"/>
                    </a:cubicBezTo>
                    <a:lnTo>
                      <a:pt x="411172" y="209367"/>
                    </a:lnTo>
                    <a:lnTo>
                      <a:pt x="50930" y="209367"/>
                    </a:lnTo>
                    <a:lnTo>
                      <a:pt x="50930" y="203173"/>
                    </a:lnTo>
                    <a:cubicBezTo>
                      <a:pt x="45962" y="159813"/>
                      <a:pt x="27328" y="138752"/>
                      <a:pt x="11180" y="127602"/>
                    </a:cubicBezTo>
                    <a:lnTo>
                      <a:pt x="0" y="120169"/>
                    </a:lnTo>
                    <a:lnTo>
                      <a:pt x="13664" y="115214"/>
                    </a:lnTo>
                    <a:cubicBezTo>
                      <a:pt x="69564" y="96631"/>
                      <a:pt x="96892" y="78048"/>
                      <a:pt x="100620" y="2477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6" name="Freeform 325">
                <a:extLst>
                  <a:ext uri="{FF2B5EF4-FFF2-40B4-BE49-F238E27FC236}">
                    <a16:creationId xmlns:a16="http://schemas.microsoft.com/office/drawing/2014/main" id="{9600FA72-7C64-8341-820D-B7FB443E80F5}"/>
                  </a:ext>
                </a:extLst>
              </p:cNvPr>
              <p:cNvSpPr/>
              <p:nvPr/>
            </p:nvSpPr>
            <p:spPr>
              <a:xfrm>
                <a:off x="20340045" y="8383385"/>
                <a:ext cx="1137408" cy="237282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914" h="1905">
                    <a:moveTo>
                      <a:pt x="888" y="1898"/>
                    </a:moveTo>
                    <a:lnTo>
                      <a:pt x="847" y="1087"/>
                    </a:lnTo>
                    <a:cubicBezTo>
                      <a:pt x="847" y="1087"/>
                      <a:pt x="993" y="453"/>
                      <a:pt x="854" y="19"/>
                    </a:cubicBezTo>
                    <a:lnTo>
                      <a:pt x="850" y="0"/>
                    </a:lnTo>
                    <a:cubicBezTo>
                      <a:pt x="668" y="113"/>
                      <a:pt x="326" y="53"/>
                      <a:pt x="236" y="34"/>
                    </a:cubicBezTo>
                    <a:cubicBezTo>
                      <a:pt x="179" y="230"/>
                      <a:pt x="78" y="628"/>
                      <a:pt x="50" y="1086"/>
                    </a:cubicBezTo>
                    <a:cubicBezTo>
                      <a:pt x="13" y="1685"/>
                      <a:pt x="2" y="1819"/>
                      <a:pt x="0" y="1856"/>
                    </a:cubicBezTo>
                    <a:cubicBezTo>
                      <a:pt x="25" y="1878"/>
                      <a:pt x="97" y="1919"/>
                      <a:pt x="254" y="1899"/>
                    </a:cubicBezTo>
                    <a:cubicBezTo>
                      <a:pt x="278" y="1731"/>
                      <a:pt x="315" y="1447"/>
                      <a:pt x="352" y="1096"/>
                    </a:cubicBezTo>
                    <a:lnTo>
                      <a:pt x="530" y="613"/>
                    </a:lnTo>
                    <a:cubicBezTo>
                      <a:pt x="530" y="613"/>
                      <a:pt x="505" y="1407"/>
                      <a:pt x="640" y="1871"/>
                    </a:cubicBezTo>
                    <a:cubicBezTo>
                      <a:pt x="677" y="1893"/>
                      <a:pt x="753" y="1917"/>
                      <a:pt x="888" y="189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29" name="Freeform 428">
                <a:extLst>
                  <a:ext uri="{FF2B5EF4-FFF2-40B4-BE49-F238E27FC236}">
                    <a16:creationId xmlns:a16="http://schemas.microsoft.com/office/drawing/2014/main" id="{C284FE2B-9DEF-7A40-9DF4-CC6DDBCA0C86}"/>
                  </a:ext>
                </a:extLst>
              </p:cNvPr>
              <p:cNvSpPr/>
              <p:nvPr/>
            </p:nvSpPr>
            <p:spPr>
              <a:xfrm>
                <a:off x="20332570" y="8372169"/>
                <a:ext cx="1151391" cy="2390324"/>
              </a:xfrm>
              <a:custGeom>
                <a:avLst/>
                <a:gdLst>
                  <a:gd name="connsiteX0" fmla="*/ 1060254 w 1151391"/>
                  <a:gd name="connsiteY0" fmla="*/ 22432 h 2390324"/>
                  <a:gd name="connsiteX1" fmla="*/ 307386 w 1151391"/>
                  <a:gd name="connsiteY1" fmla="*/ 62290 h 2390324"/>
                  <a:gd name="connsiteX2" fmla="*/ 75924 w 1151391"/>
                  <a:gd name="connsiteY2" fmla="*/ 1365156 h 2390324"/>
                  <a:gd name="connsiteX3" fmla="*/ 14948 w 1151391"/>
                  <a:gd name="connsiteY3" fmla="*/ 2313035 h 2390324"/>
                  <a:gd name="connsiteX4" fmla="*/ 13704 w 1151391"/>
                  <a:gd name="connsiteY4" fmla="*/ 2319263 h 2390324"/>
                  <a:gd name="connsiteX5" fmla="*/ 317340 w 1151391"/>
                  <a:gd name="connsiteY5" fmla="*/ 2370331 h 2390324"/>
                  <a:gd name="connsiteX6" fmla="*/ 438048 w 1151391"/>
                  <a:gd name="connsiteY6" fmla="*/ 1375121 h 2390324"/>
                  <a:gd name="connsiteX7" fmla="*/ 438048 w 1151391"/>
                  <a:gd name="connsiteY7" fmla="*/ 1373875 h 2390324"/>
                  <a:gd name="connsiteX8" fmla="*/ 675732 w 1151391"/>
                  <a:gd name="connsiteY8" fmla="*/ 731161 h 2390324"/>
                  <a:gd name="connsiteX9" fmla="*/ 673242 w 1151391"/>
                  <a:gd name="connsiteY9" fmla="*/ 774756 h 2390324"/>
                  <a:gd name="connsiteX10" fmla="*/ 808884 w 1151391"/>
                  <a:gd name="connsiteY10" fmla="*/ 2336701 h 2390324"/>
                  <a:gd name="connsiteX11" fmla="*/ 1103808 w 1151391"/>
                  <a:gd name="connsiteY11" fmla="*/ 2369085 h 2390324"/>
                  <a:gd name="connsiteX12" fmla="*/ 1055276 w 1151391"/>
                  <a:gd name="connsiteY12" fmla="*/ 1365156 h 2390324"/>
                  <a:gd name="connsiteX13" fmla="*/ 1055276 w 1151391"/>
                  <a:gd name="connsiteY13" fmla="*/ 1363911 h 2390324"/>
                  <a:gd name="connsiteX14" fmla="*/ 1063988 w 1151391"/>
                  <a:gd name="connsiteY14" fmla="*/ 37379 h 2390324"/>
                  <a:gd name="connsiteX15" fmla="*/ 1062744 w 1151391"/>
                  <a:gd name="connsiteY15" fmla="*/ 37379 h 2390324"/>
                  <a:gd name="connsiteX16" fmla="*/ 1070222 w 1151391"/>
                  <a:gd name="connsiteY16" fmla="*/ 0 h 2390324"/>
                  <a:gd name="connsiteX17" fmla="*/ 1076446 w 1151391"/>
                  <a:gd name="connsiteY17" fmla="*/ 33631 h 2390324"/>
                  <a:gd name="connsiteX18" fmla="*/ 1068978 w 1151391"/>
                  <a:gd name="connsiteY18" fmla="*/ 1366401 h 2390324"/>
                  <a:gd name="connsiteX19" fmla="*/ 1120000 w 1151391"/>
                  <a:gd name="connsiteY19" fmla="*/ 2380303 h 2390324"/>
                  <a:gd name="connsiteX20" fmla="*/ 1112534 w 1151391"/>
                  <a:gd name="connsiteY20" fmla="*/ 2382795 h 2390324"/>
                  <a:gd name="connsiteX21" fmla="*/ 998046 w 1151391"/>
                  <a:gd name="connsiteY21" fmla="*/ 2390268 h 2390324"/>
                  <a:gd name="connsiteX22" fmla="*/ 800178 w 1151391"/>
                  <a:gd name="connsiteY22" fmla="*/ 2346673 h 2390324"/>
                  <a:gd name="connsiteX23" fmla="*/ 797690 w 1151391"/>
                  <a:gd name="connsiteY23" fmla="*/ 2345427 h 2390324"/>
                  <a:gd name="connsiteX24" fmla="*/ 796446 w 1151391"/>
                  <a:gd name="connsiteY24" fmla="*/ 2342936 h 2390324"/>
                  <a:gd name="connsiteX25" fmla="*/ 658312 w 1151391"/>
                  <a:gd name="connsiteY25" fmla="*/ 817101 h 2390324"/>
                  <a:gd name="connsiteX26" fmla="*/ 451734 w 1151391"/>
                  <a:gd name="connsiteY26" fmla="*/ 1377611 h 2390324"/>
                  <a:gd name="connsiteX27" fmla="*/ 331022 w 1151391"/>
                  <a:gd name="connsiteY27" fmla="*/ 2377812 h 2390324"/>
                  <a:gd name="connsiteX28" fmla="*/ 329778 w 1151391"/>
                  <a:gd name="connsiteY28" fmla="*/ 2384040 h 2390324"/>
                  <a:gd name="connsiteX29" fmla="*/ 323556 w 1151391"/>
                  <a:gd name="connsiteY29" fmla="*/ 2384040 h 2390324"/>
                  <a:gd name="connsiteX30" fmla="*/ 2488 w 1151391"/>
                  <a:gd name="connsiteY30" fmla="*/ 2327989 h 2390324"/>
                  <a:gd name="connsiteX31" fmla="*/ 0 w 1151391"/>
                  <a:gd name="connsiteY31" fmla="*/ 2325498 h 2390324"/>
                  <a:gd name="connsiteX32" fmla="*/ 0 w 1151391"/>
                  <a:gd name="connsiteY32" fmla="*/ 2313042 h 2390324"/>
                  <a:gd name="connsiteX33" fmla="*/ 62222 w 1151391"/>
                  <a:gd name="connsiteY33" fmla="*/ 1363910 h 2390324"/>
                  <a:gd name="connsiteX34" fmla="*/ 294934 w 1151391"/>
                  <a:gd name="connsiteY34" fmla="*/ 52314 h 2390324"/>
                  <a:gd name="connsiteX35" fmla="*/ 297422 w 1151391"/>
                  <a:gd name="connsiteY35" fmla="*/ 44841 h 2390324"/>
                  <a:gd name="connsiteX36" fmla="*/ 303644 w 1151391"/>
                  <a:gd name="connsiteY36" fmla="*/ 46086 h 2390324"/>
                  <a:gd name="connsiteX37" fmla="*/ 640890 w 1151391"/>
                  <a:gd name="connsiteY37" fmla="*/ 87191 h 2390324"/>
                  <a:gd name="connsiteX38" fmla="*/ 1061512 w 1151391"/>
                  <a:gd name="connsiteY38" fmla="*/ 4983 h 2390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1151391" h="2390324">
                    <a:moveTo>
                      <a:pt x="1060254" y="22432"/>
                    </a:moveTo>
                    <a:cubicBezTo>
                      <a:pt x="836260" y="154462"/>
                      <a:pt x="435560" y="87202"/>
                      <a:pt x="307386" y="62290"/>
                    </a:cubicBezTo>
                    <a:cubicBezTo>
                      <a:pt x="233964" y="308913"/>
                      <a:pt x="110768" y="799668"/>
                      <a:pt x="75924" y="1365156"/>
                    </a:cubicBezTo>
                    <a:cubicBezTo>
                      <a:pt x="32370" y="2063921"/>
                      <a:pt x="18682" y="2252002"/>
                      <a:pt x="14948" y="2313035"/>
                    </a:cubicBezTo>
                    <a:lnTo>
                      <a:pt x="13704" y="2319263"/>
                    </a:lnTo>
                    <a:cubicBezTo>
                      <a:pt x="44814" y="2344174"/>
                      <a:pt x="130678" y="2391506"/>
                      <a:pt x="317340" y="2370331"/>
                    </a:cubicBezTo>
                    <a:cubicBezTo>
                      <a:pt x="348450" y="2153602"/>
                      <a:pt x="393250" y="1804843"/>
                      <a:pt x="438048" y="1375121"/>
                    </a:cubicBezTo>
                    <a:lnTo>
                      <a:pt x="438048" y="1373875"/>
                    </a:lnTo>
                    <a:lnTo>
                      <a:pt x="675732" y="731161"/>
                    </a:lnTo>
                    <a:lnTo>
                      <a:pt x="673242" y="774756"/>
                    </a:lnTo>
                    <a:cubicBezTo>
                      <a:pt x="673242" y="784721"/>
                      <a:pt x="644620" y="1766230"/>
                      <a:pt x="808884" y="2336701"/>
                    </a:cubicBezTo>
                    <a:cubicBezTo>
                      <a:pt x="858660" y="2362858"/>
                      <a:pt x="947014" y="2390260"/>
                      <a:pt x="1103808" y="2369085"/>
                    </a:cubicBezTo>
                    <a:lnTo>
                      <a:pt x="1055276" y="1365156"/>
                    </a:lnTo>
                    <a:lnTo>
                      <a:pt x="1055276" y="1363911"/>
                    </a:lnTo>
                    <a:cubicBezTo>
                      <a:pt x="1057766" y="1356437"/>
                      <a:pt x="1233228" y="570483"/>
                      <a:pt x="1063988" y="37379"/>
                    </a:cubicBezTo>
                    <a:lnTo>
                      <a:pt x="1062744" y="37379"/>
                    </a:lnTo>
                    <a:close/>
                    <a:moveTo>
                      <a:pt x="1070222" y="0"/>
                    </a:moveTo>
                    <a:lnTo>
                      <a:pt x="1076446" y="33631"/>
                    </a:lnTo>
                    <a:cubicBezTo>
                      <a:pt x="1245690" y="561757"/>
                      <a:pt x="1076446" y="1334016"/>
                      <a:pt x="1068978" y="1366401"/>
                    </a:cubicBezTo>
                    <a:lnTo>
                      <a:pt x="1120000" y="2380303"/>
                    </a:lnTo>
                    <a:lnTo>
                      <a:pt x="1112534" y="2382795"/>
                    </a:lnTo>
                    <a:cubicBezTo>
                      <a:pt x="1070222" y="2389023"/>
                      <a:pt x="1031646" y="2390268"/>
                      <a:pt x="998046" y="2390268"/>
                    </a:cubicBezTo>
                    <a:cubicBezTo>
                      <a:pt x="898490" y="2390268"/>
                      <a:pt x="837512" y="2369093"/>
                      <a:pt x="800178" y="2346673"/>
                    </a:cubicBezTo>
                    <a:lnTo>
                      <a:pt x="797690" y="2345427"/>
                    </a:lnTo>
                    <a:lnTo>
                      <a:pt x="796446" y="2342936"/>
                    </a:lnTo>
                    <a:cubicBezTo>
                      <a:pt x="650844" y="1839722"/>
                      <a:pt x="654578" y="1013902"/>
                      <a:pt x="658312" y="817101"/>
                    </a:cubicBezTo>
                    <a:lnTo>
                      <a:pt x="451734" y="1377611"/>
                    </a:lnTo>
                    <a:cubicBezTo>
                      <a:pt x="406934" y="1811073"/>
                      <a:pt x="360890" y="2161081"/>
                      <a:pt x="331022" y="2377812"/>
                    </a:cubicBezTo>
                    <a:lnTo>
                      <a:pt x="329778" y="2384040"/>
                    </a:lnTo>
                    <a:lnTo>
                      <a:pt x="323556" y="2384040"/>
                    </a:lnTo>
                    <a:cubicBezTo>
                      <a:pt x="130666" y="2407706"/>
                      <a:pt x="38578" y="2359129"/>
                      <a:pt x="2488" y="2327989"/>
                    </a:cubicBezTo>
                    <a:lnTo>
                      <a:pt x="0" y="2325498"/>
                    </a:lnTo>
                    <a:lnTo>
                      <a:pt x="0" y="2313042"/>
                    </a:lnTo>
                    <a:cubicBezTo>
                      <a:pt x="4978" y="2250763"/>
                      <a:pt x="18666" y="2063926"/>
                      <a:pt x="62222" y="1363910"/>
                    </a:cubicBezTo>
                    <a:cubicBezTo>
                      <a:pt x="97066" y="792189"/>
                      <a:pt x="222756" y="296448"/>
                      <a:pt x="294934" y="52314"/>
                    </a:cubicBezTo>
                    <a:lnTo>
                      <a:pt x="297422" y="44841"/>
                    </a:lnTo>
                    <a:lnTo>
                      <a:pt x="303644" y="46086"/>
                    </a:lnTo>
                    <a:cubicBezTo>
                      <a:pt x="354666" y="57297"/>
                      <a:pt x="491556" y="82208"/>
                      <a:pt x="640890" y="87191"/>
                    </a:cubicBezTo>
                    <a:cubicBezTo>
                      <a:pt x="823822" y="92173"/>
                      <a:pt x="965690" y="64770"/>
                      <a:pt x="1061512" y="498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29" name="Freeform 328">
                <a:extLst>
                  <a:ext uri="{FF2B5EF4-FFF2-40B4-BE49-F238E27FC236}">
                    <a16:creationId xmlns:a16="http://schemas.microsoft.com/office/drawing/2014/main" id="{8182C823-78BB-794F-BF6B-54F903FA2D55}"/>
                  </a:ext>
                </a:extLst>
              </p:cNvPr>
              <p:cNvSpPr/>
              <p:nvPr/>
            </p:nvSpPr>
            <p:spPr>
              <a:xfrm>
                <a:off x="21028968" y="10715076"/>
                <a:ext cx="422323" cy="16824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0" h="136">
                    <a:moveTo>
                      <a:pt x="340" y="136"/>
                    </a:moveTo>
                    <a:lnTo>
                      <a:pt x="335" y="27"/>
                    </a:lnTo>
                    <a:cubicBezTo>
                      <a:pt x="200" y="46"/>
                      <a:pt x="124" y="22"/>
                      <a:pt x="86" y="0"/>
                    </a:cubicBezTo>
                    <a:cubicBezTo>
                      <a:pt x="87" y="0"/>
                      <a:pt x="87" y="0"/>
                      <a:pt x="87" y="0"/>
                    </a:cubicBezTo>
                    <a:cubicBezTo>
                      <a:pt x="92" y="18"/>
                      <a:pt x="86" y="53"/>
                      <a:pt x="21" y="72"/>
                    </a:cubicBezTo>
                    <a:cubicBezTo>
                      <a:pt x="13" y="75"/>
                      <a:pt x="7" y="77"/>
                      <a:pt x="0" y="80"/>
                    </a:cubicBezTo>
                    <a:cubicBezTo>
                      <a:pt x="11" y="91"/>
                      <a:pt x="22" y="108"/>
                      <a:pt x="24" y="136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30" name="Freeform 429">
                <a:extLst>
                  <a:ext uri="{FF2B5EF4-FFF2-40B4-BE49-F238E27FC236}">
                    <a16:creationId xmlns:a16="http://schemas.microsoft.com/office/drawing/2014/main" id="{9923C4DF-619D-BE48-94A7-4C9E8B089B05}"/>
                  </a:ext>
                </a:extLst>
              </p:cNvPr>
              <p:cNvSpPr/>
              <p:nvPr/>
            </p:nvSpPr>
            <p:spPr>
              <a:xfrm>
                <a:off x="21016510" y="10698879"/>
                <a:ext cx="442256" cy="191919"/>
              </a:xfrm>
              <a:custGeom>
                <a:avLst/>
                <a:gdLst>
                  <a:gd name="connsiteX0" fmla="*/ 129240 w 442256"/>
                  <a:gd name="connsiteY0" fmla="*/ 28663 h 191919"/>
                  <a:gd name="connsiteX1" fmla="*/ 41062 w 442256"/>
                  <a:gd name="connsiteY1" fmla="*/ 112700 h 191919"/>
                  <a:gd name="connsiteX2" fmla="*/ 24916 w 442256"/>
                  <a:gd name="connsiteY2" fmla="*/ 117644 h 191919"/>
                  <a:gd name="connsiteX3" fmla="*/ 48514 w 442256"/>
                  <a:gd name="connsiteY3" fmla="*/ 176964 h 191919"/>
                  <a:gd name="connsiteX4" fmla="*/ 427306 w 442256"/>
                  <a:gd name="connsiteY4" fmla="*/ 176964 h 191919"/>
                  <a:gd name="connsiteX5" fmla="*/ 421098 w 442256"/>
                  <a:gd name="connsiteY5" fmla="*/ 57087 h 191919"/>
                  <a:gd name="connsiteX6" fmla="*/ 129240 w 442256"/>
                  <a:gd name="connsiteY6" fmla="*/ 28663 h 191919"/>
                  <a:gd name="connsiteX7" fmla="*/ 108080 w 442256"/>
                  <a:gd name="connsiteY7" fmla="*/ 0 h 191919"/>
                  <a:gd name="connsiteX8" fmla="*/ 122986 w 442256"/>
                  <a:gd name="connsiteY8" fmla="*/ 9905 h 191919"/>
                  <a:gd name="connsiteX9" fmla="*/ 427348 w 442256"/>
                  <a:gd name="connsiteY9" fmla="*/ 42098 h 191919"/>
                  <a:gd name="connsiteX10" fmla="*/ 434802 w 442256"/>
                  <a:gd name="connsiteY10" fmla="*/ 40860 h 191919"/>
                  <a:gd name="connsiteX11" fmla="*/ 442256 w 442256"/>
                  <a:gd name="connsiteY11" fmla="*/ 191919 h 191919"/>
                  <a:gd name="connsiteX12" fmla="*/ 37268 w 442256"/>
                  <a:gd name="connsiteY12" fmla="*/ 191919 h 191919"/>
                  <a:gd name="connsiteX13" fmla="*/ 36026 w 442256"/>
                  <a:gd name="connsiteY13" fmla="*/ 185728 h 191919"/>
                  <a:gd name="connsiteX14" fmla="*/ 7454 w 442256"/>
                  <a:gd name="connsiteY14" fmla="*/ 118866 h 191919"/>
                  <a:gd name="connsiteX15" fmla="*/ 0 w 442256"/>
                  <a:gd name="connsiteY15" fmla="*/ 111437 h 191919"/>
                  <a:gd name="connsiteX16" fmla="*/ 9938 w 442256"/>
                  <a:gd name="connsiteY16" fmla="*/ 107722 h 191919"/>
                  <a:gd name="connsiteX17" fmla="*/ 36026 w 442256"/>
                  <a:gd name="connsiteY17" fmla="*/ 99055 h 191919"/>
                  <a:gd name="connsiteX18" fmla="*/ 113048 w 442256"/>
                  <a:gd name="connsiteY18" fmla="*/ 17335 h 1919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442256" h="191919">
                    <a:moveTo>
                      <a:pt x="129240" y="28663"/>
                    </a:moveTo>
                    <a:cubicBezTo>
                      <a:pt x="129240" y="50908"/>
                      <a:pt x="118062" y="89219"/>
                      <a:pt x="41062" y="112700"/>
                    </a:cubicBezTo>
                    <a:cubicBezTo>
                      <a:pt x="34852" y="113936"/>
                      <a:pt x="29884" y="116408"/>
                      <a:pt x="24916" y="117644"/>
                    </a:cubicBezTo>
                    <a:cubicBezTo>
                      <a:pt x="37336" y="133710"/>
                      <a:pt x="44788" y="153483"/>
                      <a:pt x="48514" y="176964"/>
                    </a:cubicBezTo>
                    <a:lnTo>
                      <a:pt x="427306" y="176964"/>
                    </a:lnTo>
                    <a:lnTo>
                      <a:pt x="421098" y="57087"/>
                    </a:lnTo>
                    <a:cubicBezTo>
                      <a:pt x="270822" y="76861"/>
                      <a:pt x="180160" y="54616"/>
                      <a:pt x="129240" y="28663"/>
                    </a:cubicBezTo>
                    <a:close/>
                    <a:moveTo>
                      <a:pt x="108080" y="0"/>
                    </a:moveTo>
                    <a:lnTo>
                      <a:pt x="122986" y="9905"/>
                    </a:lnTo>
                    <a:cubicBezTo>
                      <a:pt x="171436" y="37146"/>
                      <a:pt x="263366" y="64386"/>
                      <a:pt x="427348" y="42098"/>
                    </a:cubicBezTo>
                    <a:lnTo>
                      <a:pt x="434802" y="40860"/>
                    </a:lnTo>
                    <a:lnTo>
                      <a:pt x="442256" y="191919"/>
                    </a:lnTo>
                    <a:lnTo>
                      <a:pt x="37268" y="191919"/>
                    </a:lnTo>
                    <a:lnTo>
                      <a:pt x="36026" y="185728"/>
                    </a:lnTo>
                    <a:cubicBezTo>
                      <a:pt x="32300" y="157250"/>
                      <a:pt x="23604" y="134962"/>
                      <a:pt x="7454" y="118866"/>
                    </a:cubicBezTo>
                    <a:lnTo>
                      <a:pt x="0" y="111437"/>
                    </a:lnTo>
                    <a:lnTo>
                      <a:pt x="9938" y="107722"/>
                    </a:lnTo>
                    <a:cubicBezTo>
                      <a:pt x="18634" y="105246"/>
                      <a:pt x="27330" y="101531"/>
                      <a:pt x="36026" y="99055"/>
                    </a:cubicBezTo>
                    <a:cubicBezTo>
                      <a:pt x="104352" y="78006"/>
                      <a:pt x="120502" y="43337"/>
                      <a:pt x="113048" y="1733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2" name="Freeform 331">
                <a:extLst>
                  <a:ext uri="{FF2B5EF4-FFF2-40B4-BE49-F238E27FC236}">
                    <a16:creationId xmlns:a16="http://schemas.microsoft.com/office/drawing/2014/main" id="{9A91F6C1-74EA-9146-976F-5E02F78E7EBF}"/>
                  </a:ext>
                </a:extLst>
              </p:cNvPr>
              <p:cNvSpPr/>
              <p:nvPr/>
            </p:nvSpPr>
            <p:spPr>
              <a:xfrm>
                <a:off x="20945500" y="10814778"/>
                <a:ext cx="509529" cy="148301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10" h="120">
                    <a:moveTo>
                      <a:pt x="91" y="56"/>
                    </a:moveTo>
                    <a:cubicBezTo>
                      <a:pt x="89" y="28"/>
                      <a:pt x="78" y="11"/>
                      <a:pt x="67" y="0"/>
                    </a:cubicBezTo>
                    <a:cubicBezTo>
                      <a:pt x="24" y="16"/>
                      <a:pt x="-4" y="44"/>
                      <a:pt x="0" y="120"/>
                    </a:cubicBezTo>
                    <a:lnTo>
                      <a:pt x="410" y="120"/>
                    </a:lnTo>
                    <a:lnTo>
                      <a:pt x="407" y="56"/>
                    </a:ln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2" name="Freeform 441">
                <a:extLst>
                  <a:ext uri="{FF2B5EF4-FFF2-40B4-BE49-F238E27FC236}">
                    <a16:creationId xmlns:a16="http://schemas.microsoft.com/office/drawing/2014/main" id="{1732B726-D413-2140-97DB-E62584447CCB}"/>
                  </a:ext>
                </a:extLst>
              </p:cNvPr>
              <p:cNvSpPr/>
              <p:nvPr/>
            </p:nvSpPr>
            <p:spPr>
              <a:xfrm>
                <a:off x="20937472" y="10806055"/>
                <a:ext cx="525032" cy="164502"/>
              </a:xfrm>
              <a:custGeom>
                <a:avLst/>
                <a:gdLst>
                  <a:gd name="connsiteX0" fmla="*/ 90060 w 525032"/>
                  <a:gd name="connsiteY0" fmla="*/ 16200 h 164502"/>
                  <a:gd name="connsiteX1" fmla="*/ 14256 w 525032"/>
                  <a:gd name="connsiteY1" fmla="*/ 150793 h 164502"/>
                  <a:gd name="connsiteX2" fmla="*/ 510082 w 525032"/>
                  <a:gd name="connsiteY2" fmla="*/ 150793 h 164502"/>
                  <a:gd name="connsiteX3" fmla="*/ 507596 w 525032"/>
                  <a:gd name="connsiteY3" fmla="*/ 85349 h 164502"/>
                  <a:gd name="connsiteX4" fmla="*/ 116156 w 525032"/>
                  <a:gd name="connsiteY4" fmla="*/ 85349 h 164502"/>
                  <a:gd name="connsiteX5" fmla="*/ 114914 w 525032"/>
                  <a:gd name="connsiteY5" fmla="*/ 79175 h 164502"/>
                  <a:gd name="connsiteX6" fmla="*/ 90060 w 525032"/>
                  <a:gd name="connsiteY6" fmla="*/ 16200 h 164502"/>
                  <a:gd name="connsiteX7" fmla="*/ 93766 w 525032"/>
                  <a:gd name="connsiteY7" fmla="*/ 0 h 164502"/>
                  <a:gd name="connsiteX8" fmla="*/ 97494 w 525032"/>
                  <a:gd name="connsiteY8" fmla="*/ 2474 h 164502"/>
                  <a:gd name="connsiteX9" fmla="*/ 127322 w 525032"/>
                  <a:gd name="connsiteY9" fmla="*/ 70501 h 164502"/>
                  <a:gd name="connsiteX10" fmla="*/ 521302 w 525032"/>
                  <a:gd name="connsiteY10" fmla="*/ 70501 h 164502"/>
                  <a:gd name="connsiteX11" fmla="*/ 525032 w 525032"/>
                  <a:gd name="connsiteY11" fmla="*/ 164502 h 164502"/>
                  <a:gd name="connsiteX12" fmla="*/ 552 w 525032"/>
                  <a:gd name="connsiteY12" fmla="*/ 164502 h 164502"/>
                  <a:gd name="connsiteX13" fmla="*/ 552 w 525032"/>
                  <a:gd name="connsiteY13" fmla="*/ 158318 h 164502"/>
                  <a:gd name="connsiteX14" fmla="*/ 88794 w 525032"/>
                  <a:gd name="connsiteY14" fmla="*/ 1237 h 1645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525032" h="164502">
                    <a:moveTo>
                      <a:pt x="90060" y="16200"/>
                    </a:moveTo>
                    <a:cubicBezTo>
                      <a:pt x="25442" y="43366"/>
                      <a:pt x="13014" y="89053"/>
                      <a:pt x="14256" y="150793"/>
                    </a:cubicBezTo>
                    <a:lnTo>
                      <a:pt x="510082" y="150793"/>
                    </a:lnTo>
                    <a:lnTo>
                      <a:pt x="507596" y="85349"/>
                    </a:lnTo>
                    <a:lnTo>
                      <a:pt x="116156" y="85349"/>
                    </a:lnTo>
                    <a:lnTo>
                      <a:pt x="114914" y="79175"/>
                    </a:lnTo>
                    <a:cubicBezTo>
                      <a:pt x="112428" y="53244"/>
                      <a:pt x="103730" y="31018"/>
                      <a:pt x="90060" y="16200"/>
                    </a:cubicBezTo>
                    <a:close/>
                    <a:moveTo>
                      <a:pt x="93766" y="0"/>
                    </a:moveTo>
                    <a:lnTo>
                      <a:pt x="97494" y="2474"/>
                    </a:lnTo>
                    <a:cubicBezTo>
                      <a:pt x="113652" y="19790"/>
                      <a:pt x="123594" y="42053"/>
                      <a:pt x="127322" y="70501"/>
                    </a:cubicBezTo>
                    <a:lnTo>
                      <a:pt x="521302" y="70501"/>
                    </a:lnTo>
                    <a:lnTo>
                      <a:pt x="525032" y="164502"/>
                    </a:lnTo>
                    <a:lnTo>
                      <a:pt x="552" y="164502"/>
                    </a:lnTo>
                    <a:lnTo>
                      <a:pt x="552" y="158318"/>
                    </a:lnTo>
                    <a:cubicBezTo>
                      <a:pt x="-5662" y="53185"/>
                      <a:pt x="41566" y="19790"/>
                      <a:pt x="88794" y="1237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35" name="Freeform 334">
                <a:extLst>
                  <a:ext uri="{FF2B5EF4-FFF2-40B4-BE49-F238E27FC236}">
                    <a16:creationId xmlns:a16="http://schemas.microsoft.com/office/drawing/2014/main" id="{EA195149-5E73-A042-BB45-D7D6CA9BE85A}"/>
                  </a:ext>
                </a:extLst>
              </p:cNvPr>
              <p:cNvSpPr/>
              <p:nvPr/>
            </p:nvSpPr>
            <p:spPr>
              <a:xfrm>
                <a:off x="20652739" y="6486624"/>
                <a:ext cx="495825" cy="702873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99" h="565">
                    <a:moveTo>
                      <a:pt x="208" y="1"/>
                    </a:moveTo>
                    <a:cubicBezTo>
                      <a:pt x="45" y="-7"/>
                      <a:pt x="16" y="75"/>
                      <a:pt x="13" y="97"/>
                    </a:cubicBezTo>
                    <a:cubicBezTo>
                      <a:pt x="8" y="120"/>
                      <a:pt x="-29" y="393"/>
                      <a:pt x="54" y="426"/>
                    </a:cubicBezTo>
                    <a:cubicBezTo>
                      <a:pt x="85" y="438"/>
                      <a:pt x="120" y="437"/>
                      <a:pt x="155" y="426"/>
                    </a:cubicBezTo>
                    <a:lnTo>
                      <a:pt x="155" y="565"/>
                    </a:lnTo>
                    <a:lnTo>
                      <a:pt x="350" y="565"/>
                    </a:lnTo>
                    <a:lnTo>
                      <a:pt x="350" y="358"/>
                    </a:lnTo>
                    <a:cubicBezTo>
                      <a:pt x="387" y="303"/>
                      <a:pt x="397" y="196"/>
                      <a:pt x="398" y="172"/>
                    </a:cubicBezTo>
                    <a:cubicBezTo>
                      <a:pt x="402" y="85"/>
                      <a:pt x="369" y="9"/>
                      <a:pt x="208" y="1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3" name="Freeform 442">
                <a:extLst>
                  <a:ext uri="{FF2B5EF4-FFF2-40B4-BE49-F238E27FC236}">
                    <a16:creationId xmlns:a16="http://schemas.microsoft.com/office/drawing/2014/main" id="{2DB2838F-60BE-C04E-91F4-55489ECB7800}"/>
                  </a:ext>
                </a:extLst>
              </p:cNvPr>
              <p:cNvSpPr/>
              <p:nvPr/>
            </p:nvSpPr>
            <p:spPr>
              <a:xfrm>
                <a:off x="20645108" y="6477376"/>
                <a:ext cx="510030" cy="719598"/>
              </a:xfrm>
              <a:custGeom>
                <a:avLst/>
                <a:gdLst>
                  <a:gd name="connsiteX0" fmla="*/ 264860 w 510030"/>
                  <a:gd name="connsiteY0" fmla="*/ 15479 h 719598"/>
                  <a:gd name="connsiteX1" fmla="*/ 74746 w 510030"/>
                  <a:gd name="connsiteY1" fmla="*/ 60263 h 719598"/>
                  <a:gd name="connsiteX2" fmla="*/ 30012 w 510030"/>
                  <a:gd name="connsiteY2" fmla="*/ 129926 h 719598"/>
                  <a:gd name="connsiteX3" fmla="*/ 77230 w 510030"/>
                  <a:gd name="connsiteY3" fmla="*/ 531733 h 719598"/>
                  <a:gd name="connsiteX4" fmla="*/ 197760 w 510030"/>
                  <a:gd name="connsiteY4" fmla="*/ 531733 h 719598"/>
                  <a:gd name="connsiteX5" fmla="*/ 207700 w 510030"/>
                  <a:gd name="connsiteY5" fmla="*/ 529245 h 719598"/>
                  <a:gd name="connsiteX6" fmla="*/ 207700 w 510030"/>
                  <a:gd name="connsiteY6" fmla="*/ 705890 h 719598"/>
                  <a:gd name="connsiteX7" fmla="*/ 437578 w 510030"/>
                  <a:gd name="connsiteY7" fmla="*/ 705890 h 719598"/>
                  <a:gd name="connsiteX8" fmla="*/ 437578 w 510030"/>
                  <a:gd name="connsiteY8" fmla="*/ 450874 h 719598"/>
                  <a:gd name="connsiteX9" fmla="*/ 438820 w 510030"/>
                  <a:gd name="connsiteY9" fmla="*/ 449630 h 719598"/>
                  <a:gd name="connsiteX10" fmla="*/ 495978 w 510030"/>
                  <a:gd name="connsiteY10" fmla="*/ 220737 h 719598"/>
                  <a:gd name="connsiteX11" fmla="*/ 264860 w 510030"/>
                  <a:gd name="connsiteY11" fmla="*/ 15479 h 719598"/>
                  <a:gd name="connsiteX12" fmla="*/ 264864 w 510030"/>
                  <a:gd name="connsiteY12" fmla="*/ 524 h 719598"/>
                  <a:gd name="connsiteX13" fmla="*/ 509688 w 510030"/>
                  <a:gd name="connsiteY13" fmla="*/ 221969 h 719598"/>
                  <a:gd name="connsiteX14" fmla="*/ 450036 w 510030"/>
                  <a:gd name="connsiteY14" fmla="*/ 455855 h 719598"/>
                  <a:gd name="connsiteX15" fmla="*/ 450036 w 510030"/>
                  <a:gd name="connsiteY15" fmla="*/ 719598 h 719598"/>
                  <a:gd name="connsiteX16" fmla="*/ 191542 w 510030"/>
                  <a:gd name="connsiteY16" fmla="*/ 719598 h 719598"/>
                  <a:gd name="connsiteX17" fmla="*/ 191542 w 510030"/>
                  <a:gd name="connsiteY17" fmla="*/ 547916 h 719598"/>
                  <a:gd name="connsiteX18" fmla="*/ 70994 w 510030"/>
                  <a:gd name="connsiteY18" fmla="*/ 544184 h 719598"/>
                  <a:gd name="connsiteX19" fmla="*/ 13826 w 510030"/>
                  <a:gd name="connsiteY19" fmla="*/ 127420 h 719598"/>
                  <a:gd name="connsiteX20" fmla="*/ 64780 w 510030"/>
                  <a:gd name="connsiteY20" fmla="*/ 49043 h 719598"/>
                  <a:gd name="connsiteX21" fmla="*/ 264864 w 510030"/>
                  <a:gd name="connsiteY21" fmla="*/ 524 h 7195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10030" h="719598">
                    <a:moveTo>
                      <a:pt x="264860" y="15479"/>
                    </a:moveTo>
                    <a:cubicBezTo>
                      <a:pt x="180364" y="11747"/>
                      <a:pt x="116994" y="26675"/>
                      <a:pt x="74746" y="60263"/>
                    </a:cubicBezTo>
                    <a:cubicBezTo>
                      <a:pt x="39954" y="88874"/>
                      <a:pt x="31256" y="119974"/>
                      <a:pt x="30012" y="129926"/>
                    </a:cubicBezTo>
                    <a:cubicBezTo>
                      <a:pt x="17588" y="200833"/>
                      <a:pt x="-10992" y="496901"/>
                      <a:pt x="77230" y="531733"/>
                    </a:cubicBezTo>
                    <a:cubicBezTo>
                      <a:pt x="112022" y="545416"/>
                      <a:pt x="154270" y="545416"/>
                      <a:pt x="197760" y="531733"/>
                    </a:cubicBezTo>
                    <a:lnTo>
                      <a:pt x="207700" y="529245"/>
                    </a:lnTo>
                    <a:lnTo>
                      <a:pt x="207700" y="705890"/>
                    </a:lnTo>
                    <a:lnTo>
                      <a:pt x="437578" y="705890"/>
                    </a:lnTo>
                    <a:lnTo>
                      <a:pt x="437578" y="450874"/>
                    </a:lnTo>
                    <a:lnTo>
                      <a:pt x="438820" y="449630"/>
                    </a:lnTo>
                    <a:cubicBezTo>
                      <a:pt x="479824" y="384942"/>
                      <a:pt x="494736" y="259300"/>
                      <a:pt x="495978" y="220737"/>
                    </a:cubicBezTo>
                    <a:cubicBezTo>
                      <a:pt x="503434" y="49067"/>
                      <a:pt x="376690" y="20455"/>
                      <a:pt x="264860" y="15479"/>
                    </a:cubicBezTo>
                    <a:close/>
                    <a:moveTo>
                      <a:pt x="264864" y="524"/>
                    </a:moveTo>
                    <a:cubicBezTo>
                      <a:pt x="437608" y="9233"/>
                      <a:pt x="515902" y="80145"/>
                      <a:pt x="509688" y="221969"/>
                    </a:cubicBezTo>
                    <a:cubicBezTo>
                      <a:pt x="507202" y="261780"/>
                      <a:pt x="493532" y="388675"/>
                      <a:pt x="450036" y="455855"/>
                    </a:cubicBezTo>
                    <a:lnTo>
                      <a:pt x="450036" y="719598"/>
                    </a:lnTo>
                    <a:lnTo>
                      <a:pt x="191542" y="719598"/>
                    </a:lnTo>
                    <a:lnTo>
                      <a:pt x="191542" y="547916"/>
                    </a:lnTo>
                    <a:cubicBezTo>
                      <a:pt x="148044" y="559113"/>
                      <a:pt x="105790" y="557869"/>
                      <a:pt x="70994" y="544184"/>
                    </a:cubicBezTo>
                    <a:cubicBezTo>
                      <a:pt x="-42098" y="499397"/>
                      <a:pt x="13826" y="131152"/>
                      <a:pt x="13826" y="127420"/>
                    </a:cubicBezTo>
                    <a:cubicBezTo>
                      <a:pt x="16312" y="117467"/>
                      <a:pt x="25012" y="80145"/>
                      <a:pt x="64780" y="49043"/>
                    </a:cubicBezTo>
                    <a:cubicBezTo>
                      <a:pt x="109520" y="12965"/>
                      <a:pt x="176628" y="-3208"/>
                      <a:pt x="264864" y="524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7" name="Freeform 446">
                <a:extLst>
                  <a:ext uri="{FF2B5EF4-FFF2-40B4-BE49-F238E27FC236}">
                    <a16:creationId xmlns:a16="http://schemas.microsoft.com/office/drawing/2014/main" id="{C8AFA35D-3AAD-534F-9BA0-2A3005526034}"/>
                  </a:ext>
                </a:extLst>
              </p:cNvPr>
              <p:cNvSpPr/>
              <p:nvPr/>
            </p:nvSpPr>
            <p:spPr>
              <a:xfrm>
                <a:off x="20197112" y="7173296"/>
                <a:ext cx="1396798" cy="1292286"/>
              </a:xfrm>
              <a:custGeom>
                <a:avLst/>
                <a:gdLst>
                  <a:gd name="connsiteX0" fmla="*/ 396549 w 1396798"/>
                  <a:gd name="connsiteY0" fmla="*/ 589466 h 1292286"/>
                  <a:gd name="connsiteX1" fmla="*/ 321079 w 1396798"/>
                  <a:gd name="connsiteY1" fmla="*/ 685073 h 1292286"/>
                  <a:gd name="connsiteX2" fmla="*/ 496763 w 1396798"/>
                  <a:gd name="connsiteY2" fmla="*/ 927194 h 1292286"/>
                  <a:gd name="connsiteX3" fmla="*/ 500475 w 1396798"/>
                  <a:gd name="connsiteY3" fmla="*/ 779438 h 1292286"/>
                  <a:gd name="connsiteX4" fmla="*/ 396549 w 1396798"/>
                  <a:gd name="connsiteY4" fmla="*/ 589466 h 1292286"/>
                  <a:gd name="connsiteX5" fmla="*/ 639433 w 1396798"/>
                  <a:gd name="connsiteY5" fmla="*/ 0 h 1292286"/>
                  <a:gd name="connsiteX6" fmla="*/ 897081 w 1396798"/>
                  <a:gd name="connsiteY6" fmla="*/ 0 h 1292286"/>
                  <a:gd name="connsiteX7" fmla="*/ 1060135 w 1396798"/>
                  <a:gd name="connsiteY7" fmla="*/ 38596 h 1292286"/>
                  <a:gd name="connsiteX8" fmla="*/ 1185847 w 1396798"/>
                  <a:gd name="connsiteY8" fmla="*/ 144424 h 1292286"/>
                  <a:gd name="connsiteX9" fmla="*/ 1387487 w 1396798"/>
                  <a:gd name="connsiteY9" fmla="*/ 596369 h 1292286"/>
                  <a:gd name="connsiteX10" fmla="*/ 1179625 w 1396798"/>
                  <a:gd name="connsiteY10" fmla="*/ 1108076 h 1292286"/>
                  <a:gd name="connsiteX11" fmla="*/ 1200783 w 1396798"/>
                  <a:gd name="connsiteY11" fmla="*/ 1208923 h 1292286"/>
                  <a:gd name="connsiteX12" fmla="*/ 436549 w 1396798"/>
                  <a:gd name="connsiteY12" fmla="*/ 1251254 h 1292286"/>
                  <a:gd name="connsiteX13" fmla="*/ 487581 w 1396798"/>
                  <a:gd name="connsiteY13" fmla="*/ 1090646 h 1292286"/>
                  <a:gd name="connsiteX14" fmla="*/ 369337 w 1396798"/>
                  <a:gd name="connsiteY14" fmla="*/ 1165347 h 1292286"/>
                  <a:gd name="connsiteX15" fmla="*/ 68123 w 1396798"/>
                  <a:gd name="connsiteY15" fmla="*/ 504237 h 1292286"/>
                  <a:gd name="connsiteX16" fmla="*/ 389251 w 1396798"/>
                  <a:gd name="connsiteY16" fmla="*/ 99603 h 1292286"/>
                  <a:gd name="connsiteX17" fmla="*/ 478869 w 1396798"/>
                  <a:gd name="connsiteY17" fmla="*/ 37351 h 1292286"/>
                  <a:gd name="connsiteX18" fmla="*/ 639433 w 1396798"/>
                  <a:gd name="connsiteY18" fmla="*/ 0 h 1292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396798" h="1292286">
                    <a:moveTo>
                      <a:pt x="396549" y="589466"/>
                    </a:moveTo>
                    <a:lnTo>
                      <a:pt x="321079" y="685073"/>
                    </a:lnTo>
                    <a:lnTo>
                      <a:pt x="496763" y="927194"/>
                    </a:lnTo>
                    <a:lnTo>
                      <a:pt x="500475" y="779438"/>
                    </a:lnTo>
                    <a:cubicBezTo>
                      <a:pt x="500475" y="779438"/>
                      <a:pt x="396549" y="707423"/>
                      <a:pt x="396549" y="589466"/>
                    </a:cubicBezTo>
                    <a:close/>
                    <a:moveTo>
                      <a:pt x="639433" y="0"/>
                    </a:moveTo>
                    <a:lnTo>
                      <a:pt x="897081" y="0"/>
                    </a:lnTo>
                    <a:cubicBezTo>
                      <a:pt x="954337" y="0"/>
                      <a:pt x="1010347" y="12451"/>
                      <a:pt x="1060135" y="38596"/>
                    </a:cubicBezTo>
                    <a:cubicBezTo>
                      <a:pt x="1108677" y="62252"/>
                      <a:pt x="1152241" y="99603"/>
                      <a:pt x="1185847" y="144424"/>
                    </a:cubicBezTo>
                    <a:cubicBezTo>
                      <a:pt x="1274221" y="262701"/>
                      <a:pt x="1352635" y="484316"/>
                      <a:pt x="1387487" y="596369"/>
                    </a:cubicBezTo>
                    <a:cubicBezTo>
                      <a:pt x="1449721" y="788104"/>
                      <a:pt x="1179625" y="1108076"/>
                      <a:pt x="1179625" y="1108076"/>
                    </a:cubicBezTo>
                    <a:lnTo>
                      <a:pt x="1200783" y="1208923"/>
                    </a:lnTo>
                    <a:cubicBezTo>
                      <a:pt x="974251" y="1349611"/>
                      <a:pt x="548571" y="1274910"/>
                      <a:pt x="436549" y="1251254"/>
                    </a:cubicBezTo>
                    <a:cubicBezTo>
                      <a:pt x="467667" y="1147917"/>
                      <a:pt x="487581" y="1090646"/>
                      <a:pt x="487581" y="1090646"/>
                    </a:cubicBezTo>
                    <a:lnTo>
                      <a:pt x="369337" y="1165347"/>
                    </a:lnTo>
                    <a:cubicBezTo>
                      <a:pt x="237401" y="996023"/>
                      <a:pt x="-157163" y="865295"/>
                      <a:pt x="68123" y="504237"/>
                    </a:cubicBezTo>
                    <a:cubicBezTo>
                      <a:pt x="190103" y="311257"/>
                      <a:pt x="308347" y="180529"/>
                      <a:pt x="389251" y="99603"/>
                    </a:cubicBezTo>
                    <a:cubicBezTo>
                      <a:pt x="416635" y="74702"/>
                      <a:pt x="446507" y="53536"/>
                      <a:pt x="478869" y="37351"/>
                    </a:cubicBezTo>
                    <a:cubicBezTo>
                      <a:pt x="528655" y="12451"/>
                      <a:pt x="583421" y="0"/>
                      <a:pt x="63943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4" name="Freeform 443">
                <a:extLst>
                  <a:ext uri="{FF2B5EF4-FFF2-40B4-BE49-F238E27FC236}">
                    <a16:creationId xmlns:a16="http://schemas.microsoft.com/office/drawing/2014/main" id="{0A1500AF-5C85-3F48-9753-BECA09A97EAD}"/>
                  </a:ext>
                </a:extLst>
              </p:cNvPr>
              <p:cNvSpPr/>
              <p:nvPr/>
            </p:nvSpPr>
            <p:spPr>
              <a:xfrm>
                <a:off x="20189564" y="7165819"/>
                <a:ext cx="1412101" cy="1307295"/>
              </a:xfrm>
              <a:custGeom>
                <a:avLst/>
                <a:gdLst>
                  <a:gd name="connsiteX0" fmla="*/ 646984 w 1412101"/>
                  <a:gd name="connsiteY0" fmla="*/ 14954 h 1307295"/>
                  <a:gd name="connsiteX1" fmla="*/ 490154 w 1412101"/>
                  <a:gd name="connsiteY1" fmla="*/ 51060 h 1307295"/>
                  <a:gd name="connsiteX2" fmla="*/ 403028 w 1412101"/>
                  <a:gd name="connsiteY2" fmla="*/ 113310 h 1307295"/>
                  <a:gd name="connsiteX3" fmla="*/ 81902 w 1412101"/>
                  <a:gd name="connsiteY3" fmla="*/ 515449 h 1307295"/>
                  <a:gd name="connsiteX4" fmla="*/ 242466 w 1412101"/>
                  <a:gd name="connsiteY4" fmla="*/ 1040844 h 1307295"/>
                  <a:gd name="connsiteX5" fmla="*/ 378134 w 1412101"/>
                  <a:gd name="connsiteY5" fmla="*/ 1164100 h 1307295"/>
                  <a:gd name="connsiteX6" fmla="*/ 508824 w 1412101"/>
                  <a:gd name="connsiteY6" fmla="*/ 1080684 h 1307295"/>
                  <a:gd name="connsiteX7" fmla="*/ 502602 w 1412101"/>
                  <a:gd name="connsiteY7" fmla="*/ 1100604 h 1307295"/>
                  <a:gd name="connsiteX8" fmla="*/ 454060 w 1412101"/>
                  <a:gd name="connsiteY8" fmla="*/ 1253741 h 1307295"/>
                  <a:gd name="connsiteX9" fmla="*/ 783896 w 1412101"/>
                  <a:gd name="connsiteY9" fmla="*/ 1292336 h 1307295"/>
                  <a:gd name="connsiteX10" fmla="*/ 1200862 w 1412101"/>
                  <a:gd name="connsiteY10" fmla="*/ 1212655 h 1307295"/>
                  <a:gd name="connsiteX11" fmla="*/ 1179702 w 1412101"/>
                  <a:gd name="connsiteY11" fmla="*/ 1113055 h 1307295"/>
                  <a:gd name="connsiteX12" fmla="*/ 1182192 w 1412101"/>
                  <a:gd name="connsiteY12" fmla="*/ 1111809 h 1307295"/>
                  <a:gd name="connsiteX13" fmla="*/ 1388806 w 1412101"/>
                  <a:gd name="connsiteY13" fmla="*/ 605090 h 1307295"/>
                  <a:gd name="connsiteX14" fmla="*/ 1188414 w 1412101"/>
                  <a:gd name="connsiteY14" fmla="*/ 155641 h 1307295"/>
                  <a:gd name="connsiteX15" fmla="*/ 1063948 w 1412101"/>
                  <a:gd name="connsiteY15" fmla="*/ 52305 h 1307295"/>
                  <a:gd name="connsiteX16" fmla="*/ 904630 w 1412101"/>
                  <a:gd name="connsiteY16" fmla="*/ 14954 h 1307295"/>
                  <a:gd name="connsiteX17" fmla="*/ 646980 w 1412101"/>
                  <a:gd name="connsiteY17" fmla="*/ 0 h 1307295"/>
                  <a:gd name="connsiteX18" fmla="*/ 904632 w 1412101"/>
                  <a:gd name="connsiteY18" fmla="*/ 0 h 1307295"/>
                  <a:gd name="connsiteX19" fmla="*/ 1070176 w 1412101"/>
                  <a:gd name="connsiteY19" fmla="*/ 38597 h 1307295"/>
                  <a:gd name="connsiteX20" fmla="*/ 1199624 w 1412101"/>
                  <a:gd name="connsiteY20" fmla="*/ 148160 h 1307295"/>
                  <a:gd name="connsiteX21" fmla="*/ 1402510 w 1412101"/>
                  <a:gd name="connsiteY21" fmla="*/ 601356 h 1307295"/>
                  <a:gd name="connsiteX22" fmla="*/ 1321604 w 1412101"/>
                  <a:gd name="connsiteY22" fmla="*/ 935027 h 1307295"/>
                  <a:gd name="connsiteX23" fmla="*/ 1195890 w 1412101"/>
                  <a:gd name="connsiteY23" fmla="*/ 1116804 h 1307295"/>
                  <a:gd name="connsiteX24" fmla="*/ 1217050 w 1412101"/>
                  <a:gd name="connsiteY24" fmla="*/ 1220142 h 1307295"/>
                  <a:gd name="connsiteX25" fmla="*/ 1212072 w 1412101"/>
                  <a:gd name="connsiteY25" fmla="*/ 1222632 h 1307295"/>
                  <a:gd name="connsiteX26" fmla="*/ 824972 w 1412101"/>
                  <a:gd name="connsiteY26" fmla="*/ 1307295 h 1307295"/>
                  <a:gd name="connsiteX27" fmla="*/ 442850 w 1412101"/>
                  <a:gd name="connsiteY27" fmla="*/ 1264963 h 1307295"/>
                  <a:gd name="connsiteX28" fmla="*/ 435382 w 1412101"/>
                  <a:gd name="connsiteY28" fmla="*/ 1263719 h 1307295"/>
                  <a:gd name="connsiteX29" fmla="*/ 437872 w 1412101"/>
                  <a:gd name="connsiteY29" fmla="*/ 1257493 h 1307295"/>
                  <a:gd name="connsiteX30" fmla="*/ 481436 w 1412101"/>
                  <a:gd name="connsiteY30" fmla="*/ 1114314 h 1307295"/>
                  <a:gd name="connsiteX31" fmla="*/ 375638 w 1412101"/>
                  <a:gd name="connsiteY31" fmla="*/ 1184036 h 1307295"/>
                  <a:gd name="connsiteX32" fmla="*/ 371904 w 1412101"/>
                  <a:gd name="connsiteY32" fmla="*/ 1177811 h 1307295"/>
                  <a:gd name="connsiteX33" fmla="*/ 233742 w 1412101"/>
                  <a:gd name="connsiteY33" fmla="*/ 1050816 h 1307295"/>
                  <a:gd name="connsiteX34" fmla="*/ 69442 w 1412101"/>
                  <a:gd name="connsiteY34" fmla="*/ 507978 h 1307295"/>
                  <a:gd name="connsiteX35" fmla="*/ 393064 w 1412101"/>
                  <a:gd name="connsiteY35" fmla="*/ 103339 h 1307295"/>
                  <a:gd name="connsiteX36" fmla="*/ 482680 w 1412101"/>
                  <a:gd name="connsiteY36" fmla="*/ 38597 h 1307295"/>
                  <a:gd name="connsiteX37" fmla="*/ 646980 w 1412101"/>
                  <a:gd name="connsiteY37" fmla="*/ 0 h 13072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412101" h="1307295">
                    <a:moveTo>
                      <a:pt x="646984" y="14954"/>
                    </a:moveTo>
                    <a:cubicBezTo>
                      <a:pt x="592218" y="14954"/>
                      <a:pt x="538696" y="27404"/>
                      <a:pt x="490154" y="51060"/>
                    </a:cubicBezTo>
                    <a:cubicBezTo>
                      <a:pt x="457794" y="67245"/>
                      <a:pt x="429166" y="88410"/>
                      <a:pt x="403028" y="113310"/>
                    </a:cubicBezTo>
                    <a:cubicBezTo>
                      <a:pt x="324614" y="188011"/>
                      <a:pt x="205124" y="319982"/>
                      <a:pt x="81902" y="515449"/>
                    </a:cubicBezTo>
                    <a:cubicBezTo>
                      <a:pt x="-82394" y="778146"/>
                      <a:pt x="90616" y="917588"/>
                      <a:pt x="242466" y="1040844"/>
                    </a:cubicBezTo>
                    <a:cubicBezTo>
                      <a:pt x="294742" y="1081929"/>
                      <a:pt x="344528" y="1121770"/>
                      <a:pt x="378134" y="1164100"/>
                    </a:cubicBezTo>
                    <a:lnTo>
                      <a:pt x="508824" y="1080684"/>
                    </a:lnTo>
                    <a:lnTo>
                      <a:pt x="502602" y="1100604"/>
                    </a:lnTo>
                    <a:cubicBezTo>
                      <a:pt x="501356" y="1100604"/>
                      <a:pt x="482686" y="1156630"/>
                      <a:pt x="454060" y="1253741"/>
                    </a:cubicBezTo>
                    <a:cubicBezTo>
                      <a:pt x="510070" y="1264946"/>
                      <a:pt x="640760" y="1288601"/>
                      <a:pt x="783896" y="1292336"/>
                    </a:cubicBezTo>
                    <a:cubicBezTo>
                      <a:pt x="965618" y="1297316"/>
                      <a:pt x="1105022" y="1269926"/>
                      <a:pt x="1200862" y="1212655"/>
                    </a:cubicBezTo>
                    <a:lnTo>
                      <a:pt x="1179702" y="1113055"/>
                    </a:lnTo>
                    <a:lnTo>
                      <a:pt x="1182192" y="1111809"/>
                    </a:lnTo>
                    <a:cubicBezTo>
                      <a:pt x="1184680" y="1108074"/>
                      <a:pt x="1448550" y="791842"/>
                      <a:pt x="1388806" y="605090"/>
                    </a:cubicBezTo>
                    <a:cubicBezTo>
                      <a:pt x="1350222" y="486814"/>
                      <a:pt x="1273052" y="271427"/>
                      <a:pt x="1188414" y="155641"/>
                    </a:cubicBezTo>
                    <a:cubicBezTo>
                      <a:pt x="1154808" y="113310"/>
                      <a:pt x="1112490" y="75960"/>
                      <a:pt x="1063948" y="52305"/>
                    </a:cubicBezTo>
                    <a:cubicBezTo>
                      <a:pt x="1014160" y="27404"/>
                      <a:pt x="959396" y="14954"/>
                      <a:pt x="904630" y="14954"/>
                    </a:cubicBezTo>
                    <a:close/>
                    <a:moveTo>
                      <a:pt x="646980" y="0"/>
                    </a:moveTo>
                    <a:lnTo>
                      <a:pt x="904632" y="0"/>
                    </a:lnTo>
                    <a:cubicBezTo>
                      <a:pt x="961888" y="0"/>
                      <a:pt x="1019144" y="13696"/>
                      <a:pt x="1070176" y="38597"/>
                    </a:cubicBezTo>
                    <a:cubicBezTo>
                      <a:pt x="1119964" y="64742"/>
                      <a:pt x="1166018" y="102094"/>
                      <a:pt x="1199624" y="148160"/>
                    </a:cubicBezTo>
                    <a:cubicBezTo>
                      <a:pt x="1286752" y="263949"/>
                      <a:pt x="1362680" y="481832"/>
                      <a:pt x="1402510" y="601356"/>
                    </a:cubicBezTo>
                    <a:cubicBezTo>
                      <a:pt x="1428648" y="682284"/>
                      <a:pt x="1401264" y="795583"/>
                      <a:pt x="1321604" y="935027"/>
                    </a:cubicBezTo>
                    <a:cubicBezTo>
                      <a:pt x="1268082" y="1028406"/>
                      <a:pt x="1208336" y="1103108"/>
                      <a:pt x="1195890" y="1116804"/>
                    </a:cubicBezTo>
                    <a:lnTo>
                      <a:pt x="1217050" y="1220142"/>
                    </a:lnTo>
                    <a:lnTo>
                      <a:pt x="1212072" y="1222632"/>
                    </a:lnTo>
                    <a:cubicBezTo>
                      <a:pt x="1108762" y="1287374"/>
                      <a:pt x="963132" y="1307295"/>
                      <a:pt x="824972" y="1307295"/>
                    </a:cubicBezTo>
                    <a:cubicBezTo>
                      <a:pt x="663162" y="1307295"/>
                      <a:pt x="510064" y="1278659"/>
                      <a:pt x="442850" y="1264963"/>
                    </a:cubicBezTo>
                    <a:lnTo>
                      <a:pt x="435382" y="1263719"/>
                    </a:lnTo>
                    <a:lnTo>
                      <a:pt x="437872" y="1257493"/>
                    </a:lnTo>
                    <a:cubicBezTo>
                      <a:pt x="457788" y="1189016"/>
                      <a:pt x="473968" y="1140459"/>
                      <a:pt x="481436" y="1114314"/>
                    </a:cubicBezTo>
                    <a:lnTo>
                      <a:pt x="375638" y="1184036"/>
                    </a:lnTo>
                    <a:lnTo>
                      <a:pt x="371904" y="1177811"/>
                    </a:lnTo>
                    <a:cubicBezTo>
                      <a:pt x="338296" y="1134234"/>
                      <a:pt x="287264" y="1094393"/>
                      <a:pt x="233742" y="1050816"/>
                    </a:cubicBezTo>
                    <a:cubicBezTo>
                      <a:pt x="76910" y="925067"/>
                      <a:pt x="-101080" y="781887"/>
                      <a:pt x="69442" y="507978"/>
                    </a:cubicBezTo>
                    <a:cubicBezTo>
                      <a:pt x="193912" y="311261"/>
                      <a:pt x="313402" y="179286"/>
                      <a:pt x="393064" y="103339"/>
                    </a:cubicBezTo>
                    <a:cubicBezTo>
                      <a:pt x="419202" y="77193"/>
                      <a:pt x="450318" y="54782"/>
                      <a:pt x="482680" y="38597"/>
                    </a:cubicBezTo>
                    <a:cubicBezTo>
                      <a:pt x="533714" y="13696"/>
                      <a:pt x="589724" y="0"/>
                      <a:pt x="64698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5" name="Freeform 444">
                <a:extLst>
                  <a:ext uri="{FF2B5EF4-FFF2-40B4-BE49-F238E27FC236}">
                    <a16:creationId xmlns:a16="http://schemas.microsoft.com/office/drawing/2014/main" id="{82125FB8-3046-B44A-ABE7-20D22FBC3D63}"/>
                  </a:ext>
                </a:extLst>
              </p:cNvPr>
              <p:cNvSpPr/>
              <p:nvPr/>
            </p:nvSpPr>
            <p:spPr>
              <a:xfrm>
                <a:off x="20509468" y="7742823"/>
                <a:ext cx="194344" cy="378854"/>
              </a:xfrm>
              <a:custGeom>
                <a:avLst/>
                <a:gdLst>
                  <a:gd name="connsiteX0" fmla="*/ 78024 w 194344"/>
                  <a:gd name="connsiteY0" fmla="*/ 38629 h 378854"/>
                  <a:gd name="connsiteX1" fmla="*/ 17442 w 194344"/>
                  <a:gd name="connsiteY1" fmla="*/ 115574 h 378854"/>
                  <a:gd name="connsiteX2" fmla="*/ 176932 w 194344"/>
                  <a:gd name="connsiteY2" fmla="*/ 336478 h 378854"/>
                  <a:gd name="connsiteX3" fmla="*/ 180640 w 194344"/>
                  <a:gd name="connsiteY3" fmla="*/ 214857 h 378854"/>
                  <a:gd name="connsiteX4" fmla="*/ 78024 w 194344"/>
                  <a:gd name="connsiteY4" fmla="*/ 38629 h 378854"/>
                  <a:gd name="connsiteX5" fmla="*/ 91602 w 194344"/>
                  <a:gd name="connsiteY5" fmla="*/ 0 h 378854"/>
                  <a:gd name="connsiteX6" fmla="*/ 91602 w 194344"/>
                  <a:gd name="connsiteY6" fmla="*/ 19875 h 378854"/>
                  <a:gd name="connsiteX7" fmla="*/ 191870 w 194344"/>
                  <a:gd name="connsiteY7" fmla="*/ 204954 h 378854"/>
                  <a:gd name="connsiteX8" fmla="*/ 194344 w 194344"/>
                  <a:gd name="connsiteY8" fmla="*/ 206196 h 378854"/>
                  <a:gd name="connsiteX9" fmla="*/ 194344 w 194344"/>
                  <a:gd name="connsiteY9" fmla="*/ 209923 h 378854"/>
                  <a:gd name="connsiteX10" fmla="*/ 190632 w 194344"/>
                  <a:gd name="connsiteY10" fmla="*/ 378854 h 378854"/>
                  <a:gd name="connsiteX11" fmla="*/ 0 w 194344"/>
                  <a:gd name="connsiteY11" fmla="*/ 115520 h 378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94344" h="378854">
                    <a:moveTo>
                      <a:pt x="78024" y="38629"/>
                    </a:moveTo>
                    <a:lnTo>
                      <a:pt x="17442" y="115574"/>
                    </a:lnTo>
                    <a:lnTo>
                      <a:pt x="176932" y="336478"/>
                    </a:lnTo>
                    <a:lnTo>
                      <a:pt x="180640" y="214857"/>
                    </a:lnTo>
                    <a:cubicBezTo>
                      <a:pt x="163332" y="201205"/>
                      <a:pt x="86678" y="137912"/>
                      <a:pt x="78024" y="38629"/>
                    </a:cubicBezTo>
                    <a:close/>
                    <a:moveTo>
                      <a:pt x="91602" y="0"/>
                    </a:moveTo>
                    <a:lnTo>
                      <a:pt x="91602" y="19875"/>
                    </a:lnTo>
                    <a:cubicBezTo>
                      <a:pt x="91602" y="132910"/>
                      <a:pt x="190632" y="203712"/>
                      <a:pt x="191870" y="204954"/>
                    </a:cubicBezTo>
                    <a:lnTo>
                      <a:pt x="194344" y="206196"/>
                    </a:lnTo>
                    <a:lnTo>
                      <a:pt x="194344" y="209923"/>
                    </a:lnTo>
                    <a:lnTo>
                      <a:pt x="190632" y="378854"/>
                    </a:lnTo>
                    <a:lnTo>
                      <a:pt x="0" y="11552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4" name="Freeform 343">
                <a:extLst>
                  <a:ext uri="{FF2B5EF4-FFF2-40B4-BE49-F238E27FC236}">
                    <a16:creationId xmlns:a16="http://schemas.microsoft.com/office/drawing/2014/main" id="{E9CBD37D-5E9E-864C-94E0-BD9DADBF4BE0}"/>
                  </a:ext>
                </a:extLst>
              </p:cNvPr>
              <p:cNvSpPr/>
              <p:nvPr/>
            </p:nvSpPr>
            <p:spPr>
              <a:xfrm>
                <a:off x="20681392" y="8096752"/>
                <a:ext cx="102155" cy="173226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83" h="140">
                    <a:moveTo>
                      <a:pt x="6" y="140"/>
                    </a:moveTo>
                    <a:lnTo>
                      <a:pt x="0" y="130"/>
                    </a:lnTo>
                    <a:lnTo>
                      <a:pt x="66" y="87"/>
                    </a:lnTo>
                    <a:lnTo>
                      <a:pt x="6" y="7"/>
                    </a:lnTo>
                    <a:lnTo>
                      <a:pt x="15" y="0"/>
                    </a:lnTo>
                    <a:lnTo>
                      <a:pt x="83" y="90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5" name="Freeform 344">
                <a:extLst>
                  <a:ext uri="{FF2B5EF4-FFF2-40B4-BE49-F238E27FC236}">
                    <a16:creationId xmlns:a16="http://schemas.microsoft.com/office/drawing/2014/main" id="{B476E76B-518C-A344-8BF8-5DEAE5F5670E}"/>
                  </a:ext>
                </a:extLst>
              </p:cNvPr>
              <p:cNvSpPr/>
              <p:nvPr/>
            </p:nvSpPr>
            <p:spPr>
              <a:xfrm>
                <a:off x="20596678" y="8218882"/>
                <a:ext cx="335118" cy="33398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270" h="269">
                    <a:moveTo>
                      <a:pt x="264" y="158"/>
                    </a:moveTo>
                    <a:cubicBezTo>
                      <a:pt x="264" y="158"/>
                      <a:pt x="278" y="186"/>
                      <a:pt x="263" y="192"/>
                    </a:cubicBezTo>
                    <a:cubicBezTo>
                      <a:pt x="249" y="199"/>
                      <a:pt x="237" y="195"/>
                      <a:pt x="237" y="195"/>
                    </a:cubicBezTo>
                    <a:cubicBezTo>
                      <a:pt x="237" y="195"/>
                      <a:pt x="238" y="216"/>
                      <a:pt x="227" y="223"/>
                    </a:cubicBezTo>
                    <a:cubicBezTo>
                      <a:pt x="215" y="230"/>
                      <a:pt x="200" y="227"/>
                      <a:pt x="200" y="227"/>
                    </a:cubicBezTo>
                    <a:cubicBezTo>
                      <a:pt x="200" y="227"/>
                      <a:pt x="194" y="245"/>
                      <a:pt x="185" y="250"/>
                    </a:cubicBezTo>
                    <a:cubicBezTo>
                      <a:pt x="174" y="256"/>
                      <a:pt x="154" y="252"/>
                      <a:pt x="154" y="252"/>
                    </a:cubicBezTo>
                    <a:cubicBezTo>
                      <a:pt x="154" y="252"/>
                      <a:pt x="147" y="272"/>
                      <a:pt x="123" y="269"/>
                    </a:cubicBezTo>
                    <a:cubicBezTo>
                      <a:pt x="99" y="267"/>
                      <a:pt x="88" y="253"/>
                      <a:pt x="63" y="223"/>
                    </a:cubicBezTo>
                    <a:cubicBezTo>
                      <a:pt x="37" y="193"/>
                      <a:pt x="43" y="157"/>
                      <a:pt x="43" y="157"/>
                    </a:cubicBezTo>
                    <a:lnTo>
                      <a:pt x="0" y="82"/>
                    </a:lnTo>
                    <a:lnTo>
                      <a:pt x="128" y="0"/>
                    </a:lnTo>
                    <a:lnTo>
                      <a:pt x="161" y="50"/>
                    </a:lnTo>
                    <a:cubicBezTo>
                      <a:pt x="161" y="50"/>
                      <a:pt x="204" y="45"/>
                      <a:pt x="222" y="52"/>
                    </a:cubicBezTo>
                    <a:cubicBezTo>
                      <a:pt x="241" y="60"/>
                      <a:pt x="244" y="128"/>
                      <a:pt x="244" y="128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6" name="Freeform 445">
                <a:extLst>
                  <a:ext uri="{FF2B5EF4-FFF2-40B4-BE49-F238E27FC236}">
                    <a16:creationId xmlns:a16="http://schemas.microsoft.com/office/drawing/2014/main" id="{707B0525-7743-4241-9D13-A7AE5AF3262D}"/>
                  </a:ext>
                </a:extLst>
              </p:cNvPr>
              <p:cNvSpPr/>
              <p:nvPr/>
            </p:nvSpPr>
            <p:spPr>
              <a:xfrm>
                <a:off x="20590337" y="8212885"/>
                <a:ext cx="348316" cy="348710"/>
              </a:xfrm>
              <a:custGeom>
                <a:avLst/>
                <a:gdLst>
                  <a:gd name="connsiteX0" fmla="*/ 162735 w 348316"/>
                  <a:gd name="connsiteY0" fmla="*/ 15967 h 348710"/>
                  <a:gd name="connsiteX1" fmla="*/ 16303 w 348316"/>
                  <a:gd name="connsiteY1" fmla="*/ 110311 h 348710"/>
                  <a:gd name="connsiteX2" fmla="*/ 65941 w 348316"/>
                  <a:gd name="connsiteY2" fmla="*/ 197205 h 348710"/>
                  <a:gd name="connsiteX3" fmla="*/ 67183 w 348316"/>
                  <a:gd name="connsiteY3" fmla="*/ 202171 h 348710"/>
                  <a:gd name="connsiteX4" fmla="*/ 89519 w 348316"/>
                  <a:gd name="connsiteY4" fmla="*/ 277894 h 348710"/>
                  <a:gd name="connsiteX5" fmla="*/ 94483 w 348316"/>
                  <a:gd name="connsiteY5" fmla="*/ 284101 h 348710"/>
                  <a:gd name="connsiteX6" fmla="*/ 160253 w 348316"/>
                  <a:gd name="connsiteY6" fmla="*/ 333755 h 348710"/>
                  <a:gd name="connsiteX7" fmla="*/ 191277 w 348316"/>
                  <a:gd name="connsiteY7" fmla="*/ 316376 h 348710"/>
                  <a:gd name="connsiteX8" fmla="*/ 199963 w 348316"/>
                  <a:gd name="connsiteY8" fmla="*/ 312652 h 348710"/>
                  <a:gd name="connsiteX9" fmla="*/ 232229 w 348316"/>
                  <a:gd name="connsiteY9" fmla="*/ 310169 h 348710"/>
                  <a:gd name="connsiteX10" fmla="*/ 247119 w 348316"/>
                  <a:gd name="connsiteY10" fmla="*/ 286583 h 348710"/>
                  <a:gd name="connsiteX11" fmla="*/ 255807 w 348316"/>
                  <a:gd name="connsiteY11" fmla="*/ 281618 h 348710"/>
                  <a:gd name="connsiteX12" fmla="*/ 284349 w 348316"/>
                  <a:gd name="connsiteY12" fmla="*/ 276652 h 348710"/>
                  <a:gd name="connsiteX13" fmla="*/ 294275 w 348316"/>
                  <a:gd name="connsiteY13" fmla="*/ 248101 h 348710"/>
                  <a:gd name="connsiteX14" fmla="*/ 295517 w 348316"/>
                  <a:gd name="connsiteY14" fmla="*/ 243136 h 348710"/>
                  <a:gd name="connsiteX15" fmla="*/ 302963 w 348316"/>
                  <a:gd name="connsiteY15" fmla="*/ 241894 h 348710"/>
                  <a:gd name="connsiteX16" fmla="*/ 330263 w 348316"/>
                  <a:gd name="connsiteY16" fmla="*/ 238170 h 348710"/>
                  <a:gd name="connsiteX17" fmla="*/ 333987 w 348316"/>
                  <a:gd name="connsiteY17" fmla="*/ 234446 h 348710"/>
                  <a:gd name="connsiteX18" fmla="*/ 327781 w 348316"/>
                  <a:gd name="connsiteY18" fmla="*/ 205895 h 348710"/>
                  <a:gd name="connsiteX19" fmla="*/ 302963 w 348316"/>
                  <a:gd name="connsiteY19" fmla="*/ 167413 h 348710"/>
                  <a:gd name="connsiteX20" fmla="*/ 302963 w 348316"/>
                  <a:gd name="connsiteY20" fmla="*/ 164930 h 348710"/>
                  <a:gd name="connsiteX21" fmla="*/ 279385 w 348316"/>
                  <a:gd name="connsiteY21" fmla="*/ 78035 h 348710"/>
                  <a:gd name="connsiteX22" fmla="*/ 207409 w 348316"/>
                  <a:gd name="connsiteY22" fmla="*/ 75552 h 348710"/>
                  <a:gd name="connsiteX23" fmla="*/ 199963 w 348316"/>
                  <a:gd name="connsiteY23" fmla="*/ 73070 h 348710"/>
                  <a:gd name="connsiteX24" fmla="*/ 161489 w 348316"/>
                  <a:gd name="connsiteY24" fmla="*/ 2250 h 348710"/>
                  <a:gd name="connsiteX25" fmla="*/ 171419 w 348316"/>
                  <a:gd name="connsiteY25" fmla="*/ 3492 h 348710"/>
                  <a:gd name="connsiteX26" fmla="*/ 209901 w 348316"/>
                  <a:gd name="connsiteY26" fmla="*/ 61856 h 348710"/>
                  <a:gd name="connsiteX27" fmla="*/ 284383 w 348316"/>
                  <a:gd name="connsiteY27" fmla="*/ 66823 h 348710"/>
                  <a:gd name="connsiteX28" fmla="*/ 316659 w 348316"/>
                  <a:gd name="connsiteY28" fmla="*/ 163683 h 348710"/>
                  <a:gd name="connsiteX29" fmla="*/ 340245 w 348316"/>
                  <a:gd name="connsiteY29" fmla="*/ 199695 h 348710"/>
                  <a:gd name="connsiteX30" fmla="*/ 340245 w 348316"/>
                  <a:gd name="connsiteY30" fmla="*/ 200937 h 348710"/>
                  <a:gd name="connsiteX31" fmla="*/ 346451 w 348316"/>
                  <a:gd name="connsiteY31" fmla="*/ 240674 h 348710"/>
                  <a:gd name="connsiteX32" fmla="*/ 336521 w 348316"/>
                  <a:gd name="connsiteY32" fmla="*/ 251850 h 348710"/>
                  <a:gd name="connsiteX33" fmla="*/ 307969 w 348316"/>
                  <a:gd name="connsiteY33" fmla="*/ 258059 h 348710"/>
                  <a:gd name="connsiteX34" fmla="*/ 291831 w 348316"/>
                  <a:gd name="connsiteY34" fmla="*/ 290346 h 348710"/>
                  <a:gd name="connsiteX35" fmla="*/ 258315 w 348316"/>
                  <a:gd name="connsiteY35" fmla="*/ 297796 h 348710"/>
                  <a:gd name="connsiteX36" fmla="*/ 238453 w 348316"/>
                  <a:gd name="connsiteY36" fmla="*/ 325116 h 348710"/>
                  <a:gd name="connsiteX37" fmla="*/ 202453 w 348316"/>
                  <a:gd name="connsiteY37" fmla="*/ 327599 h 348710"/>
                  <a:gd name="connsiteX38" fmla="*/ 165213 w 348316"/>
                  <a:gd name="connsiteY38" fmla="*/ 348710 h 348710"/>
                  <a:gd name="connsiteX39" fmla="*/ 159007 w 348316"/>
                  <a:gd name="connsiteY39" fmla="*/ 348710 h 348710"/>
                  <a:gd name="connsiteX40" fmla="*/ 84525 w 348316"/>
                  <a:gd name="connsiteY40" fmla="*/ 295313 h 348710"/>
                  <a:gd name="connsiteX41" fmla="*/ 79559 w 348316"/>
                  <a:gd name="connsiteY41" fmla="*/ 289104 h 348710"/>
                  <a:gd name="connsiteX42" fmla="*/ 52249 w 348316"/>
                  <a:gd name="connsiteY42" fmla="*/ 203420 h 348710"/>
                  <a:gd name="connsiteX43" fmla="*/ 1353 w 348316"/>
                  <a:gd name="connsiteY43" fmla="*/ 112769 h 348710"/>
                  <a:gd name="connsiteX44" fmla="*/ 2595 w 348316"/>
                  <a:gd name="connsiteY44" fmla="*/ 102835 h 348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</a:cxnLst>
                <a:rect l="l" t="t" r="r" b="b"/>
                <a:pathLst>
                  <a:path w="348316" h="348710">
                    <a:moveTo>
                      <a:pt x="162735" y="15967"/>
                    </a:moveTo>
                    <a:lnTo>
                      <a:pt x="16303" y="110311"/>
                    </a:lnTo>
                    <a:lnTo>
                      <a:pt x="65941" y="197205"/>
                    </a:lnTo>
                    <a:cubicBezTo>
                      <a:pt x="67183" y="198447"/>
                      <a:pt x="67183" y="199688"/>
                      <a:pt x="67183" y="202171"/>
                    </a:cubicBezTo>
                    <a:cubicBezTo>
                      <a:pt x="67183" y="202171"/>
                      <a:pt x="60979" y="244377"/>
                      <a:pt x="89519" y="277894"/>
                    </a:cubicBezTo>
                    <a:lnTo>
                      <a:pt x="94483" y="284101"/>
                    </a:lnTo>
                    <a:cubicBezTo>
                      <a:pt x="123025" y="316376"/>
                      <a:pt x="134193" y="330031"/>
                      <a:pt x="160253" y="333755"/>
                    </a:cubicBezTo>
                    <a:cubicBezTo>
                      <a:pt x="183831" y="336238"/>
                      <a:pt x="191277" y="317617"/>
                      <a:pt x="191277" y="316376"/>
                    </a:cubicBezTo>
                    <a:cubicBezTo>
                      <a:pt x="192519" y="313893"/>
                      <a:pt x="196241" y="311411"/>
                      <a:pt x="199963" y="312652"/>
                    </a:cubicBezTo>
                    <a:cubicBezTo>
                      <a:pt x="206169" y="312652"/>
                      <a:pt x="223541" y="315135"/>
                      <a:pt x="232229" y="310169"/>
                    </a:cubicBezTo>
                    <a:cubicBezTo>
                      <a:pt x="239675" y="307686"/>
                      <a:pt x="245879" y="291549"/>
                      <a:pt x="247119" y="286583"/>
                    </a:cubicBezTo>
                    <a:cubicBezTo>
                      <a:pt x="248361" y="282859"/>
                      <a:pt x="252083" y="280377"/>
                      <a:pt x="255807" y="281618"/>
                    </a:cubicBezTo>
                    <a:cubicBezTo>
                      <a:pt x="255807" y="281618"/>
                      <a:pt x="271939" y="284101"/>
                      <a:pt x="284349" y="276652"/>
                    </a:cubicBezTo>
                    <a:cubicBezTo>
                      <a:pt x="293035" y="271687"/>
                      <a:pt x="294275" y="254308"/>
                      <a:pt x="294275" y="248101"/>
                    </a:cubicBezTo>
                    <a:cubicBezTo>
                      <a:pt x="294275" y="245618"/>
                      <a:pt x="294275" y="244377"/>
                      <a:pt x="295517" y="243136"/>
                    </a:cubicBezTo>
                    <a:cubicBezTo>
                      <a:pt x="297999" y="240653"/>
                      <a:pt x="300481" y="240653"/>
                      <a:pt x="302963" y="241894"/>
                    </a:cubicBezTo>
                    <a:cubicBezTo>
                      <a:pt x="302963" y="241894"/>
                      <a:pt x="315371" y="245618"/>
                      <a:pt x="330263" y="238170"/>
                    </a:cubicBezTo>
                    <a:cubicBezTo>
                      <a:pt x="332745" y="238170"/>
                      <a:pt x="332745" y="236929"/>
                      <a:pt x="333987" y="234446"/>
                    </a:cubicBezTo>
                    <a:cubicBezTo>
                      <a:pt x="336467" y="226998"/>
                      <a:pt x="331505" y="213343"/>
                      <a:pt x="327781" y="205895"/>
                    </a:cubicBezTo>
                    <a:lnTo>
                      <a:pt x="302963" y="167413"/>
                    </a:lnTo>
                    <a:cubicBezTo>
                      <a:pt x="302963" y="166172"/>
                      <a:pt x="302963" y="166172"/>
                      <a:pt x="302963" y="164930"/>
                    </a:cubicBezTo>
                    <a:cubicBezTo>
                      <a:pt x="300481" y="126448"/>
                      <a:pt x="290553" y="81759"/>
                      <a:pt x="279385" y="78035"/>
                    </a:cubicBezTo>
                    <a:cubicBezTo>
                      <a:pt x="262011" y="70587"/>
                      <a:pt x="222301" y="74311"/>
                      <a:pt x="207409" y="75552"/>
                    </a:cubicBezTo>
                    <a:cubicBezTo>
                      <a:pt x="204927" y="75552"/>
                      <a:pt x="202445" y="74311"/>
                      <a:pt x="199963" y="73070"/>
                    </a:cubicBezTo>
                    <a:close/>
                    <a:moveTo>
                      <a:pt x="161489" y="2250"/>
                    </a:moveTo>
                    <a:cubicBezTo>
                      <a:pt x="165213" y="-1476"/>
                      <a:pt x="168937" y="-234"/>
                      <a:pt x="171419" y="3492"/>
                    </a:cubicBezTo>
                    <a:lnTo>
                      <a:pt x="209901" y="61856"/>
                    </a:lnTo>
                    <a:cubicBezTo>
                      <a:pt x="223557" y="60614"/>
                      <a:pt x="264521" y="58131"/>
                      <a:pt x="284383" y="66823"/>
                    </a:cubicBezTo>
                    <a:cubicBezTo>
                      <a:pt x="309211" y="75516"/>
                      <a:pt x="315417" y="145056"/>
                      <a:pt x="316659" y="163683"/>
                    </a:cubicBezTo>
                    <a:lnTo>
                      <a:pt x="340245" y="199695"/>
                    </a:lnTo>
                    <a:lnTo>
                      <a:pt x="340245" y="200937"/>
                    </a:lnTo>
                    <a:cubicBezTo>
                      <a:pt x="341485" y="203420"/>
                      <a:pt x="352659" y="225772"/>
                      <a:pt x="346451" y="240674"/>
                    </a:cubicBezTo>
                    <a:cubicBezTo>
                      <a:pt x="345209" y="245641"/>
                      <a:pt x="341485" y="249367"/>
                      <a:pt x="336521" y="251850"/>
                    </a:cubicBezTo>
                    <a:cubicBezTo>
                      <a:pt x="325349" y="258059"/>
                      <a:pt x="314175" y="258059"/>
                      <a:pt x="307969" y="258059"/>
                    </a:cubicBezTo>
                    <a:cubicBezTo>
                      <a:pt x="306727" y="266752"/>
                      <a:pt x="303003" y="282895"/>
                      <a:pt x="291831" y="290346"/>
                    </a:cubicBezTo>
                    <a:cubicBezTo>
                      <a:pt x="280659" y="297796"/>
                      <a:pt x="267005" y="297796"/>
                      <a:pt x="258315" y="297796"/>
                    </a:cubicBezTo>
                    <a:cubicBezTo>
                      <a:pt x="255833" y="305247"/>
                      <a:pt x="249625" y="318907"/>
                      <a:pt x="238453" y="325116"/>
                    </a:cubicBezTo>
                    <a:cubicBezTo>
                      <a:pt x="227281" y="330083"/>
                      <a:pt x="211143" y="330083"/>
                      <a:pt x="202453" y="327599"/>
                    </a:cubicBezTo>
                    <a:cubicBezTo>
                      <a:pt x="196247" y="337534"/>
                      <a:pt x="185075" y="348710"/>
                      <a:pt x="165213" y="348710"/>
                    </a:cubicBezTo>
                    <a:cubicBezTo>
                      <a:pt x="162731" y="348710"/>
                      <a:pt x="160247" y="348710"/>
                      <a:pt x="159007" y="348710"/>
                    </a:cubicBezTo>
                    <a:cubicBezTo>
                      <a:pt x="127973" y="344985"/>
                      <a:pt x="113075" y="328841"/>
                      <a:pt x="84525" y="295313"/>
                    </a:cubicBezTo>
                    <a:lnTo>
                      <a:pt x="79559" y="289104"/>
                    </a:lnTo>
                    <a:cubicBezTo>
                      <a:pt x="49767" y="254334"/>
                      <a:pt x="52249" y="214596"/>
                      <a:pt x="52249" y="203420"/>
                    </a:cubicBezTo>
                    <a:lnTo>
                      <a:pt x="1353" y="112769"/>
                    </a:lnTo>
                    <a:cubicBezTo>
                      <a:pt x="-1129" y="109044"/>
                      <a:pt x="111" y="104077"/>
                      <a:pt x="2595" y="102835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8" name="Freeform 347">
                <a:extLst>
                  <a:ext uri="{FF2B5EF4-FFF2-40B4-BE49-F238E27FC236}">
                    <a16:creationId xmlns:a16="http://schemas.microsoft.com/office/drawing/2014/main" id="{7AEF443E-235D-394A-9FFD-138AE777C998}"/>
                  </a:ext>
                </a:extLst>
              </p:cNvPr>
              <p:cNvSpPr/>
              <p:nvPr/>
            </p:nvSpPr>
            <p:spPr>
              <a:xfrm>
                <a:off x="20768597" y="8345998"/>
                <a:ext cx="138283" cy="83497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12" h="68">
                    <a:moveTo>
                      <a:pt x="93" y="68"/>
                    </a:moveTo>
                    <a:cubicBezTo>
                      <a:pt x="90" y="68"/>
                      <a:pt x="87" y="68"/>
                      <a:pt x="84" y="66"/>
                    </a:cubicBezTo>
                    <a:cubicBezTo>
                      <a:pt x="75" y="62"/>
                      <a:pt x="64" y="51"/>
                      <a:pt x="60" y="19"/>
                    </a:cubicBezTo>
                    <a:cubicBezTo>
                      <a:pt x="49" y="19"/>
                      <a:pt x="24" y="17"/>
                      <a:pt x="4" y="11"/>
                    </a:cubicBezTo>
                    <a:cubicBezTo>
                      <a:pt x="1" y="10"/>
                      <a:pt x="-1" y="6"/>
                      <a:pt x="1" y="4"/>
                    </a:cubicBezTo>
                    <a:cubicBezTo>
                      <a:pt x="2" y="0"/>
                      <a:pt x="5" y="-1"/>
                      <a:pt x="8" y="0"/>
                    </a:cubicBezTo>
                    <a:cubicBezTo>
                      <a:pt x="31" y="8"/>
                      <a:pt x="65" y="9"/>
                      <a:pt x="65" y="9"/>
                    </a:cubicBezTo>
                    <a:cubicBezTo>
                      <a:pt x="68" y="9"/>
                      <a:pt x="70" y="11"/>
                      <a:pt x="71" y="13"/>
                    </a:cubicBezTo>
                    <a:cubicBezTo>
                      <a:pt x="74" y="46"/>
                      <a:pt x="84" y="54"/>
                      <a:pt x="89" y="56"/>
                    </a:cubicBezTo>
                    <a:cubicBezTo>
                      <a:pt x="92" y="57"/>
                      <a:pt x="95" y="57"/>
                      <a:pt x="97" y="56"/>
                    </a:cubicBezTo>
                    <a:cubicBezTo>
                      <a:pt x="99" y="52"/>
                      <a:pt x="101" y="38"/>
                      <a:pt x="101" y="26"/>
                    </a:cubicBezTo>
                    <a:cubicBezTo>
                      <a:pt x="101" y="22"/>
                      <a:pt x="103" y="19"/>
                      <a:pt x="106" y="19"/>
                    </a:cubicBezTo>
                    <a:cubicBezTo>
                      <a:pt x="110" y="19"/>
                      <a:pt x="112" y="22"/>
                      <a:pt x="112" y="26"/>
                    </a:cubicBezTo>
                    <a:cubicBezTo>
                      <a:pt x="112" y="48"/>
                      <a:pt x="110" y="61"/>
                      <a:pt x="104" y="65"/>
                    </a:cubicBezTo>
                    <a:cubicBezTo>
                      <a:pt x="100" y="67"/>
                      <a:pt x="97" y="68"/>
                      <a:pt x="93" y="6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49" name="Freeform 348">
                <a:extLst>
                  <a:ext uri="{FF2B5EF4-FFF2-40B4-BE49-F238E27FC236}">
                    <a16:creationId xmlns:a16="http://schemas.microsoft.com/office/drawing/2014/main" id="{6A3F20B0-20FA-144A-9DC9-86B433457CAF}"/>
                  </a:ext>
                </a:extLst>
              </p:cNvPr>
              <p:cNvSpPr/>
              <p:nvPr/>
            </p:nvSpPr>
            <p:spPr>
              <a:xfrm>
                <a:off x="20889436" y="8415787"/>
                <a:ext cx="0" cy="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>
                    <a:moveTo>
                      <a:pt x="0" y="0"/>
                    </a:move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0" name="Freeform 349">
                <a:extLst>
                  <a:ext uri="{FF2B5EF4-FFF2-40B4-BE49-F238E27FC236}">
                    <a16:creationId xmlns:a16="http://schemas.microsoft.com/office/drawing/2014/main" id="{F723C159-4646-E047-93FF-034F6927FB41}"/>
                  </a:ext>
                </a:extLst>
              </p:cNvPr>
              <p:cNvSpPr/>
              <p:nvPr/>
            </p:nvSpPr>
            <p:spPr>
              <a:xfrm>
                <a:off x="20682638" y="8375907"/>
                <a:ext cx="176902" cy="145809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3" h="118">
                    <a:moveTo>
                      <a:pt x="5" y="118"/>
                    </a:moveTo>
                    <a:cubicBezTo>
                      <a:pt x="3" y="118"/>
                      <a:pt x="1" y="116"/>
                      <a:pt x="0" y="113"/>
                    </a:cubicBezTo>
                    <a:cubicBezTo>
                      <a:pt x="0" y="111"/>
                      <a:pt x="-3" y="89"/>
                      <a:pt x="10" y="78"/>
                    </a:cubicBezTo>
                    <a:cubicBezTo>
                      <a:pt x="15" y="73"/>
                      <a:pt x="22" y="71"/>
                      <a:pt x="31" y="72"/>
                    </a:cubicBezTo>
                    <a:cubicBezTo>
                      <a:pt x="32" y="66"/>
                      <a:pt x="34" y="56"/>
                      <a:pt x="41" y="51"/>
                    </a:cubicBezTo>
                    <a:cubicBezTo>
                      <a:pt x="47" y="46"/>
                      <a:pt x="55" y="45"/>
                      <a:pt x="65" y="47"/>
                    </a:cubicBezTo>
                    <a:cubicBezTo>
                      <a:pt x="66" y="40"/>
                      <a:pt x="71" y="29"/>
                      <a:pt x="81" y="25"/>
                    </a:cubicBezTo>
                    <a:cubicBezTo>
                      <a:pt x="84" y="23"/>
                      <a:pt x="89" y="21"/>
                      <a:pt x="96" y="23"/>
                    </a:cubicBezTo>
                    <a:cubicBezTo>
                      <a:pt x="98" y="16"/>
                      <a:pt x="102" y="7"/>
                      <a:pt x="111" y="3"/>
                    </a:cubicBezTo>
                    <a:cubicBezTo>
                      <a:pt x="118" y="-2"/>
                      <a:pt x="128" y="0"/>
                      <a:pt x="140" y="7"/>
                    </a:cubicBezTo>
                    <a:cubicBezTo>
                      <a:pt x="142" y="9"/>
                      <a:pt x="143" y="12"/>
                      <a:pt x="142" y="15"/>
                    </a:cubicBezTo>
                    <a:cubicBezTo>
                      <a:pt x="140" y="18"/>
                      <a:pt x="136" y="18"/>
                      <a:pt x="134" y="16"/>
                    </a:cubicBezTo>
                    <a:cubicBezTo>
                      <a:pt x="126" y="12"/>
                      <a:pt x="120" y="10"/>
                      <a:pt x="116" y="12"/>
                    </a:cubicBezTo>
                    <a:cubicBezTo>
                      <a:pt x="109" y="16"/>
                      <a:pt x="106" y="28"/>
                      <a:pt x="106" y="32"/>
                    </a:cubicBezTo>
                    <a:cubicBezTo>
                      <a:pt x="106" y="34"/>
                      <a:pt x="105" y="35"/>
                      <a:pt x="103" y="37"/>
                    </a:cubicBezTo>
                    <a:cubicBezTo>
                      <a:pt x="101" y="37"/>
                      <a:pt x="99" y="37"/>
                      <a:pt x="98" y="37"/>
                    </a:cubicBezTo>
                    <a:cubicBezTo>
                      <a:pt x="93" y="34"/>
                      <a:pt x="89" y="33"/>
                      <a:pt x="85" y="35"/>
                    </a:cubicBezTo>
                    <a:cubicBezTo>
                      <a:pt x="79" y="38"/>
                      <a:pt x="75" y="51"/>
                      <a:pt x="75" y="55"/>
                    </a:cubicBezTo>
                    <a:cubicBezTo>
                      <a:pt x="75" y="56"/>
                      <a:pt x="73" y="58"/>
                      <a:pt x="72" y="59"/>
                    </a:cubicBezTo>
                    <a:cubicBezTo>
                      <a:pt x="70" y="60"/>
                      <a:pt x="69" y="60"/>
                      <a:pt x="67" y="59"/>
                    </a:cubicBezTo>
                    <a:cubicBezTo>
                      <a:pt x="59" y="57"/>
                      <a:pt x="53" y="57"/>
                      <a:pt x="48" y="60"/>
                    </a:cubicBezTo>
                    <a:cubicBezTo>
                      <a:pt x="43" y="64"/>
                      <a:pt x="42" y="74"/>
                      <a:pt x="43" y="78"/>
                    </a:cubicBezTo>
                    <a:cubicBezTo>
                      <a:pt x="43" y="79"/>
                      <a:pt x="42" y="81"/>
                      <a:pt x="40" y="82"/>
                    </a:cubicBezTo>
                    <a:cubicBezTo>
                      <a:pt x="39" y="83"/>
                      <a:pt x="37" y="84"/>
                      <a:pt x="35" y="83"/>
                    </a:cubicBezTo>
                    <a:cubicBezTo>
                      <a:pt x="27" y="82"/>
                      <a:pt x="21" y="83"/>
                      <a:pt x="18" y="86"/>
                    </a:cubicBezTo>
                    <a:cubicBezTo>
                      <a:pt x="11" y="92"/>
                      <a:pt x="11" y="107"/>
                      <a:pt x="12" y="111"/>
                    </a:cubicBezTo>
                    <a:cubicBezTo>
                      <a:pt x="12" y="114"/>
                      <a:pt x="10" y="117"/>
                      <a:pt x="7" y="118"/>
                    </a:cubicBezTo>
                    <a:cubicBezTo>
                      <a:pt x="6" y="118"/>
                      <a:pt x="6" y="118"/>
                      <a:pt x="5" y="118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1" name="Freeform 350">
                <a:extLst>
                  <a:ext uri="{FF2B5EF4-FFF2-40B4-BE49-F238E27FC236}">
                    <a16:creationId xmlns:a16="http://schemas.microsoft.com/office/drawing/2014/main" id="{8C653900-913D-BE48-8AC6-20829D01CED4}"/>
                  </a:ext>
                </a:extLst>
              </p:cNvPr>
              <p:cNvSpPr/>
              <p:nvPr/>
            </p:nvSpPr>
            <p:spPr>
              <a:xfrm>
                <a:off x="21336678" y="7684250"/>
                <a:ext cx="59798" cy="5981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9" h="481">
                    <a:moveTo>
                      <a:pt x="28" y="481"/>
                    </a:moveTo>
                    <a:lnTo>
                      <a:pt x="0" y="288"/>
                    </a:lnTo>
                    <a:lnTo>
                      <a:pt x="0" y="287"/>
                    </a:lnTo>
                    <a:cubicBezTo>
                      <a:pt x="0" y="286"/>
                      <a:pt x="19" y="123"/>
                      <a:pt x="38" y="0"/>
                    </a:cubicBezTo>
                    <a:lnTo>
                      <a:pt x="49" y="1"/>
                    </a:lnTo>
                    <a:cubicBezTo>
                      <a:pt x="31" y="121"/>
                      <a:pt x="12" y="276"/>
                      <a:pt x="11" y="288"/>
                    </a:cubicBezTo>
                    <a:lnTo>
                      <a:pt x="39" y="479"/>
                    </a:ln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2" name="Freeform 351">
                <a:extLst>
                  <a:ext uri="{FF2B5EF4-FFF2-40B4-BE49-F238E27FC236}">
                    <a16:creationId xmlns:a16="http://schemas.microsoft.com/office/drawing/2014/main" id="{88BB0F1A-B084-F243-8E8F-B3EE27F319B4}"/>
                  </a:ext>
                </a:extLst>
              </p:cNvPr>
              <p:cNvSpPr/>
              <p:nvPr/>
            </p:nvSpPr>
            <p:spPr>
              <a:xfrm>
                <a:off x="20661456" y="6332088"/>
                <a:ext cx="781111" cy="116024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628" h="932">
                    <a:moveTo>
                      <a:pt x="582" y="690"/>
                    </a:moveTo>
                    <a:cubicBezTo>
                      <a:pt x="583" y="679"/>
                      <a:pt x="588" y="660"/>
                      <a:pt x="594" y="636"/>
                    </a:cubicBezTo>
                    <a:cubicBezTo>
                      <a:pt x="617" y="549"/>
                      <a:pt x="655" y="403"/>
                      <a:pt x="599" y="310"/>
                    </a:cubicBezTo>
                    <a:cubicBezTo>
                      <a:pt x="576" y="271"/>
                      <a:pt x="538" y="246"/>
                      <a:pt x="489" y="233"/>
                    </a:cubicBezTo>
                    <a:cubicBezTo>
                      <a:pt x="484" y="203"/>
                      <a:pt x="449" y="17"/>
                      <a:pt x="264" y="2"/>
                    </a:cubicBezTo>
                    <a:cubicBezTo>
                      <a:pt x="186" y="-5"/>
                      <a:pt x="123" y="12"/>
                      <a:pt x="77" y="51"/>
                    </a:cubicBezTo>
                    <a:cubicBezTo>
                      <a:pt x="16" y="103"/>
                      <a:pt x="3" y="180"/>
                      <a:pt x="1" y="212"/>
                    </a:cubicBezTo>
                    <a:lnTo>
                      <a:pt x="0" y="218"/>
                    </a:lnTo>
                    <a:lnTo>
                      <a:pt x="94" y="218"/>
                    </a:lnTo>
                    <a:cubicBezTo>
                      <a:pt x="93" y="241"/>
                      <a:pt x="95" y="316"/>
                      <a:pt x="129" y="321"/>
                    </a:cubicBezTo>
                    <a:cubicBezTo>
                      <a:pt x="142" y="323"/>
                      <a:pt x="152" y="321"/>
                      <a:pt x="159" y="316"/>
                    </a:cubicBezTo>
                    <a:cubicBezTo>
                      <a:pt x="170" y="306"/>
                      <a:pt x="172" y="290"/>
                      <a:pt x="172" y="277"/>
                    </a:cubicBezTo>
                    <a:lnTo>
                      <a:pt x="172" y="276"/>
                    </a:lnTo>
                    <a:cubicBezTo>
                      <a:pt x="174" y="257"/>
                      <a:pt x="189" y="247"/>
                      <a:pt x="205" y="247"/>
                    </a:cubicBezTo>
                    <a:cubicBezTo>
                      <a:pt x="227" y="248"/>
                      <a:pt x="250" y="268"/>
                      <a:pt x="251" y="312"/>
                    </a:cubicBezTo>
                    <a:cubicBezTo>
                      <a:pt x="252" y="340"/>
                      <a:pt x="245" y="361"/>
                      <a:pt x="232" y="373"/>
                    </a:cubicBezTo>
                    <a:cubicBezTo>
                      <a:pt x="214" y="387"/>
                      <a:pt x="191" y="384"/>
                      <a:pt x="191" y="384"/>
                    </a:cubicBezTo>
                    <a:lnTo>
                      <a:pt x="184" y="383"/>
                    </a:lnTo>
                    <a:lnTo>
                      <a:pt x="184" y="389"/>
                    </a:lnTo>
                    <a:cubicBezTo>
                      <a:pt x="184" y="392"/>
                      <a:pt x="183" y="460"/>
                      <a:pt x="214" y="489"/>
                    </a:cubicBezTo>
                    <a:cubicBezTo>
                      <a:pt x="230" y="504"/>
                      <a:pt x="312" y="510"/>
                      <a:pt x="343" y="501"/>
                    </a:cubicBezTo>
                    <a:cubicBezTo>
                      <a:pt x="355" y="498"/>
                      <a:pt x="387" y="472"/>
                      <a:pt x="409" y="417"/>
                    </a:cubicBezTo>
                    <a:cubicBezTo>
                      <a:pt x="407" y="459"/>
                      <a:pt x="407" y="524"/>
                      <a:pt x="415" y="593"/>
                    </a:cubicBezTo>
                    <a:cubicBezTo>
                      <a:pt x="427" y="705"/>
                      <a:pt x="463" y="854"/>
                      <a:pt x="568" y="925"/>
                    </a:cubicBezTo>
                    <a:cubicBezTo>
                      <a:pt x="573" y="928"/>
                      <a:pt x="579" y="932"/>
                      <a:pt x="584" y="932"/>
                    </a:cubicBezTo>
                    <a:cubicBezTo>
                      <a:pt x="586" y="932"/>
                      <a:pt x="588" y="931"/>
                      <a:pt x="590" y="930"/>
                    </a:cubicBezTo>
                    <a:cubicBezTo>
                      <a:pt x="599" y="925"/>
                      <a:pt x="596" y="910"/>
                      <a:pt x="591" y="878"/>
                    </a:cubicBezTo>
                    <a:cubicBezTo>
                      <a:pt x="584" y="838"/>
                      <a:pt x="573" y="771"/>
                      <a:pt x="582" y="69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3" name="Freeform 352">
                <a:extLst>
                  <a:ext uri="{FF2B5EF4-FFF2-40B4-BE49-F238E27FC236}">
                    <a16:creationId xmlns:a16="http://schemas.microsoft.com/office/drawing/2014/main" id="{C697F0CA-5FCB-9042-8F88-D790458CB24B}"/>
                  </a:ext>
                </a:extLst>
              </p:cNvPr>
              <p:cNvSpPr/>
              <p:nvPr/>
            </p:nvSpPr>
            <p:spPr>
              <a:xfrm>
                <a:off x="21128628" y="6598784"/>
                <a:ext cx="180640" cy="270432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146" h="218">
                    <a:moveTo>
                      <a:pt x="19" y="214"/>
                    </a:moveTo>
                    <a:cubicBezTo>
                      <a:pt x="10" y="210"/>
                      <a:pt x="4" y="202"/>
                      <a:pt x="1" y="193"/>
                    </a:cubicBezTo>
                    <a:cubicBezTo>
                      <a:pt x="-1" y="184"/>
                      <a:pt x="-1" y="175"/>
                      <a:pt x="3" y="166"/>
                    </a:cubicBezTo>
                    <a:lnTo>
                      <a:pt x="41" y="93"/>
                    </a:lnTo>
                    <a:lnTo>
                      <a:pt x="79" y="20"/>
                    </a:lnTo>
                    <a:cubicBezTo>
                      <a:pt x="83" y="11"/>
                      <a:pt x="91" y="5"/>
                      <a:pt x="99" y="2"/>
                    </a:cubicBezTo>
                    <a:cubicBezTo>
                      <a:pt x="108" y="-1"/>
                      <a:pt x="118" y="0"/>
                      <a:pt x="127" y="5"/>
                    </a:cubicBezTo>
                    <a:cubicBezTo>
                      <a:pt x="135" y="9"/>
                      <a:pt x="142" y="16"/>
                      <a:pt x="144" y="26"/>
                    </a:cubicBezTo>
                    <a:cubicBezTo>
                      <a:pt x="147" y="34"/>
                      <a:pt x="146" y="44"/>
                      <a:pt x="142" y="52"/>
                    </a:cubicBezTo>
                    <a:lnTo>
                      <a:pt x="104" y="125"/>
                    </a:lnTo>
                    <a:lnTo>
                      <a:pt x="67" y="199"/>
                    </a:lnTo>
                    <a:cubicBezTo>
                      <a:pt x="62" y="207"/>
                      <a:pt x="55" y="213"/>
                      <a:pt x="46" y="217"/>
                    </a:cubicBezTo>
                    <a:cubicBezTo>
                      <a:pt x="37" y="219"/>
                      <a:pt x="27" y="218"/>
                      <a:pt x="19" y="214"/>
                    </a:cubicBezTo>
                    <a:close/>
                  </a:path>
                </a:pathLst>
              </a:custGeom>
              <a:solidFill>
                <a:schemeClr val="bg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0D568B6B-1852-7941-9FE0-660174F5C2AC}"/>
                  </a:ext>
                </a:extLst>
              </p:cNvPr>
              <p:cNvSpPr/>
              <p:nvPr/>
            </p:nvSpPr>
            <p:spPr>
              <a:xfrm>
                <a:off x="21120358" y="6590726"/>
                <a:ext cx="195992" cy="284721"/>
              </a:xfrm>
              <a:custGeom>
                <a:avLst/>
                <a:gdLst>
                  <a:gd name="connsiteX0" fmla="*/ 133215 w 195992"/>
                  <a:gd name="connsiteY0" fmla="*/ 18017 h 284721"/>
                  <a:gd name="connsiteX1" fmla="*/ 110955 w 195992"/>
                  <a:gd name="connsiteY1" fmla="*/ 36619 h 284721"/>
                  <a:gd name="connsiteX2" fmla="*/ 18207 w 195992"/>
                  <a:gd name="connsiteY2" fmla="*/ 217686 h 284721"/>
                  <a:gd name="connsiteX3" fmla="*/ 15735 w 195992"/>
                  <a:gd name="connsiteY3" fmla="*/ 244969 h 284721"/>
                  <a:gd name="connsiteX4" fmla="*/ 34285 w 195992"/>
                  <a:gd name="connsiteY4" fmla="*/ 267293 h 284721"/>
                  <a:gd name="connsiteX5" fmla="*/ 62727 w 195992"/>
                  <a:gd name="connsiteY5" fmla="*/ 269773 h 284721"/>
                  <a:gd name="connsiteX6" fmla="*/ 83749 w 195992"/>
                  <a:gd name="connsiteY6" fmla="*/ 251170 h 284721"/>
                  <a:gd name="connsiteX7" fmla="*/ 177733 w 195992"/>
                  <a:gd name="connsiteY7" fmla="*/ 70104 h 284721"/>
                  <a:gd name="connsiteX8" fmla="*/ 180207 w 195992"/>
                  <a:gd name="connsiteY8" fmla="*/ 41580 h 284721"/>
                  <a:gd name="connsiteX9" fmla="*/ 161657 w 195992"/>
                  <a:gd name="connsiteY9" fmla="*/ 20497 h 284721"/>
                  <a:gd name="connsiteX10" fmla="*/ 133215 w 195992"/>
                  <a:gd name="connsiteY10" fmla="*/ 18017 h 284721"/>
                  <a:gd name="connsiteX11" fmla="*/ 129533 w 195992"/>
                  <a:gd name="connsiteY11" fmla="*/ 3063 h 284721"/>
                  <a:gd name="connsiteX12" fmla="*/ 167907 w 195992"/>
                  <a:gd name="connsiteY12" fmla="*/ 5544 h 284721"/>
                  <a:gd name="connsiteX13" fmla="*/ 193903 w 195992"/>
                  <a:gd name="connsiteY13" fmla="*/ 36564 h 284721"/>
                  <a:gd name="connsiteX14" fmla="*/ 190189 w 195992"/>
                  <a:gd name="connsiteY14" fmla="*/ 75028 h 284721"/>
                  <a:gd name="connsiteX15" fmla="*/ 97347 w 195992"/>
                  <a:gd name="connsiteY15" fmla="*/ 256183 h 284721"/>
                  <a:gd name="connsiteX16" fmla="*/ 66399 w 195992"/>
                  <a:gd name="connsiteY16" fmla="*/ 282240 h 284721"/>
                  <a:gd name="connsiteX17" fmla="*/ 51545 w 195992"/>
                  <a:gd name="connsiteY17" fmla="*/ 284721 h 284721"/>
                  <a:gd name="connsiteX18" fmla="*/ 28023 w 195992"/>
                  <a:gd name="connsiteY18" fmla="*/ 278517 h 284721"/>
                  <a:gd name="connsiteX19" fmla="*/ 2027 w 195992"/>
                  <a:gd name="connsiteY19" fmla="*/ 248738 h 284721"/>
                  <a:gd name="connsiteX20" fmla="*/ 6979 w 195992"/>
                  <a:gd name="connsiteY20" fmla="*/ 209033 h 284721"/>
                  <a:gd name="connsiteX21" fmla="*/ 99823 w 195992"/>
                  <a:gd name="connsiteY21" fmla="*/ 27879 h 284721"/>
                  <a:gd name="connsiteX22" fmla="*/ 129533 w 195992"/>
                  <a:gd name="connsiteY22" fmla="*/ 3063 h 2847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95992" h="284721">
                    <a:moveTo>
                      <a:pt x="133215" y="18017"/>
                    </a:moveTo>
                    <a:cubicBezTo>
                      <a:pt x="124559" y="20497"/>
                      <a:pt x="115901" y="26698"/>
                      <a:pt x="110955" y="36619"/>
                    </a:cubicBezTo>
                    <a:lnTo>
                      <a:pt x="18207" y="217686"/>
                    </a:lnTo>
                    <a:cubicBezTo>
                      <a:pt x="14497" y="225127"/>
                      <a:pt x="13261" y="236288"/>
                      <a:pt x="15735" y="244969"/>
                    </a:cubicBezTo>
                    <a:cubicBezTo>
                      <a:pt x="19445" y="254891"/>
                      <a:pt x="25627" y="262332"/>
                      <a:pt x="34285" y="267293"/>
                    </a:cubicBezTo>
                    <a:cubicBezTo>
                      <a:pt x="42941" y="272253"/>
                      <a:pt x="52833" y="272253"/>
                      <a:pt x="62727" y="269773"/>
                    </a:cubicBezTo>
                    <a:cubicBezTo>
                      <a:pt x="72619" y="266053"/>
                      <a:pt x="80039" y="259852"/>
                      <a:pt x="83749" y="251170"/>
                    </a:cubicBezTo>
                    <a:lnTo>
                      <a:pt x="177733" y="70104"/>
                    </a:lnTo>
                    <a:cubicBezTo>
                      <a:pt x="181443" y="61423"/>
                      <a:pt x="183917" y="51501"/>
                      <a:pt x="180207" y="41580"/>
                    </a:cubicBezTo>
                    <a:cubicBezTo>
                      <a:pt x="177733" y="31659"/>
                      <a:pt x="170313" y="24218"/>
                      <a:pt x="161657" y="20497"/>
                    </a:cubicBezTo>
                    <a:cubicBezTo>
                      <a:pt x="153001" y="15536"/>
                      <a:pt x="143107" y="14296"/>
                      <a:pt x="133215" y="18017"/>
                    </a:cubicBezTo>
                    <a:close/>
                    <a:moveTo>
                      <a:pt x="129533" y="3063"/>
                    </a:moveTo>
                    <a:cubicBezTo>
                      <a:pt x="143149" y="-1901"/>
                      <a:pt x="156765" y="-660"/>
                      <a:pt x="167907" y="5544"/>
                    </a:cubicBezTo>
                    <a:cubicBezTo>
                      <a:pt x="180287" y="12989"/>
                      <a:pt x="188951" y="22915"/>
                      <a:pt x="193903" y="36564"/>
                    </a:cubicBezTo>
                    <a:cubicBezTo>
                      <a:pt x="197617" y="48972"/>
                      <a:pt x="196379" y="62621"/>
                      <a:pt x="190189" y="75028"/>
                    </a:cubicBezTo>
                    <a:lnTo>
                      <a:pt x="97347" y="256183"/>
                    </a:lnTo>
                    <a:cubicBezTo>
                      <a:pt x="91157" y="268591"/>
                      <a:pt x="80015" y="277277"/>
                      <a:pt x="66399" y="282240"/>
                    </a:cubicBezTo>
                    <a:cubicBezTo>
                      <a:pt x="62685" y="283480"/>
                      <a:pt x="57733" y="284721"/>
                      <a:pt x="51545" y="284721"/>
                    </a:cubicBezTo>
                    <a:cubicBezTo>
                      <a:pt x="42879" y="284721"/>
                      <a:pt x="35451" y="282240"/>
                      <a:pt x="28023" y="278517"/>
                    </a:cubicBezTo>
                    <a:cubicBezTo>
                      <a:pt x="15645" y="272313"/>
                      <a:pt x="6979" y="261146"/>
                      <a:pt x="2027" y="248738"/>
                    </a:cubicBezTo>
                    <a:cubicBezTo>
                      <a:pt x="-1685" y="235090"/>
                      <a:pt x="-447" y="221441"/>
                      <a:pt x="6979" y="209033"/>
                    </a:cubicBezTo>
                    <a:lnTo>
                      <a:pt x="99823" y="27879"/>
                    </a:lnTo>
                    <a:cubicBezTo>
                      <a:pt x="106011" y="15471"/>
                      <a:pt x="115915" y="6785"/>
                      <a:pt x="129533" y="306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square" lIns="90000" tIns="45000" rIns="90000" bIns="45000" anchor="ctr" anchorCtr="1" compatLnSpc="0">
                <a:noAutofit/>
              </a:bodyPr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  <p:sp>
            <p:nvSpPr>
              <p:cNvPr id="356" name="Freeform 355">
                <a:extLst>
                  <a:ext uri="{FF2B5EF4-FFF2-40B4-BE49-F238E27FC236}">
                    <a16:creationId xmlns:a16="http://schemas.microsoft.com/office/drawing/2014/main" id="{EE2051FF-F8E1-0444-B02F-0EDD4B0C852B}"/>
                  </a:ext>
                </a:extLst>
              </p:cNvPr>
              <p:cNvSpPr/>
              <p:nvPr/>
            </p:nvSpPr>
            <p:spPr>
              <a:xfrm>
                <a:off x="20837116" y="6996331"/>
                <a:ext cx="51077" cy="85990"/>
              </a:xfrm>
              <a:custGeom>
                <a:avLst/>
                <a:gdLst/>
                <a:ahLst/>
                <a:cxnLst>
                  <a:cxn ang="3cd4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42" h="70">
                    <a:moveTo>
                      <a:pt x="37" y="3"/>
                    </a:moveTo>
                    <a:cubicBezTo>
                      <a:pt x="33" y="0"/>
                      <a:pt x="29" y="0"/>
                      <a:pt x="24" y="1"/>
                    </a:cubicBezTo>
                    <a:lnTo>
                      <a:pt x="0" y="14"/>
                    </a:lnTo>
                    <a:lnTo>
                      <a:pt x="0" y="70"/>
                    </a:lnTo>
                    <a:lnTo>
                      <a:pt x="9" y="64"/>
                    </a:lnTo>
                    <a:cubicBezTo>
                      <a:pt x="29" y="52"/>
                      <a:pt x="41" y="29"/>
                      <a:pt x="42" y="13"/>
                    </a:cubicBezTo>
                    <a:cubicBezTo>
                      <a:pt x="42" y="9"/>
                      <a:pt x="40" y="5"/>
                      <a:pt x="37" y="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>
                <a:noFill/>
                <a:prstDash val="solid"/>
              </a:ln>
            </p:spPr>
            <p:txBody>
              <a:bodyPr vert="horz" wrap="none" lIns="90000" tIns="45000" rIns="90000" bIns="45000" anchor="ctr" anchorCtr="1" compatLnSpc="0"/>
              <a:lstStyle/>
              <a:p>
                <a:pPr marL="0" marR="0" lvl="0" indent="0" rtl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  <a:tabLst/>
                </a:pPr>
                <a:endParaRPr lang="en-none" sz="1800" b="0" i="0" u="none" strike="noStrike" kern="1200">
                  <a:ln>
                    <a:noFill/>
                  </a:ln>
                  <a:latin typeface="Arial" pitchFamily="18"/>
                  <a:ea typeface="Arial Unicode MS" pitchFamily="2"/>
                  <a:cs typeface="Arial Unicode MS" pitchFamily="2"/>
                </a:endParaRPr>
              </a:p>
            </p:txBody>
          </p:sp>
        </p:grpSp>
      </p:grpSp>
      <p:sp>
        <p:nvSpPr>
          <p:cNvPr id="357" name="Freeform 356">
            <a:extLst>
              <a:ext uri="{FF2B5EF4-FFF2-40B4-BE49-F238E27FC236}">
                <a16:creationId xmlns:a16="http://schemas.microsoft.com/office/drawing/2014/main" id="{F4BE3306-FC4F-774F-BB80-FA13C2FA0788}"/>
              </a:ext>
            </a:extLst>
          </p:cNvPr>
          <p:cNvSpPr/>
          <p:nvPr/>
        </p:nvSpPr>
        <p:spPr>
          <a:xfrm>
            <a:off x="1769024" y="6890402"/>
            <a:ext cx="1328014" cy="1974027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67" h="1585">
                <a:moveTo>
                  <a:pt x="860" y="1585"/>
                </a:moveTo>
                <a:lnTo>
                  <a:pt x="207" y="1585"/>
                </a:lnTo>
                <a:cubicBezTo>
                  <a:pt x="93" y="1585"/>
                  <a:pt x="0" y="1492"/>
                  <a:pt x="0" y="1378"/>
                </a:cubicBezTo>
                <a:lnTo>
                  <a:pt x="0" y="208"/>
                </a:lnTo>
                <a:cubicBezTo>
                  <a:pt x="0" y="93"/>
                  <a:pt x="93" y="0"/>
                  <a:pt x="207" y="0"/>
                </a:cubicBezTo>
                <a:lnTo>
                  <a:pt x="860" y="0"/>
                </a:lnTo>
                <a:cubicBezTo>
                  <a:pt x="974" y="0"/>
                  <a:pt x="1067" y="93"/>
                  <a:pt x="1067" y="208"/>
                </a:cubicBezTo>
                <a:lnTo>
                  <a:pt x="1067" y="1378"/>
                </a:lnTo>
                <a:cubicBezTo>
                  <a:pt x="1067" y="1492"/>
                  <a:pt x="974" y="1585"/>
                  <a:pt x="860" y="1585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358" name="Rounded Rectangle 357">
            <a:extLst>
              <a:ext uri="{FF2B5EF4-FFF2-40B4-BE49-F238E27FC236}">
                <a16:creationId xmlns:a16="http://schemas.microsoft.com/office/drawing/2014/main" id="{5B89E38A-6188-D446-BF3D-518BEB5FD7ED}"/>
              </a:ext>
            </a:extLst>
          </p:cNvPr>
          <p:cNvSpPr/>
          <p:nvPr/>
        </p:nvSpPr>
        <p:spPr>
          <a:xfrm>
            <a:off x="1607075" y="7255547"/>
            <a:ext cx="7845996" cy="2117344"/>
          </a:xfrm>
          <a:prstGeom prst="roundRect">
            <a:avLst>
              <a:gd name="adj" fmla="val 20369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31" name="Rounded Rectangle 430">
            <a:extLst>
              <a:ext uri="{FF2B5EF4-FFF2-40B4-BE49-F238E27FC236}">
                <a16:creationId xmlns:a16="http://schemas.microsoft.com/office/drawing/2014/main" id="{19E0D328-09A2-3C4D-B84B-20FC05D0C8AC}"/>
              </a:ext>
            </a:extLst>
          </p:cNvPr>
          <p:cNvSpPr/>
          <p:nvPr/>
        </p:nvSpPr>
        <p:spPr>
          <a:xfrm>
            <a:off x="1896098" y="6890402"/>
            <a:ext cx="1328014" cy="1974027"/>
          </a:xfrm>
          <a:prstGeom prst="roundRect">
            <a:avLst>
              <a:gd name="adj" fmla="val 19946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50" name="Freeform 449">
            <a:extLst>
              <a:ext uri="{FF2B5EF4-FFF2-40B4-BE49-F238E27FC236}">
                <a16:creationId xmlns:a16="http://schemas.microsoft.com/office/drawing/2014/main" id="{234362A3-4E17-D74B-91C5-A6D3873038E1}"/>
              </a:ext>
            </a:extLst>
          </p:cNvPr>
          <p:cNvSpPr/>
          <p:nvPr/>
        </p:nvSpPr>
        <p:spPr>
          <a:xfrm>
            <a:off x="2212530" y="7449959"/>
            <a:ext cx="693906" cy="854913"/>
          </a:xfrm>
          <a:custGeom>
            <a:avLst/>
            <a:gdLst>
              <a:gd name="connsiteX0" fmla="*/ 210179 w 693906"/>
              <a:gd name="connsiteY0" fmla="*/ 453627 h 854913"/>
              <a:gd name="connsiteX1" fmla="*/ 22424 w 693906"/>
              <a:gd name="connsiteY1" fmla="*/ 643675 h 854913"/>
              <a:gd name="connsiteX2" fmla="*/ 210179 w 693906"/>
              <a:gd name="connsiteY2" fmla="*/ 832481 h 854913"/>
              <a:gd name="connsiteX3" fmla="*/ 576985 w 693906"/>
              <a:gd name="connsiteY3" fmla="*/ 832481 h 854913"/>
              <a:gd name="connsiteX4" fmla="*/ 672727 w 693906"/>
              <a:gd name="connsiteY4" fmla="*/ 736836 h 854913"/>
              <a:gd name="connsiteX5" fmla="*/ 576985 w 693906"/>
              <a:gd name="connsiteY5" fmla="*/ 639949 h 854913"/>
              <a:gd name="connsiteX6" fmla="*/ 537196 w 693906"/>
              <a:gd name="connsiteY6" fmla="*/ 648644 h 854913"/>
              <a:gd name="connsiteX7" fmla="*/ 522275 w 693906"/>
              <a:gd name="connsiteY7" fmla="*/ 642433 h 854913"/>
              <a:gd name="connsiteX8" fmla="*/ 528492 w 693906"/>
              <a:gd name="connsiteY8" fmla="*/ 627527 h 854913"/>
              <a:gd name="connsiteX9" fmla="*/ 555847 w 693906"/>
              <a:gd name="connsiteY9" fmla="*/ 620075 h 854913"/>
              <a:gd name="connsiteX10" fmla="*/ 552116 w 693906"/>
              <a:gd name="connsiteY10" fmla="*/ 606411 h 854913"/>
              <a:gd name="connsiteX11" fmla="*/ 427776 w 693906"/>
              <a:gd name="connsiteY11" fmla="*/ 512008 h 854913"/>
              <a:gd name="connsiteX12" fmla="*/ 368092 w 693906"/>
              <a:gd name="connsiteY12" fmla="*/ 525672 h 854913"/>
              <a:gd name="connsiteX13" fmla="*/ 315869 w 693906"/>
              <a:gd name="connsiteY13" fmla="*/ 572873 h 854913"/>
              <a:gd name="connsiteX14" fmla="*/ 300948 w 693906"/>
              <a:gd name="connsiteY14" fmla="*/ 576600 h 854913"/>
              <a:gd name="connsiteX15" fmla="*/ 297218 w 693906"/>
              <a:gd name="connsiteY15" fmla="*/ 561694 h 854913"/>
              <a:gd name="connsiteX16" fmla="*/ 345711 w 693906"/>
              <a:gd name="connsiteY16" fmla="*/ 513250 h 854913"/>
              <a:gd name="connsiteX17" fmla="*/ 210179 w 693906"/>
              <a:gd name="connsiteY17" fmla="*/ 453627 h 854913"/>
              <a:gd name="connsiteX18" fmla="*/ 389818 w 693906"/>
              <a:gd name="connsiteY18" fmla="*/ 264192 h 854913"/>
              <a:gd name="connsiteX19" fmla="*/ 404537 w 693906"/>
              <a:gd name="connsiteY19" fmla="*/ 270380 h 854913"/>
              <a:gd name="connsiteX20" fmla="*/ 462189 w 693906"/>
              <a:gd name="connsiteY20" fmla="*/ 427560 h 854913"/>
              <a:gd name="connsiteX21" fmla="*/ 454829 w 693906"/>
              <a:gd name="connsiteY21" fmla="*/ 441174 h 854913"/>
              <a:gd name="connsiteX22" fmla="*/ 451149 w 693906"/>
              <a:gd name="connsiteY22" fmla="*/ 442411 h 854913"/>
              <a:gd name="connsiteX23" fmla="*/ 441336 w 693906"/>
              <a:gd name="connsiteY23" fmla="*/ 434985 h 854913"/>
              <a:gd name="connsiteX24" fmla="*/ 383685 w 693906"/>
              <a:gd name="connsiteY24" fmla="*/ 277806 h 854913"/>
              <a:gd name="connsiteX25" fmla="*/ 389818 w 693906"/>
              <a:gd name="connsiteY25" fmla="*/ 264192 h 854913"/>
              <a:gd name="connsiteX26" fmla="*/ 576612 w 693906"/>
              <a:gd name="connsiteY26" fmla="*/ 249246 h 854913"/>
              <a:gd name="connsiteX27" fmla="*/ 561825 w 693906"/>
              <a:gd name="connsiteY27" fmla="*/ 264156 h 854913"/>
              <a:gd name="connsiteX28" fmla="*/ 561825 w 693906"/>
              <a:gd name="connsiteY28" fmla="*/ 559876 h 854913"/>
              <a:gd name="connsiteX29" fmla="*/ 559360 w 693906"/>
              <a:gd name="connsiteY29" fmla="*/ 563604 h 854913"/>
              <a:gd name="connsiteX30" fmla="*/ 575379 w 693906"/>
              <a:gd name="connsiteY30" fmla="*/ 599637 h 854913"/>
              <a:gd name="connsiteX31" fmla="*/ 579076 w 693906"/>
              <a:gd name="connsiteY31" fmla="*/ 615790 h 854913"/>
              <a:gd name="connsiteX32" fmla="*/ 672727 w 693906"/>
              <a:gd name="connsiteY32" fmla="*/ 666733 h 854913"/>
              <a:gd name="connsiteX33" fmla="*/ 672727 w 693906"/>
              <a:gd name="connsiteY33" fmla="*/ 549936 h 854913"/>
              <a:gd name="connsiteX34" fmla="*/ 649314 w 693906"/>
              <a:gd name="connsiteY34" fmla="*/ 549936 h 854913"/>
              <a:gd name="connsiteX35" fmla="*/ 639456 w 693906"/>
              <a:gd name="connsiteY35" fmla="*/ 538754 h 854913"/>
              <a:gd name="connsiteX36" fmla="*/ 649314 w 693906"/>
              <a:gd name="connsiteY36" fmla="*/ 527571 h 854913"/>
              <a:gd name="connsiteX37" fmla="*/ 672727 w 693906"/>
              <a:gd name="connsiteY37" fmla="*/ 527571 h 854913"/>
              <a:gd name="connsiteX38" fmla="*/ 672727 w 693906"/>
              <a:gd name="connsiteY38" fmla="*/ 482840 h 854913"/>
              <a:gd name="connsiteX39" fmla="*/ 649314 w 693906"/>
              <a:gd name="connsiteY39" fmla="*/ 482840 h 854913"/>
              <a:gd name="connsiteX40" fmla="*/ 639456 w 693906"/>
              <a:gd name="connsiteY40" fmla="*/ 471657 h 854913"/>
              <a:gd name="connsiteX41" fmla="*/ 649314 w 693906"/>
              <a:gd name="connsiteY41" fmla="*/ 460475 h 854913"/>
              <a:gd name="connsiteX42" fmla="*/ 672727 w 693906"/>
              <a:gd name="connsiteY42" fmla="*/ 460475 h 854913"/>
              <a:gd name="connsiteX43" fmla="*/ 672727 w 693906"/>
              <a:gd name="connsiteY43" fmla="*/ 415744 h 854913"/>
              <a:gd name="connsiteX44" fmla="*/ 649314 w 693906"/>
              <a:gd name="connsiteY44" fmla="*/ 415744 h 854913"/>
              <a:gd name="connsiteX45" fmla="*/ 639456 w 693906"/>
              <a:gd name="connsiteY45" fmla="*/ 404561 h 854913"/>
              <a:gd name="connsiteX46" fmla="*/ 649314 w 693906"/>
              <a:gd name="connsiteY46" fmla="*/ 393379 h 854913"/>
              <a:gd name="connsiteX47" fmla="*/ 672727 w 693906"/>
              <a:gd name="connsiteY47" fmla="*/ 393379 h 854913"/>
              <a:gd name="connsiteX48" fmla="*/ 672727 w 693906"/>
              <a:gd name="connsiteY48" fmla="*/ 348648 h 854913"/>
              <a:gd name="connsiteX49" fmla="*/ 649314 w 693906"/>
              <a:gd name="connsiteY49" fmla="*/ 348648 h 854913"/>
              <a:gd name="connsiteX50" fmla="*/ 639456 w 693906"/>
              <a:gd name="connsiteY50" fmla="*/ 337465 h 854913"/>
              <a:gd name="connsiteX51" fmla="*/ 649314 w 693906"/>
              <a:gd name="connsiteY51" fmla="*/ 327525 h 854913"/>
              <a:gd name="connsiteX52" fmla="*/ 672727 w 693906"/>
              <a:gd name="connsiteY52" fmla="*/ 327525 h 854913"/>
              <a:gd name="connsiteX53" fmla="*/ 672727 w 693906"/>
              <a:gd name="connsiteY53" fmla="*/ 264156 h 854913"/>
              <a:gd name="connsiteX54" fmla="*/ 656708 w 693906"/>
              <a:gd name="connsiteY54" fmla="*/ 249246 h 854913"/>
              <a:gd name="connsiteX55" fmla="*/ 360973 w 693906"/>
              <a:gd name="connsiteY55" fmla="*/ 132100 h 854913"/>
              <a:gd name="connsiteX56" fmla="*/ 340101 w 693906"/>
              <a:gd name="connsiteY56" fmla="*/ 208120 h 854913"/>
              <a:gd name="connsiteX57" fmla="*/ 424815 w 693906"/>
              <a:gd name="connsiteY57" fmla="*/ 177467 h 854913"/>
              <a:gd name="connsiteX58" fmla="*/ 110630 w 693906"/>
              <a:gd name="connsiteY58" fmla="*/ 95960 h 854913"/>
              <a:gd name="connsiteX59" fmla="*/ 246906 w 693906"/>
              <a:gd name="connsiteY59" fmla="*/ 95960 h 854913"/>
              <a:gd name="connsiteX60" fmla="*/ 290266 w 693906"/>
              <a:gd name="connsiteY60" fmla="*/ 139138 h 854913"/>
              <a:gd name="connsiteX61" fmla="*/ 290266 w 693906"/>
              <a:gd name="connsiteY61" fmla="*/ 174913 h 854913"/>
              <a:gd name="connsiteX62" fmla="*/ 279116 w 693906"/>
              <a:gd name="connsiteY62" fmla="*/ 184782 h 854913"/>
              <a:gd name="connsiteX63" fmla="*/ 269205 w 693906"/>
              <a:gd name="connsiteY63" fmla="*/ 174913 h 854913"/>
              <a:gd name="connsiteX64" fmla="*/ 269205 w 693906"/>
              <a:gd name="connsiteY64" fmla="*/ 139138 h 854913"/>
              <a:gd name="connsiteX65" fmla="*/ 246906 w 693906"/>
              <a:gd name="connsiteY65" fmla="*/ 119399 h 854913"/>
              <a:gd name="connsiteX66" fmla="*/ 110630 w 693906"/>
              <a:gd name="connsiteY66" fmla="*/ 119399 h 854913"/>
              <a:gd name="connsiteX67" fmla="*/ 89569 w 693906"/>
              <a:gd name="connsiteY67" fmla="*/ 139138 h 854913"/>
              <a:gd name="connsiteX68" fmla="*/ 89569 w 693906"/>
              <a:gd name="connsiteY68" fmla="*/ 176147 h 854913"/>
              <a:gd name="connsiteX69" fmla="*/ 110630 w 693906"/>
              <a:gd name="connsiteY69" fmla="*/ 195885 h 854913"/>
              <a:gd name="connsiteX70" fmla="*/ 245667 w 693906"/>
              <a:gd name="connsiteY70" fmla="*/ 195885 h 854913"/>
              <a:gd name="connsiteX71" fmla="*/ 256817 w 693906"/>
              <a:gd name="connsiteY71" fmla="*/ 206988 h 854913"/>
              <a:gd name="connsiteX72" fmla="*/ 245667 w 693906"/>
              <a:gd name="connsiteY72" fmla="*/ 218090 h 854913"/>
              <a:gd name="connsiteX73" fmla="*/ 110630 w 693906"/>
              <a:gd name="connsiteY73" fmla="*/ 218090 h 854913"/>
              <a:gd name="connsiteX74" fmla="*/ 67269 w 693906"/>
              <a:gd name="connsiteY74" fmla="*/ 176147 h 854913"/>
              <a:gd name="connsiteX75" fmla="*/ 67269 w 693906"/>
              <a:gd name="connsiteY75" fmla="*/ 139138 h 854913"/>
              <a:gd name="connsiteX76" fmla="*/ 110630 w 693906"/>
              <a:gd name="connsiteY76" fmla="*/ 95960 h 854913"/>
              <a:gd name="connsiteX77" fmla="*/ 34820 w 693906"/>
              <a:gd name="connsiteY77" fmla="*/ 0 h 854913"/>
              <a:gd name="connsiteX78" fmla="*/ 324569 w 693906"/>
              <a:gd name="connsiteY78" fmla="*/ 0 h 854913"/>
              <a:gd name="connsiteX79" fmla="*/ 358145 w 693906"/>
              <a:gd name="connsiteY79" fmla="*/ 34844 h 854913"/>
              <a:gd name="connsiteX80" fmla="*/ 358145 w 693906"/>
              <a:gd name="connsiteY80" fmla="*/ 62221 h 854913"/>
              <a:gd name="connsiteX81" fmla="*/ 348197 w 693906"/>
              <a:gd name="connsiteY81" fmla="*/ 72176 h 854913"/>
              <a:gd name="connsiteX82" fmla="*/ 335761 w 693906"/>
              <a:gd name="connsiteY82" fmla="*/ 62221 h 854913"/>
              <a:gd name="connsiteX83" fmla="*/ 335761 w 693906"/>
              <a:gd name="connsiteY83" fmla="*/ 34844 h 854913"/>
              <a:gd name="connsiteX84" fmla="*/ 324569 w 693906"/>
              <a:gd name="connsiteY84" fmla="*/ 22400 h 854913"/>
              <a:gd name="connsiteX85" fmla="*/ 34820 w 693906"/>
              <a:gd name="connsiteY85" fmla="*/ 22400 h 854913"/>
              <a:gd name="connsiteX86" fmla="*/ 22384 w 693906"/>
              <a:gd name="connsiteY86" fmla="*/ 34844 h 854913"/>
              <a:gd name="connsiteX87" fmla="*/ 22384 w 693906"/>
              <a:gd name="connsiteY87" fmla="*/ 548787 h 854913"/>
              <a:gd name="connsiteX88" fmla="*/ 210162 w 693906"/>
              <a:gd name="connsiteY88" fmla="*/ 430568 h 854913"/>
              <a:gd name="connsiteX89" fmla="*/ 365607 w 693906"/>
              <a:gd name="connsiteY89" fmla="*/ 501499 h 854913"/>
              <a:gd name="connsiteX90" fmla="*/ 409131 w 693906"/>
              <a:gd name="connsiteY90" fmla="*/ 490300 h 854913"/>
              <a:gd name="connsiteX91" fmla="*/ 314621 w 693906"/>
              <a:gd name="connsiteY91" fmla="*/ 231461 h 854913"/>
              <a:gd name="connsiteX92" fmla="*/ 314621 w 693906"/>
              <a:gd name="connsiteY92" fmla="*/ 230217 h 854913"/>
              <a:gd name="connsiteX93" fmla="*/ 313377 w 693906"/>
              <a:gd name="connsiteY93" fmla="*/ 230217 h 854913"/>
              <a:gd name="connsiteX94" fmla="*/ 313377 w 693906"/>
              <a:gd name="connsiteY94" fmla="*/ 227728 h 854913"/>
              <a:gd name="connsiteX95" fmla="*/ 313377 w 693906"/>
              <a:gd name="connsiteY95" fmla="*/ 225239 h 854913"/>
              <a:gd name="connsiteX96" fmla="*/ 341979 w 693906"/>
              <a:gd name="connsiteY96" fmla="*/ 110753 h 854913"/>
              <a:gd name="connsiteX97" fmla="*/ 349440 w 693906"/>
              <a:gd name="connsiteY97" fmla="*/ 103287 h 854913"/>
              <a:gd name="connsiteX98" fmla="*/ 359389 w 693906"/>
              <a:gd name="connsiteY98" fmla="*/ 103287 h 854913"/>
              <a:gd name="connsiteX99" fmla="*/ 456386 w 693906"/>
              <a:gd name="connsiteY99" fmla="*/ 171729 h 854913"/>
              <a:gd name="connsiteX100" fmla="*/ 457630 w 693906"/>
              <a:gd name="connsiteY100" fmla="*/ 174218 h 854913"/>
              <a:gd name="connsiteX101" fmla="*/ 458873 w 693906"/>
              <a:gd name="connsiteY101" fmla="*/ 175463 h 854913"/>
              <a:gd name="connsiteX102" fmla="*/ 458873 w 693906"/>
              <a:gd name="connsiteY102" fmla="*/ 176707 h 854913"/>
              <a:gd name="connsiteX103" fmla="*/ 460117 w 693906"/>
              <a:gd name="connsiteY103" fmla="*/ 177952 h 854913"/>
              <a:gd name="connsiteX104" fmla="*/ 512347 w 693906"/>
              <a:gd name="connsiteY104" fmla="*/ 318570 h 854913"/>
              <a:gd name="connsiteX105" fmla="*/ 504885 w 693906"/>
              <a:gd name="connsiteY105" fmla="*/ 333503 h 854913"/>
              <a:gd name="connsiteX106" fmla="*/ 491206 w 693906"/>
              <a:gd name="connsiteY106" fmla="*/ 326037 h 854913"/>
              <a:gd name="connsiteX107" fmla="*/ 443951 w 693906"/>
              <a:gd name="connsiteY107" fmla="*/ 195373 h 854913"/>
              <a:gd name="connsiteX108" fmla="*/ 390478 w 693906"/>
              <a:gd name="connsiteY108" fmla="*/ 215284 h 854913"/>
              <a:gd name="connsiteX109" fmla="*/ 343222 w 693906"/>
              <a:gd name="connsiteY109" fmla="*/ 232706 h 854913"/>
              <a:gd name="connsiteX110" fmla="*/ 338248 w 693906"/>
              <a:gd name="connsiteY110" fmla="*/ 233950 h 854913"/>
              <a:gd name="connsiteX111" fmla="*/ 431515 w 693906"/>
              <a:gd name="connsiteY111" fmla="*/ 489055 h 854913"/>
              <a:gd name="connsiteX112" fmla="*/ 537218 w 693906"/>
              <a:gd name="connsiteY112" fmla="*/ 536343 h 854913"/>
              <a:gd name="connsiteX113" fmla="*/ 537218 w 693906"/>
              <a:gd name="connsiteY113" fmla="*/ 263816 h 854913"/>
              <a:gd name="connsiteX114" fmla="*/ 575768 w 693906"/>
              <a:gd name="connsiteY114" fmla="*/ 226484 h 854913"/>
              <a:gd name="connsiteX115" fmla="*/ 656599 w 693906"/>
              <a:gd name="connsiteY115" fmla="*/ 226484 h 854913"/>
              <a:gd name="connsiteX116" fmla="*/ 693906 w 693906"/>
              <a:gd name="connsiteY116" fmla="*/ 263816 h 854913"/>
              <a:gd name="connsiteX117" fmla="*/ 693906 w 693906"/>
              <a:gd name="connsiteY117" fmla="*/ 730472 h 854913"/>
              <a:gd name="connsiteX118" fmla="*/ 693906 w 693906"/>
              <a:gd name="connsiteY118" fmla="*/ 732961 h 854913"/>
              <a:gd name="connsiteX119" fmla="*/ 693906 w 693906"/>
              <a:gd name="connsiteY119" fmla="*/ 736694 h 854913"/>
              <a:gd name="connsiteX120" fmla="*/ 577012 w 693906"/>
              <a:gd name="connsiteY120" fmla="*/ 854913 h 854913"/>
              <a:gd name="connsiteX121" fmla="*/ 210162 w 693906"/>
              <a:gd name="connsiteY121" fmla="*/ 854913 h 854913"/>
              <a:gd name="connsiteX122" fmla="*/ 0 w 693906"/>
              <a:gd name="connsiteY122" fmla="*/ 643363 h 854913"/>
              <a:gd name="connsiteX123" fmla="*/ 0 w 693906"/>
              <a:gd name="connsiteY123" fmla="*/ 640874 h 854913"/>
              <a:gd name="connsiteX124" fmla="*/ 0 w 693906"/>
              <a:gd name="connsiteY124" fmla="*/ 34844 h 854913"/>
              <a:gd name="connsiteX125" fmla="*/ 34820 w 693906"/>
              <a:gd name="connsiteY125" fmla="*/ 0 h 854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</a:cxnLst>
            <a:rect l="l" t="t" r="r" b="b"/>
            <a:pathLst>
              <a:path w="693906" h="854913">
                <a:moveTo>
                  <a:pt x="210179" y="453627"/>
                </a:moveTo>
                <a:cubicBezTo>
                  <a:pt x="106976" y="453627"/>
                  <a:pt x="22424" y="539335"/>
                  <a:pt x="22424" y="643675"/>
                </a:cubicBezTo>
                <a:cubicBezTo>
                  <a:pt x="22424" y="748015"/>
                  <a:pt x="106976" y="832481"/>
                  <a:pt x="210179" y="832481"/>
                </a:cubicBezTo>
                <a:lnTo>
                  <a:pt x="576985" y="832481"/>
                </a:lnTo>
                <a:cubicBezTo>
                  <a:pt x="629208" y="832481"/>
                  <a:pt x="672727" y="789006"/>
                  <a:pt x="672727" y="736836"/>
                </a:cubicBezTo>
                <a:cubicBezTo>
                  <a:pt x="672727" y="683424"/>
                  <a:pt x="629208" y="639949"/>
                  <a:pt x="576985" y="639949"/>
                </a:cubicBezTo>
                <a:cubicBezTo>
                  <a:pt x="563307" y="639949"/>
                  <a:pt x="549630" y="642433"/>
                  <a:pt x="537196" y="648644"/>
                </a:cubicBezTo>
                <a:cubicBezTo>
                  <a:pt x="530978" y="649886"/>
                  <a:pt x="526005" y="648644"/>
                  <a:pt x="522275" y="642433"/>
                </a:cubicBezTo>
                <a:cubicBezTo>
                  <a:pt x="519788" y="636222"/>
                  <a:pt x="522275" y="630012"/>
                  <a:pt x="528492" y="627527"/>
                </a:cubicBezTo>
                <a:cubicBezTo>
                  <a:pt x="537196" y="623801"/>
                  <a:pt x="547143" y="621317"/>
                  <a:pt x="555847" y="620075"/>
                </a:cubicBezTo>
                <a:cubicBezTo>
                  <a:pt x="555847" y="615106"/>
                  <a:pt x="554603" y="610137"/>
                  <a:pt x="552116" y="606411"/>
                </a:cubicBezTo>
                <a:cubicBezTo>
                  <a:pt x="537196" y="550514"/>
                  <a:pt x="484972" y="512008"/>
                  <a:pt x="427776" y="512008"/>
                </a:cubicBezTo>
                <a:cubicBezTo>
                  <a:pt x="406638" y="512008"/>
                  <a:pt x="386743" y="515734"/>
                  <a:pt x="368092" y="525672"/>
                </a:cubicBezTo>
                <a:cubicBezTo>
                  <a:pt x="346954" y="536851"/>
                  <a:pt x="329546" y="551757"/>
                  <a:pt x="315869" y="572873"/>
                </a:cubicBezTo>
                <a:cubicBezTo>
                  <a:pt x="313382" y="577842"/>
                  <a:pt x="307165" y="580326"/>
                  <a:pt x="300948" y="576600"/>
                </a:cubicBezTo>
                <a:cubicBezTo>
                  <a:pt x="295974" y="574115"/>
                  <a:pt x="294731" y="566662"/>
                  <a:pt x="297218" y="561694"/>
                </a:cubicBezTo>
                <a:cubicBezTo>
                  <a:pt x="309652" y="541819"/>
                  <a:pt x="325816" y="525672"/>
                  <a:pt x="345711" y="513250"/>
                </a:cubicBezTo>
                <a:cubicBezTo>
                  <a:pt x="309652" y="474744"/>
                  <a:pt x="261159" y="453627"/>
                  <a:pt x="210179" y="453627"/>
                </a:cubicBezTo>
                <a:close/>
                <a:moveTo>
                  <a:pt x="389818" y="264192"/>
                </a:moveTo>
                <a:cubicBezTo>
                  <a:pt x="395951" y="261717"/>
                  <a:pt x="402084" y="264192"/>
                  <a:pt x="404537" y="270380"/>
                </a:cubicBezTo>
                <a:lnTo>
                  <a:pt x="462189" y="427560"/>
                </a:lnTo>
                <a:cubicBezTo>
                  <a:pt x="464642" y="433748"/>
                  <a:pt x="460962" y="438698"/>
                  <a:pt x="454829" y="441174"/>
                </a:cubicBezTo>
                <a:cubicBezTo>
                  <a:pt x="453603" y="442411"/>
                  <a:pt x="452376" y="442411"/>
                  <a:pt x="451149" y="442411"/>
                </a:cubicBezTo>
                <a:cubicBezTo>
                  <a:pt x="447470" y="442411"/>
                  <a:pt x="442563" y="438698"/>
                  <a:pt x="441336" y="434985"/>
                </a:cubicBezTo>
                <a:lnTo>
                  <a:pt x="383685" y="277806"/>
                </a:lnTo>
                <a:cubicBezTo>
                  <a:pt x="381231" y="271618"/>
                  <a:pt x="384911" y="265430"/>
                  <a:pt x="389818" y="264192"/>
                </a:cubicBezTo>
                <a:close/>
                <a:moveTo>
                  <a:pt x="576612" y="249246"/>
                </a:moveTo>
                <a:cubicBezTo>
                  <a:pt x="567986" y="249246"/>
                  <a:pt x="561825" y="255459"/>
                  <a:pt x="561825" y="264156"/>
                </a:cubicBezTo>
                <a:lnTo>
                  <a:pt x="561825" y="559876"/>
                </a:lnTo>
                <a:cubicBezTo>
                  <a:pt x="561825" y="561119"/>
                  <a:pt x="560592" y="562361"/>
                  <a:pt x="559360" y="563604"/>
                </a:cubicBezTo>
                <a:cubicBezTo>
                  <a:pt x="566754" y="574787"/>
                  <a:pt x="571683" y="585969"/>
                  <a:pt x="575379" y="599637"/>
                </a:cubicBezTo>
                <a:cubicBezTo>
                  <a:pt x="577844" y="605850"/>
                  <a:pt x="577844" y="610820"/>
                  <a:pt x="579076" y="615790"/>
                </a:cubicBezTo>
                <a:cubicBezTo>
                  <a:pt x="617276" y="617032"/>
                  <a:pt x="650547" y="636913"/>
                  <a:pt x="672727" y="666733"/>
                </a:cubicBezTo>
                <a:lnTo>
                  <a:pt x="672727" y="549936"/>
                </a:lnTo>
                <a:lnTo>
                  <a:pt x="649314" y="549936"/>
                </a:lnTo>
                <a:cubicBezTo>
                  <a:pt x="643153" y="549936"/>
                  <a:pt x="639456" y="543724"/>
                  <a:pt x="639456" y="538754"/>
                </a:cubicBezTo>
                <a:cubicBezTo>
                  <a:pt x="639456" y="532541"/>
                  <a:pt x="643153" y="527571"/>
                  <a:pt x="649314" y="527571"/>
                </a:cubicBezTo>
                <a:lnTo>
                  <a:pt x="672727" y="527571"/>
                </a:lnTo>
                <a:lnTo>
                  <a:pt x="672727" y="482840"/>
                </a:lnTo>
                <a:lnTo>
                  <a:pt x="649314" y="482840"/>
                </a:lnTo>
                <a:cubicBezTo>
                  <a:pt x="643153" y="482840"/>
                  <a:pt x="639456" y="477870"/>
                  <a:pt x="639456" y="471657"/>
                </a:cubicBezTo>
                <a:cubicBezTo>
                  <a:pt x="639456" y="465445"/>
                  <a:pt x="643153" y="460475"/>
                  <a:pt x="649314" y="460475"/>
                </a:cubicBezTo>
                <a:lnTo>
                  <a:pt x="672727" y="460475"/>
                </a:lnTo>
                <a:lnTo>
                  <a:pt x="672727" y="415744"/>
                </a:lnTo>
                <a:lnTo>
                  <a:pt x="649314" y="415744"/>
                </a:lnTo>
                <a:cubicBezTo>
                  <a:pt x="643153" y="415744"/>
                  <a:pt x="639456" y="410774"/>
                  <a:pt x="639456" y="404561"/>
                </a:cubicBezTo>
                <a:cubicBezTo>
                  <a:pt x="639456" y="398349"/>
                  <a:pt x="643153" y="393379"/>
                  <a:pt x="649314" y="393379"/>
                </a:cubicBezTo>
                <a:lnTo>
                  <a:pt x="672727" y="393379"/>
                </a:lnTo>
                <a:lnTo>
                  <a:pt x="672727" y="348648"/>
                </a:lnTo>
                <a:lnTo>
                  <a:pt x="649314" y="348648"/>
                </a:lnTo>
                <a:cubicBezTo>
                  <a:pt x="643153" y="348648"/>
                  <a:pt x="639456" y="343678"/>
                  <a:pt x="639456" y="337465"/>
                </a:cubicBezTo>
                <a:cubicBezTo>
                  <a:pt x="639456" y="331253"/>
                  <a:pt x="643153" y="327525"/>
                  <a:pt x="649314" y="327525"/>
                </a:cubicBezTo>
                <a:lnTo>
                  <a:pt x="672727" y="327525"/>
                </a:lnTo>
                <a:lnTo>
                  <a:pt x="672727" y="264156"/>
                </a:lnTo>
                <a:cubicBezTo>
                  <a:pt x="672727" y="255459"/>
                  <a:pt x="665334" y="249246"/>
                  <a:pt x="656708" y="249246"/>
                </a:cubicBezTo>
                <a:close/>
                <a:moveTo>
                  <a:pt x="360973" y="132100"/>
                </a:moveTo>
                <a:lnTo>
                  <a:pt x="340101" y="208120"/>
                </a:lnTo>
                <a:lnTo>
                  <a:pt x="424815" y="177467"/>
                </a:lnTo>
                <a:close/>
                <a:moveTo>
                  <a:pt x="110630" y="95960"/>
                </a:moveTo>
                <a:lnTo>
                  <a:pt x="246906" y="95960"/>
                </a:lnTo>
                <a:cubicBezTo>
                  <a:pt x="271683" y="95960"/>
                  <a:pt x="290266" y="115698"/>
                  <a:pt x="290266" y="139138"/>
                </a:cubicBezTo>
                <a:lnTo>
                  <a:pt x="290266" y="174913"/>
                </a:lnTo>
                <a:cubicBezTo>
                  <a:pt x="290266" y="181081"/>
                  <a:pt x="285311" y="184782"/>
                  <a:pt x="279116" y="184782"/>
                </a:cubicBezTo>
                <a:cubicBezTo>
                  <a:pt x="272922" y="184782"/>
                  <a:pt x="269205" y="181081"/>
                  <a:pt x="269205" y="174913"/>
                </a:cubicBezTo>
                <a:lnTo>
                  <a:pt x="269205" y="139138"/>
                </a:lnTo>
                <a:cubicBezTo>
                  <a:pt x="269205" y="128035"/>
                  <a:pt x="258055" y="119399"/>
                  <a:pt x="246906" y="119399"/>
                </a:cubicBezTo>
                <a:lnTo>
                  <a:pt x="110630" y="119399"/>
                </a:lnTo>
                <a:cubicBezTo>
                  <a:pt x="99480" y="119399"/>
                  <a:pt x="89569" y="128035"/>
                  <a:pt x="89569" y="139138"/>
                </a:cubicBezTo>
                <a:lnTo>
                  <a:pt x="89569" y="176147"/>
                </a:lnTo>
                <a:cubicBezTo>
                  <a:pt x="89569" y="187249"/>
                  <a:pt x="99480" y="195885"/>
                  <a:pt x="110630" y="195885"/>
                </a:cubicBezTo>
                <a:lnTo>
                  <a:pt x="245667" y="195885"/>
                </a:lnTo>
                <a:cubicBezTo>
                  <a:pt x="251861" y="195885"/>
                  <a:pt x="256817" y="200819"/>
                  <a:pt x="256817" y="206988"/>
                </a:cubicBezTo>
                <a:cubicBezTo>
                  <a:pt x="256817" y="213156"/>
                  <a:pt x="251861" y="218090"/>
                  <a:pt x="245667" y="218090"/>
                </a:cubicBezTo>
                <a:lnTo>
                  <a:pt x="110630" y="218090"/>
                </a:lnTo>
                <a:cubicBezTo>
                  <a:pt x="87091" y="218090"/>
                  <a:pt x="67269" y="198352"/>
                  <a:pt x="67269" y="176147"/>
                </a:cubicBezTo>
                <a:lnTo>
                  <a:pt x="67269" y="139138"/>
                </a:lnTo>
                <a:cubicBezTo>
                  <a:pt x="67269" y="115698"/>
                  <a:pt x="87091" y="95960"/>
                  <a:pt x="110630" y="95960"/>
                </a:cubicBezTo>
                <a:close/>
                <a:moveTo>
                  <a:pt x="34820" y="0"/>
                </a:moveTo>
                <a:lnTo>
                  <a:pt x="324569" y="0"/>
                </a:lnTo>
                <a:cubicBezTo>
                  <a:pt x="343222" y="0"/>
                  <a:pt x="358145" y="14933"/>
                  <a:pt x="358145" y="34844"/>
                </a:cubicBezTo>
                <a:lnTo>
                  <a:pt x="358145" y="62221"/>
                </a:lnTo>
                <a:cubicBezTo>
                  <a:pt x="358145" y="68443"/>
                  <a:pt x="353171" y="72176"/>
                  <a:pt x="348197" y="72176"/>
                </a:cubicBezTo>
                <a:cubicBezTo>
                  <a:pt x="341979" y="72176"/>
                  <a:pt x="335761" y="68443"/>
                  <a:pt x="335761" y="62221"/>
                </a:cubicBezTo>
                <a:lnTo>
                  <a:pt x="335761" y="34844"/>
                </a:lnTo>
                <a:cubicBezTo>
                  <a:pt x="335761" y="27377"/>
                  <a:pt x="330787" y="22400"/>
                  <a:pt x="324569" y="22400"/>
                </a:cubicBezTo>
                <a:lnTo>
                  <a:pt x="34820" y="22400"/>
                </a:lnTo>
                <a:cubicBezTo>
                  <a:pt x="27358" y="22400"/>
                  <a:pt x="22384" y="27377"/>
                  <a:pt x="22384" y="34844"/>
                </a:cubicBezTo>
                <a:lnTo>
                  <a:pt x="22384" y="548787"/>
                </a:lnTo>
                <a:cubicBezTo>
                  <a:pt x="57204" y="479100"/>
                  <a:pt x="128087" y="430568"/>
                  <a:pt x="210162" y="430568"/>
                </a:cubicBezTo>
                <a:cubicBezTo>
                  <a:pt x="269852" y="430568"/>
                  <a:pt x="325813" y="456700"/>
                  <a:pt x="365607" y="501499"/>
                </a:cubicBezTo>
                <a:cubicBezTo>
                  <a:pt x="379286" y="495277"/>
                  <a:pt x="394208" y="491544"/>
                  <a:pt x="409131" y="490300"/>
                </a:cubicBezTo>
                <a:lnTo>
                  <a:pt x="314621" y="231461"/>
                </a:lnTo>
                <a:lnTo>
                  <a:pt x="314621" y="230217"/>
                </a:lnTo>
                <a:lnTo>
                  <a:pt x="313377" y="230217"/>
                </a:lnTo>
                <a:cubicBezTo>
                  <a:pt x="313377" y="228973"/>
                  <a:pt x="313377" y="228973"/>
                  <a:pt x="313377" y="227728"/>
                </a:cubicBezTo>
                <a:cubicBezTo>
                  <a:pt x="313377" y="226484"/>
                  <a:pt x="313377" y="225239"/>
                  <a:pt x="313377" y="225239"/>
                </a:cubicBezTo>
                <a:lnTo>
                  <a:pt x="341979" y="110753"/>
                </a:lnTo>
                <a:cubicBezTo>
                  <a:pt x="343222" y="107020"/>
                  <a:pt x="345710" y="103287"/>
                  <a:pt x="349440" y="103287"/>
                </a:cubicBezTo>
                <a:cubicBezTo>
                  <a:pt x="353171" y="100798"/>
                  <a:pt x="356902" y="102042"/>
                  <a:pt x="359389" y="103287"/>
                </a:cubicBezTo>
                <a:lnTo>
                  <a:pt x="456386" y="171729"/>
                </a:lnTo>
                <a:cubicBezTo>
                  <a:pt x="457630" y="172974"/>
                  <a:pt x="457630" y="174218"/>
                  <a:pt x="457630" y="174218"/>
                </a:cubicBezTo>
                <a:cubicBezTo>
                  <a:pt x="458873" y="174218"/>
                  <a:pt x="458873" y="174218"/>
                  <a:pt x="458873" y="175463"/>
                </a:cubicBezTo>
                <a:lnTo>
                  <a:pt x="458873" y="176707"/>
                </a:lnTo>
                <a:cubicBezTo>
                  <a:pt x="460117" y="176707"/>
                  <a:pt x="460117" y="177952"/>
                  <a:pt x="460117" y="177952"/>
                </a:cubicBezTo>
                <a:lnTo>
                  <a:pt x="512347" y="318570"/>
                </a:lnTo>
                <a:cubicBezTo>
                  <a:pt x="513590" y="324793"/>
                  <a:pt x="511103" y="331015"/>
                  <a:pt x="504885" y="333503"/>
                </a:cubicBezTo>
                <a:cubicBezTo>
                  <a:pt x="499911" y="334748"/>
                  <a:pt x="492450" y="332259"/>
                  <a:pt x="491206" y="326037"/>
                </a:cubicBezTo>
                <a:lnTo>
                  <a:pt x="443951" y="195373"/>
                </a:lnTo>
                <a:lnTo>
                  <a:pt x="390478" y="215284"/>
                </a:lnTo>
                <a:lnTo>
                  <a:pt x="343222" y="232706"/>
                </a:lnTo>
                <a:lnTo>
                  <a:pt x="338248" y="233950"/>
                </a:lnTo>
                <a:lnTo>
                  <a:pt x="431515" y="489055"/>
                </a:lnTo>
                <a:cubicBezTo>
                  <a:pt x="472553" y="490300"/>
                  <a:pt x="509859" y="507721"/>
                  <a:pt x="537218" y="536343"/>
                </a:cubicBezTo>
                <a:lnTo>
                  <a:pt x="537218" y="263816"/>
                </a:lnTo>
                <a:cubicBezTo>
                  <a:pt x="537218" y="242661"/>
                  <a:pt x="554628" y="226484"/>
                  <a:pt x="575768" y="226484"/>
                </a:cubicBezTo>
                <a:lnTo>
                  <a:pt x="656599" y="226484"/>
                </a:lnTo>
                <a:cubicBezTo>
                  <a:pt x="677740" y="226484"/>
                  <a:pt x="693906" y="242661"/>
                  <a:pt x="693906" y="263816"/>
                </a:cubicBezTo>
                <a:lnTo>
                  <a:pt x="693906" y="730472"/>
                </a:lnTo>
                <a:cubicBezTo>
                  <a:pt x="693906" y="731716"/>
                  <a:pt x="693906" y="731716"/>
                  <a:pt x="693906" y="732961"/>
                </a:cubicBezTo>
                <a:cubicBezTo>
                  <a:pt x="693906" y="734205"/>
                  <a:pt x="693906" y="734205"/>
                  <a:pt x="693906" y="736694"/>
                </a:cubicBezTo>
                <a:cubicBezTo>
                  <a:pt x="693906" y="801403"/>
                  <a:pt x="641677" y="854913"/>
                  <a:pt x="577012" y="854913"/>
                </a:cubicBezTo>
                <a:lnTo>
                  <a:pt x="210162" y="854913"/>
                </a:lnTo>
                <a:cubicBezTo>
                  <a:pt x="94511" y="854913"/>
                  <a:pt x="0" y="759093"/>
                  <a:pt x="0" y="643363"/>
                </a:cubicBezTo>
                <a:cubicBezTo>
                  <a:pt x="0" y="642118"/>
                  <a:pt x="0" y="642118"/>
                  <a:pt x="0" y="640874"/>
                </a:cubicBezTo>
                <a:lnTo>
                  <a:pt x="0" y="34844"/>
                </a:lnTo>
                <a:cubicBezTo>
                  <a:pt x="0" y="14933"/>
                  <a:pt x="14923" y="0"/>
                  <a:pt x="34820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39" name="Freeform 438">
            <a:extLst>
              <a:ext uri="{FF2B5EF4-FFF2-40B4-BE49-F238E27FC236}">
                <a16:creationId xmlns:a16="http://schemas.microsoft.com/office/drawing/2014/main" id="{8409F8C2-5CC0-E742-BBDB-9145D61DA2F6}"/>
              </a:ext>
            </a:extLst>
          </p:cNvPr>
          <p:cNvSpPr/>
          <p:nvPr/>
        </p:nvSpPr>
        <p:spPr>
          <a:xfrm>
            <a:off x="1769024" y="10119382"/>
            <a:ext cx="1328014" cy="19727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67" h="1584">
                <a:moveTo>
                  <a:pt x="860" y="1584"/>
                </a:moveTo>
                <a:lnTo>
                  <a:pt x="207" y="1584"/>
                </a:lnTo>
                <a:cubicBezTo>
                  <a:pt x="93" y="1584"/>
                  <a:pt x="0" y="1491"/>
                  <a:pt x="0" y="1377"/>
                </a:cubicBezTo>
                <a:lnTo>
                  <a:pt x="0" y="207"/>
                </a:lnTo>
                <a:cubicBezTo>
                  <a:pt x="0" y="92"/>
                  <a:pt x="93" y="0"/>
                  <a:pt x="207" y="0"/>
                </a:cubicBezTo>
                <a:lnTo>
                  <a:pt x="860" y="0"/>
                </a:lnTo>
                <a:cubicBezTo>
                  <a:pt x="974" y="0"/>
                  <a:pt x="1067" y="92"/>
                  <a:pt x="1067" y="207"/>
                </a:cubicBezTo>
                <a:lnTo>
                  <a:pt x="1067" y="1377"/>
                </a:lnTo>
                <a:cubicBezTo>
                  <a:pt x="1067" y="1491"/>
                  <a:pt x="974" y="1584"/>
                  <a:pt x="860" y="1584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40" name="Rounded Rectangle 439">
            <a:extLst>
              <a:ext uri="{FF2B5EF4-FFF2-40B4-BE49-F238E27FC236}">
                <a16:creationId xmlns:a16="http://schemas.microsoft.com/office/drawing/2014/main" id="{7EB17D29-85A2-4145-85CC-B28295341278}"/>
              </a:ext>
            </a:extLst>
          </p:cNvPr>
          <p:cNvSpPr/>
          <p:nvPr/>
        </p:nvSpPr>
        <p:spPr>
          <a:xfrm>
            <a:off x="1607075" y="10484527"/>
            <a:ext cx="7845996" cy="2116097"/>
          </a:xfrm>
          <a:prstGeom prst="roundRect">
            <a:avLst>
              <a:gd name="adj" fmla="val 21985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13" name="Rounded Rectangle 512">
            <a:extLst>
              <a:ext uri="{FF2B5EF4-FFF2-40B4-BE49-F238E27FC236}">
                <a16:creationId xmlns:a16="http://schemas.microsoft.com/office/drawing/2014/main" id="{3A34EBAF-5C90-C44D-B7F9-C31E3CCE44C8}"/>
              </a:ext>
            </a:extLst>
          </p:cNvPr>
          <p:cNvSpPr/>
          <p:nvPr/>
        </p:nvSpPr>
        <p:spPr>
          <a:xfrm>
            <a:off x="1896098" y="10119382"/>
            <a:ext cx="1328014" cy="1972781"/>
          </a:xfrm>
          <a:prstGeom prst="roundRect">
            <a:avLst>
              <a:gd name="adj" fmla="val 19058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54" name="Freeform 453">
            <a:extLst>
              <a:ext uri="{FF2B5EF4-FFF2-40B4-BE49-F238E27FC236}">
                <a16:creationId xmlns:a16="http://schemas.microsoft.com/office/drawing/2014/main" id="{EFA610E7-8194-5E4E-AAFE-038763F06C32}"/>
              </a:ext>
            </a:extLst>
          </p:cNvPr>
          <p:cNvSpPr/>
          <p:nvPr/>
        </p:nvSpPr>
        <p:spPr>
          <a:xfrm>
            <a:off x="2152733" y="10759944"/>
            <a:ext cx="813259" cy="691657"/>
          </a:xfrm>
          <a:custGeom>
            <a:avLst/>
            <a:gdLst>
              <a:gd name="connsiteX0" fmla="*/ 279046 w 813259"/>
              <a:gd name="connsiteY0" fmla="*/ 379160 h 691657"/>
              <a:gd name="connsiteX1" fmla="*/ 264950 w 813259"/>
              <a:gd name="connsiteY1" fmla="*/ 383784 h 691657"/>
              <a:gd name="connsiteX2" fmla="*/ 240436 w 813259"/>
              <a:gd name="connsiteY2" fmla="*/ 392417 h 691657"/>
              <a:gd name="connsiteX3" fmla="*/ 240436 w 813259"/>
              <a:gd name="connsiteY3" fmla="*/ 394883 h 691657"/>
              <a:gd name="connsiteX4" fmla="*/ 240436 w 813259"/>
              <a:gd name="connsiteY4" fmla="*/ 497243 h 691657"/>
              <a:gd name="connsiteX5" fmla="*/ 273530 w 813259"/>
              <a:gd name="connsiteY5" fmla="*/ 466412 h 691657"/>
              <a:gd name="connsiteX6" fmla="*/ 288238 w 813259"/>
              <a:gd name="connsiteY6" fmla="*/ 466412 h 691657"/>
              <a:gd name="connsiteX7" fmla="*/ 316429 w 813259"/>
              <a:gd name="connsiteY7" fmla="*/ 494777 h 691657"/>
              <a:gd name="connsiteX8" fmla="*/ 316429 w 813259"/>
              <a:gd name="connsiteY8" fmla="*/ 394883 h 691657"/>
              <a:gd name="connsiteX9" fmla="*/ 316429 w 813259"/>
              <a:gd name="connsiteY9" fmla="*/ 392417 h 691657"/>
              <a:gd name="connsiteX10" fmla="*/ 293141 w 813259"/>
              <a:gd name="connsiteY10" fmla="*/ 383784 h 691657"/>
              <a:gd name="connsiteX11" fmla="*/ 279046 w 813259"/>
              <a:gd name="connsiteY11" fmla="*/ 379160 h 691657"/>
              <a:gd name="connsiteX12" fmla="*/ 558113 w 813259"/>
              <a:gd name="connsiteY12" fmla="*/ 233041 h 691657"/>
              <a:gd name="connsiteX13" fmla="*/ 558113 w 813259"/>
              <a:gd name="connsiteY13" fmla="*/ 410006 h 691657"/>
              <a:gd name="connsiteX14" fmla="*/ 617069 w 813259"/>
              <a:gd name="connsiteY14" fmla="*/ 386493 h 691657"/>
              <a:gd name="connsiteX15" fmla="*/ 645318 w 813259"/>
              <a:gd name="connsiteY15" fmla="*/ 320905 h 691657"/>
              <a:gd name="connsiteX16" fmla="*/ 613384 w 813259"/>
              <a:gd name="connsiteY16" fmla="*/ 252841 h 691657"/>
              <a:gd name="connsiteX17" fmla="*/ 558113 w 813259"/>
              <a:gd name="connsiteY17" fmla="*/ 233041 h 691657"/>
              <a:gd name="connsiteX18" fmla="*/ 239889 w 813259"/>
              <a:gd name="connsiteY18" fmla="*/ 182570 h 691657"/>
              <a:gd name="connsiteX19" fmla="*/ 226420 w 813259"/>
              <a:gd name="connsiteY19" fmla="*/ 185665 h 691657"/>
              <a:gd name="connsiteX20" fmla="*/ 214035 w 813259"/>
              <a:gd name="connsiteY20" fmla="*/ 207951 h 691657"/>
              <a:gd name="connsiteX21" fmla="*/ 188026 w 813259"/>
              <a:gd name="connsiteY21" fmla="*/ 254998 h 691657"/>
              <a:gd name="connsiteX22" fmla="*/ 173164 w 813259"/>
              <a:gd name="connsiteY22" fmla="*/ 277284 h 691657"/>
              <a:gd name="connsiteX23" fmla="*/ 188026 w 813259"/>
              <a:gd name="connsiteY23" fmla="*/ 298331 h 691657"/>
              <a:gd name="connsiteX24" fmla="*/ 214035 w 813259"/>
              <a:gd name="connsiteY24" fmla="*/ 345378 h 691657"/>
              <a:gd name="connsiteX25" fmla="*/ 226420 w 813259"/>
              <a:gd name="connsiteY25" fmla="*/ 368902 h 691657"/>
              <a:gd name="connsiteX26" fmla="*/ 252429 w 813259"/>
              <a:gd name="connsiteY26" fmla="*/ 366426 h 691657"/>
              <a:gd name="connsiteX27" fmla="*/ 278437 w 813259"/>
              <a:gd name="connsiteY27" fmla="*/ 358997 h 691657"/>
              <a:gd name="connsiteX28" fmla="*/ 304446 w 813259"/>
              <a:gd name="connsiteY28" fmla="*/ 366426 h 691657"/>
              <a:gd name="connsiteX29" fmla="*/ 331693 w 813259"/>
              <a:gd name="connsiteY29" fmla="*/ 368902 h 691657"/>
              <a:gd name="connsiteX30" fmla="*/ 342840 w 813259"/>
              <a:gd name="connsiteY30" fmla="*/ 345378 h 691657"/>
              <a:gd name="connsiteX31" fmla="*/ 370087 w 813259"/>
              <a:gd name="connsiteY31" fmla="*/ 298331 h 691657"/>
              <a:gd name="connsiteX32" fmla="*/ 384949 w 813259"/>
              <a:gd name="connsiteY32" fmla="*/ 277284 h 691657"/>
              <a:gd name="connsiteX33" fmla="*/ 370087 w 813259"/>
              <a:gd name="connsiteY33" fmla="*/ 254998 h 691657"/>
              <a:gd name="connsiteX34" fmla="*/ 342840 w 813259"/>
              <a:gd name="connsiteY34" fmla="*/ 207951 h 691657"/>
              <a:gd name="connsiteX35" fmla="*/ 331693 w 813259"/>
              <a:gd name="connsiteY35" fmla="*/ 185665 h 691657"/>
              <a:gd name="connsiteX36" fmla="*/ 304446 w 813259"/>
              <a:gd name="connsiteY36" fmla="*/ 186903 h 691657"/>
              <a:gd name="connsiteX37" fmla="*/ 252429 w 813259"/>
              <a:gd name="connsiteY37" fmla="*/ 186903 h 691657"/>
              <a:gd name="connsiteX38" fmla="*/ 239889 w 813259"/>
              <a:gd name="connsiteY38" fmla="*/ 182570 h 691657"/>
              <a:gd name="connsiteX39" fmla="*/ 240620 w 813259"/>
              <a:gd name="connsiteY39" fmla="*/ 161386 h 691657"/>
              <a:gd name="connsiteX40" fmla="*/ 264794 w 813259"/>
              <a:gd name="connsiteY40" fmla="*/ 169459 h 691657"/>
              <a:gd name="connsiteX41" fmla="*/ 293306 w 813259"/>
              <a:gd name="connsiteY41" fmla="*/ 169459 h 691657"/>
              <a:gd name="connsiteX42" fmla="*/ 341654 w 813259"/>
              <a:gd name="connsiteY42" fmla="*/ 168217 h 691657"/>
              <a:gd name="connsiteX43" fmla="*/ 363968 w 813259"/>
              <a:gd name="connsiteY43" fmla="*/ 211689 h 691657"/>
              <a:gd name="connsiteX44" fmla="*/ 378845 w 813259"/>
              <a:gd name="connsiteY44" fmla="*/ 236531 h 691657"/>
              <a:gd name="connsiteX45" fmla="*/ 404878 w 813259"/>
              <a:gd name="connsiteY45" fmla="*/ 277519 h 691657"/>
              <a:gd name="connsiteX46" fmla="*/ 378845 w 813259"/>
              <a:gd name="connsiteY46" fmla="*/ 318507 h 691657"/>
              <a:gd name="connsiteX47" fmla="*/ 363968 w 813259"/>
              <a:gd name="connsiteY47" fmla="*/ 343348 h 691657"/>
              <a:gd name="connsiteX48" fmla="*/ 341654 w 813259"/>
              <a:gd name="connsiteY48" fmla="*/ 386820 h 691657"/>
              <a:gd name="connsiteX49" fmla="*/ 336695 w 813259"/>
              <a:gd name="connsiteY49" fmla="*/ 390546 h 691657"/>
              <a:gd name="connsiteX50" fmla="*/ 337935 w 813259"/>
              <a:gd name="connsiteY50" fmla="*/ 395514 h 691657"/>
              <a:gd name="connsiteX51" fmla="*/ 337935 w 813259"/>
              <a:gd name="connsiteY51" fmla="*/ 520962 h 691657"/>
              <a:gd name="connsiteX52" fmla="*/ 331737 w 813259"/>
              <a:gd name="connsiteY52" fmla="*/ 530899 h 691657"/>
              <a:gd name="connsiteX53" fmla="*/ 326778 w 813259"/>
              <a:gd name="connsiteY53" fmla="*/ 532141 h 691657"/>
              <a:gd name="connsiteX54" fmla="*/ 320579 w 813259"/>
              <a:gd name="connsiteY54" fmla="*/ 528415 h 691657"/>
              <a:gd name="connsiteX55" fmla="*/ 279670 w 813259"/>
              <a:gd name="connsiteY55" fmla="*/ 488669 h 691657"/>
              <a:gd name="connsiteX56" fmla="*/ 237520 w 813259"/>
              <a:gd name="connsiteY56" fmla="*/ 528415 h 691657"/>
              <a:gd name="connsiteX57" fmla="*/ 225124 w 813259"/>
              <a:gd name="connsiteY57" fmla="*/ 530899 h 691657"/>
              <a:gd name="connsiteX58" fmla="*/ 218925 w 813259"/>
              <a:gd name="connsiteY58" fmla="*/ 520962 h 691657"/>
              <a:gd name="connsiteX59" fmla="*/ 218925 w 813259"/>
              <a:gd name="connsiteY59" fmla="*/ 395514 h 691657"/>
              <a:gd name="connsiteX60" fmla="*/ 221405 w 813259"/>
              <a:gd name="connsiteY60" fmla="*/ 390546 h 691657"/>
              <a:gd name="connsiteX61" fmla="*/ 216446 w 813259"/>
              <a:gd name="connsiteY61" fmla="*/ 386820 h 691657"/>
              <a:gd name="connsiteX62" fmla="*/ 192892 w 813259"/>
              <a:gd name="connsiteY62" fmla="*/ 343348 h 691657"/>
              <a:gd name="connsiteX63" fmla="*/ 179255 w 813259"/>
              <a:gd name="connsiteY63" fmla="*/ 318507 h 691657"/>
              <a:gd name="connsiteX64" fmla="*/ 151982 w 813259"/>
              <a:gd name="connsiteY64" fmla="*/ 277519 h 691657"/>
              <a:gd name="connsiteX65" fmla="*/ 179255 w 813259"/>
              <a:gd name="connsiteY65" fmla="*/ 236531 h 691657"/>
              <a:gd name="connsiteX66" fmla="*/ 192892 w 813259"/>
              <a:gd name="connsiteY66" fmla="*/ 211689 h 691657"/>
              <a:gd name="connsiteX67" fmla="*/ 216446 w 813259"/>
              <a:gd name="connsiteY67" fmla="*/ 168217 h 691657"/>
              <a:gd name="connsiteX68" fmla="*/ 240620 w 813259"/>
              <a:gd name="connsiteY68" fmla="*/ 161386 h 691657"/>
              <a:gd name="connsiteX69" fmla="*/ 546819 w 813259"/>
              <a:gd name="connsiteY69" fmla="*/ 78512 h 691657"/>
              <a:gd name="connsiteX70" fmla="*/ 536899 w 813259"/>
              <a:gd name="connsiteY70" fmla="*/ 115803 h 691657"/>
              <a:gd name="connsiteX71" fmla="*/ 531940 w 813259"/>
              <a:gd name="connsiteY71" fmla="*/ 122018 h 691657"/>
              <a:gd name="connsiteX72" fmla="*/ 529460 w 813259"/>
              <a:gd name="connsiteY72" fmla="*/ 123261 h 691657"/>
              <a:gd name="connsiteX73" fmla="*/ 539379 w 813259"/>
              <a:gd name="connsiteY73" fmla="*/ 131962 h 691657"/>
              <a:gd name="connsiteX74" fmla="*/ 555498 w 813259"/>
              <a:gd name="connsiteY74" fmla="*/ 155580 h 691657"/>
              <a:gd name="connsiteX75" fmla="*/ 555498 w 813259"/>
              <a:gd name="connsiteY75" fmla="*/ 156823 h 691657"/>
              <a:gd name="connsiteX76" fmla="*/ 557978 w 813259"/>
              <a:gd name="connsiteY76" fmla="*/ 170496 h 691657"/>
              <a:gd name="connsiteX77" fmla="*/ 557978 w 813259"/>
              <a:gd name="connsiteY77" fmla="*/ 211517 h 691657"/>
              <a:gd name="connsiteX78" fmla="*/ 627411 w 813259"/>
              <a:gd name="connsiteY78" fmla="*/ 236377 h 691657"/>
              <a:gd name="connsiteX79" fmla="*/ 667088 w 813259"/>
              <a:gd name="connsiteY79" fmla="*/ 320904 h 691657"/>
              <a:gd name="connsiteX80" fmla="*/ 631131 w 813259"/>
              <a:gd name="connsiteY80" fmla="*/ 402944 h 691657"/>
              <a:gd name="connsiteX81" fmla="*/ 557978 w 813259"/>
              <a:gd name="connsiteY81" fmla="*/ 430290 h 691657"/>
              <a:gd name="connsiteX82" fmla="*/ 557978 w 813259"/>
              <a:gd name="connsiteY82" fmla="*/ 563295 h 691657"/>
              <a:gd name="connsiteX83" fmla="*/ 566657 w 813259"/>
              <a:gd name="connsiteY83" fmla="*/ 563295 h 691657"/>
              <a:gd name="connsiteX84" fmla="*/ 577816 w 813259"/>
              <a:gd name="connsiteY84" fmla="*/ 526004 h 691657"/>
              <a:gd name="connsiteX85" fmla="*/ 580295 w 813259"/>
              <a:gd name="connsiteY85" fmla="*/ 523518 h 691657"/>
              <a:gd name="connsiteX86" fmla="*/ 586495 w 813259"/>
              <a:gd name="connsiteY86" fmla="*/ 518546 h 691657"/>
              <a:gd name="connsiteX87" fmla="*/ 649729 w 813259"/>
              <a:gd name="connsiteY87" fmla="*/ 498657 h 691657"/>
              <a:gd name="connsiteX88" fmla="*/ 659648 w 813259"/>
              <a:gd name="connsiteY88" fmla="*/ 498657 h 691657"/>
              <a:gd name="connsiteX89" fmla="*/ 660888 w 813259"/>
              <a:gd name="connsiteY89" fmla="*/ 498657 h 691657"/>
              <a:gd name="connsiteX90" fmla="*/ 690645 w 813259"/>
              <a:gd name="connsiteY90" fmla="*/ 522275 h 691657"/>
              <a:gd name="connsiteX91" fmla="*/ 706764 w 813259"/>
              <a:gd name="connsiteY91" fmla="*/ 511088 h 691657"/>
              <a:gd name="connsiteX92" fmla="*/ 694365 w 813259"/>
              <a:gd name="connsiteY92" fmla="*/ 475040 h 691657"/>
              <a:gd name="connsiteX93" fmla="*/ 694365 w 813259"/>
              <a:gd name="connsiteY93" fmla="*/ 471311 h 691657"/>
              <a:gd name="connsiteX94" fmla="*/ 696845 w 813259"/>
              <a:gd name="connsiteY94" fmla="*/ 463852 h 691657"/>
              <a:gd name="connsiteX95" fmla="*/ 736521 w 813259"/>
              <a:gd name="connsiteY95" fmla="*/ 410402 h 691657"/>
              <a:gd name="connsiteX96" fmla="*/ 745200 w 813259"/>
              <a:gd name="connsiteY96" fmla="*/ 404187 h 691657"/>
              <a:gd name="connsiteX97" fmla="*/ 784877 w 813259"/>
              <a:gd name="connsiteY97" fmla="*/ 405430 h 691657"/>
              <a:gd name="connsiteX98" fmla="*/ 791076 w 813259"/>
              <a:gd name="connsiteY98" fmla="*/ 386784 h 691657"/>
              <a:gd name="connsiteX99" fmla="*/ 758839 w 813259"/>
              <a:gd name="connsiteY99" fmla="*/ 364410 h 691657"/>
              <a:gd name="connsiteX100" fmla="*/ 753880 w 813259"/>
              <a:gd name="connsiteY100" fmla="*/ 354465 h 691657"/>
              <a:gd name="connsiteX101" fmla="*/ 757599 w 813259"/>
              <a:gd name="connsiteY101" fmla="*/ 320904 h 691657"/>
              <a:gd name="connsiteX102" fmla="*/ 753880 w 813259"/>
              <a:gd name="connsiteY102" fmla="*/ 287342 h 691657"/>
              <a:gd name="connsiteX103" fmla="*/ 758839 w 813259"/>
              <a:gd name="connsiteY103" fmla="*/ 277397 h 691657"/>
              <a:gd name="connsiteX104" fmla="*/ 791076 w 813259"/>
              <a:gd name="connsiteY104" fmla="*/ 256266 h 691657"/>
              <a:gd name="connsiteX105" fmla="*/ 784877 w 813259"/>
              <a:gd name="connsiteY105" fmla="*/ 236377 h 691657"/>
              <a:gd name="connsiteX106" fmla="*/ 746440 w 813259"/>
              <a:gd name="connsiteY106" fmla="*/ 237620 h 691657"/>
              <a:gd name="connsiteX107" fmla="*/ 739001 w 813259"/>
              <a:gd name="connsiteY107" fmla="*/ 235134 h 691657"/>
              <a:gd name="connsiteX108" fmla="*/ 736521 w 813259"/>
              <a:gd name="connsiteY108" fmla="*/ 231405 h 691657"/>
              <a:gd name="connsiteX109" fmla="*/ 696845 w 813259"/>
              <a:gd name="connsiteY109" fmla="*/ 177955 h 691657"/>
              <a:gd name="connsiteX110" fmla="*/ 694365 w 813259"/>
              <a:gd name="connsiteY110" fmla="*/ 170496 h 691657"/>
              <a:gd name="connsiteX111" fmla="*/ 694365 w 813259"/>
              <a:gd name="connsiteY111" fmla="*/ 166767 h 691657"/>
              <a:gd name="connsiteX112" fmla="*/ 706764 w 813259"/>
              <a:gd name="connsiteY112" fmla="*/ 131962 h 691657"/>
              <a:gd name="connsiteX113" fmla="*/ 690645 w 813259"/>
              <a:gd name="connsiteY113" fmla="*/ 119532 h 691657"/>
              <a:gd name="connsiteX114" fmla="*/ 660888 w 813259"/>
              <a:gd name="connsiteY114" fmla="*/ 141907 h 691657"/>
              <a:gd name="connsiteX115" fmla="*/ 649729 w 813259"/>
              <a:gd name="connsiteY115" fmla="*/ 144393 h 691657"/>
              <a:gd name="connsiteX116" fmla="*/ 586495 w 813259"/>
              <a:gd name="connsiteY116" fmla="*/ 123261 h 691657"/>
              <a:gd name="connsiteX117" fmla="*/ 584015 w 813259"/>
              <a:gd name="connsiteY117" fmla="*/ 122018 h 691657"/>
              <a:gd name="connsiteX118" fmla="*/ 580295 w 813259"/>
              <a:gd name="connsiteY118" fmla="*/ 119532 h 691657"/>
              <a:gd name="connsiteX119" fmla="*/ 577816 w 813259"/>
              <a:gd name="connsiteY119" fmla="*/ 115803 h 691657"/>
              <a:gd name="connsiteX120" fmla="*/ 566657 w 813259"/>
              <a:gd name="connsiteY120" fmla="*/ 78512 h 691657"/>
              <a:gd name="connsiteX121" fmla="*/ 556738 w 813259"/>
              <a:gd name="connsiteY121" fmla="*/ 78512 h 691657"/>
              <a:gd name="connsiteX122" fmla="*/ 402387 w 813259"/>
              <a:gd name="connsiteY122" fmla="*/ 44864 h 691657"/>
              <a:gd name="connsiteX123" fmla="*/ 402387 w 813259"/>
              <a:gd name="connsiteY123" fmla="*/ 134743 h 691657"/>
              <a:gd name="connsiteX124" fmla="*/ 415954 w 813259"/>
              <a:gd name="connsiteY124" fmla="*/ 147055 h 691657"/>
              <a:gd name="connsiteX125" fmla="*/ 524487 w 813259"/>
              <a:gd name="connsiteY125" fmla="*/ 147055 h 691657"/>
              <a:gd name="connsiteX126" fmla="*/ 57219 w 813259"/>
              <a:gd name="connsiteY126" fmla="*/ 21186 h 691657"/>
              <a:gd name="connsiteX127" fmla="*/ 21178 w 813259"/>
              <a:gd name="connsiteY127" fmla="*/ 62233 h 691657"/>
              <a:gd name="connsiteX128" fmla="*/ 21178 w 813259"/>
              <a:gd name="connsiteY128" fmla="*/ 628178 h 691657"/>
              <a:gd name="connsiteX129" fmla="*/ 57219 w 813259"/>
              <a:gd name="connsiteY129" fmla="*/ 669225 h 691657"/>
              <a:gd name="connsiteX130" fmla="*/ 500892 w 813259"/>
              <a:gd name="connsiteY130" fmla="*/ 669225 h 691657"/>
              <a:gd name="connsiteX131" fmla="*/ 535690 w 813259"/>
              <a:gd name="connsiteY131" fmla="*/ 628178 h 691657"/>
              <a:gd name="connsiteX132" fmla="*/ 535690 w 813259"/>
              <a:gd name="connsiteY132" fmla="*/ 170446 h 691657"/>
              <a:gd name="connsiteX133" fmla="*/ 415140 w 813259"/>
              <a:gd name="connsiteY133" fmla="*/ 170446 h 691657"/>
              <a:gd name="connsiteX134" fmla="*/ 381585 w 813259"/>
              <a:gd name="connsiteY134" fmla="*/ 135619 h 691657"/>
              <a:gd name="connsiteX135" fmla="*/ 381585 w 813259"/>
              <a:gd name="connsiteY135" fmla="*/ 27405 h 691657"/>
              <a:gd name="connsiteX136" fmla="*/ 364186 w 813259"/>
              <a:gd name="connsiteY136" fmla="*/ 21186 h 691657"/>
              <a:gd name="connsiteX137" fmla="*/ 57219 w 813259"/>
              <a:gd name="connsiteY137" fmla="*/ 0 h 691657"/>
              <a:gd name="connsiteX138" fmla="*/ 364459 w 813259"/>
              <a:gd name="connsiteY138" fmla="*/ 0 h 691657"/>
              <a:gd name="connsiteX139" fmla="*/ 396800 w 813259"/>
              <a:gd name="connsiteY139" fmla="*/ 12440 h 691657"/>
              <a:gd name="connsiteX140" fmla="*/ 507506 w 813259"/>
              <a:gd name="connsiteY140" fmla="*/ 105739 h 691657"/>
              <a:gd name="connsiteX141" fmla="*/ 517457 w 813259"/>
              <a:gd name="connsiteY141" fmla="*/ 103251 h 691657"/>
              <a:gd name="connsiteX142" fmla="*/ 528652 w 813259"/>
              <a:gd name="connsiteY142" fmla="*/ 64687 h 691657"/>
              <a:gd name="connsiteX143" fmla="*/ 538603 w 813259"/>
              <a:gd name="connsiteY143" fmla="*/ 57223 h 691657"/>
              <a:gd name="connsiteX144" fmla="*/ 556018 w 813259"/>
              <a:gd name="connsiteY144" fmla="*/ 57223 h 691657"/>
              <a:gd name="connsiteX145" fmla="*/ 574676 w 813259"/>
              <a:gd name="connsiteY145" fmla="*/ 57223 h 691657"/>
              <a:gd name="connsiteX146" fmla="*/ 584627 w 813259"/>
              <a:gd name="connsiteY146" fmla="*/ 64687 h 691657"/>
              <a:gd name="connsiteX147" fmla="*/ 595822 w 813259"/>
              <a:gd name="connsiteY147" fmla="*/ 103251 h 691657"/>
              <a:gd name="connsiteX148" fmla="*/ 653041 w 813259"/>
              <a:gd name="connsiteY148" fmla="*/ 121911 h 691657"/>
              <a:gd name="connsiteX149" fmla="*/ 684138 w 813259"/>
              <a:gd name="connsiteY149" fmla="*/ 98275 h 691657"/>
              <a:gd name="connsiteX150" fmla="*/ 696577 w 813259"/>
              <a:gd name="connsiteY150" fmla="*/ 97031 h 691657"/>
              <a:gd name="connsiteX151" fmla="*/ 726430 w 813259"/>
              <a:gd name="connsiteY151" fmla="*/ 118179 h 691657"/>
              <a:gd name="connsiteX152" fmla="*/ 730162 w 813259"/>
              <a:gd name="connsiteY152" fmla="*/ 130619 h 691657"/>
              <a:gd name="connsiteX153" fmla="*/ 716479 w 813259"/>
              <a:gd name="connsiteY153" fmla="*/ 167938 h 691657"/>
              <a:gd name="connsiteX154" fmla="*/ 752552 w 813259"/>
              <a:gd name="connsiteY154" fmla="*/ 216454 h 691657"/>
              <a:gd name="connsiteX155" fmla="*/ 791112 w 813259"/>
              <a:gd name="connsiteY155" fmla="*/ 215210 h 691657"/>
              <a:gd name="connsiteX156" fmla="*/ 802307 w 813259"/>
              <a:gd name="connsiteY156" fmla="*/ 222674 h 691657"/>
              <a:gd name="connsiteX157" fmla="*/ 812258 w 813259"/>
              <a:gd name="connsiteY157" fmla="*/ 256261 h 691657"/>
              <a:gd name="connsiteX158" fmla="*/ 808527 w 813259"/>
              <a:gd name="connsiteY158" fmla="*/ 268701 h 691657"/>
              <a:gd name="connsiteX159" fmla="*/ 776186 w 813259"/>
              <a:gd name="connsiteY159" fmla="*/ 291093 h 691657"/>
              <a:gd name="connsiteX160" fmla="*/ 778673 w 813259"/>
              <a:gd name="connsiteY160" fmla="*/ 320949 h 691657"/>
              <a:gd name="connsiteX161" fmla="*/ 776186 w 813259"/>
              <a:gd name="connsiteY161" fmla="*/ 350804 h 691657"/>
              <a:gd name="connsiteX162" fmla="*/ 808527 w 813259"/>
              <a:gd name="connsiteY162" fmla="*/ 374440 h 691657"/>
              <a:gd name="connsiteX163" fmla="*/ 812258 w 813259"/>
              <a:gd name="connsiteY163" fmla="*/ 385636 h 691657"/>
              <a:gd name="connsiteX164" fmla="*/ 802307 w 813259"/>
              <a:gd name="connsiteY164" fmla="*/ 419224 h 691657"/>
              <a:gd name="connsiteX165" fmla="*/ 791112 w 813259"/>
              <a:gd name="connsiteY165" fmla="*/ 426688 h 691657"/>
              <a:gd name="connsiteX166" fmla="*/ 752552 w 813259"/>
              <a:gd name="connsiteY166" fmla="*/ 425444 h 691657"/>
              <a:gd name="connsiteX167" fmla="*/ 716479 w 813259"/>
              <a:gd name="connsiteY167" fmla="*/ 473959 h 691657"/>
              <a:gd name="connsiteX168" fmla="*/ 730162 w 813259"/>
              <a:gd name="connsiteY168" fmla="*/ 511279 h 691657"/>
              <a:gd name="connsiteX169" fmla="*/ 726430 w 813259"/>
              <a:gd name="connsiteY169" fmla="*/ 523719 h 691657"/>
              <a:gd name="connsiteX170" fmla="*/ 696577 w 813259"/>
              <a:gd name="connsiteY170" fmla="*/ 544866 h 691657"/>
              <a:gd name="connsiteX171" fmla="*/ 684138 w 813259"/>
              <a:gd name="connsiteY171" fmla="*/ 544866 h 691657"/>
              <a:gd name="connsiteX172" fmla="*/ 653041 w 813259"/>
              <a:gd name="connsiteY172" fmla="*/ 519987 h 691657"/>
              <a:gd name="connsiteX173" fmla="*/ 595822 w 813259"/>
              <a:gd name="connsiteY173" fmla="*/ 538647 h 691657"/>
              <a:gd name="connsiteX174" fmla="*/ 584627 w 813259"/>
              <a:gd name="connsiteY174" fmla="*/ 577210 h 691657"/>
              <a:gd name="connsiteX175" fmla="*/ 574676 w 813259"/>
              <a:gd name="connsiteY175" fmla="*/ 584674 h 691657"/>
              <a:gd name="connsiteX176" fmla="*/ 557261 w 813259"/>
              <a:gd name="connsiteY176" fmla="*/ 584674 h 691657"/>
              <a:gd name="connsiteX177" fmla="*/ 557261 w 813259"/>
              <a:gd name="connsiteY177" fmla="*/ 628214 h 691657"/>
              <a:gd name="connsiteX178" fmla="*/ 501287 w 813259"/>
              <a:gd name="connsiteY178" fmla="*/ 691657 h 691657"/>
              <a:gd name="connsiteX179" fmla="*/ 57219 w 813259"/>
              <a:gd name="connsiteY179" fmla="*/ 691657 h 691657"/>
              <a:gd name="connsiteX180" fmla="*/ 0 w 813259"/>
              <a:gd name="connsiteY180" fmla="*/ 628214 h 691657"/>
              <a:gd name="connsiteX181" fmla="*/ 0 w 813259"/>
              <a:gd name="connsiteY181" fmla="*/ 62199 h 691657"/>
              <a:gd name="connsiteX182" fmla="*/ 57219 w 813259"/>
              <a:gd name="connsiteY182" fmla="*/ 0 h 691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</a:cxnLst>
            <a:rect l="l" t="t" r="r" b="b"/>
            <a:pathLst>
              <a:path w="813259" h="691657">
                <a:moveTo>
                  <a:pt x="279046" y="379160"/>
                </a:moveTo>
                <a:cubicBezTo>
                  <a:pt x="274143" y="379160"/>
                  <a:pt x="269240" y="380701"/>
                  <a:pt x="264950" y="383784"/>
                </a:cubicBezTo>
                <a:cubicBezTo>
                  <a:pt x="257596" y="389950"/>
                  <a:pt x="249016" y="392417"/>
                  <a:pt x="240436" y="392417"/>
                </a:cubicBezTo>
                <a:cubicBezTo>
                  <a:pt x="240436" y="393650"/>
                  <a:pt x="240436" y="393650"/>
                  <a:pt x="240436" y="394883"/>
                </a:cubicBezTo>
                <a:lnTo>
                  <a:pt x="240436" y="497243"/>
                </a:lnTo>
                <a:lnTo>
                  <a:pt x="273530" y="466412"/>
                </a:lnTo>
                <a:cubicBezTo>
                  <a:pt x="277207" y="462712"/>
                  <a:pt x="283335" y="462712"/>
                  <a:pt x="288238" y="466412"/>
                </a:cubicBezTo>
                <a:lnTo>
                  <a:pt x="316429" y="494777"/>
                </a:lnTo>
                <a:lnTo>
                  <a:pt x="316429" y="394883"/>
                </a:lnTo>
                <a:cubicBezTo>
                  <a:pt x="316429" y="393650"/>
                  <a:pt x="316429" y="393650"/>
                  <a:pt x="316429" y="392417"/>
                </a:cubicBezTo>
                <a:cubicBezTo>
                  <a:pt x="309075" y="392417"/>
                  <a:pt x="300495" y="389950"/>
                  <a:pt x="293141" y="383784"/>
                </a:cubicBezTo>
                <a:cubicBezTo>
                  <a:pt x="288851" y="380701"/>
                  <a:pt x="283948" y="379160"/>
                  <a:pt x="279046" y="379160"/>
                </a:cubicBezTo>
                <a:close/>
                <a:moveTo>
                  <a:pt x="558113" y="233041"/>
                </a:moveTo>
                <a:lnTo>
                  <a:pt x="558113" y="410006"/>
                </a:lnTo>
                <a:cubicBezTo>
                  <a:pt x="580221" y="408768"/>
                  <a:pt x="599873" y="401343"/>
                  <a:pt x="617069" y="386493"/>
                </a:cubicBezTo>
                <a:cubicBezTo>
                  <a:pt x="634264" y="369168"/>
                  <a:pt x="645318" y="346893"/>
                  <a:pt x="645318" y="320905"/>
                </a:cubicBezTo>
                <a:cubicBezTo>
                  <a:pt x="645318" y="294917"/>
                  <a:pt x="634264" y="270167"/>
                  <a:pt x="613384" y="252841"/>
                </a:cubicBezTo>
                <a:cubicBezTo>
                  <a:pt x="597417" y="239229"/>
                  <a:pt x="577765" y="233041"/>
                  <a:pt x="558113" y="233041"/>
                </a:cubicBezTo>
                <a:close/>
                <a:moveTo>
                  <a:pt x="239889" y="182570"/>
                </a:moveTo>
                <a:cubicBezTo>
                  <a:pt x="235400" y="182261"/>
                  <a:pt x="230755" y="183189"/>
                  <a:pt x="226420" y="185665"/>
                </a:cubicBezTo>
                <a:cubicBezTo>
                  <a:pt x="217750" y="190618"/>
                  <a:pt x="212796" y="199284"/>
                  <a:pt x="214035" y="207951"/>
                </a:cubicBezTo>
                <a:cubicBezTo>
                  <a:pt x="216512" y="227760"/>
                  <a:pt x="205365" y="247569"/>
                  <a:pt x="188026" y="254998"/>
                </a:cubicBezTo>
                <a:cubicBezTo>
                  <a:pt x="178118" y="259950"/>
                  <a:pt x="173164" y="267379"/>
                  <a:pt x="173164" y="277284"/>
                </a:cubicBezTo>
                <a:cubicBezTo>
                  <a:pt x="173164" y="285950"/>
                  <a:pt x="178118" y="294617"/>
                  <a:pt x="188026" y="298331"/>
                </a:cubicBezTo>
                <a:cubicBezTo>
                  <a:pt x="205365" y="306998"/>
                  <a:pt x="216512" y="325569"/>
                  <a:pt x="214035" y="345378"/>
                </a:cubicBezTo>
                <a:cubicBezTo>
                  <a:pt x="212796" y="355283"/>
                  <a:pt x="217750" y="363949"/>
                  <a:pt x="226420" y="368902"/>
                </a:cubicBezTo>
                <a:cubicBezTo>
                  <a:pt x="235090" y="372616"/>
                  <a:pt x="244998" y="372616"/>
                  <a:pt x="252429" y="366426"/>
                </a:cubicBezTo>
                <a:cubicBezTo>
                  <a:pt x="259860" y="361473"/>
                  <a:pt x="269768" y="358997"/>
                  <a:pt x="278437" y="358997"/>
                </a:cubicBezTo>
                <a:cubicBezTo>
                  <a:pt x="288345" y="358997"/>
                  <a:pt x="297015" y="361473"/>
                  <a:pt x="304446" y="366426"/>
                </a:cubicBezTo>
                <a:cubicBezTo>
                  <a:pt x="313116" y="372616"/>
                  <a:pt x="323024" y="372616"/>
                  <a:pt x="331693" y="368902"/>
                </a:cubicBezTo>
                <a:cubicBezTo>
                  <a:pt x="340363" y="363949"/>
                  <a:pt x="344078" y="355283"/>
                  <a:pt x="342840" y="345378"/>
                </a:cubicBezTo>
                <a:cubicBezTo>
                  <a:pt x="341601" y="325569"/>
                  <a:pt x="352748" y="306998"/>
                  <a:pt x="370087" y="298331"/>
                </a:cubicBezTo>
                <a:cubicBezTo>
                  <a:pt x="378757" y="294617"/>
                  <a:pt x="384949" y="285950"/>
                  <a:pt x="384949" y="277284"/>
                </a:cubicBezTo>
                <a:cubicBezTo>
                  <a:pt x="384949" y="267379"/>
                  <a:pt x="378757" y="259950"/>
                  <a:pt x="370087" y="254998"/>
                </a:cubicBezTo>
                <a:cubicBezTo>
                  <a:pt x="352748" y="247569"/>
                  <a:pt x="341601" y="227760"/>
                  <a:pt x="342840" y="207951"/>
                </a:cubicBezTo>
                <a:cubicBezTo>
                  <a:pt x="344078" y="199284"/>
                  <a:pt x="340363" y="190618"/>
                  <a:pt x="331693" y="185665"/>
                </a:cubicBezTo>
                <a:cubicBezTo>
                  <a:pt x="323024" y="180713"/>
                  <a:pt x="313116" y="181951"/>
                  <a:pt x="304446" y="186903"/>
                </a:cubicBezTo>
                <a:cubicBezTo>
                  <a:pt x="289584" y="199284"/>
                  <a:pt x="268529" y="199284"/>
                  <a:pt x="252429" y="186903"/>
                </a:cubicBezTo>
                <a:cubicBezTo>
                  <a:pt x="248714" y="184427"/>
                  <a:pt x="244379" y="182880"/>
                  <a:pt x="239889" y="182570"/>
                </a:cubicBezTo>
                <a:close/>
                <a:moveTo>
                  <a:pt x="240620" y="161386"/>
                </a:moveTo>
                <a:cubicBezTo>
                  <a:pt x="248988" y="161697"/>
                  <a:pt x="257356" y="164491"/>
                  <a:pt x="264794" y="169459"/>
                </a:cubicBezTo>
                <a:cubicBezTo>
                  <a:pt x="273471" y="175670"/>
                  <a:pt x="284629" y="175670"/>
                  <a:pt x="293306" y="169459"/>
                </a:cubicBezTo>
                <a:cubicBezTo>
                  <a:pt x="306943" y="159523"/>
                  <a:pt x="326778" y="158281"/>
                  <a:pt x="341654" y="168217"/>
                </a:cubicBezTo>
                <a:cubicBezTo>
                  <a:pt x="357770" y="176912"/>
                  <a:pt x="366448" y="193059"/>
                  <a:pt x="363968" y="211689"/>
                </a:cubicBezTo>
                <a:cubicBezTo>
                  <a:pt x="363968" y="221626"/>
                  <a:pt x="368927" y="231562"/>
                  <a:pt x="378845" y="236531"/>
                </a:cubicBezTo>
                <a:cubicBezTo>
                  <a:pt x="394961" y="243983"/>
                  <a:pt x="404878" y="258888"/>
                  <a:pt x="404878" y="277519"/>
                </a:cubicBezTo>
                <a:cubicBezTo>
                  <a:pt x="404878" y="294907"/>
                  <a:pt x="394961" y="311054"/>
                  <a:pt x="378845" y="318507"/>
                </a:cubicBezTo>
                <a:cubicBezTo>
                  <a:pt x="368927" y="322233"/>
                  <a:pt x="363968" y="332169"/>
                  <a:pt x="363968" y="343348"/>
                </a:cubicBezTo>
                <a:cubicBezTo>
                  <a:pt x="366448" y="361979"/>
                  <a:pt x="357770" y="378126"/>
                  <a:pt x="341654" y="386820"/>
                </a:cubicBezTo>
                <a:cubicBezTo>
                  <a:pt x="340414" y="389304"/>
                  <a:pt x="337935" y="389304"/>
                  <a:pt x="336695" y="390546"/>
                </a:cubicBezTo>
                <a:cubicBezTo>
                  <a:pt x="336695" y="391788"/>
                  <a:pt x="337935" y="394272"/>
                  <a:pt x="337935" y="395514"/>
                </a:cubicBezTo>
                <a:lnTo>
                  <a:pt x="337935" y="520962"/>
                </a:lnTo>
                <a:cubicBezTo>
                  <a:pt x="337935" y="524689"/>
                  <a:pt x="335456" y="529657"/>
                  <a:pt x="331737" y="530899"/>
                </a:cubicBezTo>
                <a:cubicBezTo>
                  <a:pt x="330497" y="530899"/>
                  <a:pt x="329257" y="532141"/>
                  <a:pt x="326778" y="532141"/>
                </a:cubicBezTo>
                <a:cubicBezTo>
                  <a:pt x="324299" y="532141"/>
                  <a:pt x="321819" y="530899"/>
                  <a:pt x="320579" y="528415"/>
                </a:cubicBezTo>
                <a:lnTo>
                  <a:pt x="279670" y="488669"/>
                </a:lnTo>
                <a:lnTo>
                  <a:pt x="237520" y="528415"/>
                </a:lnTo>
                <a:cubicBezTo>
                  <a:pt x="233801" y="532141"/>
                  <a:pt x="230082" y="532141"/>
                  <a:pt x="225124" y="530899"/>
                </a:cubicBezTo>
                <a:cubicBezTo>
                  <a:pt x="221405" y="528415"/>
                  <a:pt x="218925" y="524689"/>
                  <a:pt x="218925" y="520962"/>
                </a:cubicBezTo>
                <a:lnTo>
                  <a:pt x="218925" y="395514"/>
                </a:lnTo>
                <a:cubicBezTo>
                  <a:pt x="218925" y="393030"/>
                  <a:pt x="220165" y="391788"/>
                  <a:pt x="221405" y="390546"/>
                </a:cubicBezTo>
                <a:cubicBezTo>
                  <a:pt x="218925" y="389304"/>
                  <a:pt x="217686" y="389304"/>
                  <a:pt x="216446" y="386820"/>
                </a:cubicBezTo>
                <a:cubicBezTo>
                  <a:pt x="199090" y="378126"/>
                  <a:pt x="191652" y="361979"/>
                  <a:pt x="192892" y="343348"/>
                </a:cubicBezTo>
                <a:cubicBezTo>
                  <a:pt x="194131" y="332169"/>
                  <a:pt x="187933" y="322233"/>
                  <a:pt x="179255" y="318507"/>
                </a:cubicBezTo>
                <a:cubicBezTo>
                  <a:pt x="161900" y="311054"/>
                  <a:pt x="151982" y="294907"/>
                  <a:pt x="151982" y="277519"/>
                </a:cubicBezTo>
                <a:cubicBezTo>
                  <a:pt x="151982" y="258888"/>
                  <a:pt x="161900" y="243983"/>
                  <a:pt x="179255" y="236531"/>
                </a:cubicBezTo>
                <a:cubicBezTo>
                  <a:pt x="187933" y="231562"/>
                  <a:pt x="194131" y="221626"/>
                  <a:pt x="192892" y="211689"/>
                </a:cubicBezTo>
                <a:cubicBezTo>
                  <a:pt x="191652" y="193059"/>
                  <a:pt x="199090" y="176912"/>
                  <a:pt x="216446" y="168217"/>
                </a:cubicBezTo>
                <a:cubicBezTo>
                  <a:pt x="223884" y="163249"/>
                  <a:pt x="232252" y="161076"/>
                  <a:pt x="240620" y="161386"/>
                </a:cubicBezTo>
                <a:close/>
                <a:moveTo>
                  <a:pt x="546819" y="78512"/>
                </a:moveTo>
                <a:lnTo>
                  <a:pt x="536899" y="115803"/>
                </a:lnTo>
                <a:cubicBezTo>
                  <a:pt x="535660" y="118289"/>
                  <a:pt x="533180" y="120775"/>
                  <a:pt x="531940" y="122018"/>
                </a:cubicBezTo>
                <a:cubicBezTo>
                  <a:pt x="530700" y="123261"/>
                  <a:pt x="529460" y="123261"/>
                  <a:pt x="529460" y="123261"/>
                </a:cubicBezTo>
                <a:lnTo>
                  <a:pt x="539379" y="131962"/>
                </a:lnTo>
                <a:cubicBezTo>
                  <a:pt x="548058" y="139421"/>
                  <a:pt x="553018" y="146879"/>
                  <a:pt x="555498" y="155580"/>
                </a:cubicBezTo>
                <a:lnTo>
                  <a:pt x="555498" y="156823"/>
                </a:lnTo>
                <a:cubicBezTo>
                  <a:pt x="556738" y="161795"/>
                  <a:pt x="557978" y="166767"/>
                  <a:pt x="557978" y="170496"/>
                </a:cubicBezTo>
                <a:lnTo>
                  <a:pt x="557978" y="211517"/>
                </a:lnTo>
                <a:cubicBezTo>
                  <a:pt x="582775" y="211517"/>
                  <a:pt x="607573" y="220218"/>
                  <a:pt x="627411" y="236377"/>
                </a:cubicBezTo>
                <a:cubicBezTo>
                  <a:pt x="652209" y="256266"/>
                  <a:pt x="667088" y="287342"/>
                  <a:pt x="667088" y="320904"/>
                </a:cubicBezTo>
                <a:cubicBezTo>
                  <a:pt x="667088" y="351979"/>
                  <a:pt x="654689" y="381812"/>
                  <a:pt x="631131" y="402944"/>
                </a:cubicBezTo>
                <a:cubicBezTo>
                  <a:pt x="611293" y="420346"/>
                  <a:pt x="585255" y="430290"/>
                  <a:pt x="557978" y="430290"/>
                </a:cubicBezTo>
                <a:lnTo>
                  <a:pt x="557978" y="563295"/>
                </a:lnTo>
                <a:lnTo>
                  <a:pt x="566657" y="563295"/>
                </a:lnTo>
                <a:lnTo>
                  <a:pt x="577816" y="526004"/>
                </a:lnTo>
                <a:cubicBezTo>
                  <a:pt x="577816" y="524761"/>
                  <a:pt x="579056" y="524761"/>
                  <a:pt x="580295" y="523518"/>
                </a:cubicBezTo>
                <a:cubicBezTo>
                  <a:pt x="581535" y="519789"/>
                  <a:pt x="584015" y="518546"/>
                  <a:pt x="586495" y="518546"/>
                </a:cubicBezTo>
                <a:cubicBezTo>
                  <a:pt x="610053" y="514817"/>
                  <a:pt x="629891" y="508602"/>
                  <a:pt x="649729" y="498657"/>
                </a:cubicBezTo>
                <a:cubicBezTo>
                  <a:pt x="652209" y="497414"/>
                  <a:pt x="655929" y="497414"/>
                  <a:pt x="659648" y="498657"/>
                </a:cubicBezTo>
                <a:lnTo>
                  <a:pt x="660888" y="498657"/>
                </a:lnTo>
                <a:lnTo>
                  <a:pt x="690645" y="522275"/>
                </a:lnTo>
                <a:lnTo>
                  <a:pt x="706764" y="511088"/>
                </a:lnTo>
                <a:lnTo>
                  <a:pt x="694365" y="475040"/>
                </a:lnTo>
                <a:cubicBezTo>
                  <a:pt x="694365" y="473797"/>
                  <a:pt x="694365" y="472554"/>
                  <a:pt x="694365" y="471311"/>
                </a:cubicBezTo>
                <a:cubicBezTo>
                  <a:pt x="694365" y="468824"/>
                  <a:pt x="695605" y="466338"/>
                  <a:pt x="696845" y="463852"/>
                </a:cubicBezTo>
                <a:cubicBezTo>
                  <a:pt x="712963" y="447693"/>
                  <a:pt x="726602" y="430290"/>
                  <a:pt x="736521" y="410402"/>
                </a:cubicBezTo>
                <a:cubicBezTo>
                  <a:pt x="737761" y="406673"/>
                  <a:pt x="741481" y="404187"/>
                  <a:pt x="745200" y="404187"/>
                </a:cubicBezTo>
                <a:lnTo>
                  <a:pt x="784877" y="405430"/>
                </a:lnTo>
                <a:lnTo>
                  <a:pt x="791076" y="386784"/>
                </a:lnTo>
                <a:lnTo>
                  <a:pt x="758839" y="364410"/>
                </a:lnTo>
                <a:cubicBezTo>
                  <a:pt x="755119" y="361924"/>
                  <a:pt x="753880" y="358194"/>
                  <a:pt x="753880" y="354465"/>
                </a:cubicBezTo>
                <a:cubicBezTo>
                  <a:pt x="755119" y="342035"/>
                  <a:pt x="757599" y="330848"/>
                  <a:pt x="757599" y="320904"/>
                </a:cubicBezTo>
                <a:cubicBezTo>
                  <a:pt x="757599" y="310959"/>
                  <a:pt x="755119" y="299772"/>
                  <a:pt x="753880" y="287342"/>
                </a:cubicBezTo>
                <a:cubicBezTo>
                  <a:pt x="753880" y="283612"/>
                  <a:pt x="755119" y="279883"/>
                  <a:pt x="758839" y="277397"/>
                </a:cubicBezTo>
                <a:lnTo>
                  <a:pt x="791076" y="256266"/>
                </a:lnTo>
                <a:lnTo>
                  <a:pt x="784877" y="236377"/>
                </a:lnTo>
                <a:lnTo>
                  <a:pt x="746440" y="237620"/>
                </a:lnTo>
                <a:cubicBezTo>
                  <a:pt x="742721" y="237620"/>
                  <a:pt x="740241" y="236377"/>
                  <a:pt x="739001" y="235134"/>
                </a:cubicBezTo>
                <a:cubicBezTo>
                  <a:pt x="736521" y="233891"/>
                  <a:pt x="736521" y="232648"/>
                  <a:pt x="736521" y="231405"/>
                </a:cubicBezTo>
                <a:cubicBezTo>
                  <a:pt x="726602" y="211517"/>
                  <a:pt x="712963" y="194114"/>
                  <a:pt x="696845" y="177955"/>
                </a:cubicBezTo>
                <a:cubicBezTo>
                  <a:pt x="695605" y="176712"/>
                  <a:pt x="694365" y="174226"/>
                  <a:pt x="694365" y="170496"/>
                </a:cubicBezTo>
                <a:cubicBezTo>
                  <a:pt x="694365" y="169253"/>
                  <a:pt x="694365" y="168010"/>
                  <a:pt x="694365" y="166767"/>
                </a:cubicBezTo>
                <a:lnTo>
                  <a:pt x="706764" y="131962"/>
                </a:lnTo>
                <a:lnTo>
                  <a:pt x="690645" y="119532"/>
                </a:lnTo>
                <a:lnTo>
                  <a:pt x="660888" y="141907"/>
                </a:lnTo>
                <a:cubicBezTo>
                  <a:pt x="658408" y="145636"/>
                  <a:pt x="653449" y="145636"/>
                  <a:pt x="649729" y="144393"/>
                </a:cubicBezTo>
                <a:cubicBezTo>
                  <a:pt x="629891" y="133205"/>
                  <a:pt x="610053" y="126990"/>
                  <a:pt x="586495" y="123261"/>
                </a:cubicBezTo>
                <a:cubicBezTo>
                  <a:pt x="586495" y="123261"/>
                  <a:pt x="584015" y="123261"/>
                  <a:pt x="584015" y="122018"/>
                </a:cubicBezTo>
                <a:cubicBezTo>
                  <a:pt x="582775" y="120775"/>
                  <a:pt x="580295" y="120775"/>
                  <a:pt x="580295" y="119532"/>
                </a:cubicBezTo>
                <a:cubicBezTo>
                  <a:pt x="579056" y="118289"/>
                  <a:pt x="577816" y="117046"/>
                  <a:pt x="577816" y="115803"/>
                </a:cubicBezTo>
                <a:lnTo>
                  <a:pt x="566657" y="78512"/>
                </a:lnTo>
                <a:lnTo>
                  <a:pt x="556738" y="78512"/>
                </a:lnTo>
                <a:close/>
                <a:moveTo>
                  <a:pt x="402387" y="44864"/>
                </a:moveTo>
                <a:lnTo>
                  <a:pt x="402387" y="134743"/>
                </a:lnTo>
                <a:cubicBezTo>
                  <a:pt x="402387" y="140899"/>
                  <a:pt x="408554" y="147055"/>
                  <a:pt x="415954" y="147055"/>
                </a:cubicBezTo>
                <a:lnTo>
                  <a:pt x="524487" y="147055"/>
                </a:lnTo>
                <a:close/>
                <a:moveTo>
                  <a:pt x="57219" y="21186"/>
                </a:moveTo>
                <a:cubicBezTo>
                  <a:pt x="37334" y="21186"/>
                  <a:pt x="21178" y="41087"/>
                  <a:pt x="21178" y="62233"/>
                </a:cubicBezTo>
                <a:lnTo>
                  <a:pt x="21178" y="628178"/>
                </a:lnTo>
                <a:cubicBezTo>
                  <a:pt x="21178" y="651811"/>
                  <a:pt x="37334" y="669225"/>
                  <a:pt x="57219" y="669225"/>
                </a:cubicBezTo>
                <a:lnTo>
                  <a:pt x="500892" y="669225"/>
                </a:lnTo>
                <a:cubicBezTo>
                  <a:pt x="519534" y="669225"/>
                  <a:pt x="535690" y="651811"/>
                  <a:pt x="535690" y="628178"/>
                </a:cubicBezTo>
                <a:lnTo>
                  <a:pt x="535690" y="170446"/>
                </a:lnTo>
                <a:lnTo>
                  <a:pt x="415140" y="170446"/>
                </a:lnTo>
                <a:cubicBezTo>
                  <a:pt x="395256" y="170446"/>
                  <a:pt x="381585" y="154277"/>
                  <a:pt x="381585" y="135619"/>
                </a:cubicBezTo>
                <a:lnTo>
                  <a:pt x="381585" y="27405"/>
                </a:lnTo>
                <a:cubicBezTo>
                  <a:pt x="375371" y="23674"/>
                  <a:pt x="370400" y="21186"/>
                  <a:pt x="364186" y="21186"/>
                </a:cubicBezTo>
                <a:close/>
                <a:moveTo>
                  <a:pt x="57219" y="0"/>
                </a:moveTo>
                <a:lnTo>
                  <a:pt x="364459" y="0"/>
                </a:lnTo>
                <a:cubicBezTo>
                  <a:pt x="376898" y="0"/>
                  <a:pt x="388093" y="4976"/>
                  <a:pt x="396800" y="12440"/>
                </a:cubicBezTo>
                <a:lnTo>
                  <a:pt x="507506" y="105739"/>
                </a:lnTo>
                <a:cubicBezTo>
                  <a:pt x="511238" y="104495"/>
                  <a:pt x="513725" y="103251"/>
                  <a:pt x="517457" y="103251"/>
                </a:cubicBezTo>
                <a:lnTo>
                  <a:pt x="528652" y="64687"/>
                </a:lnTo>
                <a:cubicBezTo>
                  <a:pt x="529896" y="60955"/>
                  <a:pt x="534872" y="57223"/>
                  <a:pt x="538603" y="57223"/>
                </a:cubicBezTo>
                <a:lnTo>
                  <a:pt x="556018" y="57223"/>
                </a:lnTo>
                <a:lnTo>
                  <a:pt x="574676" y="57223"/>
                </a:lnTo>
                <a:cubicBezTo>
                  <a:pt x="579651" y="57223"/>
                  <a:pt x="583383" y="60955"/>
                  <a:pt x="584627" y="64687"/>
                </a:cubicBezTo>
                <a:lnTo>
                  <a:pt x="595822" y="103251"/>
                </a:lnTo>
                <a:cubicBezTo>
                  <a:pt x="615724" y="106983"/>
                  <a:pt x="634382" y="113203"/>
                  <a:pt x="653041" y="121911"/>
                </a:cubicBezTo>
                <a:lnTo>
                  <a:pt x="684138" y="98275"/>
                </a:lnTo>
                <a:cubicBezTo>
                  <a:pt x="687870" y="94543"/>
                  <a:pt x="694089" y="94543"/>
                  <a:pt x="696577" y="97031"/>
                </a:cubicBezTo>
                <a:lnTo>
                  <a:pt x="726430" y="118179"/>
                </a:lnTo>
                <a:cubicBezTo>
                  <a:pt x="730162" y="120667"/>
                  <a:pt x="731406" y="125643"/>
                  <a:pt x="730162" y="130619"/>
                </a:cubicBezTo>
                <a:lnTo>
                  <a:pt x="716479" y="167938"/>
                </a:lnTo>
                <a:cubicBezTo>
                  <a:pt x="730162" y="181622"/>
                  <a:pt x="742601" y="199038"/>
                  <a:pt x="752552" y="216454"/>
                </a:cubicBezTo>
                <a:lnTo>
                  <a:pt x="791112" y="215210"/>
                </a:lnTo>
                <a:cubicBezTo>
                  <a:pt x="797332" y="215210"/>
                  <a:pt x="801063" y="217698"/>
                  <a:pt x="802307" y="222674"/>
                </a:cubicBezTo>
                <a:lnTo>
                  <a:pt x="812258" y="256261"/>
                </a:lnTo>
                <a:cubicBezTo>
                  <a:pt x="814746" y="261237"/>
                  <a:pt x="812258" y="266213"/>
                  <a:pt x="808527" y="268701"/>
                </a:cubicBezTo>
                <a:lnTo>
                  <a:pt x="776186" y="291093"/>
                </a:lnTo>
                <a:cubicBezTo>
                  <a:pt x="777429" y="301045"/>
                  <a:pt x="778673" y="310997"/>
                  <a:pt x="778673" y="320949"/>
                </a:cubicBezTo>
                <a:cubicBezTo>
                  <a:pt x="778673" y="330901"/>
                  <a:pt x="777429" y="340853"/>
                  <a:pt x="776186" y="350804"/>
                </a:cubicBezTo>
                <a:lnTo>
                  <a:pt x="808527" y="374440"/>
                </a:lnTo>
                <a:cubicBezTo>
                  <a:pt x="812258" y="375684"/>
                  <a:pt x="814746" y="381904"/>
                  <a:pt x="812258" y="385636"/>
                </a:cubicBezTo>
                <a:lnTo>
                  <a:pt x="802307" y="419224"/>
                </a:lnTo>
                <a:cubicBezTo>
                  <a:pt x="801063" y="424200"/>
                  <a:pt x="796088" y="426688"/>
                  <a:pt x="791112" y="426688"/>
                </a:cubicBezTo>
                <a:lnTo>
                  <a:pt x="752552" y="425444"/>
                </a:lnTo>
                <a:cubicBezTo>
                  <a:pt x="742601" y="444104"/>
                  <a:pt x="730162" y="460275"/>
                  <a:pt x="716479" y="473959"/>
                </a:cubicBezTo>
                <a:lnTo>
                  <a:pt x="730162" y="511279"/>
                </a:lnTo>
                <a:cubicBezTo>
                  <a:pt x="731406" y="516255"/>
                  <a:pt x="730162" y="521231"/>
                  <a:pt x="726430" y="523719"/>
                </a:cubicBezTo>
                <a:lnTo>
                  <a:pt x="696577" y="544866"/>
                </a:lnTo>
                <a:cubicBezTo>
                  <a:pt x="694089" y="547354"/>
                  <a:pt x="687870" y="547354"/>
                  <a:pt x="684138" y="544866"/>
                </a:cubicBezTo>
                <a:lnTo>
                  <a:pt x="653041" y="519987"/>
                </a:lnTo>
                <a:cubicBezTo>
                  <a:pt x="635626" y="528695"/>
                  <a:pt x="615724" y="534915"/>
                  <a:pt x="595822" y="538647"/>
                </a:cubicBezTo>
                <a:lnTo>
                  <a:pt x="584627" y="577210"/>
                </a:lnTo>
                <a:cubicBezTo>
                  <a:pt x="583383" y="582186"/>
                  <a:pt x="579651" y="584674"/>
                  <a:pt x="574676" y="584674"/>
                </a:cubicBezTo>
                <a:lnTo>
                  <a:pt x="557261" y="584674"/>
                </a:lnTo>
                <a:lnTo>
                  <a:pt x="557261" y="628214"/>
                </a:lnTo>
                <a:cubicBezTo>
                  <a:pt x="557261" y="663045"/>
                  <a:pt x="532384" y="691657"/>
                  <a:pt x="501287" y="691657"/>
                </a:cubicBezTo>
                <a:lnTo>
                  <a:pt x="57219" y="691657"/>
                </a:lnTo>
                <a:cubicBezTo>
                  <a:pt x="26122" y="691657"/>
                  <a:pt x="0" y="663045"/>
                  <a:pt x="0" y="628214"/>
                </a:cubicBezTo>
                <a:lnTo>
                  <a:pt x="0" y="62199"/>
                </a:lnTo>
                <a:cubicBezTo>
                  <a:pt x="0" y="28612"/>
                  <a:pt x="26122" y="0"/>
                  <a:pt x="57219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23" name="Freeform 522">
            <a:extLst>
              <a:ext uri="{FF2B5EF4-FFF2-40B4-BE49-F238E27FC236}">
                <a16:creationId xmlns:a16="http://schemas.microsoft.com/office/drawing/2014/main" id="{B544B7B8-EAA0-FB47-A8D8-46F6B770A59C}"/>
              </a:ext>
            </a:extLst>
          </p:cNvPr>
          <p:cNvSpPr/>
          <p:nvPr/>
        </p:nvSpPr>
        <p:spPr>
          <a:xfrm>
            <a:off x="1769024" y="3663914"/>
            <a:ext cx="1328014" cy="19727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067" h="1584">
                <a:moveTo>
                  <a:pt x="860" y="1584"/>
                </a:moveTo>
                <a:lnTo>
                  <a:pt x="207" y="1584"/>
                </a:lnTo>
                <a:cubicBezTo>
                  <a:pt x="93" y="1584"/>
                  <a:pt x="0" y="1492"/>
                  <a:pt x="0" y="1378"/>
                </a:cubicBezTo>
                <a:lnTo>
                  <a:pt x="0" y="207"/>
                </a:lnTo>
                <a:cubicBezTo>
                  <a:pt x="0" y="93"/>
                  <a:pt x="93" y="0"/>
                  <a:pt x="207" y="0"/>
                </a:cubicBezTo>
                <a:lnTo>
                  <a:pt x="860" y="0"/>
                </a:lnTo>
                <a:cubicBezTo>
                  <a:pt x="974" y="0"/>
                  <a:pt x="1067" y="93"/>
                  <a:pt x="1067" y="207"/>
                </a:cubicBezTo>
                <a:lnTo>
                  <a:pt x="1067" y="1378"/>
                </a:lnTo>
                <a:cubicBezTo>
                  <a:pt x="1067" y="1492"/>
                  <a:pt x="974" y="1584"/>
                  <a:pt x="860" y="1584"/>
                </a:cubicBezTo>
                <a:close/>
              </a:path>
            </a:pathLst>
          </a:custGeom>
          <a:solidFill>
            <a:schemeClr val="tx2"/>
          </a:solidFill>
          <a:ln cap="flat">
            <a:noFill/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24" name="Rounded Rectangle 523">
            <a:extLst>
              <a:ext uri="{FF2B5EF4-FFF2-40B4-BE49-F238E27FC236}">
                <a16:creationId xmlns:a16="http://schemas.microsoft.com/office/drawing/2014/main" id="{F687F281-2240-2F4D-84E4-95451FDC8ADE}"/>
              </a:ext>
            </a:extLst>
          </p:cNvPr>
          <p:cNvSpPr/>
          <p:nvPr/>
        </p:nvSpPr>
        <p:spPr>
          <a:xfrm>
            <a:off x="1607075" y="4029059"/>
            <a:ext cx="7845996" cy="2117344"/>
          </a:xfrm>
          <a:prstGeom prst="roundRect">
            <a:avLst>
              <a:gd name="adj" fmla="val 21192"/>
            </a:avLst>
          </a:prstGeom>
          <a:solidFill>
            <a:schemeClr val="bg2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526" name="Rounded Rectangle 525">
            <a:extLst>
              <a:ext uri="{FF2B5EF4-FFF2-40B4-BE49-F238E27FC236}">
                <a16:creationId xmlns:a16="http://schemas.microsoft.com/office/drawing/2014/main" id="{7658CB28-BD68-9148-A4B2-C225407A21E5}"/>
              </a:ext>
            </a:extLst>
          </p:cNvPr>
          <p:cNvSpPr/>
          <p:nvPr/>
        </p:nvSpPr>
        <p:spPr>
          <a:xfrm>
            <a:off x="1896098" y="3663914"/>
            <a:ext cx="1328014" cy="1972781"/>
          </a:xfrm>
          <a:prstGeom prst="roundRect">
            <a:avLst>
              <a:gd name="adj" fmla="val 20602"/>
            </a:avLst>
          </a:prstGeom>
          <a:solidFill>
            <a:schemeClr val="accent1"/>
          </a:solidFill>
          <a:ln w="12700" cap="flat">
            <a:solidFill>
              <a:schemeClr val="tx2"/>
            </a:solidFill>
            <a:prstDash val="solid"/>
          </a:ln>
        </p:spPr>
        <p:txBody>
          <a:bodyPr vert="horz" wrap="none" lIns="90000" tIns="45000" rIns="90000" bIns="45000" anchor="ctr" anchorCtr="1" compatLnSpc="0"/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60" name="Freeform 459">
            <a:extLst>
              <a:ext uri="{FF2B5EF4-FFF2-40B4-BE49-F238E27FC236}">
                <a16:creationId xmlns:a16="http://schemas.microsoft.com/office/drawing/2014/main" id="{10240CF4-F67C-C14E-8E61-B6E22C7B09E5}"/>
              </a:ext>
            </a:extLst>
          </p:cNvPr>
          <p:cNvSpPr/>
          <p:nvPr/>
        </p:nvSpPr>
        <p:spPr>
          <a:xfrm>
            <a:off x="2132836" y="4313200"/>
            <a:ext cx="853330" cy="674210"/>
          </a:xfrm>
          <a:custGeom>
            <a:avLst/>
            <a:gdLst>
              <a:gd name="connsiteX0" fmla="*/ 85822 w 853330"/>
              <a:gd name="connsiteY0" fmla="*/ 488522 h 674210"/>
              <a:gd name="connsiteX1" fmla="*/ 23631 w 853330"/>
              <a:gd name="connsiteY1" fmla="*/ 633226 h 674210"/>
              <a:gd name="connsiteX2" fmla="*/ 24875 w 853330"/>
              <a:gd name="connsiteY2" fmla="*/ 646831 h 674210"/>
              <a:gd name="connsiteX3" fmla="*/ 36069 w 853330"/>
              <a:gd name="connsiteY3" fmla="*/ 651778 h 674210"/>
              <a:gd name="connsiteX4" fmla="*/ 793554 w 853330"/>
              <a:gd name="connsiteY4" fmla="*/ 651778 h 674210"/>
              <a:gd name="connsiteX5" fmla="*/ 805992 w 853330"/>
              <a:gd name="connsiteY5" fmla="*/ 646831 h 674210"/>
              <a:gd name="connsiteX6" fmla="*/ 807236 w 853330"/>
              <a:gd name="connsiteY6" fmla="*/ 633226 h 674210"/>
              <a:gd name="connsiteX7" fmla="*/ 745045 w 853330"/>
              <a:gd name="connsiteY7" fmla="*/ 488522 h 674210"/>
              <a:gd name="connsiteX8" fmla="*/ 368609 w 853330"/>
              <a:gd name="connsiteY8" fmla="*/ 209366 h 674210"/>
              <a:gd name="connsiteX9" fmla="*/ 362448 w 853330"/>
              <a:gd name="connsiteY9" fmla="*/ 210600 h 674210"/>
              <a:gd name="connsiteX10" fmla="*/ 358751 w 853330"/>
              <a:gd name="connsiteY10" fmla="*/ 219240 h 674210"/>
              <a:gd name="connsiteX11" fmla="*/ 358751 w 853330"/>
              <a:gd name="connsiteY11" fmla="*/ 329088 h 674210"/>
              <a:gd name="connsiteX12" fmla="*/ 362448 w 853330"/>
              <a:gd name="connsiteY12" fmla="*/ 336494 h 674210"/>
              <a:gd name="connsiteX13" fmla="*/ 373538 w 853330"/>
              <a:gd name="connsiteY13" fmla="*/ 336494 h 674210"/>
              <a:gd name="connsiteX14" fmla="*/ 467189 w 853330"/>
              <a:gd name="connsiteY14" fmla="*/ 282187 h 674210"/>
              <a:gd name="connsiteX15" fmla="*/ 472118 w 853330"/>
              <a:gd name="connsiteY15" fmla="*/ 273547 h 674210"/>
              <a:gd name="connsiteX16" fmla="*/ 467189 w 853330"/>
              <a:gd name="connsiteY16" fmla="*/ 264907 h 674210"/>
              <a:gd name="connsiteX17" fmla="*/ 373538 w 853330"/>
              <a:gd name="connsiteY17" fmla="*/ 210600 h 674210"/>
              <a:gd name="connsiteX18" fmla="*/ 368609 w 853330"/>
              <a:gd name="connsiteY18" fmla="*/ 209366 h 674210"/>
              <a:gd name="connsiteX19" fmla="*/ 351160 w 853330"/>
              <a:gd name="connsiteY19" fmla="*/ 190646 h 674210"/>
              <a:gd name="connsiteX20" fmla="*/ 383298 w 853330"/>
              <a:gd name="connsiteY20" fmla="*/ 190646 h 674210"/>
              <a:gd name="connsiteX21" fmla="*/ 478474 w 853330"/>
              <a:gd name="connsiteY21" fmla="*/ 246326 h 674210"/>
              <a:gd name="connsiteX22" fmla="*/ 494543 w 853330"/>
              <a:gd name="connsiteY22" fmla="*/ 273547 h 674210"/>
              <a:gd name="connsiteX23" fmla="*/ 478474 w 853330"/>
              <a:gd name="connsiteY23" fmla="*/ 300768 h 674210"/>
              <a:gd name="connsiteX24" fmla="*/ 383298 w 853330"/>
              <a:gd name="connsiteY24" fmla="*/ 356448 h 674210"/>
              <a:gd name="connsiteX25" fmla="*/ 367229 w 853330"/>
              <a:gd name="connsiteY25" fmla="*/ 360160 h 674210"/>
              <a:gd name="connsiteX26" fmla="*/ 351160 w 853330"/>
              <a:gd name="connsiteY26" fmla="*/ 356448 h 674210"/>
              <a:gd name="connsiteX27" fmla="*/ 336327 w 853330"/>
              <a:gd name="connsiteY27" fmla="*/ 329227 h 674210"/>
              <a:gd name="connsiteX28" fmla="*/ 336327 w 853330"/>
              <a:gd name="connsiteY28" fmla="*/ 219105 h 674210"/>
              <a:gd name="connsiteX29" fmla="*/ 351160 w 853330"/>
              <a:gd name="connsiteY29" fmla="*/ 190646 h 674210"/>
              <a:gd name="connsiteX30" fmla="*/ 158144 w 853330"/>
              <a:gd name="connsiteY30" fmla="*/ 137081 h 674210"/>
              <a:gd name="connsiteX31" fmla="*/ 143229 w 853330"/>
              <a:gd name="connsiteY31" fmla="*/ 151968 h 674210"/>
              <a:gd name="connsiteX32" fmla="*/ 143229 w 853330"/>
              <a:gd name="connsiteY32" fmla="*/ 395118 h 674210"/>
              <a:gd name="connsiteX33" fmla="*/ 158144 w 853330"/>
              <a:gd name="connsiteY33" fmla="*/ 410005 h 674210"/>
              <a:gd name="connsiteX34" fmla="*/ 671479 w 853330"/>
              <a:gd name="connsiteY34" fmla="*/ 410005 h 674210"/>
              <a:gd name="connsiteX35" fmla="*/ 686394 w 853330"/>
              <a:gd name="connsiteY35" fmla="*/ 395118 h 674210"/>
              <a:gd name="connsiteX36" fmla="*/ 686394 w 853330"/>
              <a:gd name="connsiteY36" fmla="*/ 197869 h 674210"/>
              <a:gd name="connsiteX37" fmla="*/ 588202 w 853330"/>
              <a:gd name="connsiteY37" fmla="*/ 197869 h 674210"/>
              <a:gd name="connsiteX38" fmla="*/ 534755 w 853330"/>
              <a:gd name="connsiteY38" fmla="*/ 232605 h 674210"/>
              <a:gd name="connsiteX39" fmla="*/ 521083 w 853330"/>
              <a:gd name="connsiteY39" fmla="*/ 237567 h 674210"/>
              <a:gd name="connsiteX40" fmla="*/ 507411 w 853330"/>
              <a:gd name="connsiteY40" fmla="*/ 233845 h 674210"/>
              <a:gd name="connsiteX41" fmla="*/ 496224 w 853330"/>
              <a:gd name="connsiteY41" fmla="*/ 206553 h 674210"/>
              <a:gd name="connsiteX42" fmla="*/ 508654 w 853330"/>
              <a:gd name="connsiteY42" fmla="*/ 138322 h 674210"/>
              <a:gd name="connsiteX43" fmla="*/ 508654 w 853330"/>
              <a:gd name="connsiteY43" fmla="*/ 137081 h 674210"/>
              <a:gd name="connsiteX44" fmla="*/ 735630 w 853330"/>
              <a:gd name="connsiteY44" fmla="*/ 84743 h 674210"/>
              <a:gd name="connsiteX45" fmla="*/ 749929 w 853330"/>
              <a:gd name="connsiteY45" fmla="*/ 99074 h 674210"/>
              <a:gd name="connsiteX46" fmla="*/ 735630 w 853330"/>
              <a:gd name="connsiteY46" fmla="*/ 113406 h 674210"/>
              <a:gd name="connsiteX47" fmla="*/ 722522 w 853330"/>
              <a:gd name="connsiteY47" fmla="*/ 99074 h 674210"/>
              <a:gd name="connsiteX48" fmla="*/ 735630 w 853330"/>
              <a:gd name="connsiteY48" fmla="*/ 84743 h 674210"/>
              <a:gd name="connsiteX49" fmla="*/ 682061 w 853330"/>
              <a:gd name="connsiteY49" fmla="*/ 84743 h 674210"/>
              <a:gd name="connsiteX50" fmla="*/ 696360 w 853330"/>
              <a:gd name="connsiteY50" fmla="*/ 99074 h 674210"/>
              <a:gd name="connsiteX51" fmla="*/ 682061 w 853330"/>
              <a:gd name="connsiteY51" fmla="*/ 113406 h 674210"/>
              <a:gd name="connsiteX52" fmla="*/ 668953 w 853330"/>
              <a:gd name="connsiteY52" fmla="*/ 99074 h 674210"/>
              <a:gd name="connsiteX53" fmla="*/ 682061 w 853330"/>
              <a:gd name="connsiteY53" fmla="*/ 84743 h 674210"/>
              <a:gd name="connsiteX54" fmla="*/ 627246 w 853330"/>
              <a:gd name="connsiteY54" fmla="*/ 84743 h 674210"/>
              <a:gd name="connsiteX55" fmla="*/ 641545 w 853330"/>
              <a:gd name="connsiteY55" fmla="*/ 99074 h 674210"/>
              <a:gd name="connsiteX56" fmla="*/ 627246 w 853330"/>
              <a:gd name="connsiteY56" fmla="*/ 113406 h 674210"/>
              <a:gd name="connsiteX57" fmla="*/ 614138 w 853330"/>
              <a:gd name="connsiteY57" fmla="*/ 99074 h 674210"/>
              <a:gd name="connsiteX58" fmla="*/ 627246 w 853330"/>
              <a:gd name="connsiteY58" fmla="*/ 84743 h 674210"/>
              <a:gd name="connsiteX59" fmla="*/ 103338 w 853330"/>
              <a:gd name="connsiteY59" fmla="*/ 82251 h 674210"/>
              <a:gd name="connsiteX60" fmla="*/ 89660 w 853330"/>
              <a:gd name="connsiteY60" fmla="*/ 97157 h 674210"/>
              <a:gd name="connsiteX61" fmla="*/ 89660 w 853330"/>
              <a:gd name="connsiteY61" fmla="*/ 464843 h 674210"/>
              <a:gd name="connsiteX62" fmla="*/ 739963 w 853330"/>
              <a:gd name="connsiteY62" fmla="*/ 464843 h 674210"/>
              <a:gd name="connsiteX63" fmla="*/ 739963 w 853330"/>
              <a:gd name="connsiteY63" fmla="*/ 197774 h 674210"/>
              <a:gd name="connsiteX64" fmla="*/ 708878 w 853330"/>
              <a:gd name="connsiteY64" fmla="*/ 197774 h 674210"/>
              <a:gd name="connsiteX65" fmla="*/ 708878 w 853330"/>
              <a:gd name="connsiteY65" fmla="*/ 395281 h 674210"/>
              <a:gd name="connsiteX66" fmla="*/ 671576 w 853330"/>
              <a:gd name="connsiteY66" fmla="*/ 432547 h 674210"/>
              <a:gd name="connsiteX67" fmla="*/ 158048 w 853330"/>
              <a:gd name="connsiteY67" fmla="*/ 432547 h 674210"/>
              <a:gd name="connsiteX68" fmla="*/ 121989 w 853330"/>
              <a:gd name="connsiteY68" fmla="*/ 395281 h 674210"/>
              <a:gd name="connsiteX69" fmla="*/ 121989 w 853330"/>
              <a:gd name="connsiteY69" fmla="*/ 151813 h 674210"/>
              <a:gd name="connsiteX70" fmla="*/ 158048 w 853330"/>
              <a:gd name="connsiteY70" fmla="*/ 114548 h 674210"/>
              <a:gd name="connsiteX71" fmla="*/ 508689 w 853330"/>
              <a:gd name="connsiteY71" fmla="*/ 114548 h 674210"/>
              <a:gd name="connsiteX72" fmla="*/ 507446 w 853330"/>
              <a:gd name="connsiteY72" fmla="*/ 82251 h 674210"/>
              <a:gd name="connsiteX73" fmla="*/ 571574 w 853330"/>
              <a:gd name="connsiteY73" fmla="*/ 22432 h 674210"/>
              <a:gd name="connsiteX74" fmla="*/ 530626 w 853330"/>
              <a:gd name="connsiteY74" fmla="*/ 67005 h 674210"/>
              <a:gd name="connsiteX75" fmla="*/ 530626 w 853330"/>
              <a:gd name="connsiteY75" fmla="*/ 71958 h 674210"/>
              <a:gd name="connsiteX76" fmla="*/ 531867 w 853330"/>
              <a:gd name="connsiteY76" fmla="*/ 125198 h 674210"/>
              <a:gd name="connsiteX77" fmla="*/ 531867 w 853330"/>
              <a:gd name="connsiteY77" fmla="*/ 138817 h 674210"/>
              <a:gd name="connsiteX78" fmla="*/ 531867 w 853330"/>
              <a:gd name="connsiteY78" fmla="*/ 141293 h 674210"/>
              <a:gd name="connsiteX79" fmla="*/ 519458 w 853330"/>
              <a:gd name="connsiteY79" fmla="*/ 209391 h 674210"/>
              <a:gd name="connsiteX80" fmla="*/ 520699 w 853330"/>
              <a:gd name="connsiteY80" fmla="*/ 213105 h 674210"/>
              <a:gd name="connsiteX81" fmla="*/ 523181 w 853330"/>
              <a:gd name="connsiteY81" fmla="*/ 213105 h 674210"/>
              <a:gd name="connsiteX82" fmla="*/ 579019 w 853330"/>
              <a:gd name="connsiteY82" fmla="*/ 175961 h 674210"/>
              <a:gd name="connsiteX83" fmla="*/ 583982 w 853330"/>
              <a:gd name="connsiteY83" fmla="*/ 174723 h 674210"/>
              <a:gd name="connsiteX84" fmla="*/ 791204 w 853330"/>
              <a:gd name="connsiteY84" fmla="*/ 174723 h 674210"/>
              <a:gd name="connsiteX85" fmla="*/ 832152 w 853330"/>
              <a:gd name="connsiteY85" fmla="*/ 130150 h 674210"/>
              <a:gd name="connsiteX86" fmla="*/ 832152 w 853330"/>
              <a:gd name="connsiteY86" fmla="*/ 67005 h 674210"/>
              <a:gd name="connsiteX87" fmla="*/ 791204 w 853330"/>
              <a:gd name="connsiteY87" fmla="*/ 22432 h 674210"/>
              <a:gd name="connsiteX88" fmla="*/ 570948 w 853330"/>
              <a:gd name="connsiteY88" fmla="*/ 0 h 674210"/>
              <a:gd name="connsiteX89" fmla="*/ 791131 w 853330"/>
              <a:gd name="connsiteY89" fmla="*/ 0 h 674210"/>
              <a:gd name="connsiteX90" fmla="*/ 853330 w 853330"/>
              <a:gd name="connsiteY90" fmla="*/ 67172 h 674210"/>
              <a:gd name="connsiteX91" fmla="*/ 853330 w 853330"/>
              <a:gd name="connsiteY91" fmla="*/ 130613 h 674210"/>
              <a:gd name="connsiteX92" fmla="*/ 791131 w 853330"/>
              <a:gd name="connsiteY92" fmla="*/ 197785 h 674210"/>
              <a:gd name="connsiteX93" fmla="*/ 762520 w 853330"/>
              <a:gd name="connsiteY93" fmla="*/ 197785 h 674210"/>
              <a:gd name="connsiteX94" fmla="*/ 762520 w 853330"/>
              <a:gd name="connsiteY94" fmla="*/ 473938 h 674210"/>
              <a:gd name="connsiteX95" fmla="*/ 827207 w 853330"/>
              <a:gd name="connsiteY95" fmla="*/ 624453 h 674210"/>
              <a:gd name="connsiteX96" fmla="*/ 824719 w 853330"/>
              <a:gd name="connsiteY96" fmla="*/ 658039 h 674210"/>
              <a:gd name="connsiteX97" fmla="*/ 793619 w 853330"/>
              <a:gd name="connsiteY97" fmla="*/ 674210 h 674210"/>
              <a:gd name="connsiteX98" fmla="*/ 36038 w 853330"/>
              <a:gd name="connsiteY98" fmla="*/ 674210 h 674210"/>
              <a:gd name="connsiteX99" fmla="*/ 6183 w 853330"/>
              <a:gd name="connsiteY99" fmla="*/ 658039 h 674210"/>
              <a:gd name="connsiteX100" fmla="*/ 2451 w 853330"/>
              <a:gd name="connsiteY100" fmla="*/ 624453 h 674210"/>
              <a:gd name="connsiteX101" fmla="*/ 67138 w 853330"/>
              <a:gd name="connsiteY101" fmla="*/ 473938 h 674210"/>
              <a:gd name="connsiteX102" fmla="*/ 67138 w 853330"/>
              <a:gd name="connsiteY102" fmla="*/ 97027 h 674210"/>
              <a:gd name="connsiteX103" fmla="*/ 103213 w 853330"/>
              <a:gd name="connsiteY103" fmla="*/ 60953 h 674210"/>
              <a:gd name="connsiteX104" fmla="*/ 507505 w 853330"/>
              <a:gd name="connsiteY104" fmla="*/ 60953 h 674210"/>
              <a:gd name="connsiteX105" fmla="*/ 570948 w 853330"/>
              <a:gd name="connsiteY105" fmla="*/ 0 h 674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853330" h="674210">
                <a:moveTo>
                  <a:pt x="85822" y="488522"/>
                </a:moveTo>
                <a:lnTo>
                  <a:pt x="23631" y="633226"/>
                </a:lnTo>
                <a:cubicBezTo>
                  <a:pt x="22387" y="636937"/>
                  <a:pt x="22387" y="641884"/>
                  <a:pt x="24875" y="646831"/>
                </a:cubicBezTo>
                <a:cubicBezTo>
                  <a:pt x="27362" y="650541"/>
                  <a:pt x="31094" y="651778"/>
                  <a:pt x="36069" y="651778"/>
                </a:cubicBezTo>
                <a:lnTo>
                  <a:pt x="793554" y="651778"/>
                </a:lnTo>
                <a:cubicBezTo>
                  <a:pt x="799773" y="651778"/>
                  <a:pt x="803505" y="650541"/>
                  <a:pt x="805992" y="646831"/>
                </a:cubicBezTo>
                <a:cubicBezTo>
                  <a:pt x="808480" y="641884"/>
                  <a:pt x="808480" y="636937"/>
                  <a:pt x="807236" y="633226"/>
                </a:cubicBezTo>
                <a:lnTo>
                  <a:pt x="745045" y="488522"/>
                </a:lnTo>
                <a:close/>
                <a:moveTo>
                  <a:pt x="368609" y="209366"/>
                </a:moveTo>
                <a:cubicBezTo>
                  <a:pt x="366145" y="209366"/>
                  <a:pt x="363680" y="210600"/>
                  <a:pt x="362448" y="210600"/>
                </a:cubicBezTo>
                <a:cubicBezTo>
                  <a:pt x="361216" y="211835"/>
                  <a:pt x="358751" y="214303"/>
                  <a:pt x="358751" y="219240"/>
                </a:cubicBezTo>
                <a:lnTo>
                  <a:pt x="358751" y="329088"/>
                </a:lnTo>
                <a:cubicBezTo>
                  <a:pt x="358751" y="332791"/>
                  <a:pt x="361216" y="335260"/>
                  <a:pt x="362448" y="336494"/>
                </a:cubicBezTo>
                <a:cubicBezTo>
                  <a:pt x="364912" y="337728"/>
                  <a:pt x="368609" y="338962"/>
                  <a:pt x="373538" y="336494"/>
                </a:cubicBezTo>
                <a:lnTo>
                  <a:pt x="467189" y="282187"/>
                </a:lnTo>
                <a:cubicBezTo>
                  <a:pt x="472118" y="279718"/>
                  <a:pt x="472118" y="274781"/>
                  <a:pt x="472118" y="273547"/>
                </a:cubicBezTo>
                <a:cubicBezTo>
                  <a:pt x="472118" y="272313"/>
                  <a:pt x="472118" y="267376"/>
                  <a:pt x="467189" y="264907"/>
                </a:cubicBezTo>
                <a:lnTo>
                  <a:pt x="373538" y="210600"/>
                </a:lnTo>
                <a:cubicBezTo>
                  <a:pt x="371074" y="209366"/>
                  <a:pt x="368609" y="209366"/>
                  <a:pt x="368609" y="209366"/>
                </a:cubicBezTo>
                <a:close/>
                <a:moveTo>
                  <a:pt x="351160" y="190646"/>
                </a:moveTo>
                <a:cubicBezTo>
                  <a:pt x="362284" y="185696"/>
                  <a:pt x="373409" y="185696"/>
                  <a:pt x="383298" y="190646"/>
                </a:cubicBezTo>
                <a:lnTo>
                  <a:pt x="478474" y="246326"/>
                </a:lnTo>
                <a:cubicBezTo>
                  <a:pt x="488363" y="251275"/>
                  <a:pt x="494543" y="262411"/>
                  <a:pt x="494543" y="273547"/>
                </a:cubicBezTo>
                <a:cubicBezTo>
                  <a:pt x="494543" y="284683"/>
                  <a:pt x="488363" y="295819"/>
                  <a:pt x="478474" y="300768"/>
                </a:cubicBezTo>
                <a:lnTo>
                  <a:pt x="383298" y="356448"/>
                </a:lnTo>
                <a:cubicBezTo>
                  <a:pt x="378353" y="358923"/>
                  <a:pt x="373409" y="360160"/>
                  <a:pt x="367229" y="360160"/>
                </a:cubicBezTo>
                <a:cubicBezTo>
                  <a:pt x="362284" y="360160"/>
                  <a:pt x="357340" y="358923"/>
                  <a:pt x="351160" y="356448"/>
                </a:cubicBezTo>
                <a:cubicBezTo>
                  <a:pt x="341271" y="350262"/>
                  <a:pt x="336327" y="340363"/>
                  <a:pt x="336327" y="329227"/>
                </a:cubicBezTo>
                <a:lnTo>
                  <a:pt x="336327" y="219105"/>
                </a:lnTo>
                <a:cubicBezTo>
                  <a:pt x="336327" y="206732"/>
                  <a:pt x="341271" y="196833"/>
                  <a:pt x="351160" y="190646"/>
                </a:cubicBezTo>
                <a:close/>
                <a:moveTo>
                  <a:pt x="158144" y="137081"/>
                </a:moveTo>
                <a:cubicBezTo>
                  <a:pt x="150687" y="137081"/>
                  <a:pt x="143229" y="143284"/>
                  <a:pt x="143229" y="151968"/>
                </a:cubicBezTo>
                <a:lnTo>
                  <a:pt x="143229" y="395118"/>
                </a:lnTo>
                <a:cubicBezTo>
                  <a:pt x="143229" y="403802"/>
                  <a:pt x="150687" y="410005"/>
                  <a:pt x="158144" y="410005"/>
                </a:cubicBezTo>
                <a:lnTo>
                  <a:pt x="671479" y="410005"/>
                </a:lnTo>
                <a:cubicBezTo>
                  <a:pt x="680179" y="410005"/>
                  <a:pt x="686394" y="402562"/>
                  <a:pt x="686394" y="395118"/>
                </a:cubicBezTo>
                <a:lnTo>
                  <a:pt x="686394" y="197869"/>
                </a:lnTo>
                <a:lnTo>
                  <a:pt x="588202" y="197869"/>
                </a:lnTo>
                <a:lnTo>
                  <a:pt x="534755" y="232605"/>
                </a:lnTo>
                <a:cubicBezTo>
                  <a:pt x="529784" y="235086"/>
                  <a:pt x="524812" y="237567"/>
                  <a:pt x="521083" y="237567"/>
                </a:cubicBezTo>
                <a:cubicBezTo>
                  <a:pt x="516111" y="237567"/>
                  <a:pt x="511140" y="235086"/>
                  <a:pt x="507411" y="233845"/>
                </a:cubicBezTo>
                <a:cubicBezTo>
                  <a:pt x="499953" y="227642"/>
                  <a:pt x="494981" y="216477"/>
                  <a:pt x="496224" y="206553"/>
                </a:cubicBezTo>
                <a:lnTo>
                  <a:pt x="508654" y="138322"/>
                </a:lnTo>
                <a:lnTo>
                  <a:pt x="508654" y="137081"/>
                </a:lnTo>
                <a:close/>
                <a:moveTo>
                  <a:pt x="735630" y="84743"/>
                </a:moveTo>
                <a:cubicBezTo>
                  <a:pt x="742779" y="84743"/>
                  <a:pt x="749929" y="91909"/>
                  <a:pt x="749929" y="99074"/>
                </a:cubicBezTo>
                <a:cubicBezTo>
                  <a:pt x="749929" y="107434"/>
                  <a:pt x="742779" y="113406"/>
                  <a:pt x="735630" y="113406"/>
                </a:cubicBezTo>
                <a:cubicBezTo>
                  <a:pt x="728480" y="113406"/>
                  <a:pt x="722522" y="107434"/>
                  <a:pt x="722522" y="99074"/>
                </a:cubicBezTo>
                <a:cubicBezTo>
                  <a:pt x="722522" y="91909"/>
                  <a:pt x="728480" y="84743"/>
                  <a:pt x="735630" y="84743"/>
                </a:cubicBezTo>
                <a:close/>
                <a:moveTo>
                  <a:pt x="682061" y="84743"/>
                </a:moveTo>
                <a:cubicBezTo>
                  <a:pt x="690402" y="84743"/>
                  <a:pt x="696360" y="91909"/>
                  <a:pt x="696360" y="99074"/>
                </a:cubicBezTo>
                <a:cubicBezTo>
                  <a:pt x="696360" y="107434"/>
                  <a:pt x="690402" y="113406"/>
                  <a:pt x="682061" y="113406"/>
                </a:cubicBezTo>
                <a:cubicBezTo>
                  <a:pt x="674911" y="113406"/>
                  <a:pt x="668953" y="107434"/>
                  <a:pt x="668953" y="99074"/>
                </a:cubicBezTo>
                <a:cubicBezTo>
                  <a:pt x="668953" y="91909"/>
                  <a:pt x="674911" y="84743"/>
                  <a:pt x="682061" y="84743"/>
                </a:cubicBezTo>
                <a:close/>
                <a:moveTo>
                  <a:pt x="627246" y="84743"/>
                </a:moveTo>
                <a:cubicBezTo>
                  <a:pt x="635587" y="84743"/>
                  <a:pt x="641545" y="91909"/>
                  <a:pt x="641545" y="99074"/>
                </a:cubicBezTo>
                <a:cubicBezTo>
                  <a:pt x="641545" y="107434"/>
                  <a:pt x="635587" y="113406"/>
                  <a:pt x="627246" y="113406"/>
                </a:cubicBezTo>
                <a:cubicBezTo>
                  <a:pt x="620096" y="113406"/>
                  <a:pt x="614138" y="107434"/>
                  <a:pt x="614138" y="99074"/>
                </a:cubicBezTo>
                <a:cubicBezTo>
                  <a:pt x="614138" y="91909"/>
                  <a:pt x="620096" y="84743"/>
                  <a:pt x="627246" y="84743"/>
                </a:cubicBezTo>
                <a:close/>
                <a:moveTo>
                  <a:pt x="103338" y="82251"/>
                </a:moveTo>
                <a:cubicBezTo>
                  <a:pt x="95877" y="82251"/>
                  <a:pt x="89660" y="89704"/>
                  <a:pt x="89660" y="97157"/>
                </a:cubicBezTo>
                <a:lnTo>
                  <a:pt x="89660" y="464843"/>
                </a:lnTo>
                <a:lnTo>
                  <a:pt x="739963" y="464843"/>
                </a:lnTo>
                <a:lnTo>
                  <a:pt x="739963" y="197774"/>
                </a:lnTo>
                <a:lnTo>
                  <a:pt x="708878" y="197774"/>
                </a:lnTo>
                <a:lnTo>
                  <a:pt x="708878" y="395281"/>
                </a:lnTo>
                <a:cubicBezTo>
                  <a:pt x="708878" y="415156"/>
                  <a:pt x="691470" y="432547"/>
                  <a:pt x="671576" y="432547"/>
                </a:cubicBezTo>
                <a:lnTo>
                  <a:pt x="158048" y="432547"/>
                </a:lnTo>
                <a:cubicBezTo>
                  <a:pt x="138153" y="432547"/>
                  <a:pt x="121989" y="416398"/>
                  <a:pt x="121989" y="395281"/>
                </a:cubicBezTo>
                <a:lnTo>
                  <a:pt x="121989" y="151813"/>
                </a:lnTo>
                <a:cubicBezTo>
                  <a:pt x="121989" y="130696"/>
                  <a:pt x="136910" y="114548"/>
                  <a:pt x="158048" y="114548"/>
                </a:cubicBezTo>
                <a:lnTo>
                  <a:pt x="508689" y="114548"/>
                </a:lnTo>
                <a:lnTo>
                  <a:pt x="507446" y="82251"/>
                </a:lnTo>
                <a:close/>
                <a:moveTo>
                  <a:pt x="571574" y="22432"/>
                </a:moveTo>
                <a:cubicBezTo>
                  <a:pt x="549239" y="22432"/>
                  <a:pt x="530626" y="42242"/>
                  <a:pt x="530626" y="67005"/>
                </a:cubicBezTo>
                <a:lnTo>
                  <a:pt x="530626" y="71958"/>
                </a:lnTo>
                <a:lnTo>
                  <a:pt x="531867" y="125198"/>
                </a:lnTo>
                <a:lnTo>
                  <a:pt x="531867" y="138817"/>
                </a:lnTo>
                <a:cubicBezTo>
                  <a:pt x="531867" y="138817"/>
                  <a:pt x="531867" y="140055"/>
                  <a:pt x="531867" y="141293"/>
                </a:cubicBezTo>
                <a:lnTo>
                  <a:pt x="519458" y="209391"/>
                </a:lnTo>
                <a:cubicBezTo>
                  <a:pt x="519458" y="211867"/>
                  <a:pt x="520699" y="213105"/>
                  <a:pt x="520699" y="213105"/>
                </a:cubicBezTo>
                <a:cubicBezTo>
                  <a:pt x="521940" y="214343"/>
                  <a:pt x="521940" y="213105"/>
                  <a:pt x="523181" y="213105"/>
                </a:cubicBezTo>
                <a:lnTo>
                  <a:pt x="579019" y="175961"/>
                </a:lnTo>
                <a:cubicBezTo>
                  <a:pt x="580260" y="174723"/>
                  <a:pt x="582741" y="174723"/>
                  <a:pt x="583982" y="174723"/>
                </a:cubicBezTo>
                <a:lnTo>
                  <a:pt x="791204" y="174723"/>
                </a:lnTo>
                <a:cubicBezTo>
                  <a:pt x="813539" y="174723"/>
                  <a:pt x="832152" y="154913"/>
                  <a:pt x="832152" y="130150"/>
                </a:cubicBezTo>
                <a:lnTo>
                  <a:pt x="832152" y="67005"/>
                </a:lnTo>
                <a:cubicBezTo>
                  <a:pt x="832152" y="42242"/>
                  <a:pt x="813539" y="22432"/>
                  <a:pt x="791204" y="22432"/>
                </a:cubicBezTo>
                <a:close/>
                <a:moveTo>
                  <a:pt x="570948" y="0"/>
                </a:moveTo>
                <a:lnTo>
                  <a:pt x="791131" y="0"/>
                </a:lnTo>
                <a:cubicBezTo>
                  <a:pt x="825963" y="0"/>
                  <a:pt x="853330" y="29855"/>
                  <a:pt x="853330" y="67172"/>
                </a:cubicBezTo>
                <a:lnTo>
                  <a:pt x="853330" y="130613"/>
                </a:lnTo>
                <a:cubicBezTo>
                  <a:pt x="853330" y="166687"/>
                  <a:pt x="825963" y="197785"/>
                  <a:pt x="791131" y="197785"/>
                </a:cubicBezTo>
                <a:lnTo>
                  <a:pt x="762520" y="197785"/>
                </a:lnTo>
                <a:lnTo>
                  <a:pt x="762520" y="473938"/>
                </a:lnTo>
                <a:lnTo>
                  <a:pt x="827207" y="624453"/>
                </a:lnTo>
                <a:cubicBezTo>
                  <a:pt x="832183" y="635648"/>
                  <a:pt x="830939" y="648088"/>
                  <a:pt x="824719" y="658039"/>
                </a:cubicBezTo>
                <a:cubicBezTo>
                  <a:pt x="817255" y="667991"/>
                  <a:pt x="807303" y="674210"/>
                  <a:pt x="793619" y="674210"/>
                </a:cubicBezTo>
                <a:lnTo>
                  <a:pt x="36038" y="674210"/>
                </a:lnTo>
                <a:cubicBezTo>
                  <a:pt x="23599" y="674210"/>
                  <a:pt x="12403" y="667991"/>
                  <a:pt x="6183" y="658039"/>
                </a:cubicBezTo>
                <a:cubicBezTo>
                  <a:pt x="-1281" y="648088"/>
                  <a:pt x="-1281" y="635648"/>
                  <a:pt x="2451" y="624453"/>
                </a:cubicBezTo>
                <a:lnTo>
                  <a:pt x="67138" y="473938"/>
                </a:lnTo>
                <a:lnTo>
                  <a:pt x="67138" y="97027"/>
                </a:lnTo>
                <a:cubicBezTo>
                  <a:pt x="67138" y="77124"/>
                  <a:pt x="84553" y="60953"/>
                  <a:pt x="103213" y="60953"/>
                </a:cubicBezTo>
                <a:lnTo>
                  <a:pt x="507505" y="60953"/>
                </a:lnTo>
                <a:cubicBezTo>
                  <a:pt x="511237" y="26123"/>
                  <a:pt x="538604" y="0"/>
                  <a:pt x="570948" y="0"/>
                </a:cubicBezTo>
                <a:close/>
              </a:path>
            </a:pathLst>
          </a:custGeom>
          <a:solidFill>
            <a:schemeClr val="bg1"/>
          </a:solidFill>
          <a:ln cap="flat">
            <a:noFill/>
            <a:prstDash val="solid"/>
          </a:ln>
        </p:spPr>
        <p:txBody>
          <a:bodyPr vert="horz" wrap="square" lIns="90000" tIns="45000" rIns="90000" bIns="45000" anchor="ctr" anchorCtr="1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none" sz="1800" b="0" i="0" u="none" strike="noStrike" kern="1200">
              <a:ln>
                <a:noFill/>
              </a:ln>
              <a:latin typeface="Arial" pitchFamily="18"/>
              <a:ea typeface="Arial Unicode MS" pitchFamily="2"/>
              <a:cs typeface="Arial Unicode MS" pitchFamily="2"/>
            </a:endParaRP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6ABBE8FD-7E44-6046-904C-0BD2CEA338D0}"/>
              </a:ext>
            </a:extLst>
          </p:cNvPr>
          <p:cNvSpPr txBox="1"/>
          <p:nvPr/>
        </p:nvSpPr>
        <p:spPr>
          <a:xfrm>
            <a:off x="1520825" y="750700"/>
            <a:ext cx="21336000" cy="1169551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7000" b="1" spc="-29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E-LEARNING SLIDE</a:t>
            </a:r>
          </a:p>
        </p:txBody>
      </p:sp>
      <p:sp>
        <p:nvSpPr>
          <p:cNvPr id="462" name="TextBox 461">
            <a:extLst>
              <a:ext uri="{FF2B5EF4-FFF2-40B4-BE49-F238E27FC236}">
                <a16:creationId xmlns:a16="http://schemas.microsoft.com/office/drawing/2014/main" id="{CC831CF7-A5B8-3747-B758-8F4BE51047A4}"/>
              </a:ext>
            </a:extLst>
          </p:cNvPr>
          <p:cNvSpPr txBox="1"/>
          <p:nvPr/>
        </p:nvSpPr>
        <p:spPr>
          <a:xfrm>
            <a:off x="1520827" y="1886522"/>
            <a:ext cx="213359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spc="-120" dirty="0">
                <a:latin typeface="Montserrat" pitchFamily="2" charset="77"/>
                <a:cs typeface="Poppins" pitchFamily="2" charset="77"/>
              </a:rPr>
              <a:t>Make a big impact with our professional slides and charts</a:t>
            </a:r>
          </a:p>
        </p:txBody>
      </p:sp>
      <p:sp>
        <p:nvSpPr>
          <p:cNvPr id="463" name="TextBox 462">
            <a:extLst>
              <a:ext uri="{FF2B5EF4-FFF2-40B4-BE49-F238E27FC236}">
                <a16:creationId xmlns:a16="http://schemas.microsoft.com/office/drawing/2014/main" id="{ED0AB979-5C69-8A4E-B7AC-FE13634F8275}"/>
              </a:ext>
            </a:extLst>
          </p:cNvPr>
          <p:cNvSpPr txBox="1"/>
          <p:nvPr/>
        </p:nvSpPr>
        <p:spPr>
          <a:xfrm>
            <a:off x="3474055" y="4245727"/>
            <a:ext cx="5867167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01</a:t>
            </a:r>
          </a:p>
        </p:txBody>
      </p:sp>
      <p:sp>
        <p:nvSpPr>
          <p:cNvPr id="464" name="TextBox 463">
            <a:extLst>
              <a:ext uri="{FF2B5EF4-FFF2-40B4-BE49-F238E27FC236}">
                <a16:creationId xmlns:a16="http://schemas.microsoft.com/office/drawing/2014/main" id="{E6B053D1-4859-8041-88CC-4101444D6F2E}"/>
              </a:ext>
            </a:extLst>
          </p:cNvPr>
          <p:cNvSpPr txBox="1"/>
          <p:nvPr/>
        </p:nvSpPr>
        <p:spPr>
          <a:xfrm>
            <a:off x="3474056" y="4927069"/>
            <a:ext cx="5867168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65" name="TextBox 464">
            <a:extLst>
              <a:ext uri="{FF2B5EF4-FFF2-40B4-BE49-F238E27FC236}">
                <a16:creationId xmlns:a16="http://schemas.microsoft.com/office/drawing/2014/main" id="{F8848D5C-03A1-D045-99DA-DC06E19A2295}"/>
              </a:ext>
            </a:extLst>
          </p:cNvPr>
          <p:cNvSpPr txBox="1"/>
          <p:nvPr/>
        </p:nvSpPr>
        <p:spPr>
          <a:xfrm>
            <a:off x="3465089" y="7468105"/>
            <a:ext cx="587613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02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9755D63F-8961-634F-BBFE-FAC95F0062ED}"/>
              </a:ext>
            </a:extLst>
          </p:cNvPr>
          <p:cNvSpPr txBox="1"/>
          <p:nvPr/>
        </p:nvSpPr>
        <p:spPr>
          <a:xfrm>
            <a:off x="3465089" y="8150477"/>
            <a:ext cx="5876135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2EB4AA02-4EC3-BD4D-8D50-18CF9AC9E928}"/>
              </a:ext>
            </a:extLst>
          </p:cNvPr>
          <p:cNvSpPr txBox="1"/>
          <p:nvPr/>
        </p:nvSpPr>
        <p:spPr>
          <a:xfrm>
            <a:off x="3465087" y="10704606"/>
            <a:ext cx="5876134" cy="5847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3200" b="1" spc="-30" dirty="0">
                <a:solidFill>
                  <a:schemeClr val="tx2"/>
                </a:solidFill>
                <a:latin typeface="Montserrat" pitchFamily="2" charset="77"/>
                <a:cs typeface="Poppins" pitchFamily="2" charset="77"/>
              </a:rPr>
              <a:t>TITLE 03</a:t>
            </a:r>
          </a:p>
        </p:txBody>
      </p:sp>
      <p:sp>
        <p:nvSpPr>
          <p:cNvPr id="468" name="TextBox 467">
            <a:extLst>
              <a:ext uri="{FF2B5EF4-FFF2-40B4-BE49-F238E27FC236}">
                <a16:creationId xmlns:a16="http://schemas.microsoft.com/office/drawing/2014/main" id="{A61E228C-95A3-714A-A4DD-4ADB1BA51DD1}"/>
              </a:ext>
            </a:extLst>
          </p:cNvPr>
          <p:cNvSpPr txBox="1"/>
          <p:nvPr/>
        </p:nvSpPr>
        <p:spPr>
          <a:xfrm>
            <a:off x="3465087" y="11369048"/>
            <a:ext cx="5876135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2400" spc="-30" dirty="0">
                <a:latin typeface="Montserrat" pitchFamily="2" charset="77"/>
                <a:cs typeface="Poppins" pitchFamily="2" charset="77"/>
              </a:rPr>
              <a:t>Make a big impact with professional slides, charts, infographics and more.</a:t>
            </a:r>
          </a:p>
        </p:txBody>
      </p:sp>
    </p:spTree>
    <p:extLst>
      <p:ext uri="{BB962C8B-B14F-4D97-AF65-F5344CB8AC3E}">
        <p14:creationId xmlns:p14="http://schemas.microsoft.com/office/powerpoint/2010/main" val="260138562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AI - E-Learning Slides - S2">
      <a:dk1>
        <a:srgbClr val="777777"/>
      </a:dk1>
      <a:lt1>
        <a:srgbClr val="FFFFFF"/>
      </a:lt1>
      <a:dk2>
        <a:srgbClr val="262626"/>
      </a:dk2>
      <a:lt2>
        <a:srgbClr val="FFFFFF"/>
      </a:lt2>
      <a:accent1>
        <a:srgbClr val="BA68C8"/>
      </a:accent1>
      <a:accent2>
        <a:srgbClr val="262626"/>
      </a:accent2>
      <a:accent3>
        <a:srgbClr val="BA68C8"/>
      </a:accent3>
      <a:accent4>
        <a:srgbClr val="262626"/>
      </a:accent4>
      <a:accent5>
        <a:srgbClr val="BA68C8"/>
      </a:accent5>
      <a:accent6>
        <a:srgbClr val="D3D3D3"/>
      </a:accent6>
      <a:hlink>
        <a:srgbClr val="335FFE"/>
      </a:hlink>
      <a:folHlink>
        <a:srgbClr val="CA64D4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rgbClr val="6FBFFF"/>
            </a:gs>
            <a:gs pos="98000">
              <a:srgbClr val="3C8BFF"/>
            </a:gs>
          </a:gsLst>
          <a:lin ang="5400000" scaled="1"/>
          <a:tileRect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82995</TotalTime>
  <Words>1075</Words>
  <Application>Microsoft Macintosh PowerPoint</Application>
  <PresentationFormat>Custom</PresentationFormat>
  <Paragraphs>160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Montserrat</vt:lpstr>
      <vt:lpstr>Poppins</vt:lpstr>
      <vt:lpstr>Default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</dc:title>
  <dc:subject>Templates</dc:subject>
  <dc:creator/>
  <cp:keywords/>
  <dc:description/>
  <cp:lastModifiedBy>Johanna Jovel Hernández</cp:lastModifiedBy>
  <cp:revision>9698</cp:revision>
  <cp:lastPrinted>2019-09-18T23:04:43Z</cp:lastPrinted>
  <dcterms:created xsi:type="dcterms:W3CDTF">2014-11-12T21:47:38Z</dcterms:created>
  <dcterms:modified xsi:type="dcterms:W3CDTF">2021-12-28T18:40:07Z</dcterms:modified>
  <cp:category/>
</cp:coreProperties>
</file>